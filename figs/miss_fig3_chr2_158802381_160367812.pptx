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21032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2172876"/>
              <a:ext cx="9004821" cy="21032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4276163"/>
              <a:ext cx="9004821" cy="25122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93775" y="69589"/>
              <a:ext cx="8304720" cy="21032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93775" y="69589"/>
              <a:ext cx="149960" cy="2103286"/>
            </a:xfrm>
            <a:custGeom>
              <a:avLst/>
              <a:pathLst>
                <a:path w="149960" h="2103286">
                  <a:moveTo>
                    <a:pt x="0" y="1385429"/>
                  </a:moveTo>
                  <a:lnTo>
                    <a:pt x="845" y="1365629"/>
                  </a:lnTo>
                  <a:lnTo>
                    <a:pt x="1690" y="1308270"/>
                  </a:lnTo>
                  <a:lnTo>
                    <a:pt x="2535" y="1235780"/>
                  </a:lnTo>
                  <a:lnTo>
                    <a:pt x="3380" y="1232103"/>
                  </a:lnTo>
                  <a:lnTo>
                    <a:pt x="4225" y="1250505"/>
                  </a:lnTo>
                  <a:lnTo>
                    <a:pt x="5070" y="1258299"/>
                  </a:lnTo>
                  <a:lnTo>
                    <a:pt x="5915" y="1249887"/>
                  </a:lnTo>
                  <a:lnTo>
                    <a:pt x="6760" y="1255058"/>
                  </a:lnTo>
                  <a:lnTo>
                    <a:pt x="7605" y="1270150"/>
                  </a:lnTo>
                  <a:lnTo>
                    <a:pt x="8450" y="1273422"/>
                  </a:lnTo>
                  <a:lnTo>
                    <a:pt x="9296" y="1261016"/>
                  </a:lnTo>
                  <a:lnTo>
                    <a:pt x="10141" y="1165050"/>
                  </a:lnTo>
                  <a:lnTo>
                    <a:pt x="10986" y="1043989"/>
                  </a:lnTo>
                  <a:lnTo>
                    <a:pt x="11831" y="946608"/>
                  </a:lnTo>
                  <a:lnTo>
                    <a:pt x="12676" y="865785"/>
                  </a:lnTo>
                  <a:lnTo>
                    <a:pt x="13521" y="772279"/>
                  </a:lnTo>
                  <a:lnTo>
                    <a:pt x="14366" y="714536"/>
                  </a:lnTo>
                  <a:lnTo>
                    <a:pt x="15211" y="767156"/>
                  </a:lnTo>
                  <a:lnTo>
                    <a:pt x="16056" y="787399"/>
                  </a:lnTo>
                  <a:lnTo>
                    <a:pt x="16901" y="751416"/>
                  </a:lnTo>
                  <a:lnTo>
                    <a:pt x="17746" y="717854"/>
                  </a:lnTo>
                  <a:lnTo>
                    <a:pt x="18592" y="673432"/>
                  </a:lnTo>
                  <a:lnTo>
                    <a:pt x="19437" y="571891"/>
                  </a:lnTo>
                  <a:lnTo>
                    <a:pt x="20282" y="444625"/>
                  </a:lnTo>
                  <a:lnTo>
                    <a:pt x="21127" y="380183"/>
                  </a:lnTo>
                  <a:lnTo>
                    <a:pt x="21972" y="339738"/>
                  </a:lnTo>
                  <a:lnTo>
                    <a:pt x="22817" y="323524"/>
                  </a:lnTo>
                  <a:lnTo>
                    <a:pt x="23662" y="324560"/>
                  </a:lnTo>
                  <a:lnTo>
                    <a:pt x="24507" y="308085"/>
                  </a:lnTo>
                  <a:lnTo>
                    <a:pt x="25352" y="271021"/>
                  </a:lnTo>
                  <a:lnTo>
                    <a:pt x="26197" y="183032"/>
                  </a:lnTo>
                  <a:lnTo>
                    <a:pt x="27042" y="115135"/>
                  </a:lnTo>
                  <a:lnTo>
                    <a:pt x="27888" y="62939"/>
                  </a:lnTo>
                  <a:lnTo>
                    <a:pt x="28733" y="78307"/>
                  </a:lnTo>
                  <a:lnTo>
                    <a:pt x="29578" y="146102"/>
                  </a:lnTo>
                  <a:lnTo>
                    <a:pt x="30423" y="191448"/>
                  </a:lnTo>
                  <a:lnTo>
                    <a:pt x="31268" y="260195"/>
                  </a:lnTo>
                  <a:lnTo>
                    <a:pt x="32113" y="352278"/>
                  </a:lnTo>
                  <a:lnTo>
                    <a:pt x="32958" y="440885"/>
                  </a:lnTo>
                  <a:lnTo>
                    <a:pt x="33803" y="468234"/>
                  </a:lnTo>
                  <a:lnTo>
                    <a:pt x="34648" y="417787"/>
                  </a:lnTo>
                  <a:lnTo>
                    <a:pt x="35493" y="408007"/>
                  </a:lnTo>
                  <a:lnTo>
                    <a:pt x="36338" y="375223"/>
                  </a:lnTo>
                  <a:lnTo>
                    <a:pt x="37184" y="305760"/>
                  </a:lnTo>
                  <a:lnTo>
                    <a:pt x="38029" y="234798"/>
                  </a:lnTo>
                  <a:lnTo>
                    <a:pt x="38874" y="144916"/>
                  </a:lnTo>
                  <a:lnTo>
                    <a:pt x="39719" y="119599"/>
                  </a:lnTo>
                  <a:lnTo>
                    <a:pt x="40564" y="92014"/>
                  </a:lnTo>
                  <a:lnTo>
                    <a:pt x="41409" y="56438"/>
                  </a:lnTo>
                  <a:lnTo>
                    <a:pt x="42254" y="23577"/>
                  </a:lnTo>
                  <a:lnTo>
                    <a:pt x="43099" y="8208"/>
                  </a:lnTo>
                  <a:lnTo>
                    <a:pt x="43944" y="0"/>
                  </a:lnTo>
                  <a:lnTo>
                    <a:pt x="43944" y="0"/>
                  </a:lnTo>
                  <a:lnTo>
                    <a:pt x="44789" y="75846"/>
                  </a:lnTo>
                  <a:lnTo>
                    <a:pt x="45634" y="203092"/>
                  </a:lnTo>
                  <a:lnTo>
                    <a:pt x="46480" y="314808"/>
                  </a:lnTo>
                  <a:lnTo>
                    <a:pt x="47325" y="370640"/>
                  </a:lnTo>
                  <a:lnTo>
                    <a:pt x="48170" y="367387"/>
                  </a:lnTo>
                  <a:lnTo>
                    <a:pt x="49015" y="409868"/>
                  </a:lnTo>
                  <a:lnTo>
                    <a:pt x="49860" y="387096"/>
                  </a:lnTo>
                  <a:lnTo>
                    <a:pt x="50705" y="294645"/>
                  </a:lnTo>
                  <a:lnTo>
                    <a:pt x="51550" y="221384"/>
                  </a:lnTo>
                  <a:lnTo>
                    <a:pt x="52395" y="213605"/>
                  </a:lnTo>
                  <a:lnTo>
                    <a:pt x="53240" y="265058"/>
                  </a:lnTo>
                  <a:lnTo>
                    <a:pt x="54085" y="248529"/>
                  </a:lnTo>
                  <a:lnTo>
                    <a:pt x="54930" y="192949"/>
                  </a:lnTo>
                  <a:lnTo>
                    <a:pt x="55776" y="197147"/>
                  </a:lnTo>
                  <a:lnTo>
                    <a:pt x="56621" y="299430"/>
                  </a:lnTo>
                  <a:lnTo>
                    <a:pt x="57466" y="386774"/>
                  </a:lnTo>
                  <a:lnTo>
                    <a:pt x="58311" y="404710"/>
                  </a:lnTo>
                  <a:lnTo>
                    <a:pt x="59156" y="427308"/>
                  </a:lnTo>
                  <a:lnTo>
                    <a:pt x="60001" y="469634"/>
                  </a:lnTo>
                  <a:lnTo>
                    <a:pt x="60846" y="485722"/>
                  </a:lnTo>
                  <a:lnTo>
                    <a:pt x="61691" y="406654"/>
                  </a:lnTo>
                  <a:lnTo>
                    <a:pt x="62536" y="299592"/>
                  </a:lnTo>
                  <a:lnTo>
                    <a:pt x="63381" y="242065"/>
                  </a:lnTo>
                  <a:lnTo>
                    <a:pt x="64227" y="281975"/>
                  </a:lnTo>
                  <a:lnTo>
                    <a:pt x="65072" y="349661"/>
                  </a:lnTo>
                  <a:lnTo>
                    <a:pt x="65917" y="393804"/>
                  </a:lnTo>
                  <a:lnTo>
                    <a:pt x="66762" y="451068"/>
                  </a:lnTo>
                  <a:lnTo>
                    <a:pt x="67607" y="530172"/>
                  </a:lnTo>
                  <a:lnTo>
                    <a:pt x="68452" y="586873"/>
                  </a:lnTo>
                  <a:lnTo>
                    <a:pt x="69297" y="561168"/>
                  </a:lnTo>
                  <a:lnTo>
                    <a:pt x="70142" y="511222"/>
                  </a:lnTo>
                  <a:lnTo>
                    <a:pt x="70987" y="452294"/>
                  </a:lnTo>
                  <a:lnTo>
                    <a:pt x="71832" y="466385"/>
                  </a:lnTo>
                  <a:lnTo>
                    <a:pt x="72677" y="539816"/>
                  </a:lnTo>
                  <a:lnTo>
                    <a:pt x="73523" y="644767"/>
                  </a:lnTo>
                  <a:lnTo>
                    <a:pt x="74368" y="769805"/>
                  </a:lnTo>
                  <a:lnTo>
                    <a:pt x="75213" y="838486"/>
                  </a:lnTo>
                  <a:lnTo>
                    <a:pt x="76058" y="855564"/>
                  </a:lnTo>
                  <a:lnTo>
                    <a:pt x="76903" y="795829"/>
                  </a:lnTo>
                  <a:lnTo>
                    <a:pt x="77748" y="692077"/>
                  </a:lnTo>
                  <a:lnTo>
                    <a:pt x="78593" y="594391"/>
                  </a:lnTo>
                  <a:lnTo>
                    <a:pt x="79438" y="499410"/>
                  </a:lnTo>
                  <a:lnTo>
                    <a:pt x="80283" y="501563"/>
                  </a:lnTo>
                  <a:lnTo>
                    <a:pt x="81128" y="582614"/>
                  </a:lnTo>
                  <a:lnTo>
                    <a:pt x="81973" y="659446"/>
                  </a:lnTo>
                  <a:lnTo>
                    <a:pt x="82819" y="773103"/>
                  </a:lnTo>
                  <a:lnTo>
                    <a:pt x="83664" y="869657"/>
                  </a:lnTo>
                  <a:lnTo>
                    <a:pt x="84509" y="957271"/>
                  </a:lnTo>
                  <a:lnTo>
                    <a:pt x="85354" y="1046094"/>
                  </a:lnTo>
                  <a:lnTo>
                    <a:pt x="86199" y="1169940"/>
                  </a:lnTo>
                  <a:lnTo>
                    <a:pt x="87044" y="1321154"/>
                  </a:lnTo>
                  <a:lnTo>
                    <a:pt x="87889" y="1395911"/>
                  </a:lnTo>
                  <a:lnTo>
                    <a:pt x="88734" y="1471449"/>
                  </a:lnTo>
                  <a:lnTo>
                    <a:pt x="89579" y="1551679"/>
                  </a:lnTo>
                  <a:lnTo>
                    <a:pt x="90424" y="1587487"/>
                  </a:lnTo>
                  <a:lnTo>
                    <a:pt x="91269" y="1533507"/>
                  </a:lnTo>
                  <a:lnTo>
                    <a:pt x="92115" y="1444208"/>
                  </a:lnTo>
                  <a:lnTo>
                    <a:pt x="92960" y="1417316"/>
                  </a:lnTo>
                  <a:lnTo>
                    <a:pt x="93805" y="1428511"/>
                  </a:lnTo>
                  <a:lnTo>
                    <a:pt x="94650" y="1464933"/>
                  </a:lnTo>
                  <a:lnTo>
                    <a:pt x="95495" y="1498017"/>
                  </a:lnTo>
                  <a:lnTo>
                    <a:pt x="96340" y="1584340"/>
                  </a:lnTo>
                  <a:lnTo>
                    <a:pt x="97185" y="1704260"/>
                  </a:lnTo>
                  <a:lnTo>
                    <a:pt x="98030" y="1743682"/>
                  </a:lnTo>
                  <a:lnTo>
                    <a:pt x="98875" y="1748914"/>
                  </a:lnTo>
                  <a:lnTo>
                    <a:pt x="99720" y="1730830"/>
                  </a:lnTo>
                  <a:lnTo>
                    <a:pt x="100565" y="1716453"/>
                  </a:lnTo>
                  <a:lnTo>
                    <a:pt x="101411" y="1705940"/>
                  </a:lnTo>
                  <a:lnTo>
                    <a:pt x="102256" y="1720047"/>
                  </a:lnTo>
                  <a:lnTo>
                    <a:pt x="103101" y="1722617"/>
                  </a:lnTo>
                  <a:lnTo>
                    <a:pt x="103946" y="1758895"/>
                  </a:lnTo>
                  <a:lnTo>
                    <a:pt x="104791" y="1816832"/>
                  </a:lnTo>
                  <a:lnTo>
                    <a:pt x="105636" y="1846495"/>
                  </a:lnTo>
                  <a:lnTo>
                    <a:pt x="106481" y="1847007"/>
                  </a:lnTo>
                  <a:lnTo>
                    <a:pt x="107326" y="1842726"/>
                  </a:lnTo>
                  <a:lnTo>
                    <a:pt x="108171" y="1903042"/>
                  </a:lnTo>
                  <a:lnTo>
                    <a:pt x="109016" y="1961902"/>
                  </a:lnTo>
                  <a:lnTo>
                    <a:pt x="109861" y="1963761"/>
                  </a:lnTo>
                  <a:lnTo>
                    <a:pt x="110707" y="1987660"/>
                  </a:lnTo>
                  <a:lnTo>
                    <a:pt x="111552" y="2055876"/>
                  </a:lnTo>
                  <a:lnTo>
                    <a:pt x="112397" y="2056286"/>
                  </a:lnTo>
                  <a:lnTo>
                    <a:pt x="113242" y="2059878"/>
                  </a:lnTo>
                  <a:lnTo>
                    <a:pt x="114087" y="2033130"/>
                  </a:lnTo>
                  <a:lnTo>
                    <a:pt x="114932" y="2033747"/>
                  </a:lnTo>
                  <a:lnTo>
                    <a:pt x="115777" y="2043262"/>
                  </a:lnTo>
                  <a:lnTo>
                    <a:pt x="116622" y="2024473"/>
                  </a:lnTo>
                  <a:lnTo>
                    <a:pt x="117467" y="2017840"/>
                  </a:lnTo>
                  <a:lnTo>
                    <a:pt x="118312" y="1946472"/>
                  </a:lnTo>
                  <a:lnTo>
                    <a:pt x="119157" y="1844239"/>
                  </a:lnTo>
                  <a:lnTo>
                    <a:pt x="120003" y="1788527"/>
                  </a:lnTo>
                  <a:lnTo>
                    <a:pt x="120848" y="1820733"/>
                  </a:lnTo>
                  <a:lnTo>
                    <a:pt x="121693" y="1815606"/>
                  </a:lnTo>
                  <a:lnTo>
                    <a:pt x="122538" y="1771952"/>
                  </a:lnTo>
                  <a:lnTo>
                    <a:pt x="123383" y="1803765"/>
                  </a:lnTo>
                  <a:lnTo>
                    <a:pt x="124228" y="1886483"/>
                  </a:lnTo>
                  <a:lnTo>
                    <a:pt x="125073" y="1954038"/>
                  </a:lnTo>
                  <a:lnTo>
                    <a:pt x="125918" y="1897538"/>
                  </a:lnTo>
                  <a:lnTo>
                    <a:pt x="126763" y="1864881"/>
                  </a:lnTo>
                  <a:lnTo>
                    <a:pt x="127608" y="1883023"/>
                  </a:lnTo>
                  <a:lnTo>
                    <a:pt x="128454" y="1911630"/>
                  </a:lnTo>
                  <a:lnTo>
                    <a:pt x="129299" y="1889021"/>
                  </a:lnTo>
                  <a:lnTo>
                    <a:pt x="130144" y="1844699"/>
                  </a:lnTo>
                  <a:lnTo>
                    <a:pt x="130989" y="1885735"/>
                  </a:lnTo>
                  <a:lnTo>
                    <a:pt x="131834" y="1933175"/>
                  </a:lnTo>
                  <a:lnTo>
                    <a:pt x="132679" y="1988999"/>
                  </a:lnTo>
                  <a:lnTo>
                    <a:pt x="133524" y="2036679"/>
                  </a:lnTo>
                  <a:lnTo>
                    <a:pt x="134369" y="2085998"/>
                  </a:lnTo>
                  <a:lnTo>
                    <a:pt x="135214" y="2078562"/>
                  </a:lnTo>
                  <a:lnTo>
                    <a:pt x="136059" y="2031199"/>
                  </a:lnTo>
                  <a:lnTo>
                    <a:pt x="136904" y="2041063"/>
                  </a:lnTo>
                  <a:lnTo>
                    <a:pt x="137750" y="2045385"/>
                  </a:lnTo>
                  <a:lnTo>
                    <a:pt x="138595" y="1977258"/>
                  </a:lnTo>
                  <a:lnTo>
                    <a:pt x="139440" y="1937519"/>
                  </a:lnTo>
                  <a:lnTo>
                    <a:pt x="140285" y="1967308"/>
                  </a:lnTo>
                  <a:lnTo>
                    <a:pt x="141130" y="2009548"/>
                  </a:lnTo>
                  <a:lnTo>
                    <a:pt x="141975" y="2006561"/>
                  </a:lnTo>
                  <a:lnTo>
                    <a:pt x="142820" y="1991678"/>
                  </a:lnTo>
                  <a:lnTo>
                    <a:pt x="143665" y="2029019"/>
                  </a:lnTo>
                  <a:lnTo>
                    <a:pt x="144510" y="2063152"/>
                  </a:lnTo>
                  <a:lnTo>
                    <a:pt x="145355" y="2065928"/>
                  </a:lnTo>
                  <a:lnTo>
                    <a:pt x="146200" y="2043126"/>
                  </a:lnTo>
                  <a:lnTo>
                    <a:pt x="147046" y="2022191"/>
                  </a:lnTo>
                  <a:lnTo>
                    <a:pt x="147891" y="2020593"/>
                  </a:lnTo>
                  <a:lnTo>
                    <a:pt x="148736" y="2041982"/>
                  </a:lnTo>
                  <a:lnTo>
                    <a:pt x="149581" y="2085425"/>
                  </a:lnTo>
                  <a:lnTo>
                    <a:pt x="149960" y="21032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47773" y="75304"/>
              <a:ext cx="410741" cy="2097571"/>
            </a:xfrm>
            <a:custGeom>
              <a:avLst/>
              <a:pathLst>
                <a:path w="410741" h="2097571">
                  <a:moveTo>
                    <a:pt x="0" y="2097571"/>
                  </a:moveTo>
                  <a:lnTo>
                    <a:pt x="653" y="2026502"/>
                  </a:lnTo>
                  <a:lnTo>
                    <a:pt x="1498" y="1980888"/>
                  </a:lnTo>
                  <a:lnTo>
                    <a:pt x="2343" y="1891014"/>
                  </a:lnTo>
                  <a:lnTo>
                    <a:pt x="3188" y="1832185"/>
                  </a:lnTo>
                  <a:lnTo>
                    <a:pt x="4033" y="1805825"/>
                  </a:lnTo>
                  <a:lnTo>
                    <a:pt x="4878" y="1806718"/>
                  </a:lnTo>
                  <a:lnTo>
                    <a:pt x="5723" y="1853151"/>
                  </a:lnTo>
                  <a:lnTo>
                    <a:pt x="6569" y="1816844"/>
                  </a:lnTo>
                  <a:lnTo>
                    <a:pt x="7414" y="1862061"/>
                  </a:lnTo>
                  <a:lnTo>
                    <a:pt x="8259" y="1902507"/>
                  </a:lnTo>
                  <a:lnTo>
                    <a:pt x="9104" y="1900500"/>
                  </a:lnTo>
                  <a:lnTo>
                    <a:pt x="9949" y="1849410"/>
                  </a:lnTo>
                  <a:lnTo>
                    <a:pt x="10794" y="1818162"/>
                  </a:lnTo>
                  <a:lnTo>
                    <a:pt x="11639" y="1893924"/>
                  </a:lnTo>
                  <a:lnTo>
                    <a:pt x="12484" y="1967039"/>
                  </a:lnTo>
                  <a:lnTo>
                    <a:pt x="13329" y="1993294"/>
                  </a:lnTo>
                  <a:lnTo>
                    <a:pt x="14174" y="1989168"/>
                  </a:lnTo>
                  <a:lnTo>
                    <a:pt x="15019" y="2011054"/>
                  </a:lnTo>
                  <a:lnTo>
                    <a:pt x="15865" y="2036155"/>
                  </a:lnTo>
                  <a:lnTo>
                    <a:pt x="16710" y="1968182"/>
                  </a:lnTo>
                  <a:lnTo>
                    <a:pt x="17555" y="1847987"/>
                  </a:lnTo>
                  <a:lnTo>
                    <a:pt x="18400" y="1858496"/>
                  </a:lnTo>
                  <a:lnTo>
                    <a:pt x="19245" y="1893803"/>
                  </a:lnTo>
                  <a:lnTo>
                    <a:pt x="20090" y="1929041"/>
                  </a:lnTo>
                  <a:lnTo>
                    <a:pt x="20935" y="1963148"/>
                  </a:lnTo>
                  <a:lnTo>
                    <a:pt x="21780" y="1988400"/>
                  </a:lnTo>
                  <a:lnTo>
                    <a:pt x="22625" y="2008367"/>
                  </a:lnTo>
                  <a:lnTo>
                    <a:pt x="23470" y="2011525"/>
                  </a:lnTo>
                  <a:lnTo>
                    <a:pt x="24315" y="1993413"/>
                  </a:lnTo>
                  <a:lnTo>
                    <a:pt x="25161" y="1960421"/>
                  </a:lnTo>
                  <a:lnTo>
                    <a:pt x="26006" y="1945549"/>
                  </a:lnTo>
                  <a:lnTo>
                    <a:pt x="26851" y="1976197"/>
                  </a:lnTo>
                  <a:lnTo>
                    <a:pt x="27696" y="2025427"/>
                  </a:lnTo>
                  <a:lnTo>
                    <a:pt x="28541" y="2047920"/>
                  </a:lnTo>
                  <a:lnTo>
                    <a:pt x="29386" y="2064100"/>
                  </a:lnTo>
                  <a:lnTo>
                    <a:pt x="30231" y="2069298"/>
                  </a:lnTo>
                  <a:lnTo>
                    <a:pt x="31076" y="2051554"/>
                  </a:lnTo>
                  <a:lnTo>
                    <a:pt x="31921" y="2043178"/>
                  </a:lnTo>
                  <a:lnTo>
                    <a:pt x="32766" y="1968492"/>
                  </a:lnTo>
                  <a:lnTo>
                    <a:pt x="33612" y="1862206"/>
                  </a:lnTo>
                  <a:lnTo>
                    <a:pt x="34457" y="1786232"/>
                  </a:lnTo>
                  <a:lnTo>
                    <a:pt x="35302" y="1755225"/>
                  </a:lnTo>
                  <a:lnTo>
                    <a:pt x="36147" y="1735528"/>
                  </a:lnTo>
                  <a:lnTo>
                    <a:pt x="36992" y="1688008"/>
                  </a:lnTo>
                  <a:lnTo>
                    <a:pt x="37837" y="1747749"/>
                  </a:lnTo>
                  <a:lnTo>
                    <a:pt x="38682" y="1769518"/>
                  </a:lnTo>
                  <a:lnTo>
                    <a:pt x="39527" y="1748423"/>
                  </a:lnTo>
                  <a:lnTo>
                    <a:pt x="40372" y="1726670"/>
                  </a:lnTo>
                  <a:lnTo>
                    <a:pt x="41217" y="1724144"/>
                  </a:lnTo>
                  <a:lnTo>
                    <a:pt x="42062" y="1769727"/>
                  </a:lnTo>
                  <a:lnTo>
                    <a:pt x="42908" y="1790209"/>
                  </a:lnTo>
                  <a:lnTo>
                    <a:pt x="43753" y="1845108"/>
                  </a:lnTo>
                  <a:lnTo>
                    <a:pt x="44598" y="1890145"/>
                  </a:lnTo>
                  <a:lnTo>
                    <a:pt x="45443" y="1844680"/>
                  </a:lnTo>
                  <a:lnTo>
                    <a:pt x="46288" y="1742861"/>
                  </a:lnTo>
                  <a:lnTo>
                    <a:pt x="47133" y="1612750"/>
                  </a:lnTo>
                  <a:lnTo>
                    <a:pt x="47978" y="1494530"/>
                  </a:lnTo>
                  <a:lnTo>
                    <a:pt x="48823" y="1421111"/>
                  </a:lnTo>
                  <a:lnTo>
                    <a:pt x="49668" y="1361560"/>
                  </a:lnTo>
                  <a:lnTo>
                    <a:pt x="50513" y="1392041"/>
                  </a:lnTo>
                  <a:lnTo>
                    <a:pt x="51358" y="1439013"/>
                  </a:lnTo>
                  <a:lnTo>
                    <a:pt x="52204" y="1441052"/>
                  </a:lnTo>
                  <a:lnTo>
                    <a:pt x="53049" y="1451472"/>
                  </a:lnTo>
                  <a:lnTo>
                    <a:pt x="53894" y="1462755"/>
                  </a:lnTo>
                  <a:lnTo>
                    <a:pt x="54739" y="1507746"/>
                  </a:lnTo>
                  <a:lnTo>
                    <a:pt x="55584" y="1559633"/>
                  </a:lnTo>
                  <a:lnTo>
                    <a:pt x="56429" y="1557836"/>
                  </a:lnTo>
                  <a:lnTo>
                    <a:pt x="57274" y="1639607"/>
                  </a:lnTo>
                  <a:lnTo>
                    <a:pt x="58119" y="1720297"/>
                  </a:lnTo>
                  <a:lnTo>
                    <a:pt x="58964" y="1805040"/>
                  </a:lnTo>
                  <a:lnTo>
                    <a:pt x="59809" y="1882098"/>
                  </a:lnTo>
                  <a:lnTo>
                    <a:pt x="60654" y="1892456"/>
                  </a:lnTo>
                  <a:lnTo>
                    <a:pt x="61500" y="1907781"/>
                  </a:lnTo>
                  <a:lnTo>
                    <a:pt x="62345" y="1905674"/>
                  </a:lnTo>
                  <a:lnTo>
                    <a:pt x="63190" y="1883087"/>
                  </a:lnTo>
                  <a:lnTo>
                    <a:pt x="64035" y="1790208"/>
                  </a:lnTo>
                  <a:lnTo>
                    <a:pt x="64880" y="1672997"/>
                  </a:lnTo>
                  <a:lnTo>
                    <a:pt x="65725" y="1617004"/>
                  </a:lnTo>
                  <a:lnTo>
                    <a:pt x="66570" y="1633980"/>
                  </a:lnTo>
                  <a:lnTo>
                    <a:pt x="67415" y="1595605"/>
                  </a:lnTo>
                  <a:lnTo>
                    <a:pt x="68260" y="1539659"/>
                  </a:lnTo>
                  <a:lnTo>
                    <a:pt x="69105" y="1584704"/>
                  </a:lnTo>
                  <a:lnTo>
                    <a:pt x="69950" y="1620379"/>
                  </a:lnTo>
                  <a:lnTo>
                    <a:pt x="70796" y="1596302"/>
                  </a:lnTo>
                  <a:lnTo>
                    <a:pt x="71641" y="1579125"/>
                  </a:lnTo>
                  <a:lnTo>
                    <a:pt x="72486" y="1635236"/>
                  </a:lnTo>
                  <a:lnTo>
                    <a:pt x="73331" y="1675569"/>
                  </a:lnTo>
                  <a:lnTo>
                    <a:pt x="74176" y="1634120"/>
                  </a:lnTo>
                  <a:lnTo>
                    <a:pt x="75021" y="1624915"/>
                  </a:lnTo>
                  <a:lnTo>
                    <a:pt x="75866" y="1690942"/>
                  </a:lnTo>
                  <a:lnTo>
                    <a:pt x="76711" y="1701505"/>
                  </a:lnTo>
                  <a:lnTo>
                    <a:pt x="77556" y="1666498"/>
                  </a:lnTo>
                  <a:lnTo>
                    <a:pt x="78401" y="1662792"/>
                  </a:lnTo>
                  <a:lnTo>
                    <a:pt x="79246" y="1670797"/>
                  </a:lnTo>
                  <a:lnTo>
                    <a:pt x="80092" y="1699567"/>
                  </a:lnTo>
                  <a:lnTo>
                    <a:pt x="80937" y="1648584"/>
                  </a:lnTo>
                  <a:lnTo>
                    <a:pt x="81782" y="1558784"/>
                  </a:lnTo>
                  <a:lnTo>
                    <a:pt x="82627" y="1511574"/>
                  </a:lnTo>
                  <a:lnTo>
                    <a:pt x="83472" y="1464788"/>
                  </a:lnTo>
                  <a:lnTo>
                    <a:pt x="84317" y="1415185"/>
                  </a:lnTo>
                  <a:lnTo>
                    <a:pt x="85162" y="1365327"/>
                  </a:lnTo>
                  <a:lnTo>
                    <a:pt x="86007" y="1364074"/>
                  </a:lnTo>
                  <a:lnTo>
                    <a:pt x="86852" y="1498049"/>
                  </a:lnTo>
                  <a:lnTo>
                    <a:pt x="87697" y="1585539"/>
                  </a:lnTo>
                  <a:lnTo>
                    <a:pt x="88542" y="1611674"/>
                  </a:lnTo>
                  <a:lnTo>
                    <a:pt x="89388" y="1661849"/>
                  </a:lnTo>
                  <a:lnTo>
                    <a:pt x="90233" y="1731352"/>
                  </a:lnTo>
                  <a:lnTo>
                    <a:pt x="91078" y="1749789"/>
                  </a:lnTo>
                  <a:lnTo>
                    <a:pt x="91923" y="1702784"/>
                  </a:lnTo>
                  <a:lnTo>
                    <a:pt x="92768" y="1656901"/>
                  </a:lnTo>
                  <a:lnTo>
                    <a:pt x="93613" y="1621762"/>
                  </a:lnTo>
                  <a:lnTo>
                    <a:pt x="94458" y="1618639"/>
                  </a:lnTo>
                  <a:lnTo>
                    <a:pt x="95303" y="1577514"/>
                  </a:lnTo>
                  <a:lnTo>
                    <a:pt x="96148" y="1557765"/>
                  </a:lnTo>
                  <a:lnTo>
                    <a:pt x="96993" y="1555312"/>
                  </a:lnTo>
                  <a:lnTo>
                    <a:pt x="97839" y="1584756"/>
                  </a:lnTo>
                  <a:lnTo>
                    <a:pt x="98684" y="1634993"/>
                  </a:lnTo>
                  <a:lnTo>
                    <a:pt x="99529" y="1586967"/>
                  </a:lnTo>
                  <a:lnTo>
                    <a:pt x="100374" y="1539604"/>
                  </a:lnTo>
                  <a:lnTo>
                    <a:pt x="101219" y="1532158"/>
                  </a:lnTo>
                  <a:lnTo>
                    <a:pt x="102064" y="1462465"/>
                  </a:lnTo>
                  <a:lnTo>
                    <a:pt x="102909" y="1387416"/>
                  </a:lnTo>
                  <a:lnTo>
                    <a:pt x="103754" y="1298502"/>
                  </a:lnTo>
                  <a:lnTo>
                    <a:pt x="104599" y="1314205"/>
                  </a:lnTo>
                  <a:lnTo>
                    <a:pt x="105444" y="1300110"/>
                  </a:lnTo>
                  <a:lnTo>
                    <a:pt x="106289" y="1242134"/>
                  </a:lnTo>
                  <a:lnTo>
                    <a:pt x="107135" y="1187362"/>
                  </a:lnTo>
                  <a:lnTo>
                    <a:pt x="107980" y="1108900"/>
                  </a:lnTo>
                  <a:lnTo>
                    <a:pt x="108825" y="1045598"/>
                  </a:lnTo>
                  <a:lnTo>
                    <a:pt x="109670" y="953401"/>
                  </a:lnTo>
                  <a:lnTo>
                    <a:pt x="110515" y="892400"/>
                  </a:lnTo>
                  <a:lnTo>
                    <a:pt x="111360" y="835661"/>
                  </a:lnTo>
                  <a:lnTo>
                    <a:pt x="112205" y="842062"/>
                  </a:lnTo>
                  <a:lnTo>
                    <a:pt x="113050" y="914032"/>
                  </a:lnTo>
                  <a:lnTo>
                    <a:pt x="113895" y="964514"/>
                  </a:lnTo>
                  <a:lnTo>
                    <a:pt x="114740" y="963093"/>
                  </a:lnTo>
                  <a:lnTo>
                    <a:pt x="115585" y="905149"/>
                  </a:lnTo>
                  <a:lnTo>
                    <a:pt x="116431" y="933557"/>
                  </a:lnTo>
                  <a:lnTo>
                    <a:pt x="117276" y="948086"/>
                  </a:lnTo>
                  <a:lnTo>
                    <a:pt x="118121" y="892868"/>
                  </a:lnTo>
                  <a:lnTo>
                    <a:pt x="118966" y="856217"/>
                  </a:lnTo>
                  <a:lnTo>
                    <a:pt x="119811" y="850921"/>
                  </a:lnTo>
                  <a:lnTo>
                    <a:pt x="120656" y="897416"/>
                  </a:lnTo>
                  <a:lnTo>
                    <a:pt x="121501" y="866969"/>
                  </a:lnTo>
                  <a:lnTo>
                    <a:pt x="122346" y="815918"/>
                  </a:lnTo>
                  <a:lnTo>
                    <a:pt x="123191" y="735599"/>
                  </a:lnTo>
                  <a:lnTo>
                    <a:pt x="124036" y="635928"/>
                  </a:lnTo>
                  <a:lnTo>
                    <a:pt x="124881" y="518203"/>
                  </a:lnTo>
                  <a:lnTo>
                    <a:pt x="125727" y="394543"/>
                  </a:lnTo>
                  <a:lnTo>
                    <a:pt x="126572" y="282652"/>
                  </a:lnTo>
                  <a:lnTo>
                    <a:pt x="127417" y="150535"/>
                  </a:lnTo>
                  <a:lnTo>
                    <a:pt x="128262" y="74005"/>
                  </a:lnTo>
                  <a:lnTo>
                    <a:pt x="129107" y="30729"/>
                  </a:lnTo>
                  <a:lnTo>
                    <a:pt x="129952" y="0"/>
                  </a:lnTo>
                  <a:lnTo>
                    <a:pt x="130797" y="16035"/>
                  </a:lnTo>
                  <a:lnTo>
                    <a:pt x="131642" y="30929"/>
                  </a:lnTo>
                  <a:lnTo>
                    <a:pt x="132487" y="63141"/>
                  </a:lnTo>
                  <a:lnTo>
                    <a:pt x="133332" y="124680"/>
                  </a:lnTo>
                  <a:lnTo>
                    <a:pt x="134177" y="235846"/>
                  </a:lnTo>
                  <a:lnTo>
                    <a:pt x="135023" y="355086"/>
                  </a:lnTo>
                  <a:lnTo>
                    <a:pt x="135868" y="488713"/>
                  </a:lnTo>
                  <a:lnTo>
                    <a:pt x="136713" y="675389"/>
                  </a:lnTo>
                  <a:lnTo>
                    <a:pt x="137558" y="870947"/>
                  </a:lnTo>
                  <a:lnTo>
                    <a:pt x="138403" y="978779"/>
                  </a:lnTo>
                  <a:lnTo>
                    <a:pt x="139248" y="996219"/>
                  </a:lnTo>
                  <a:lnTo>
                    <a:pt x="140093" y="985959"/>
                  </a:lnTo>
                  <a:lnTo>
                    <a:pt x="140938" y="985669"/>
                  </a:lnTo>
                  <a:lnTo>
                    <a:pt x="141783" y="954287"/>
                  </a:lnTo>
                  <a:lnTo>
                    <a:pt x="142628" y="925515"/>
                  </a:lnTo>
                  <a:lnTo>
                    <a:pt x="143473" y="945117"/>
                  </a:lnTo>
                  <a:lnTo>
                    <a:pt x="144319" y="991106"/>
                  </a:lnTo>
                  <a:lnTo>
                    <a:pt x="145164" y="1088243"/>
                  </a:lnTo>
                  <a:lnTo>
                    <a:pt x="146009" y="1094445"/>
                  </a:lnTo>
                  <a:lnTo>
                    <a:pt x="146854" y="1058066"/>
                  </a:lnTo>
                  <a:lnTo>
                    <a:pt x="147699" y="1047529"/>
                  </a:lnTo>
                  <a:lnTo>
                    <a:pt x="148544" y="1054352"/>
                  </a:lnTo>
                  <a:lnTo>
                    <a:pt x="149389" y="1094725"/>
                  </a:lnTo>
                  <a:lnTo>
                    <a:pt x="150234" y="1080530"/>
                  </a:lnTo>
                  <a:lnTo>
                    <a:pt x="151079" y="1121391"/>
                  </a:lnTo>
                  <a:lnTo>
                    <a:pt x="151924" y="1231394"/>
                  </a:lnTo>
                  <a:lnTo>
                    <a:pt x="152769" y="1323829"/>
                  </a:lnTo>
                  <a:lnTo>
                    <a:pt x="153615" y="1391261"/>
                  </a:lnTo>
                  <a:lnTo>
                    <a:pt x="154460" y="1429958"/>
                  </a:lnTo>
                  <a:lnTo>
                    <a:pt x="155305" y="1469921"/>
                  </a:lnTo>
                  <a:lnTo>
                    <a:pt x="156150" y="1522930"/>
                  </a:lnTo>
                  <a:lnTo>
                    <a:pt x="156995" y="1575011"/>
                  </a:lnTo>
                  <a:lnTo>
                    <a:pt x="157840" y="1564355"/>
                  </a:lnTo>
                  <a:lnTo>
                    <a:pt x="158685" y="1510470"/>
                  </a:lnTo>
                  <a:lnTo>
                    <a:pt x="159530" y="1508266"/>
                  </a:lnTo>
                  <a:lnTo>
                    <a:pt x="160375" y="1520752"/>
                  </a:lnTo>
                  <a:lnTo>
                    <a:pt x="161220" y="1446852"/>
                  </a:lnTo>
                  <a:lnTo>
                    <a:pt x="162066" y="1352214"/>
                  </a:lnTo>
                  <a:lnTo>
                    <a:pt x="162911" y="1368821"/>
                  </a:lnTo>
                  <a:lnTo>
                    <a:pt x="163756" y="1413760"/>
                  </a:lnTo>
                  <a:lnTo>
                    <a:pt x="164601" y="1415420"/>
                  </a:lnTo>
                  <a:lnTo>
                    <a:pt x="165446" y="1456757"/>
                  </a:lnTo>
                  <a:lnTo>
                    <a:pt x="166291" y="1541742"/>
                  </a:lnTo>
                  <a:lnTo>
                    <a:pt x="167136" y="1570209"/>
                  </a:lnTo>
                  <a:lnTo>
                    <a:pt x="167981" y="1568945"/>
                  </a:lnTo>
                  <a:lnTo>
                    <a:pt x="168826" y="1584707"/>
                  </a:lnTo>
                  <a:lnTo>
                    <a:pt x="169671" y="1646334"/>
                  </a:lnTo>
                  <a:lnTo>
                    <a:pt x="170516" y="1679165"/>
                  </a:lnTo>
                  <a:lnTo>
                    <a:pt x="171362" y="1659665"/>
                  </a:lnTo>
                  <a:lnTo>
                    <a:pt x="172207" y="1648789"/>
                  </a:lnTo>
                  <a:lnTo>
                    <a:pt x="173052" y="1614984"/>
                  </a:lnTo>
                  <a:lnTo>
                    <a:pt x="173897" y="1608052"/>
                  </a:lnTo>
                  <a:lnTo>
                    <a:pt x="174742" y="1612254"/>
                  </a:lnTo>
                  <a:lnTo>
                    <a:pt x="175587" y="1595194"/>
                  </a:lnTo>
                  <a:lnTo>
                    <a:pt x="176432" y="1612489"/>
                  </a:lnTo>
                  <a:lnTo>
                    <a:pt x="177277" y="1679172"/>
                  </a:lnTo>
                  <a:lnTo>
                    <a:pt x="178122" y="1750814"/>
                  </a:lnTo>
                  <a:lnTo>
                    <a:pt x="178967" y="1787381"/>
                  </a:lnTo>
                  <a:lnTo>
                    <a:pt x="179812" y="1765780"/>
                  </a:lnTo>
                  <a:lnTo>
                    <a:pt x="180658" y="1741060"/>
                  </a:lnTo>
                  <a:lnTo>
                    <a:pt x="181503" y="1780803"/>
                  </a:lnTo>
                  <a:lnTo>
                    <a:pt x="182348" y="1762878"/>
                  </a:lnTo>
                  <a:lnTo>
                    <a:pt x="183193" y="1677594"/>
                  </a:lnTo>
                  <a:lnTo>
                    <a:pt x="184038" y="1633857"/>
                  </a:lnTo>
                  <a:lnTo>
                    <a:pt x="184883" y="1616747"/>
                  </a:lnTo>
                  <a:lnTo>
                    <a:pt x="185728" y="1670411"/>
                  </a:lnTo>
                  <a:lnTo>
                    <a:pt x="186573" y="1713819"/>
                  </a:lnTo>
                  <a:lnTo>
                    <a:pt x="187418" y="1785030"/>
                  </a:lnTo>
                  <a:lnTo>
                    <a:pt x="188263" y="1901469"/>
                  </a:lnTo>
                  <a:lnTo>
                    <a:pt x="189108" y="1963632"/>
                  </a:lnTo>
                  <a:lnTo>
                    <a:pt x="189954" y="1942446"/>
                  </a:lnTo>
                  <a:lnTo>
                    <a:pt x="190799" y="1884290"/>
                  </a:lnTo>
                  <a:lnTo>
                    <a:pt x="191644" y="1829489"/>
                  </a:lnTo>
                  <a:lnTo>
                    <a:pt x="192489" y="1755051"/>
                  </a:lnTo>
                  <a:lnTo>
                    <a:pt x="193334" y="1651001"/>
                  </a:lnTo>
                  <a:lnTo>
                    <a:pt x="194179" y="1589721"/>
                  </a:lnTo>
                  <a:lnTo>
                    <a:pt x="195024" y="1628408"/>
                  </a:lnTo>
                  <a:lnTo>
                    <a:pt x="195869" y="1641872"/>
                  </a:lnTo>
                  <a:lnTo>
                    <a:pt x="196714" y="1612050"/>
                  </a:lnTo>
                  <a:lnTo>
                    <a:pt x="197559" y="1599943"/>
                  </a:lnTo>
                  <a:lnTo>
                    <a:pt x="198404" y="1621754"/>
                  </a:lnTo>
                  <a:lnTo>
                    <a:pt x="199250" y="1645323"/>
                  </a:lnTo>
                  <a:lnTo>
                    <a:pt x="200095" y="1651812"/>
                  </a:lnTo>
                  <a:lnTo>
                    <a:pt x="200940" y="1673653"/>
                  </a:lnTo>
                  <a:lnTo>
                    <a:pt x="201785" y="1654313"/>
                  </a:lnTo>
                  <a:lnTo>
                    <a:pt x="202630" y="1626028"/>
                  </a:lnTo>
                  <a:lnTo>
                    <a:pt x="203475" y="1613118"/>
                  </a:lnTo>
                  <a:lnTo>
                    <a:pt x="204320" y="1574133"/>
                  </a:lnTo>
                  <a:lnTo>
                    <a:pt x="205165" y="1527338"/>
                  </a:lnTo>
                  <a:lnTo>
                    <a:pt x="206010" y="1463770"/>
                  </a:lnTo>
                  <a:lnTo>
                    <a:pt x="206855" y="1385968"/>
                  </a:lnTo>
                  <a:lnTo>
                    <a:pt x="207700" y="1343850"/>
                  </a:lnTo>
                  <a:lnTo>
                    <a:pt x="208546" y="1345707"/>
                  </a:lnTo>
                  <a:lnTo>
                    <a:pt x="209391" y="1309292"/>
                  </a:lnTo>
                  <a:lnTo>
                    <a:pt x="210236" y="1298606"/>
                  </a:lnTo>
                  <a:lnTo>
                    <a:pt x="211081" y="1367708"/>
                  </a:lnTo>
                  <a:lnTo>
                    <a:pt x="211926" y="1426776"/>
                  </a:lnTo>
                  <a:lnTo>
                    <a:pt x="212771" y="1439316"/>
                  </a:lnTo>
                  <a:lnTo>
                    <a:pt x="213616" y="1427421"/>
                  </a:lnTo>
                  <a:lnTo>
                    <a:pt x="214461" y="1438710"/>
                  </a:lnTo>
                  <a:lnTo>
                    <a:pt x="215306" y="1434879"/>
                  </a:lnTo>
                  <a:lnTo>
                    <a:pt x="216151" y="1417254"/>
                  </a:lnTo>
                  <a:lnTo>
                    <a:pt x="216997" y="1508123"/>
                  </a:lnTo>
                  <a:lnTo>
                    <a:pt x="217842" y="1629141"/>
                  </a:lnTo>
                  <a:lnTo>
                    <a:pt x="218687" y="1685620"/>
                  </a:lnTo>
                  <a:lnTo>
                    <a:pt x="219532" y="1693262"/>
                  </a:lnTo>
                  <a:lnTo>
                    <a:pt x="220377" y="1682942"/>
                  </a:lnTo>
                  <a:lnTo>
                    <a:pt x="221222" y="1673279"/>
                  </a:lnTo>
                  <a:lnTo>
                    <a:pt x="222067" y="1688155"/>
                  </a:lnTo>
                  <a:lnTo>
                    <a:pt x="222912" y="1686834"/>
                  </a:lnTo>
                  <a:lnTo>
                    <a:pt x="223757" y="1622645"/>
                  </a:lnTo>
                  <a:lnTo>
                    <a:pt x="224602" y="1630138"/>
                  </a:lnTo>
                  <a:lnTo>
                    <a:pt x="225447" y="1597821"/>
                  </a:lnTo>
                  <a:lnTo>
                    <a:pt x="226293" y="1511552"/>
                  </a:lnTo>
                  <a:lnTo>
                    <a:pt x="227138" y="1422932"/>
                  </a:lnTo>
                  <a:lnTo>
                    <a:pt x="227983" y="1343012"/>
                  </a:lnTo>
                  <a:lnTo>
                    <a:pt x="228828" y="1383122"/>
                  </a:lnTo>
                  <a:lnTo>
                    <a:pt x="229673" y="1421271"/>
                  </a:lnTo>
                  <a:lnTo>
                    <a:pt x="230518" y="1467074"/>
                  </a:lnTo>
                  <a:lnTo>
                    <a:pt x="231363" y="1491327"/>
                  </a:lnTo>
                  <a:lnTo>
                    <a:pt x="232208" y="1388773"/>
                  </a:lnTo>
                  <a:lnTo>
                    <a:pt x="233053" y="1268569"/>
                  </a:lnTo>
                  <a:lnTo>
                    <a:pt x="233898" y="1127244"/>
                  </a:lnTo>
                  <a:lnTo>
                    <a:pt x="234743" y="996032"/>
                  </a:lnTo>
                  <a:lnTo>
                    <a:pt x="235589" y="983114"/>
                  </a:lnTo>
                  <a:lnTo>
                    <a:pt x="236434" y="999597"/>
                  </a:lnTo>
                  <a:lnTo>
                    <a:pt x="237279" y="1061650"/>
                  </a:lnTo>
                  <a:lnTo>
                    <a:pt x="238124" y="1130041"/>
                  </a:lnTo>
                  <a:lnTo>
                    <a:pt x="238969" y="1227231"/>
                  </a:lnTo>
                  <a:lnTo>
                    <a:pt x="239814" y="1305731"/>
                  </a:lnTo>
                  <a:lnTo>
                    <a:pt x="240659" y="1281144"/>
                  </a:lnTo>
                  <a:lnTo>
                    <a:pt x="241504" y="1287614"/>
                  </a:lnTo>
                  <a:lnTo>
                    <a:pt x="242349" y="1298222"/>
                  </a:lnTo>
                  <a:lnTo>
                    <a:pt x="243194" y="1355038"/>
                  </a:lnTo>
                  <a:lnTo>
                    <a:pt x="244039" y="1388769"/>
                  </a:lnTo>
                  <a:lnTo>
                    <a:pt x="244885" y="1451156"/>
                  </a:lnTo>
                  <a:lnTo>
                    <a:pt x="245730" y="1583406"/>
                  </a:lnTo>
                  <a:lnTo>
                    <a:pt x="246575" y="1646693"/>
                  </a:lnTo>
                  <a:lnTo>
                    <a:pt x="247420" y="1690682"/>
                  </a:lnTo>
                  <a:lnTo>
                    <a:pt x="248265" y="1719255"/>
                  </a:lnTo>
                  <a:lnTo>
                    <a:pt x="249110" y="1703549"/>
                  </a:lnTo>
                  <a:lnTo>
                    <a:pt x="249955" y="1603756"/>
                  </a:lnTo>
                  <a:lnTo>
                    <a:pt x="250800" y="1504734"/>
                  </a:lnTo>
                  <a:lnTo>
                    <a:pt x="251645" y="1443985"/>
                  </a:lnTo>
                  <a:lnTo>
                    <a:pt x="252490" y="1424859"/>
                  </a:lnTo>
                  <a:lnTo>
                    <a:pt x="253335" y="1445920"/>
                  </a:lnTo>
                  <a:lnTo>
                    <a:pt x="254181" y="1520611"/>
                  </a:lnTo>
                  <a:lnTo>
                    <a:pt x="255026" y="1611324"/>
                  </a:lnTo>
                  <a:lnTo>
                    <a:pt x="255871" y="1608495"/>
                  </a:lnTo>
                  <a:lnTo>
                    <a:pt x="256716" y="1580521"/>
                  </a:lnTo>
                  <a:lnTo>
                    <a:pt x="257561" y="1571114"/>
                  </a:lnTo>
                  <a:lnTo>
                    <a:pt x="258406" y="1527277"/>
                  </a:lnTo>
                  <a:lnTo>
                    <a:pt x="259251" y="1484517"/>
                  </a:lnTo>
                  <a:lnTo>
                    <a:pt x="260096" y="1444491"/>
                  </a:lnTo>
                  <a:lnTo>
                    <a:pt x="260941" y="1421723"/>
                  </a:lnTo>
                  <a:lnTo>
                    <a:pt x="261786" y="1493018"/>
                  </a:lnTo>
                  <a:lnTo>
                    <a:pt x="262631" y="1581912"/>
                  </a:lnTo>
                  <a:lnTo>
                    <a:pt x="263477" y="1570126"/>
                  </a:lnTo>
                  <a:lnTo>
                    <a:pt x="264322" y="1523382"/>
                  </a:lnTo>
                  <a:lnTo>
                    <a:pt x="265167" y="1547234"/>
                  </a:lnTo>
                  <a:lnTo>
                    <a:pt x="266012" y="1590428"/>
                  </a:lnTo>
                  <a:lnTo>
                    <a:pt x="266857" y="1552232"/>
                  </a:lnTo>
                  <a:lnTo>
                    <a:pt x="267702" y="1486135"/>
                  </a:lnTo>
                  <a:lnTo>
                    <a:pt x="268547" y="1499190"/>
                  </a:lnTo>
                  <a:lnTo>
                    <a:pt x="269392" y="1562044"/>
                  </a:lnTo>
                  <a:lnTo>
                    <a:pt x="270237" y="1632221"/>
                  </a:lnTo>
                  <a:lnTo>
                    <a:pt x="271082" y="1673582"/>
                  </a:lnTo>
                  <a:lnTo>
                    <a:pt x="271927" y="1685630"/>
                  </a:lnTo>
                  <a:lnTo>
                    <a:pt x="272773" y="1721760"/>
                  </a:lnTo>
                  <a:lnTo>
                    <a:pt x="273618" y="1779565"/>
                  </a:lnTo>
                  <a:lnTo>
                    <a:pt x="274463" y="1787635"/>
                  </a:lnTo>
                  <a:lnTo>
                    <a:pt x="275308" y="1738787"/>
                  </a:lnTo>
                  <a:lnTo>
                    <a:pt x="276153" y="1709911"/>
                  </a:lnTo>
                  <a:lnTo>
                    <a:pt x="276998" y="1724031"/>
                  </a:lnTo>
                  <a:lnTo>
                    <a:pt x="277843" y="1775065"/>
                  </a:lnTo>
                  <a:lnTo>
                    <a:pt x="278688" y="1788609"/>
                  </a:lnTo>
                  <a:lnTo>
                    <a:pt x="279533" y="1797138"/>
                  </a:lnTo>
                  <a:lnTo>
                    <a:pt x="280378" y="1818522"/>
                  </a:lnTo>
                  <a:lnTo>
                    <a:pt x="281224" y="1840884"/>
                  </a:lnTo>
                  <a:lnTo>
                    <a:pt x="282069" y="1866748"/>
                  </a:lnTo>
                  <a:lnTo>
                    <a:pt x="282914" y="1825740"/>
                  </a:lnTo>
                  <a:lnTo>
                    <a:pt x="283759" y="1784086"/>
                  </a:lnTo>
                  <a:lnTo>
                    <a:pt x="284604" y="1742918"/>
                  </a:lnTo>
                  <a:lnTo>
                    <a:pt x="285449" y="1719510"/>
                  </a:lnTo>
                  <a:lnTo>
                    <a:pt x="286294" y="1721510"/>
                  </a:lnTo>
                  <a:lnTo>
                    <a:pt x="287139" y="1700618"/>
                  </a:lnTo>
                  <a:lnTo>
                    <a:pt x="287984" y="1641697"/>
                  </a:lnTo>
                  <a:lnTo>
                    <a:pt x="288829" y="1632006"/>
                  </a:lnTo>
                  <a:lnTo>
                    <a:pt x="289674" y="1602178"/>
                  </a:lnTo>
                  <a:lnTo>
                    <a:pt x="290520" y="1537473"/>
                  </a:lnTo>
                  <a:lnTo>
                    <a:pt x="291365" y="1509184"/>
                  </a:lnTo>
                  <a:lnTo>
                    <a:pt x="292210" y="1551286"/>
                  </a:lnTo>
                  <a:lnTo>
                    <a:pt x="293055" y="1625513"/>
                  </a:lnTo>
                  <a:lnTo>
                    <a:pt x="293900" y="1625434"/>
                  </a:lnTo>
                  <a:lnTo>
                    <a:pt x="294745" y="1638117"/>
                  </a:lnTo>
                  <a:lnTo>
                    <a:pt x="295590" y="1688456"/>
                  </a:lnTo>
                  <a:lnTo>
                    <a:pt x="296435" y="1708330"/>
                  </a:lnTo>
                  <a:lnTo>
                    <a:pt x="297280" y="1694255"/>
                  </a:lnTo>
                  <a:lnTo>
                    <a:pt x="298125" y="1718946"/>
                  </a:lnTo>
                  <a:lnTo>
                    <a:pt x="298970" y="1771119"/>
                  </a:lnTo>
                  <a:lnTo>
                    <a:pt x="299816" y="1858821"/>
                  </a:lnTo>
                  <a:lnTo>
                    <a:pt x="300661" y="1931233"/>
                  </a:lnTo>
                  <a:lnTo>
                    <a:pt x="301506" y="1959283"/>
                  </a:lnTo>
                  <a:lnTo>
                    <a:pt x="302351" y="1965215"/>
                  </a:lnTo>
                  <a:lnTo>
                    <a:pt x="303196" y="1915965"/>
                  </a:lnTo>
                  <a:lnTo>
                    <a:pt x="304041" y="1894452"/>
                  </a:lnTo>
                  <a:lnTo>
                    <a:pt x="304886" y="1843379"/>
                  </a:lnTo>
                  <a:lnTo>
                    <a:pt x="305731" y="1797959"/>
                  </a:lnTo>
                  <a:lnTo>
                    <a:pt x="306576" y="1764940"/>
                  </a:lnTo>
                  <a:lnTo>
                    <a:pt x="307421" y="1731528"/>
                  </a:lnTo>
                  <a:lnTo>
                    <a:pt x="308266" y="1671394"/>
                  </a:lnTo>
                  <a:lnTo>
                    <a:pt x="309112" y="1596896"/>
                  </a:lnTo>
                  <a:lnTo>
                    <a:pt x="309957" y="1584519"/>
                  </a:lnTo>
                  <a:lnTo>
                    <a:pt x="310802" y="1521600"/>
                  </a:lnTo>
                  <a:lnTo>
                    <a:pt x="311647" y="1460877"/>
                  </a:lnTo>
                  <a:lnTo>
                    <a:pt x="312492" y="1426530"/>
                  </a:lnTo>
                  <a:lnTo>
                    <a:pt x="313337" y="1450120"/>
                  </a:lnTo>
                  <a:lnTo>
                    <a:pt x="314182" y="1490888"/>
                  </a:lnTo>
                  <a:lnTo>
                    <a:pt x="315027" y="1528895"/>
                  </a:lnTo>
                  <a:lnTo>
                    <a:pt x="315872" y="1599897"/>
                  </a:lnTo>
                  <a:lnTo>
                    <a:pt x="316717" y="1680242"/>
                  </a:lnTo>
                  <a:lnTo>
                    <a:pt x="317562" y="1719395"/>
                  </a:lnTo>
                  <a:lnTo>
                    <a:pt x="318408" y="1722458"/>
                  </a:lnTo>
                  <a:lnTo>
                    <a:pt x="319253" y="1690163"/>
                  </a:lnTo>
                  <a:lnTo>
                    <a:pt x="320098" y="1572164"/>
                  </a:lnTo>
                  <a:lnTo>
                    <a:pt x="320943" y="1488159"/>
                  </a:lnTo>
                  <a:lnTo>
                    <a:pt x="321788" y="1482098"/>
                  </a:lnTo>
                  <a:lnTo>
                    <a:pt x="322633" y="1494514"/>
                  </a:lnTo>
                  <a:lnTo>
                    <a:pt x="323478" y="1499201"/>
                  </a:lnTo>
                  <a:lnTo>
                    <a:pt x="324323" y="1524796"/>
                  </a:lnTo>
                  <a:lnTo>
                    <a:pt x="325168" y="1582532"/>
                  </a:lnTo>
                  <a:lnTo>
                    <a:pt x="326013" y="1640008"/>
                  </a:lnTo>
                  <a:lnTo>
                    <a:pt x="326858" y="1633042"/>
                  </a:lnTo>
                  <a:lnTo>
                    <a:pt x="327704" y="1645684"/>
                  </a:lnTo>
                  <a:lnTo>
                    <a:pt x="328549" y="1723949"/>
                  </a:lnTo>
                  <a:lnTo>
                    <a:pt x="329394" y="1791157"/>
                  </a:lnTo>
                  <a:lnTo>
                    <a:pt x="330239" y="1851081"/>
                  </a:lnTo>
                  <a:lnTo>
                    <a:pt x="331084" y="1901609"/>
                  </a:lnTo>
                  <a:lnTo>
                    <a:pt x="331929" y="1921720"/>
                  </a:lnTo>
                  <a:lnTo>
                    <a:pt x="332774" y="1883371"/>
                  </a:lnTo>
                  <a:lnTo>
                    <a:pt x="333619" y="1777544"/>
                  </a:lnTo>
                  <a:lnTo>
                    <a:pt x="334464" y="1695615"/>
                  </a:lnTo>
                  <a:lnTo>
                    <a:pt x="335309" y="1668341"/>
                  </a:lnTo>
                  <a:lnTo>
                    <a:pt x="336154" y="1601726"/>
                  </a:lnTo>
                  <a:lnTo>
                    <a:pt x="337000" y="1528170"/>
                  </a:lnTo>
                  <a:lnTo>
                    <a:pt x="337845" y="1512540"/>
                  </a:lnTo>
                  <a:lnTo>
                    <a:pt x="338690" y="1542148"/>
                  </a:lnTo>
                  <a:lnTo>
                    <a:pt x="339535" y="1611568"/>
                  </a:lnTo>
                  <a:lnTo>
                    <a:pt x="340380" y="1630859"/>
                  </a:lnTo>
                  <a:lnTo>
                    <a:pt x="341225" y="1671176"/>
                  </a:lnTo>
                  <a:lnTo>
                    <a:pt x="342070" y="1689251"/>
                  </a:lnTo>
                  <a:lnTo>
                    <a:pt x="342915" y="1669900"/>
                  </a:lnTo>
                  <a:lnTo>
                    <a:pt x="343760" y="1654955"/>
                  </a:lnTo>
                  <a:lnTo>
                    <a:pt x="344605" y="1610265"/>
                  </a:lnTo>
                  <a:lnTo>
                    <a:pt x="345451" y="1607160"/>
                  </a:lnTo>
                  <a:lnTo>
                    <a:pt x="346296" y="1564820"/>
                  </a:lnTo>
                  <a:lnTo>
                    <a:pt x="347141" y="1574029"/>
                  </a:lnTo>
                  <a:lnTo>
                    <a:pt x="347986" y="1650872"/>
                  </a:lnTo>
                  <a:lnTo>
                    <a:pt x="348831" y="1699578"/>
                  </a:lnTo>
                  <a:lnTo>
                    <a:pt x="349676" y="1696839"/>
                  </a:lnTo>
                  <a:lnTo>
                    <a:pt x="350521" y="1679260"/>
                  </a:lnTo>
                  <a:lnTo>
                    <a:pt x="351366" y="1695332"/>
                  </a:lnTo>
                  <a:lnTo>
                    <a:pt x="352211" y="1670555"/>
                  </a:lnTo>
                  <a:lnTo>
                    <a:pt x="353056" y="1565525"/>
                  </a:lnTo>
                  <a:lnTo>
                    <a:pt x="353901" y="1515203"/>
                  </a:lnTo>
                  <a:lnTo>
                    <a:pt x="354747" y="1486532"/>
                  </a:lnTo>
                  <a:lnTo>
                    <a:pt x="355592" y="1451276"/>
                  </a:lnTo>
                  <a:lnTo>
                    <a:pt x="356437" y="1396021"/>
                  </a:lnTo>
                  <a:lnTo>
                    <a:pt x="357282" y="1396289"/>
                  </a:lnTo>
                  <a:lnTo>
                    <a:pt x="358127" y="1438969"/>
                  </a:lnTo>
                  <a:lnTo>
                    <a:pt x="358972" y="1422447"/>
                  </a:lnTo>
                  <a:lnTo>
                    <a:pt x="359817" y="1430276"/>
                  </a:lnTo>
                  <a:lnTo>
                    <a:pt x="360662" y="1497993"/>
                  </a:lnTo>
                  <a:lnTo>
                    <a:pt x="361507" y="1607544"/>
                  </a:lnTo>
                  <a:lnTo>
                    <a:pt x="362352" y="1679334"/>
                  </a:lnTo>
                  <a:lnTo>
                    <a:pt x="363197" y="1724598"/>
                  </a:lnTo>
                  <a:lnTo>
                    <a:pt x="364043" y="1776869"/>
                  </a:lnTo>
                  <a:lnTo>
                    <a:pt x="364888" y="1838053"/>
                  </a:lnTo>
                  <a:lnTo>
                    <a:pt x="365733" y="1813620"/>
                  </a:lnTo>
                  <a:lnTo>
                    <a:pt x="366578" y="1765361"/>
                  </a:lnTo>
                  <a:lnTo>
                    <a:pt x="367423" y="1774552"/>
                  </a:lnTo>
                  <a:lnTo>
                    <a:pt x="368268" y="1789275"/>
                  </a:lnTo>
                  <a:lnTo>
                    <a:pt x="369113" y="1765425"/>
                  </a:lnTo>
                  <a:lnTo>
                    <a:pt x="369958" y="1732963"/>
                  </a:lnTo>
                  <a:lnTo>
                    <a:pt x="370803" y="1755907"/>
                  </a:lnTo>
                  <a:lnTo>
                    <a:pt x="371648" y="1797219"/>
                  </a:lnTo>
                  <a:lnTo>
                    <a:pt x="372493" y="1794089"/>
                  </a:lnTo>
                  <a:lnTo>
                    <a:pt x="373339" y="1799478"/>
                  </a:lnTo>
                  <a:lnTo>
                    <a:pt x="374184" y="1830203"/>
                  </a:lnTo>
                  <a:lnTo>
                    <a:pt x="375029" y="1857236"/>
                  </a:lnTo>
                  <a:lnTo>
                    <a:pt x="375874" y="1825282"/>
                  </a:lnTo>
                  <a:lnTo>
                    <a:pt x="376719" y="1807538"/>
                  </a:lnTo>
                  <a:lnTo>
                    <a:pt x="377564" y="1806263"/>
                  </a:lnTo>
                  <a:lnTo>
                    <a:pt x="378409" y="1796472"/>
                  </a:lnTo>
                  <a:lnTo>
                    <a:pt x="379254" y="1848139"/>
                  </a:lnTo>
                  <a:lnTo>
                    <a:pt x="380099" y="1861914"/>
                  </a:lnTo>
                  <a:lnTo>
                    <a:pt x="380944" y="1866570"/>
                  </a:lnTo>
                  <a:lnTo>
                    <a:pt x="381789" y="1855495"/>
                  </a:lnTo>
                  <a:lnTo>
                    <a:pt x="382635" y="1803595"/>
                  </a:lnTo>
                  <a:lnTo>
                    <a:pt x="383480" y="1749095"/>
                  </a:lnTo>
                  <a:lnTo>
                    <a:pt x="384325" y="1693454"/>
                  </a:lnTo>
                  <a:lnTo>
                    <a:pt x="385170" y="1682020"/>
                  </a:lnTo>
                  <a:lnTo>
                    <a:pt x="386015" y="1692696"/>
                  </a:lnTo>
                  <a:lnTo>
                    <a:pt x="386860" y="1717871"/>
                  </a:lnTo>
                  <a:lnTo>
                    <a:pt x="387705" y="1743051"/>
                  </a:lnTo>
                  <a:lnTo>
                    <a:pt x="388550" y="1746445"/>
                  </a:lnTo>
                  <a:lnTo>
                    <a:pt x="389395" y="1753976"/>
                  </a:lnTo>
                  <a:lnTo>
                    <a:pt x="390240" y="1750276"/>
                  </a:lnTo>
                  <a:lnTo>
                    <a:pt x="391085" y="1738016"/>
                  </a:lnTo>
                  <a:lnTo>
                    <a:pt x="391931" y="1748545"/>
                  </a:lnTo>
                  <a:lnTo>
                    <a:pt x="392776" y="1821121"/>
                  </a:lnTo>
                  <a:lnTo>
                    <a:pt x="393621" y="1884329"/>
                  </a:lnTo>
                  <a:lnTo>
                    <a:pt x="394466" y="1835629"/>
                  </a:lnTo>
                  <a:lnTo>
                    <a:pt x="395311" y="1740244"/>
                  </a:lnTo>
                  <a:lnTo>
                    <a:pt x="396156" y="1655396"/>
                  </a:lnTo>
                  <a:lnTo>
                    <a:pt x="397001" y="1556816"/>
                  </a:lnTo>
                  <a:lnTo>
                    <a:pt x="397846" y="1512884"/>
                  </a:lnTo>
                  <a:lnTo>
                    <a:pt x="398691" y="1497053"/>
                  </a:lnTo>
                  <a:lnTo>
                    <a:pt x="399536" y="1494356"/>
                  </a:lnTo>
                  <a:lnTo>
                    <a:pt x="400381" y="1480041"/>
                  </a:lnTo>
                  <a:lnTo>
                    <a:pt x="401227" y="1494220"/>
                  </a:lnTo>
                  <a:lnTo>
                    <a:pt x="402072" y="1533728"/>
                  </a:lnTo>
                  <a:lnTo>
                    <a:pt x="402917" y="1468421"/>
                  </a:lnTo>
                  <a:lnTo>
                    <a:pt x="403762" y="1420178"/>
                  </a:lnTo>
                  <a:lnTo>
                    <a:pt x="404607" y="1477493"/>
                  </a:lnTo>
                  <a:lnTo>
                    <a:pt x="405452" y="1599287"/>
                  </a:lnTo>
                  <a:lnTo>
                    <a:pt x="406297" y="1733022"/>
                  </a:lnTo>
                  <a:lnTo>
                    <a:pt x="407142" y="1806972"/>
                  </a:lnTo>
                  <a:lnTo>
                    <a:pt x="407987" y="1914385"/>
                  </a:lnTo>
                  <a:lnTo>
                    <a:pt x="408832" y="2021588"/>
                  </a:lnTo>
                  <a:lnTo>
                    <a:pt x="409678" y="2067302"/>
                  </a:lnTo>
                  <a:lnTo>
                    <a:pt x="410523" y="2091404"/>
                  </a:lnTo>
                  <a:lnTo>
                    <a:pt x="410741" y="209757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262585" y="1454875"/>
              <a:ext cx="142113" cy="718000"/>
            </a:xfrm>
            <a:custGeom>
              <a:avLst/>
              <a:pathLst>
                <a:path w="142113" h="718000">
                  <a:moveTo>
                    <a:pt x="0" y="718000"/>
                  </a:moveTo>
                  <a:lnTo>
                    <a:pt x="782" y="675488"/>
                  </a:lnTo>
                  <a:lnTo>
                    <a:pt x="1627" y="624563"/>
                  </a:lnTo>
                  <a:lnTo>
                    <a:pt x="2472" y="598571"/>
                  </a:lnTo>
                  <a:lnTo>
                    <a:pt x="3317" y="580930"/>
                  </a:lnTo>
                  <a:lnTo>
                    <a:pt x="4162" y="574572"/>
                  </a:lnTo>
                  <a:lnTo>
                    <a:pt x="5007" y="576846"/>
                  </a:lnTo>
                  <a:lnTo>
                    <a:pt x="5852" y="552249"/>
                  </a:lnTo>
                  <a:lnTo>
                    <a:pt x="6697" y="504096"/>
                  </a:lnTo>
                  <a:lnTo>
                    <a:pt x="7542" y="409276"/>
                  </a:lnTo>
                  <a:lnTo>
                    <a:pt x="8388" y="315266"/>
                  </a:lnTo>
                  <a:lnTo>
                    <a:pt x="9233" y="243327"/>
                  </a:lnTo>
                  <a:lnTo>
                    <a:pt x="10078" y="190037"/>
                  </a:lnTo>
                  <a:lnTo>
                    <a:pt x="10923" y="246642"/>
                  </a:lnTo>
                  <a:lnTo>
                    <a:pt x="11768" y="309416"/>
                  </a:lnTo>
                  <a:lnTo>
                    <a:pt x="12613" y="369299"/>
                  </a:lnTo>
                  <a:lnTo>
                    <a:pt x="13458" y="498382"/>
                  </a:lnTo>
                  <a:lnTo>
                    <a:pt x="14303" y="599216"/>
                  </a:lnTo>
                  <a:lnTo>
                    <a:pt x="15148" y="603157"/>
                  </a:lnTo>
                  <a:lnTo>
                    <a:pt x="15993" y="496913"/>
                  </a:lnTo>
                  <a:lnTo>
                    <a:pt x="16838" y="389520"/>
                  </a:lnTo>
                  <a:lnTo>
                    <a:pt x="17684" y="339725"/>
                  </a:lnTo>
                  <a:lnTo>
                    <a:pt x="18529" y="262195"/>
                  </a:lnTo>
                  <a:lnTo>
                    <a:pt x="19374" y="188809"/>
                  </a:lnTo>
                  <a:lnTo>
                    <a:pt x="20219" y="259031"/>
                  </a:lnTo>
                  <a:lnTo>
                    <a:pt x="21064" y="405267"/>
                  </a:lnTo>
                  <a:lnTo>
                    <a:pt x="21909" y="545253"/>
                  </a:lnTo>
                  <a:lnTo>
                    <a:pt x="22754" y="627593"/>
                  </a:lnTo>
                  <a:lnTo>
                    <a:pt x="23599" y="682743"/>
                  </a:lnTo>
                  <a:lnTo>
                    <a:pt x="24444" y="705339"/>
                  </a:lnTo>
                  <a:lnTo>
                    <a:pt x="25289" y="633699"/>
                  </a:lnTo>
                  <a:lnTo>
                    <a:pt x="26134" y="496262"/>
                  </a:lnTo>
                  <a:lnTo>
                    <a:pt x="26980" y="410469"/>
                  </a:lnTo>
                  <a:lnTo>
                    <a:pt x="27825" y="353065"/>
                  </a:lnTo>
                  <a:lnTo>
                    <a:pt x="28670" y="273200"/>
                  </a:lnTo>
                  <a:lnTo>
                    <a:pt x="29515" y="215357"/>
                  </a:lnTo>
                  <a:lnTo>
                    <a:pt x="30360" y="223461"/>
                  </a:lnTo>
                  <a:lnTo>
                    <a:pt x="31205" y="229690"/>
                  </a:lnTo>
                  <a:lnTo>
                    <a:pt x="32050" y="166863"/>
                  </a:lnTo>
                  <a:lnTo>
                    <a:pt x="32895" y="127997"/>
                  </a:lnTo>
                  <a:lnTo>
                    <a:pt x="33740" y="124729"/>
                  </a:lnTo>
                  <a:lnTo>
                    <a:pt x="34585" y="119396"/>
                  </a:lnTo>
                  <a:lnTo>
                    <a:pt x="35430" y="93963"/>
                  </a:lnTo>
                  <a:lnTo>
                    <a:pt x="36276" y="117707"/>
                  </a:lnTo>
                  <a:lnTo>
                    <a:pt x="37121" y="155723"/>
                  </a:lnTo>
                  <a:lnTo>
                    <a:pt x="37966" y="137622"/>
                  </a:lnTo>
                  <a:lnTo>
                    <a:pt x="38811" y="123052"/>
                  </a:lnTo>
                  <a:lnTo>
                    <a:pt x="39656" y="117416"/>
                  </a:lnTo>
                  <a:lnTo>
                    <a:pt x="40501" y="105551"/>
                  </a:lnTo>
                  <a:lnTo>
                    <a:pt x="41346" y="117180"/>
                  </a:lnTo>
                  <a:lnTo>
                    <a:pt x="42191" y="137922"/>
                  </a:lnTo>
                  <a:lnTo>
                    <a:pt x="43036" y="201434"/>
                  </a:lnTo>
                  <a:lnTo>
                    <a:pt x="43881" y="245311"/>
                  </a:lnTo>
                  <a:lnTo>
                    <a:pt x="44727" y="264367"/>
                  </a:lnTo>
                  <a:lnTo>
                    <a:pt x="45572" y="248042"/>
                  </a:lnTo>
                  <a:lnTo>
                    <a:pt x="46417" y="218483"/>
                  </a:lnTo>
                  <a:lnTo>
                    <a:pt x="47262" y="168371"/>
                  </a:lnTo>
                  <a:lnTo>
                    <a:pt x="48107" y="127652"/>
                  </a:lnTo>
                  <a:lnTo>
                    <a:pt x="48952" y="77950"/>
                  </a:lnTo>
                  <a:lnTo>
                    <a:pt x="49797" y="58621"/>
                  </a:lnTo>
                  <a:lnTo>
                    <a:pt x="50642" y="141850"/>
                  </a:lnTo>
                  <a:lnTo>
                    <a:pt x="51487" y="213970"/>
                  </a:lnTo>
                  <a:lnTo>
                    <a:pt x="52332" y="279620"/>
                  </a:lnTo>
                  <a:lnTo>
                    <a:pt x="53177" y="322637"/>
                  </a:lnTo>
                  <a:lnTo>
                    <a:pt x="54023" y="394272"/>
                  </a:lnTo>
                  <a:lnTo>
                    <a:pt x="54868" y="464809"/>
                  </a:lnTo>
                  <a:lnTo>
                    <a:pt x="55713" y="468759"/>
                  </a:lnTo>
                  <a:lnTo>
                    <a:pt x="56558" y="443127"/>
                  </a:lnTo>
                  <a:lnTo>
                    <a:pt x="57403" y="452318"/>
                  </a:lnTo>
                  <a:lnTo>
                    <a:pt x="58248" y="459887"/>
                  </a:lnTo>
                  <a:lnTo>
                    <a:pt x="59093" y="462488"/>
                  </a:lnTo>
                  <a:lnTo>
                    <a:pt x="59938" y="428498"/>
                  </a:lnTo>
                  <a:lnTo>
                    <a:pt x="60783" y="387033"/>
                  </a:lnTo>
                  <a:lnTo>
                    <a:pt x="61628" y="358318"/>
                  </a:lnTo>
                  <a:lnTo>
                    <a:pt x="62473" y="302109"/>
                  </a:lnTo>
                  <a:lnTo>
                    <a:pt x="63319" y="254987"/>
                  </a:lnTo>
                  <a:lnTo>
                    <a:pt x="64164" y="236145"/>
                  </a:lnTo>
                  <a:lnTo>
                    <a:pt x="65009" y="270189"/>
                  </a:lnTo>
                  <a:lnTo>
                    <a:pt x="65854" y="323957"/>
                  </a:lnTo>
                  <a:lnTo>
                    <a:pt x="66699" y="359435"/>
                  </a:lnTo>
                  <a:lnTo>
                    <a:pt x="67544" y="370176"/>
                  </a:lnTo>
                  <a:lnTo>
                    <a:pt x="68389" y="391361"/>
                  </a:lnTo>
                  <a:lnTo>
                    <a:pt x="69234" y="380094"/>
                  </a:lnTo>
                  <a:lnTo>
                    <a:pt x="70079" y="352067"/>
                  </a:lnTo>
                  <a:lnTo>
                    <a:pt x="70924" y="302183"/>
                  </a:lnTo>
                  <a:lnTo>
                    <a:pt x="71769" y="264502"/>
                  </a:lnTo>
                  <a:lnTo>
                    <a:pt x="72615" y="290739"/>
                  </a:lnTo>
                  <a:lnTo>
                    <a:pt x="73460" y="292265"/>
                  </a:lnTo>
                  <a:lnTo>
                    <a:pt x="74305" y="255996"/>
                  </a:lnTo>
                  <a:lnTo>
                    <a:pt x="75150" y="190141"/>
                  </a:lnTo>
                  <a:lnTo>
                    <a:pt x="75995" y="128027"/>
                  </a:lnTo>
                  <a:lnTo>
                    <a:pt x="76840" y="110404"/>
                  </a:lnTo>
                  <a:lnTo>
                    <a:pt x="77685" y="62449"/>
                  </a:lnTo>
                  <a:lnTo>
                    <a:pt x="78530" y="0"/>
                  </a:lnTo>
                  <a:lnTo>
                    <a:pt x="79375" y="16332"/>
                  </a:lnTo>
                  <a:lnTo>
                    <a:pt x="80220" y="103133"/>
                  </a:lnTo>
                  <a:lnTo>
                    <a:pt x="81065" y="164769"/>
                  </a:lnTo>
                  <a:lnTo>
                    <a:pt x="81911" y="188721"/>
                  </a:lnTo>
                  <a:lnTo>
                    <a:pt x="82756" y="207152"/>
                  </a:lnTo>
                  <a:lnTo>
                    <a:pt x="83601" y="248737"/>
                  </a:lnTo>
                  <a:lnTo>
                    <a:pt x="84446" y="310343"/>
                  </a:lnTo>
                  <a:lnTo>
                    <a:pt x="85291" y="308128"/>
                  </a:lnTo>
                  <a:lnTo>
                    <a:pt x="86136" y="275400"/>
                  </a:lnTo>
                  <a:lnTo>
                    <a:pt x="86981" y="218747"/>
                  </a:lnTo>
                  <a:lnTo>
                    <a:pt x="87826" y="222531"/>
                  </a:lnTo>
                  <a:lnTo>
                    <a:pt x="88671" y="240105"/>
                  </a:lnTo>
                  <a:lnTo>
                    <a:pt x="89516" y="204268"/>
                  </a:lnTo>
                  <a:lnTo>
                    <a:pt x="90361" y="183759"/>
                  </a:lnTo>
                  <a:lnTo>
                    <a:pt x="91207" y="248868"/>
                  </a:lnTo>
                  <a:lnTo>
                    <a:pt x="92052" y="355791"/>
                  </a:lnTo>
                  <a:lnTo>
                    <a:pt x="92897" y="415704"/>
                  </a:lnTo>
                  <a:lnTo>
                    <a:pt x="93742" y="436344"/>
                  </a:lnTo>
                  <a:lnTo>
                    <a:pt x="94587" y="485108"/>
                  </a:lnTo>
                  <a:lnTo>
                    <a:pt x="95432" y="545010"/>
                  </a:lnTo>
                  <a:lnTo>
                    <a:pt x="96277" y="578809"/>
                  </a:lnTo>
                  <a:lnTo>
                    <a:pt x="97122" y="603934"/>
                  </a:lnTo>
                  <a:lnTo>
                    <a:pt x="97967" y="605457"/>
                  </a:lnTo>
                  <a:lnTo>
                    <a:pt x="98812" y="601497"/>
                  </a:lnTo>
                  <a:lnTo>
                    <a:pt x="99657" y="498060"/>
                  </a:lnTo>
                  <a:lnTo>
                    <a:pt x="100503" y="396738"/>
                  </a:lnTo>
                  <a:lnTo>
                    <a:pt x="101348" y="303763"/>
                  </a:lnTo>
                  <a:lnTo>
                    <a:pt x="102193" y="205904"/>
                  </a:lnTo>
                  <a:lnTo>
                    <a:pt x="103038" y="134369"/>
                  </a:lnTo>
                  <a:lnTo>
                    <a:pt x="103883" y="92098"/>
                  </a:lnTo>
                  <a:lnTo>
                    <a:pt x="104728" y="97330"/>
                  </a:lnTo>
                  <a:lnTo>
                    <a:pt x="105573" y="59978"/>
                  </a:lnTo>
                  <a:lnTo>
                    <a:pt x="106418" y="64579"/>
                  </a:lnTo>
                  <a:lnTo>
                    <a:pt x="107263" y="84496"/>
                  </a:lnTo>
                  <a:lnTo>
                    <a:pt x="108108" y="83356"/>
                  </a:lnTo>
                  <a:lnTo>
                    <a:pt x="108954" y="105356"/>
                  </a:lnTo>
                  <a:lnTo>
                    <a:pt x="109799" y="189215"/>
                  </a:lnTo>
                  <a:lnTo>
                    <a:pt x="110644" y="266028"/>
                  </a:lnTo>
                  <a:lnTo>
                    <a:pt x="111489" y="283091"/>
                  </a:lnTo>
                  <a:lnTo>
                    <a:pt x="112334" y="331414"/>
                  </a:lnTo>
                  <a:lnTo>
                    <a:pt x="113179" y="356916"/>
                  </a:lnTo>
                  <a:lnTo>
                    <a:pt x="114024" y="322210"/>
                  </a:lnTo>
                  <a:lnTo>
                    <a:pt x="114869" y="269523"/>
                  </a:lnTo>
                  <a:lnTo>
                    <a:pt x="115714" y="242075"/>
                  </a:lnTo>
                  <a:lnTo>
                    <a:pt x="116559" y="231263"/>
                  </a:lnTo>
                  <a:lnTo>
                    <a:pt x="117404" y="223524"/>
                  </a:lnTo>
                  <a:lnTo>
                    <a:pt x="118250" y="250659"/>
                  </a:lnTo>
                  <a:lnTo>
                    <a:pt x="119095" y="343739"/>
                  </a:lnTo>
                  <a:lnTo>
                    <a:pt x="119940" y="433306"/>
                  </a:lnTo>
                  <a:lnTo>
                    <a:pt x="120785" y="541608"/>
                  </a:lnTo>
                  <a:lnTo>
                    <a:pt x="121630" y="618560"/>
                  </a:lnTo>
                  <a:lnTo>
                    <a:pt x="122475" y="592573"/>
                  </a:lnTo>
                  <a:lnTo>
                    <a:pt x="123320" y="588272"/>
                  </a:lnTo>
                  <a:lnTo>
                    <a:pt x="124165" y="583122"/>
                  </a:lnTo>
                  <a:lnTo>
                    <a:pt x="125010" y="536662"/>
                  </a:lnTo>
                  <a:lnTo>
                    <a:pt x="125855" y="459478"/>
                  </a:lnTo>
                  <a:lnTo>
                    <a:pt x="126700" y="384170"/>
                  </a:lnTo>
                  <a:lnTo>
                    <a:pt x="127546" y="373256"/>
                  </a:lnTo>
                  <a:lnTo>
                    <a:pt x="128391" y="351317"/>
                  </a:lnTo>
                  <a:lnTo>
                    <a:pt x="129236" y="364693"/>
                  </a:lnTo>
                  <a:lnTo>
                    <a:pt x="130081" y="400993"/>
                  </a:lnTo>
                  <a:lnTo>
                    <a:pt x="130926" y="493004"/>
                  </a:lnTo>
                  <a:lnTo>
                    <a:pt x="131771" y="555462"/>
                  </a:lnTo>
                  <a:lnTo>
                    <a:pt x="132616" y="596518"/>
                  </a:lnTo>
                  <a:lnTo>
                    <a:pt x="133461" y="604272"/>
                  </a:lnTo>
                  <a:lnTo>
                    <a:pt x="134306" y="531665"/>
                  </a:lnTo>
                  <a:lnTo>
                    <a:pt x="135151" y="503718"/>
                  </a:lnTo>
                  <a:lnTo>
                    <a:pt x="135996" y="422560"/>
                  </a:lnTo>
                  <a:lnTo>
                    <a:pt x="136842" y="373135"/>
                  </a:lnTo>
                  <a:lnTo>
                    <a:pt x="137687" y="355137"/>
                  </a:lnTo>
                  <a:lnTo>
                    <a:pt x="138532" y="405915"/>
                  </a:lnTo>
                  <a:lnTo>
                    <a:pt x="139377" y="529163"/>
                  </a:lnTo>
                  <a:lnTo>
                    <a:pt x="140222" y="599111"/>
                  </a:lnTo>
                  <a:lnTo>
                    <a:pt x="141067" y="638380"/>
                  </a:lnTo>
                  <a:lnTo>
                    <a:pt x="141912" y="704783"/>
                  </a:lnTo>
                  <a:lnTo>
                    <a:pt x="142113" y="71800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407188" y="1964224"/>
              <a:ext cx="12974" cy="208651"/>
            </a:xfrm>
            <a:custGeom>
              <a:avLst/>
              <a:pathLst>
                <a:path w="12974" h="208651">
                  <a:moveTo>
                    <a:pt x="0" y="208651"/>
                  </a:moveTo>
                  <a:lnTo>
                    <a:pt x="689" y="130903"/>
                  </a:lnTo>
                  <a:lnTo>
                    <a:pt x="1534" y="104902"/>
                  </a:lnTo>
                  <a:lnTo>
                    <a:pt x="2380" y="128476"/>
                  </a:lnTo>
                  <a:lnTo>
                    <a:pt x="3225" y="161900"/>
                  </a:lnTo>
                  <a:lnTo>
                    <a:pt x="4070" y="194371"/>
                  </a:lnTo>
                  <a:lnTo>
                    <a:pt x="4915" y="194031"/>
                  </a:lnTo>
                  <a:lnTo>
                    <a:pt x="5760" y="204924"/>
                  </a:lnTo>
                  <a:lnTo>
                    <a:pt x="6605" y="208384"/>
                  </a:lnTo>
                  <a:lnTo>
                    <a:pt x="7450" y="162541"/>
                  </a:lnTo>
                  <a:lnTo>
                    <a:pt x="8295" y="76743"/>
                  </a:lnTo>
                  <a:lnTo>
                    <a:pt x="9140" y="0"/>
                  </a:lnTo>
                  <a:lnTo>
                    <a:pt x="9985" y="20465"/>
                  </a:lnTo>
                  <a:lnTo>
                    <a:pt x="10830" y="66818"/>
                  </a:lnTo>
                  <a:lnTo>
                    <a:pt x="11676" y="116913"/>
                  </a:lnTo>
                  <a:lnTo>
                    <a:pt x="12521" y="175199"/>
                  </a:lnTo>
                  <a:lnTo>
                    <a:pt x="12974" y="20865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6120" y="2064739"/>
              <a:ext cx="6570" cy="108136"/>
            </a:xfrm>
            <a:custGeom>
              <a:avLst/>
              <a:pathLst>
                <a:path w="6570" h="108136">
                  <a:moveTo>
                    <a:pt x="0" y="108136"/>
                  </a:moveTo>
                  <a:lnTo>
                    <a:pt x="349" y="94063"/>
                  </a:lnTo>
                  <a:lnTo>
                    <a:pt x="1195" y="44800"/>
                  </a:lnTo>
                  <a:lnTo>
                    <a:pt x="2040" y="24177"/>
                  </a:lnTo>
                  <a:lnTo>
                    <a:pt x="2885" y="2511"/>
                  </a:lnTo>
                  <a:lnTo>
                    <a:pt x="3730" y="0"/>
                  </a:lnTo>
                  <a:lnTo>
                    <a:pt x="4575" y="11780"/>
                  </a:lnTo>
                  <a:lnTo>
                    <a:pt x="5420" y="25746"/>
                  </a:lnTo>
                  <a:lnTo>
                    <a:pt x="6265" y="72289"/>
                  </a:lnTo>
                  <a:lnTo>
                    <a:pt x="6570" y="10813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41413" y="2038434"/>
              <a:ext cx="6218" cy="134441"/>
            </a:xfrm>
            <a:custGeom>
              <a:avLst/>
              <a:pathLst>
                <a:path w="6218" h="134441">
                  <a:moveTo>
                    <a:pt x="0" y="134441"/>
                  </a:moveTo>
                  <a:lnTo>
                    <a:pt x="268" y="112157"/>
                  </a:lnTo>
                  <a:lnTo>
                    <a:pt x="1113" y="56932"/>
                  </a:lnTo>
                  <a:lnTo>
                    <a:pt x="1958" y="19036"/>
                  </a:lnTo>
                  <a:lnTo>
                    <a:pt x="2803" y="10060"/>
                  </a:lnTo>
                  <a:lnTo>
                    <a:pt x="3648" y="0"/>
                  </a:lnTo>
                  <a:lnTo>
                    <a:pt x="4494" y="16898"/>
                  </a:lnTo>
                  <a:lnTo>
                    <a:pt x="5339" y="61274"/>
                  </a:lnTo>
                  <a:lnTo>
                    <a:pt x="6184" y="131846"/>
                  </a:lnTo>
                  <a:lnTo>
                    <a:pt x="6218" y="13444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54011" y="1991349"/>
              <a:ext cx="7751" cy="181526"/>
            </a:xfrm>
            <a:custGeom>
              <a:avLst/>
              <a:pathLst>
                <a:path w="7751" h="181526">
                  <a:moveTo>
                    <a:pt x="0" y="181526"/>
                  </a:moveTo>
                  <a:lnTo>
                    <a:pt x="346" y="123136"/>
                  </a:lnTo>
                  <a:lnTo>
                    <a:pt x="1191" y="22649"/>
                  </a:lnTo>
                  <a:lnTo>
                    <a:pt x="2036" y="11295"/>
                  </a:lnTo>
                  <a:lnTo>
                    <a:pt x="2882" y="1341"/>
                  </a:lnTo>
                  <a:lnTo>
                    <a:pt x="3727" y="0"/>
                  </a:lnTo>
                  <a:lnTo>
                    <a:pt x="4572" y="46576"/>
                  </a:lnTo>
                  <a:lnTo>
                    <a:pt x="5417" y="95290"/>
                  </a:lnTo>
                  <a:lnTo>
                    <a:pt x="6262" y="117164"/>
                  </a:lnTo>
                  <a:lnTo>
                    <a:pt x="7107" y="142397"/>
                  </a:lnTo>
                  <a:lnTo>
                    <a:pt x="7751" y="18152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62564" y="2163029"/>
              <a:ext cx="1232" cy="9846"/>
            </a:xfrm>
            <a:custGeom>
              <a:avLst/>
              <a:pathLst>
                <a:path w="1232" h="9846">
                  <a:moveTo>
                    <a:pt x="0" y="9846"/>
                  </a:moveTo>
                  <a:lnTo>
                    <a:pt x="244" y="4867"/>
                  </a:lnTo>
                  <a:lnTo>
                    <a:pt x="1089" y="0"/>
                  </a:lnTo>
                  <a:lnTo>
                    <a:pt x="1232" y="984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82710" y="2099094"/>
              <a:ext cx="8552" cy="73781"/>
            </a:xfrm>
            <a:custGeom>
              <a:avLst/>
              <a:pathLst>
                <a:path w="8552" h="73781">
                  <a:moveTo>
                    <a:pt x="0" y="73781"/>
                  </a:moveTo>
                  <a:lnTo>
                    <a:pt x="380" y="58454"/>
                  </a:lnTo>
                  <a:lnTo>
                    <a:pt x="1225" y="49959"/>
                  </a:lnTo>
                  <a:lnTo>
                    <a:pt x="2070" y="42932"/>
                  </a:lnTo>
                  <a:lnTo>
                    <a:pt x="2916" y="11650"/>
                  </a:lnTo>
                  <a:lnTo>
                    <a:pt x="3761" y="0"/>
                  </a:lnTo>
                  <a:lnTo>
                    <a:pt x="4606" y="33713"/>
                  </a:lnTo>
                  <a:lnTo>
                    <a:pt x="5451" y="46110"/>
                  </a:lnTo>
                  <a:lnTo>
                    <a:pt x="6296" y="15608"/>
                  </a:lnTo>
                  <a:lnTo>
                    <a:pt x="7141" y="4577"/>
                  </a:lnTo>
                  <a:lnTo>
                    <a:pt x="7986" y="47729"/>
                  </a:lnTo>
                  <a:lnTo>
                    <a:pt x="8552" y="7378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98341" y="1934273"/>
              <a:ext cx="12537" cy="238602"/>
            </a:xfrm>
            <a:custGeom>
              <a:avLst/>
              <a:pathLst>
                <a:path w="12537" h="238602">
                  <a:moveTo>
                    <a:pt x="0" y="238602"/>
                  </a:moveTo>
                  <a:lnTo>
                    <a:pt x="806" y="207166"/>
                  </a:lnTo>
                  <a:lnTo>
                    <a:pt x="1651" y="167988"/>
                  </a:lnTo>
                  <a:lnTo>
                    <a:pt x="2496" y="164032"/>
                  </a:lnTo>
                  <a:lnTo>
                    <a:pt x="3341" y="155060"/>
                  </a:lnTo>
                  <a:lnTo>
                    <a:pt x="4187" y="169567"/>
                  </a:lnTo>
                  <a:lnTo>
                    <a:pt x="5032" y="127524"/>
                  </a:lnTo>
                  <a:lnTo>
                    <a:pt x="5877" y="57290"/>
                  </a:lnTo>
                  <a:lnTo>
                    <a:pt x="6722" y="52632"/>
                  </a:lnTo>
                  <a:lnTo>
                    <a:pt x="7567" y="42465"/>
                  </a:lnTo>
                  <a:lnTo>
                    <a:pt x="8412" y="28235"/>
                  </a:lnTo>
                  <a:lnTo>
                    <a:pt x="9257" y="0"/>
                  </a:lnTo>
                  <a:lnTo>
                    <a:pt x="10102" y="28350"/>
                  </a:lnTo>
                  <a:lnTo>
                    <a:pt x="10947" y="132571"/>
                  </a:lnTo>
                  <a:lnTo>
                    <a:pt x="11792" y="197061"/>
                  </a:lnTo>
                  <a:lnTo>
                    <a:pt x="12537" y="23860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514709" y="2090515"/>
              <a:ext cx="5733" cy="82360"/>
            </a:xfrm>
            <a:custGeom>
              <a:avLst/>
              <a:pathLst>
                <a:path w="5733" h="82360">
                  <a:moveTo>
                    <a:pt x="0" y="82360"/>
                  </a:moveTo>
                  <a:lnTo>
                    <a:pt x="495" y="64565"/>
                  </a:lnTo>
                  <a:lnTo>
                    <a:pt x="1340" y="26936"/>
                  </a:lnTo>
                  <a:lnTo>
                    <a:pt x="2185" y="0"/>
                  </a:lnTo>
                  <a:lnTo>
                    <a:pt x="3030" y="18538"/>
                  </a:lnTo>
                  <a:lnTo>
                    <a:pt x="3875" y="27005"/>
                  </a:lnTo>
                  <a:lnTo>
                    <a:pt x="4720" y="40449"/>
                  </a:lnTo>
                  <a:lnTo>
                    <a:pt x="5565" y="75969"/>
                  </a:lnTo>
                  <a:lnTo>
                    <a:pt x="5733" y="823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38475" y="1913641"/>
              <a:ext cx="12079" cy="259234"/>
            </a:xfrm>
            <a:custGeom>
              <a:avLst/>
              <a:pathLst>
                <a:path w="12079" h="259234">
                  <a:moveTo>
                    <a:pt x="0" y="259234"/>
                  </a:moveTo>
                  <a:lnTo>
                    <a:pt x="391" y="219967"/>
                  </a:lnTo>
                  <a:lnTo>
                    <a:pt x="1236" y="165890"/>
                  </a:lnTo>
                  <a:lnTo>
                    <a:pt x="2081" y="156661"/>
                  </a:lnTo>
                  <a:lnTo>
                    <a:pt x="2926" y="142589"/>
                  </a:lnTo>
                  <a:lnTo>
                    <a:pt x="3772" y="74397"/>
                  </a:lnTo>
                  <a:lnTo>
                    <a:pt x="4617" y="43761"/>
                  </a:lnTo>
                  <a:lnTo>
                    <a:pt x="5462" y="37225"/>
                  </a:lnTo>
                  <a:lnTo>
                    <a:pt x="6307" y="8044"/>
                  </a:lnTo>
                  <a:lnTo>
                    <a:pt x="7152" y="0"/>
                  </a:lnTo>
                  <a:lnTo>
                    <a:pt x="7997" y="6472"/>
                  </a:lnTo>
                  <a:lnTo>
                    <a:pt x="8842" y="63977"/>
                  </a:lnTo>
                  <a:lnTo>
                    <a:pt x="9687" y="111327"/>
                  </a:lnTo>
                  <a:lnTo>
                    <a:pt x="10532" y="177230"/>
                  </a:lnTo>
                  <a:lnTo>
                    <a:pt x="11377" y="246026"/>
                  </a:lnTo>
                  <a:lnTo>
                    <a:pt x="12079" y="25923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50760" y="2113581"/>
              <a:ext cx="6014" cy="59294"/>
            </a:xfrm>
            <a:custGeom>
              <a:avLst/>
              <a:pathLst>
                <a:path w="6014" h="59294">
                  <a:moveTo>
                    <a:pt x="0" y="59294"/>
                  </a:moveTo>
                  <a:lnTo>
                    <a:pt x="783" y="25062"/>
                  </a:lnTo>
                  <a:lnTo>
                    <a:pt x="1628" y="19036"/>
                  </a:lnTo>
                  <a:lnTo>
                    <a:pt x="2473" y="24070"/>
                  </a:lnTo>
                  <a:lnTo>
                    <a:pt x="3318" y="8383"/>
                  </a:lnTo>
                  <a:lnTo>
                    <a:pt x="4163" y="0"/>
                  </a:lnTo>
                  <a:lnTo>
                    <a:pt x="5008" y="23533"/>
                  </a:lnTo>
                  <a:lnTo>
                    <a:pt x="5853" y="57112"/>
                  </a:lnTo>
                  <a:lnTo>
                    <a:pt x="6014" y="5929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63604" y="2072828"/>
              <a:ext cx="7456" cy="100047"/>
            </a:xfrm>
            <a:custGeom>
              <a:avLst/>
              <a:pathLst>
                <a:path w="7456" h="100047">
                  <a:moveTo>
                    <a:pt x="0" y="100047"/>
                  </a:moveTo>
                  <a:lnTo>
                    <a:pt x="615" y="73444"/>
                  </a:lnTo>
                  <a:lnTo>
                    <a:pt x="1460" y="47254"/>
                  </a:lnTo>
                  <a:lnTo>
                    <a:pt x="2305" y="24999"/>
                  </a:lnTo>
                  <a:lnTo>
                    <a:pt x="3150" y="0"/>
                  </a:lnTo>
                  <a:lnTo>
                    <a:pt x="3995" y="3598"/>
                  </a:lnTo>
                  <a:lnTo>
                    <a:pt x="4841" y="3068"/>
                  </a:lnTo>
                  <a:lnTo>
                    <a:pt x="5686" y="42030"/>
                  </a:lnTo>
                  <a:lnTo>
                    <a:pt x="6531" y="87133"/>
                  </a:lnTo>
                  <a:lnTo>
                    <a:pt x="7376" y="98282"/>
                  </a:lnTo>
                  <a:lnTo>
                    <a:pt x="7456" y="1000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73902" y="2085593"/>
              <a:ext cx="9061" cy="87282"/>
            </a:xfrm>
            <a:custGeom>
              <a:avLst/>
              <a:pathLst>
                <a:path w="9061" h="87282">
                  <a:moveTo>
                    <a:pt x="0" y="87282"/>
                  </a:moveTo>
                  <a:lnTo>
                    <a:pt x="459" y="62012"/>
                  </a:lnTo>
                  <a:lnTo>
                    <a:pt x="1304" y="7781"/>
                  </a:lnTo>
                  <a:lnTo>
                    <a:pt x="2149" y="0"/>
                  </a:lnTo>
                  <a:lnTo>
                    <a:pt x="2994" y="2126"/>
                  </a:lnTo>
                  <a:lnTo>
                    <a:pt x="3839" y="16019"/>
                  </a:lnTo>
                  <a:lnTo>
                    <a:pt x="4684" y="19056"/>
                  </a:lnTo>
                  <a:lnTo>
                    <a:pt x="5529" y="1488"/>
                  </a:lnTo>
                  <a:lnTo>
                    <a:pt x="6374" y="25807"/>
                  </a:lnTo>
                  <a:lnTo>
                    <a:pt x="7219" y="42891"/>
                  </a:lnTo>
                  <a:lnTo>
                    <a:pt x="8064" y="64209"/>
                  </a:lnTo>
                  <a:lnTo>
                    <a:pt x="8909" y="78781"/>
                  </a:lnTo>
                  <a:lnTo>
                    <a:pt x="9061" y="872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585838" y="2023093"/>
              <a:ext cx="5211" cy="149782"/>
            </a:xfrm>
            <a:custGeom>
              <a:avLst/>
              <a:pathLst>
                <a:path w="5211" h="149782">
                  <a:moveTo>
                    <a:pt x="0" y="149782"/>
                  </a:moveTo>
                  <a:lnTo>
                    <a:pt x="354" y="119362"/>
                  </a:lnTo>
                  <a:lnTo>
                    <a:pt x="1199" y="63299"/>
                  </a:lnTo>
                  <a:lnTo>
                    <a:pt x="2044" y="44046"/>
                  </a:lnTo>
                  <a:lnTo>
                    <a:pt x="2889" y="3239"/>
                  </a:lnTo>
                  <a:lnTo>
                    <a:pt x="3734" y="0"/>
                  </a:lnTo>
                  <a:lnTo>
                    <a:pt x="4579" y="49821"/>
                  </a:lnTo>
                  <a:lnTo>
                    <a:pt x="5211" y="1497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596817" y="2148571"/>
              <a:ext cx="1043" cy="24304"/>
            </a:xfrm>
            <a:custGeom>
              <a:avLst/>
              <a:pathLst>
                <a:path w="1043" h="24304">
                  <a:moveTo>
                    <a:pt x="0" y="24304"/>
                  </a:moveTo>
                  <a:lnTo>
                    <a:pt x="361" y="0"/>
                  </a:lnTo>
                  <a:lnTo>
                    <a:pt x="1043" y="243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617993" y="2098205"/>
              <a:ext cx="4978" cy="74670"/>
            </a:xfrm>
            <a:custGeom>
              <a:avLst/>
              <a:pathLst>
                <a:path w="4978" h="74670">
                  <a:moveTo>
                    <a:pt x="0" y="74670"/>
                  </a:moveTo>
                  <a:lnTo>
                    <a:pt x="312" y="38793"/>
                  </a:lnTo>
                  <a:lnTo>
                    <a:pt x="1157" y="32168"/>
                  </a:lnTo>
                  <a:lnTo>
                    <a:pt x="2002" y="38861"/>
                  </a:lnTo>
                  <a:lnTo>
                    <a:pt x="2847" y="14424"/>
                  </a:lnTo>
                  <a:lnTo>
                    <a:pt x="3692" y="0"/>
                  </a:lnTo>
                  <a:lnTo>
                    <a:pt x="4537" y="41907"/>
                  </a:lnTo>
                  <a:lnTo>
                    <a:pt x="4978" y="7467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624151" y="2063871"/>
              <a:ext cx="5674" cy="109004"/>
            </a:xfrm>
            <a:custGeom>
              <a:avLst/>
              <a:pathLst>
                <a:path w="5674" h="109004">
                  <a:moveTo>
                    <a:pt x="0" y="109004"/>
                  </a:moveTo>
                  <a:lnTo>
                    <a:pt x="70" y="106276"/>
                  </a:lnTo>
                  <a:lnTo>
                    <a:pt x="915" y="59490"/>
                  </a:lnTo>
                  <a:lnTo>
                    <a:pt x="1760" y="30456"/>
                  </a:lnTo>
                  <a:lnTo>
                    <a:pt x="2605" y="8359"/>
                  </a:lnTo>
                  <a:lnTo>
                    <a:pt x="3450" y="0"/>
                  </a:lnTo>
                  <a:lnTo>
                    <a:pt x="4295" y="2145"/>
                  </a:lnTo>
                  <a:lnTo>
                    <a:pt x="5140" y="72574"/>
                  </a:lnTo>
                  <a:lnTo>
                    <a:pt x="5674" y="1090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641931" y="2171758"/>
              <a:ext cx="78" cy="1117"/>
            </a:xfrm>
            <a:custGeom>
              <a:avLst/>
              <a:pathLst>
                <a:path w="78" h="1117">
                  <a:moveTo>
                    <a:pt x="0" y="1117"/>
                  </a:moveTo>
                  <a:lnTo>
                    <a:pt x="37" y="0"/>
                  </a:lnTo>
                  <a:lnTo>
                    <a:pt x="78" y="111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650301" y="2151901"/>
              <a:ext cx="1760" cy="20974"/>
            </a:xfrm>
            <a:custGeom>
              <a:avLst/>
              <a:pathLst>
                <a:path w="1760" h="20974">
                  <a:moveTo>
                    <a:pt x="0" y="20974"/>
                  </a:moveTo>
                  <a:lnTo>
                    <a:pt x="118" y="15279"/>
                  </a:lnTo>
                  <a:lnTo>
                    <a:pt x="963" y="0"/>
                  </a:lnTo>
                  <a:lnTo>
                    <a:pt x="1760" y="2097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656893" y="2049347"/>
              <a:ext cx="10181" cy="123528"/>
            </a:xfrm>
            <a:custGeom>
              <a:avLst/>
              <a:pathLst>
                <a:path w="10181" h="123528">
                  <a:moveTo>
                    <a:pt x="0" y="123528"/>
                  </a:moveTo>
                  <a:lnTo>
                    <a:pt x="286" y="107356"/>
                  </a:lnTo>
                  <a:lnTo>
                    <a:pt x="1131" y="88950"/>
                  </a:lnTo>
                  <a:lnTo>
                    <a:pt x="1976" y="111135"/>
                  </a:lnTo>
                  <a:lnTo>
                    <a:pt x="2822" y="79841"/>
                  </a:lnTo>
                  <a:lnTo>
                    <a:pt x="3667" y="79732"/>
                  </a:lnTo>
                  <a:lnTo>
                    <a:pt x="4512" y="116169"/>
                  </a:lnTo>
                  <a:lnTo>
                    <a:pt x="5357" y="55062"/>
                  </a:lnTo>
                  <a:lnTo>
                    <a:pt x="6202" y="0"/>
                  </a:lnTo>
                  <a:lnTo>
                    <a:pt x="7047" y="2791"/>
                  </a:lnTo>
                  <a:lnTo>
                    <a:pt x="7892" y="21608"/>
                  </a:lnTo>
                  <a:lnTo>
                    <a:pt x="8737" y="6992"/>
                  </a:lnTo>
                  <a:lnTo>
                    <a:pt x="9582" y="15354"/>
                  </a:lnTo>
                  <a:lnTo>
                    <a:pt x="10181" y="12352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681998" y="2073992"/>
              <a:ext cx="9520" cy="98883"/>
            </a:xfrm>
            <a:custGeom>
              <a:avLst/>
              <a:pathLst>
                <a:path w="9520" h="98883">
                  <a:moveTo>
                    <a:pt x="0" y="98883"/>
                  </a:moveTo>
                  <a:lnTo>
                    <a:pt x="534" y="46074"/>
                  </a:lnTo>
                  <a:lnTo>
                    <a:pt x="1379" y="12869"/>
                  </a:lnTo>
                  <a:lnTo>
                    <a:pt x="2224" y="0"/>
                  </a:lnTo>
                  <a:lnTo>
                    <a:pt x="3069" y="48155"/>
                  </a:lnTo>
                  <a:lnTo>
                    <a:pt x="3914" y="51996"/>
                  </a:lnTo>
                  <a:lnTo>
                    <a:pt x="4759" y="18617"/>
                  </a:lnTo>
                  <a:lnTo>
                    <a:pt x="5604" y="42517"/>
                  </a:lnTo>
                  <a:lnTo>
                    <a:pt x="6449" y="80756"/>
                  </a:lnTo>
                  <a:lnTo>
                    <a:pt x="7294" y="71988"/>
                  </a:lnTo>
                  <a:lnTo>
                    <a:pt x="8139" y="33320"/>
                  </a:lnTo>
                  <a:lnTo>
                    <a:pt x="8985" y="68711"/>
                  </a:lnTo>
                  <a:lnTo>
                    <a:pt x="9520" y="9888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716828" y="2025489"/>
              <a:ext cx="7303" cy="147386"/>
            </a:xfrm>
            <a:custGeom>
              <a:avLst/>
              <a:pathLst>
                <a:path w="7303" h="147386">
                  <a:moveTo>
                    <a:pt x="0" y="147386"/>
                  </a:moveTo>
                  <a:lnTo>
                    <a:pt x="352" y="97678"/>
                  </a:lnTo>
                  <a:lnTo>
                    <a:pt x="1197" y="32408"/>
                  </a:lnTo>
                  <a:lnTo>
                    <a:pt x="2043" y="6451"/>
                  </a:lnTo>
                  <a:lnTo>
                    <a:pt x="2888" y="5165"/>
                  </a:lnTo>
                  <a:lnTo>
                    <a:pt x="3733" y="0"/>
                  </a:lnTo>
                  <a:lnTo>
                    <a:pt x="4578" y="46035"/>
                  </a:lnTo>
                  <a:lnTo>
                    <a:pt x="5423" y="88701"/>
                  </a:lnTo>
                  <a:lnTo>
                    <a:pt x="6268" y="115987"/>
                  </a:lnTo>
                  <a:lnTo>
                    <a:pt x="7113" y="145425"/>
                  </a:lnTo>
                  <a:lnTo>
                    <a:pt x="7303" y="1473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731354" y="1912154"/>
              <a:ext cx="9213" cy="260721"/>
            </a:xfrm>
            <a:custGeom>
              <a:avLst/>
              <a:pathLst>
                <a:path w="9213" h="260721">
                  <a:moveTo>
                    <a:pt x="0" y="260721"/>
                  </a:moveTo>
                  <a:lnTo>
                    <a:pt x="194" y="256231"/>
                  </a:lnTo>
                  <a:lnTo>
                    <a:pt x="1039" y="182679"/>
                  </a:lnTo>
                  <a:lnTo>
                    <a:pt x="1884" y="121852"/>
                  </a:lnTo>
                  <a:lnTo>
                    <a:pt x="2729" y="149806"/>
                  </a:lnTo>
                  <a:lnTo>
                    <a:pt x="3574" y="138893"/>
                  </a:lnTo>
                  <a:lnTo>
                    <a:pt x="4419" y="32597"/>
                  </a:lnTo>
                  <a:lnTo>
                    <a:pt x="5264" y="0"/>
                  </a:lnTo>
                  <a:lnTo>
                    <a:pt x="6109" y="76987"/>
                  </a:lnTo>
                  <a:lnTo>
                    <a:pt x="6954" y="148312"/>
                  </a:lnTo>
                  <a:lnTo>
                    <a:pt x="7799" y="139815"/>
                  </a:lnTo>
                  <a:lnTo>
                    <a:pt x="8645" y="186490"/>
                  </a:lnTo>
                  <a:lnTo>
                    <a:pt x="9213" y="26072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752821" y="2053757"/>
              <a:ext cx="4870" cy="119118"/>
            </a:xfrm>
            <a:custGeom>
              <a:avLst/>
              <a:pathLst>
                <a:path w="4870" h="119118">
                  <a:moveTo>
                    <a:pt x="0" y="119118"/>
                  </a:moveTo>
                  <a:lnTo>
                    <a:pt x="698" y="78812"/>
                  </a:lnTo>
                  <a:lnTo>
                    <a:pt x="1544" y="11835"/>
                  </a:lnTo>
                  <a:lnTo>
                    <a:pt x="2389" y="0"/>
                  </a:lnTo>
                  <a:lnTo>
                    <a:pt x="3234" y="46543"/>
                  </a:lnTo>
                  <a:lnTo>
                    <a:pt x="4079" y="99538"/>
                  </a:lnTo>
                  <a:lnTo>
                    <a:pt x="4870" y="11911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757894" y="1998878"/>
              <a:ext cx="9248" cy="173997"/>
            </a:xfrm>
            <a:custGeom>
              <a:avLst/>
              <a:pathLst>
                <a:path w="9248" h="173997">
                  <a:moveTo>
                    <a:pt x="0" y="173997"/>
                  </a:moveTo>
                  <a:lnTo>
                    <a:pt x="696" y="167745"/>
                  </a:lnTo>
                  <a:lnTo>
                    <a:pt x="1541" y="120924"/>
                  </a:lnTo>
                  <a:lnTo>
                    <a:pt x="2386" y="56074"/>
                  </a:lnTo>
                  <a:lnTo>
                    <a:pt x="3231" y="28568"/>
                  </a:lnTo>
                  <a:lnTo>
                    <a:pt x="4076" y="28548"/>
                  </a:lnTo>
                  <a:lnTo>
                    <a:pt x="4921" y="28358"/>
                  </a:lnTo>
                  <a:lnTo>
                    <a:pt x="5766" y="0"/>
                  </a:lnTo>
                  <a:lnTo>
                    <a:pt x="6612" y="34519"/>
                  </a:lnTo>
                  <a:lnTo>
                    <a:pt x="7457" y="95781"/>
                  </a:lnTo>
                  <a:lnTo>
                    <a:pt x="8302" y="118458"/>
                  </a:lnTo>
                  <a:lnTo>
                    <a:pt x="9147" y="165433"/>
                  </a:lnTo>
                  <a:lnTo>
                    <a:pt x="9248" y="17399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779828" y="1263523"/>
              <a:ext cx="372994" cy="909352"/>
            </a:xfrm>
            <a:custGeom>
              <a:avLst/>
              <a:pathLst>
                <a:path w="372994" h="909352">
                  <a:moveTo>
                    <a:pt x="0" y="909352"/>
                  </a:moveTo>
                  <a:lnTo>
                    <a:pt x="734" y="849392"/>
                  </a:lnTo>
                  <a:lnTo>
                    <a:pt x="1579" y="791530"/>
                  </a:lnTo>
                  <a:lnTo>
                    <a:pt x="2425" y="797579"/>
                  </a:lnTo>
                  <a:lnTo>
                    <a:pt x="3270" y="813645"/>
                  </a:lnTo>
                  <a:lnTo>
                    <a:pt x="4115" y="812087"/>
                  </a:lnTo>
                  <a:lnTo>
                    <a:pt x="4960" y="832390"/>
                  </a:lnTo>
                  <a:lnTo>
                    <a:pt x="5805" y="834146"/>
                  </a:lnTo>
                  <a:lnTo>
                    <a:pt x="6650" y="829512"/>
                  </a:lnTo>
                  <a:lnTo>
                    <a:pt x="7495" y="813525"/>
                  </a:lnTo>
                  <a:lnTo>
                    <a:pt x="8340" y="740014"/>
                  </a:lnTo>
                  <a:lnTo>
                    <a:pt x="9185" y="724192"/>
                  </a:lnTo>
                  <a:lnTo>
                    <a:pt x="10030" y="730391"/>
                  </a:lnTo>
                  <a:lnTo>
                    <a:pt x="10875" y="796915"/>
                  </a:lnTo>
                  <a:lnTo>
                    <a:pt x="11721" y="806014"/>
                  </a:lnTo>
                  <a:lnTo>
                    <a:pt x="12566" y="782303"/>
                  </a:lnTo>
                  <a:lnTo>
                    <a:pt x="13411" y="794700"/>
                  </a:lnTo>
                  <a:lnTo>
                    <a:pt x="14256" y="774751"/>
                  </a:lnTo>
                  <a:lnTo>
                    <a:pt x="15101" y="711222"/>
                  </a:lnTo>
                  <a:lnTo>
                    <a:pt x="15946" y="639205"/>
                  </a:lnTo>
                  <a:lnTo>
                    <a:pt x="16791" y="614070"/>
                  </a:lnTo>
                  <a:lnTo>
                    <a:pt x="17636" y="581531"/>
                  </a:lnTo>
                  <a:lnTo>
                    <a:pt x="18481" y="560822"/>
                  </a:lnTo>
                  <a:lnTo>
                    <a:pt x="19326" y="563313"/>
                  </a:lnTo>
                  <a:lnTo>
                    <a:pt x="20171" y="600617"/>
                  </a:lnTo>
                  <a:lnTo>
                    <a:pt x="21017" y="603661"/>
                  </a:lnTo>
                  <a:lnTo>
                    <a:pt x="21862" y="587978"/>
                  </a:lnTo>
                  <a:lnTo>
                    <a:pt x="22707" y="601010"/>
                  </a:lnTo>
                  <a:lnTo>
                    <a:pt x="23552" y="589955"/>
                  </a:lnTo>
                  <a:lnTo>
                    <a:pt x="24397" y="525471"/>
                  </a:lnTo>
                  <a:lnTo>
                    <a:pt x="25242" y="479567"/>
                  </a:lnTo>
                  <a:lnTo>
                    <a:pt x="26087" y="446945"/>
                  </a:lnTo>
                  <a:lnTo>
                    <a:pt x="26932" y="403515"/>
                  </a:lnTo>
                  <a:lnTo>
                    <a:pt x="27777" y="308854"/>
                  </a:lnTo>
                  <a:lnTo>
                    <a:pt x="28622" y="222299"/>
                  </a:lnTo>
                  <a:lnTo>
                    <a:pt x="29467" y="208418"/>
                  </a:lnTo>
                  <a:lnTo>
                    <a:pt x="30313" y="184257"/>
                  </a:lnTo>
                  <a:lnTo>
                    <a:pt x="31158" y="168716"/>
                  </a:lnTo>
                  <a:lnTo>
                    <a:pt x="32003" y="173835"/>
                  </a:lnTo>
                  <a:lnTo>
                    <a:pt x="32848" y="256134"/>
                  </a:lnTo>
                  <a:lnTo>
                    <a:pt x="33693" y="320692"/>
                  </a:lnTo>
                  <a:lnTo>
                    <a:pt x="34538" y="286270"/>
                  </a:lnTo>
                  <a:lnTo>
                    <a:pt x="35383" y="244362"/>
                  </a:lnTo>
                  <a:lnTo>
                    <a:pt x="36228" y="230895"/>
                  </a:lnTo>
                  <a:lnTo>
                    <a:pt x="37073" y="261937"/>
                  </a:lnTo>
                  <a:lnTo>
                    <a:pt x="37918" y="310613"/>
                  </a:lnTo>
                  <a:lnTo>
                    <a:pt x="38763" y="393604"/>
                  </a:lnTo>
                  <a:lnTo>
                    <a:pt x="39609" y="433306"/>
                  </a:lnTo>
                  <a:lnTo>
                    <a:pt x="40454" y="445701"/>
                  </a:lnTo>
                  <a:lnTo>
                    <a:pt x="41299" y="429191"/>
                  </a:lnTo>
                  <a:lnTo>
                    <a:pt x="42144" y="384972"/>
                  </a:lnTo>
                  <a:lnTo>
                    <a:pt x="42989" y="276786"/>
                  </a:lnTo>
                  <a:lnTo>
                    <a:pt x="43834" y="158106"/>
                  </a:lnTo>
                  <a:lnTo>
                    <a:pt x="44679" y="145095"/>
                  </a:lnTo>
                  <a:lnTo>
                    <a:pt x="45524" y="186888"/>
                  </a:lnTo>
                  <a:lnTo>
                    <a:pt x="46369" y="216647"/>
                  </a:lnTo>
                  <a:lnTo>
                    <a:pt x="47214" y="250230"/>
                  </a:lnTo>
                  <a:lnTo>
                    <a:pt x="48059" y="299844"/>
                  </a:lnTo>
                  <a:lnTo>
                    <a:pt x="48905" y="379728"/>
                  </a:lnTo>
                  <a:lnTo>
                    <a:pt x="49750" y="388048"/>
                  </a:lnTo>
                  <a:lnTo>
                    <a:pt x="50595" y="367382"/>
                  </a:lnTo>
                  <a:lnTo>
                    <a:pt x="51440" y="361315"/>
                  </a:lnTo>
                  <a:lnTo>
                    <a:pt x="52285" y="324661"/>
                  </a:lnTo>
                  <a:lnTo>
                    <a:pt x="53130" y="327068"/>
                  </a:lnTo>
                  <a:lnTo>
                    <a:pt x="53975" y="304833"/>
                  </a:lnTo>
                  <a:lnTo>
                    <a:pt x="54820" y="283459"/>
                  </a:lnTo>
                  <a:lnTo>
                    <a:pt x="55665" y="232902"/>
                  </a:lnTo>
                  <a:lnTo>
                    <a:pt x="56510" y="225648"/>
                  </a:lnTo>
                  <a:lnTo>
                    <a:pt x="57355" y="282113"/>
                  </a:lnTo>
                  <a:lnTo>
                    <a:pt x="58201" y="313617"/>
                  </a:lnTo>
                  <a:lnTo>
                    <a:pt x="59046" y="341559"/>
                  </a:lnTo>
                  <a:lnTo>
                    <a:pt x="59891" y="360990"/>
                  </a:lnTo>
                  <a:lnTo>
                    <a:pt x="60736" y="397433"/>
                  </a:lnTo>
                  <a:lnTo>
                    <a:pt x="61581" y="443771"/>
                  </a:lnTo>
                  <a:lnTo>
                    <a:pt x="62426" y="467495"/>
                  </a:lnTo>
                  <a:lnTo>
                    <a:pt x="63271" y="415181"/>
                  </a:lnTo>
                  <a:lnTo>
                    <a:pt x="64116" y="352782"/>
                  </a:lnTo>
                  <a:lnTo>
                    <a:pt x="64961" y="403498"/>
                  </a:lnTo>
                  <a:lnTo>
                    <a:pt x="65806" y="432940"/>
                  </a:lnTo>
                  <a:lnTo>
                    <a:pt x="66652" y="387302"/>
                  </a:lnTo>
                  <a:lnTo>
                    <a:pt x="67497" y="312355"/>
                  </a:lnTo>
                  <a:lnTo>
                    <a:pt x="68342" y="333191"/>
                  </a:lnTo>
                  <a:lnTo>
                    <a:pt x="69187" y="398504"/>
                  </a:lnTo>
                  <a:lnTo>
                    <a:pt x="70032" y="414249"/>
                  </a:lnTo>
                  <a:lnTo>
                    <a:pt x="70877" y="458854"/>
                  </a:lnTo>
                  <a:lnTo>
                    <a:pt x="71722" y="523265"/>
                  </a:lnTo>
                  <a:lnTo>
                    <a:pt x="72567" y="569254"/>
                  </a:lnTo>
                  <a:lnTo>
                    <a:pt x="73412" y="628658"/>
                  </a:lnTo>
                  <a:lnTo>
                    <a:pt x="74257" y="658089"/>
                  </a:lnTo>
                  <a:lnTo>
                    <a:pt x="75102" y="662012"/>
                  </a:lnTo>
                  <a:lnTo>
                    <a:pt x="75948" y="634806"/>
                  </a:lnTo>
                  <a:lnTo>
                    <a:pt x="76793" y="616226"/>
                  </a:lnTo>
                  <a:lnTo>
                    <a:pt x="77638" y="645434"/>
                  </a:lnTo>
                  <a:lnTo>
                    <a:pt x="78483" y="613688"/>
                  </a:lnTo>
                  <a:lnTo>
                    <a:pt x="79328" y="570547"/>
                  </a:lnTo>
                  <a:lnTo>
                    <a:pt x="80173" y="528822"/>
                  </a:lnTo>
                  <a:lnTo>
                    <a:pt x="81018" y="525051"/>
                  </a:lnTo>
                  <a:lnTo>
                    <a:pt x="81863" y="598798"/>
                  </a:lnTo>
                  <a:lnTo>
                    <a:pt x="82708" y="622332"/>
                  </a:lnTo>
                  <a:lnTo>
                    <a:pt x="83553" y="647385"/>
                  </a:lnTo>
                  <a:lnTo>
                    <a:pt x="84398" y="692926"/>
                  </a:lnTo>
                  <a:lnTo>
                    <a:pt x="85244" y="722260"/>
                  </a:lnTo>
                  <a:lnTo>
                    <a:pt x="86089" y="741275"/>
                  </a:lnTo>
                  <a:lnTo>
                    <a:pt x="86934" y="685983"/>
                  </a:lnTo>
                  <a:lnTo>
                    <a:pt x="87779" y="623795"/>
                  </a:lnTo>
                  <a:lnTo>
                    <a:pt x="88624" y="601609"/>
                  </a:lnTo>
                  <a:lnTo>
                    <a:pt x="89469" y="590434"/>
                  </a:lnTo>
                  <a:lnTo>
                    <a:pt x="90314" y="586094"/>
                  </a:lnTo>
                  <a:lnTo>
                    <a:pt x="91159" y="590427"/>
                  </a:lnTo>
                  <a:lnTo>
                    <a:pt x="92004" y="576640"/>
                  </a:lnTo>
                  <a:lnTo>
                    <a:pt x="92849" y="601077"/>
                  </a:lnTo>
                  <a:lnTo>
                    <a:pt x="93694" y="607131"/>
                  </a:lnTo>
                  <a:lnTo>
                    <a:pt x="94540" y="610431"/>
                  </a:lnTo>
                  <a:lnTo>
                    <a:pt x="95385" y="635877"/>
                  </a:lnTo>
                  <a:lnTo>
                    <a:pt x="96230" y="673181"/>
                  </a:lnTo>
                  <a:lnTo>
                    <a:pt x="97075" y="773808"/>
                  </a:lnTo>
                  <a:lnTo>
                    <a:pt x="97920" y="788067"/>
                  </a:lnTo>
                  <a:lnTo>
                    <a:pt x="98765" y="802261"/>
                  </a:lnTo>
                  <a:lnTo>
                    <a:pt x="99610" y="846038"/>
                  </a:lnTo>
                  <a:lnTo>
                    <a:pt x="100455" y="856742"/>
                  </a:lnTo>
                  <a:lnTo>
                    <a:pt x="101300" y="835574"/>
                  </a:lnTo>
                  <a:lnTo>
                    <a:pt x="102145" y="726105"/>
                  </a:lnTo>
                  <a:lnTo>
                    <a:pt x="102990" y="668190"/>
                  </a:lnTo>
                  <a:lnTo>
                    <a:pt x="103836" y="599536"/>
                  </a:lnTo>
                  <a:lnTo>
                    <a:pt x="104681" y="492705"/>
                  </a:lnTo>
                  <a:lnTo>
                    <a:pt x="105526" y="401209"/>
                  </a:lnTo>
                  <a:lnTo>
                    <a:pt x="106371" y="362620"/>
                  </a:lnTo>
                  <a:lnTo>
                    <a:pt x="107216" y="391034"/>
                  </a:lnTo>
                  <a:lnTo>
                    <a:pt x="108061" y="464318"/>
                  </a:lnTo>
                  <a:lnTo>
                    <a:pt x="108906" y="560841"/>
                  </a:lnTo>
                  <a:lnTo>
                    <a:pt x="109751" y="643998"/>
                  </a:lnTo>
                  <a:lnTo>
                    <a:pt x="110596" y="744681"/>
                  </a:lnTo>
                  <a:lnTo>
                    <a:pt x="111441" y="794434"/>
                  </a:lnTo>
                  <a:lnTo>
                    <a:pt x="112286" y="748898"/>
                  </a:lnTo>
                  <a:lnTo>
                    <a:pt x="113132" y="618784"/>
                  </a:lnTo>
                  <a:lnTo>
                    <a:pt x="113977" y="534188"/>
                  </a:lnTo>
                  <a:lnTo>
                    <a:pt x="114822" y="512315"/>
                  </a:lnTo>
                  <a:lnTo>
                    <a:pt x="115667" y="501043"/>
                  </a:lnTo>
                  <a:lnTo>
                    <a:pt x="116512" y="426092"/>
                  </a:lnTo>
                  <a:lnTo>
                    <a:pt x="117357" y="384240"/>
                  </a:lnTo>
                  <a:lnTo>
                    <a:pt x="118202" y="440217"/>
                  </a:lnTo>
                  <a:lnTo>
                    <a:pt x="119047" y="460201"/>
                  </a:lnTo>
                  <a:lnTo>
                    <a:pt x="119892" y="410605"/>
                  </a:lnTo>
                  <a:lnTo>
                    <a:pt x="120737" y="348513"/>
                  </a:lnTo>
                  <a:lnTo>
                    <a:pt x="121582" y="409345"/>
                  </a:lnTo>
                  <a:lnTo>
                    <a:pt x="122428" y="528541"/>
                  </a:lnTo>
                  <a:lnTo>
                    <a:pt x="123273" y="600511"/>
                  </a:lnTo>
                  <a:lnTo>
                    <a:pt x="124118" y="605479"/>
                  </a:lnTo>
                  <a:lnTo>
                    <a:pt x="124963" y="594309"/>
                  </a:lnTo>
                  <a:lnTo>
                    <a:pt x="125808" y="651612"/>
                  </a:lnTo>
                  <a:lnTo>
                    <a:pt x="126653" y="686842"/>
                  </a:lnTo>
                  <a:lnTo>
                    <a:pt x="127498" y="654399"/>
                  </a:lnTo>
                  <a:lnTo>
                    <a:pt x="128343" y="627039"/>
                  </a:lnTo>
                  <a:lnTo>
                    <a:pt x="129188" y="627217"/>
                  </a:lnTo>
                  <a:lnTo>
                    <a:pt x="130033" y="622542"/>
                  </a:lnTo>
                  <a:lnTo>
                    <a:pt x="130879" y="521574"/>
                  </a:lnTo>
                  <a:lnTo>
                    <a:pt x="131724" y="442781"/>
                  </a:lnTo>
                  <a:lnTo>
                    <a:pt x="132569" y="440198"/>
                  </a:lnTo>
                  <a:lnTo>
                    <a:pt x="133414" y="429547"/>
                  </a:lnTo>
                  <a:lnTo>
                    <a:pt x="134259" y="455984"/>
                  </a:lnTo>
                  <a:lnTo>
                    <a:pt x="135104" y="504756"/>
                  </a:lnTo>
                  <a:lnTo>
                    <a:pt x="135949" y="507145"/>
                  </a:lnTo>
                  <a:lnTo>
                    <a:pt x="136794" y="439393"/>
                  </a:lnTo>
                  <a:lnTo>
                    <a:pt x="137639" y="399896"/>
                  </a:lnTo>
                  <a:lnTo>
                    <a:pt x="138484" y="371630"/>
                  </a:lnTo>
                  <a:lnTo>
                    <a:pt x="139329" y="314163"/>
                  </a:lnTo>
                  <a:lnTo>
                    <a:pt x="140175" y="224693"/>
                  </a:lnTo>
                  <a:lnTo>
                    <a:pt x="141020" y="184975"/>
                  </a:lnTo>
                  <a:lnTo>
                    <a:pt x="141865" y="230212"/>
                  </a:lnTo>
                  <a:lnTo>
                    <a:pt x="142710" y="265845"/>
                  </a:lnTo>
                  <a:lnTo>
                    <a:pt x="143555" y="282938"/>
                  </a:lnTo>
                  <a:lnTo>
                    <a:pt x="144400" y="318532"/>
                  </a:lnTo>
                  <a:lnTo>
                    <a:pt x="145245" y="434428"/>
                  </a:lnTo>
                  <a:lnTo>
                    <a:pt x="146090" y="588786"/>
                  </a:lnTo>
                  <a:lnTo>
                    <a:pt x="146935" y="686032"/>
                  </a:lnTo>
                  <a:lnTo>
                    <a:pt x="147780" y="668632"/>
                  </a:lnTo>
                  <a:lnTo>
                    <a:pt x="148625" y="639295"/>
                  </a:lnTo>
                  <a:lnTo>
                    <a:pt x="149471" y="654751"/>
                  </a:lnTo>
                  <a:lnTo>
                    <a:pt x="150316" y="663512"/>
                  </a:lnTo>
                  <a:lnTo>
                    <a:pt x="151161" y="643031"/>
                  </a:lnTo>
                  <a:lnTo>
                    <a:pt x="152006" y="609987"/>
                  </a:lnTo>
                  <a:lnTo>
                    <a:pt x="152851" y="624551"/>
                  </a:lnTo>
                  <a:lnTo>
                    <a:pt x="153696" y="637493"/>
                  </a:lnTo>
                  <a:lnTo>
                    <a:pt x="154541" y="579586"/>
                  </a:lnTo>
                  <a:lnTo>
                    <a:pt x="155386" y="491309"/>
                  </a:lnTo>
                  <a:lnTo>
                    <a:pt x="156231" y="477800"/>
                  </a:lnTo>
                  <a:lnTo>
                    <a:pt x="157076" y="488326"/>
                  </a:lnTo>
                  <a:lnTo>
                    <a:pt x="157921" y="518133"/>
                  </a:lnTo>
                  <a:lnTo>
                    <a:pt x="158767" y="557808"/>
                  </a:lnTo>
                  <a:lnTo>
                    <a:pt x="159612" y="576609"/>
                  </a:lnTo>
                  <a:lnTo>
                    <a:pt x="160457" y="595296"/>
                  </a:lnTo>
                  <a:lnTo>
                    <a:pt x="161302" y="534518"/>
                  </a:lnTo>
                  <a:lnTo>
                    <a:pt x="162147" y="457675"/>
                  </a:lnTo>
                  <a:lnTo>
                    <a:pt x="162992" y="426398"/>
                  </a:lnTo>
                  <a:lnTo>
                    <a:pt x="163837" y="435742"/>
                  </a:lnTo>
                  <a:lnTo>
                    <a:pt x="164682" y="441817"/>
                  </a:lnTo>
                  <a:lnTo>
                    <a:pt x="165527" y="375827"/>
                  </a:lnTo>
                  <a:lnTo>
                    <a:pt x="166372" y="309421"/>
                  </a:lnTo>
                  <a:lnTo>
                    <a:pt x="167217" y="312261"/>
                  </a:lnTo>
                  <a:lnTo>
                    <a:pt x="168063" y="339115"/>
                  </a:lnTo>
                  <a:lnTo>
                    <a:pt x="168908" y="318847"/>
                  </a:lnTo>
                  <a:lnTo>
                    <a:pt x="169753" y="315848"/>
                  </a:lnTo>
                  <a:lnTo>
                    <a:pt x="170598" y="430327"/>
                  </a:lnTo>
                  <a:lnTo>
                    <a:pt x="171443" y="545401"/>
                  </a:lnTo>
                  <a:lnTo>
                    <a:pt x="172288" y="574944"/>
                  </a:lnTo>
                  <a:lnTo>
                    <a:pt x="173133" y="591171"/>
                  </a:lnTo>
                  <a:lnTo>
                    <a:pt x="173978" y="673153"/>
                  </a:lnTo>
                  <a:lnTo>
                    <a:pt x="174823" y="753882"/>
                  </a:lnTo>
                  <a:lnTo>
                    <a:pt x="175668" y="771294"/>
                  </a:lnTo>
                  <a:lnTo>
                    <a:pt x="176513" y="758735"/>
                  </a:lnTo>
                  <a:lnTo>
                    <a:pt x="177359" y="725024"/>
                  </a:lnTo>
                  <a:lnTo>
                    <a:pt x="178204" y="591734"/>
                  </a:lnTo>
                  <a:lnTo>
                    <a:pt x="179049" y="447725"/>
                  </a:lnTo>
                  <a:lnTo>
                    <a:pt x="179894" y="347028"/>
                  </a:lnTo>
                  <a:lnTo>
                    <a:pt x="180739" y="259208"/>
                  </a:lnTo>
                  <a:lnTo>
                    <a:pt x="181584" y="213210"/>
                  </a:lnTo>
                  <a:lnTo>
                    <a:pt x="182429" y="219836"/>
                  </a:lnTo>
                  <a:lnTo>
                    <a:pt x="183274" y="246776"/>
                  </a:lnTo>
                  <a:lnTo>
                    <a:pt x="184119" y="267596"/>
                  </a:lnTo>
                  <a:lnTo>
                    <a:pt x="184964" y="307360"/>
                  </a:lnTo>
                  <a:lnTo>
                    <a:pt x="185809" y="376005"/>
                  </a:lnTo>
                  <a:lnTo>
                    <a:pt x="186655" y="448304"/>
                  </a:lnTo>
                  <a:lnTo>
                    <a:pt x="187500" y="490945"/>
                  </a:lnTo>
                  <a:lnTo>
                    <a:pt x="188345" y="532750"/>
                  </a:lnTo>
                  <a:lnTo>
                    <a:pt x="189190" y="574326"/>
                  </a:lnTo>
                  <a:lnTo>
                    <a:pt x="190035" y="610143"/>
                  </a:lnTo>
                  <a:lnTo>
                    <a:pt x="190880" y="552878"/>
                  </a:lnTo>
                  <a:lnTo>
                    <a:pt x="191725" y="488509"/>
                  </a:lnTo>
                  <a:lnTo>
                    <a:pt x="192570" y="454539"/>
                  </a:lnTo>
                  <a:lnTo>
                    <a:pt x="193415" y="408323"/>
                  </a:lnTo>
                  <a:lnTo>
                    <a:pt x="194260" y="367111"/>
                  </a:lnTo>
                  <a:lnTo>
                    <a:pt x="195106" y="319852"/>
                  </a:lnTo>
                  <a:lnTo>
                    <a:pt x="195951" y="330237"/>
                  </a:lnTo>
                  <a:lnTo>
                    <a:pt x="196796" y="368113"/>
                  </a:lnTo>
                  <a:lnTo>
                    <a:pt x="197641" y="414384"/>
                  </a:lnTo>
                  <a:lnTo>
                    <a:pt x="198486" y="535449"/>
                  </a:lnTo>
                  <a:lnTo>
                    <a:pt x="199331" y="610927"/>
                  </a:lnTo>
                  <a:lnTo>
                    <a:pt x="200176" y="642245"/>
                  </a:lnTo>
                  <a:lnTo>
                    <a:pt x="201021" y="713118"/>
                  </a:lnTo>
                  <a:lnTo>
                    <a:pt x="201866" y="764018"/>
                  </a:lnTo>
                  <a:lnTo>
                    <a:pt x="202711" y="735510"/>
                  </a:lnTo>
                  <a:lnTo>
                    <a:pt x="203556" y="686958"/>
                  </a:lnTo>
                  <a:lnTo>
                    <a:pt x="204402" y="697488"/>
                  </a:lnTo>
                  <a:lnTo>
                    <a:pt x="205247" y="716420"/>
                  </a:lnTo>
                  <a:lnTo>
                    <a:pt x="206092" y="699321"/>
                  </a:lnTo>
                  <a:lnTo>
                    <a:pt x="206937" y="625211"/>
                  </a:lnTo>
                  <a:lnTo>
                    <a:pt x="207782" y="618982"/>
                  </a:lnTo>
                  <a:lnTo>
                    <a:pt x="208627" y="586168"/>
                  </a:lnTo>
                  <a:lnTo>
                    <a:pt x="209472" y="511044"/>
                  </a:lnTo>
                  <a:lnTo>
                    <a:pt x="210317" y="464543"/>
                  </a:lnTo>
                  <a:lnTo>
                    <a:pt x="211162" y="383571"/>
                  </a:lnTo>
                  <a:lnTo>
                    <a:pt x="212007" y="356898"/>
                  </a:lnTo>
                  <a:lnTo>
                    <a:pt x="212852" y="333113"/>
                  </a:lnTo>
                  <a:lnTo>
                    <a:pt x="213698" y="300539"/>
                  </a:lnTo>
                  <a:lnTo>
                    <a:pt x="214543" y="239975"/>
                  </a:lnTo>
                  <a:lnTo>
                    <a:pt x="215388" y="138870"/>
                  </a:lnTo>
                  <a:lnTo>
                    <a:pt x="216233" y="97576"/>
                  </a:lnTo>
                  <a:lnTo>
                    <a:pt x="217078" y="118607"/>
                  </a:lnTo>
                  <a:lnTo>
                    <a:pt x="217923" y="90998"/>
                  </a:lnTo>
                  <a:lnTo>
                    <a:pt x="218768" y="44477"/>
                  </a:lnTo>
                  <a:lnTo>
                    <a:pt x="219613" y="0"/>
                  </a:lnTo>
                  <a:lnTo>
                    <a:pt x="220458" y="11538"/>
                  </a:lnTo>
                  <a:lnTo>
                    <a:pt x="221303" y="96764"/>
                  </a:lnTo>
                  <a:lnTo>
                    <a:pt x="222148" y="98181"/>
                  </a:lnTo>
                  <a:lnTo>
                    <a:pt x="222994" y="139181"/>
                  </a:lnTo>
                  <a:lnTo>
                    <a:pt x="223839" y="173906"/>
                  </a:lnTo>
                  <a:lnTo>
                    <a:pt x="224684" y="255887"/>
                  </a:lnTo>
                  <a:lnTo>
                    <a:pt x="225529" y="306359"/>
                  </a:lnTo>
                  <a:lnTo>
                    <a:pt x="226374" y="283243"/>
                  </a:lnTo>
                  <a:lnTo>
                    <a:pt x="227219" y="290031"/>
                  </a:lnTo>
                  <a:lnTo>
                    <a:pt x="228064" y="314770"/>
                  </a:lnTo>
                  <a:lnTo>
                    <a:pt x="228909" y="434707"/>
                  </a:lnTo>
                  <a:lnTo>
                    <a:pt x="229754" y="533423"/>
                  </a:lnTo>
                  <a:lnTo>
                    <a:pt x="230599" y="613736"/>
                  </a:lnTo>
                  <a:lnTo>
                    <a:pt x="231444" y="642840"/>
                  </a:lnTo>
                  <a:lnTo>
                    <a:pt x="232290" y="689122"/>
                  </a:lnTo>
                  <a:lnTo>
                    <a:pt x="233135" y="708642"/>
                  </a:lnTo>
                  <a:lnTo>
                    <a:pt x="233980" y="635589"/>
                  </a:lnTo>
                  <a:lnTo>
                    <a:pt x="234825" y="553974"/>
                  </a:lnTo>
                  <a:lnTo>
                    <a:pt x="235670" y="520824"/>
                  </a:lnTo>
                  <a:lnTo>
                    <a:pt x="236515" y="521795"/>
                  </a:lnTo>
                  <a:lnTo>
                    <a:pt x="237360" y="508257"/>
                  </a:lnTo>
                  <a:lnTo>
                    <a:pt x="238205" y="530283"/>
                  </a:lnTo>
                  <a:lnTo>
                    <a:pt x="239050" y="637355"/>
                  </a:lnTo>
                  <a:lnTo>
                    <a:pt x="239895" y="689513"/>
                  </a:lnTo>
                  <a:lnTo>
                    <a:pt x="240740" y="688599"/>
                  </a:lnTo>
                  <a:lnTo>
                    <a:pt x="241586" y="693605"/>
                  </a:lnTo>
                  <a:lnTo>
                    <a:pt x="242431" y="695706"/>
                  </a:lnTo>
                  <a:lnTo>
                    <a:pt x="243276" y="676673"/>
                  </a:lnTo>
                  <a:lnTo>
                    <a:pt x="244121" y="635245"/>
                  </a:lnTo>
                  <a:lnTo>
                    <a:pt x="244966" y="704910"/>
                  </a:lnTo>
                  <a:lnTo>
                    <a:pt x="245811" y="775105"/>
                  </a:lnTo>
                  <a:lnTo>
                    <a:pt x="246656" y="766755"/>
                  </a:lnTo>
                  <a:lnTo>
                    <a:pt x="247501" y="764724"/>
                  </a:lnTo>
                  <a:lnTo>
                    <a:pt x="248346" y="801916"/>
                  </a:lnTo>
                  <a:lnTo>
                    <a:pt x="249191" y="788050"/>
                  </a:lnTo>
                  <a:lnTo>
                    <a:pt x="250036" y="684414"/>
                  </a:lnTo>
                  <a:lnTo>
                    <a:pt x="250882" y="603272"/>
                  </a:lnTo>
                  <a:lnTo>
                    <a:pt x="251727" y="597200"/>
                  </a:lnTo>
                  <a:lnTo>
                    <a:pt x="252572" y="591157"/>
                  </a:lnTo>
                  <a:lnTo>
                    <a:pt x="253417" y="550853"/>
                  </a:lnTo>
                  <a:lnTo>
                    <a:pt x="254262" y="525999"/>
                  </a:lnTo>
                  <a:lnTo>
                    <a:pt x="255107" y="572195"/>
                  </a:lnTo>
                  <a:lnTo>
                    <a:pt x="255952" y="639750"/>
                  </a:lnTo>
                  <a:lnTo>
                    <a:pt x="256797" y="672967"/>
                  </a:lnTo>
                  <a:lnTo>
                    <a:pt x="257642" y="659895"/>
                  </a:lnTo>
                  <a:lnTo>
                    <a:pt x="258487" y="606577"/>
                  </a:lnTo>
                  <a:lnTo>
                    <a:pt x="259333" y="631539"/>
                  </a:lnTo>
                  <a:lnTo>
                    <a:pt x="260178" y="695762"/>
                  </a:lnTo>
                  <a:lnTo>
                    <a:pt x="261023" y="704898"/>
                  </a:lnTo>
                  <a:lnTo>
                    <a:pt x="261868" y="696297"/>
                  </a:lnTo>
                  <a:lnTo>
                    <a:pt x="262713" y="705488"/>
                  </a:lnTo>
                  <a:lnTo>
                    <a:pt x="263558" y="778500"/>
                  </a:lnTo>
                  <a:lnTo>
                    <a:pt x="264403" y="802204"/>
                  </a:lnTo>
                  <a:lnTo>
                    <a:pt x="265248" y="775004"/>
                  </a:lnTo>
                  <a:lnTo>
                    <a:pt x="266093" y="745597"/>
                  </a:lnTo>
                  <a:lnTo>
                    <a:pt x="266938" y="720195"/>
                  </a:lnTo>
                  <a:lnTo>
                    <a:pt x="267783" y="698239"/>
                  </a:lnTo>
                  <a:lnTo>
                    <a:pt x="268629" y="643576"/>
                  </a:lnTo>
                  <a:lnTo>
                    <a:pt x="269474" y="616873"/>
                  </a:lnTo>
                  <a:lnTo>
                    <a:pt x="270319" y="595929"/>
                  </a:lnTo>
                  <a:lnTo>
                    <a:pt x="271164" y="616202"/>
                  </a:lnTo>
                  <a:lnTo>
                    <a:pt x="272009" y="659772"/>
                  </a:lnTo>
                  <a:lnTo>
                    <a:pt x="272854" y="659416"/>
                  </a:lnTo>
                  <a:lnTo>
                    <a:pt x="273699" y="612917"/>
                  </a:lnTo>
                  <a:lnTo>
                    <a:pt x="274544" y="592538"/>
                  </a:lnTo>
                  <a:lnTo>
                    <a:pt x="275389" y="607057"/>
                  </a:lnTo>
                  <a:lnTo>
                    <a:pt x="276234" y="591937"/>
                  </a:lnTo>
                  <a:lnTo>
                    <a:pt x="277079" y="603191"/>
                  </a:lnTo>
                  <a:lnTo>
                    <a:pt x="277925" y="689756"/>
                  </a:lnTo>
                  <a:lnTo>
                    <a:pt x="278770" y="831787"/>
                  </a:lnTo>
                  <a:lnTo>
                    <a:pt x="279615" y="857218"/>
                  </a:lnTo>
                  <a:lnTo>
                    <a:pt x="280460" y="832796"/>
                  </a:lnTo>
                  <a:lnTo>
                    <a:pt x="281305" y="838052"/>
                  </a:lnTo>
                  <a:lnTo>
                    <a:pt x="282150" y="788133"/>
                  </a:lnTo>
                  <a:lnTo>
                    <a:pt x="282995" y="699749"/>
                  </a:lnTo>
                  <a:lnTo>
                    <a:pt x="283840" y="615186"/>
                  </a:lnTo>
                  <a:lnTo>
                    <a:pt x="284685" y="586232"/>
                  </a:lnTo>
                  <a:lnTo>
                    <a:pt x="285530" y="597377"/>
                  </a:lnTo>
                  <a:lnTo>
                    <a:pt x="286375" y="595016"/>
                  </a:lnTo>
                  <a:lnTo>
                    <a:pt x="287221" y="619133"/>
                  </a:lnTo>
                  <a:lnTo>
                    <a:pt x="288066" y="669344"/>
                  </a:lnTo>
                  <a:lnTo>
                    <a:pt x="288911" y="682464"/>
                  </a:lnTo>
                  <a:lnTo>
                    <a:pt x="289756" y="691457"/>
                  </a:lnTo>
                  <a:lnTo>
                    <a:pt x="290601" y="636993"/>
                  </a:lnTo>
                  <a:lnTo>
                    <a:pt x="291446" y="602443"/>
                  </a:lnTo>
                  <a:lnTo>
                    <a:pt x="292291" y="610105"/>
                  </a:lnTo>
                  <a:lnTo>
                    <a:pt x="293136" y="611690"/>
                  </a:lnTo>
                  <a:lnTo>
                    <a:pt x="293981" y="615750"/>
                  </a:lnTo>
                  <a:lnTo>
                    <a:pt x="294826" y="641028"/>
                  </a:lnTo>
                  <a:lnTo>
                    <a:pt x="295671" y="713740"/>
                  </a:lnTo>
                  <a:lnTo>
                    <a:pt x="296517" y="781006"/>
                  </a:lnTo>
                  <a:lnTo>
                    <a:pt x="297362" y="813337"/>
                  </a:lnTo>
                  <a:lnTo>
                    <a:pt x="298207" y="842278"/>
                  </a:lnTo>
                  <a:lnTo>
                    <a:pt x="299052" y="889503"/>
                  </a:lnTo>
                  <a:lnTo>
                    <a:pt x="299897" y="892645"/>
                  </a:lnTo>
                  <a:lnTo>
                    <a:pt x="300742" y="859752"/>
                  </a:lnTo>
                  <a:lnTo>
                    <a:pt x="301587" y="831382"/>
                  </a:lnTo>
                  <a:lnTo>
                    <a:pt x="302432" y="821981"/>
                  </a:lnTo>
                  <a:lnTo>
                    <a:pt x="303277" y="821981"/>
                  </a:lnTo>
                  <a:lnTo>
                    <a:pt x="304122" y="821982"/>
                  </a:lnTo>
                  <a:lnTo>
                    <a:pt x="304967" y="826226"/>
                  </a:lnTo>
                  <a:lnTo>
                    <a:pt x="305813" y="840166"/>
                  </a:lnTo>
                  <a:lnTo>
                    <a:pt x="306658" y="833266"/>
                  </a:lnTo>
                  <a:lnTo>
                    <a:pt x="307503" y="803256"/>
                  </a:lnTo>
                  <a:lnTo>
                    <a:pt x="308348" y="751977"/>
                  </a:lnTo>
                  <a:lnTo>
                    <a:pt x="309193" y="688565"/>
                  </a:lnTo>
                  <a:lnTo>
                    <a:pt x="310038" y="640391"/>
                  </a:lnTo>
                  <a:lnTo>
                    <a:pt x="310883" y="599554"/>
                  </a:lnTo>
                  <a:lnTo>
                    <a:pt x="311728" y="582538"/>
                  </a:lnTo>
                  <a:lnTo>
                    <a:pt x="312573" y="605099"/>
                  </a:lnTo>
                  <a:lnTo>
                    <a:pt x="313418" y="648107"/>
                  </a:lnTo>
                  <a:lnTo>
                    <a:pt x="314263" y="695752"/>
                  </a:lnTo>
                  <a:lnTo>
                    <a:pt x="315109" y="751699"/>
                  </a:lnTo>
                  <a:lnTo>
                    <a:pt x="315954" y="813276"/>
                  </a:lnTo>
                  <a:lnTo>
                    <a:pt x="316799" y="886070"/>
                  </a:lnTo>
                  <a:lnTo>
                    <a:pt x="317644" y="897062"/>
                  </a:lnTo>
                  <a:lnTo>
                    <a:pt x="318489" y="857341"/>
                  </a:lnTo>
                  <a:lnTo>
                    <a:pt x="319334" y="849162"/>
                  </a:lnTo>
                  <a:lnTo>
                    <a:pt x="320179" y="846746"/>
                  </a:lnTo>
                  <a:lnTo>
                    <a:pt x="321024" y="811252"/>
                  </a:lnTo>
                  <a:lnTo>
                    <a:pt x="321869" y="753584"/>
                  </a:lnTo>
                  <a:lnTo>
                    <a:pt x="322714" y="750043"/>
                  </a:lnTo>
                  <a:lnTo>
                    <a:pt x="323560" y="787933"/>
                  </a:lnTo>
                  <a:lnTo>
                    <a:pt x="324405" y="805575"/>
                  </a:lnTo>
                  <a:lnTo>
                    <a:pt x="325250" y="836346"/>
                  </a:lnTo>
                  <a:lnTo>
                    <a:pt x="326095" y="868401"/>
                  </a:lnTo>
                  <a:lnTo>
                    <a:pt x="326940" y="885066"/>
                  </a:lnTo>
                  <a:lnTo>
                    <a:pt x="327785" y="866068"/>
                  </a:lnTo>
                  <a:lnTo>
                    <a:pt x="328630" y="848715"/>
                  </a:lnTo>
                  <a:lnTo>
                    <a:pt x="329475" y="860344"/>
                  </a:lnTo>
                  <a:lnTo>
                    <a:pt x="330320" y="808415"/>
                  </a:lnTo>
                  <a:lnTo>
                    <a:pt x="331165" y="786506"/>
                  </a:lnTo>
                  <a:lnTo>
                    <a:pt x="332010" y="763849"/>
                  </a:lnTo>
                  <a:lnTo>
                    <a:pt x="332856" y="764066"/>
                  </a:lnTo>
                  <a:lnTo>
                    <a:pt x="333701" y="786611"/>
                  </a:lnTo>
                  <a:lnTo>
                    <a:pt x="334546" y="773470"/>
                  </a:lnTo>
                  <a:lnTo>
                    <a:pt x="335391" y="803100"/>
                  </a:lnTo>
                  <a:lnTo>
                    <a:pt x="336236" y="791610"/>
                  </a:lnTo>
                  <a:lnTo>
                    <a:pt x="337081" y="814267"/>
                  </a:lnTo>
                  <a:lnTo>
                    <a:pt x="337926" y="833048"/>
                  </a:lnTo>
                  <a:lnTo>
                    <a:pt x="338771" y="837961"/>
                  </a:lnTo>
                  <a:lnTo>
                    <a:pt x="339616" y="845774"/>
                  </a:lnTo>
                  <a:lnTo>
                    <a:pt x="340461" y="839240"/>
                  </a:lnTo>
                  <a:lnTo>
                    <a:pt x="341306" y="841324"/>
                  </a:lnTo>
                  <a:lnTo>
                    <a:pt x="342152" y="822173"/>
                  </a:lnTo>
                  <a:lnTo>
                    <a:pt x="342997" y="821685"/>
                  </a:lnTo>
                  <a:lnTo>
                    <a:pt x="343842" y="758790"/>
                  </a:lnTo>
                  <a:lnTo>
                    <a:pt x="344687" y="695539"/>
                  </a:lnTo>
                  <a:lnTo>
                    <a:pt x="345532" y="657915"/>
                  </a:lnTo>
                  <a:lnTo>
                    <a:pt x="346377" y="676735"/>
                  </a:lnTo>
                  <a:lnTo>
                    <a:pt x="347222" y="653406"/>
                  </a:lnTo>
                  <a:lnTo>
                    <a:pt x="348067" y="613254"/>
                  </a:lnTo>
                  <a:lnTo>
                    <a:pt x="348912" y="652314"/>
                  </a:lnTo>
                  <a:lnTo>
                    <a:pt x="349757" y="700113"/>
                  </a:lnTo>
                  <a:lnTo>
                    <a:pt x="350602" y="684555"/>
                  </a:lnTo>
                  <a:lnTo>
                    <a:pt x="351448" y="634732"/>
                  </a:lnTo>
                  <a:lnTo>
                    <a:pt x="352293" y="592480"/>
                  </a:lnTo>
                  <a:lnTo>
                    <a:pt x="353138" y="553875"/>
                  </a:lnTo>
                  <a:lnTo>
                    <a:pt x="353983" y="540110"/>
                  </a:lnTo>
                  <a:lnTo>
                    <a:pt x="354828" y="543286"/>
                  </a:lnTo>
                  <a:lnTo>
                    <a:pt x="355673" y="600161"/>
                  </a:lnTo>
                  <a:lnTo>
                    <a:pt x="356518" y="614128"/>
                  </a:lnTo>
                  <a:lnTo>
                    <a:pt x="357363" y="672263"/>
                  </a:lnTo>
                  <a:lnTo>
                    <a:pt x="358208" y="751508"/>
                  </a:lnTo>
                  <a:lnTo>
                    <a:pt x="359053" y="759623"/>
                  </a:lnTo>
                  <a:lnTo>
                    <a:pt x="359898" y="675776"/>
                  </a:lnTo>
                  <a:lnTo>
                    <a:pt x="360744" y="573438"/>
                  </a:lnTo>
                  <a:lnTo>
                    <a:pt x="361589" y="533582"/>
                  </a:lnTo>
                  <a:lnTo>
                    <a:pt x="362434" y="533473"/>
                  </a:lnTo>
                  <a:lnTo>
                    <a:pt x="363279" y="533473"/>
                  </a:lnTo>
                  <a:lnTo>
                    <a:pt x="364124" y="562960"/>
                  </a:lnTo>
                  <a:lnTo>
                    <a:pt x="364969" y="650407"/>
                  </a:lnTo>
                  <a:lnTo>
                    <a:pt x="365814" y="729146"/>
                  </a:lnTo>
                  <a:lnTo>
                    <a:pt x="366659" y="800882"/>
                  </a:lnTo>
                  <a:lnTo>
                    <a:pt x="367504" y="819104"/>
                  </a:lnTo>
                  <a:lnTo>
                    <a:pt x="368349" y="799496"/>
                  </a:lnTo>
                  <a:lnTo>
                    <a:pt x="369194" y="792349"/>
                  </a:lnTo>
                  <a:lnTo>
                    <a:pt x="370040" y="835858"/>
                  </a:lnTo>
                  <a:lnTo>
                    <a:pt x="370885" y="877985"/>
                  </a:lnTo>
                  <a:lnTo>
                    <a:pt x="371730" y="891138"/>
                  </a:lnTo>
                  <a:lnTo>
                    <a:pt x="372575" y="899621"/>
                  </a:lnTo>
                  <a:lnTo>
                    <a:pt x="372994" y="90935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154283" y="1703468"/>
              <a:ext cx="88523" cy="469407"/>
            </a:xfrm>
            <a:custGeom>
              <a:avLst/>
              <a:pathLst>
                <a:path w="88523" h="469407">
                  <a:moveTo>
                    <a:pt x="0" y="469407"/>
                  </a:moveTo>
                  <a:lnTo>
                    <a:pt x="655" y="423182"/>
                  </a:lnTo>
                  <a:lnTo>
                    <a:pt x="1501" y="364556"/>
                  </a:lnTo>
                  <a:lnTo>
                    <a:pt x="2346" y="321496"/>
                  </a:lnTo>
                  <a:lnTo>
                    <a:pt x="3191" y="261037"/>
                  </a:lnTo>
                  <a:lnTo>
                    <a:pt x="4036" y="175032"/>
                  </a:lnTo>
                  <a:lnTo>
                    <a:pt x="4881" y="79304"/>
                  </a:lnTo>
                  <a:lnTo>
                    <a:pt x="5726" y="13389"/>
                  </a:lnTo>
                  <a:lnTo>
                    <a:pt x="6571" y="0"/>
                  </a:lnTo>
                  <a:lnTo>
                    <a:pt x="7416" y="32772"/>
                  </a:lnTo>
                  <a:lnTo>
                    <a:pt x="8261" y="93232"/>
                  </a:lnTo>
                  <a:lnTo>
                    <a:pt x="9106" y="179235"/>
                  </a:lnTo>
                  <a:lnTo>
                    <a:pt x="9951" y="279649"/>
                  </a:lnTo>
                  <a:lnTo>
                    <a:pt x="10797" y="359245"/>
                  </a:lnTo>
                  <a:lnTo>
                    <a:pt x="11642" y="419793"/>
                  </a:lnTo>
                  <a:lnTo>
                    <a:pt x="12487" y="453683"/>
                  </a:lnTo>
                  <a:lnTo>
                    <a:pt x="13332" y="416299"/>
                  </a:lnTo>
                  <a:lnTo>
                    <a:pt x="14177" y="381890"/>
                  </a:lnTo>
                  <a:lnTo>
                    <a:pt x="15022" y="362007"/>
                  </a:lnTo>
                  <a:lnTo>
                    <a:pt x="15867" y="369700"/>
                  </a:lnTo>
                  <a:lnTo>
                    <a:pt x="16712" y="381001"/>
                  </a:lnTo>
                  <a:lnTo>
                    <a:pt x="17557" y="375440"/>
                  </a:lnTo>
                  <a:lnTo>
                    <a:pt x="18402" y="393080"/>
                  </a:lnTo>
                  <a:lnTo>
                    <a:pt x="19247" y="400032"/>
                  </a:lnTo>
                  <a:lnTo>
                    <a:pt x="20093" y="415253"/>
                  </a:lnTo>
                  <a:lnTo>
                    <a:pt x="20938" y="389085"/>
                  </a:lnTo>
                  <a:lnTo>
                    <a:pt x="21783" y="333639"/>
                  </a:lnTo>
                  <a:lnTo>
                    <a:pt x="22628" y="315543"/>
                  </a:lnTo>
                  <a:lnTo>
                    <a:pt x="23473" y="311678"/>
                  </a:lnTo>
                  <a:lnTo>
                    <a:pt x="24318" y="309799"/>
                  </a:lnTo>
                  <a:lnTo>
                    <a:pt x="25163" y="265875"/>
                  </a:lnTo>
                  <a:lnTo>
                    <a:pt x="26008" y="233621"/>
                  </a:lnTo>
                  <a:lnTo>
                    <a:pt x="26853" y="201204"/>
                  </a:lnTo>
                  <a:lnTo>
                    <a:pt x="27698" y="148122"/>
                  </a:lnTo>
                  <a:lnTo>
                    <a:pt x="28543" y="156355"/>
                  </a:lnTo>
                  <a:lnTo>
                    <a:pt x="29389" y="194026"/>
                  </a:lnTo>
                  <a:lnTo>
                    <a:pt x="30234" y="261042"/>
                  </a:lnTo>
                  <a:lnTo>
                    <a:pt x="31079" y="338333"/>
                  </a:lnTo>
                  <a:lnTo>
                    <a:pt x="31924" y="399557"/>
                  </a:lnTo>
                  <a:lnTo>
                    <a:pt x="32769" y="423401"/>
                  </a:lnTo>
                  <a:lnTo>
                    <a:pt x="33614" y="393553"/>
                  </a:lnTo>
                  <a:lnTo>
                    <a:pt x="34459" y="368366"/>
                  </a:lnTo>
                  <a:lnTo>
                    <a:pt x="35304" y="354146"/>
                  </a:lnTo>
                  <a:lnTo>
                    <a:pt x="36149" y="331324"/>
                  </a:lnTo>
                  <a:lnTo>
                    <a:pt x="36994" y="341844"/>
                  </a:lnTo>
                  <a:lnTo>
                    <a:pt x="37839" y="388341"/>
                  </a:lnTo>
                  <a:lnTo>
                    <a:pt x="38685" y="418367"/>
                  </a:lnTo>
                  <a:lnTo>
                    <a:pt x="39530" y="389724"/>
                  </a:lnTo>
                  <a:lnTo>
                    <a:pt x="40375" y="335085"/>
                  </a:lnTo>
                  <a:lnTo>
                    <a:pt x="41220" y="284288"/>
                  </a:lnTo>
                  <a:lnTo>
                    <a:pt x="42065" y="258636"/>
                  </a:lnTo>
                  <a:lnTo>
                    <a:pt x="42910" y="241138"/>
                  </a:lnTo>
                  <a:lnTo>
                    <a:pt x="43755" y="256339"/>
                  </a:lnTo>
                  <a:lnTo>
                    <a:pt x="44600" y="301832"/>
                  </a:lnTo>
                  <a:lnTo>
                    <a:pt x="45445" y="351271"/>
                  </a:lnTo>
                  <a:lnTo>
                    <a:pt x="46290" y="407126"/>
                  </a:lnTo>
                  <a:lnTo>
                    <a:pt x="47136" y="401759"/>
                  </a:lnTo>
                  <a:lnTo>
                    <a:pt x="47981" y="361429"/>
                  </a:lnTo>
                  <a:lnTo>
                    <a:pt x="48826" y="342616"/>
                  </a:lnTo>
                  <a:lnTo>
                    <a:pt x="49671" y="315480"/>
                  </a:lnTo>
                  <a:lnTo>
                    <a:pt x="50516" y="296340"/>
                  </a:lnTo>
                  <a:lnTo>
                    <a:pt x="51361" y="298582"/>
                  </a:lnTo>
                  <a:lnTo>
                    <a:pt x="52206" y="330164"/>
                  </a:lnTo>
                  <a:lnTo>
                    <a:pt x="53051" y="370788"/>
                  </a:lnTo>
                  <a:lnTo>
                    <a:pt x="53896" y="389600"/>
                  </a:lnTo>
                  <a:lnTo>
                    <a:pt x="54741" y="416737"/>
                  </a:lnTo>
                  <a:lnTo>
                    <a:pt x="55586" y="435949"/>
                  </a:lnTo>
                  <a:lnTo>
                    <a:pt x="56432" y="407318"/>
                  </a:lnTo>
                  <a:lnTo>
                    <a:pt x="57277" y="380973"/>
                  </a:lnTo>
                  <a:lnTo>
                    <a:pt x="58122" y="368551"/>
                  </a:lnTo>
                  <a:lnTo>
                    <a:pt x="58967" y="352771"/>
                  </a:lnTo>
                  <a:lnTo>
                    <a:pt x="59812" y="372028"/>
                  </a:lnTo>
                  <a:lnTo>
                    <a:pt x="60657" y="387505"/>
                  </a:lnTo>
                  <a:lnTo>
                    <a:pt x="61502" y="421655"/>
                  </a:lnTo>
                  <a:lnTo>
                    <a:pt x="62347" y="446881"/>
                  </a:lnTo>
                  <a:lnTo>
                    <a:pt x="63192" y="404997"/>
                  </a:lnTo>
                  <a:lnTo>
                    <a:pt x="64037" y="341947"/>
                  </a:lnTo>
                  <a:lnTo>
                    <a:pt x="64882" y="288095"/>
                  </a:lnTo>
                  <a:lnTo>
                    <a:pt x="65728" y="272544"/>
                  </a:lnTo>
                  <a:lnTo>
                    <a:pt x="66573" y="268571"/>
                  </a:lnTo>
                  <a:lnTo>
                    <a:pt x="67418" y="283344"/>
                  </a:lnTo>
                  <a:lnTo>
                    <a:pt x="68263" y="318758"/>
                  </a:lnTo>
                  <a:lnTo>
                    <a:pt x="69108" y="362903"/>
                  </a:lnTo>
                  <a:lnTo>
                    <a:pt x="69953" y="404469"/>
                  </a:lnTo>
                  <a:lnTo>
                    <a:pt x="70798" y="406537"/>
                  </a:lnTo>
                  <a:lnTo>
                    <a:pt x="71643" y="352355"/>
                  </a:lnTo>
                  <a:lnTo>
                    <a:pt x="72488" y="267347"/>
                  </a:lnTo>
                  <a:lnTo>
                    <a:pt x="73333" y="220787"/>
                  </a:lnTo>
                  <a:lnTo>
                    <a:pt x="74178" y="230483"/>
                  </a:lnTo>
                  <a:lnTo>
                    <a:pt x="75024" y="202189"/>
                  </a:lnTo>
                  <a:lnTo>
                    <a:pt x="75869" y="174675"/>
                  </a:lnTo>
                  <a:lnTo>
                    <a:pt x="76714" y="211267"/>
                  </a:lnTo>
                  <a:lnTo>
                    <a:pt x="77559" y="274066"/>
                  </a:lnTo>
                  <a:lnTo>
                    <a:pt x="78404" y="339520"/>
                  </a:lnTo>
                  <a:lnTo>
                    <a:pt x="79249" y="364508"/>
                  </a:lnTo>
                  <a:lnTo>
                    <a:pt x="80094" y="357960"/>
                  </a:lnTo>
                  <a:lnTo>
                    <a:pt x="80939" y="358983"/>
                  </a:lnTo>
                  <a:lnTo>
                    <a:pt x="81784" y="368076"/>
                  </a:lnTo>
                  <a:lnTo>
                    <a:pt x="82629" y="342515"/>
                  </a:lnTo>
                  <a:lnTo>
                    <a:pt x="83474" y="299097"/>
                  </a:lnTo>
                  <a:lnTo>
                    <a:pt x="84320" y="310077"/>
                  </a:lnTo>
                  <a:lnTo>
                    <a:pt x="85165" y="383045"/>
                  </a:lnTo>
                  <a:lnTo>
                    <a:pt x="86010" y="408572"/>
                  </a:lnTo>
                  <a:lnTo>
                    <a:pt x="86855" y="394157"/>
                  </a:lnTo>
                  <a:lnTo>
                    <a:pt x="87700" y="412928"/>
                  </a:lnTo>
                  <a:lnTo>
                    <a:pt x="88523" y="4694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243681" y="1841202"/>
              <a:ext cx="47303" cy="331673"/>
            </a:xfrm>
            <a:custGeom>
              <a:avLst/>
              <a:pathLst>
                <a:path w="47303" h="331673">
                  <a:moveTo>
                    <a:pt x="0" y="331673"/>
                  </a:moveTo>
                  <a:lnTo>
                    <a:pt x="837" y="283884"/>
                  </a:lnTo>
                  <a:lnTo>
                    <a:pt x="1682" y="278391"/>
                  </a:lnTo>
                  <a:lnTo>
                    <a:pt x="2527" y="287091"/>
                  </a:lnTo>
                  <a:lnTo>
                    <a:pt x="3372" y="302872"/>
                  </a:lnTo>
                  <a:lnTo>
                    <a:pt x="4218" y="270027"/>
                  </a:lnTo>
                  <a:lnTo>
                    <a:pt x="5063" y="219392"/>
                  </a:lnTo>
                  <a:lnTo>
                    <a:pt x="5908" y="173180"/>
                  </a:lnTo>
                  <a:lnTo>
                    <a:pt x="6753" y="132148"/>
                  </a:lnTo>
                  <a:lnTo>
                    <a:pt x="7598" y="103136"/>
                  </a:lnTo>
                  <a:lnTo>
                    <a:pt x="8443" y="96957"/>
                  </a:lnTo>
                  <a:lnTo>
                    <a:pt x="9288" y="129369"/>
                  </a:lnTo>
                  <a:lnTo>
                    <a:pt x="10133" y="147056"/>
                  </a:lnTo>
                  <a:lnTo>
                    <a:pt x="10978" y="146460"/>
                  </a:lnTo>
                  <a:lnTo>
                    <a:pt x="11823" y="158621"/>
                  </a:lnTo>
                  <a:lnTo>
                    <a:pt x="12668" y="167354"/>
                  </a:lnTo>
                  <a:lnTo>
                    <a:pt x="13514" y="170760"/>
                  </a:lnTo>
                  <a:lnTo>
                    <a:pt x="14359" y="139218"/>
                  </a:lnTo>
                  <a:lnTo>
                    <a:pt x="15204" y="106900"/>
                  </a:lnTo>
                  <a:lnTo>
                    <a:pt x="16049" y="131836"/>
                  </a:lnTo>
                  <a:lnTo>
                    <a:pt x="16894" y="159163"/>
                  </a:lnTo>
                  <a:lnTo>
                    <a:pt x="17739" y="152513"/>
                  </a:lnTo>
                  <a:lnTo>
                    <a:pt x="18584" y="104953"/>
                  </a:lnTo>
                  <a:lnTo>
                    <a:pt x="19429" y="120324"/>
                  </a:lnTo>
                  <a:lnTo>
                    <a:pt x="20274" y="181426"/>
                  </a:lnTo>
                  <a:lnTo>
                    <a:pt x="21119" y="226906"/>
                  </a:lnTo>
                  <a:lnTo>
                    <a:pt x="21964" y="212568"/>
                  </a:lnTo>
                  <a:lnTo>
                    <a:pt x="22810" y="173371"/>
                  </a:lnTo>
                  <a:lnTo>
                    <a:pt x="23655" y="176883"/>
                  </a:lnTo>
                  <a:lnTo>
                    <a:pt x="24500" y="163218"/>
                  </a:lnTo>
                  <a:lnTo>
                    <a:pt x="25345" y="118869"/>
                  </a:lnTo>
                  <a:lnTo>
                    <a:pt x="26190" y="47806"/>
                  </a:lnTo>
                  <a:lnTo>
                    <a:pt x="27035" y="0"/>
                  </a:lnTo>
                  <a:lnTo>
                    <a:pt x="27880" y="35380"/>
                  </a:lnTo>
                  <a:lnTo>
                    <a:pt x="28725" y="48523"/>
                  </a:lnTo>
                  <a:lnTo>
                    <a:pt x="29570" y="37914"/>
                  </a:lnTo>
                  <a:lnTo>
                    <a:pt x="30415" y="25738"/>
                  </a:lnTo>
                  <a:lnTo>
                    <a:pt x="31260" y="14645"/>
                  </a:lnTo>
                  <a:lnTo>
                    <a:pt x="32106" y="20198"/>
                  </a:lnTo>
                  <a:lnTo>
                    <a:pt x="32951" y="15454"/>
                  </a:lnTo>
                  <a:lnTo>
                    <a:pt x="33796" y="20590"/>
                  </a:lnTo>
                  <a:lnTo>
                    <a:pt x="34641" y="40030"/>
                  </a:lnTo>
                  <a:lnTo>
                    <a:pt x="35486" y="89513"/>
                  </a:lnTo>
                  <a:lnTo>
                    <a:pt x="36331" y="139665"/>
                  </a:lnTo>
                  <a:lnTo>
                    <a:pt x="37176" y="201797"/>
                  </a:lnTo>
                  <a:lnTo>
                    <a:pt x="38021" y="259636"/>
                  </a:lnTo>
                  <a:lnTo>
                    <a:pt x="38866" y="308233"/>
                  </a:lnTo>
                  <a:lnTo>
                    <a:pt x="39711" y="306267"/>
                  </a:lnTo>
                  <a:lnTo>
                    <a:pt x="40556" y="284884"/>
                  </a:lnTo>
                  <a:lnTo>
                    <a:pt x="41402" y="286947"/>
                  </a:lnTo>
                  <a:lnTo>
                    <a:pt x="42247" y="276299"/>
                  </a:lnTo>
                  <a:lnTo>
                    <a:pt x="43092" y="241026"/>
                  </a:lnTo>
                  <a:lnTo>
                    <a:pt x="43937" y="231843"/>
                  </a:lnTo>
                  <a:lnTo>
                    <a:pt x="44782" y="255492"/>
                  </a:lnTo>
                  <a:lnTo>
                    <a:pt x="45627" y="298264"/>
                  </a:lnTo>
                  <a:lnTo>
                    <a:pt x="46472" y="320819"/>
                  </a:lnTo>
                  <a:lnTo>
                    <a:pt x="47303" y="33167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291031" y="2113537"/>
              <a:ext cx="5199" cy="59339"/>
            </a:xfrm>
            <a:custGeom>
              <a:avLst/>
              <a:pathLst>
                <a:path w="5199" h="59339">
                  <a:moveTo>
                    <a:pt x="0" y="59339"/>
                  </a:moveTo>
                  <a:lnTo>
                    <a:pt x="812" y="54637"/>
                  </a:lnTo>
                  <a:lnTo>
                    <a:pt x="1657" y="21454"/>
                  </a:lnTo>
                  <a:lnTo>
                    <a:pt x="2502" y="6651"/>
                  </a:lnTo>
                  <a:lnTo>
                    <a:pt x="3347" y="0"/>
                  </a:lnTo>
                  <a:lnTo>
                    <a:pt x="4193" y="8622"/>
                  </a:lnTo>
                  <a:lnTo>
                    <a:pt x="5038" y="47547"/>
                  </a:lnTo>
                  <a:lnTo>
                    <a:pt x="5199" y="5933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298592" y="1601983"/>
              <a:ext cx="129786" cy="570892"/>
            </a:xfrm>
            <a:custGeom>
              <a:avLst/>
              <a:pathLst>
                <a:path w="129786" h="570892">
                  <a:moveTo>
                    <a:pt x="0" y="570892"/>
                  </a:moveTo>
                  <a:lnTo>
                    <a:pt x="12" y="570127"/>
                  </a:lnTo>
                  <a:lnTo>
                    <a:pt x="857" y="496156"/>
                  </a:lnTo>
                  <a:lnTo>
                    <a:pt x="1702" y="396840"/>
                  </a:lnTo>
                  <a:lnTo>
                    <a:pt x="2547" y="249207"/>
                  </a:lnTo>
                  <a:lnTo>
                    <a:pt x="3392" y="120315"/>
                  </a:lnTo>
                  <a:lnTo>
                    <a:pt x="4237" y="68643"/>
                  </a:lnTo>
                  <a:lnTo>
                    <a:pt x="5083" y="76208"/>
                  </a:lnTo>
                  <a:lnTo>
                    <a:pt x="5928" y="126451"/>
                  </a:lnTo>
                  <a:lnTo>
                    <a:pt x="6773" y="173364"/>
                  </a:lnTo>
                  <a:lnTo>
                    <a:pt x="7618" y="269400"/>
                  </a:lnTo>
                  <a:lnTo>
                    <a:pt x="8463" y="366929"/>
                  </a:lnTo>
                  <a:lnTo>
                    <a:pt x="9308" y="453105"/>
                  </a:lnTo>
                  <a:lnTo>
                    <a:pt x="10153" y="511269"/>
                  </a:lnTo>
                  <a:lnTo>
                    <a:pt x="10998" y="478227"/>
                  </a:lnTo>
                  <a:lnTo>
                    <a:pt x="11843" y="487478"/>
                  </a:lnTo>
                  <a:lnTo>
                    <a:pt x="12688" y="481108"/>
                  </a:lnTo>
                  <a:lnTo>
                    <a:pt x="13533" y="386393"/>
                  </a:lnTo>
                  <a:lnTo>
                    <a:pt x="14379" y="311016"/>
                  </a:lnTo>
                  <a:lnTo>
                    <a:pt x="15224" y="294069"/>
                  </a:lnTo>
                  <a:lnTo>
                    <a:pt x="16069" y="326537"/>
                  </a:lnTo>
                  <a:lnTo>
                    <a:pt x="16914" y="360195"/>
                  </a:lnTo>
                  <a:lnTo>
                    <a:pt x="17759" y="372967"/>
                  </a:lnTo>
                  <a:lnTo>
                    <a:pt x="18604" y="419097"/>
                  </a:lnTo>
                  <a:lnTo>
                    <a:pt x="19449" y="483697"/>
                  </a:lnTo>
                  <a:lnTo>
                    <a:pt x="20294" y="500402"/>
                  </a:lnTo>
                  <a:lnTo>
                    <a:pt x="21139" y="482036"/>
                  </a:lnTo>
                  <a:lnTo>
                    <a:pt x="21984" y="437889"/>
                  </a:lnTo>
                  <a:lnTo>
                    <a:pt x="22829" y="419535"/>
                  </a:lnTo>
                  <a:lnTo>
                    <a:pt x="23675" y="468119"/>
                  </a:lnTo>
                  <a:lnTo>
                    <a:pt x="24520" y="465333"/>
                  </a:lnTo>
                  <a:lnTo>
                    <a:pt x="25365" y="425416"/>
                  </a:lnTo>
                  <a:lnTo>
                    <a:pt x="26210" y="443952"/>
                  </a:lnTo>
                  <a:lnTo>
                    <a:pt x="27055" y="481185"/>
                  </a:lnTo>
                  <a:lnTo>
                    <a:pt x="27900" y="398557"/>
                  </a:lnTo>
                  <a:lnTo>
                    <a:pt x="28745" y="307305"/>
                  </a:lnTo>
                  <a:lnTo>
                    <a:pt x="29590" y="287316"/>
                  </a:lnTo>
                  <a:lnTo>
                    <a:pt x="30435" y="313502"/>
                  </a:lnTo>
                  <a:lnTo>
                    <a:pt x="31280" y="324193"/>
                  </a:lnTo>
                  <a:lnTo>
                    <a:pt x="32125" y="318867"/>
                  </a:lnTo>
                  <a:lnTo>
                    <a:pt x="32971" y="415442"/>
                  </a:lnTo>
                  <a:lnTo>
                    <a:pt x="33816" y="460482"/>
                  </a:lnTo>
                  <a:lnTo>
                    <a:pt x="34661" y="451058"/>
                  </a:lnTo>
                  <a:lnTo>
                    <a:pt x="35506" y="431343"/>
                  </a:lnTo>
                  <a:lnTo>
                    <a:pt x="36351" y="416011"/>
                  </a:lnTo>
                  <a:lnTo>
                    <a:pt x="37196" y="381540"/>
                  </a:lnTo>
                  <a:lnTo>
                    <a:pt x="38041" y="385477"/>
                  </a:lnTo>
                  <a:lnTo>
                    <a:pt x="38886" y="431687"/>
                  </a:lnTo>
                  <a:lnTo>
                    <a:pt x="39731" y="457110"/>
                  </a:lnTo>
                  <a:lnTo>
                    <a:pt x="40576" y="463688"/>
                  </a:lnTo>
                  <a:lnTo>
                    <a:pt x="41422" y="458849"/>
                  </a:lnTo>
                  <a:lnTo>
                    <a:pt x="42267" y="453961"/>
                  </a:lnTo>
                  <a:lnTo>
                    <a:pt x="43112" y="434386"/>
                  </a:lnTo>
                  <a:lnTo>
                    <a:pt x="43957" y="400902"/>
                  </a:lnTo>
                  <a:lnTo>
                    <a:pt x="44802" y="395515"/>
                  </a:lnTo>
                  <a:lnTo>
                    <a:pt x="45647" y="408653"/>
                  </a:lnTo>
                  <a:lnTo>
                    <a:pt x="46492" y="442604"/>
                  </a:lnTo>
                  <a:lnTo>
                    <a:pt x="47337" y="501614"/>
                  </a:lnTo>
                  <a:lnTo>
                    <a:pt x="48182" y="527931"/>
                  </a:lnTo>
                  <a:lnTo>
                    <a:pt x="49027" y="561414"/>
                  </a:lnTo>
                  <a:lnTo>
                    <a:pt x="49872" y="570792"/>
                  </a:lnTo>
                  <a:lnTo>
                    <a:pt x="50718" y="570792"/>
                  </a:lnTo>
                  <a:lnTo>
                    <a:pt x="51563" y="560669"/>
                  </a:lnTo>
                  <a:lnTo>
                    <a:pt x="52408" y="560113"/>
                  </a:lnTo>
                  <a:lnTo>
                    <a:pt x="53253" y="549590"/>
                  </a:lnTo>
                  <a:lnTo>
                    <a:pt x="54098" y="508021"/>
                  </a:lnTo>
                  <a:lnTo>
                    <a:pt x="54943" y="485094"/>
                  </a:lnTo>
                  <a:lnTo>
                    <a:pt x="55788" y="443266"/>
                  </a:lnTo>
                  <a:lnTo>
                    <a:pt x="56633" y="388366"/>
                  </a:lnTo>
                  <a:lnTo>
                    <a:pt x="57478" y="368972"/>
                  </a:lnTo>
                  <a:lnTo>
                    <a:pt x="58323" y="377549"/>
                  </a:lnTo>
                  <a:lnTo>
                    <a:pt x="59168" y="385639"/>
                  </a:lnTo>
                  <a:lnTo>
                    <a:pt x="60014" y="362778"/>
                  </a:lnTo>
                  <a:lnTo>
                    <a:pt x="60859" y="406500"/>
                  </a:lnTo>
                  <a:lnTo>
                    <a:pt x="61704" y="472899"/>
                  </a:lnTo>
                  <a:lnTo>
                    <a:pt x="62549" y="452624"/>
                  </a:lnTo>
                  <a:lnTo>
                    <a:pt x="63394" y="397771"/>
                  </a:lnTo>
                  <a:lnTo>
                    <a:pt x="64239" y="351223"/>
                  </a:lnTo>
                  <a:lnTo>
                    <a:pt x="65084" y="357043"/>
                  </a:lnTo>
                  <a:lnTo>
                    <a:pt x="65929" y="347176"/>
                  </a:lnTo>
                  <a:lnTo>
                    <a:pt x="66774" y="332023"/>
                  </a:lnTo>
                  <a:lnTo>
                    <a:pt x="67619" y="352593"/>
                  </a:lnTo>
                  <a:lnTo>
                    <a:pt x="68464" y="409394"/>
                  </a:lnTo>
                  <a:lnTo>
                    <a:pt x="69310" y="489422"/>
                  </a:lnTo>
                  <a:lnTo>
                    <a:pt x="70155" y="499120"/>
                  </a:lnTo>
                  <a:lnTo>
                    <a:pt x="71000" y="450778"/>
                  </a:lnTo>
                  <a:lnTo>
                    <a:pt x="71845" y="397508"/>
                  </a:lnTo>
                  <a:lnTo>
                    <a:pt x="72690" y="343931"/>
                  </a:lnTo>
                  <a:lnTo>
                    <a:pt x="73535" y="316999"/>
                  </a:lnTo>
                  <a:lnTo>
                    <a:pt x="74380" y="297041"/>
                  </a:lnTo>
                  <a:lnTo>
                    <a:pt x="75225" y="301453"/>
                  </a:lnTo>
                  <a:lnTo>
                    <a:pt x="76070" y="330155"/>
                  </a:lnTo>
                  <a:lnTo>
                    <a:pt x="76915" y="324838"/>
                  </a:lnTo>
                  <a:lnTo>
                    <a:pt x="77760" y="309116"/>
                  </a:lnTo>
                  <a:lnTo>
                    <a:pt x="78606" y="280414"/>
                  </a:lnTo>
                  <a:lnTo>
                    <a:pt x="79451" y="223087"/>
                  </a:lnTo>
                  <a:lnTo>
                    <a:pt x="80296" y="148734"/>
                  </a:lnTo>
                  <a:lnTo>
                    <a:pt x="81141" y="70426"/>
                  </a:lnTo>
                  <a:lnTo>
                    <a:pt x="81986" y="19724"/>
                  </a:lnTo>
                  <a:lnTo>
                    <a:pt x="82831" y="4422"/>
                  </a:lnTo>
                  <a:lnTo>
                    <a:pt x="83676" y="0"/>
                  </a:lnTo>
                  <a:lnTo>
                    <a:pt x="84521" y="21542"/>
                  </a:lnTo>
                  <a:lnTo>
                    <a:pt x="85366" y="56406"/>
                  </a:lnTo>
                  <a:lnTo>
                    <a:pt x="86211" y="90121"/>
                  </a:lnTo>
                  <a:lnTo>
                    <a:pt x="87056" y="114191"/>
                  </a:lnTo>
                  <a:lnTo>
                    <a:pt x="87902" y="114942"/>
                  </a:lnTo>
                  <a:lnTo>
                    <a:pt x="88747" y="117176"/>
                  </a:lnTo>
                  <a:lnTo>
                    <a:pt x="89592" y="121573"/>
                  </a:lnTo>
                  <a:lnTo>
                    <a:pt x="90437" y="120754"/>
                  </a:lnTo>
                  <a:lnTo>
                    <a:pt x="91282" y="129972"/>
                  </a:lnTo>
                  <a:lnTo>
                    <a:pt x="92127" y="160239"/>
                  </a:lnTo>
                  <a:lnTo>
                    <a:pt x="92972" y="204580"/>
                  </a:lnTo>
                  <a:lnTo>
                    <a:pt x="93817" y="253966"/>
                  </a:lnTo>
                  <a:lnTo>
                    <a:pt x="94662" y="291180"/>
                  </a:lnTo>
                  <a:lnTo>
                    <a:pt x="95507" y="299687"/>
                  </a:lnTo>
                  <a:lnTo>
                    <a:pt x="96353" y="310654"/>
                  </a:lnTo>
                  <a:lnTo>
                    <a:pt x="97198" y="322861"/>
                  </a:lnTo>
                  <a:lnTo>
                    <a:pt x="98043" y="317436"/>
                  </a:lnTo>
                  <a:lnTo>
                    <a:pt x="98888" y="275282"/>
                  </a:lnTo>
                  <a:lnTo>
                    <a:pt x="99733" y="236827"/>
                  </a:lnTo>
                  <a:lnTo>
                    <a:pt x="100578" y="263643"/>
                  </a:lnTo>
                  <a:lnTo>
                    <a:pt x="101423" y="302338"/>
                  </a:lnTo>
                  <a:lnTo>
                    <a:pt x="102268" y="344594"/>
                  </a:lnTo>
                  <a:lnTo>
                    <a:pt x="103113" y="339260"/>
                  </a:lnTo>
                  <a:lnTo>
                    <a:pt x="103958" y="346328"/>
                  </a:lnTo>
                  <a:lnTo>
                    <a:pt x="104803" y="398620"/>
                  </a:lnTo>
                  <a:lnTo>
                    <a:pt x="105649" y="396335"/>
                  </a:lnTo>
                  <a:lnTo>
                    <a:pt x="106494" y="391061"/>
                  </a:lnTo>
                  <a:lnTo>
                    <a:pt x="107339" y="391551"/>
                  </a:lnTo>
                  <a:lnTo>
                    <a:pt x="108184" y="441819"/>
                  </a:lnTo>
                  <a:lnTo>
                    <a:pt x="109029" y="485344"/>
                  </a:lnTo>
                  <a:lnTo>
                    <a:pt x="109874" y="470839"/>
                  </a:lnTo>
                  <a:lnTo>
                    <a:pt x="110719" y="461802"/>
                  </a:lnTo>
                  <a:lnTo>
                    <a:pt x="111564" y="418330"/>
                  </a:lnTo>
                  <a:lnTo>
                    <a:pt x="112409" y="359174"/>
                  </a:lnTo>
                  <a:lnTo>
                    <a:pt x="113254" y="340579"/>
                  </a:lnTo>
                  <a:lnTo>
                    <a:pt x="114099" y="308886"/>
                  </a:lnTo>
                  <a:lnTo>
                    <a:pt x="114945" y="293871"/>
                  </a:lnTo>
                  <a:lnTo>
                    <a:pt x="115790" y="284300"/>
                  </a:lnTo>
                  <a:lnTo>
                    <a:pt x="116635" y="280054"/>
                  </a:lnTo>
                  <a:lnTo>
                    <a:pt x="117480" y="282306"/>
                  </a:lnTo>
                  <a:lnTo>
                    <a:pt x="118325" y="296017"/>
                  </a:lnTo>
                  <a:lnTo>
                    <a:pt x="119170" y="327711"/>
                  </a:lnTo>
                  <a:lnTo>
                    <a:pt x="120015" y="357528"/>
                  </a:lnTo>
                  <a:lnTo>
                    <a:pt x="120860" y="405567"/>
                  </a:lnTo>
                  <a:lnTo>
                    <a:pt x="121705" y="455403"/>
                  </a:lnTo>
                  <a:lnTo>
                    <a:pt x="122550" y="523868"/>
                  </a:lnTo>
                  <a:lnTo>
                    <a:pt x="123395" y="541090"/>
                  </a:lnTo>
                  <a:lnTo>
                    <a:pt x="124241" y="523228"/>
                  </a:lnTo>
                  <a:lnTo>
                    <a:pt x="125086" y="459474"/>
                  </a:lnTo>
                  <a:lnTo>
                    <a:pt x="125931" y="443230"/>
                  </a:lnTo>
                  <a:lnTo>
                    <a:pt x="126776" y="477042"/>
                  </a:lnTo>
                  <a:lnTo>
                    <a:pt x="127621" y="483102"/>
                  </a:lnTo>
                  <a:lnTo>
                    <a:pt x="128466" y="500751"/>
                  </a:lnTo>
                  <a:lnTo>
                    <a:pt x="129311" y="541708"/>
                  </a:lnTo>
                  <a:lnTo>
                    <a:pt x="129786" y="57089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429359" y="363653"/>
              <a:ext cx="445964" cy="1809222"/>
            </a:xfrm>
            <a:custGeom>
              <a:avLst/>
              <a:pathLst>
                <a:path w="445964" h="1809222">
                  <a:moveTo>
                    <a:pt x="0" y="1809222"/>
                  </a:moveTo>
                  <a:lnTo>
                    <a:pt x="235" y="1800437"/>
                  </a:lnTo>
                  <a:lnTo>
                    <a:pt x="1080" y="1752631"/>
                  </a:lnTo>
                  <a:lnTo>
                    <a:pt x="1925" y="1713835"/>
                  </a:lnTo>
                  <a:lnTo>
                    <a:pt x="2770" y="1626775"/>
                  </a:lnTo>
                  <a:lnTo>
                    <a:pt x="3615" y="1570392"/>
                  </a:lnTo>
                  <a:lnTo>
                    <a:pt x="4460" y="1558674"/>
                  </a:lnTo>
                  <a:lnTo>
                    <a:pt x="5305" y="1613231"/>
                  </a:lnTo>
                  <a:lnTo>
                    <a:pt x="6151" y="1629760"/>
                  </a:lnTo>
                  <a:lnTo>
                    <a:pt x="6996" y="1612199"/>
                  </a:lnTo>
                  <a:lnTo>
                    <a:pt x="7841" y="1663285"/>
                  </a:lnTo>
                  <a:lnTo>
                    <a:pt x="8686" y="1693518"/>
                  </a:lnTo>
                  <a:lnTo>
                    <a:pt x="9531" y="1692953"/>
                  </a:lnTo>
                  <a:lnTo>
                    <a:pt x="10376" y="1665586"/>
                  </a:lnTo>
                  <a:lnTo>
                    <a:pt x="11221" y="1670464"/>
                  </a:lnTo>
                  <a:lnTo>
                    <a:pt x="12066" y="1674365"/>
                  </a:lnTo>
                  <a:lnTo>
                    <a:pt x="12911" y="1631913"/>
                  </a:lnTo>
                  <a:lnTo>
                    <a:pt x="13756" y="1599527"/>
                  </a:lnTo>
                  <a:lnTo>
                    <a:pt x="14602" y="1611757"/>
                  </a:lnTo>
                  <a:lnTo>
                    <a:pt x="15447" y="1626599"/>
                  </a:lnTo>
                  <a:lnTo>
                    <a:pt x="16292" y="1597266"/>
                  </a:lnTo>
                  <a:lnTo>
                    <a:pt x="17137" y="1593837"/>
                  </a:lnTo>
                  <a:lnTo>
                    <a:pt x="17982" y="1643557"/>
                  </a:lnTo>
                  <a:lnTo>
                    <a:pt x="18827" y="1675552"/>
                  </a:lnTo>
                  <a:lnTo>
                    <a:pt x="19672" y="1678146"/>
                  </a:lnTo>
                  <a:lnTo>
                    <a:pt x="20517" y="1686315"/>
                  </a:lnTo>
                  <a:lnTo>
                    <a:pt x="21362" y="1705705"/>
                  </a:lnTo>
                  <a:lnTo>
                    <a:pt x="22207" y="1711471"/>
                  </a:lnTo>
                  <a:lnTo>
                    <a:pt x="23052" y="1667350"/>
                  </a:lnTo>
                  <a:lnTo>
                    <a:pt x="23898" y="1600428"/>
                  </a:lnTo>
                  <a:lnTo>
                    <a:pt x="24743" y="1568394"/>
                  </a:lnTo>
                  <a:lnTo>
                    <a:pt x="25588" y="1521512"/>
                  </a:lnTo>
                  <a:lnTo>
                    <a:pt x="26433" y="1458825"/>
                  </a:lnTo>
                  <a:lnTo>
                    <a:pt x="27278" y="1417293"/>
                  </a:lnTo>
                  <a:lnTo>
                    <a:pt x="28123" y="1399803"/>
                  </a:lnTo>
                  <a:lnTo>
                    <a:pt x="28968" y="1432043"/>
                  </a:lnTo>
                  <a:lnTo>
                    <a:pt x="29813" y="1433149"/>
                  </a:lnTo>
                  <a:lnTo>
                    <a:pt x="30658" y="1419700"/>
                  </a:lnTo>
                  <a:lnTo>
                    <a:pt x="31503" y="1483526"/>
                  </a:lnTo>
                  <a:lnTo>
                    <a:pt x="32348" y="1549447"/>
                  </a:lnTo>
                  <a:lnTo>
                    <a:pt x="33194" y="1550595"/>
                  </a:lnTo>
                  <a:lnTo>
                    <a:pt x="34039" y="1517684"/>
                  </a:lnTo>
                  <a:lnTo>
                    <a:pt x="34884" y="1518852"/>
                  </a:lnTo>
                  <a:lnTo>
                    <a:pt x="35729" y="1575429"/>
                  </a:lnTo>
                  <a:lnTo>
                    <a:pt x="36574" y="1593302"/>
                  </a:lnTo>
                  <a:lnTo>
                    <a:pt x="37419" y="1588829"/>
                  </a:lnTo>
                  <a:lnTo>
                    <a:pt x="38264" y="1622055"/>
                  </a:lnTo>
                  <a:lnTo>
                    <a:pt x="39109" y="1659883"/>
                  </a:lnTo>
                  <a:lnTo>
                    <a:pt x="39954" y="1667398"/>
                  </a:lnTo>
                  <a:lnTo>
                    <a:pt x="40799" y="1645030"/>
                  </a:lnTo>
                  <a:lnTo>
                    <a:pt x="41644" y="1638379"/>
                  </a:lnTo>
                  <a:lnTo>
                    <a:pt x="42490" y="1663955"/>
                  </a:lnTo>
                  <a:lnTo>
                    <a:pt x="43335" y="1676215"/>
                  </a:lnTo>
                  <a:lnTo>
                    <a:pt x="44180" y="1656345"/>
                  </a:lnTo>
                  <a:lnTo>
                    <a:pt x="45025" y="1659389"/>
                  </a:lnTo>
                  <a:lnTo>
                    <a:pt x="45870" y="1674823"/>
                  </a:lnTo>
                  <a:lnTo>
                    <a:pt x="46715" y="1674329"/>
                  </a:lnTo>
                  <a:lnTo>
                    <a:pt x="47560" y="1657545"/>
                  </a:lnTo>
                  <a:lnTo>
                    <a:pt x="48405" y="1633377"/>
                  </a:lnTo>
                  <a:lnTo>
                    <a:pt x="49250" y="1625111"/>
                  </a:lnTo>
                  <a:lnTo>
                    <a:pt x="50095" y="1615913"/>
                  </a:lnTo>
                  <a:lnTo>
                    <a:pt x="50940" y="1599375"/>
                  </a:lnTo>
                  <a:lnTo>
                    <a:pt x="51786" y="1558836"/>
                  </a:lnTo>
                  <a:lnTo>
                    <a:pt x="52631" y="1560779"/>
                  </a:lnTo>
                  <a:lnTo>
                    <a:pt x="53476" y="1598643"/>
                  </a:lnTo>
                  <a:lnTo>
                    <a:pt x="54321" y="1659992"/>
                  </a:lnTo>
                  <a:lnTo>
                    <a:pt x="55166" y="1697671"/>
                  </a:lnTo>
                  <a:lnTo>
                    <a:pt x="56011" y="1726158"/>
                  </a:lnTo>
                  <a:lnTo>
                    <a:pt x="56856" y="1769283"/>
                  </a:lnTo>
                  <a:lnTo>
                    <a:pt x="57701" y="1745263"/>
                  </a:lnTo>
                  <a:lnTo>
                    <a:pt x="58546" y="1707172"/>
                  </a:lnTo>
                  <a:lnTo>
                    <a:pt x="59391" y="1714170"/>
                  </a:lnTo>
                  <a:lnTo>
                    <a:pt x="60236" y="1731713"/>
                  </a:lnTo>
                  <a:lnTo>
                    <a:pt x="61082" y="1720561"/>
                  </a:lnTo>
                  <a:lnTo>
                    <a:pt x="61927" y="1706246"/>
                  </a:lnTo>
                  <a:lnTo>
                    <a:pt x="62772" y="1697360"/>
                  </a:lnTo>
                  <a:lnTo>
                    <a:pt x="63617" y="1718193"/>
                  </a:lnTo>
                  <a:lnTo>
                    <a:pt x="64462" y="1676723"/>
                  </a:lnTo>
                  <a:lnTo>
                    <a:pt x="65307" y="1654126"/>
                  </a:lnTo>
                  <a:lnTo>
                    <a:pt x="66152" y="1647490"/>
                  </a:lnTo>
                  <a:lnTo>
                    <a:pt x="66997" y="1630141"/>
                  </a:lnTo>
                  <a:lnTo>
                    <a:pt x="67842" y="1645312"/>
                  </a:lnTo>
                  <a:lnTo>
                    <a:pt x="68687" y="1657767"/>
                  </a:lnTo>
                  <a:lnTo>
                    <a:pt x="69533" y="1674712"/>
                  </a:lnTo>
                  <a:lnTo>
                    <a:pt x="70378" y="1654733"/>
                  </a:lnTo>
                  <a:lnTo>
                    <a:pt x="71223" y="1678422"/>
                  </a:lnTo>
                  <a:lnTo>
                    <a:pt x="72068" y="1677357"/>
                  </a:lnTo>
                  <a:lnTo>
                    <a:pt x="72913" y="1637973"/>
                  </a:lnTo>
                  <a:lnTo>
                    <a:pt x="73758" y="1623134"/>
                  </a:lnTo>
                  <a:lnTo>
                    <a:pt x="74603" y="1599334"/>
                  </a:lnTo>
                  <a:lnTo>
                    <a:pt x="75448" y="1586490"/>
                  </a:lnTo>
                  <a:lnTo>
                    <a:pt x="76293" y="1537292"/>
                  </a:lnTo>
                  <a:lnTo>
                    <a:pt x="77138" y="1545775"/>
                  </a:lnTo>
                  <a:lnTo>
                    <a:pt x="77983" y="1556166"/>
                  </a:lnTo>
                  <a:lnTo>
                    <a:pt x="78829" y="1543233"/>
                  </a:lnTo>
                  <a:lnTo>
                    <a:pt x="79674" y="1577403"/>
                  </a:lnTo>
                  <a:lnTo>
                    <a:pt x="80519" y="1579695"/>
                  </a:lnTo>
                  <a:lnTo>
                    <a:pt x="81364" y="1570798"/>
                  </a:lnTo>
                  <a:lnTo>
                    <a:pt x="82209" y="1524329"/>
                  </a:lnTo>
                  <a:lnTo>
                    <a:pt x="83054" y="1503182"/>
                  </a:lnTo>
                  <a:lnTo>
                    <a:pt x="83899" y="1485105"/>
                  </a:lnTo>
                  <a:lnTo>
                    <a:pt x="84744" y="1408706"/>
                  </a:lnTo>
                  <a:lnTo>
                    <a:pt x="85589" y="1370829"/>
                  </a:lnTo>
                  <a:lnTo>
                    <a:pt x="86434" y="1408901"/>
                  </a:lnTo>
                  <a:lnTo>
                    <a:pt x="87279" y="1466858"/>
                  </a:lnTo>
                  <a:lnTo>
                    <a:pt x="88125" y="1507523"/>
                  </a:lnTo>
                  <a:lnTo>
                    <a:pt x="88970" y="1533784"/>
                  </a:lnTo>
                  <a:lnTo>
                    <a:pt x="89815" y="1605805"/>
                  </a:lnTo>
                  <a:lnTo>
                    <a:pt x="90660" y="1689317"/>
                  </a:lnTo>
                  <a:lnTo>
                    <a:pt x="91505" y="1687609"/>
                  </a:lnTo>
                  <a:lnTo>
                    <a:pt x="92350" y="1650719"/>
                  </a:lnTo>
                  <a:lnTo>
                    <a:pt x="93195" y="1574983"/>
                  </a:lnTo>
                  <a:lnTo>
                    <a:pt x="94040" y="1538045"/>
                  </a:lnTo>
                  <a:lnTo>
                    <a:pt x="94885" y="1503630"/>
                  </a:lnTo>
                  <a:lnTo>
                    <a:pt x="95730" y="1429622"/>
                  </a:lnTo>
                  <a:lnTo>
                    <a:pt x="96575" y="1345349"/>
                  </a:lnTo>
                  <a:lnTo>
                    <a:pt x="97421" y="1341919"/>
                  </a:lnTo>
                  <a:lnTo>
                    <a:pt x="98266" y="1424852"/>
                  </a:lnTo>
                  <a:lnTo>
                    <a:pt x="99111" y="1480030"/>
                  </a:lnTo>
                  <a:lnTo>
                    <a:pt x="99956" y="1482247"/>
                  </a:lnTo>
                  <a:lnTo>
                    <a:pt x="100801" y="1448451"/>
                  </a:lnTo>
                  <a:lnTo>
                    <a:pt x="101646" y="1428164"/>
                  </a:lnTo>
                  <a:lnTo>
                    <a:pt x="102491" y="1434165"/>
                  </a:lnTo>
                  <a:lnTo>
                    <a:pt x="103336" y="1454704"/>
                  </a:lnTo>
                  <a:lnTo>
                    <a:pt x="104181" y="1478680"/>
                  </a:lnTo>
                  <a:lnTo>
                    <a:pt x="105026" y="1532954"/>
                  </a:lnTo>
                  <a:lnTo>
                    <a:pt x="105871" y="1585408"/>
                  </a:lnTo>
                  <a:lnTo>
                    <a:pt x="106717" y="1633832"/>
                  </a:lnTo>
                  <a:lnTo>
                    <a:pt x="107562" y="1595967"/>
                  </a:lnTo>
                  <a:lnTo>
                    <a:pt x="108407" y="1538540"/>
                  </a:lnTo>
                  <a:lnTo>
                    <a:pt x="109252" y="1477658"/>
                  </a:lnTo>
                  <a:lnTo>
                    <a:pt x="110097" y="1398899"/>
                  </a:lnTo>
                  <a:lnTo>
                    <a:pt x="110942" y="1366683"/>
                  </a:lnTo>
                  <a:lnTo>
                    <a:pt x="111787" y="1357067"/>
                  </a:lnTo>
                  <a:lnTo>
                    <a:pt x="112632" y="1383371"/>
                  </a:lnTo>
                  <a:lnTo>
                    <a:pt x="113477" y="1418768"/>
                  </a:lnTo>
                  <a:lnTo>
                    <a:pt x="114322" y="1400967"/>
                  </a:lnTo>
                  <a:lnTo>
                    <a:pt x="115167" y="1374510"/>
                  </a:lnTo>
                  <a:lnTo>
                    <a:pt x="116013" y="1368339"/>
                  </a:lnTo>
                  <a:lnTo>
                    <a:pt x="116858" y="1440642"/>
                  </a:lnTo>
                  <a:lnTo>
                    <a:pt x="117703" y="1472298"/>
                  </a:lnTo>
                  <a:lnTo>
                    <a:pt x="118548" y="1424534"/>
                  </a:lnTo>
                  <a:lnTo>
                    <a:pt x="119393" y="1361007"/>
                  </a:lnTo>
                  <a:lnTo>
                    <a:pt x="120238" y="1357068"/>
                  </a:lnTo>
                  <a:lnTo>
                    <a:pt x="121083" y="1385597"/>
                  </a:lnTo>
                  <a:lnTo>
                    <a:pt x="121928" y="1388389"/>
                  </a:lnTo>
                  <a:lnTo>
                    <a:pt x="122773" y="1371275"/>
                  </a:lnTo>
                  <a:lnTo>
                    <a:pt x="123618" y="1327913"/>
                  </a:lnTo>
                  <a:lnTo>
                    <a:pt x="124463" y="1359619"/>
                  </a:lnTo>
                  <a:lnTo>
                    <a:pt x="125309" y="1386900"/>
                  </a:lnTo>
                  <a:lnTo>
                    <a:pt x="126154" y="1360112"/>
                  </a:lnTo>
                  <a:lnTo>
                    <a:pt x="126999" y="1289204"/>
                  </a:lnTo>
                  <a:lnTo>
                    <a:pt x="127844" y="1299816"/>
                  </a:lnTo>
                  <a:lnTo>
                    <a:pt x="128689" y="1414197"/>
                  </a:lnTo>
                  <a:lnTo>
                    <a:pt x="129534" y="1486677"/>
                  </a:lnTo>
                  <a:lnTo>
                    <a:pt x="130379" y="1500390"/>
                  </a:lnTo>
                  <a:lnTo>
                    <a:pt x="131224" y="1546514"/>
                  </a:lnTo>
                  <a:lnTo>
                    <a:pt x="132069" y="1572339"/>
                  </a:lnTo>
                  <a:lnTo>
                    <a:pt x="132914" y="1587877"/>
                  </a:lnTo>
                  <a:lnTo>
                    <a:pt x="133760" y="1595806"/>
                  </a:lnTo>
                  <a:lnTo>
                    <a:pt x="134605" y="1616005"/>
                  </a:lnTo>
                  <a:lnTo>
                    <a:pt x="135450" y="1673625"/>
                  </a:lnTo>
                  <a:lnTo>
                    <a:pt x="136295" y="1685602"/>
                  </a:lnTo>
                  <a:lnTo>
                    <a:pt x="137140" y="1708843"/>
                  </a:lnTo>
                  <a:lnTo>
                    <a:pt x="137985" y="1728180"/>
                  </a:lnTo>
                  <a:lnTo>
                    <a:pt x="138830" y="1674915"/>
                  </a:lnTo>
                  <a:lnTo>
                    <a:pt x="139675" y="1628960"/>
                  </a:lnTo>
                  <a:lnTo>
                    <a:pt x="140520" y="1620769"/>
                  </a:lnTo>
                  <a:lnTo>
                    <a:pt x="141365" y="1644617"/>
                  </a:lnTo>
                  <a:lnTo>
                    <a:pt x="142210" y="1672941"/>
                  </a:lnTo>
                  <a:lnTo>
                    <a:pt x="143056" y="1674264"/>
                  </a:lnTo>
                  <a:lnTo>
                    <a:pt x="143901" y="1677479"/>
                  </a:lnTo>
                  <a:lnTo>
                    <a:pt x="144746" y="1637411"/>
                  </a:lnTo>
                  <a:lnTo>
                    <a:pt x="145591" y="1560381"/>
                  </a:lnTo>
                  <a:lnTo>
                    <a:pt x="146436" y="1460517"/>
                  </a:lnTo>
                  <a:lnTo>
                    <a:pt x="147281" y="1349511"/>
                  </a:lnTo>
                  <a:lnTo>
                    <a:pt x="148126" y="1238210"/>
                  </a:lnTo>
                  <a:lnTo>
                    <a:pt x="148971" y="1175352"/>
                  </a:lnTo>
                  <a:lnTo>
                    <a:pt x="149816" y="1176679"/>
                  </a:lnTo>
                  <a:lnTo>
                    <a:pt x="150661" y="1143868"/>
                  </a:lnTo>
                  <a:lnTo>
                    <a:pt x="151506" y="1142668"/>
                  </a:lnTo>
                  <a:lnTo>
                    <a:pt x="152352" y="1161266"/>
                  </a:lnTo>
                  <a:lnTo>
                    <a:pt x="153197" y="1196090"/>
                  </a:lnTo>
                  <a:lnTo>
                    <a:pt x="154042" y="1209085"/>
                  </a:lnTo>
                  <a:lnTo>
                    <a:pt x="154887" y="1205405"/>
                  </a:lnTo>
                  <a:lnTo>
                    <a:pt x="155732" y="1308762"/>
                  </a:lnTo>
                  <a:lnTo>
                    <a:pt x="156577" y="1409828"/>
                  </a:lnTo>
                  <a:lnTo>
                    <a:pt x="157422" y="1502236"/>
                  </a:lnTo>
                  <a:lnTo>
                    <a:pt x="158267" y="1575633"/>
                  </a:lnTo>
                  <a:lnTo>
                    <a:pt x="159112" y="1641780"/>
                  </a:lnTo>
                  <a:lnTo>
                    <a:pt x="159957" y="1707899"/>
                  </a:lnTo>
                  <a:lnTo>
                    <a:pt x="160802" y="1718100"/>
                  </a:lnTo>
                  <a:lnTo>
                    <a:pt x="161648" y="1686182"/>
                  </a:lnTo>
                  <a:lnTo>
                    <a:pt x="162493" y="1620457"/>
                  </a:lnTo>
                  <a:lnTo>
                    <a:pt x="163338" y="1561079"/>
                  </a:lnTo>
                  <a:lnTo>
                    <a:pt x="164183" y="1460946"/>
                  </a:lnTo>
                  <a:lnTo>
                    <a:pt x="165028" y="1322933"/>
                  </a:lnTo>
                  <a:lnTo>
                    <a:pt x="165873" y="1176473"/>
                  </a:lnTo>
                  <a:lnTo>
                    <a:pt x="166718" y="1090495"/>
                  </a:lnTo>
                  <a:lnTo>
                    <a:pt x="167563" y="1034142"/>
                  </a:lnTo>
                  <a:lnTo>
                    <a:pt x="168408" y="955680"/>
                  </a:lnTo>
                  <a:lnTo>
                    <a:pt x="169253" y="912405"/>
                  </a:lnTo>
                  <a:lnTo>
                    <a:pt x="170098" y="878745"/>
                  </a:lnTo>
                  <a:lnTo>
                    <a:pt x="170944" y="841168"/>
                  </a:lnTo>
                  <a:lnTo>
                    <a:pt x="171789" y="832345"/>
                  </a:lnTo>
                  <a:lnTo>
                    <a:pt x="172634" y="882076"/>
                  </a:lnTo>
                  <a:lnTo>
                    <a:pt x="173479" y="948148"/>
                  </a:lnTo>
                  <a:lnTo>
                    <a:pt x="174324" y="1031450"/>
                  </a:lnTo>
                  <a:lnTo>
                    <a:pt x="175169" y="1043200"/>
                  </a:lnTo>
                  <a:lnTo>
                    <a:pt x="176014" y="1028384"/>
                  </a:lnTo>
                  <a:lnTo>
                    <a:pt x="176859" y="996387"/>
                  </a:lnTo>
                  <a:lnTo>
                    <a:pt x="177704" y="978494"/>
                  </a:lnTo>
                  <a:lnTo>
                    <a:pt x="178549" y="907628"/>
                  </a:lnTo>
                  <a:lnTo>
                    <a:pt x="179394" y="821309"/>
                  </a:lnTo>
                  <a:lnTo>
                    <a:pt x="180240" y="868193"/>
                  </a:lnTo>
                  <a:lnTo>
                    <a:pt x="181085" y="901519"/>
                  </a:lnTo>
                  <a:lnTo>
                    <a:pt x="181930" y="859683"/>
                  </a:lnTo>
                  <a:lnTo>
                    <a:pt x="182775" y="724338"/>
                  </a:lnTo>
                  <a:lnTo>
                    <a:pt x="183620" y="689301"/>
                  </a:lnTo>
                  <a:lnTo>
                    <a:pt x="184465" y="687873"/>
                  </a:lnTo>
                  <a:lnTo>
                    <a:pt x="185310" y="578894"/>
                  </a:lnTo>
                  <a:lnTo>
                    <a:pt x="186155" y="528298"/>
                  </a:lnTo>
                  <a:lnTo>
                    <a:pt x="187000" y="552564"/>
                  </a:lnTo>
                  <a:lnTo>
                    <a:pt x="187845" y="576743"/>
                  </a:lnTo>
                  <a:lnTo>
                    <a:pt x="188690" y="557090"/>
                  </a:lnTo>
                  <a:lnTo>
                    <a:pt x="189536" y="555976"/>
                  </a:lnTo>
                  <a:lnTo>
                    <a:pt x="190381" y="629053"/>
                  </a:lnTo>
                  <a:lnTo>
                    <a:pt x="191226" y="686948"/>
                  </a:lnTo>
                  <a:lnTo>
                    <a:pt x="192071" y="718152"/>
                  </a:lnTo>
                  <a:lnTo>
                    <a:pt x="192916" y="832407"/>
                  </a:lnTo>
                  <a:lnTo>
                    <a:pt x="193761" y="942163"/>
                  </a:lnTo>
                  <a:lnTo>
                    <a:pt x="194606" y="1023009"/>
                  </a:lnTo>
                  <a:lnTo>
                    <a:pt x="195451" y="1172670"/>
                  </a:lnTo>
                  <a:lnTo>
                    <a:pt x="196296" y="1280991"/>
                  </a:lnTo>
                  <a:lnTo>
                    <a:pt x="197141" y="1351360"/>
                  </a:lnTo>
                  <a:lnTo>
                    <a:pt x="197987" y="1340548"/>
                  </a:lnTo>
                  <a:lnTo>
                    <a:pt x="198832" y="1320532"/>
                  </a:lnTo>
                  <a:lnTo>
                    <a:pt x="199677" y="1296964"/>
                  </a:lnTo>
                  <a:lnTo>
                    <a:pt x="200522" y="1206677"/>
                  </a:lnTo>
                  <a:lnTo>
                    <a:pt x="201367" y="1142221"/>
                  </a:lnTo>
                  <a:lnTo>
                    <a:pt x="202212" y="1093409"/>
                  </a:lnTo>
                  <a:lnTo>
                    <a:pt x="203057" y="1030502"/>
                  </a:lnTo>
                  <a:lnTo>
                    <a:pt x="203902" y="984373"/>
                  </a:lnTo>
                  <a:lnTo>
                    <a:pt x="204747" y="911112"/>
                  </a:lnTo>
                  <a:lnTo>
                    <a:pt x="205592" y="843020"/>
                  </a:lnTo>
                  <a:lnTo>
                    <a:pt x="206437" y="755823"/>
                  </a:lnTo>
                  <a:lnTo>
                    <a:pt x="207283" y="660533"/>
                  </a:lnTo>
                  <a:lnTo>
                    <a:pt x="208128" y="606921"/>
                  </a:lnTo>
                  <a:lnTo>
                    <a:pt x="208973" y="545133"/>
                  </a:lnTo>
                  <a:lnTo>
                    <a:pt x="209818" y="528821"/>
                  </a:lnTo>
                  <a:lnTo>
                    <a:pt x="210663" y="551361"/>
                  </a:lnTo>
                  <a:lnTo>
                    <a:pt x="211508" y="631382"/>
                  </a:lnTo>
                  <a:lnTo>
                    <a:pt x="212353" y="636939"/>
                  </a:lnTo>
                  <a:lnTo>
                    <a:pt x="213198" y="608085"/>
                  </a:lnTo>
                  <a:lnTo>
                    <a:pt x="214043" y="596724"/>
                  </a:lnTo>
                  <a:lnTo>
                    <a:pt x="214888" y="567579"/>
                  </a:lnTo>
                  <a:lnTo>
                    <a:pt x="215733" y="500235"/>
                  </a:lnTo>
                  <a:lnTo>
                    <a:pt x="216579" y="413426"/>
                  </a:lnTo>
                  <a:lnTo>
                    <a:pt x="217424" y="522592"/>
                  </a:lnTo>
                  <a:lnTo>
                    <a:pt x="218269" y="571087"/>
                  </a:lnTo>
                  <a:lnTo>
                    <a:pt x="219114" y="534889"/>
                  </a:lnTo>
                  <a:lnTo>
                    <a:pt x="219959" y="531942"/>
                  </a:lnTo>
                  <a:lnTo>
                    <a:pt x="220804" y="504976"/>
                  </a:lnTo>
                  <a:lnTo>
                    <a:pt x="221649" y="475934"/>
                  </a:lnTo>
                  <a:lnTo>
                    <a:pt x="222494" y="433757"/>
                  </a:lnTo>
                  <a:lnTo>
                    <a:pt x="223339" y="469602"/>
                  </a:lnTo>
                  <a:lnTo>
                    <a:pt x="224184" y="532614"/>
                  </a:lnTo>
                  <a:lnTo>
                    <a:pt x="225029" y="540931"/>
                  </a:lnTo>
                  <a:lnTo>
                    <a:pt x="225875" y="527801"/>
                  </a:lnTo>
                  <a:lnTo>
                    <a:pt x="226720" y="510299"/>
                  </a:lnTo>
                  <a:lnTo>
                    <a:pt x="227565" y="396930"/>
                  </a:lnTo>
                  <a:lnTo>
                    <a:pt x="228410" y="291892"/>
                  </a:lnTo>
                  <a:lnTo>
                    <a:pt x="229255" y="261140"/>
                  </a:lnTo>
                  <a:lnTo>
                    <a:pt x="230100" y="285356"/>
                  </a:lnTo>
                  <a:lnTo>
                    <a:pt x="230945" y="337663"/>
                  </a:lnTo>
                  <a:lnTo>
                    <a:pt x="231790" y="348517"/>
                  </a:lnTo>
                  <a:lnTo>
                    <a:pt x="232635" y="315269"/>
                  </a:lnTo>
                  <a:lnTo>
                    <a:pt x="233480" y="306673"/>
                  </a:lnTo>
                  <a:lnTo>
                    <a:pt x="234325" y="343747"/>
                  </a:lnTo>
                  <a:lnTo>
                    <a:pt x="235171" y="361023"/>
                  </a:lnTo>
                  <a:lnTo>
                    <a:pt x="236016" y="366147"/>
                  </a:lnTo>
                  <a:lnTo>
                    <a:pt x="236861" y="369046"/>
                  </a:lnTo>
                  <a:lnTo>
                    <a:pt x="237706" y="412508"/>
                  </a:lnTo>
                  <a:lnTo>
                    <a:pt x="238551" y="444182"/>
                  </a:lnTo>
                  <a:lnTo>
                    <a:pt x="239396" y="369942"/>
                  </a:lnTo>
                  <a:lnTo>
                    <a:pt x="240241" y="241097"/>
                  </a:lnTo>
                  <a:lnTo>
                    <a:pt x="241086" y="139849"/>
                  </a:lnTo>
                  <a:lnTo>
                    <a:pt x="241931" y="117109"/>
                  </a:lnTo>
                  <a:lnTo>
                    <a:pt x="242776" y="156417"/>
                  </a:lnTo>
                  <a:lnTo>
                    <a:pt x="243621" y="139996"/>
                  </a:lnTo>
                  <a:lnTo>
                    <a:pt x="244467" y="117195"/>
                  </a:lnTo>
                  <a:lnTo>
                    <a:pt x="245312" y="194600"/>
                  </a:lnTo>
                  <a:lnTo>
                    <a:pt x="246157" y="270072"/>
                  </a:lnTo>
                  <a:lnTo>
                    <a:pt x="247002" y="334307"/>
                  </a:lnTo>
                  <a:lnTo>
                    <a:pt x="247847" y="364627"/>
                  </a:lnTo>
                  <a:lnTo>
                    <a:pt x="248692" y="390813"/>
                  </a:lnTo>
                  <a:lnTo>
                    <a:pt x="249537" y="434033"/>
                  </a:lnTo>
                  <a:lnTo>
                    <a:pt x="250382" y="391790"/>
                  </a:lnTo>
                  <a:lnTo>
                    <a:pt x="251227" y="295568"/>
                  </a:lnTo>
                  <a:lnTo>
                    <a:pt x="252072" y="202465"/>
                  </a:lnTo>
                  <a:lnTo>
                    <a:pt x="252917" y="89137"/>
                  </a:lnTo>
                  <a:lnTo>
                    <a:pt x="253763" y="31122"/>
                  </a:lnTo>
                  <a:lnTo>
                    <a:pt x="254608" y="0"/>
                  </a:lnTo>
                  <a:lnTo>
                    <a:pt x="255453" y="20079"/>
                  </a:lnTo>
                  <a:lnTo>
                    <a:pt x="256298" y="135536"/>
                  </a:lnTo>
                  <a:lnTo>
                    <a:pt x="257143" y="236706"/>
                  </a:lnTo>
                  <a:lnTo>
                    <a:pt x="257988" y="298448"/>
                  </a:lnTo>
                  <a:lnTo>
                    <a:pt x="258833" y="361561"/>
                  </a:lnTo>
                  <a:lnTo>
                    <a:pt x="259678" y="436925"/>
                  </a:lnTo>
                  <a:lnTo>
                    <a:pt x="260523" y="488992"/>
                  </a:lnTo>
                  <a:lnTo>
                    <a:pt x="261368" y="531452"/>
                  </a:lnTo>
                  <a:lnTo>
                    <a:pt x="262214" y="584212"/>
                  </a:lnTo>
                  <a:lnTo>
                    <a:pt x="263059" y="619773"/>
                  </a:lnTo>
                  <a:lnTo>
                    <a:pt x="263904" y="599004"/>
                  </a:lnTo>
                  <a:lnTo>
                    <a:pt x="264749" y="551088"/>
                  </a:lnTo>
                  <a:lnTo>
                    <a:pt x="265594" y="529672"/>
                  </a:lnTo>
                  <a:lnTo>
                    <a:pt x="266439" y="488391"/>
                  </a:lnTo>
                  <a:lnTo>
                    <a:pt x="267284" y="412516"/>
                  </a:lnTo>
                  <a:lnTo>
                    <a:pt x="268129" y="361274"/>
                  </a:lnTo>
                  <a:lnTo>
                    <a:pt x="268974" y="375332"/>
                  </a:lnTo>
                  <a:lnTo>
                    <a:pt x="269819" y="463569"/>
                  </a:lnTo>
                  <a:lnTo>
                    <a:pt x="270664" y="501774"/>
                  </a:lnTo>
                  <a:lnTo>
                    <a:pt x="271510" y="529732"/>
                  </a:lnTo>
                  <a:lnTo>
                    <a:pt x="272355" y="608149"/>
                  </a:lnTo>
                  <a:lnTo>
                    <a:pt x="273200" y="718860"/>
                  </a:lnTo>
                  <a:lnTo>
                    <a:pt x="274045" y="827069"/>
                  </a:lnTo>
                  <a:lnTo>
                    <a:pt x="274890" y="821310"/>
                  </a:lnTo>
                  <a:lnTo>
                    <a:pt x="275735" y="770209"/>
                  </a:lnTo>
                  <a:lnTo>
                    <a:pt x="276580" y="759239"/>
                  </a:lnTo>
                  <a:lnTo>
                    <a:pt x="277425" y="682097"/>
                  </a:lnTo>
                  <a:lnTo>
                    <a:pt x="278270" y="617907"/>
                  </a:lnTo>
                  <a:lnTo>
                    <a:pt x="279115" y="556134"/>
                  </a:lnTo>
                  <a:lnTo>
                    <a:pt x="279960" y="502376"/>
                  </a:lnTo>
                  <a:lnTo>
                    <a:pt x="280806" y="511999"/>
                  </a:lnTo>
                  <a:lnTo>
                    <a:pt x="281651" y="473628"/>
                  </a:lnTo>
                  <a:lnTo>
                    <a:pt x="282496" y="497178"/>
                  </a:lnTo>
                  <a:lnTo>
                    <a:pt x="283341" y="556805"/>
                  </a:lnTo>
                  <a:lnTo>
                    <a:pt x="284186" y="568926"/>
                  </a:lnTo>
                  <a:lnTo>
                    <a:pt x="285031" y="598754"/>
                  </a:lnTo>
                  <a:lnTo>
                    <a:pt x="285876" y="643611"/>
                  </a:lnTo>
                  <a:lnTo>
                    <a:pt x="286721" y="740352"/>
                  </a:lnTo>
                  <a:lnTo>
                    <a:pt x="287566" y="742059"/>
                  </a:lnTo>
                  <a:lnTo>
                    <a:pt x="288411" y="691443"/>
                  </a:lnTo>
                  <a:lnTo>
                    <a:pt x="289256" y="720411"/>
                  </a:lnTo>
                  <a:lnTo>
                    <a:pt x="290102" y="730898"/>
                  </a:lnTo>
                  <a:lnTo>
                    <a:pt x="290947" y="753245"/>
                  </a:lnTo>
                  <a:lnTo>
                    <a:pt x="291792" y="796470"/>
                  </a:lnTo>
                  <a:lnTo>
                    <a:pt x="292637" y="924367"/>
                  </a:lnTo>
                  <a:lnTo>
                    <a:pt x="293482" y="999403"/>
                  </a:lnTo>
                  <a:lnTo>
                    <a:pt x="294327" y="1023832"/>
                  </a:lnTo>
                  <a:lnTo>
                    <a:pt x="295172" y="1131923"/>
                  </a:lnTo>
                  <a:lnTo>
                    <a:pt x="296017" y="1238484"/>
                  </a:lnTo>
                  <a:lnTo>
                    <a:pt x="296862" y="1267242"/>
                  </a:lnTo>
                  <a:lnTo>
                    <a:pt x="297707" y="1270949"/>
                  </a:lnTo>
                  <a:lnTo>
                    <a:pt x="298552" y="1315143"/>
                  </a:lnTo>
                  <a:lnTo>
                    <a:pt x="299398" y="1361275"/>
                  </a:lnTo>
                  <a:lnTo>
                    <a:pt x="300243" y="1391290"/>
                  </a:lnTo>
                  <a:lnTo>
                    <a:pt x="301088" y="1412454"/>
                  </a:lnTo>
                  <a:lnTo>
                    <a:pt x="301933" y="1417537"/>
                  </a:lnTo>
                  <a:lnTo>
                    <a:pt x="302778" y="1396122"/>
                  </a:lnTo>
                  <a:lnTo>
                    <a:pt x="303623" y="1393859"/>
                  </a:lnTo>
                  <a:lnTo>
                    <a:pt x="304468" y="1452319"/>
                  </a:lnTo>
                  <a:lnTo>
                    <a:pt x="305313" y="1475287"/>
                  </a:lnTo>
                  <a:lnTo>
                    <a:pt x="306158" y="1468688"/>
                  </a:lnTo>
                  <a:lnTo>
                    <a:pt x="307003" y="1501303"/>
                  </a:lnTo>
                  <a:lnTo>
                    <a:pt x="307848" y="1549060"/>
                  </a:lnTo>
                  <a:lnTo>
                    <a:pt x="308694" y="1560611"/>
                  </a:lnTo>
                  <a:lnTo>
                    <a:pt x="309539" y="1537801"/>
                  </a:lnTo>
                  <a:lnTo>
                    <a:pt x="310384" y="1542149"/>
                  </a:lnTo>
                  <a:lnTo>
                    <a:pt x="311229" y="1593696"/>
                  </a:lnTo>
                  <a:lnTo>
                    <a:pt x="312074" y="1643166"/>
                  </a:lnTo>
                  <a:lnTo>
                    <a:pt x="312919" y="1683098"/>
                  </a:lnTo>
                  <a:lnTo>
                    <a:pt x="313764" y="1703318"/>
                  </a:lnTo>
                  <a:lnTo>
                    <a:pt x="314609" y="1677671"/>
                  </a:lnTo>
                  <a:lnTo>
                    <a:pt x="315454" y="1633188"/>
                  </a:lnTo>
                  <a:lnTo>
                    <a:pt x="316299" y="1585179"/>
                  </a:lnTo>
                  <a:lnTo>
                    <a:pt x="317144" y="1530244"/>
                  </a:lnTo>
                  <a:lnTo>
                    <a:pt x="317990" y="1477194"/>
                  </a:lnTo>
                  <a:lnTo>
                    <a:pt x="318835" y="1490396"/>
                  </a:lnTo>
                  <a:lnTo>
                    <a:pt x="319680" y="1556966"/>
                  </a:lnTo>
                  <a:lnTo>
                    <a:pt x="320525" y="1625099"/>
                  </a:lnTo>
                  <a:lnTo>
                    <a:pt x="321370" y="1656634"/>
                  </a:lnTo>
                  <a:lnTo>
                    <a:pt x="322215" y="1678324"/>
                  </a:lnTo>
                  <a:lnTo>
                    <a:pt x="323060" y="1726132"/>
                  </a:lnTo>
                  <a:lnTo>
                    <a:pt x="323905" y="1755729"/>
                  </a:lnTo>
                  <a:lnTo>
                    <a:pt x="324750" y="1753871"/>
                  </a:lnTo>
                  <a:lnTo>
                    <a:pt x="325595" y="1751913"/>
                  </a:lnTo>
                  <a:lnTo>
                    <a:pt x="326441" y="1764216"/>
                  </a:lnTo>
                  <a:lnTo>
                    <a:pt x="327286" y="1768864"/>
                  </a:lnTo>
                  <a:lnTo>
                    <a:pt x="328131" y="1721066"/>
                  </a:lnTo>
                  <a:lnTo>
                    <a:pt x="328976" y="1646391"/>
                  </a:lnTo>
                  <a:lnTo>
                    <a:pt x="329821" y="1560794"/>
                  </a:lnTo>
                  <a:lnTo>
                    <a:pt x="330666" y="1493951"/>
                  </a:lnTo>
                  <a:lnTo>
                    <a:pt x="331511" y="1401130"/>
                  </a:lnTo>
                  <a:lnTo>
                    <a:pt x="332356" y="1321162"/>
                  </a:lnTo>
                  <a:lnTo>
                    <a:pt x="333201" y="1332472"/>
                  </a:lnTo>
                  <a:lnTo>
                    <a:pt x="334046" y="1343077"/>
                  </a:lnTo>
                  <a:lnTo>
                    <a:pt x="334891" y="1363913"/>
                  </a:lnTo>
                  <a:lnTo>
                    <a:pt x="335737" y="1392508"/>
                  </a:lnTo>
                  <a:lnTo>
                    <a:pt x="336582" y="1431146"/>
                  </a:lnTo>
                  <a:lnTo>
                    <a:pt x="337427" y="1475875"/>
                  </a:lnTo>
                  <a:lnTo>
                    <a:pt x="338272" y="1543029"/>
                  </a:lnTo>
                  <a:lnTo>
                    <a:pt x="339117" y="1615913"/>
                  </a:lnTo>
                  <a:lnTo>
                    <a:pt x="339962" y="1675928"/>
                  </a:lnTo>
                  <a:lnTo>
                    <a:pt x="340807" y="1690979"/>
                  </a:lnTo>
                  <a:lnTo>
                    <a:pt x="341652" y="1716648"/>
                  </a:lnTo>
                  <a:lnTo>
                    <a:pt x="342497" y="1714134"/>
                  </a:lnTo>
                  <a:lnTo>
                    <a:pt x="343342" y="1637700"/>
                  </a:lnTo>
                  <a:lnTo>
                    <a:pt x="344187" y="1587792"/>
                  </a:lnTo>
                  <a:lnTo>
                    <a:pt x="345033" y="1518317"/>
                  </a:lnTo>
                  <a:lnTo>
                    <a:pt x="345878" y="1447174"/>
                  </a:lnTo>
                  <a:lnTo>
                    <a:pt x="346723" y="1349920"/>
                  </a:lnTo>
                  <a:lnTo>
                    <a:pt x="347568" y="1324793"/>
                  </a:lnTo>
                  <a:lnTo>
                    <a:pt x="348413" y="1312169"/>
                  </a:lnTo>
                  <a:lnTo>
                    <a:pt x="349258" y="1233455"/>
                  </a:lnTo>
                  <a:lnTo>
                    <a:pt x="350103" y="1171625"/>
                  </a:lnTo>
                  <a:lnTo>
                    <a:pt x="350948" y="1190672"/>
                  </a:lnTo>
                  <a:lnTo>
                    <a:pt x="351793" y="1236589"/>
                  </a:lnTo>
                  <a:lnTo>
                    <a:pt x="352638" y="1203383"/>
                  </a:lnTo>
                  <a:lnTo>
                    <a:pt x="353483" y="1167887"/>
                  </a:lnTo>
                  <a:lnTo>
                    <a:pt x="354329" y="1207611"/>
                  </a:lnTo>
                  <a:lnTo>
                    <a:pt x="355174" y="1265714"/>
                  </a:lnTo>
                  <a:lnTo>
                    <a:pt x="356019" y="1327045"/>
                  </a:lnTo>
                  <a:lnTo>
                    <a:pt x="356864" y="1421801"/>
                  </a:lnTo>
                  <a:lnTo>
                    <a:pt x="357709" y="1512146"/>
                  </a:lnTo>
                  <a:lnTo>
                    <a:pt x="358554" y="1551437"/>
                  </a:lnTo>
                  <a:lnTo>
                    <a:pt x="359399" y="1532962"/>
                  </a:lnTo>
                  <a:lnTo>
                    <a:pt x="360244" y="1487115"/>
                  </a:lnTo>
                  <a:lnTo>
                    <a:pt x="361089" y="1405666"/>
                  </a:lnTo>
                  <a:lnTo>
                    <a:pt x="361934" y="1307267"/>
                  </a:lnTo>
                  <a:lnTo>
                    <a:pt x="362779" y="1297094"/>
                  </a:lnTo>
                  <a:lnTo>
                    <a:pt x="363625" y="1320521"/>
                  </a:lnTo>
                  <a:lnTo>
                    <a:pt x="364470" y="1329790"/>
                  </a:lnTo>
                  <a:lnTo>
                    <a:pt x="365315" y="1362860"/>
                  </a:lnTo>
                  <a:lnTo>
                    <a:pt x="366160" y="1411420"/>
                  </a:lnTo>
                  <a:lnTo>
                    <a:pt x="367005" y="1434538"/>
                  </a:lnTo>
                  <a:lnTo>
                    <a:pt x="367850" y="1368878"/>
                  </a:lnTo>
                  <a:lnTo>
                    <a:pt x="368695" y="1306899"/>
                  </a:lnTo>
                  <a:lnTo>
                    <a:pt x="369540" y="1311133"/>
                  </a:lnTo>
                  <a:lnTo>
                    <a:pt x="370385" y="1303336"/>
                  </a:lnTo>
                  <a:lnTo>
                    <a:pt x="371230" y="1274198"/>
                  </a:lnTo>
                  <a:lnTo>
                    <a:pt x="372075" y="1282270"/>
                  </a:lnTo>
                  <a:lnTo>
                    <a:pt x="372921" y="1326066"/>
                  </a:lnTo>
                  <a:lnTo>
                    <a:pt x="373766" y="1391836"/>
                  </a:lnTo>
                  <a:lnTo>
                    <a:pt x="374611" y="1450335"/>
                  </a:lnTo>
                  <a:lnTo>
                    <a:pt x="375456" y="1537130"/>
                  </a:lnTo>
                  <a:lnTo>
                    <a:pt x="376301" y="1578650"/>
                  </a:lnTo>
                  <a:lnTo>
                    <a:pt x="377146" y="1616874"/>
                  </a:lnTo>
                  <a:lnTo>
                    <a:pt x="377991" y="1661480"/>
                  </a:lnTo>
                  <a:lnTo>
                    <a:pt x="378836" y="1681857"/>
                  </a:lnTo>
                  <a:lnTo>
                    <a:pt x="379681" y="1673942"/>
                  </a:lnTo>
                  <a:lnTo>
                    <a:pt x="380526" y="1680265"/>
                  </a:lnTo>
                  <a:lnTo>
                    <a:pt x="381371" y="1663028"/>
                  </a:lnTo>
                  <a:lnTo>
                    <a:pt x="382217" y="1622905"/>
                  </a:lnTo>
                  <a:lnTo>
                    <a:pt x="383062" y="1572945"/>
                  </a:lnTo>
                  <a:lnTo>
                    <a:pt x="383907" y="1570112"/>
                  </a:lnTo>
                  <a:lnTo>
                    <a:pt x="384752" y="1577020"/>
                  </a:lnTo>
                  <a:lnTo>
                    <a:pt x="385597" y="1535822"/>
                  </a:lnTo>
                  <a:lnTo>
                    <a:pt x="386442" y="1564943"/>
                  </a:lnTo>
                  <a:lnTo>
                    <a:pt x="387287" y="1588462"/>
                  </a:lnTo>
                  <a:lnTo>
                    <a:pt x="388132" y="1621384"/>
                  </a:lnTo>
                  <a:lnTo>
                    <a:pt x="388977" y="1631222"/>
                  </a:lnTo>
                  <a:lnTo>
                    <a:pt x="389822" y="1670241"/>
                  </a:lnTo>
                  <a:lnTo>
                    <a:pt x="390668" y="1731050"/>
                  </a:lnTo>
                  <a:lnTo>
                    <a:pt x="391513" y="1736004"/>
                  </a:lnTo>
                  <a:lnTo>
                    <a:pt x="392358" y="1737589"/>
                  </a:lnTo>
                  <a:lnTo>
                    <a:pt x="393203" y="1724164"/>
                  </a:lnTo>
                  <a:lnTo>
                    <a:pt x="394048" y="1722754"/>
                  </a:lnTo>
                  <a:lnTo>
                    <a:pt x="394893" y="1715779"/>
                  </a:lnTo>
                  <a:lnTo>
                    <a:pt x="395738" y="1680527"/>
                  </a:lnTo>
                  <a:lnTo>
                    <a:pt x="396583" y="1665804"/>
                  </a:lnTo>
                  <a:lnTo>
                    <a:pt x="397428" y="1639762"/>
                  </a:lnTo>
                  <a:lnTo>
                    <a:pt x="398273" y="1609864"/>
                  </a:lnTo>
                  <a:lnTo>
                    <a:pt x="399118" y="1523883"/>
                  </a:lnTo>
                  <a:lnTo>
                    <a:pt x="399964" y="1474982"/>
                  </a:lnTo>
                  <a:lnTo>
                    <a:pt x="400809" y="1426062"/>
                  </a:lnTo>
                  <a:lnTo>
                    <a:pt x="401654" y="1388891"/>
                  </a:lnTo>
                  <a:lnTo>
                    <a:pt x="402499" y="1374057"/>
                  </a:lnTo>
                  <a:lnTo>
                    <a:pt x="403344" y="1346624"/>
                  </a:lnTo>
                  <a:lnTo>
                    <a:pt x="404189" y="1383013"/>
                  </a:lnTo>
                  <a:lnTo>
                    <a:pt x="405034" y="1411773"/>
                  </a:lnTo>
                  <a:lnTo>
                    <a:pt x="405879" y="1425001"/>
                  </a:lnTo>
                  <a:lnTo>
                    <a:pt x="406724" y="1429874"/>
                  </a:lnTo>
                  <a:lnTo>
                    <a:pt x="407569" y="1451620"/>
                  </a:lnTo>
                  <a:lnTo>
                    <a:pt x="408414" y="1480012"/>
                  </a:lnTo>
                  <a:lnTo>
                    <a:pt x="409260" y="1470868"/>
                  </a:lnTo>
                  <a:lnTo>
                    <a:pt x="410105" y="1464662"/>
                  </a:lnTo>
                  <a:lnTo>
                    <a:pt x="410950" y="1521398"/>
                  </a:lnTo>
                  <a:lnTo>
                    <a:pt x="411795" y="1574193"/>
                  </a:lnTo>
                  <a:lnTo>
                    <a:pt x="412640" y="1565220"/>
                  </a:lnTo>
                  <a:lnTo>
                    <a:pt x="413485" y="1543037"/>
                  </a:lnTo>
                  <a:lnTo>
                    <a:pt x="414330" y="1527001"/>
                  </a:lnTo>
                  <a:lnTo>
                    <a:pt x="415175" y="1510770"/>
                  </a:lnTo>
                  <a:lnTo>
                    <a:pt x="416020" y="1509448"/>
                  </a:lnTo>
                  <a:lnTo>
                    <a:pt x="416865" y="1521305"/>
                  </a:lnTo>
                  <a:lnTo>
                    <a:pt x="417710" y="1578504"/>
                  </a:lnTo>
                  <a:lnTo>
                    <a:pt x="418556" y="1659505"/>
                  </a:lnTo>
                  <a:lnTo>
                    <a:pt x="419401" y="1692064"/>
                  </a:lnTo>
                  <a:lnTo>
                    <a:pt x="420246" y="1675494"/>
                  </a:lnTo>
                  <a:lnTo>
                    <a:pt x="421091" y="1602779"/>
                  </a:lnTo>
                  <a:lnTo>
                    <a:pt x="421936" y="1553649"/>
                  </a:lnTo>
                  <a:lnTo>
                    <a:pt x="422781" y="1532889"/>
                  </a:lnTo>
                  <a:lnTo>
                    <a:pt x="423626" y="1461843"/>
                  </a:lnTo>
                  <a:lnTo>
                    <a:pt x="424471" y="1458247"/>
                  </a:lnTo>
                  <a:lnTo>
                    <a:pt x="425316" y="1512915"/>
                  </a:lnTo>
                  <a:lnTo>
                    <a:pt x="426161" y="1586952"/>
                  </a:lnTo>
                  <a:lnTo>
                    <a:pt x="427006" y="1636083"/>
                  </a:lnTo>
                  <a:lnTo>
                    <a:pt x="427852" y="1656843"/>
                  </a:lnTo>
                  <a:lnTo>
                    <a:pt x="428697" y="1728474"/>
                  </a:lnTo>
                  <a:lnTo>
                    <a:pt x="429542" y="1775691"/>
                  </a:lnTo>
                  <a:lnTo>
                    <a:pt x="430387" y="1775691"/>
                  </a:lnTo>
                  <a:lnTo>
                    <a:pt x="431232" y="1761801"/>
                  </a:lnTo>
                  <a:lnTo>
                    <a:pt x="432077" y="1732696"/>
                  </a:lnTo>
                  <a:lnTo>
                    <a:pt x="432922" y="1692138"/>
                  </a:lnTo>
                  <a:lnTo>
                    <a:pt x="433767" y="1679083"/>
                  </a:lnTo>
                  <a:lnTo>
                    <a:pt x="434612" y="1684877"/>
                  </a:lnTo>
                  <a:lnTo>
                    <a:pt x="435457" y="1687079"/>
                  </a:lnTo>
                  <a:lnTo>
                    <a:pt x="436302" y="1700968"/>
                  </a:lnTo>
                  <a:lnTo>
                    <a:pt x="437148" y="1730074"/>
                  </a:lnTo>
                  <a:lnTo>
                    <a:pt x="437993" y="1762732"/>
                  </a:lnTo>
                  <a:lnTo>
                    <a:pt x="438838" y="1731638"/>
                  </a:lnTo>
                  <a:lnTo>
                    <a:pt x="439683" y="1658569"/>
                  </a:lnTo>
                  <a:lnTo>
                    <a:pt x="440528" y="1610322"/>
                  </a:lnTo>
                  <a:lnTo>
                    <a:pt x="441373" y="1557338"/>
                  </a:lnTo>
                  <a:lnTo>
                    <a:pt x="442218" y="1538722"/>
                  </a:lnTo>
                  <a:lnTo>
                    <a:pt x="443063" y="1546623"/>
                  </a:lnTo>
                  <a:lnTo>
                    <a:pt x="443908" y="1594238"/>
                  </a:lnTo>
                  <a:lnTo>
                    <a:pt x="444753" y="1678916"/>
                  </a:lnTo>
                  <a:lnTo>
                    <a:pt x="445598" y="1771747"/>
                  </a:lnTo>
                  <a:lnTo>
                    <a:pt x="445964" y="18092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882017" y="1947757"/>
              <a:ext cx="13351" cy="225119"/>
            </a:xfrm>
            <a:custGeom>
              <a:avLst/>
              <a:pathLst>
                <a:path w="13351" h="225119">
                  <a:moveTo>
                    <a:pt x="0" y="225119"/>
                  </a:moveTo>
                  <a:lnTo>
                    <a:pt x="546" y="96407"/>
                  </a:lnTo>
                  <a:lnTo>
                    <a:pt x="1391" y="35516"/>
                  </a:lnTo>
                  <a:lnTo>
                    <a:pt x="2236" y="40851"/>
                  </a:lnTo>
                  <a:lnTo>
                    <a:pt x="3081" y="19699"/>
                  </a:lnTo>
                  <a:lnTo>
                    <a:pt x="3926" y="0"/>
                  </a:lnTo>
                  <a:lnTo>
                    <a:pt x="4771" y="28547"/>
                  </a:lnTo>
                  <a:lnTo>
                    <a:pt x="5616" y="108779"/>
                  </a:lnTo>
                  <a:lnTo>
                    <a:pt x="6462" y="133785"/>
                  </a:lnTo>
                  <a:lnTo>
                    <a:pt x="7307" y="137155"/>
                  </a:lnTo>
                  <a:lnTo>
                    <a:pt x="8152" y="137155"/>
                  </a:lnTo>
                  <a:lnTo>
                    <a:pt x="8997" y="121087"/>
                  </a:lnTo>
                  <a:lnTo>
                    <a:pt x="9842" y="98128"/>
                  </a:lnTo>
                  <a:lnTo>
                    <a:pt x="10687" y="121056"/>
                  </a:lnTo>
                  <a:lnTo>
                    <a:pt x="11532" y="176986"/>
                  </a:lnTo>
                  <a:lnTo>
                    <a:pt x="12377" y="222622"/>
                  </a:lnTo>
                  <a:lnTo>
                    <a:pt x="13222" y="220833"/>
                  </a:lnTo>
                  <a:lnTo>
                    <a:pt x="13351" y="22511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899295" y="2067222"/>
              <a:ext cx="23209" cy="105653"/>
            </a:xfrm>
            <a:custGeom>
              <a:avLst/>
              <a:pathLst>
                <a:path w="23209" h="105653">
                  <a:moveTo>
                    <a:pt x="0" y="105653"/>
                  </a:moveTo>
                  <a:lnTo>
                    <a:pt x="170" y="98207"/>
                  </a:lnTo>
                  <a:lnTo>
                    <a:pt x="1015" y="92103"/>
                  </a:lnTo>
                  <a:lnTo>
                    <a:pt x="1860" y="75728"/>
                  </a:lnTo>
                  <a:lnTo>
                    <a:pt x="2705" y="87746"/>
                  </a:lnTo>
                  <a:lnTo>
                    <a:pt x="3550" y="65454"/>
                  </a:lnTo>
                  <a:lnTo>
                    <a:pt x="4395" y="57889"/>
                  </a:lnTo>
                  <a:lnTo>
                    <a:pt x="5240" y="63213"/>
                  </a:lnTo>
                  <a:lnTo>
                    <a:pt x="6085" y="71107"/>
                  </a:lnTo>
                  <a:lnTo>
                    <a:pt x="6931" y="75409"/>
                  </a:lnTo>
                  <a:lnTo>
                    <a:pt x="7776" y="55317"/>
                  </a:lnTo>
                  <a:lnTo>
                    <a:pt x="8621" y="77608"/>
                  </a:lnTo>
                  <a:lnTo>
                    <a:pt x="9466" y="86776"/>
                  </a:lnTo>
                  <a:lnTo>
                    <a:pt x="10311" y="94156"/>
                  </a:lnTo>
                  <a:lnTo>
                    <a:pt x="11156" y="105611"/>
                  </a:lnTo>
                  <a:lnTo>
                    <a:pt x="12001" y="105611"/>
                  </a:lnTo>
                  <a:lnTo>
                    <a:pt x="12846" y="105612"/>
                  </a:lnTo>
                  <a:lnTo>
                    <a:pt x="13691" y="105612"/>
                  </a:lnTo>
                  <a:lnTo>
                    <a:pt x="14536" y="104008"/>
                  </a:lnTo>
                  <a:lnTo>
                    <a:pt x="15381" y="82805"/>
                  </a:lnTo>
                  <a:lnTo>
                    <a:pt x="16227" y="54048"/>
                  </a:lnTo>
                  <a:lnTo>
                    <a:pt x="17072" y="22127"/>
                  </a:lnTo>
                  <a:lnTo>
                    <a:pt x="17917" y="7436"/>
                  </a:lnTo>
                  <a:lnTo>
                    <a:pt x="18762" y="0"/>
                  </a:lnTo>
                  <a:lnTo>
                    <a:pt x="19607" y="2523"/>
                  </a:lnTo>
                  <a:lnTo>
                    <a:pt x="20452" y="35465"/>
                  </a:lnTo>
                  <a:lnTo>
                    <a:pt x="21297" y="56192"/>
                  </a:lnTo>
                  <a:lnTo>
                    <a:pt x="22142" y="88113"/>
                  </a:lnTo>
                  <a:lnTo>
                    <a:pt x="22987" y="102804"/>
                  </a:lnTo>
                  <a:lnTo>
                    <a:pt x="23209" y="10565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24878" y="1841481"/>
              <a:ext cx="50627" cy="331394"/>
            </a:xfrm>
            <a:custGeom>
              <a:avLst/>
              <a:pathLst>
                <a:path w="50627" h="331394">
                  <a:moveTo>
                    <a:pt x="0" y="331394"/>
                  </a:moveTo>
                  <a:lnTo>
                    <a:pt x="785" y="311045"/>
                  </a:lnTo>
                  <a:lnTo>
                    <a:pt x="1630" y="300593"/>
                  </a:lnTo>
                  <a:lnTo>
                    <a:pt x="2475" y="267517"/>
                  </a:lnTo>
                  <a:lnTo>
                    <a:pt x="3320" y="235172"/>
                  </a:lnTo>
                  <a:lnTo>
                    <a:pt x="4165" y="170548"/>
                  </a:lnTo>
                  <a:lnTo>
                    <a:pt x="5010" y="131820"/>
                  </a:lnTo>
                  <a:lnTo>
                    <a:pt x="5855" y="142747"/>
                  </a:lnTo>
                  <a:lnTo>
                    <a:pt x="6700" y="133916"/>
                  </a:lnTo>
                  <a:lnTo>
                    <a:pt x="7546" y="154516"/>
                  </a:lnTo>
                  <a:lnTo>
                    <a:pt x="8391" y="183436"/>
                  </a:lnTo>
                  <a:lnTo>
                    <a:pt x="9236" y="227048"/>
                  </a:lnTo>
                  <a:lnTo>
                    <a:pt x="10081" y="211322"/>
                  </a:lnTo>
                  <a:lnTo>
                    <a:pt x="10926" y="151487"/>
                  </a:lnTo>
                  <a:lnTo>
                    <a:pt x="11771" y="105804"/>
                  </a:lnTo>
                  <a:lnTo>
                    <a:pt x="12616" y="75835"/>
                  </a:lnTo>
                  <a:lnTo>
                    <a:pt x="13461" y="57727"/>
                  </a:lnTo>
                  <a:lnTo>
                    <a:pt x="14306" y="69354"/>
                  </a:lnTo>
                  <a:lnTo>
                    <a:pt x="15151" y="146391"/>
                  </a:lnTo>
                  <a:lnTo>
                    <a:pt x="15996" y="216627"/>
                  </a:lnTo>
                  <a:lnTo>
                    <a:pt x="16842" y="242723"/>
                  </a:lnTo>
                  <a:lnTo>
                    <a:pt x="17687" y="249433"/>
                  </a:lnTo>
                  <a:lnTo>
                    <a:pt x="18532" y="224548"/>
                  </a:lnTo>
                  <a:lnTo>
                    <a:pt x="19377" y="182996"/>
                  </a:lnTo>
                  <a:lnTo>
                    <a:pt x="20222" y="140117"/>
                  </a:lnTo>
                  <a:lnTo>
                    <a:pt x="21067" y="137260"/>
                  </a:lnTo>
                  <a:lnTo>
                    <a:pt x="21912" y="176130"/>
                  </a:lnTo>
                  <a:lnTo>
                    <a:pt x="22757" y="211867"/>
                  </a:lnTo>
                  <a:lnTo>
                    <a:pt x="23602" y="254860"/>
                  </a:lnTo>
                  <a:lnTo>
                    <a:pt x="24447" y="285370"/>
                  </a:lnTo>
                  <a:lnTo>
                    <a:pt x="25292" y="297864"/>
                  </a:lnTo>
                  <a:lnTo>
                    <a:pt x="26138" y="297864"/>
                  </a:lnTo>
                  <a:lnTo>
                    <a:pt x="26983" y="297864"/>
                  </a:lnTo>
                  <a:lnTo>
                    <a:pt x="27828" y="275379"/>
                  </a:lnTo>
                  <a:lnTo>
                    <a:pt x="28673" y="243112"/>
                  </a:lnTo>
                  <a:lnTo>
                    <a:pt x="29518" y="211632"/>
                  </a:lnTo>
                  <a:lnTo>
                    <a:pt x="30363" y="183982"/>
                  </a:lnTo>
                  <a:lnTo>
                    <a:pt x="31208" y="128491"/>
                  </a:lnTo>
                  <a:lnTo>
                    <a:pt x="32053" y="80030"/>
                  </a:lnTo>
                  <a:lnTo>
                    <a:pt x="32898" y="77140"/>
                  </a:lnTo>
                  <a:lnTo>
                    <a:pt x="33743" y="102590"/>
                  </a:lnTo>
                  <a:lnTo>
                    <a:pt x="34589" y="154226"/>
                  </a:lnTo>
                  <a:lnTo>
                    <a:pt x="35434" y="170612"/>
                  </a:lnTo>
                  <a:lnTo>
                    <a:pt x="36279" y="163901"/>
                  </a:lnTo>
                  <a:lnTo>
                    <a:pt x="37124" y="146149"/>
                  </a:lnTo>
                  <a:lnTo>
                    <a:pt x="37969" y="99562"/>
                  </a:lnTo>
                  <a:lnTo>
                    <a:pt x="38814" y="40283"/>
                  </a:lnTo>
                  <a:lnTo>
                    <a:pt x="39659" y="0"/>
                  </a:lnTo>
                  <a:lnTo>
                    <a:pt x="40504" y="11263"/>
                  </a:lnTo>
                  <a:lnTo>
                    <a:pt x="41349" y="60708"/>
                  </a:lnTo>
                  <a:lnTo>
                    <a:pt x="42194" y="92764"/>
                  </a:lnTo>
                  <a:lnTo>
                    <a:pt x="43039" y="118964"/>
                  </a:lnTo>
                  <a:lnTo>
                    <a:pt x="43885" y="176201"/>
                  </a:lnTo>
                  <a:lnTo>
                    <a:pt x="44730" y="196329"/>
                  </a:lnTo>
                  <a:lnTo>
                    <a:pt x="45575" y="196329"/>
                  </a:lnTo>
                  <a:lnTo>
                    <a:pt x="46420" y="209087"/>
                  </a:lnTo>
                  <a:lnTo>
                    <a:pt x="47265" y="243244"/>
                  </a:lnTo>
                  <a:lnTo>
                    <a:pt x="48110" y="289006"/>
                  </a:lnTo>
                  <a:lnTo>
                    <a:pt x="48955" y="297864"/>
                  </a:lnTo>
                  <a:lnTo>
                    <a:pt x="49800" y="312073"/>
                  </a:lnTo>
                  <a:lnTo>
                    <a:pt x="50627" y="33139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80674" y="1863247"/>
              <a:ext cx="26925" cy="309628"/>
            </a:xfrm>
            <a:custGeom>
              <a:avLst/>
              <a:pathLst>
                <a:path w="26925" h="309628">
                  <a:moveTo>
                    <a:pt x="0" y="309628"/>
                  </a:moveTo>
                  <a:lnTo>
                    <a:pt x="764" y="265148"/>
                  </a:lnTo>
                  <a:lnTo>
                    <a:pt x="1609" y="180907"/>
                  </a:lnTo>
                  <a:lnTo>
                    <a:pt x="2455" y="133872"/>
                  </a:lnTo>
                  <a:lnTo>
                    <a:pt x="3300" y="130674"/>
                  </a:lnTo>
                  <a:lnTo>
                    <a:pt x="4145" y="132621"/>
                  </a:lnTo>
                  <a:lnTo>
                    <a:pt x="4990" y="156313"/>
                  </a:lnTo>
                  <a:lnTo>
                    <a:pt x="5835" y="200428"/>
                  </a:lnTo>
                  <a:lnTo>
                    <a:pt x="6680" y="271184"/>
                  </a:lnTo>
                  <a:lnTo>
                    <a:pt x="7525" y="265666"/>
                  </a:lnTo>
                  <a:lnTo>
                    <a:pt x="8370" y="223259"/>
                  </a:lnTo>
                  <a:lnTo>
                    <a:pt x="9215" y="185855"/>
                  </a:lnTo>
                  <a:lnTo>
                    <a:pt x="10060" y="133509"/>
                  </a:lnTo>
                  <a:lnTo>
                    <a:pt x="10905" y="63350"/>
                  </a:lnTo>
                  <a:lnTo>
                    <a:pt x="11751" y="0"/>
                  </a:lnTo>
                  <a:lnTo>
                    <a:pt x="12596" y="14576"/>
                  </a:lnTo>
                  <a:lnTo>
                    <a:pt x="13441" y="56982"/>
                  </a:lnTo>
                  <a:lnTo>
                    <a:pt x="14286" y="94387"/>
                  </a:lnTo>
                  <a:lnTo>
                    <a:pt x="15131" y="129255"/>
                  </a:lnTo>
                  <a:lnTo>
                    <a:pt x="15976" y="143108"/>
                  </a:lnTo>
                  <a:lnTo>
                    <a:pt x="16821" y="163197"/>
                  </a:lnTo>
                  <a:lnTo>
                    <a:pt x="17666" y="133703"/>
                  </a:lnTo>
                  <a:lnTo>
                    <a:pt x="18511" y="75178"/>
                  </a:lnTo>
                  <a:lnTo>
                    <a:pt x="19356" y="35961"/>
                  </a:lnTo>
                  <a:lnTo>
                    <a:pt x="20201" y="22845"/>
                  </a:lnTo>
                  <a:lnTo>
                    <a:pt x="21047" y="55136"/>
                  </a:lnTo>
                  <a:lnTo>
                    <a:pt x="21892" y="70943"/>
                  </a:lnTo>
                  <a:lnTo>
                    <a:pt x="22737" y="100693"/>
                  </a:lnTo>
                  <a:lnTo>
                    <a:pt x="23582" y="179312"/>
                  </a:lnTo>
                  <a:lnTo>
                    <a:pt x="24427" y="231970"/>
                  </a:lnTo>
                  <a:lnTo>
                    <a:pt x="25272" y="262564"/>
                  </a:lnTo>
                  <a:lnTo>
                    <a:pt x="26117" y="286578"/>
                  </a:lnTo>
                  <a:lnTo>
                    <a:pt x="26925" y="30962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008845" y="1875893"/>
              <a:ext cx="13442" cy="296982"/>
            </a:xfrm>
            <a:custGeom>
              <a:avLst/>
              <a:pathLst>
                <a:path w="13442" h="296982">
                  <a:moveTo>
                    <a:pt x="0" y="296982"/>
                  </a:moveTo>
                  <a:lnTo>
                    <a:pt x="482" y="284335"/>
                  </a:lnTo>
                  <a:lnTo>
                    <a:pt x="1327" y="266807"/>
                  </a:lnTo>
                  <a:lnTo>
                    <a:pt x="2172" y="256594"/>
                  </a:lnTo>
                  <a:lnTo>
                    <a:pt x="3017" y="251396"/>
                  </a:lnTo>
                  <a:lnTo>
                    <a:pt x="3862" y="245078"/>
                  </a:lnTo>
                  <a:lnTo>
                    <a:pt x="4707" y="230383"/>
                  </a:lnTo>
                  <a:lnTo>
                    <a:pt x="5552" y="188774"/>
                  </a:lnTo>
                  <a:lnTo>
                    <a:pt x="6397" y="126927"/>
                  </a:lnTo>
                  <a:lnTo>
                    <a:pt x="7243" y="85563"/>
                  </a:lnTo>
                  <a:lnTo>
                    <a:pt x="8088" y="29255"/>
                  </a:lnTo>
                  <a:lnTo>
                    <a:pt x="8933" y="5809"/>
                  </a:lnTo>
                  <a:lnTo>
                    <a:pt x="9778" y="0"/>
                  </a:lnTo>
                  <a:lnTo>
                    <a:pt x="10623" y="30739"/>
                  </a:lnTo>
                  <a:lnTo>
                    <a:pt x="11468" y="95192"/>
                  </a:lnTo>
                  <a:lnTo>
                    <a:pt x="12313" y="181373"/>
                  </a:lnTo>
                  <a:lnTo>
                    <a:pt x="13158" y="285137"/>
                  </a:lnTo>
                  <a:lnTo>
                    <a:pt x="13442" y="2969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023557" y="1983618"/>
              <a:ext cx="6644" cy="189257"/>
            </a:xfrm>
            <a:custGeom>
              <a:avLst/>
              <a:pathLst>
                <a:path w="6644" h="189257">
                  <a:moveTo>
                    <a:pt x="0" y="189257"/>
                  </a:moveTo>
                  <a:lnTo>
                    <a:pt x="137" y="184733"/>
                  </a:lnTo>
                  <a:lnTo>
                    <a:pt x="982" y="128752"/>
                  </a:lnTo>
                  <a:lnTo>
                    <a:pt x="1827" y="99588"/>
                  </a:lnTo>
                  <a:lnTo>
                    <a:pt x="2672" y="46650"/>
                  </a:lnTo>
                  <a:lnTo>
                    <a:pt x="3517" y="4157"/>
                  </a:lnTo>
                  <a:lnTo>
                    <a:pt x="4362" y="0"/>
                  </a:lnTo>
                  <a:lnTo>
                    <a:pt x="5207" y="53550"/>
                  </a:lnTo>
                  <a:lnTo>
                    <a:pt x="6052" y="157155"/>
                  </a:lnTo>
                  <a:lnTo>
                    <a:pt x="6644" y="18925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030671" y="1943671"/>
              <a:ext cx="27514" cy="229204"/>
            </a:xfrm>
            <a:custGeom>
              <a:avLst/>
              <a:pathLst>
                <a:path w="27514" h="229204">
                  <a:moveTo>
                    <a:pt x="0" y="229204"/>
                  </a:moveTo>
                  <a:lnTo>
                    <a:pt x="628" y="189121"/>
                  </a:lnTo>
                  <a:lnTo>
                    <a:pt x="1474" y="125085"/>
                  </a:lnTo>
                  <a:lnTo>
                    <a:pt x="2319" y="83670"/>
                  </a:lnTo>
                  <a:lnTo>
                    <a:pt x="3164" y="67520"/>
                  </a:lnTo>
                  <a:lnTo>
                    <a:pt x="4009" y="32834"/>
                  </a:lnTo>
                  <a:lnTo>
                    <a:pt x="4854" y="17601"/>
                  </a:lnTo>
                  <a:lnTo>
                    <a:pt x="5699" y="65800"/>
                  </a:lnTo>
                  <a:lnTo>
                    <a:pt x="6544" y="101943"/>
                  </a:lnTo>
                  <a:lnTo>
                    <a:pt x="7389" y="136415"/>
                  </a:lnTo>
                  <a:lnTo>
                    <a:pt x="8234" y="141609"/>
                  </a:lnTo>
                  <a:lnTo>
                    <a:pt x="9079" y="76666"/>
                  </a:lnTo>
                  <a:lnTo>
                    <a:pt x="9924" y="31815"/>
                  </a:lnTo>
                  <a:lnTo>
                    <a:pt x="10770" y="55806"/>
                  </a:lnTo>
                  <a:lnTo>
                    <a:pt x="11615" y="83933"/>
                  </a:lnTo>
                  <a:lnTo>
                    <a:pt x="12460" y="73174"/>
                  </a:lnTo>
                  <a:lnTo>
                    <a:pt x="13305" y="39935"/>
                  </a:lnTo>
                  <a:lnTo>
                    <a:pt x="14150" y="87657"/>
                  </a:lnTo>
                  <a:lnTo>
                    <a:pt x="14995" y="117230"/>
                  </a:lnTo>
                  <a:lnTo>
                    <a:pt x="15840" y="53435"/>
                  </a:lnTo>
                  <a:lnTo>
                    <a:pt x="16685" y="0"/>
                  </a:lnTo>
                  <a:lnTo>
                    <a:pt x="17530" y="2633"/>
                  </a:lnTo>
                  <a:lnTo>
                    <a:pt x="18375" y="45051"/>
                  </a:lnTo>
                  <a:lnTo>
                    <a:pt x="19221" y="82765"/>
                  </a:lnTo>
                  <a:lnTo>
                    <a:pt x="20066" y="105272"/>
                  </a:lnTo>
                  <a:lnTo>
                    <a:pt x="20911" y="164600"/>
                  </a:lnTo>
                  <a:lnTo>
                    <a:pt x="21756" y="191144"/>
                  </a:lnTo>
                  <a:lnTo>
                    <a:pt x="22601" y="177050"/>
                  </a:lnTo>
                  <a:lnTo>
                    <a:pt x="23446" y="169818"/>
                  </a:lnTo>
                  <a:lnTo>
                    <a:pt x="24291" y="153698"/>
                  </a:lnTo>
                  <a:lnTo>
                    <a:pt x="25136" y="146660"/>
                  </a:lnTo>
                  <a:lnTo>
                    <a:pt x="25981" y="162485"/>
                  </a:lnTo>
                  <a:lnTo>
                    <a:pt x="26826" y="209804"/>
                  </a:lnTo>
                  <a:lnTo>
                    <a:pt x="27514" y="2292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059389" y="1922014"/>
              <a:ext cx="42270" cy="250861"/>
            </a:xfrm>
            <a:custGeom>
              <a:avLst/>
              <a:pathLst>
                <a:path w="42270" h="250861">
                  <a:moveTo>
                    <a:pt x="0" y="250861"/>
                  </a:moveTo>
                  <a:lnTo>
                    <a:pt x="643" y="236729"/>
                  </a:lnTo>
                  <a:lnTo>
                    <a:pt x="1488" y="202607"/>
                  </a:lnTo>
                  <a:lnTo>
                    <a:pt x="2333" y="176187"/>
                  </a:lnTo>
                  <a:lnTo>
                    <a:pt x="3178" y="159017"/>
                  </a:lnTo>
                  <a:lnTo>
                    <a:pt x="4023" y="166861"/>
                  </a:lnTo>
                  <a:lnTo>
                    <a:pt x="4869" y="163350"/>
                  </a:lnTo>
                  <a:lnTo>
                    <a:pt x="5714" y="152855"/>
                  </a:lnTo>
                  <a:lnTo>
                    <a:pt x="6559" y="162624"/>
                  </a:lnTo>
                  <a:lnTo>
                    <a:pt x="7404" y="168453"/>
                  </a:lnTo>
                  <a:lnTo>
                    <a:pt x="8249" y="157886"/>
                  </a:lnTo>
                  <a:lnTo>
                    <a:pt x="9094" y="167016"/>
                  </a:lnTo>
                  <a:lnTo>
                    <a:pt x="9939" y="184342"/>
                  </a:lnTo>
                  <a:lnTo>
                    <a:pt x="10784" y="154850"/>
                  </a:lnTo>
                  <a:lnTo>
                    <a:pt x="11629" y="121282"/>
                  </a:lnTo>
                  <a:lnTo>
                    <a:pt x="12474" y="88398"/>
                  </a:lnTo>
                  <a:lnTo>
                    <a:pt x="13319" y="100019"/>
                  </a:lnTo>
                  <a:lnTo>
                    <a:pt x="14165" y="37885"/>
                  </a:lnTo>
                  <a:lnTo>
                    <a:pt x="15010" y="0"/>
                  </a:lnTo>
                  <a:lnTo>
                    <a:pt x="15855" y="54173"/>
                  </a:lnTo>
                  <a:lnTo>
                    <a:pt x="16700" y="111899"/>
                  </a:lnTo>
                  <a:lnTo>
                    <a:pt x="17545" y="137375"/>
                  </a:lnTo>
                  <a:lnTo>
                    <a:pt x="18390" y="94462"/>
                  </a:lnTo>
                  <a:lnTo>
                    <a:pt x="19235" y="111414"/>
                  </a:lnTo>
                  <a:lnTo>
                    <a:pt x="20080" y="123954"/>
                  </a:lnTo>
                  <a:lnTo>
                    <a:pt x="20925" y="109640"/>
                  </a:lnTo>
                  <a:lnTo>
                    <a:pt x="21770" y="105193"/>
                  </a:lnTo>
                  <a:lnTo>
                    <a:pt x="22615" y="81570"/>
                  </a:lnTo>
                  <a:lnTo>
                    <a:pt x="23461" y="64940"/>
                  </a:lnTo>
                  <a:lnTo>
                    <a:pt x="24306" y="64689"/>
                  </a:lnTo>
                  <a:lnTo>
                    <a:pt x="25151" y="61637"/>
                  </a:lnTo>
                  <a:lnTo>
                    <a:pt x="25996" y="48808"/>
                  </a:lnTo>
                  <a:lnTo>
                    <a:pt x="26841" y="27007"/>
                  </a:lnTo>
                  <a:lnTo>
                    <a:pt x="27686" y="67785"/>
                  </a:lnTo>
                  <a:lnTo>
                    <a:pt x="28531" y="129594"/>
                  </a:lnTo>
                  <a:lnTo>
                    <a:pt x="29376" y="156445"/>
                  </a:lnTo>
                  <a:lnTo>
                    <a:pt x="30221" y="171027"/>
                  </a:lnTo>
                  <a:lnTo>
                    <a:pt x="31066" y="198171"/>
                  </a:lnTo>
                  <a:lnTo>
                    <a:pt x="31911" y="223945"/>
                  </a:lnTo>
                  <a:lnTo>
                    <a:pt x="32757" y="214368"/>
                  </a:lnTo>
                  <a:lnTo>
                    <a:pt x="33602" y="180657"/>
                  </a:lnTo>
                  <a:lnTo>
                    <a:pt x="34447" y="133163"/>
                  </a:lnTo>
                  <a:lnTo>
                    <a:pt x="35292" y="102487"/>
                  </a:lnTo>
                  <a:lnTo>
                    <a:pt x="36137" y="87328"/>
                  </a:lnTo>
                  <a:lnTo>
                    <a:pt x="36982" y="53332"/>
                  </a:lnTo>
                  <a:lnTo>
                    <a:pt x="37827" y="55652"/>
                  </a:lnTo>
                  <a:lnTo>
                    <a:pt x="38672" y="82786"/>
                  </a:lnTo>
                  <a:lnTo>
                    <a:pt x="39517" y="130280"/>
                  </a:lnTo>
                  <a:lnTo>
                    <a:pt x="40362" y="162440"/>
                  </a:lnTo>
                  <a:lnTo>
                    <a:pt x="41207" y="197419"/>
                  </a:lnTo>
                  <a:lnTo>
                    <a:pt x="42053" y="245497"/>
                  </a:lnTo>
                  <a:lnTo>
                    <a:pt x="42270" y="25086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110387" y="1695020"/>
              <a:ext cx="81247" cy="477855"/>
            </a:xfrm>
            <a:custGeom>
              <a:avLst/>
              <a:pathLst>
                <a:path w="81247" h="477855">
                  <a:moveTo>
                    <a:pt x="0" y="477855"/>
                  </a:moveTo>
                  <a:lnTo>
                    <a:pt x="351" y="465525"/>
                  </a:lnTo>
                  <a:lnTo>
                    <a:pt x="1196" y="433636"/>
                  </a:lnTo>
                  <a:lnTo>
                    <a:pt x="2041" y="398950"/>
                  </a:lnTo>
                  <a:lnTo>
                    <a:pt x="2886" y="357109"/>
                  </a:lnTo>
                  <a:lnTo>
                    <a:pt x="3731" y="284427"/>
                  </a:lnTo>
                  <a:lnTo>
                    <a:pt x="4576" y="282215"/>
                  </a:lnTo>
                  <a:lnTo>
                    <a:pt x="5421" y="295983"/>
                  </a:lnTo>
                  <a:lnTo>
                    <a:pt x="6266" y="295984"/>
                  </a:lnTo>
                  <a:lnTo>
                    <a:pt x="7112" y="295985"/>
                  </a:lnTo>
                  <a:lnTo>
                    <a:pt x="7957" y="332078"/>
                  </a:lnTo>
                  <a:lnTo>
                    <a:pt x="8802" y="408520"/>
                  </a:lnTo>
                  <a:lnTo>
                    <a:pt x="9647" y="428325"/>
                  </a:lnTo>
                  <a:lnTo>
                    <a:pt x="10492" y="426885"/>
                  </a:lnTo>
                  <a:lnTo>
                    <a:pt x="11337" y="442712"/>
                  </a:lnTo>
                  <a:lnTo>
                    <a:pt x="12182" y="448120"/>
                  </a:lnTo>
                  <a:lnTo>
                    <a:pt x="13027" y="362468"/>
                  </a:lnTo>
                  <a:lnTo>
                    <a:pt x="13872" y="274152"/>
                  </a:lnTo>
                  <a:lnTo>
                    <a:pt x="14717" y="227931"/>
                  </a:lnTo>
                  <a:lnTo>
                    <a:pt x="15563" y="201469"/>
                  </a:lnTo>
                  <a:lnTo>
                    <a:pt x="16408" y="185643"/>
                  </a:lnTo>
                  <a:lnTo>
                    <a:pt x="17253" y="180235"/>
                  </a:lnTo>
                  <a:lnTo>
                    <a:pt x="18098" y="264401"/>
                  </a:lnTo>
                  <a:lnTo>
                    <a:pt x="18943" y="354891"/>
                  </a:lnTo>
                  <a:lnTo>
                    <a:pt x="19788" y="417763"/>
                  </a:lnTo>
                  <a:lnTo>
                    <a:pt x="20633" y="444324"/>
                  </a:lnTo>
                  <a:lnTo>
                    <a:pt x="21478" y="444324"/>
                  </a:lnTo>
                  <a:lnTo>
                    <a:pt x="22323" y="444324"/>
                  </a:lnTo>
                  <a:lnTo>
                    <a:pt x="23168" y="441988"/>
                  </a:lnTo>
                  <a:lnTo>
                    <a:pt x="24013" y="418943"/>
                  </a:lnTo>
                  <a:lnTo>
                    <a:pt x="24859" y="394452"/>
                  </a:lnTo>
                  <a:lnTo>
                    <a:pt x="25704" y="390462"/>
                  </a:lnTo>
                  <a:lnTo>
                    <a:pt x="26549" y="363826"/>
                  </a:lnTo>
                  <a:lnTo>
                    <a:pt x="27394" y="274937"/>
                  </a:lnTo>
                  <a:lnTo>
                    <a:pt x="28239" y="184746"/>
                  </a:lnTo>
                  <a:lnTo>
                    <a:pt x="29084" y="164221"/>
                  </a:lnTo>
                  <a:lnTo>
                    <a:pt x="29929" y="121645"/>
                  </a:lnTo>
                  <a:lnTo>
                    <a:pt x="30774" y="69091"/>
                  </a:lnTo>
                  <a:lnTo>
                    <a:pt x="31619" y="89397"/>
                  </a:lnTo>
                  <a:lnTo>
                    <a:pt x="32464" y="167476"/>
                  </a:lnTo>
                  <a:lnTo>
                    <a:pt x="33309" y="236924"/>
                  </a:lnTo>
                  <a:lnTo>
                    <a:pt x="34155" y="272584"/>
                  </a:lnTo>
                  <a:lnTo>
                    <a:pt x="35000" y="305244"/>
                  </a:lnTo>
                  <a:lnTo>
                    <a:pt x="35845" y="319023"/>
                  </a:lnTo>
                  <a:lnTo>
                    <a:pt x="36690" y="267761"/>
                  </a:lnTo>
                  <a:lnTo>
                    <a:pt x="37535" y="239648"/>
                  </a:lnTo>
                  <a:lnTo>
                    <a:pt x="38380" y="257597"/>
                  </a:lnTo>
                  <a:lnTo>
                    <a:pt x="39225" y="265507"/>
                  </a:lnTo>
                  <a:lnTo>
                    <a:pt x="40070" y="299914"/>
                  </a:lnTo>
                  <a:lnTo>
                    <a:pt x="40915" y="296881"/>
                  </a:lnTo>
                  <a:lnTo>
                    <a:pt x="41760" y="263195"/>
                  </a:lnTo>
                  <a:lnTo>
                    <a:pt x="42605" y="225105"/>
                  </a:lnTo>
                  <a:lnTo>
                    <a:pt x="43451" y="174474"/>
                  </a:lnTo>
                  <a:lnTo>
                    <a:pt x="44296" y="94239"/>
                  </a:lnTo>
                  <a:lnTo>
                    <a:pt x="45141" y="24721"/>
                  </a:lnTo>
                  <a:lnTo>
                    <a:pt x="45986" y="0"/>
                  </a:lnTo>
                  <a:lnTo>
                    <a:pt x="46831" y="44794"/>
                  </a:lnTo>
                  <a:lnTo>
                    <a:pt x="47676" y="86619"/>
                  </a:lnTo>
                  <a:lnTo>
                    <a:pt x="48521" y="111341"/>
                  </a:lnTo>
                  <a:lnTo>
                    <a:pt x="49366" y="167324"/>
                  </a:lnTo>
                  <a:lnTo>
                    <a:pt x="50211" y="214519"/>
                  </a:lnTo>
                  <a:lnTo>
                    <a:pt x="51056" y="248124"/>
                  </a:lnTo>
                  <a:lnTo>
                    <a:pt x="51901" y="294468"/>
                  </a:lnTo>
                  <a:lnTo>
                    <a:pt x="52747" y="348388"/>
                  </a:lnTo>
                  <a:lnTo>
                    <a:pt x="53592" y="365747"/>
                  </a:lnTo>
                  <a:lnTo>
                    <a:pt x="54437" y="365042"/>
                  </a:lnTo>
                  <a:lnTo>
                    <a:pt x="55282" y="383931"/>
                  </a:lnTo>
                  <a:lnTo>
                    <a:pt x="56127" y="420846"/>
                  </a:lnTo>
                  <a:lnTo>
                    <a:pt x="56972" y="420986"/>
                  </a:lnTo>
                  <a:lnTo>
                    <a:pt x="57817" y="393072"/>
                  </a:lnTo>
                  <a:lnTo>
                    <a:pt x="58662" y="330252"/>
                  </a:lnTo>
                  <a:lnTo>
                    <a:pt x="59507" y="277417"/>
                  </a:lnTo>
                  <a:lnTo>
                    <a:pt x="60352" y="248398"/>
                  </a:lnTo>
                  <a:lnTo>
                    <a:pt x="61197" y="180421"/>
                  </a:lnTo>
                  <a:lnTo>
                    <a:pt x="62043" y="125274"/>
                  </a:lnTo>
                  <a:lnTo>
                    <a:pt x="62888" y="130861"/>
                  </a:lnTo>
                  <a:lnTo>
                    <a:pt x="63733" y="193920"/>
                  </a:lnTo>
                  <a:lnTo>
                    <a:pt x="64578" y="225470"/>
                  </a:lnTo>
                  <a:lnTo>
                    <a:pt x="65423" y="208720"/>
                  </a:lnTo>
                  <a:lnTo>
                    <a:pt x="66268" y="276016"/>
                  </a:lnTo>
                  <a:lnTo>
                    <a:pt x="67113" y="329664"/>
                  </a:lnTo>
                  <a:lnTo>
                    <a:pt x="67958" y="291448"/>
                  </a:lnTo>
                  <a:lnTo>
                    <a:pt x="68803" y="262444"/>
                  </a:lnTo>
                  <a:lnTo>
                    <a:pt x="69648" y="307373"/>
                  </a:lnTo>
                  <a:lnTo>
                    <a:pt x="70493" y="349272"/>
                  </a:lnTo>
                  <a:lnTo>
                    <a:pt x="71339" y="327613"/>
                  </a:lnTo>
                  <a:lnTo>
                    <a:pt x="72184" y="323277"/>
                  </a:lnTo>
                  <a:lnTo>
                    <a:pt x="73029" y="365091"/>
                  </a:lnTo>
                  <a:lnTo>
                    <a:pt x="73874" y="407534"/>
                  </a:lnTo>
                  <a:lnTo>
                    <a:pt x="74719" y="408846"/>
                  </a:lnTo>
                  <a:lnTo>
                    <a:pt x="75564" y="416150"/>
                  </a:lnTo>
                  <a:lnTo>
                    <a:pt x="76409" y="438487"/>
                  </a:lnTo>
                  <a:lnTo>
                    <a:pt x="77254" y="444324"/>
                  </a:lnTo>
                  <a:lnTo>
                    <a:pt x="78099" y="444324"/>
                  </a:lnTo>
                  <a:lnTo>
                    <a:pt x="78944" y="444324"/>
                  </a:lnTo>
                  <a:lnTo>
                    <a:pt x="79790" y="453606"/>
                  </a:lnTo>
                  <a:lnTo>
                    <a:pt x="80635" y="474098"/>
                  </a:lnTo>
                  <a:lnTo>
                    <a:pt x="81247" y="4778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193722" y="2053624"/>
              <a:ext cx="27715" cy="119252"/>
            </a:xfrm>
            <a:custGeom>
              <a:avLst/>
              <a:pathLst>
                <a:path w="27715" h="119252">
                  <a:moveTo>
                    <a:pt x="0" y="119252"/>
                  </a:moveTo>
                  <a:lnTo>
                    <a:pt x="680" y="113375"/>
                  </a:lnTo>
                  <a:lnTo>
                    <a:pt x="1525" y="82573"/>
                  </a:lnTo>
                  <a:lnTo>
                    <a:pt x="2370" y="41923"/>
                  </a:lnTo>
                  <a:lnTo>
                    <a:pt x="3215" y="31001"/>
                  </a:lnTo>
                  <a:lnTo>
                    <a:pt x="4060" y="50378"/>
                  </a:lnTo>
                  <a:lnTo>
                    <a:pt x="4905" y="65654"/>
                  </a:lnTo>
                  <a:lnTo>
                    <a:pt x="5750" y="69105"/>
                  </a:lnTo>
                  <a:lnTo>
                    <a:pt x="6595" y="64483"/>
                  </a:lnTo>
                  <a:lnTo>
                    <a:pt x="7440" y="62105"/>
                  </a:lnTo>
                  <a:lnTo>
                    <a:pt x="8285" y="47539"/>
                  </a:lnTo>
                  <a:lnTo>
                    <a:pt x="9130" y="28172"/>
                  </a:lnTo>
                  <a:lnTo>
                    <a:pt x="9976" y="23665"/>
                  </a:lnTo>
                  <a:lnTo>
                    <a:pt x="10821" y="54665"/>
                  </a:lnTo>
                  <a:lnTo>
                    <a:pt x="11666" y="77336"/>
                  </a:lnTo>
                  <a:lnTo>
                    <a:pt x="12511" y="104034"/>
                  </a:lnTo>
                  <a:lnTo>
                    <a:pt x="13356" y="95262"/>
                  </a:lnTo>
                  <a:lnTo>
                    <a:pt x="14201" y="50371"/>
                  </a:lnTo>
                  <a:lnTo>
                    <a:pt x="15046" y="27839"/>
                  </a:lnTo>
                  <a:lnTo>
                    <a:pt x="15891" y="691"/>
                  </a:lnTo>
                  <a:lnTo>
                    <a:pt x="16736" y="4162"/>
                  </a:lnTo>
                  <a:lnTo>
                    <a:pt x="17581" y="0"/>
                  </a:lnTo>
                  <a:lnTo>
                    <a:pt x="18426" y="29078"/>
                  </a:lnTo>
                  <a:lnTo>
                    <a:pt x="19272" y="65891"/>
                  </a:lnTo>
                  <a:lnTo>
                    <a:pt x="20117" y="52361"/>
                  </a:lnTo>
                  <a:lnTo>
                    <a:pt x="20962" y="32825"/>
                  </a:lnTo>
                  <a:lnTo>
                    <a:pt x="21807" y="31414"/>
                  </a:lnTo>
                  <a:lnTo>
                    <a:pt x="22652" y="31415"/>
                  </a:lnTo>
                  <a:lnTo>
                    <a:pt x="23497" y="31415"/>
                  </a:lnTo>
                  <a:lnTo>
                    <a:pt x="24342" y="39483"/>
                  </a:lnTo>
                  <a:lnTo>
                    <a:pt x="25187" y="64775"/>
                  </a:lnTo>
                  <a:lnTo>
                    <a:pt x="26032" y="89617"/>
                  </a:lnTo>
                  <a:lnTo>
                    <a:pt x="26877" y="111521"/>
                  </a:lnTo>
                  <a:lnTo>
                    <a:pt x="27715" y="11925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224908" y="1927883"/>
              <a:ext cx="23309" cy="244992"/>
            </a:xfrm>
            <a:custGeom>
              <a:avLst/>
              <a:pathLst>
                <a:path w="23309" h="244992">
                  <a:moveTo>
                    <a:pt x="0" y="244992"/>
                  </a:moveTo>
                  <a:lnTo>
                    <a:pt x="762" y="201438"/>
                  </a:lnTo>
                  <a:lnTo>
                    <a:pt x="1607" y="193642"/>
                  </a:lnTo>
                  <a:lnTo>
                    <a:pt x="2452" y="193643"/>
                  </a:lnTo>
                  <a:lnTo>
                    <a:pt x="3297" y="180142"/>
                  </a:lnTo>
                  <a:lnTo>
                    <a:pt x="4142" y="130858"/>
                  </a:lnTo>
                  <a:lnTo>
                    <a:pt x="4987" y="104667"/>
                  </a:lnTo>
                  <a:lnTo>
                    <a:pt x="5833" y="110787"/>
                  </a:lnTo>
                  <a:lnTo>
                    <a:pt x="6678" y="101811"/>
                  </a:lnTo>
                  <a:lnTo>
                    <a:pt x="7523" y="49912"/>
                  </a:lnTo>
                  <a:lnTo>
                    <a:pt x="8368" y="0"/>
                  </a:lnTo>
                  <a:lnTo>
                    <a:pt x="9213" y="19344"/>
                  </a:lnTo>
                  <a:lnTo>
                    <a:pt x="10058" y="86971"/>
                  </a:lnTo>
                  <a:lnTo>
                    <a:pt x="10903" y="93287"/>
                  </a:lnTo>
                  <a:lnTo>
                    <a:pt x="11748" y="91355"/>
                  </a:lnTo>
                  <a:lnTo>
                    <a:pt x="12593" y="99535"/>
                  </a:lnTo>
                  <a:lnTo>
                    <a:pt x="13438" y="82519"/>
                  </a:lnTo>
                  <a:lnTo>
                    <a:pt x="14283" y="83762"/>
                  </a:lnTo>
                  <a:lnTo>
                    <a:pt x="15129" y="85844"/>
                  </a:lnTo>
                  <a:lnTo>
                    <a:pt x="15974" y="107581"/>
                  </a:lnTo>
                  <a:lnTo>
                    <a:pt x="16819" y="106272"/>
                  </a:lnTo>
                  <a:lnTo>
                    <a:pt x="17664" y="142488"/>
                  </a:lnTo>
                  <a:lnTo>
                    <a:pt x="18509" y="208174"/>
                  </a:lnTo>
                  <a:lnTo>
                    <a:pt x="19354" y="207928"/>
                  </a:lnTo>
                  <a:lnTo>
                    <a:pt x="20199" y="182231"/>
                  </a:lnTo>
                  <a:lnTo>
                    <a:pt x="21044" y="175830"/>
                  </a:lnTo>
                  <a:lnTo>
                    <a:pt x="21889" y="189655"/>
                  </a:lnTo>
                  <a:lnTo>
                    <a:pt x="22734" y="224340"/>
                  </a:lnTo>
                  <a:lnTo>
                    <a:pt x="23309" y="24499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252506" y="2055719"/>
              <a:ext cx="14459" cy="117156"/>
            </a:xfrm>
            <a:custGeom>
              <a:avLst/>
              <a:pathLst>
                <a:path w="14459" h="117156">
                  <a:moveTo>
                    <a:pt x="0" y="117156"/>
                  </a:moveTo>
                  <a:lnTo>
                    <a:pt x="207" y="105586"/>
                  </a:lnTo>
                  <a:lnTo>
                    <a:pt x="1052" y="44916"/>
                  </a:lnTo>
                  <a:lnTo>
                    <a:pt x="1897" y="44782"/>
                  </a:lnTo>
                  <a:lnTo>
                    <a:pt x="2742" y="45948"/>
                  </a:lnTo>
                  <a:lnTo>
                    <a:pt x="3587" y="32862"/>
                  </a:lnTo>
                  <a:lnTo>
                    <a:pt x="4432" y="31257"/>
                  </a:lnTo>
                  <a:lnTo>
                    <a:pt x="5277" y="45951"/>
                  </a:lnTo>
                  <a:lnTo>
                    <a:pt x="6122" y="44775"/>
                  </a:lnTo>
                  <a:lnTo>
                    <a:pt x="6968" y="0"/>
                  </a:lnTo>
                  <a:lnTo>
                    <a:pt x="7813" y="3936"/>
                  </a:lnTo>
                  <a:lnTo>
                    <a:pt x="8658" y="17316"/>
                  </a:lnTo>
                  <a:lnTo>
                    <a:pt x="9503" y="17317"/>
                  </a:lnTo>
                  <a:lnTo>
                    <a:pt x="10348" y="22600"/>
                  </a:lnTo>
                  <a:lnTo>
                    <a:pt x="11193" y="55301"/>
                  </a:lnTo>
                  <a:lnTo>
                    <a:pt x="12038" y="100943"/>
                  </a:lnTo>
                  <a:lnTo>
                    <a:pt x="12883" y="97005"/>
                  </a:lnTo>
                  <a:lnTo>
                    <a:pt x="13728" y="87216"/>
                  </a:lnTo>
                  <a:lnTo>
                    <a:pt x="14459" y="1171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271813" y="2160323"/>
              <a:ext cx="2022" cy="12552"/>
            </a:xfrm>
            <a:custGeom>
              <a:avLst/>
              <a:pathLst>
                <a:path w="2022" h="12552">
                  <a:moveTo>
                    <a:pt x="0" y="12552"/>
                  </a:moveTo>
                  <a:lnTo>
                    <a:pt x="338" y="0"/>
                  </a:lnTo>
                  <a:lnTo>
                    <a:pt x="1183" y="2772"/>
                  </a:lnTo>
                  <a:lnTo>
                    <a:pt x="2022" y="1255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281013" y="2065591"/>
              <a:ext cx="40327" cy="107284"/>
            </a:xfrm>
            <a:custGeom>
              <a:avLst/>
              <a:pathLst>
                <a:path w="40327" h="107284">
                  <a:moveTo>
                    <a:pt x="0" y="107284"/>
                  </a:moveTo>
                  <a:lnTo>
                    <a:pt x="433" y="84039"/>
                  </a:lnTo>
                  <a:lnTo>
                    <a:pt x="1279" y="41839"/>
                  </a:lnTo>
                  <a:lnTo>
                    <a:pt x="2124" y="30352"/>
                  </a:lnTo>
                  <a:lnTo>
                    <a:pt x="2969" y="26154"/>
                  </a:lnTo>
                  <a:lnTo>
                    <a:pt x="3814" y="15048"/>
                  </a:lnTo>
                  <a:lnTo>
                    <a:pt x="4659" y="12150"/>
                  </a:lnTo>
                  <a:lnTo>
                    <a:pt x="5504" y="22535"/>
                  </a:lnTo>
                  <a:lnTo>
                    <a:pt x="6349" y="39596"/>
                  </a:lnTo>
                  <a:lnTo>
                    <a:pt x="7194" y="25791"/>
                  </a:lnTo>
                  <a:lnTo>
                    <a:pt x="8039" y="7331"/>
                  </a:lnTo>
                  <a:lnTo>
                    <a:pt x="8884" y="11936"/>
                  </a:lnTo>
                  <a:lnTo>
                    <a:pt x="9729" y="856"/>
                  </a:lnTo>
                  <a:lnTo>
                    <a:pt x="10575" y="2443"/>
                  </a:lnTo>
                  <a:lnTo>
                    <a:pt x="11420" y="6911"/>
                  </a:lnTo>
                  <a:lnTo>
                    <a:pt x="12265" y="26364"/>
                  </a:lnTo>
                  <a:lnTo>
                    <a:pt x="13110" y="28123"/>
                  </a:lnTo>
                  <a:lnTo>
                    <a:pt x="13955" y="13181"/>
                  </a:lnTo>
                  <a:lnTo>
                    <a:pt x="14800" y="19886"/>
                  </a:lnTo>
                  <a:lnTo>
                    <a:pt x="15645" y="6403"/>
                  </a:lnTo>
                  <a:lnTo>
                    <a:pt x="16490" y="0"/>
                  </a:lnTo>
                  <a:lnTo>
                    <a:pt x="17335" y="5837"/>
                  </a:lnTo>
                  <a:lnTo>
                    <a:pt x="18180" y="26735"/>
                  </a:lnTo>
                  <a:lnTo>
                    <a:pt x="19025" y="18903"/>
                  </a:lnTo>
                  <a:lnTo>
                    <a:pt x="19871" y="3109"/>
                  </a:lnTo>
                  <a:lnTo>
                    <a:pt x="20716" y="15005"/>
                  </a:lnTo>
                  <a:lnTo>
                    <a:pt x="21561" y="21409"/>
                  </a:lnTo>
                  <a:lnTo>
                    <a:pt x="22406" y="21409"/>
                  </a:lnTo>
                  <a:lnTo>
                    <a:pt x="23251" y="21409"/>
                  </a:lnTo>
                  <a:lnTo>
                    <a:pt x="24096" y="50684"/>
                  </a:lnTo>
                  <a:lnTo>
                    <a:pt x="24941" y="73753"/>
                  </a:lnTo>
                  <a:lnTo>
                    <a:pt x="25786" y="73753"/>
                  </a:lnTo>
                  <a:lnTo>
                    <a:pt x="26631" y="73753"/>
                  </a:lnTo>
                  <a:lnTo>
                    <a:pt x="27476" y="73753"/>
                  </a:lnTo>
                  <a:lnTo>
                    <a:pt x="28321" y="73753"/>
                  </a:lnTo>
                  <a:lnTo>
                    <a:pt x="29167" y="73753"/>
                  </a:lnTo>
                  <a:lnTo>
                    <a:pt x="30012" y="73753"/>
                  </a:lnTo>
                  <a:lnTo>
                    <a:pt x="30857" y="73753"/>
                  </a:lnTo>
                  <a:lnTo>
                    <a:pt x="31702" y="73753"/>
                  </a:lnTo>
                  <a:lnTo>
                    <a:pt x="32547" y="73753"/>
                  </a:lnTo>
                  <a:lnTo>
                    <a:pt x="33392" y="73753"/>
                  </a:lnTo>
                  <a:lnTo>
                    <a:pt x="34237" y="73753"/>
                  </a:lnTo>
                  <a:lnTo>
                    <a:pt x="35082" y="73753"/>
                  </a:lnTo>
                  <a:lnTo>
                    <a:pt x="35927" y="73753"/>
                  </a:lnTo>
                  <a:lnTo>
                    <a:pt x="36772" y="73753"/>
                  </a:lnTo>
                  <a:lnTo>
                    <a:pt x="37618" y="73753"/>
                  </a:lnTo>
                  <a:lnTo>
                    <a:pt x="38463" y="73753"/>
                  </a:lnTo>
                  <a:lnTo>
                    <a:pt x="39308" y="73753"/>
                  </a:lnTo>
                  <a:lnTo>
                    <a:pt x="40153" y="96438"/>
                  </a:lnTo>
                  <a:lnTo>
                    <a:pt x="40327" y="1072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327001" y="1950445"/>
              <a:ext cx="19891" cy="222430"/>
            </a:xfrm>
            <a:custGeom>
              <a:avLst/>
              <a:pathLst>
                <a:path w="19891" h="222430">
                  <a:moveTo>
                    <a:pt x="0" y="222430"/>
                  </a:moveTo>
                  <a:lnTo>
                    <a:pt x="80" y="215731"/>
                  </a:lnTo>
                  <a:lnTo>
                    <a:pt x="925" y="175596"/>
                  </a:lnTo>
                  <a:lnTo>
                    <a:pt x="1770" y="170016"/>
                  </a:lnTo>
                  <a:lnTo>
                    <a:pt x="2615" y="150363"/>
                  </a:lnTo>
                  <a:lnTo>
                    <a:pt x="3460" y="137758"/>
                  </a:lnTo>
                  <a:lnTo>
                    <a:pt x="4305" y="171295"/>
                  </a:lnTo>
                  <a:lnTo>
                    <a:pt x="5151" y="186199"/>
                  </a:lnTo>
                  <a:lnTo>
                    <a:pt x="5996" y="183804"/>
                  </a:lnTo>
                  <a:lnTo>
                    <a:pt x="6841" y="142193"/>
                  </a:lnTo>
                  <a:lnTo>
                    <a:pt x="7686" y="63912"/>
                  </a:lnTo>
                  <a:lnTo>
                    <a:pt x="8531" y="1050"/>
                  </a:lnTo>
                  <a:lnTo>
                    <a:pt x="9376" y="0"/>
                  </a:lnTo>
                  <a:lnTo>
                    <a:pt x="10221" y="2700"/>
                  </a:lnTo>
                  <a:lnTo>
                    <a:pt x="11066" y="5095"/>
                  </a:lnTo>
                  <a:lnTo>
                    <a:pt x="11911" y="46707"/>
                  </a:lnTo>
                  <a:lnTo>
                    <a:pt x="12756" y="124986"/>
                  </a:lnTo>
                  <a:lnTo>
                    <a:pt x="13601" y="186889"/>
                  </a:lnTo>
                  <a:lnTo>
                    <a:pt x="14447" y="167366"/>
                  </a:lnTo>
                  <a:lnTo>
                    <a:pt x="15292" y="141667"/>
                  </a:lnTo>
                  <a:lnTo>
                    <a:pt x="16137" y="134804"/>
                  </a:lnTo>
                  <a:lnTo>
                    <a:pt x="16982" y="134805"/>
                  </a:lnTo>
                  <a:lnTo>
                    <a:pt x="17827" y="134805"/>
                  </a:lnTo>
                  <a:lnTo>
                    <a:pt x="18672" y="153808"/>
                  </a:lnTo>
                  <a:lnTo>
                    <a:pt x="19517" y="199466"/>
                  </a:lnTo>
                  <a:lnTo>
                    <a:pt x="19891" y="2224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350370" y="2055557"/>
              <a:ext cx="4896" cy="117318"/>
            </a:xfrm>
            <a:custGeom>
              <a:avLst/>
              <a:pathLst>
                <a:path w="4896" h="117318">
                  <a:moveTo>
                    <a:pt x="0" y="117318"/>
                  </a:moveTo>
                  <a:lnTo>
                    <a:pt x="374" y="91828"/>
                  </a:lnTo>
                  <a:lnTo>
                    <a:pt x="1219" y="19888"/>
                  </a:lnTo>
                  <a:lnTo>
                    <a:pt x="2065" y="0"/>
                  </a:lnTo>
                  <a:lnTo>
                    <a:pt x="2910" y="48762"/>
                  </a:lnTo>
                  <a:lnTo>
                    <a:pt x="3755" y="84241"/>
                  </a:lnTo>
                  <a:lnTo>
                    <a:pt x="4600" y="102996"/>
                  </a:lnTo>
                  <a:lnTo>
                    <a:pt x="4896" y="11731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357888" y="1894415"/>
              <a:ext cx="6117" cy="278460"/>
            </a:xfrm>
            <a:custGeom>
              <a:avLst/>
              <a:pathLst>
                <a:path w="6117" h="278460">
                  <a:moveTo>
                    <a:pt x="0" y="278460"/>
                  </a:moveTo>
                  <a:lnTo>
                    <a:pt x="462" y="226374"/>
                  </a:lnTo>
                  <a:lnTo>
                    <a:pt x="1307" y="112664"/>
                  </a:lnTo>
                  <a:lnTo>
                    <a:pt x="2152" y="48217"/>
                  </a:lnTo>
                  <a:lnTo>
                    <a:pt x="2997" y="0"/>
                  </a:lnTo>
                  <a:lnTo>
                    <a:pt x="3842" y="27826"/>
                  </a:lnTo>
                  <a:lnTo>
                    <a:pt x="4687" y="89388"/>
                  </a:lnTo>
                  <a:lnTo>
                    <a:pt x="5532" y="200821"/>
                  </a:lnTo>
                  <a:lnTo>
                    <a:pt x="6117" y="2784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108" y="2099787"/>
              <a:ext cx="5843" cy="73088"/>
            </a:xfrm>
            <a:custGeom>
              <a:avLst/>
              <a:pathLst>
                <a:path w="5843" h="73088">
                  <a:moveTo>
                    <a:pt x="0" y="73088"/>
                  </a:moveTo>
                  <a:lnTo>
                    <a:pt x="74" y="68169"/>
                  </a:lnTo>
                  <a:lnTo>
                    <a:pt x="919" y="0"/>
                  </a:lnTo>
                  <a:lnTo>
                    <a:pt x="1764" y="26342"/>
                  </a:lnTo>
                  <a:lnTo>
                    <a:pt x="2609" y="42611"/>
                  </a:lnTo>
                  <a:lnTo>
                    <a:pt x="3454" y="32315"/>
                  </a:lnTo>
                  <a:lnTo>
                    <a:pt x="4299" y="37743"/>
                  </a:lnTo>
                  <a:lnTo>
                    <a:pt x="5144" y="37280"/>
                  </a:lnTo>
                  <a:lnTo>
                    <a:pt x="5843" y="7308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6461" y="2112082"/>
              <a:ext cx="5493" cy="60794"/>
            </a:xfrm>
            <a:custGeom>
              <a:avLst/>
              <a:pathLst>
                <a:path w="5493" h="60794">
                  <a:moveTo>
                    <a:pt x="0" y="60794"/>
                  </a:moveTo>
                  <a:lnTo>
                    <a:pt x="481" y="50887"/>
                  </a:lnTo>
                  <a:lnTo>
                    <a:pt x="1326" y="31553"/>
                  </a:lnTo>
                  <a:lnTo>
                    <a:pt x="2171" y="17353"/>
                  </a:lnTo>
                  <a:lnTo>
                    <a:pt x="3016" y="0"/>
                  </a:lnTo>
                  <a:lnTo>
                    <a:pt x="3861" y="21083"/>
                  </a:lnTo>
                  <a:lnTo>
                    <a:pt x="4706" y="31014"/>
                  </a:lnTo>
                  <a:lnTo>
                    <a:pt x="5493" y="6079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83808" y="1824235"/>
              <a:ext cx="44650" cy="348640"/>
            </a:xfrm>
            <a:custGeom>
              <a:avLst/>
              <a:pathLst>
                <a:path w="44650" h="348640">
                  <a:moveTo>
                    <a:pt x="0" y="348640"/>
                  </a:moveTo>
                  <a:lnTo>
                    <a:pt x="740" y="329553"/>
                  </a:lnTo>
                  <a:lnTo>
                    <a:pt x="1585" y="281176"/>
                  </a:lnTo>
                  <a:lnTo>
                    <a:pt x="2430" y="233265"/>
                  </a:lnTo>
                  <a:lnTo>
                    <a:pt x="3275" y="202740"/>
                  </a:lnTo>
                  <a:lnTo>
                    <a:pt x="4120" y="195091"/>
                  </a:lnTo>
                  <a:lnTo>
                    <a:pt x="4965" y="213998"/>
                  </a:lnTo>
                  <a:lnTo>
                    <a:pt x="5810" y="228102"/>
                  </a:lnTo>
                  <a:lnTo>
                    <a:pt x="6655" y="232976"/>
                  </a:lnTo>
                  <a:lnTo>
                    <a:pt x="7500" y="246133"/>
                  </a:lnTo>
                  <a:lnTo>
                    <a:pt x="8346" y="253611"/>
                  </a:lnTo>
                  <a:lnTo>
                    <a:pt x="9191" y="231358"/>
                  </a:lnTo>
                  <a:lnTo>
                    <a:pt x="10036" y="223488"/>
                  </a:lnTo>
                  <a:lnTo>
                    <a:pt x="10881" y="269021"/>
                  </a:lnTo>
                  <a:lnTo>
                    <a:pt x="11726" y="294635"/>
                  </a:lnTo>
                  <a:lnTo>
                    <a:pt x="12571" y="296310"/>
                  </a:lnTo>
                  <a:lnTo>
                    <a:pt x="13416" y="296311"/>
                  </a:lnTo>
                  <a:lnTo>
                    <a:pt x="14261" y="327806"/>
                  </a:lnTo>
                  <a:lnTo>
                    <a:pt x="15106" y="340785"/>
                  </a:lnTo>
                  <a:lnTo>
                    <a:pt x="15951" y="309875"/>
                  </a:lnTo>
                  <a:lnTo>
                    <a:pt x="16796" y="279039"/>
                  </a:lnTo>
                  <a:lnTo>
                    <a:pt x="17642" y="263317"/>
                  </a:lnTo>
                  <a:lnTo>
                    <a:pt x="18487" y="243713"/>
                  </a:lnTo>
                  <a:lnTo>
                    <a:pt x="19332" y="211885"/>
                  </a:lnTo>
                  <a:lnTo>
                    <a:pt x="20177" y="220830"/>
                  </a:lnTo>
                  <a:lnTo>
                    <a:pt x="21022" y="261631"/>
                  </a:lnTo>
                  <a:lnTo>
                    <a:pt x="21867" y="298551"/>
                  </a:lnTo>
                  <a:lnTo>
                    <a:pt x="22712" y="314274"/>
                  </a:lnTo>
                  <a:lnTo>
                    <a:pt x="23557" y="331446"/>
                  </a:lnTo>
                  <a:lnTo>
                    <a:pt x="24402" y="336444"/>
                  </a:lnTo>
                  <a:lnTo>
                    <a:pt x="25247" y="322396"/>
                  </a:lnTo>
                  <a:lnTo>
                    <a:pt x="26092" y="286788"/>
                  </a:lnTo>
                  <a:lnTo>
                    <a:pt x="26938" y="265935"/>
                  </a:lnTo>
                  <a:lnTo>
                    <a:pt x="27783" y="264793"/>
                  </a:lnTo>
                  <a:lnTo>
                    <a:pt x="28628" y="219478"/>
                  </a:lnTo>
                  <a:lnTo>
                    <a:pt x="29473" y="204446"/>
                  </a:lnTo>
                  <a:lnTo>
                    <a:pt x="30318" y="190237"/>
                  </a:lnTo>
                  <a:lnTo>
                    <a:pt x="31163" y="139997"/>
                  </a:lnTo>
                  <a:lnTo>
                    <a:pt x="32008" y="68286"/>
                  </a:lnTo>
                  <a:lnTo>
                    <a:pt x="32853" y="0"/>
                  </a:lnTo>
                  <a:lnTo>
                    <a:pt x="33698" y="7197"/>
                  </a:lnTo>
                  <a:lnTo>
                    <a:pt x="34543" y="37335"/>
                  </a:lnTo>
                  <a:lnTo>
                    <a:pt x="35388" y="56283"/>
                  </a:lnTo>
                  <a:lnTo>
                    <a:pt x="36234" y="125191"/>
                  </a:lnTo>
                  <a:lnTo>
                    <a:pt x="37079" y="209934"/>
                  </a:lnTo>
                  <a:lnTo>
                    <a:pt x="37924" y="236235"/>
                  </a:lnTo>
                  <a:lnTo>
                    <a:pt x="38769" y="243001"/>
                  </a:lnTo>
                  <a:lnTo>
                    <a:pt x="39614" y="225848"/>
                  </a:lnTo>
                  <a:lnTo>
                    <a:pt x="40459" y="198551"/>
                  </a:lnTo>
                  <a:lnTo>
                    <a:pt x="41304" y="179913"/>
                  </a:lnTo>
                  <a:lnTo>
                    <a:pt x="42149" y="178452"/>
                  </a:lnTo>
                  <a:lnTo>
                    <a:pt x="42994" y="221581"/>
                  </a:lnTo>
                  <a:lnTo>
                    <a:pt x="43839" y="277855"/>
                  </a:lnTo>
                  <a:lnTo>
                    <a:pt x="44650" y="34864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433691" y="2147694"/>
              <a:ext cx="1958" cy="25181"/>
            </a:xfrm>
            <a:custGeom>
              <a:avLst/>
              <a:pathLst>
                <a:path w="1958" h="25181">
                  <a:moveTo>
                    <a:pt x="0" y="25181"/>
                  </a:moveTo>
                  <a:lnTo>
                    <a:pt x="717" y="0"/>
                  </a:lnTo>
                  <a:lnTo>
                    <a:pt x="1562" y="15566"/>
                  </a:lnTo>
                  <a:lnTo>
                    <a:pt x="1958" y="2518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437655" y="2169745"/>
              <a:ext cx="1082" cy="3130"/>
            </a:xfrm>
            <a:custGeom>
              <a:avLst/>
              <a:pathLst>
                <a:path w="1082" h="3130">
                  <a:moveTo>
                    <a:pt x="0" y="3130"/>
                  </a:moveTo>
                  <a:lnTo>
                    <a:pt x="133" y="0"/>
                  </a:lnTo>
                  <a:lnTo>
                    <a:pt x="978" y="1511"/>
                  </a:lnTo>
                  <a:lnTo>
                    <a:pt x="1082" y="31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440109" y="2041023"/>
              <a:ext cx="36614" cy="131852"/>
            </a:xfrm>
            <a:custGeom>
              <a:avLst/>
              <a:pathLst>
                <a:path w="36614" h="131852">
                  <a:moveTo>
                    <a:pt x="0" y="131852"/>
                  </a:moveTo>
                  <a:lnTo>
                    <a:pt x="215" y="127884"/>
                  </a:lnTo>
                  <a:lnTo>
                    <a:pt x="1060" y="107392"/>
                  </a:lnTo>
                  <a:lnTo>
                    <a:pt x="1905" y="98321"/>
                  </a:lnTo>
                  <a:lnTo>
                    <a:pt x="2750" y="80159"/>
                  </a:lnTo>
                  <a:lnTo>
                    <a:pt x="3595" y="47824"/>
                  </a:lnTo>
                  <a:lnTo>
                    <a:pt x="4440" y="34080"/>
                  </a:lnTo>
                  <a:lnTo>
                    <a:pt x="5285" y="27329"/>
                  </a:lnTo>
                  <a:lnTo>
                    <a:pt x="6131" y="39212"/>
                  </a:lnTo>
                  <a:lnTo>
                    <a:pt x="6976" y="57623"/>
                  </a:lnTo>
                  <a:lnTo>
                    <a:pt x="7821" y="91363"/>
                  </a:lnTo>
                  <a:lnTo>
                    <a:pt x="8666" y="105227"/>
                  </a:lnTo>
                  <a:lnTo>
                    <a:pt x="9511" y="93748"/>
                  </a:lnTo>
                  <a:lnTo>
                    <a:pt x="10356" y="91067"/>
                  </a:lnTo>
                  <a:lnTo>
                    <a:pt x="11201" y="79184"/>
                  </a:lnTo>
                  <a:lnTo>
                    <a:pt x="12046" y="60773"/>
                  </a:lnTo>
                  <a:lnTo>
                    <a:pt x="12891" y="45194"/>
                  </a:lnTo>
                  <a:lnTo>
                    <a:pt x="13736" y="63665"/>
                  </a:lnTo>
                  <a:lnTo>
                    <a:pt x="14581" y="70176"/>
                  </a:lnTo>
                  <a:lnTo>
                    <a:pt x="15427" y="51284"/>
                  </a:lnTo>
                  <a:lnTo>
                    <a:pt x="16272" y="44692"/>
                  </a:lnTo>
                  <a:lnTo>
                    <a:pt x="17117" y="44692"/>
                  </a:lnTo>
                  <a:lnTo>
                    <a:pt x="17962" y="28240"/>
                  </a:lnTo>
                  <a:lnTo>
                    <a:pt x="18807" y="0"/>
                  </a:lnTo>
                  <a:lnTo>
                    <a:pt x="19652" y="9475"/>
                  </a:lnTo>
                  <a:lnTo>
                    <a:pt x="20497" y="37801"/>
                  </a:lnTo>
                  <a:lnTo>
                    <a:pt x="21342" y="44393"/>
                  </a:lnTo>
                  <a:lnTo>
                    <a:pt x="22187" y="44393"/>
                  </a:lnTo>
                  <a:lnTo>
                    <a:pt x="23032" y="60845"/>
                  </a:lnTo>
                  <a:lnTo>
                    <a:pt x="23877" y="89086"/>
                  </a:lnTo>
                  <a:lnTo>
                    <a:pt x="24723" y="98321"/>
                  </a:lnTo>
                  <a:lnTo>
                    <a:pt x="25568" y="109836"/>
                  </a:lnTo>
                  <a:lnTo>
                    <a:pt x="26413" y="109281"/>
                  </a:lnTo>
                  <a:lnTo>
                    <a:pt x="27258" y="89072"/>
                  </a:lnTo>
                  <a:lnTo>
                    <a:pt x="28103" y="94939"/>
                  </a:lnTo>
                  <a:lnTo>
                    <a:pt x="28948" y="94940"/>
                  </a:lnTo>
                  <a:lnTo>
                    <a:pt x="29793" y="100307"/>
                  </a:lnTo>
                  <a:lnTo>
                    <a:pt x="30638" y="109285"/>
                  </a:lnTo>
                  <a:lnTo>
                    <a:pt x="31483" y="99705"/>
                  </a:lnTo>
                  <a:lnTo>
                    <a:pt x="32328" y="92993"/>
                  </a:lnTo>
                  <a:lnTo>
                    <a:pt x="33173" y="77307"/>
                  </a:lnTo>
                  <a:lnTo>
                    <a:pt x="34019" y="90644"/>
                  </a:lnTo>
                  <a:lnTo>
                    <a:pt x="34864" y="105096"/>
                  </a:lnTo>
                  <a:lnTo>
                    <a:pt x="35709" y="104632"/>
                  </a:lnTo>
                  <a:lnTo>
                    <a:pt x="36554" y="129921"/>
                  </a:lnTo>
                  <a:lnTo>
                    <a:pt x="36614" y="13185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479636" y="1993525"/>
              <a:ext cx="33583" cy="179350"/>
            </a:xfrm>
            <a:custGeom>
              <a:avLst/>
              <a:pathLst>
                <a:path w="33583" h="179350">
                  <a:moveTo>
                    <a:pt x="0" y="179350"/>
                  </a:moveTo>
                  <a:lnTo>
                    <a:pt x="407" y="145332"/>
                  </a:lnTo>
                  <a:lnTo>
                    <a:pt x="1252" y="77448"/>
                  </a:lnTo>
                  <a:lnTo>
                    <a:pt x="2098" y="36200"/>
                  </a:lnTo>
                  <a:lnTo>
                    <a:pt x="2943" y="20273"/>
                  </a:lnTo>
                  <a:lnTo>
                    <a:pt x="3788" y="10777"/>
                  </a:lnTo>
                  <a:lnTo>
                    <a:pt x="4633" y="14026"/>
                  </a:lnTo>
                  <a:lnTo>
                    <a:pt x="5478" y="75975"/>
                  </a:lnTo>
                  <a:lnTo>
                    <a:pt x="6323" y="123830"/>
                  </a:lnTo>
                  <a:lnTo>
                    <a:pt x="7168" y="149921"/>
                  </a:lnTo>
                  <a:lnTo>
                    <a:pt x="8013" y="165849"/>
                  </a:lnTo>
                  <a:lnTo>
                    <a:pt x="8858" y="166266"/>
                  </a:lnTo>
                  <a:lnTo>
                    <a:pt x="9703" y="130655"/>
                  </a:lnTo>
                  <a:lnTo>
                    <a:pt x="10548" y="87108"/>
                  </a:lnTo>
                  <a:lnTo>
                    <a:pt x="11394" y="54813"/>
                  </a:lnTo>
                  <a:lnTo>
                    <a:pt x="12239" y="39740"/>
                  </a:lnTo>
                  <a:lnTo>
                    <a:pt x="13084" y="39741"/>
                  </a:lnTo>
                  <a:lnTo>
                    <a:pt x="13929" y="43535"/>
                  </a:lnTo>
                  <a:lnTo>
                    <a:pt x="14774" y="66192"/>
                  </a:lnTo>
                  <a:lnTo>
                    <a:pt x="15619" y="97773"/>
                  </a:lnTo>
                  <a:lnTo>
                    <a:pt x="16464" y="68997"/>
                  </a:lnTo>
                  <a:lnTo>
                    <a:pt x="17309" y="31234"/>
                  </a:lnTo>
                  <a:lnTo>
                    <a:pt x="18154" y="1587"/>
                  </a:lnTo>
                  <a:lnTo>
                    <a:pt x="18999" y="0"/>
                  </a:lnTo>
                  <a:lnTo>
                    <a:pt x="19845" y="0"/>
                  </a:lnTo>
                  <a:lnTo>
                    <a:pt x="20690" y="681"/>
                  </a:lnTo>
                  <a:lnTo>
                    <a:pt x="21535" y="61750"/>
                  </a:lnTo>
                  <a:lnTo>
                    <a:pt x="22380" y="102002"/>
                  </a:lnTo>
                  <a:lnTo>
                    <a:pt x="23225" y="99403"/>
                  </a:lnTo>
                  <a:lnTo>
                    <a:pt x="24070" y="67839"/>
                  </a:lnTo>
                  <a:lnTo>
                    <a:pt x="24915" y="42235"/>
                  </a:lnTo>
                  <a:lnTo>
                    <a:pt x="25760" y="33086"/>
                  </a:lnTo>
                  <a:lnTo>
                    <a:pt x="26605" y="33087"/>
                  </a:lnTo>
                  <a:lnTo>
                    <a:pt x="27450" y="31688"/>
                  </a:lnTo>
                  <a:lnTo>
                    <a:pt x="28295" y="33821"/>
                  </a:lnTo>
                  <a:lnTo>
                    <a:pt x="29141" y="57342"/>
                  </a:lnTo>
                  <a:lnTo>
                    <a:pt x="29986" y="82946"/>
                  </a:lnTo>
                  <a:lnTo>
                    <a:pt x="30831" y="92096"/>
                  </a:lnTo>
                  <a:lnTo>
                    <a:pt x="31676" y="101606"/>
                  </a:lnTo>
                  <a:lnTo>
                    <a:pt x="32521" y="136079"/>
                  </a:lnTo>
                  <a:lnTo>
                    <a:pt x="33366" y="172815"/>
                  </a:lnTo>
                  <a:lnTo>
                    <a:pt x="33583" y="17935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516478" y="2014489"/>
              <a:ext cx="6657" cy="158386"/>
            </a:xfrm>
            <a:custGeom>
              <a:avLst/>
              <a:pathLst>
                <a:path w="6657" h="158386">
                  <a:moveTo>
                    <a:pt x="0" y="158386"/>
                  </a:moveTo>
                  <a:lnTo>
                    <a:pt x="749" y="114229"/>
                  </a:lnTo>
                  <a:lnTo>
                    <a:pt x="1594" y="46277"/>
                  </a:lnTo>
                  <a:lnTo>
                    <a:pt x="2439" y="19416"/>
                  </a:lnTo>
                  <a:lnTo>
                    <a:pt x="3284" y="8262"/>
                  </a:lnTo>
                  <a:lnTo>
                    <a:pt x="4130" y="0"/>
                  </a:lnTo>
                  <a:lnTo>
                    <a:pt x="4975" y="41443"/>
                  </a:lnTo>
                  <a:lnTo>
                    <a:pt x="5820" y="96162"/>
                  </a:lnTo>
                  <a:lnTo>
                    <a:pt x="6657" y="1583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525266" y="2036907"/>
              <a:ext cx="18031" cy="135968"/>
            </a:xfrm>
            <a:custGeom>
              <a:avLst/>
              <a:pathLst>
                <a:path w="18031" h="135968">
                  <a:moveTo>
                    <a:pt x="0" y="135968"/>
                  </a:moveTo>
                  <a:lnTo>
                    <a:pt x="412" y="128162"/>
                  </a:lnTo>
                  <a:lnTo>
                    <a:pt x="1257" y="94258"/>
                  </a:lnTo>
                  <a:lnTo>
                    <a:pt x="2103" y="89219"/>
                  </a:lnTo>
                  <a:lnTo>
                    <a:pt x="2948" y="93100"/>
                  </a:lnTo>
                  <a:lnTo>
                    <a:pt x="3793" y="93101"/>
                  </a:lnTo>
                  <a:lnTo>
                    <a:pt x="4638" y="97089"/>
                  </a:lnTo>
                  <a:lnTo>
                    <a:pt x="5483" y="95833"/>
                  </a:lnTo>
                  <a:lnTo>
                    <a:pt x="6328" y="85785"/>
                  </a:lnTo>
                  <a:lnTo>
                    <a:pt x="7173" y="52363"/>
                  </a:lnTo>
                  <a:lnTo>
                    <a:pt x="8018" y="33015"/>
                  </a:lnTo>
                  <a:lnTo>
                    <a:pt x="8863" y="7778"/>
                  </a:lnTo>
                  <a:lnTo>
                    <a:pt x="9708" y="0"/>
                  </a:lnTo>
                  <a:lnTo>
                    <a:pt x="10553" y="18471"/>
                  </a:lnTo>
                  <a:lnTo>
                    <a:pt x="11399" y="31844"/>
                  </a:lnTo>
                  <a:lnTo>
                    <a:pt x="12244" y="30621"/>
                  </a:lnTo>
                  <a:lnTo>
                    <a:pt x="13089" y="42788"/>
                  </a:lnTo>
                  <a:lnTo>
                    <a:pt x="13934" y="68025"/>
                  </a:lnTo>
                  <a:lnTo>
                    <a:pt x="14779" y="83291"/>
                  </a:lnTo>
                  <a:lnTo>
                    <a:pt x="15624" y="84776"/>
                  </a:lnTo>
                  <a:lnTo>
                    <a:pt x="16469" y="110592"/>
                  </a:lnTo>
                  <a:lnTo>
                    <a:pt x="17314" y="129761"/>
                  </a:lnTo>
                  <a:lnTo>
                    <a:pt x="18031" y="13596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549487" y="1837058"/>
              <a:ext cx="12373" cy="335817"/>
            </a:xfrm>
            <a:custGeom>
              <a:avLst/>
              <a:pathLst>
                <a:path w="12373" h="335817">
                  <a:moveTo>
                    <a:pt x="0" y="335817"/>
                  </a:moveTo>
                  <a:lnTo>
                    <a:pt x="699" y="289713"/>
                  </a:lnTo>
                  <a:lnTo>
                    <a:pt x="1544" y="221037"/>
                  </a:lnTo>
                  <a:lnTo>
                    <a:pt x="2389" y="149832"/>
                  </a:lnTo>
                  <a:lnTo>
                    <a:pt x="3234" y="84621"/>
                  </a:lnTo>
                  <a:lnTo>
                    <a:pt x="4079" y="9505"/>
                  </a:lnTo>
                  <a:lnTo>
                    <a:pt x="4924" y="0"/>
                  </a:lnTo>
                  <a:lnTo>
                    <a:pt x="5770" y="75170"/>
                  </a:lnTo>
                  <a:lnTo>
                    <a:pt x="6615" y="146566"/>
                  </a:lnTo>
                  <a:lnTo>
                    <a:pt x="7460" y="188847"/>
                  </a:lnTo>
                  <a:lnTo>
                    <a:pt x="8305" y="219428"/>
                  </a:lnTo>
                  <a:lnTo>
                    <a:pt x="9150" y="268052"/>
                  </a:lnTo>
                  <a:lnTo>
                    <a:pt x="9995" y="297554"/>
                  </a:lnTo>
                  <a:lnTo>
                    <a:pt x="10840" y="292993"/>
                  </a:lnTo>
                  <a:lnTo>
                    <a:pt x="11685" y="309043"/>
                  </a:lnTo>
                  <a:lnTo>
                    <a:pt x="12373" y="33581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562166" y="1694132"/>
              <a:ext cx="56375" cy="478743"/>
            </a:xfrm>
            <a:custGeom>
              <a:avLst/>
              <a:pathLst>
                <a:path w="56375" h="478743">
                  <a:moveTo>
                    <a:pt x="0" y="478743"/>
                  </a:moveTo>
                  <a:lnTo>
                    <a:pt x="696" y="450025"/>
                  </a:lnTo>
                  <a:lnTo>
                    <a:pt x="1541" y="434300"/>
                  </a:lnTo>
                  <a:lnTo>
                    <a:pt x="2386" y="407036"/>
                  </a:lnTo>
                  <a:lnTo>
                    <a:pt x="3231" y="370891"/>
                  </a:lnTo>
                  <a:lnTo>
                    <a:pt x="4076" y="330188"/>
                  </a:lnTo>
                  <a:lnTo>
                    <a:pt x="4921" y="268998"/>
                  </a:lnTo>
                  <a:lnTo>
                    <a:pt x="5766" y="298585"/>
                  </a:lnTo>
                  <a:lnTo>
                    <a:pt x="6611" y="329500"/>
                  </a:lnTo>
                  <a:lnTo>
                    <a:pt x="7456" y="332010"/>
                  </a:lnTo>
                  <a:lnTo>
                    <a:pt x="8301" y="337056"/>
                  </a:lnTo>
                  <a:lnTo>
                    <a:pt x="9147" y="350380"/>
                  </a:lnTo>
                  <a:lnTo>
                    <a:pt x="9992" y="366600"/>
                  </a:lnTo>
                  <a:lnTo>
                    <a:pt x="10837" y="367461"/>
                  </a:lnTo>
                  <a:lnTo>
                    <a:pt x="11682" y="390957"/>
                  </a:lnTo>
                  <a:lnTo>
                    <a:pt x="12527" y="433148"/>
                  </a:lnTo>
                  <a:lnTo>
                    <a:pt x="13372" y="427930"/>
                  </a:lnTo>
                  <a:lnTo>
                    <a:pt x="14217" y="410398"/>
                  </a:lnTo>
                  <a:lnTo>
                    <a:pt x="15062" y="417844"/>
                  </a:lnTo>
                  <a:lnTo>
                    <a:pt x="15907" y="433500"/>
                  </a:lnTo>
                  <a:lnTo>
                    <a:pt x="16752" y="420826"/>
                  </a:lnTo>
                  <a:lnTo>
                    <a:pt x="17597" y="398838"/>
                  </a:lnTo>
                  <a:lnTo>
                    <a:pt x="18443" y="370698"/>
                  </a:lnTo>
                  <a:lnTo>
                    <a:pt x="19288" y="350135"/>
                  </a:lnTo>
                  <a:lnTo>
                    <a:pt x="20133" y="366736"/>
                  </a:lnTo>
                  <a:lnTo>
                    <a:pt x="20978" y="382151"/>
                  </a:lnTo>
                  <a:lnTo>
                    <a:pt x="21823" y="353253"/>
                  </a:lnTo>
                  <a:lnTo>
                    <a:pt x="22668" y="298797"/>
                  </a:lnTo>
                  <a:lnTo>
                    <a:pt x="23513" y="289337"/>
                  </a:lnTo>
                  <a:lnTo>
                    <a:pt x="24358" y="255226"/>
                  </a:lnTo>
                  <a:lnTo>
                    <a:pt x="25203" y="164459"/>
                  </a:lnTo>
                  <a:lnTo>
                    <a:pt x="26048" y="60992"/>
                  </a:lnTo>
                  <a:lnTo>
                    <a:pt x="26893" y="6729"/>
                  </a:lnTo>
                  <a:lnTo>
                    <a:pt x="27739" y="0"/>
                  </a:lnTo>
                  <a:lnTo>
                    <a:pt x="28584" y="29087"/>
                  </a:lnTo>
                  <a:lnTo>
                    <a:pt x="29429" y="67126"/>
                  </a:lnTo>
                  <a:lnTo>
                    <a:pt x="30274" y="91469"/>
                  </a:lnTo>
                  <a:lnTo>
                    <a:pt x="31119" y="73045"/>
                  </a:lnTo>
                  <a:lnTo>
                    <a:pt x="31964" y="61826"/>
                  </a:lnTo>
                  <a:lnTo>
                    <a:pt x="32809" y="54800"/>
                  </a:lnTo>
                  <a:lnTo>
                    <a:pt x="33654" y="40660"/>
                  </a:lnTo>
                  <a:lnTo>
                    <a:pt x="34499" y="46549"/>
                  </a:lnTo>
                  <a:lnTo>
                    <a:pt x="35344" y="65783"/>
                  </a:lnTo>
                  <a:lnTo>
                    <a:pt x="36189" y="133378"/>
                  </a:lnTo>
                  <a:lnTo>
                    <a:pt x="37035" y="169957"/>
                  </a:lnTo>
                  <a:lnTo>
                    <a:pt x="37880" y="113988"/>
                  </a:lnTo>
                  <a:lnTo>
                    <a:pt x="38725" y="70204"/>
                  </a:lnTo>
                  <a:lnTo>
                    <a:pt x="39570" y="99909"/>
                  </a:lnTo>
                  <a:lnTo>
                    <a:pt x="40415" y="109343"/>
                  </a:lnTo>
                  <a:lnTo>
                    <a:pt x="41260" y="63481"/>
                  </a:lnTo>
                  <a:lnTo>
                    <a:pt x="42105" y="77806"/>
                  </a:lnTo>
                  <a:lnTo>
                    <a:pt x="42950" y="157529"/>
                  </a:lnTo>
                  <a:lnTo>
                    <a:pt x="43795" y="164066"/>
                  </a:lnTo>
                  <a:lnTo>
                    <a:pt x="44640" y="91720"/>
                  </a:lnTo>
                  <a:lnTo>
                    <a:pt x="45486" y="57364"/>
                  </a:lnTo>
                  <a:lnTo>
                    <a:pt x="46331" y="107203"/>
                  </a:lnTo>
                  <a:lnTo>
                    <a:pt x="47176" y="150677"/>
                  </a:lnTo>
                  <a:lnTo>
                    <a:pt x="48021" y="202076"/>
                  </a:lnTo>
                  <a:lnTo>
                    <a:pt x="48866" y="293250"/>
                  </a:lnTo>
                  <a:lnTo>
                    <a:pt x="49711" y="362706"/>
                  </a:lnTo>
                  <a:lnTo>
                    <a:pt x="50556" y="408939"/>
                  </a:lnTo>
                  <a:lnTo>
                    <a:pt x="51401" y="435185"/>
                  </a:lnTo>
                  <a:lnTo>
                    <a:pt x="52246" y="435186"/>
                  </a:lnTo>
                  <a:lnTo>
                    <a:pt x="53091" y="421364"/>
                  </a:lnTo>
                  <a:lnTo>
                    <a:pt x="53936" y="403918"/>
                  </a:lnTo>
                  <a:lnTo>
                    <a:pt x="54782" y="415442"/>
                  </a:lnTo>
                  <a:lnTo>
                    <a:pt x="55627" y="455387"/>
                  </a:lnTo>
                  <a:lnTo>
                    <a:pt x="56375" y="47874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618784" y="2158400"/>
              <a:ext cx="1766" cy="14475"/>
            </a:xfrm>
            <a:custGeom>
              <a:avLst/>
              <a:pathLst>
                <a:path w="1766" h="14475">
                  <a:moveTo>
                    <a:pt x="0" y="14475"/>
                  </a:moveTo>
                  <a:lnTo>
                    <a:pt x="699" y="0"/>
                  </a:lnTo>
                  <a:lnTo>
                    <a:pt x="1544" y="8944"/>
                  </a:lnTo>
                  <a:lnTo>
                    <a:pt x="1766" y="1447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622454" y="1990020"/>
              <a:ext cx="17077" cy="182855"/>
            </a:xfrm>
            <a:custGeom>
              <a:avLst/>
              <a:pathLst>
                <a:path w="17077" h="182855">
                  <a:moveTo>
                    <a:pt x="0" y="182855"/>
                  </a:moveTo>
                  <a:lnTo>
                    <a:pt x="410" y="177662"/>
                  </a:lnTo>
                  <a:lnTo>
                    <a:pt x="1255" y="136914"/>
                  </a:lnTo>
                  <a:lnTo>
                    <a:pt x="2100" y="101833"/>
                  </a:lnTo>
                  <a:lnTo>
                    <a:pt x="2945" y="58454"/>
                  </a:lnTo>
                  <a:lnTo>
                    <a:pt x="3790" y="42166"/>
                  </a:lnTo>
                  <a:lnTo>
                    <a:pt x="4636" y="47000"/>
                  </a:lnTo>
                  <a:lnTo>
                    <a:pt x="5481" y="31631"/>
                  </a:lnTo>
                  <a:lnTo>
                    <a:pt x="6326" y="53355"/>
                  </a:lnTo>
                  <a:lnTo>
                    <a:pt x="7171" y="85388"/>
                  </a:lnTo>
                  <a:lnTo>
                    <a:pt x="8016" y="95167"/>
                  </a:lnTo>
                  <a:lnTo>
                    <a:pt x="8861" y="88950"/>
                  </a:lnTo>
                  <a:lnTo>
                    <a:pt x="9706" y="80093"/>
                  </a:lnTo>
                  <a:lnTo>
                    <a:pt x="10551" y="45622"/>
                  </a:lnTo>
                  <a:lnTo>
                    <a:pt x="11396" y="5897"/>
                  </a:lnTo>
                  <a:lnTo>
                    <a:pt x="12241" y="0"/>
                  </a:lnTo>
                  <a:lnTo>
                    <a:pt x="13086" y="58569"/>
                  </a:lnTo>
                  <a:lnTo>
                    <a:pt x="13932" y="81004"/>
                  </a:lnTo>
                  <a:lnTo>
                    <a:pt x="14777" y="85028"/>
                  </a:lnTo>
                  <a:lnTo>
                    <a:pt x="15622" y="134749"/>
                  </a:lnTo>
                  <a:lnTo>
                    <a:pt x="16467" y="175651"/>
                  </a:lnTo>
                  <a:lnTo>
                    <a:pt x="17077" y="1828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639833" y="1977421"/>
              <a:ext cx="32047" cy="195454"/>
            </a:xfrm>
            <a:custGeom>
              <a:avLst/>
              <a:pathLst>
                <a:path w="32047" h="195454">
                  <a:moveTo>
                    <a:pt x="0" y="195454"/>
                  </a:moveTo>
                  <a:lnTo>
                    <a:pt x="777" y="163304"/>
                  </a:lnTo>
                  <a:lnTo>
                    <a:pt x="1622" y="134743"/>
                  </a:lnTo>
                  <a:lnTo>
                    <a:pt x="2467" y="101830"/>
                  </a:lnTo>
                  <a:lnTo>
                    <a:pt x="3313" y="67173"/>
                  </a:lnTo>
                  <a:lnTo>
                    <a:pt x="4158" y="63195"/>
                  </a:lnTo>
                  <a:lnTo>
                    <a:pt x="5003" y="97306"/>
                  </a:lnTo>
                  <a:lnTo>
                    <a:pt x="5848" y="131288"/>
                  </a:lnTo>
                  <a:lnTo>
                    <a:pt x="6693" y="136601"/>
                  </a:lnTo>
                  <a:lnTo>
                    <a:pt x="7538" y="156891"/>
                  </a:lnTo>
                  <a:lnTo>
                    <a:pt x="8383" y="176300"/>
                  </a:lnTo>
                  <a:lnTo>
                    <a:pt x="9228" y="176301"/>
                  </a:lnTo>
                  <a:lnTo>
                    <a:pt x="10073" y="158638"/>
                  </a:lnTo>
                  <a:lnTo>
                    <a:pt x="10918" y="139493"/>
                  </a:lnTo>
                  <a:lnTo>
                    <a:pt x="11764" y="149300"/>
                  </a:lnTo>
                  <a:lnTo>
                    <a:pt x="12609" y="161923"/>
                  </a:lnTo>
                  <a:lnTo>
                    <a:pt x="13454" y="161923"/>
                  </a:lnTo>
                  <a:lnTo>
                    <a:pt x="14299" y="143477"/>
                  </a:lnTo>
                  <a:lnTo>
                    <a:pt x="15144" y="114903"/>
                  </a:lnTo>
                  <a:lnTo>
                    <a:pt x="15989" y="107520"/>
                  </a:lnTo>
                  <a:lnTo>
                    <a:pt x="16834" y="97106"/>
                  </a:lnTo>
                  <a:lnTo>
                    <a:pt x="17679" y="40979"/>
                  </a:lnTo>
                  <a:lnTo>
                    <a:pt x="18524" y="0"/>
                  </a:lnTo>
                  <a:lnTo>
                    <a:pt x="19369" y="18445"/>
                  </a:lnTo>
                  <a:lnTo>
                    <a:pt x="20214" y="47019"/>
                  </a:lnTo>
                  <a:lnTo>
                    <a:pt x="21060" y="54402"/>
                  </a:lnTo>
                  <a:lnTo>
                    <a:pt x="21905" y="64817"/>
                  </a:lnTo>
                  <a:lnTo>
                    <a:pt x="22750" y="120943"/>
                  </a:lnTo>
                  <a:lnTo>
                    <a:pt x="23595" y="159780"/>
                  </a:lnTo>
                  <a:lnTo>
                    <a:pt x="24440" y="136254"/>
                  </a:lnTo>
                  <a:lnTo>
                    <a:pt x="25285" y="111609"/>
                  </a:lnTo>
                  <a:lnTo>
                    <a:pt x="26130" y="108175"/>
                  </a:lnTo>
                  <a:lnTo>
                    <a:pt x="26975" y="108176"/>
                  </a:lnTo>
                  <a:lnTo>
                    <a:pt x="27820" y="108176"/>
                  </a:lnTo>
                  <a:lnTo>
                    <a:pt x="28665" y="119893"/>
                  </a:lnTo>
                  <a:lnTo>
                    <a:pt x="29510" y="163910"/>
                  </a:lnTo>
                  <a:lnTo>
                    <a:pt x="30356" y="191979"/>
                  </a:lnTo>
                  <a:lnTo>
                    <a:pt x="31201" y="195414"/>
                  </a:lnTo>
                  <a:lnTo>
                    <a:pt x="32046" y="195416"/>
                  </a:lnTo>
                  <a:lnTo>
                    <a:pt x="32047" y="19545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678508" y="1986360"/>
              <a:ext cx="29718" cy="186515"/>
            </a:xfrm>
            <a:custGeom>
              <a:avLst/>
              <a:pathLst>
                <a:path w="29718" h="186515">
                  <a:moveTo>
                    <a:pt x="0" y="186515"/>
                  </a:moveTo>
                  <a:lnTo>
                    <a:pt x="132" y="179677"/>
                  </a:lnTo>
                  <a:lnTo>
                    <a:pt x="977" y="134369"/>
                  </a:lnTo>
                  <a:lnTo>
                    <a:pt x="1822" y="132612"/>
                  </a:lnTo>
                  <a:lnTo>
                    <a:pt x="2667" y="123753"/>
                  </a:lnTo>
                  <a:lnTo>
                    <a:pt x="3512" y="104421"/>
                  </a:lnTo>
                  <a:lnTo>
                    <a:pt x="4357" y="91085"/>
                  </a:lnTo>
                  <a:lnTo>
                    <a:pt x="5203" y="104016"/>
                  </a:lnTo>
                  <a:lnTo>
                    <a:pt x="6048" y="128660"/>
                  </a:lnTo>
                  <a:lnTo>
                    <a:pt x="6893" y="154911"/>
                  </a:lnTo>
                  <a:lnTo>
                    <a:pt x="7738" y="168580"/>
                  </a:lnTo>
                  <a:lnTo>
                    <a:pt x="8583" y="164346"/>
                  </a:lnTo>
                  <a:lnTo>
                    <a:pt x="9428" y="159466"/>
                  </a:lnTo>
                  <a:lnTo>
                    <a:pt x="10273" y="144199"/>
                  </a:lnTo>
                  <a:lnTo>
                    <a:pt x="11118" y="121529"/>
                  </a:lnTo>
                  <a:lnTo>
                    <a:pt x="11963" y="68751"/>
                  </a:lnTo>
                  <a:lnTo>
                    <a:pt x="12808" y="0"/>
                  </a:lnTo>
                  <a:lnTo>
                    <a:pt x="13653" y="6144"/>
                  </a:lnTo>
                  <a:lnTo>
                    <a:pt x="14499" y="24360"/>
                  </a:lnTo>
                  <a:lnTo>
                    <a:pt x="15344" y="20616"/>
                  </a:lnTo>
                  <a:lnTo>
                    <a:pt x="16189" y="15215"/>
                  </a:lnTo>
                  <a:lnTo>
                    <a:pt x="17034" y="46249"/>
                  </a:lnTo>
                  <a:lnTo>
                    <a:pt x="17879" y="95474"/>
                  </a:lnTo>
                  <a:lnTo>
                    <a:pt x="18724" y="80671"/>
                  </a:lnTo>
                  <a:lnTo>
                    <a:pt x="19569" y="31324"/>
                  </a:lnTo>
                  <a:lnTo>
                    <a:pt x="20414" y="18425"/>
                  </a:lnTo>
                  <a:lnTo>
                    <a:pt x="21259" y="23161"/>
                  </a:lnTo>
                  <a:lnTo>
                    <a:pt x="22104" y="18783"/>
                  </a:lnTo>
                  <a:lnTo>
                    <a:pt x="22949" y="18064"/>
                  </a:lnTo>
                  <a:lnTo>
                    <a:pt x="23795" y="42847"/>
                  </a:lnTo>
                  <a:lnTo>
                    <a:pt x="24640" y="92195"/>
                  </a:lnTo>
                  <a:lnTo>
                    <a:pt x="25485" y="124303"/>
                  </a:lnTo>
                  <a:lnTo>
                    <a:pt x="26330" y="147638"/>
                  </a:lnTo>
                  <a:lnTo>
                    <a:pt x="27175" y="163699"/>
                  </a:lnTo>
                  <a:lnTo>
                    <a:pt x="28020" y="184910"/>
                  </a:lnTo>
                  <a:lnTo>
                    <a:pt x="28865" y="186259"/>
                  </a:lnTo>
                  <a:lnTo>
                    <a:pt x="29710" y="186259"/>
                  </a:lnTo>
                  <a:lnTo>
                    <a:pt x="29718" y="18651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714011" y="1946448"/>
              <a:ext cx="54978" cy="226427"/>
            </a:xfrm>
            <a:custGeom>
              <a:avLst/>
              <a:pathLst>
                <a:path w="54978" h="226427">
                  <a:moveTo>
                    <a:pt x="0" y="226427"/>
                  </a:moveTo>
                  <a:lnTo>
                    <a:pt x="122" y="222577"/>
                  </a:lnTo>
                  <a:lnTo>
                    <a:pt x="967" y="192897"/>
                  </a:lnTo>
                  <a:lnTo>
                    <a:pt x="1812" y="183666"/>
                  </a:lnTo>
                  <a:lnTo>
                    <a:pt x="2657" y="139768"/>
                  </a:lnTo>
                  <a:lnTo>
                    <a:pt x="3502" y="98991"/>
                  </a:lnTo>
                  <a:lnTo>
                    <a:pt x="4348" y="92960"/>
                  </a:lnTo>
                  <a:lnTo>
                    <a:pt x="5193" y="92960"/>
                  </a:lnTo>
                  <a:lnTo>
                    <a:pt x="6038" y="92961"/>
                  </a:lnTo>
                  <a:lnTo>
                    <a:pt x="6883" y="102192"/>
                  </a:lnTo>
                  <a:lnTo>
                    <a:pt x="7728" y="161704"/>
                  </a:lnTo>
                  <a:lnTo>
                    <a:pt x="8573" y="220249"/>
                  </a:lnTo>
                  <a:lnTo>
                    <a:pt x="9418" y="226279"/>
                  </a:lnTo>
                  <a:lnTo>
                    <a:pt x="10263" y="220442"/>
                  </a:lnTo>
                  <a:lnTo>
                    <a:pt x="11108" y="193254"/>
                  </a:lnTo>
                  <a:lnTo>
                    <a:pt x="11953" y="132019"/>
                  </a:lnTo>
                  <a:lnTo>
                    <a:pt x="12798" y="98606"/>
                  </a:lnTo>
                  <a:lnTo>
                    <a:pt x="13644" y="84857"/>
                  </a:lnTo>
                  <a:lnTo>
                    <a:pt x="14489" y="84857"/>
                  </a:lnTo>
                  <a:lnTo>
                    <a:pt x="15334" y="105744"/>
                  </a:lnTo>
                  <a:lnTo>
                    <a:pt x="16179" y="152417"/>
                  </a:lnTo>
                  <a:lnTo>
                    <a:pt x="17024" y="200628"/>
                  </a:lnTo>
                  <a:lnTo>
                    <a:pt x="17869" y="182572"/>
                  </a:lnTo>
                  <a:lnTo>
                    <a:pt x="18714" y="143619"/>
                  </a:lnTo>
                  <a:lnTo>
                    <a:pt x="19559" y="141475"/>
                  </a:lnTo>
                  <a:lnTo>
                    <a:pt x="20404" y="126426"/>
                  </a:lnTo>
                  <a:lnTo>
                    <a:pt x="21249" y="106943"/>
                  </a:lnTo>
                  <a:lnTo>
                    <a:pt x="22094" y="119966"/>
                  </a:lnTo>
                  <a:lnTo>
                    <a:pt x="22940" y="155820"/>
                  </a:lnTo>
                  <a:lnTo>
                    <a:pt x="23785" y="190754"/>
                  </a:lnTo>
                  <a:lnTo>
                    <a:pt x="24630" y="192897"/>
                  </a:lnTo>
                  <a:lnTo>
                    <a:pt x="25475" y="192897"/>
                  </a:lnTo>
                  <a:lnTo>
                    <a:pt x="26320" y="180580"/>
                  </a:lnTo>
                  <a:lnTo>
                    <a:pt x="27165" y="149498"/>
                  </a:lnTo>
                  <a:lnTo>
                    <a:pt x="28010" y="137063"/>
                  </a:lnTo>
                  <a:lnTo>
                    <a:pt x="28855" y="108175"/>
                  </a:lnTo>
                  <a:lnTo>
                    <a:pt x="29700" y="62443"/>
                  </a:lnTo>
                  <a:lnTo>
                    <a:pt x="30545" y="29310"/>
                  </a:lnTo>
                  <a:lnTo>
                    <a:pt x="31390" y="0"/>
                  </a:lnTo>
                  <a:lnTo>
                    <a:pt x="32236" y="12031"/>
                  </a:lnTo>
                  <a:lnTo>
                    <a:pt x="33081" y="24466"/>
                  </a:lnTo>
                  <a:lnTo>
                    <a:pt x="33926" y="53354"/>
                  </a:lnTo>
                  <a:lnTo>
                    <a:pt x="34771" y="79354"/>
                  </a:lnTo>
                  <a:lnTo>
                    <a:pt x="35616" y="80614"/>
                  </a:lnTo>
                  <a:lnTo>
                    <a:pt x="36461" y="112189"/>
                  </a:lnTo>
                  <a:lnTo>
                    <a:pt x="37306" y="131240"/>
                  </a:lnTo>
                  <a:lnTo>
                    <a:pt x="38151" y="131241"/>
                  </a:lnTo>
                  <a:lnTo>
                    <a:pt x="38996" y="131241"/>
                  </a:lnTo>
                  <a:lnTo>
                    <a:pt x="39841" y="150975"/>
                  </a:lnTo>
                  <a:lnTo>
                    <a:pt x="40687" y="182847"/>
                  </a:lnTo>
                  <a:lnTo>
                    <a:pt x="41532" y="192897"/>
                  </a:lnTo>
                  <a:lnTo>
                    <a:pt x="42377" y="174019"/>
                  </a:lnTo>
                  <a:lnTo>
                    <a:pt x="43222" y="170186"/>
                  </a:lnTo>
                  <a:lnTo>
                    <a:pt x="44067" y="175489"/>
                  </a:lnTo>
                  <a:lnTo>
                    <a:pt x="44912" y="175490"/>
                  </a:lnTo>
                  <a:lnTo>
                    <a:pt x="45757" y="175490"/>
                  </a:lnTo>
                  <a:lnTo>
                    <a:pt x="46602" y="173903"/>
                  </a:lnTo>
                  <a:lnTo>
                    <a:pt x="47447" y="145643"/>
                  </a:lnTo>
                  <a:lnTo>
                    <a:pt x="48292" y="97755"/>
                  </a:lnTo>
                  <a:lnTo>
                    <a:pt x="49137" y="52186"/>
                  </a:lnTo>
                  <a:lnTo>
                    <a:pt x="49983" y="46307"/>
                  </a:lnTo>
                  <a:lnTo>
                    <a:pt x="50828" y="46308"/>
                  </a:lnTo>
                  <a:lnTo>
                    <a:pt x="51673" y="47896"/>
                  </a:lnTo>
                  <a:lnTo>
                    <a:pt x="52518" y="95032"/>
                  </a:lnTo>
                  <a:lnTo>
                    <a:pt x="53363" y="151891"/>
                  </a:lnTo>
                  <a:lnTo>
                    <a:pt x="54208" y="212649"/>
                  </a:lnTo>
                  <a:lnTo>
                    <a:pt x="54978" y="22642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769129" y="1920798"/>
              <a:ext cx="36035" cy="252077"/>
            </a:xfrm>
            <a:custGeom>
              <a:avLst/>
              <a:pathLst>
                <a:path w="36035" h="252077">
                  <a:moveTo>
                    <a:pt x="0" y="252077"/>
                  </a:moveTo>
                  <a:lnTo>
                    <a:pt x="781" y="235723"/>
                  </a:lnTo>
                  <a:lnTo>
                    <a:pt x="1626" y="197903"/>
                  </a:lnTo>
                  <a:lnTo>
                    <a:pt x="2471" y="145496"/>
                  </a:lnTo>
                  <a:lnTo>
                    <a:pt x="3316" y="74639"/>
                  </a:lnTo>
                  <a:lnTo>
                    <a:pt x="4161" y="37595"/>
                  </a:lnTo>
                  <a:lnTo>
                    <a:pt x="5006" y="28357"/>
                  </a:lnTo>
                  <a:lnTo>
                    <a:pt x="5851" y="21135"/>
                  </a:lnTo>
                  <a:lnTo>
                    <a:pt x="6696" y="758"/>
                  </a:lnTo>
                  <a:lnTo>
                    <a:pt x="7541" y="15271"/>
                  </a:lnTo>
                  <a:lnTo>
                    <a:pt x="8387" y="80988"/>
                  </a:lnTo>
                  <a:lnTo>
                    <a:pt x="9232" y="97540"/>
                  </a:lnTo>
                  <a:lnTo>
                    <a:pt x="10077" y="97540"/>
                  </a:lnTo>
                  <a:lnTo>
                    <a:pt x="10922" y="117526"/>
                  </a:lnTo>
                  <a:lnTo>
                    <a:pt x="11767" y="164487"/>
                  </a:lnTo>
                  <a:lnTo>
                    <a:pt x="12612" y="188046"/>
                  </a:lnTo>
                  <a:lnTo>
                    <a:pt x="13457" y="173495"/>
                  </a:lnTo>
                  <a:lnTo>
                    <a:pt x="14302" y="159441"/>
                  </a:lnTo>
                  <a:lnTo>
                    <a:pt x="15147" y="137505"/>
                  </a:lnTo>
                  <a:lnTo>
                    <a:pt x="15992" y="92545"/>
                  </a:lnTo>
                  <a:lnTo>
                    <a:pt x="16837" y="52855"/>
                  </a:lnTo>
                  <a:lnTo>
                    <a:pt x="17683" y="33814"/>
                  </a:lnTo>
                  <a:lnTo>
                    <a:pt x="18528" y="30966"/>
                  </a:lnTo>
                  <a:lnTo>
                    <a:pt x="19373" y="34830"/>
                  </a:lnTo>
                  <a:lnTo>
                    <a:pt x="20218" y="0"/>
                  </a:lnTo>
                  <a:lnTo>
                    <a:pt x="21063" y="16744"/>
                  </a:lnTo>
                  <a:lnTo>
                    <a:pt x="21908" y="44401"/>
                  </a:lnTo>
                  <a:lnTo>
                    <a:pt x="22753" y="54251"/>
                  </a:lnTo>
                  <a:lnTo>
                    <a:pt x="23598" y="67955"/>
                  </a:lnTo>
                  <a:lnTo>
                    <a:pt x="24443" y="78148"/>
                  </a:lnTo>
                  <a:lnTo>
                    <a:pt x="25288" y="134914"/>
                  </a:lnTo>
                  <a:lnTo>
                    <a:pt x="26134" y="168057"/>
                  </a:lnTo>
                  <a:lnTo>
                    <a:pt x="26979" y="194753"/>
                  </a:lnTo>
                  <a:lnTo>
                    <a:pt x="27824" y="238771"/>
                  </a:lnTo>
                  <a:lnTo>
                    <a:pt x="28669" y="251929"/>
                  </a:lnTo>
                  <a:lnTo>
                    <a:pt x="29514" y="232299"/>
                  </a:lnTo>
                  <a:lnTo>
                    <a:pt x="30359" y="176563"/>
                  </a:lnTo>
                  <a:lnTo>
                    <a:pt x="31204" y="166798"/>
                  </a:lnTo>
                  <a:lnTo>
                    <a:pt x="32049" y="183193"/>
                  </a:lnTo>
                  <a:lnTo>
                    <a:pt x="32894" y="167839"/>
                  </a:lnTo>
                  <a:lnTo>
                    <a:pt x="33739" y="158373"/>
                  </a:lnTo>
                  <a:lnTo>
                    <a:pt x="34584" y="178004"/>
                  </a:lnTo>
                  <a:lnTo>
                    <a:pt x="35430" y="233741"/>
                  </a:lnTo>
                  <a:lnTo>
                    <a:pt x="36035" y="25207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806133" y="2003266"/>
              <a:ext cx="62403" cy="169609"/>
            </a:xfrm>
            <a:custGeom>
              <a:avLst/>
              <a:pathLst>
                <a:path w="62403" h="169609">
                  <a:moveTo>
                    <a:pt x="0" y="169609"/>
                  </a:moveTo>
                  <a:lnTo>
                    <a:pt x="116" y="168453"/>
                  </a:lnTo>
                  <a:lnTo>
                    <a:pt x="961" y="150425"/>
                  </a:lnTo>
                  <a:lnTo>
                    <a:pt x="1806" y="149572"/>
                  </a:lnTo>
                  <a:lnTo>
                    <a:pt x="2651" y="135955"/>
                  </a:lnTo>
                  <a:lnTo>
                    <a:pt x="3496" y="85232"/>
                  </a:lnTo>
                  <a:lnTo>
                    <a:pt x="4341" y="49552"/>
                  </a:lnTo>
                  <a:lnTo>
                    <a:pt x="5186" y="36434"/>
                  </a:lnTo>
                  <a:lnTo>
                    <a:pt x="6031" y="23003"/>
                  </a:lnTo>
                  <a:lnTo>
                    <a:pt x="6876" y="0"/>
                  </a:lnTo>
                  <a:lnTo>
                    <a:pt x="7721" y="13421"/>
                  </a:lnTo>
                  <a:lnTo>
                    <a:pt x="8567" y="69902"/>
                  </a:lnTo>
                  <a:lnTo>
                    <a:pt x="9412" y="91023"/>
                  </a:lnTo>
                  <a:lnTo>
                    <a:pt x="10257" y="74784"/>
                  </a:lnTo>
                  <a:lnTo>
                    <a:pt x="11102" y="91285"/>
                  </a:lnTo>
                  <a:lnTo>
                    <a:pt x="11947" y="122558"/>
                  </a:lnTo>
                  <a:lnTo>
                    <a:pt x="12792" y="117266"/>
                  </a:lnTo>
                  <a:lnTo>
                    <a:pt x="13637" y="90032"/>
                  </a:lnTo>
                  <a:lnTo>
                    <a:pt x="14482" y="88764"/>
                  </a:lnTo>
                  <a:lnTo>
                    <a:pt x="15327" y="108424"/>
                  </a:lnTo>
                  <a:lnTo>
                    <a:pt x="16172" y="136742"/>
                  </a:lnTo>
                  <a:lnTo>
                    <a:pt x="17017" y="131532"/>
                  </a:lnTo>
                  <a:lnTo>
                    <a:pt x="17863" y="102534"/>
                  </a:lnTo>
                  <a:lnTo>
                    <a:pt x="18708" y="96027"/>
                  </a:lnTo>
                  <a:lnTo>
                    <a:pt x="19553" y="87618"/>
                  </a:lnTo>
                  <a:lnTo>
                    <a:pt x="20398" y="81415"/>
                  </a:lnTo>
                  <a:lnTo>
                    <a:pt x="21243" y="41984"/>
                  </a:lnTo>
                  <a:lnTo>
                    <a:pt x="22088" y="33462"/>
                  </a:lnTo>
                  <a:lnTo>
                    <a:pt x="22933" y="47553"/>
                  </a:lnTo>
                  <a:lnTo>
                    <a:pt x="23778" y="90814"/>
                  </a:lnTo>
                  <a:lnTo>
                    <a:pt x="24623" y="96686"/>
                  </a:lnTo>
                  <a:lnTo>
                    <a:pt x="25468" y="38023"/>
                  </a:lnTo>
                  <a:lnTo>
                    <a:pt x="26314" y="25130"/>
                  </a:lnTo>
                  <a:lnTo>
                    <a:pt x="27159" y="18974"/>
                  </a:lnTo>
                  <a:lnTo>
                    <a:pt x="28004" y="39370"/>
                  </a:lnTo>
                  <a:lnTo>
                    <a:pt x="28849" y="24093"/>
                  </a:lnTo>
                  <a:lnTo>
                    <a:pt x="29694" y="26630"/>
                  </a:lnTo>
                  <a:lnTo>
                    <a:pt x="30539" y="89783"/>
                  </a:lnTo>
                  <a:lnTo>
                    <a:pt x="31384" y="123608"/>
                  </a:lnTo>
                  <a:lnTo>
                    <a:pt x="32229" y="136079"/>
                  </a:lnTo>
                  <a:lnTo>
                    <a:pt x="33074" y="136079"/>
                  </a:lnTo>
                  <a:lnTo>
                    <a:pt x="33919" y="136079"/>
                  </a:lnTo>
                  <a:lnTo>
                    <a:pt x="34764" y="136079"/>
                  </a:lnTo>
                  <a:lnTo>
                    <a:pt x="35610" y="136079"/>
                  </a:lnTo>
                  <a:lnTo>
                    <a:pt x="36455" y="136079"/>
                  </a:lnTo>
                  <a:lnTo>
                    <a:pt x="37300" y="136079"/>
                  </a:lnTo>
                  <a:lnTo>
                    <a:pt x="38145" y="136079"/>
                  </a:lnTo>
                  <a:lnTo>
                    <a:pt x="38990" y="136079"/>
                  </a:lnTo>
                  <a:lnTo>
                    <a:pt x="39835" y="136079"/>
                  </a:lnTo>
                  <a:lnTo>
                    <a:pt x="40680" y="136079"/>
                  </a:lnTo>
                  <a:lnTo>
                    <a:pt x="41525" y="136079"/>
                  </a:lnTo>
                  <a:lnTo>
                    <a:pt x="42370" y="136079"/>
                  </a:lnTo>
                  <a:lnTo>
                    <a:pt x="43215" y="136079"/>
                  </a:lnTo>
                  <a:lnTo>
                    <a:pt x="44060" y="136079"/>
                  </a:lnTo>
                  <a:lnTo>
                    <a:pt x="44906" y="136079"/>
                  </a:lnTo>
                  <a:lnTo>
                    <a:pt x="45751" y="136079"/>
                  </a:lnTo>
                  <a:lnTo>
                    <a:pt x="46596" y="136079"/>
                  </a:lnTo>
                  <a:lnTo>
                    <a:pt x="47441" y="136079"/>
                  </a:lnTo>
                  <a:lnTo>
                    <a:pt x="48286" y="136079"/>
                  </a:lnTo>
                  <a:lnTo>
                    <a:pt x="49131" y="136079"/>
                  </a:lnTo>
                  <a:lnTo>
                    <a:pt x="49976" y="136079"/>
                  </a:lnTo>
                  <a:lnTo>
                    <a:pt x="50821" y="136079"/>
                  </a:lnTo>
                  <a:lnTo>
                    <a:pt x="51666" y="136079"/>
                  </a:lnTo>
                  <a:lnTo>
                    <a:pt x="52511" y="136079"/>
                  </a:lnTo>
                  <a:lnTo>
                    <a:pt x="53356" y="136079"/>
                  </a:lnTo>
                  <a:lnTo>
                    <a:pt x="54202" y="136079"/>
                  </a:lnTo>
                  <a:lnTo>
                    <a:pt x="55047" y="136079"/>
                  </a:lnTo>
                  <a:lnTo>
                    <a:pt x="55892" y="136079"/>
                  </a:lnTo>
                  <a:lnTo>
                    <a:pt x="56737" y="136079"/>
                  </a:lnTo>
                  <a:lnTo>
                    <a:pt x="57582" y="136079"/>
                  </a:lnTo>
                  <a:lnTo>
                    <a:pt x="58427" y="136079"/>
                  </a:lnTo>
                  <a:lnTo>
                    <a:pt x="59272" y="136079"/>
                  </a:lnTo>
                  <a:lnTo>
                    <a:pt x="60117" y="137683"/>
                  </a:lnTo>
                  <a:lnTo>
                    <a:pt x="60962" y="160034"/>
                  </a:lnTo>
                  <a:lnTo>
                    <a:pt x="61807" y="153753"/>
                  </a:lnTo>
                  <a:lnTo>
                    <a:pt x="62403" y="1696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871678" y="1684362"/>
              <a:ext cx="25092" cy="488513"/>
            </a:xfrm>
            <a:custGeom>
              <a:avLst/>
              <a:pathLst>
                <a:path w="25092" h="488513">
                  <a:moveTo>
                    <a:pt x="0" y="488513"/>
                  </a:moveTo>
                  <a:lnTo>
                    <a:pt x="488" y="475592"/>
                  </a:lnTo>
                  <a:lnTo>
                    <a:pt x="1333" y="481872"/>
                  </a:lnTo>
                  <a:lnTo>
                    <a:pt x="2178" y="459289"/>
                  </a:lnTo>
                  <a:lnTo>
                    <a:pt x="3023" y="449574"/>
                  </a:lnTo>
                  <a:lnTo>
                    <a:pt x="3868" y="425108"/>
                  </a:lnTo>
                  <a:lnTo>
                    <a:pt x="4714" y="361014"/>
                  </a:lnTo>
                  <a:lnTo>
                    <a:pt x="5559" y="291894"/>
                  </a:lnTo>
                  <a:lnTo>
                    <a:pt x="6404" y="220034"/>
                  </a:lnTo>
                  <a:lnTo>
                    <a:pt x="7249" y="146484"/>
                  </a:lnTo>
                  <a:lnTo>
                    <a:pt x="8094" y="70436"/>
                  </a:lnTo>
                  <a:lnTo>
                    <a:pt x="8939" y="0"/>
                  </a:lnTo>
                  <a:lnTo>
                    <a:pt x="9784" y="18990"/>
                  </a:lnTo>
                  <a:lnTo>
                    <a:pt x="10629" y="88111"/>
                  </a:lnTo>
                  <a:lnTo>
                    <a:pt x="11474" y="159971"/>
                  </a:lnTo>
                  <a:lnTo>
                    <a:pt x="12319" y="227687"/>
                  </a:lnTo>
                  <a:lnTo>
                    <a:pt x="13164" y="294682"/>
                  </a:lnTo>
                  <a:lnTo>
                    <a:pt x="14010" y="388372"/>
                  </a:lnTo>
                  <a:lnTo>
                    <a:pt x="14855" y="433277"/>
                  </a:lnTo>
                  <a:lnTo>
                    <a:pt x="15700" y="433278"/>
                  </a:lnTo>
                  <a:lnTo>
                    <a:pt x="16545" y="401134"/>
                  </a:lnTo>
                  <a:lnTo>
                    <a:pt x="17390" y="396897"/>
                  </a:lnTo>
                  <a:lnTo>
                    <a:pt x="18235" y="431750"/>
                  </a:lnTo>
                  <a:lnTo>
                    <a:pt x="19080" y="436219"/>
                  </a:lnTo>
                  <a:lnTo>
                    <a:pt x="19925" y="436417"/>
                  </a:lnTo>
                  <a:lnTo>
                    <a:pt x="20770" y="436418"/>
                  </a:lnTo>
                  <a:lnTo>
                    <a:pt x="21615" y="468563"/>
                  </a:lnTo>
                  <a:lnTo>
                    <a:pt x="22460" y="478734"/>
                  </a:lnTo>
                  <a:lnTo>
                    <a:pt x="23306" y="458241"/>
                  </a:lnTo>
                  <a:lnTo>
                    <a:pt x="24151" y="456588"/>
                  </a:lnTo>
                  <a:lnTo>
                    <a:pt x="24996" y="485200"/>
                  </a:lnTo>
                  <a:lnTo>
                    <a:pt x="25092" y="48851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901034" y="1781043"/>
              <a:ext cx="105898" cy="391832"/>
            </a:xfrm>
            <a:custGeom>
              <a:avLst/>
              <a:pathLst>
                <a:path w="105898" h="391832">
                  <a:moveTo>
                    <a:pt x="0" y="391832"/>
                  </a:moveTo>
                  <a:lnTo>
                    <a:pt x="710" y="324984"/>
                  </a:lnTo>
                  <a:lnTo>
                    <a:pt x="1556" y="262297"/>
                  </a:lnTo>
                  <a:lnTo>
                    <a:pt x="2401" y="255517"/>
                  </a:lnTo>
                  <a:lnTo>
                    <a:pt x="3246" y="246718"/>
                  </a:lnTo>
                  <a:lnTo>
                    <a:pt x="4091" y="213119"/>
                  </a:lnTo>
                  <a:lnTo>
                    <a:pt x="4936" y="203317"/>
                  </a:lnTo>
                  <a:lnTo>
                    <a:pt x="5781" y="229748"/>
                  </a:lnTo>
                  <a:lnTo>
                    <a:pt x="6626" y="190557"/>
                  </a:lnTo>
                  <a:lnTo>
                    <a:pt x="7471" y="161584"/>
                  </a:lnTo>
                  <a:lnTo>
                    <a:pt x="8316" y="177332"/>
                  </a:lnTo>
                  <a:lnTo>
                    <a:pt x="9161" y="183389"/>
                  </a:lnTo>
                  <a:lnTo>
                    <a:pt x="10006" y="166058"/>
                  </a:lnTo>
                  <a:lnTo>
                    <a:pt x="10852" y="159662"/>
                  </a:lnTo>
                  <a:lnTo>
                    <a:pt x="11697" y="202318"/>
                  </a:lnTo>
                  <a:lnTo>
                    <a:pt x="12542" y="210138"/>
                  </a:lnTo>
                  <a:lnTo>
                    <a:pt x="13387" y="203190"/>
                  </a:lnTo>
                  <a:lnTo>
                    <a:pt x="14232" y="223145"/>
                  </a:lnTo>
                  <a:lnTo>
                    <a:pt x="15077" y="228702"/>
                  </a:lnTo>
                  <a:lnTo>
                    <a:pt x="15922" y="215290"/>
                  </a:lnTo>
                  <a:lnTo>
                    <a:pt x="16767" y="251774"/>
                  </a:lnTo>
                  <a:lnTo>
                    <a:pt x="17612" y="290123"/>
                  </a:lnTo>
                  <a:lnTo>
                    <a:pt x="18457" y="290124"/>
                  </a:lnTo>
                  <a:lnTo>
                    <a:pt x="19302" y="297711"/>
                  </a:lnTo>
                  <a:lnTo>
                    <a:pt x="20148" y="334095"/>
                  </a:lnTo>
                  <a:lnTo>
                    <a:pt x="20993" y="378320"/>
                  </a:lnTo>
                  <a:lnTo>
                    <a:pt x="21838" y="371974"/>
                  </a:lnTo>
                  <a:lnTo>
                    <a:pt x="22683" y="358302"/>
                  </a:lnTo>
                  <a:lnTo>
                    <a:pt x="23528" y="346352"/>
                  </a:lnTo>
                  <a:lnTo>
                    <a:pt x="24373" y="322436"/>
                  </a:lnTo>
                  <a:lnTo>
                    <a:pt x="25218" y="322433"/>
                  </a:lnTo>
                  <a:lnTo>
                    <a:pt x="26063" y="294121"/>
                  </a:lnTo>
                  <a:lnTo>
                    <a:pt x="26908" y="272466"/>
                  </a:lnTo>
                  <a:lnTo>
                    <a:pt x="27753" y="243655"/>
                  </a:lnTo>
                  <a:lnTo>
                    <a:pt x="28598" y="233810"/>
                  </a:lnTo>
                  <a:lnTo>
                    <a:pt x="29444" y="257727"/>
                  </a:lnTo>
                  <a:lnTo>
                    <a:pt x="30289" y="257730"/>
                  </a:lnTo>
                  <a:lnTo>
                    <a:pt x="31134" y="297036"/>
                  </a:lnTo>
                  <a:lnTo>
                    <a:pt x="31979" y="311229"/>
                  </a:lnTo>
                  <a:lnTo>
                    <a:pt x="32824" y="277221"/>
                  </a:lnTo>
                  <a:lnTo>
                    <a:pt x="33669" y="265463"/>
                  </a:lnTo>
                  <a:lnTo>
                    <a:pt x="34514" y="268960"/>
                  </a:lnTo>
                  <a:lnTo>
                    <a:pt x="35359" y="258224"/>
                  </a:lnTo>
                  <a:lnTo>
                    <a:pt x="36204" y="208131"/>
                  </a:lnTo>
                  <a:lnTo>
                    <a:pt x="37049" y="172890"/>
                  </a:lnTo>
                  <a:lnTo>
                    <a:pt x="37894" y="226457"/>
                  </a:lnTo>
                  <a:lnTo>
                    <a:pt x="38740" y="247473"/>
                  </a:lnTo>
                  <a:lnTo>
                    <a:pt x="39585" y="238074"/>
                  </a:lnTo>
                  <a:lnTo>
                    <a:pt x="40430" y="222641"/>
                  </a:lnTo>
                  <a:lnTo>
                    <a:pt x="41275" y="240222"/>
                  </a:lnTo>
                  <a:lnTo>
                    <a:pt x="42120" y="290379"/>
                  </a:lnTo>
                  <a:lnTo>
                    <a:pt x="42965" y="286995"/>
                  </a:lnTo>
                  <a:lnTo>
                    <a:pt x="43810" y="299421"/>
                  </a:lnTo>
                  <a:lnTo>
                    <a:pt x="44655" y="305325"/>
                  </a:lnTo>
                  <a:lnTo>
                    <a:pt x="45500" y="331494"/>
                  </a:lnTo>
                  <a:lnTo>
                    <a:pt x="46345" y="353013"/>
                  </a:lnTo>
                  <a:lnTo>
                    <a:pt x="47190" y="345560"/>
                  </a:lnTo>
                  <a:lnTo>
                    <a:pt x="48036" y="358193"/>
                  </a:lnTo>
                  <a:lnTo>
                    <a:pt x="48881" y="358302"/>
                  </a:lnTo>
                  <a:lnTo>
                    <a:pt x="49726" y="363333"/>
                  </a:lnTo>
                  <a:lnTo>
                    <a:pt x="50571" y="369799"/>
                  </a:lnTo>
                  <a:lnTo>
                    <a:pt x="51416" y="320208"/>
                  </a:lnTo>
                  <a:lnTo>
                    <a:pt x="52261" y="268613"/>
                  </a:lnTo>
                  <a:lnTo>
                    <a:pt x="53106" y="252501"/>
                  </a:lnTo>
                  <a:lnTo>
                    <a:pt x="53951" y="223523"/>
                  </a:lnTo>
                  <a:lnTo>
                    <a:pt x="54796" y="204210"/>
                  </a:lnTo>
                  <a:lnTo>
                    <a:pt x="55641" y="165126"/>
                  </a:lnTo>
                  <a:lnTo>
                    <a:pt x="56487" y="194494"/>
                  </a:lnTo>
                  <a:lnTo>
                    <a:pt x="57332" y="246088"/>
                  </a:lnTo>
                  <a:lnTo>
                    <a:pt x="58177" y="246012"/>
                  </a:lnTo>
                  <a:lnTo>
                    <a:pt x="59022" y="246802"/>
                  </a:lnTo>
                  <a:lnTo>
                    <a:pt x="59867" y="239769"/>
                  </a:lnTo>
                  <a:lnTo>
                    <a:pt x="60712" y="260284"/>
                  </a:lnTo>
                  <a:lnTo>
                    <a:pt x="61557" y="261188"/>
                  </a:lnTo>
                  <a:lnTo>
                    <a:pt x="62402" y="249454"/>
                  </a:lnTo>
                  <a:lnTo>
                    <a:pt x="63247" y="266105"/>
                  </a:lnTo>
                  <a:lnTo>
                    <a:pt x="64092" y="272904"/>
                  </a:lnTo>
                  <a:lnTo>
                    <a:pt x="64937" y="263519"/>
                  </a:lnTo>
                  <a:lnTo>
                    <a:pt x="65783" y="275622"/>
                  </a:lnTo>
                  <a:lnTo>
                    <a:pt x="66628" y="294941"/>
                  </a:lnTo>
                  <a:lnTo>
                    <a:pt x="67473" y="306675"/>
                  </a:lnTo>
                  <a:lnTo>
                    <a:pt x="68318" y="305532"/>
                  </a:lnTo>
                  <a:lnTo>
                    <a:pt x="69163" y="304424"/>
                  </a:lnTo>
                  <a:lnTo>
                    <a:pt x="70008" y="309189"/>
                  </a:lnTo>
                  <a:lnTo>
                    <a:pt x="70853" y="304536"/>
                  </a:lnTo>
                  <a:lnTo>
                    <a:pt x="71698" y="285081"/>
                  </a:lnTo>
                  <a:lnTo>
                    <a:pt x="72543" y="261682"/>
                  </a:lnTo>
                  <a:lnTo>
                    <a:pt x="73388" y="278031"/>
                  </a:lnTo>
                  <a:lnTo>
                    <a:pt x="74233" y="270406"/>
                  </a:lnTo>
                  <a:lnTo>
                    <a:pt x="75079" y="213284"/>
                  </a:lnTo>
                  <a:lnTo>
                    <a:pt x="75924" y="154255"/>
                  </a:lnTo>
                  <a:lnTo>
                    <a:pt x="76769" y="149432"/>
                  </a:lnTo>
                  <a:lnTo>
                    <a:pt x="77614" y="120512"/>
                  </a:lnTo>
                  <a:lnTo>
                    <a:pt x="78459" y="28293"/>
                  </a:lnTo>
                  <a:lnTo>
                    <a:pt x="79304" y="0"/>
                  </a:lnTo>
                  <a:lnTo>
                    <a:pt x="80149" y="78367"/>
                  </a:lnTo>
                  <a:lnTo>
                    <a:pt x="80994" y="156865"/>
                  </a:lnTo>
                  <a:lnTo>
                    <a:pt x="81839" y="170762"/>
                  </a:lnTo>
                  <a:lnTo>
                    <a:pt x="82684" y="203022"/>
                  </a:lnTo>
                  <a:lnTo>
                    <a:pt x="83529" y="196624"/>
                  </a:lnTo>
                  <a:lnTo>
                    <a:pt x="84375" y="180118"/>
                  </a:lnTo>
                  <a:lnTo>
                    <a:pt x="85220" y="169595"/>
                  </a:lnTo>
                  <a:lnTo>
                    <a:pt x="86065" y="154779"/>
                  </a:lnTo>
                  <a:lnTo>
                    <a:pt x="86910" y="165161"/>
                  </a:lnTo>
                  <a:lnTo>
                    <a:pt x="87755" y="164851"/>
                  </a:lnTo>
                  <a:lnTo>
                    <a:pt x="88600" y="202824"/>
                  </a:lnTo>
                  <a:lnTo>
                    <a:pt x="89445" y="233033"/>
                  </a:lnTo>
                  <a:lnTo>
                    <a:pt x="90290" y="238336"/>
                  </a:lnTo>
                  <a:lnTo>
                    <a:pt x="91135" y="211258"/>
                  </a:lnTo>
                  <a:lnTo>
                    <a:pt x="91980" y="184717"/>
                  </a:lnTo>
                  <a:lnTo>
                    <a:pt x="92825" y="158463"/>
                  </a:lnTo>
                  <a:lnTo>
                    <a:pt x="93671" y="166655"/>
                  </a:lnTo>
                  <a:lnTo>
                    <a:pt x="94516" y="202217"/>
                  </a:lnTo>
                  <a:lnTo>
                    <a:pt x="95361" y="212127"/>
                  </a:lnTo>
                  <a:lnTo>
                    <a:pt x="96206" y="239206"/>
                  </a:lnTo>
                  <a:lnTo>
                    <a:pt x="97051" y="265748"/>
                  </a:lnTo>
                  <a:lnTo>
                    <a:pt x="97896" y="312372"/>
                  </a:lnTo>
                  <a:lnTo>
                    <a:pt x="98741" y="349152"/>
                  </a:lnTo>
                  <a:lnTo>
                    <a:pt x="99586" y="354771"/>
                  </a:lnTo>
                  <a:lnTo>
                    <a:pt x="100431" y="339830"/>
                  </a:lnTo>
                  <a:lnTo>
                    <a:pt x="101276" y="317058"/>
                  </a:lnTo>
                  <a:lnTo>
                    <a:pt x="102121" y="317058"/>
                  </a:lnTo>
                  <a:lnTo>
                    <a:pt x="102967" y="317058"/>
                  </a:lnTo>
                  <a:lnTo>
                    <a:pt x="103812" y="317059"/>
                  </a:lnTo>
                  <a:lnTo>
                    <a:pt x="104657" y="323849"/>
                  </a:lnTo>
                  <a:lnTo>
                    <a:pt x="105502" y="371551"/>
                  </a:lnTo>
                  <a:lnTo>
                    <a:pt x="105898" y="39183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008456" y="2171784"/>
              <a:ext cx="1189" cy="1091"/>
            </a:xfrm>
            <a:custGeom>
              <a:avLst/>
              <a:pathLst>
                <a:path w="1189" h="1091">
                  <a:moveTo>
                    <a:pt x="0" y="1091"/>
                  </a:moveTo>
                  <a:lnTo>
                    <a:pt x="615" y="0"/>
                  </a:lnTo>
                  <a:lnTo>
                    <a:pt x="1189" y="109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011507" y="1854646"/>
              <a:ext cx="109868" cy="318229"/>
            </a:xfrm>
            <a:custGeom>
              <a:avLst/>
              <a:pathLst>
                <a:path w="109868" h="318229">
                  <a:moveTo>
                    <a:pt x="0" y="318229"/>
                  </a:moveTo>
                  <a:lnTo>
                    <a:pt x="99" y="315920"/>
                  </a:lnTo>
                  <a:lnTo>
                    <a:pt x="944" y="295478"/>
                  </a:lnTo>
                  <a:lnTo>
                    <a:pt x="1789" y="302224"/>
                  </a:lnTo>
                  <a:lnTo>
                    <a:pt x="2634" y="269789"/>
                  </a:lnTo>
                  <a:lnTo>
                    <a:pt x="3479" y="265658"/>
                  </a:lnTo>
                  <a:lnTo>
                    <a:pt x="4324" y="245566"/>
                  </a:lnTo>
                  <a:lnTo>
                    <a:pt x="5169" y="232457"/>
                  </a:lnTo>
                  <a:lnTo>
                    <a:pt x="6014" y="232458"/>
                  </a:lnTo>
                  <a:lnTo>
                    <a:pt x="6859" y="248237"/>
                  </a:lnTo>
                  <a:lnTo>
                    <a:pt x="7705" y="259222"/>
                  </a:lnTo>
                  <a:lnTo>
                    <a:pt x="8550" y="232770"/>
                  </a:lnTo>
                  <a:lnTo>
                    <a:pt x="9395" y="231904"/>
                  </a:lnTo>
                  <a:lnTo>
                    <a:pt x="10240" y="224824"/>
                  </a:lnTo>
                  <a:lnTo>
                    <a:pt x="11085" y="222362"/>
                  </a:lnTo>
                  <a:lnTo>
                    <a:pt x="11930" y="212202"/>
                  </a:lnTo>
                  <a:lnTo>
                    <a:pt x="12775" y="235153"/>
                  </a:lnTo>
                  <a:lnTo>
                    <a:pt x="13620" y="264131"/>
                  </a:lnTo>
                  <a:lnTo>
                    <a:pt x="14465" y="264998"/>
                  </a:lnTo>
                  <a:lnTo>
                    <a:pt x="15310" y="272077"/>
                  </a:lnTo>
                  <a:lnTo>
                    <a:pt x="16155" y="274538"/>
                  </a:lnTo>
                  <a:lnTo>
                    <a:pt x="17001" y="284698"/>
                  </a:lnTo>
                  <a:lnTo>
                    <a:pt x="17846" y="284698"/>
                  </a:lnTo>
                  <a:lnTo>
                    <a:pt x="18691" y="284698"/>
                  </a:lnTo>
                  <a:lnTo>
                    <a:pt x="19536" y="284698"/>
                  </a:lnTo>
                  <a:lnTo>
                    <a:pt x="20381" y="284698"/>
                  </a:lnTo>
                  <a:lnTo>
                    <a:pt x="21226" y="284698"/>
                  </a:lnTo>
                  <a:lnTo>
                    <a:pt x="22071" y="284698"/>
                  </a:lnTo>
                  <a:lnTo>
                    <a:pt x="22916" y="284698"/>
                  </a:lnTo>
                  <a:lnTo>
                    <a:pt x="23761" y="284698"/>
                  </a:lnTo>
                  <a:lnTo>
                    <a:pt x="24606" y="279917"/>
                  </a:lnTo>
                  <a:lnTo>
                    <a:pt x="25452" y="223838"/>
                  </a:lnTo>
                  <a:lnTo>
                    <a:pt x="26297" y="141254"/>
                  </a:lnTo>
                  <a:lnTo>
                    <a:pt x="27142" y="102190"/>
                  </a:lnTo>
                  <a:lnTo>
                    <a:pt x="27987" y="113883"/>
                  </a:lnTo>
                  <a:lnTo>
                    <a:pt x="28832" y="119067"/>
                  </a:lnTo>
                  <a:lnTo>
                    <a:pt x="29677" y="92642"/>
                  </a:lnTo>
                  <a:lnTo>
                    <a:pt x="30522" y="80214"/>
                  </a:lnTo>
                  <a:lnTo>
                    <a:pt x="31367" y="83867"/>
                  </a:lnTo>
                  <a:lnTo>
                    <a:pt x="32212" y="42622"/>
                  </a:lnTo>
                  <a:lnTo>
                    <a:pt x="33057" y="5182"/>
                  </a:lnTo>
                  <a:lnTo>
                    <a:pt x="33902" y="0"/>
                  </a:lnTo>
                  <a:lnTo>
                    <a:pt x="34748" y="31206"/>
                  </a:lnTo>
                  <a:lnTo>
                    <a:pt x="35593" y="99714"/>
                  </a:lnTo>
                  <a:lnTo>
                    <a:pt x="36438" y="178644"/>
                  </a:lnTo>
                  <a:lnTo>
                    <a:pt x="37283" y="257277"/>
                  </a:lnTo>
                  <a:lnTo>
                    <a:pt x="38128" y="249732"/>
                  </a:lnTo>
                  <a:lnTo>
                    <a:pt x="38973" y="227954"/>
                  </a:lnTo>
                  <a:lnTo>
                    <a:pt x="39818" y="200418"/>
                  </a:lnTo>
                  <a:lnTo>
                    <a:pt x="40663" y="179008"/>
                  </a:lnTo>
                  <a:lnTo>
                    <a:pt x="41508" y="179009"/>
                  </a:lnTo>
                  <a:lnTo>
                    <a:pt x="42353" y="180684"/>
                  </a:lnTo>
                  <a:lnTo>
                    <a:pt x="43198" y="213976"/>
                  </a:lnTo>
                  <a:lnTo>
                    <a:pt x="44044" y="235754"/>
                  </a:lnTo>
                  <a:lnTo>
                    <a:pt x="44889" y="279113"/>
                  </a:lnTo>
                  <a:lnTo>
                    <a:pt x="45734" y="294767"/>
                  </a:lnTo>
                  <a:lnTo>
                    <a:pt x="46579" y="275002"/>
                  </a:lnTo>
                  <a:lnTo>
                    <a:pt x="47424" y="291739"/>
                  </a:lnTo>
                  <a:lnTo>
                    <a:pt x="48269" y="279237"/>
                  </a:lnTo>
                  <a:lnTo>
                    <a:pt x="49114" y="256669"/>
                  </a:lnTo>
                  <a:lnTo>
                    <a:pt x="49959" y="239433"/>
                  </a:lnTo>
                  <a:lnTo>
                    <a:pt x="50804" y="245187"/>
                  </a:lnTo>
                  <a:lnTo>
                    <a:pt x="51649" y="264953"/>
                  </a:lnTo>
                  <a:lnTo>
                    <a:pt x="52494" y="248217"/>
                  </a:lnTo>
                  <a:lnTo>
                    <a:pt x="53340" y="260719"/>
                  </a:lnTo>
                  <a:lnTo>
                    <a:pt x="54185" y="283287"/>
                  </a:lnTo>
                  <a:lnTo>
                    <a:pt x="55030" y="284698"/>
                  </a:lnTo>
                  <a:lnTo>
                    <a:pt x="55875" y="264000"/>
                  </a:lnTo>
                  <a:lnTo>
                    <a:pt x="56720" y="232619"/>
                  </a:lnTo>
                  <a:lnTo>
                    <a:pt x="57565" y="219998"/>
                  </a:lnTo>
                  <a:lnTo>
                    <a:pt x="58410" y="219998"/>
                  </a:lnTo>
                  <a:lnTo>
                    <a:pt x="59255" y="219999"/>
                  </a:lnTo>
                  <a:lnTo>
                    <a:pt x="60100" y="207237"/>
                  </a:lnTo>
                  <a:lnTo>
                    <a:pt x="60945" y="193964"/>
                  </a:lnTo>
                  <a:lnTo>
                    <a:pt x="61790" y="195526"/>
                  </a:lnTo>
                  <a:lnTo>
                    <a:pt x="62636" y="157345"/>
                  </a:lnTo>
                  <a:lnTo>
                    <a:pt x="63481" y="99474"/>
                  </a:lnTo>
                  <a:lnTo>
                    <a:pt x="64326" y="78108"/>
                  </a:lnTo>
                  <a:lnTo>
                    <a:pt x="65171" y="90871"/>
                  </a:lnTo>
                  <a:lnTo>
                    <a:pt x="66016" y="124842"/>
                  </a:lnTo>
                  <a:lnTo>
                    <a:pt x="66861" y="154563"/>
                  </a:lnTo>
                  <a:lnTo>
                    <a:pt x="67706" y="172871"/>
                  </a:lnTo>
                  <a:lnTo>
                    <a:pt x="68551" y="202832"/>
                  </a:lnTo>
                  <a:lnTo>
                    <a:pt x="69396" y="228155"/>
                  </a:lnTo>
                  <a:lnTo>
                    <a:pt x="70241" y="245423"/>
                  </a:lnTo>
                  <a:lnTo>
                    <a:pt x="71086" y="248681"/>
                  </a:lnTo>
                  <a:lnTo>
                    <a:pt x="71932" y="248782"/>
                  </a:lnTo>
                  <a:lnTo>
                    <a:pt x="72777" y="281174"/>
                  </a:lnTo>
                  <a:lnTo>
                    <a:pt x="73622" y="277146"/>
                  </a:lnTo>
                  <a:lnTo>
                    <a:pt x="74467" y="251452"/>
                  </a:lnTo>
                  <a:lnTo>
                    <a:pt x="75312" y="212341"/>
                  </a:lnTo>
                  <a:lnTo>
                    <a:pt x="76157" y="183957"/>
                  </a:lnTo>
                  <a:lnTo>
                    <a:pt x="77002" y="178589"/>
                  </a:lnTo>
                  <a:lnTo>
                    <a:pt x="77847" y="190417"/>
                  </a:lnTo>
                  <a:lnTo>
                    <a:pt x="78692" y="236008"/>
                  </a:lnTo>
                  <a:lnTo>
                    <a:pt x="79537" y="237922"/>
                  </a:lnTo>
                  <a:lnTo>
                    <a:pt x="80383" y="239107"/>
                  </a:lnTo>
                  <a:lnTo>
                    <a:pt x="81228" y="258300"/>
                  </a:lnTo>
                  <a:lnTo>
                    <a:pt x="82073" y="263669"/>
                  </a:lnTo>
                  <a:lnTo>
                    <a:pt x="82918" y="251941"/>
                  </a:lnTo>
                  <a:lnTo>
                    <a:pt x="83763" y="201985"/>
                  </a:lnTo>
                  <a:lnTo>
                    <a:pt x="84608" y="168851"/>
                  </a:lnTo>
                  <a:lnTo>
                    <a:pt x="85453" y="144152"/>
                  </a:lnTo>
                  <a:lnTo>
                    <a:pt x="86298" y="102161"/>
                  </a:lnTo>
                  <a:lnTo>
                    <a:pt x="87143" y="94720"/>
                  </a:lnTo>
                  <a:lnTo>
                    <a:pt x="87988" y="108101"/>
                  </a:lnTo>
                  <a:lnTo>
                    <a:pt x="88833" y="164495"/>
                  </a:lnTo>
                  <a:lnTo>
                    <a:pt x="89679" y="218934"/>
                  </a:lnTo>
                  <a:lnTo>
                    <a:pt x="90524" y="240310"/>
                  </a:lnTo>
                  <a:lnTo>
                    <a:pt x="91369" y="225038"/>
                  </a:lnTo>
                  <a:lnTo>
                    <a:pt x="92214" y="180314"/>
                  </a:lnTo>
                  <a:lnTo>
                    <a:pt x="93059" y="154762"/>
                  </a:lnTo>
                  <a:lnTo>
                    <a:pt x="93904" y="100199"/>
                  </a:lnTo>
                  <a:lnTo>
                    <a:pt x="94749" y="74418"/>
                  </a:lnTo>
                  <a:lnTo>
                    <a:pt x="95594" y="69748"/>
                  </a:lnTo>
                  <a:lnTo>
                    <a:pt x="96439" y="115486"/>
                  </a:lnTo>
                  <a:lnTo>
                    <a:pt x="97284" y="161870"/>
                  </a:lnTo>
                  <a:lnTo>
                    <a:pt x="98129" y="175615"/>
                  </a:lnTo>
                  <a:lnTo>
                    <a:pt x="98975" y="174312"/>
                  </a:lnTo>
                  <a:lnTo>
                    <a:pt x="99820" y="126565"/>
                  </a:lnTo>
                  <a:lnTo>
                    <a:pt x="100665" y="109069"/>
                  </a:lnTo>
                  <a:lnTo>
                    <a:pt x="101510" y="117196"/>
                  </a:lnTo>
                  <a:lnTo>
                    <a:pt x="102355" y="166122"/>
                  </a:lnTo>
                  <a:lnTo>
                    <a:pt x="103200" y="212141"/>
                  </a:lnTo>
                  <a:lnTo>
                    <a:pt x="104045" y="264119"/>
                  </a:lnTo>
                  <a:lnTo>
                    <a:pt x="104890" y="289126"/>
                  </a:lnTo>
                  <a:lnTo>
                    <a:pt x="105735" y="285482"/>
                  </a:lnTo>
                  <a:lnTo>
                    <a:pt x="106580" y="264836"/>
                  </a:lnTo>
                  <a:lnTo>
                    <a:pt x="107425" y="222556"/>
                  </a:lnTo>
                  <a:lnTo>
                    <a:pt x="108271" y="209422"/>
                  </a:lnTo>
                  <a:lnTo>
                    <a:pt x="109116" y="247470"/>
                  </a:lnTo>
                  <a:lnTo>
                    <a:pt x="109868" y="31822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4128533" y="2045393"/>
              <a:ext cx="9916" cy="127482"/>
            </a:xfrm>
            <a:custGeom>
              <a:avLst/>
              <a:pathLst>
                <a:path w="9916" h="127482">
                  <a:moveTo>
                    <a:pt x="0" y="127482"/>
                  </a:moveTo>
                  <a:lnTo>
                    <a:pt x="541" y="88592"/>
                  </a:lnTo>
                  <a:lnTo>
                    <a:pt x="1386" y="36939"/>
                  </a:lnTo>
                  <a:lnTo>
                    <a:pt x="2231" y="19807"/>
                  </a:lnTo>
                  <a:lnTo>
                    <a:pt x="3076" y="6831"/>
                  </a:lnTo>
                  <a:lnTo>
                    <a:pt x="3921" y="0"/>
                  </a:lnTo>
                  <a:lnTo>
                    <a:pt x="4766" y="24633"/>
                  </a:lnTo>
                  <a:lnTo>
                    <a:pt x="5611" y="50410"/>
                  </a:lnTo>
                  <a:lnTo>
                    <a:pt x="6456" y="71388"/>
                  </a:lnTo>
                  <a:lnTo>
                    <a:pt x="7301" y="73028"/>
                  </a:lnTo>
                  <a:lnTo>
                    <a:pt x="8147" y="95284"/>
                  </a:lnTo>
                  <a:lnTo>
                    <a:pt x="8992" y="122562"/>
                  </a:lnTo>
                  <a:lnTo>
                    <a:pt x="9837" y="127031"/>
                  </a:lnTo>
                  <a:lnTo>
                    <a:pt x="9916" y="1274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140762" y="1566258"/>
              <a:ext cx="63274" cy="606617"/>
            </a:xfrm>
            <a:custGeom>
              <a:avLst/>
              <a:pathLst>
                <a:path w="63274" h="606617">
                  <a:moveTo>
                    <a:pt x="0" y="606617"/>
                  </a:moveTo>
                  <a:lnTo>
                    <a:pt x="143" y="604444"/>
                  </a:lnTo>
                  <a:lnTo>
                    <a:pt x="988" y="603273"/>
                  </a:lnTo>
                  <a:lnTo>
                    <a:pt x="1833" y="587735"/>
                  </a:lnTo>
                  <a:lnTo>
                    <a:pt x="2678" y="526704"/>
                  </a:lnTo>
                  <a:lnTo>
                    <a:pt x="3523" y="455735"/>
                  </a:lnTo>
                  <a:lnTo>
                    <a:pt x="4368" y="435464"/>
                  </a:lnTo>
                  <a:lnTo>
                    <a:pt x="5214" y="433745"/>
                  </a:lnTo>
                  <a:lnTo>
                    <a:pt x="6059" y="410119"/>
                  </a:lnTo>
                  <a:lnTo>
                    <a:pt x="6904" y="411505"/>
                  </a:lnTo>
                  <a:lnTo>
                    <a:pt x="7749" y="448847"/>
                  </a:lnTo>
                  <a:lnTo>
                    <a:pt x="8594" y="474682"/>
                  </a:lnTo>
                  <a:lnTo>
                    <a:pt x="9439" y="417686"/>
                  </a:lnTo>
                  <a:lnTo>
                    <a:pt x="10284" y="409661"/>
                  </a:lnTo>
                  <a:lnTo>
                    <a:pt x="11129" y="419462"/>
                  </a:lnTo>
                  <a:lnTo>
                    <a:pt x="11974" y="350761"/>
                  </a:lnTo>
                  <a:lnTo>
                    <a:pt x="12819" y="260554"/>
                  </a:lnTo>
                  <a:lnTo>
                    <a:pt x="13664" y="249882"/>
                  </a:lnTo>
                  <a:lnTo>
                    <a:pt x="14510" y="310534"/>
                  </a:lnTo>
                  <a:lnTo>
                    <a:pt x="15355" y="357532"/>
                  </a:lnTo>
                  <a:lnTo>
                    <a:pt x="16200" y="388611"/>
                  </a:lnTo>
                  <a:lnTo>
                    <a:pt x="17045" y="417409"/>
                  </a:lnTo>
                  <a:lnTo>
                    <a:pt x="17890" y="487866"/>
                  </a:lnTo>
                  <a:lnTo>
                    <a:pt x="18735" y="509646"/>
                  </a:lnTo>
                  <a:lnTo>
                    <a:pt x="19580" y="455291"/>
                  </a:lnTo>
                  <a:lnTo>
                    <a:pt x="20425" y="380994"/>
                  </a:lnTo>
                  <a:lnTo>
                    <a:pt x="21270" y="299019"/>
                  </a:lnTo>
                  <a:lnTo>
                    <a:pt x="22115" y="242778"/>
                  </a:lnTo>
                  <a:lnTo>
                    <a:pt x="22960" y="177358"/>
                  </a:lnTo>
                  <a:lnTo>
                    <a:pt x="23806" y="74957"/>
                  </a:lnTo>
                  <a:lnTo>
                    <a:pt x="24651" y="26397"/>
                  </a:lnTo>
                  <a:lnTo>
                    <a:pt x="25496" y="4055"/>
                  </a:lnTo>
                  <a:lnTo>
                    <a:pt x="26341" y="0"/>
                  </a:lnTo>
                  <a:lnTo>
                    <a:pt x="27186" y="17737"/>
                  </a:lnTo>
                  <a:lnTo>
                    <a:pt x="28031" y="35085"/>
                  </a:lnTo>
                  <a:lnTo>
                    <a:pt x="28876" y="150485"/>
                  </a:lnTo>
                  <a:lnTo>
                    <a:pt x="29721" y="231554"/>
                  </a:lnTo>
                  <a:lnTo>
                    <a:pt x="30566" y="277086"/>
                  </a:lnTo>
                  <a:lnTo>
                    <a:pt x="31411" y="347032"/>
                  </a:lnTo>
                  <a:lnTo>
                    <a:pt x="32256" y="426213"/>
                  </a:lnTo>
                  <a:lnTo>
                    <a:pt x="33102" y="498025"/>
                  </a:lnTo>
                  <a:lnTo>
                    <a:pt x="33947" y="530390"/>
                  </a:lnTo>
                  <a:lnTo>
                    <a:pt x="34792" y="595895"/>
                  </a:lnTo>
                  <a:lnTo>
                    <a:pt x="35637" y="578398"/>
                  </a:lnTo>
                  <a:lnTo>
                    <a:pt x="36482" y="502984"/>
                  </a:lnTo>
                  <a:lnTo>
                    <a:pt x="37327" y="427844"/>
                  </a:lnTo>
                  <a:lnTo>
                    <a:pt x="38172" y="361023"/>
                  </a:lnTo>
                  <a:lnTo>
                    <a:pt x="39017" y="301712"/>
                  </a:lnTo>
                  <a:lnTo>
                    <a:pt x="39862" y="236062"/>
                  </a:lnTo>
                  <a:lnTo>
                    <a:pt x="40707" y="225905"/>
                  </a:lnTo>
                  <a:lnTo>
                    <a:pt x="41552" y="254449"/>
                  </a:lnTo>
                  <a:lnTo>
                    <a:pt x="42398" y="310348"/>
                  </a:lnTo>
                  <a:lnTo>
                    <a:pt x="43243" y="377169"/>
                  </a:lnTo>
                  <a:lnTo>
                    <a:pt x="44088" y="400771"/>
                  </a:lnTo>
                  <a:lnTo>
                    <a:pt x="44933" y="395641"/>
                  </a:lnTo>
                  <a:lnTo>
                    <a:pt x="45778" y="433997"/>
                  </a:lnTo>
                  <a:lnTo>
                    <a:pt x="46623" y="497538"/>
                  </a:lnTo>
                  <a:lnTo>
                    <a:pt x="47468" y="530998"/>
                  </a:lnTo>
                  <a:lnTo>
                    <a:pt x="48313" y="522543"/>
                  </a:lnTo>
                  <a:lnTo>
                    <a:pt x="49158" y="542107"/>
                  </a:lnTo>
                  <a:lnTo>
                    <a:pt x="50003" y="579564"/>
                  </a:lnTo>
                  <a:lnTo>
                    <a:pt x="50848" y="584047"/>
                  </a:lnTo>
                  <a:lnTo>
                    <a:pt x="51694" y="532206"/>
                  </a:lnTo>
                  <a:lnTo>
                    <a:pt x="52539" y="449991"/>
                  </a:lnTo>
                  <a:lnTo>
                    <a:pt x="53384" y="402336"/>
                  </a:lnTo>
                  <a:lnTo>
                    <a:pt x="54229" y="369785"/>
                  </a:lnTo>
                  <a:lnTo>
                    <a:pt x="55074" y="314609"/>
                  </a:lnTo>
                  <a:lnTo>
                    <a:pt x="55919" y="247719"/>
                  </a:lnTo>
                  <a:lnTo>
                    <a:pt x="56764" y="187883"/>
                  </a:lnTo>
                  <a:lnTo>
                    <a:pt x="57609" y="224134"/>
                  </a:lnTo>
                  <a:lnTo>
                    <a:pt x="58454" y="280244"/>
                  </a:lnTo>
                  <a:lnTo>
                    <a:pt x="59299" y="312796"/>
                  </a:lnTo>
                  <a:lnTo>
                    <a:pt x="60144" y="367974"/>
                  </a:lnTo>
                  <a:lnTo>
                    <a:pt x="60990" y="446338"/>
                  </a:lnTo>
                  <a:lnTo>
                    <a:pt x="61835" y="548195"/>
                  </a:lnTo>
                  <a:lnTo>
                    <a:pt x="62680" y="600431"/>
                  </a:lnTo>
                  <a:lnTo>
                    <a:pt x="63274" y="60661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4207031" y="2153076"/>
              <a:ext cx="4367" cy="19799"/>
            </a:xfrm>
            <a:custGeom>
              <a:avLst/>
              <a:pathLst>
                <a:path w="4367" h="19799">
                  <a:moveTo>
                    <a:pt x="0" y="19799"/>
                  </a:moveTo>
                  <a:lnTo>
                    <a:pt x="637" y="9237"/>
                  </a:lnTo>
                  <a:lnTo>
                    <a:pt x="1482" y="9174"/>
                  </a:lnTo>
                  <a:lnTo>
                    <a:pt x="2327" y="3578"/>
                  </a:lnTo>
                  <a:lnTo>
                    <a:pt x="3172" y="0"/>
                  </a:lnTo>
                  <a:lnTo>
                    <a:pt x="4017" y="8319"/>
                  </a:lnTo>
                  <a:lnTo>
                    <a:pt x="4367" y="1979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4214724" y="1894260"/>
              <a:ext cx="35085" cy="278615"/>
            </a:xfrm>
            <a:custGeom>
              <a:avLst/>
              <a:pathLst>
                <a:path w="35085" h="278615">
                  <a:moveTo>
                    <a:pt x="0" y="278615"/>
                  </a:moveTo>
                  <a:lnTo>
                    <a:pt x="549" y="236885"/>
                  </a:lnTo>
                  <a:lnTo>
                    <a:pt x="1394" y="127637"/>
                  </a:lnTo>
                  <a:lnTo>
                    <a:pt x="2239" y="38161"/>
                  </a:lnTo>
                  <a:lnTo>
                    <a:pt x="3084" y="22715"/>
                  </a:lnTo>
                  <a:lnTo>
                    <a:pt x="3929" y="2623"/>
                  </a:lnTo>
                  <a:lnTo>
                    <a:pt x="4774" y="0"/>
                  </a:lnTo>
                  <a:lnTo>
                    <a:pt x="5619" y="48205"/>
                  </a:lnTo>
                  <a:lnTo>
                    <a:pt x="6465" y="105518"/>
                  </a:lnTo>
                  <a:lnTo>
                    <a:pt x="7310" y="170634"/>
                  </a:lnTo>
                  <a:lnTo>
                    <a:pt x="8155" y="176370"/>
                  </a:lnTo>
                  <a:lnTo>
                    <a:pt x="9000" y="176370"/>
                  </a:lnTo>
                  <a:lnTo>
                    <a:pt x="9845" y="165373"/>
                  </a:lnTo>
                  <a:lnTo>
                    <a:pt x="10690" y="142416"/>
                  </a:lnTo>
                  <a:lnTo>
                    <a:pt x="11535" y="162947"/>
                  </a:lnTo>
                  <a:lnTo>
                    <a:pt x="12380" y="181940"/>
                  </a:lnTo>
                  <a:lnTo>
                    <a:pt x="13225" y="193364"/>
                  </a:lnTo>
                  <a:lnTo>
                    <a:pt x="14070" y="197755"/>
                  </a:lnTo>
                  <a:lnTo>
                    <a:pt x="14915" y="188628"/>
                  </a:lnTo>
                  <a:lnTo>
                    <a:pt x="15761" y="197971"/>
                  </a:lnTo>
                  <a:lnTo>
                    <a:pt x="16606" y="154842"/>
                  </a:lnTo>
                  <a:lnTo>
                    <a:pt x="17451" y="102313"/>
                  </a:lnTo>
                  <a:lnTo>
                    <a:pt x="18296" y="73579"/>
                  </a:lnTo>
                  <a:lnTo>
                    <a:pt x="19141" y="36050"/>
                  </a:lnTo>
                  <a:lnTo>
                    <a:pt x="19986" y="21418"/>
                  </a:lnTo>
                  <a:lnTo>
                    <a:pt x="20831" y="64752"/>
                  </a:lnTo>
                  <a:lnTo>
                    <a:pt x="21676" y="138504"/>
                  </a:lnTo>
                  <a:lnTo>
                    <a:pt x="22521" y="177879"/>
                  </a:lnTo>
                  <a:lnTo>
                    <a:pt x="23366" y="204900"/>
                  </a:lnTo>
                  <a:lnTo>
                    <a:pt x="24211" y="238036"/>
                  </a:lnTo>
                  <a:lnTo>
                    <a:pt x="25057" y="272792"/>
                  </a:lnTo>
                  <a:lnTo>
                    <a:pt x="25902" y="251642"/>
                  </a:lnTo>
                  <a:lnTo>
                    <a:pt x="26747" y="231931"/>
                  </a:lnTo>
                  <a:lnTo>
                    <a:pt x="27592" y="245085"/>
                  </a:lnTo>
                  <a:lnTo>
                    <a:pt x="28437" y="248402"/>
                  </a:lnTo>
                  <a:lnTo>
                    <a:pt x="29282" y="257117"/>
                  </a:lnTo>
                  <a:lnTo>
                    <a:pt x="30127" y="204460"/>
                  </a:lnTo>
                  <a:lnTo>
                    <a:pt x="30972" y="174542"/>
                  </a:lnTo>
                  <a:lnTo>
                    <a:pt x="31817" y="219298"/>
                  </a:lnTo>
                  <a:lnTo>
                    <a:pt x="32662" y="249916"/>
                  </a:lnTo>
                  <a:lnTo>
                    <a:pt x="33507" y="241672"/>
                  </a:lnTo>
                  <a:lnTo>
                    <a:pt x="34353" y="232957"/>
                  </a:lnTo>
                  <a:lnTo>
                    <a:pt x="35085" y="27861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4250853" y="1875078"/>
              <a:ext cx="46798" cy="297797"/>
            </a:xfrm>
            <a:custGeom>
              <a:avLst/>
              <a:pathLst>
                <a:path w="46798" h="297797">
                  <a:moveTo>
                    <a:pt x="0" y="297797"/>
                  </a:moveTo>
                  <a:lnTo>
                    <a:pt x="760" y="204456"/>
                  </a:lnTo>
                  <a:lnTo>
                    <a:pt x="1605" y="154012"/>
                  </a:lnTo>
                  <a:lnTo>
                    <a:pt x="2450" y="154386"/>
                  </a:lnTo>
                  <a:lnTo>
                    <a:pt x="3295" y="158350"/>
                  </a:lnTo>
                  <a:lnTo>
                    <a:pt x="4140" y="158351"/>
                  </a:lnTo>
                  <a:lnTo>
                    <a:pt x="4985" y="200446"/>
                  </a:lnTo>
                  <a:lnTo>
                    <a:pt x="5830" y="267118"/>
                  </a:lnTo>
                  <a:lnTo>
                    <a:pt x="6675" y="256323"/>
                  </a:lnTo>
                  <a:lnTo>
                    <a:pt x="7520" y="208637"/>
                  </a:lnTo>
                  <a:lnTo>
                    <a:pt x="8365" y="180301"/>
                  </a:lnTo>
                  <a:lnTo>
                    <a:pt x="9211" y="162297"/>
                  </a:lnTo>
                  <a:lnTo>
                    <a:pt x="10056" y="134075"/>
                  </a:lnTo>
                  <a:lnTo>
                    <a:pt x="10901" y="75152"/>
                  </a:lnTo>
                  <a:lnTo>
                    <a:pt x="11746" y="0"/>
                  </a:lnTo>
                  <a:lnTo>
                    <a:pt x="12591" y="7717"/>
                  </a:lnTo>
                  <a:lnTo>
                    <a:pt x="13436" y="29430"/>
                  </a:lnTo>
                  <a:lnTo>
                    <a:pt x="14281" y="12963"/>
                  </a:lnTo>
                  <a:lnTo>
                    <a:pt x="15126" y="12636"/>
                  </a:lnTo>
                  <a:lnTo>
                    <a:pt x="15971" y="63906"/>
                  </a:lnTo>
                  <a:lnTo>
                    <a:pt x="16816" y="178624"/>
                  </a:lnTo>
                  <a:lnTo>
                    <a:pt x="17661" y="240379"/>
                  </a:lnTo>
                  <a:lnTo>
                    <a:pt x="18507" y="231522"/>
                  </a:lnTo>
                  <a:lnTo>
                    <a:pt x="19352" y="267727"/>
                  </a:lnTo>
                  <a:lnTo>
                    <a:pt x="20197" y="279927"/>
                  </a:lnTo>
                  <a:lnTo>
                    <a:pt x="21042" y="267964"/>
                  </a:lnTo>
                  <a:lnTo>
                    <a:pt x="21887" y="243642"/>
                  </a:lnTo>
                  <a:lnTo>
                    <a:pt x="22732" y="201633"/>
                  </a:lnTo>
                  <a:lnTo>
                    <a:pt x="23577" y="193017"/>
                  </a:lnTo>
                  <a:lnTo>
                    <a:pt x="24422" y="162265"/>
                  </a:lnTo>
                  <a:lnTo>
                    <a:pt x="25267" y="137629"/>
                  </a:lnTo>
                  <a:lnTo>
                    <a:pt x="26112" y="146880"/>
                  </a:lnTo>
                  <a:lnTo>
                    <a:pt x="26957" y="162257"/>
                  </a:lnTo>
                  <a:lnTo>
                    <a:pt x="27803" y="187031"/>
                  </a:lnTo>
                  <a:lnTo>
                    <a:pt x="28648" y="207161"/>
                  </a:lnTo>
                  <a:lnTo>
                    <a:pt x="29493" y="236179"/>
                  </a:lnTo>
                  <a:lnTo>
                    <a:pt x="30338" y="253519"/>
                  </a:lnTo>
                  <a:lnTo>
                    <a:pt x="31183" y="244234"/>
                  </a:lnTo>
                  <a:lnTo>
                    <a:pt x="32028" y="215114"/>
                  </a:lnTo>
                  <a:lnTo>
                    <a:pt x="32873" y="149479"/>
                  </a:lnTo>
                  <a:lnTo>
                    <a:pt x="33718" y="93826"/>
                  </a:lnTo>
                  <a:lnTo>
                    <a:pt x="34563" y="68236"/>
                  </a:lnTo>
                  <a:lnTo>
                    <a:pt x="35408" y="46222"/>
                  </a:lnTo>
                  <a:lnTo>
                    <a:pt x="36253" y="28047"/>
                  </a:lnTo>
                  <a:lnTo>
                    <a:pt x="37099" y="52699"/>
                  </a:lnTo>
                  <a:lnTo>
                    <a:pt x="37944" y="118335"/>
                  </a:lnTo>
                  <a:lnTo>
                    <a:pt x="38789" y="173987"/>
                  </a:lnTo>
                  <a:lnTo>
                    <a:pt x="39634" y="199577"/>
                  </a:lnTo>
                  <a:lnTo>
                    <a:pt x="40479" y="229625"/>
                  </a:lnTo>
                  <a:lnTo>
                    <a:pt x="41324" y="244471"/>
                  </a:lnTo>
                  <a:lnTo>
                    <a:pt x="42169" y="218847"/>
                  </a:lnTo>
                  <a:lnTo>
                    <a:pt x="43014" y="210686"/>
                  </a:lnTo>
                  <a:lnTo>
                    <a:pt x="43859" y="224191"/>
                  </a:lnTo>
                  <a:lnTo>
                    <a:pt x="44704" y="250295"/>
                  </a:lnTo>
                  <a:lnTo>
                    <a:pt x="45549" y="270787"/>
                  </a:lnTo>
                  <a:lnTo>
                    <a:pt x="46395" y="291480"/>
                  </a:lnTo>
                  <a:lnTo>
                    <a:pt x="46798" y="29779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4298384" y="2034027"/>
              <a:ext cx="68723" cy="138848"/>
            </a:xfrm>
            <a:custGeom>
              <a:avLst/>
              <a:pathLst>
                <a:path w="68723" h="138848">
                  <a:moveTo>
                    <a:pt x="0" y="138848"/>
                  </a:moveTo>
                  <a:lnTo>
                    <a:pt x="553" y="125755"/>
                  </a:lnTo>
                  <a:lnTo>
                    <a:pt x="1398" y="103362"/>
                  </a:lnTo>
                  <a:lnTo>
                    <a:pt x="2243" y="77257"/>
                  </a:lnTo>
                  <a:lnTo>
                    <a:pt x="3088" y="56765"/>
                  </a:lnTo>
                  <a:lnTo>
                    <a:pt x="3933" y="51398"/>
                  </a:lnTo>
                  <a:lnTo>
                    <a:pt x="4778" y="68273"/>
                  </a:lnTo>
                  <a:lnTo>
                    <a:pt x="5623" y="96430"/>
                  </a:lnTo>
                  <a:lnTo>
                    <a:pt x="6469" y="105318"/>
                  </a:lnTo>
                  <a:lnTo>
                    <a:pt x="7314" y="105318"/>
                  </a:lnTo>
                  <a:lnTo>
                    <a:pt x="8159" y="105318"/>
                  </a:lnTo>
                  <a:lnTo>
                    <a:pt x="9004" y="105318"/>
                  </a:lnTo>
                  <a:lnTo>
                    <a:pt x="9849" y="105318"/>
                  </a:lnTo>
                  <a:lnTo>
                    <a:pt x="10694" y="105318"/>
                  </a:lnTo>
                  <a:lnTo>
                    <a:pt x="11539" y="105318"/>
                  </a:lnTo>
                  <a:lnTo>
                    <a:pt x="12384" y="105318"/>
                  </a:lnTo>
                  <a:lnTo>
                    <a:pt x="13229" y="105318"/>
                  </a:lnTo>
                  <a:lnTo>
                    <a:pt x="14074" y="105318"/>
                  </a:lnTo>
                  <a:lnTo>
                    <a:pt x="14920" y="105318"/>
                  </a:lnTo>
                  <a:lnTo>
                    <a:pt x="15765" y="105318"/>
                  </a:lnTo>
                  <a:lnTo>
                    <a:pt x="16610" y="105318"/>
                  </a:lnTo>
                  <a:lnTo>
                    <a:pt x="17455" y="105318"/>
                  </a:lnTo>
                  <a:lnTo>
                    <a:pt x="18300" y="105318"/>
                  </a:lnTo>
                  <a:lnTo>
                    <a:pt x="19145" y="105318"/>
                  </a:lnTo>
                  <a:lnTo>
                    <a:pt x="19990" y="105318"/>
                  </a:lnTo>
                  <a:lnTo>
                    <a:pt x="20835" y="105318"/>
                  </a:lnTo>
                  <a:lnTo>
                    <a:pt x="21680" y="105318"/>
                  </a:lnTo>
                  <a:lnTo>
                    <a:pt x="22525" y="105318"/>
                  </a:lnTo>
                  <a:lnTo>
                    <a:pt x="23370" y="105318"/>
                  </a:lnTo>
                  <a:lnTo>
                    <a:pt x="24216" y="105318"/>
                  </a:lnTo>
                  <a:lnTo>
                    <a:pt x="25061" y="89398"/>
                  </a:lnTo>
                  <a:lnTo>
                    <a:pt x="25906" y="58552"/>
                  </a:lnTo>
                  <a:lnTo>
                    <a:pt x="26751" y="21584"/>
                  </a:lnTo>
                  <a:lnTo>
                    <a:pt x="27596" y="0"/>
                  </a:lnTo>
                  <a:lnTo>
                    <a:pt x="28441" y="0"/>
                  </a:lnTo>
                  <a:lnTo>
                    <a:pt x="29286" y="1"/>
                  </a:lnTo>
                  <a:lnTo>
                    <a:pt x="30131" y="15920"/>
                  </a:lnTo>
                  <a:lnTo>
                    <a:pt x="30976" y="46767"/>
                  </a:lnTo>
                  <a:lnTo>
                    <a:pt x="31821" y="83734"/>
                  </a:lnTo>
                  <a:lnTo>
                    <a:pt x="32666" y="105318"/>
                  </a:lnTo>
                  <a:lnTo>
                    <a:pt x="33512" y="89861"/>
                  </a:lnTo>
                  <a:lnTo>
                    <a:pt x="34357" y="61262"/>
                  </a:lnTo>
                  <a:lnTo>
                    <a:pt x="35202" y="51347"/>
                  </a:lnTo>
                  <a:lnTo>
                    <a:pt x="36047" y="51347"/>
                  </a:lnTo>
                  <a:lnTo>
                    <a:pt x="36892" y="51348"/>
                  </a:lnTo>
                  <a:lnTo>
                    <a:pt x="37737" y="51348"/>
                  </a:lnTo>
                  <a:lnTo>
                    <a:pt x="38582" y="66804"/>
                  </a:lnTo>
                  <a:lnTo>
                    <a:pt x="39427" y="95403"/>
                  </a:lnTo>
                  <a:lnTo>
                    <a:pt x="40272" y="105318"/>
                  </a:lnTo>
                  <a:lnTo>
                    <a:pt x="41117" y="105318"/>
                  </a:lnTo>
                  <a:lnTo>
                    <a:pt x="41962" y="105318"/>
                  </a:lnTo>
                  <a:lnTo>
                    <a:pt x="42808" y="105318"/>
                  </a:lnTo>
                  <a:lnTo>
                    <a:pt x="43653" y="105318"/>
                  </a:lnTo>
                  <a:lnTo>
                    <a:pt x="44498" y="105318"/>
                  </a:lnTo>
                  <a:lnTo>
                    <a:pt x="45343" y="105318"/>
                  </a:lnTo>
                  <a:lnTo>
                    <a:pt x="46188" y="105318"/>
                  </a:lnTo>
                  <a:lnTo>
                    <a:pt x="47033" y="105318"/>
                  </a:lnTo>
                  <a:lnTo>
                    <a:pt x="47878" y="105318"/>
                  </a:lnTo>
                  <a:lnTo>
                    <a:pt x="48723" y="105318"/>
                  </a:lnTo>
                  <a:lnTo>
                    <a:pt x="49568" y="105318"/>
                  </a:lnTo>
                  <a:lnTo>
                    <a:pt x="50413" y="105318"/>
                  </a:lnTo>
                  <a:lnTo>
                    <a:pt x="51258" y="105318"/>
                  </a:lnTo>
                  <a:lnTo>
                    <a:pt x="52104" y="105318"/>
                  </a:lnTo>
                  <a:lnTo>
                    <a:pt x="52949" y="105318"/>
                  </a:lnTo>
                  <a:lnTo>
                    <a:pt x="53794" y="105318"/>
                  </a:lnTo>
                  <a:lnTo>
                    <a:pt x="54639" y="105318"/>
                  </a:lnTo>
                  <a:lnTo>
                    <a:pt x="55484" y="105318"/>
                  </a:lnTo>
                  <a:lnTo>
                    <a:pt x="56329" y="105318"/>
                  </a:lnTo>
                  <a:lnTo>
                    <a:pt x="57174" y="105318"/>
                  </a:lnTo>
                  <a:lnTo>
                    <a:pt x="58019" y="105318"/>
                  </a:lnTo>
                  <a:lnTo>
                    <a:pt x="58864" y="105318"/>
                  </a:lnTo>
                  <a:lnTo>
                    <a:pt x="59709" y="105318"/>
                  </a:lnTo>
                  <a:lnTo>
                    <a:pt x="60554" y="105318"/>
                  </a:lnTo>
                  <a:lnTo>
                    <a:pt x="61400" y="105318"/>
                  </a:lnTo>
                  <a:lnTo>
                    <a:pt x="62245" y="105318"/>
                  </a:lnTo>
                  <a:lnTo>
                    <a:pt x="63090" y="105318"/>
                  </a:lnTo>
                  <a:lnTo>
                    <a:pt x="63935" y="105318"/>
                  </a:lnTo>
                  <a:lnTo>
                    <a:pt x="64780" y="99306"/>
                  </a:lnTo>
                  <a:lnTo>
                    <a:pt x="65625" y="64834"/>
                  </a:lnTo>
                  <a:lnTo>
                    <a:pt x="66470" y="84548"/>
                  </a:lnTo>
                  <a:lnTo>
                    <a:pt x="67315" y="110947"/>
                  </a:lnTo>
                  <a:lnTo>
                    <a:pt x="68160" y="131104"/>
                  </a:lnTo>
                  <a:lnTo>
                    <a:pt x="68723" y="13884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370715" y="2004072"/>
              <a:ext cx="15098" cy="168803"/>
            </a:xfrm>
            <a:custGeom>
              <a:avLst/>
              <a:pathLst>
                <a:path w="15098" h="168803">
                  <a:moveTo>
                    <a:pt x="0" y="168803"/>
                  </a:moveTo>
                  <a:lnTo>
                    <a:pt x="56" y="167052"/>
                  </a:lnTo>
                  <a:lnTo>
                    <a:pt x="901" y="146896"/>
                  </a:lnTo>
                  <a:lnTo>
                    <a:pt x="1746" y="129647"/>
                  </a:lnTo>
                  <a:lnTo>
                    <a:pt x="2591" y="111170"/>
                  </a:lnTo>
                  <a:lnTo>
                    <a:pt x="3436" y="129651"/>
                  </a:lnTo>
                  <a:lnTo>
                    <a:pt x="4281" y="115430"/>
                  </a:lnTo>
                  <a:lnTo>
                    <a:pt x="5126" y="71256"/>
                  </a:lnTo>
                  <a:lnTo>
                    <a:pt x="5971" y="52029"/>
                  </a:lnTo>
                  <a:lnTo>
                    <a:pt x="6816" y="52909"/>
                  </a:lnTo>
                  <a:lnTo>
                    <a:pt x="7661" y="53639"/>
                  </a:lnTo>
                  <a:lnTo>
                    <a:pt x="8506" y="16435"/>
                  </a:lnTo>
                  <a:lnTo>
                    <a:pt x="9352" y="0"/>
                  </a:lnTo>
                  <a:lnTo>
                    <a:pt x="10197" y="42246"/>
                  </a:lnTo>
                  <a:lnTo>
                    <a:pt x="11042" y="77686"/>
                  </a:lnTo>
                  <a:lnTo>
                    <a:pt x="11887" y="66969"/>
                  </a:lnTo>
                  <a:lnTo>
                    <a:pt x="12732" y="61903"/>
                  </a:lnTo>
                  <a:lnTo>
                    <a:pt x="13577" y="91370"/>
                  </a:lnTo>
                  <a:lnTo>
                    <a:pt x="14422" y="156737"/>
                  </a:lnTo>
                  <a:lnTo>
                    <a:pt x="15098" y="16880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4386074" y="1963215"/>
              <a:ext cx="31978" cy="209660"/>
            </a:xfrm>
            <a:custGeom>
              <a:avLst/>
              <a:pathLst>
                <a:path w="31978" h="209660">
                  <a:moveTo>
                    <a:pt x="0" y="209660"/>
                  </a:moveTo>
                  <a:lnTo>
                    <a:pt x="752" y="184904"/>
                  </a:lnTo>
                  <a:lnTo>
                    <a:pt x="1598" y="171301"/>
                  </a:lnTo>
                  <a:lnTo>
                    <a:pt x="2443" y="177630"/>
                  </a:lnTo>
                  <a:lnTo>
                    <a:pt x="3288" y="109961"/>
                  </a:lnTo>
                  <a:lnTo>
                    <a:pt x="4133" y="39182"/>
                  </a:lnTo>
                  <a:lnTo>
                    <a:pt x="4978" y="0"/>
                  </a:lnTo>
                  <a:lnTo>
                    <a:pt x="5823" y="2389"/>
                  </a:lnTo>
                  <a:lnTo>
                    <a:pt x="6668" y="48640"/>
                  </a:lnTo>
                  <a:lnTo>
                    <a:pt x="7513" y="65124"/>
                  </a:lnTo>
                  <a:lnTo>
                    <a:pt x="8358" y="122049"/>
                  </a:lnTo>
                  <a:lnTo>
                    <a:pt x="9203" y="158120"/>
                  </a:lnTo>
                  <a:lnTo>
                    <a:pt x="10048" y="184133"/>
                  </a:lnTo>
                  <a:lnTo>
                    <a:pt x="10894" y="193316"/>
                  </a:lnTo>
                  <a:lnTo>
                    <a:pt x="11739" y="153980"/>
                  </a:lnTo>
                  <a:lnTo>
                    <a:pt x="12584" y="123900"/>
                  </a:lnTo>
                  <a:lnTo>
                    <a:pt x="13429" y="123900"/>
                  </a:lnTo>
                  <a:lnTo>
                    <a:pt x="14274" y="123900"/>
                  </a:lnTo>
                  <a:lnTo>
                    <a:pt x="15119" y="115099"/>
                  </a:lnTo>
                  <a:lnTo>
                    <a:pt x="15964" y="91325"/>
                  </a:lnTo>
                  <a:lnTo>
                    <a:pt x="16809" y="94583"/>
                  </a:lnTo>
                  <a:lnTo>
                    <a:pt x="17654" y="121494"/>
                  </a:lnTo>
                  <a:lnTo>
                    <a:pt x="18499" y="116658"/>
                  </a:lnTo>
                  <a:lnTo>
                    <a:pt x="19344" y="96890"/>
                  </a:lnTo>
                  <a:lnTo>
                    <a:pt x="20190" y="83352"/>
                  </a:lnTo>
                  <a:lnTo>
                    <a:pt x="21035" y="99345"/>
                  </a:lnTo>
                  <a:lnTo>
                    <a:pt x="21880" y="116915"/>
                  </a:lnTo>
                  <a:lnTo>
                    <a:pt x="22725" y="100012"/>
                  </a:lnTo>
                  <a:lnTo>
                    <a:pt x="23570" y="79475"/>
                  </a:lnTo>
                  <a:lnTo>
                    <a:pt x="24415" y="80771"/>
                  </a:lnTo>
                  <a:lnTo>
                    <a:pt x="25260" y="61363"/>
                  </a:lnTo>
                  <a:lnTo>
                    <a:pt x="26105" y="26059"/>
                  </a:lnTo>
                  <a:lnTo>
                    <a:pt x="26950" y="22820"/>
                  </a:lnTo>
                  <a:lnTo>
                    <a:pt x="27795" y="42892"/>
                  </a:lnTo>
                  <a:lnTo>
                    <a:pt x="28640" y="68266"/>
                  </a:lnTo>
                  <a:lnTo>
                    <a:pt x="29486" y="86738"/>
                  </a:lnTo>
                  <a:lnTo>
                    <a:pt x="30331" y="128484"/>
                  </a:lnTo>
                  <a:lnTo>
                    <a:pt x="31176" y="186846"/>
                  </a:lnTo>
                  <a:lnTo>
                    <a:pt x="31978" y="2096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4421509" y="1989187"/>
              <a:ext cx="24959" cy="183688"/>
            </a:xfrm>
            <a:custGeom>
              <a:avLst/>
              <a:pathLst>
                <a:path w="24959" h="183688">
                  <a:moveTo>
                    <a:pt x="0" y="183688"/>
                  </a:moveTo>
                  <a:lnTo>
                    <a:pt x="812" y="152754"/>
                  </a:lnTo>
                  <a:lnTo>
                    <a:pt x="1657" y="89290"/>
                  </a:lnTo>
                  <a:lnTo>
                    <a:pt x="2502" y="39742"/>
                  </a:lnTo>
                  <a:lnTo>
                    <a:pt x="3348" y="3346"/>
                  </a:lnTo>
                  <a:lnTo>
                    <a:pt x="4193" y="0"/>
                  </a:lnTo>
                  <a:lnTo>
                    <a:pt x="5038" y="0"/>
                  </a:lnTo>
                  <a:lnTo>
                    <a:pt x="5883" y="16888"/>
                  </a:lnTo>
                  <a:lnTo>
                    <a:pt x="6728" y="60868"/>
                  </a:lnTo>
                  <a:lnTo>
                    <a:pt x="7573" y="130004"/>
                  </a:lnTo>
                  <a:lnTo>
                    <a:pt x="8418" y="181828"/>
                  </a:lnTo>
                  <a:lnTo>
                    <a:pt x="9263" y="177012"/>
                  </a:lnTo>
                  <a:lnTo>
                    <a:pt x="10108" y="150126"/>
                  </a:lnTo>
                  <a:lnTo>
                    <a:pt x="10953" y="153110"/>
                  </a:lnTo>
                  <a:lnTo>
                    <a:pt x="11798" y="164625"/>
                  </a:lnTo>
                  <a:lnTo>
                    <a:pt x="12644" y="145036"/>
                  </a:lnTo>
                  <a:lnTo>
                    <a:pt x="13489" y="129607"/>
                  </a:lnTo>
                  <a:lnTo>
                    <a:pt x="14334" y="137769"/>
                  </a:lnTo>
                  <a:lnTo>
                    <a:pt x="15179" y="158155"/>
                  </a:lnTo>
                  <a:lnTo>
                    <a:pt x="16024" y="126764"/>
                  </a:lnTo>
                  <a:lnTo>
                    <a:pt x="16869" y="96544"/>
                  </a:lnTo>
                  <a:lnTo>
                    <a:pt x="17714" y="96545"/>
                  </a:lnTo>
                  <a:lnTo>
                    <a:pt x="18559" y="96545"/>
                  </a:lnTo>
                  <a:lnTo>
                    <a:pt x="19404" y="96545"/>
                  </a:lnTo>
                  <a:lnTo>
                    <a:pt x="20249" y="95917"/>
                  </a:lnTo>
                  <a:lnTo>
                    <a:pt x="21094" y="121328"/>
                  </a:lnTo>
                  <a:lnTo>
                    <a:pt x="21940" y="152246"/>
                  </a:lnTo>
                  <a:lnTo>
                    <a:pt x="22785" y="152247"/>
                  </a:lnTo>
                  <a:lnTo>
                    <a:pt x="23630" y="152247"/>
                  </a:lnTo>
                  <a:lnTo>
                    <a:pt x="24475" y="152247"/>
                  </a:lnTo>
                  <a:lnTo>
                    <a:pt x="24959" y="18368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451780" y="2099424"/>
              <a:ext cx="15145" cy="73451"/>
            </a:xfrm>
            <a:custGeom>
              <a:avLst/>
              <a:pathLst>
                <a:path w="15145" h="73451">
                  <a:moveTo>
                    <a:pt x="0" y="73451"/>
                  </a:moveTo>
                  <a:lnTo>
                    <a:pt x="118" y="67150"/>
                  </a:lnTo>
                  <a:lnTo>
                    <a:pt x="964" y="22259"/>
                  </a:lnTo>
                  <a:lnTo>
                    <a:pt x="1809" y="27255"/>
                  </a:lnTo>
                  <a:lnTo>
                    <a:pt x="2654" y="28409"/>
                  </a:lnTo>
                  <a:lnTo>
                    <a:pt x="3499" y="35171"/>
                  </a:lnTo>
                  <a:lnTo>
                    <a:pt x="4344" y="0"/>
                  </a:lnTo>
                  <a:lnTo>
                    <a:pt x="5189" y="2262"/>
                  </a:lnTo>
                  <a:lnTo>
                    <a:pt x="6034" y="19372"/>
                  </a:lnTo>
                  <a:lnTo>
                    <a:pt x="6879" y="22630"/>
                  </a:lnTo>
                  <a:lnTo>
                    <a:pt x="7724" y="22630"/>
                  </a:lnTo>
                  <a:lnTo>
                    <a:pt x="8569" y="34341"/>
                  </a:lnTo>
                  <a:lnTo>
                    <a:pt x="9415" y="68812"/>
                  </a:lnTo>
                  <a:lnTo>
                    <a:pt x="10260" y="63608"/>
                  </a:lnTo>
                  <a:lnTo>
                    <a:pt x="11105" y="43180"/>
                  </a:lnTo>
                  <a:lnTo>
                    <a:pt x="11950" y="39921"/>
                  </a:lnTo>
                  <a:lnTo>
                    <a:pt x="12795" y="39921"/>
                  </a:lnTo>
                  <a:lnTo>
                    <a:pt x="13640" y="39921"/>
                  </a:lnTo>
                  <a:lnTo>
                    <a:pt x="14485" y="41970"/>
                  </a:lnTo>
                  <a:lnTo>
                    <a:pt x="15145" y="7345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472295" y="2162706"/>
              <a:ext cx="930" cy="10169"/>
            </a:xfrm>
            <a:custGeom>
              <a:avLst/>
              <a:pathLst>
                <a:path w="930" h="10169">
                  <a:moveTo>
                    <a:pt x="0" y="10169"/>
                  </a:moveTo>
                  <a:lnTo>
                    <a:pt x="731" y="0"/>
                  </a:lnTo>
                  <a:lnTo>
                    <a:pt x="930" y="101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4479812" y="2015190"/>
              <a:ext cx="5646" cy="157685"/>
            </a:xfrm>
            <a:custGeom>
              <a:avLst/>
              <a:pathLst>
                <a:path w="5646" h="157685">
                  <a:moveTo>
                    <a:pt x="0" y="157685"/>
                  </a:moveTo>
                  <a:lnTo>
                    <a:pt x="821" y="98839"/>
                  </a:lnTo>
                  <a:lnTo>
                    <a:pt x="1666" y="68279"/>
                  </a:lnTo>
                  <a:lnTo>
                    <a:pt x="2511" y="22564"/>
                  </a:lnTo>
                  <a:lnTo>
                    <a:pt x="3356" y="0"/>
                  </a:lnTo>
                  <a:lnTo>
                    <a:pt x="4201" y="25573"/>
                  </a:lnTo>
                  <a:lnTo>
                    <a:pt x="5046" y="102018"/>
                  </a:lnTo>
                  <a:lnTo>
                    <a:pt x="5646" y="15768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4486904" y="2033294"/>
              <a:ext cx="44446" cy="139581"/>
            </a:xfrm>
            <a:custGeom>
              <a:avLst/>
              <a:pathLst>
                <a:path w="44446" h="139581">
                  <a:moveTo>
                    <a:pt x="0" y="139581"/>
                  </a:moveTo>
                  <a:lnTo>
                    <a:pt x="489" y="113835"/>
                  </a:lnTo>
                  <a:lnTo>
                    <a:pt x="1334" y="88094"/>
                  </a:lnTo>
                  <a:lnTo>
                    <a:pt x="2179" y="113194"/>
                  </a:lnTo>
                  <a:lnTo>
                    <a:pt x="3024" y="86886"/>
                  </a:lnTo>
                  <a:lnTo>
                    <a:pt x="3869" y="68881"/>
                  </a:lnTo>
                  <a:lnTo>
                    <a:pt x="4715" y="96528"/>
                  </a:lnTo>
                  <a:lnTo>
                    <a:pt x="5560" y="134566"/>
                  </a:lnTo>
                  <a:lnTo>
                    <a:pt x="6405" y="122966"/>
                  </a:lnTo>
                  <a:lnTo>
                    <a:pt x="7250" y="52479"/>
                  </a:lnTo>
                  <a:lnTo>
                    <a:pt x="8095" y="44358"/>
                  </a:lnTo>
                  <a:lnTo>
                    <a:pt x="8940" y="55569"/>
                  </a:lnTo>
                  <a:lnTo>
                    <a:pt x="9785" y="38502"/>
                  </a:lnTo>
                  <a:lnTo>
                    <a:pt x="10630" y="44907"/>
                  </a:lnTo>
                  <a:lnTo>
                    <a:pt x="11475" y="80661"/>
                  </a:lnTo>
                  <a:lnTo>
                    <a:pt x="12320" y="105361"/>
                  </a:lnTo>
                  <a:lnTo>
                    <a:pt x="13165" y="77135"/>
                  </a:lnTo>
                  <a:lnTo>
                    <a:pt x="14011" y="21730"/>
                  </a:lnTo>
                  <a:lnTo>
                    <a:pt x="14856" y="0"/>
                  </a:lnTo>
                  <a:lnTo>
                    <a:pt x="15701" y="1"/>
                  </a:lnTo>
                  <a:lnTo>
                    <a:pt x="16546" y="1588"/>
                  </a:lnTo>
                  <a:lnTo>
                    <a:pt x="17391" y="8894"/>
                  </a:lnTo>
                  <a:lnTo>
                    <a:pt x="18236" y="10268"/>
                  </a:lnTo>
                  <a:lnTo>
                    <a:pt x="19081" y="34183"/>
                  </a:lnTo>
                  <a:lnTo>
                    <a:pt x="19926" y="52487"/>
                  </a:lnTo>
                  <a:lnTo>
                    <a:pt x="20771" y="52488"/>
                  </a:lnTo>
                  <a:lnTo>
                    <a:pt x="21616" y="52488"/>
                  </a:lnTo>
                  <a:lnTo>
                    <a:pt x="22461" y="64155"/>
                  </a:lnTo>
                  <a:lnTo>
                    <a:pt x="23307" y="95054"/>
                  </a:lnTo>
                  <a:lnTo>
                    <a:pt x="24152" y="94375"/>
                  </a:lnTo>
                  <a:lnTo>
                    <a:pt x="24997" y="66769"/>
                  </a:lnTo>
                  <a:lnTo>
                    <a:pt x="25842" y="69836"/>
                  </a:lnTo>
                  <a:lnTo>
                    <a:pt x="26687" y="71381"/>
                  </a:lnTo>
                  <a:lnTo>
                    <a:pt x="27532" y="71382"/>
                  </a:lnTo>
                  <a:lnTo>
                    <a:pt x="28377" y="71382"/>
                  </a:lnTo>
                  <a:lnTo>
                    <a:pt x="29222" y="83057"/>
                  </a:lnTo>
                  <a:lnTo>
                    <a:pt x="30067" y="110664"/>
                  </a:lnTo>
                  <a:lnTo>
                    <a:pt x="30912" y="94467"/>
                  </a:lnTo>
                  <a:lnTo>
                    <a:pt x="31757" y="65459"/>
                  </a:lnTo>
                  <a:lnTo>
                    <a:pt x="32603" y="51944"/>
                  </a:lnTo>
                  <a:lnTo>
                    <a:pt x="33448" y="51945"/>
                  </a:lnTo>
                  <a:lnTo>
                    <a:pt x="34293" y="36674"/>
                  </a:lnTo>
                  <a:lnTo>
                    <a:pt x="35138" y="6834"/>
                  </a:lnTo>
                  <a:lnTo>
                    <a:pt x="35983" y="10020"/>
                  </a:lnTo>
                  <a:lnTo>
                    <a:pt x="36828" y="4357"/>
                  </a:lnTo>
                  <a:lnTo>
                    <a:pt x="37673" y="227"/>
                  </a:lnTo>
                  <a:lnTo>
                    <a:pt x="38518" y="228"/>
                  </a:lnTo>
                  <a:lnTo>
                    <a:pt x="39363" y="15498"/>
                  </a:lnTo>
                  <a:lnTo>
                    <a:pt x="40208" y="45339"/>
                  </a:lnTo>
                  <a:lnTo>
                    <a:pt x="41053" y="55281"/>
                  </a:lnTo>
                  <a:lnTo>
                    <a:pt x="41899" y="88407"/>
                  </a:lnTo>
                  <a:lnTo>
                    <a:pt x="42744" y="106050"/>
                  </a:lnTo>
                  <a:lnTo>
                    <a:pt x="43589" y="117506"/>
                  </a:lnTo>
                  <a:lnTo>
                    <a:pt x="44434" y="139236"/>
                  </a:lnTo>
                  <a:lnTo>
                    <a:pt x="44446" y="13958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4538562" y="1790921"/>
              <a:ext cx="103137" cy="381954"/>
            </a:xfrm>
            <a:custGeom>
              <a:avLst/>
              <a:pathLst>
                <a:path w="103137" h="381954">
                  <a:moveTo>
                    <a:pt x="0" y="381954"/>
                  </a:moveTo>
                  <a:lnTo>
                    <a:pt x="382" y="377068"/>
                  </a:lnTo>
                  <a:lnTo>
                    <a:pt x="1227" y="339321"/>
                  </a:lnTo>
                  <a:lnTo>
                    <a:pt x="2072" y="272316"/>
                  </a:lnTo>
                  <a:lnTo>
                    <a:pt x="2917" y="254845"/>
                  </a:lnTo>
                  <a:lnTo>
                    <a:pt x="3762" y="246057"/>
                  </a:lnTo>
                  <a:lnTo>
                    <a:pt x="4607" y="217945"/>
                  </a:lnTo>
                  <a:lnTo>
                    <a:pt x="5452" y="163318"/>
                  </a:lnTo>
                  <a:lnTo>
                    <a:pt x="6297" y="145906"/>
                  </a:lnTo>
                  <a:lnTo>
                    <a:pt x="7142" y="172426"/>
                  </a:lnTo>
                  <a:lnTo>
                    <a:pt x="7987" y="191773"/>
                  </a:lnTo>
                  <a:lnTo>
                    <a:pt x="8833" y="204260"/>
                  </a:lnTo>
                  <a:lnTo>
                    <a:pt x="9678" y="232373"/>
                  </a:lnTo>
                  <a:lnTo>
                    <a:pt x="10523" y="288142"/>
                  </a:lnTo>
                  <a:lnTo>
                    <a:pt x="11368" y="333169"/>
                  </a:lnTo>
                  <a:lnTo>
                    <a:pt x="12213" y="354000"/>
                  </a:lnTo>
                  <a:lnTo>
                    <a:pt x="13058" y="352122"/>
                  </a:lnTo>
                  <a:lnTo>
                    <a:pt x="13903" y="348424"/>
                  </a:lnTo>
                  <a:lnTo>
                    <a:pt x="14748" y="348424"/>
                  </a:lnTo>
                  <a:lnTo>
                    <a:pt x="15593" y="348424"/>
                  </a:lnTo>
                  <a:lnTo>
                    <a:pt x="16438" y="348424"/>
                  </a:lnTo>
                  <a:lnTo>
                    <a:pt x="17283" y="335752"/>
                  </a:lnTo>
                  <a:lnTo>
                    <a:pt x="18129" y="302712"/>
                  </a:lnTo>
                  <a:lnTo>
                    <a:pt x="18974" y="270685"/>
                  </a:lnTo>
                  <a:lnTo>
                    <a:pt x="19819" y="238985"/>
                  </a:lnTo>
                  <a:lnTo>
                    <a:pt x="20664" y="184437"/>
                  </a:lnTo>
                  <a:lnTo>
                    <a:pt x="21509" y="129096"/>
                  </a:lnTo>
                  <a:lnTo>
                    <a:pt x="22354" y="106399"/>
                  </a:lnTo>
                  <a:lnTo>
                    <a:pt x="23199" y="117387"/>
                  </a:lnTo>
                  <a:lnTo>
                    <a:pt x="24044" y="108606"/>
                  </a:lnTo>
                  <a:lnTo>
                    <a:pt x="24889" y="116659"/>
                  </a:lnTo>
                  <a:lnTo>
                    <a:pt x="25734" y="166360"/>
                  </a:lnTo>
                  <a:lnTo>
                    <a:pt x="26579" y="223390"/>
                  </a:lnTo>
                  <a:lnTo>
                    <a:pt x="27425" y="258758"/>
                  </a:lnTo>
                  <a:lnTo>
                    <a:pt x="28270" y="235357"/>
                  </a:lnTo>
                  <a:lnTo>
                    <a:pt x="29115" y="195820"/>
                  </a:lnTo>
                  <a:lnTo>
                    <a:pt x="29960" y="195939"/>
                  </a:lnTo>
                  <a:lnTo>
                    <a:pt x="30805" y="176710"/>
                  </a:lnTo>
                  <a:lnTo>
                    <a:pt x="31650" y="159906"/>
                  </a:lnTo>
                  <a:lnTo>
                    <a:pt x="32495" y="158690"/>
                  </a:lnTo>
                  <a:lnTo>
                    <a:pt x="33340" y="204691"/>
                  </a:lnTo>
                  <a:lnTo>
                    <a:pt x="34185" y="236335"/>
                  </a:lnTo>
                  <a:lnTo>
                    <a:pt x="35030" y="188118"/>
                  </a:lnTo>
                  <a:lnTo>
                    <a:pt x="35875" y="189737"/>
                  </a:lnTo>
                  <a:lnTo>
                    <a:pt x="36721" y="158413"/>
                  </a:lnTo>
                  <a:lnTo>
                    <a:pt x="37566" y="76443"/>
                  </a:lnTo>
                  <a:lnTo>
                    <a:pt x="38411" y="8067"/>
                  </a:lnTo>
                  <a:lnTo>
                    <a:pt x="39256" y="0"/>
                  </a:lnTo>
                  <a:lnTo>
                    <a:pt x="40101" y="58200"/>
                  </a:lnTo>
                  <a:lnTo>
                    <a:pt x="40946" y="80657"/>
                  </a:lnTo>
                  <a:lnTo>
                    <a:pt x="41791" y="127095"/>
                  </a:lnTo>
                  <a:lnTo>
                    <a:pt x="42636" y="210281"/>
                  </a:lnTo>
                  <a:lnTo>
                    <a:pt x="43481" y="278112"/>
                  </a:lnTo>
                  <a:lnTo>
                    <a:pt x="44326" y="334880"/>
                  </a:lnTo>
                  <a:lnTo>
                    <a:pt x="45171" y="346280"/>
                  </a:lnTo>
                  <a:lnTo>
                    <a:pt x="46017" y="319817"/>
                  </a:lnTo>
                  <a:lnTo>
                    <a:pt x="46862" y="271840"/>
                  </a:lnTo>
                  <a:lnTo>
                    <a:pt x="47707" y="247387"/>
                  </a:lnTo>
                  <a:lnTo>
                    <a:pt x="48552" y="247389"/>
                  </a:lnTo>
                  <a:lnTo>
                    <a:pt x="49397" y="247390"/>
                  </a:lnTo>
                  <a:lnTo>
                    <a:pt x="50242" y="221024"/>
                  </a:lnTo>
                  <a:lnTo>
                    <a:pt x="51087" y="207953"/>
                  </a:lnTo>
                  <a:lnTo>
                    <a:pt x="51932" y="262688"/>
                  </a:lnTo>
                  <a:lnTo>
                    <a:pt x="52777" y="286308"/>
                  </a:lnTo>
                  <a:lnTo>
                    <a:pt x="53622" y="283704"/>
                  </a:lnTo>
                  <a:lnTo>
                    <a:pt x="54467" y="283705"/>
                  </a:lnTo>
                  <a:lnTo>
                    <a:pt x="55313" y="266968"/>
                  </a:lnTo>
                  <a:lnTo>
                    <a:pt x="56158" y="231207"/>
                  </a:lnTo>
                  <a:lnTo>
                    <a:pt x="57003" y="211069"/>
                  </a:lnTo>
                  <a:lnTo>
                    <a:pt x="57848" y="198366"/>
                  </a:lnTo>
                  <a:lnTo>
                    <a:pt x="58693" y="166501"/>
                  </a:lnTo>
                  <a:lnTo>
                    <a:pt x="59538" y="161708"/>
                  </a:lnTo>
                  <a:lnTo>
                    <a:pt x="60383" y="161745"/>
                  </a:lnTo>
                  <a:lnTo>
                    <a:pt x="61228" y="151090"/>
                  </a:lnTo>
                  <a:lnTo>
                    <a:pt x="62073" y="75084"/>
                  </a:lnTo>
                  <a:lnTo>
                    <a:pt x="62918" y="43616"/>
                  </a:lnTo>
                  <a:lnTo>
                    <a:pt x="63764" y="49514"/>
                  </a:lnTo>
                  <a:lnTo>
                    <a:pt x="64609" y="13697"/>
                  </a:lnTo>
                  <a:lnTo>
                    <a:pt x="65454" y="52590"/>
                  </a:lnTo>
                  <a:lnTo>
                    <a:pt x="66299" y="138540"/>
                  </a:lnTo>
                  <a:lnTo>
                    <a:pt x="67144" y="209508"/>
                  </a:lnTo>
                  <a:lnTo>
                    <a:pt x="67989" y="198717"/>
                  </a:lnTo>
                  <a:lnTo>
                    <a:pt x="68834" y="136350"/>
                  </a:lnTo>
                  <a:lnTo>
                    <a:pt x="69679" y="112226"/>
                  </a:lnTo>
                  <a:lnTo>
                    <a:pt x="70524" y="139034"/>
                  </a:lnTo>
                  <a:lnTo>
                    <a:pt x="71369" y="146390"/>
                  </a:lnTo>
                  <a:lnTo>
                    <a:pt x="72214" y="164804"/>
                  </a:lnTo>
                  <a:lnTo>
                    <a:pt x="73060" y="220596"/>
                  </a:lnTo>
                  <a:lnTo>
                    <a:pt x="73905" y="311539"/>
                  </a:lnTo>
                  <a:lnTo>
                    <a:pt x="74750" y="376274"/>
                  </a:lnTo>
                  <a:lnTo>
                    <a:pt x="75595" y="355781"/>
                  </a:lnTo>
                  <a:lnTo>
                    <a:pt x="76440" y="348424"/>
                  </a:lnTo>
                  <a:lnTo>
                    <a:pt x="77285" y="348424"/>
                  </a:lnTo>
                  <a:lnTo>
                    <a:pt x="78130" y="348424"/>
                  </a:lnTo>
                  <a:lnTo>
                    <a:pt x="78975" y="348424"/>
                  </a:lnTo>
                  <a:lnTo>
                    <a:pt x="79820" y="348424"/>
                  </a:lnTo>
                  <a:lnTo>
                    <a:pt x="80665" y="348424"/>
                  </a:lnTo>
                  <a:lnTo>
                    <a:pt x="81510" y="348424"/>
                  </a:lnTo>
                  <a:lnTo>
                    <a:pt x="82356" y="348424"/>
                  </a:lnTo>
                  <a:lnTo>
                    <a:pt x="83201" y="348424"/>
                  </a:lnTo>
                  <a:lnTo>
                    <a:pt x="84046" y="348424"/>
                  </a:lnTo>
                  <a:lnTo>
                    <a:pt x="84891" y="348424"/>
                  </a:lnTo>
                  <a:lnTo>
                    <a:pt x="85736" y="348324"/>
                  </a:lnTo>
                  <a:lnTo>
                    <a:pt x="86581" y="329852"/>
                  </a:lnTo>
                  <a:lnTo>
                    <a:pt x="87426" y="289293"/>
                  </a:lnTo>
                  <a:lnTo>
                    <a:pt x="88271" y="220202"/>
                  </a:lnTo>
                  <a:lnTo>
                    <a:pt x="89116" y="132303"/>
                  </a:lnTo>
                  <a:lnTo>
                    <a:pt x="89961" y="102917"/>
                  </a:lnTo>
                  <a:lnTo>
                    <a:pt x="90806" y="102244"/>
                  </a:lnTo>
                  <a:lnTo>
                    <a:pt x="91652" y="86294"/>
                  </a:lnTo>
                  <a:lnTo>
                    <a:pt x="92497" y="88323"/>
                  </a:lnTo>
                  <a:lnTo>
                    <a:pt x="93342" y="139921"/>
                  </a:lnTo>
                  <a:lnTo>
                    <a:pt x="94187" y="237325"/>
                  </a:lnTo>
                  <a:lnTo>
                    <a:pt x="95032" y="254267"/>
                  </a:lnTo>
                  <a:lnTo>
                    <a:pt x="95877" y="234268"/>
                  </a:lnTo>
                  <a:lnTo>
                    <a:pt x="96722" y="268346"/>
                  </a:lnTo>
                  <a:lnTo>
                    <a:pt x="97567" y="306876"/>
                  </a:lnTo>
                  <a:lnTo>
                    <a:pt x="98412" y="324368"/>
                  </a:lnTo>
                  <a:lnTo>
                    <a:pt x="99257" y="314864"/>
                  </a:lnTo>
                  <a:lnTo>
                    <a:pt x="100102" y="327309"/>
                  </a:lnTo>
                  <a:lnTo>
                    <a:pt x="100948" y="348081"/>
                  </a:lnTo>
                  <a:lnTo>
                    <a:pt x="101793" y="359875"/>
                  </a:lnTo>
                  <a:lnTo>
                    <a:pt x="102638" y="380030"/>
                  </a:lnTo>
                  <a:lnTo>
                    <a:pt x="103137" y="38195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4646578" y="1830420"/>
              <a:ext cx="121269" cy="342455"/>
            </a:xfrm>
            <a:custGeom>
              <a:avLst/>
              <a:pathLst>
                <a:path w="121269" h="342455">
                  <a:moveTo>
                    <a:pt x="0" y="342455"/>
                  </a:moveTo>
                  <a:lnTo>
                    <a:pt x="537" y="328971"/>
                  </a:lnTo>
                  <a:lnTo>
                    <a:pt x="1382" y="279751"/>
                  </a:lnTo>
                  <a:lnTo>
                    <a:pt x="2227" y="216766"/>
                  </a:lnTo>
                  <a:lnTo>
                    <a:pt x="3072" y="174521"/>
                  </a:lnTo>
                  <a:lnTo>
                    <a:pt x="3917" y="150249"/>
                  </a:lnTo>
                  <a:lnTo>
                    <a:pt x="4762" y="123883"/>
                  </a:lnTo>
                  <a:lnTo>
                    <a:pt x="5608" y="124876"/>
                  </a:lnTo>
                  <a:lnTo>
                    <a:pt x="6453" y="168976"/>
                  </a:lnTo>
                  <a:lnTo>
                    <a:pt x="7298" y="187722"/>
                  </a:lnTo>
                  <a:lnTo>
                    <a:pt x="8143" y="145223"/>
                  </a:lnTo>
                  <a:lnTo>
                    <a:pt x="8988" y="93354"/>
                  </a:lnTo>
                  <a:lnTo>
                    <a:pt x="9833" y="96742"/>
                  </a:lnTo>
                  <a:lnTo>
                    <a:pt x="10678" y="95778"/>
                  </a:lnTo>
                  <a:lnTo>
                    <a:pt x="11523" y="25311"/>
                  </a:lnTo>
                  <a:lnTo>
                    <a:pt x="12368" y="0"/>
                  </a:lnTo>
                  <a:lnTo>
                    <a:pt x="13213" y="40236"/>
                  </a:lnTo>
                  <a:lnTo>
                    <a:pt x="14058" y="101029"/>
                  </a:lnTo>
                  <a:lnTo>
                    <a:pt x="14904" y="119507"/>
                  </a:lnTo>
                  <a:lnTo>
                    <a:pt x="15749" y="120921"/>
                  </a:lnTo>
                  <a:lnTo>
                    <a:pt x="16594" y="147627"/>
                  </a:lnTo>
                  <a:lnTo>
                    <a:pt x="17439" y="138212"/>
                  </a:lnTo>
                  <a:lnTo>
                    <a:pt x="18284" y="133949"/>
                  </a:lnTo>
                  <a:lnTo>
                    <a:pt x="19129" y="142622"/>
                  </a:lnTo>
                  <a:lnTo>
                    <a:pt x="19974" y="163116"/>
                  </a:lnTo>
                  <a:lnTo>
                    <a:pt x="20819" y="188897"/>
                  </a:lnTo>
                  <a:lnTo>
                    <a:pt x="21664" y="217439"/>
                  </a:lnTo>
                  <a:lnTo>
                    <a:pt x="22509" y="245415"/>
                  </a:lnTo>
                  <a:lnTo>
                    <a:pt x="23354" y="289980"/>
                  </a:lnTo>
                  <a:lnTo>
                    <a:pt x="24200" y="317081"/>
                  </a:lnTo>
                  <a:lnTo>
                    <a:pt x="25045" y="298193"/>
                  </a:lnTo>
                  <a:lnTo>
                    <a:pt x="25890" y="288911"/>
                  </a:lnTo>
                  <a:lnTo>
                    <a:pt x="26735" y="303943"/>
                  </a:lnTo>
                  <a:lnTo>
                    <a:pt x="27580" y="327568"/>
                  </a:lnTo>
                  <a:lnTo>
                    <a:pt x="28425" y="297168"/>
                  </a:lnTo>
                  <a:lnTo>
                    <a:pt x="29270" y="224474"/>
                  </a:lnTo>
                  <a:lnTo>
                    <a:pt x="30115" y="189232"/>
                  </a:lnTo>
                  <a:lnTo>
                    <a:pt x="30960" y="147704"/>
                  </a:lnTo>
                  <a:lnTo>
                    <a:pt x="31805" y="111441"/>
                  </a:lnTo>
                  <a:lnTo>
                    <a:pt x="32650" y="86911"/>
                  </a:lnTo>
                  <a:lnTo>
                    <a:pt x="33496" y="103632"/>
                  </a:lnTo>
                  <a:lnTo>
                    <a:pt x="34341" y="155899"/>
                  </a:lnTo>
                  <a:lnTo>
                    <a:pt x="35186" y="170800"/>
                  </a:lnTo>
                  <a:lnTo>
                    <a:pt x="36031" y="179119"/>
                  </a:lnTo>
                  <a:lnTo>
                    <a:pt x="36876" y="215382"/>
                  </a:lnTo>
                  <a:lnTo>
                    <a:pt x="37721" y="232922"/>
                  </a:lnTo>
                  <a:lnTo>
                    <a:pt x="38566" y="208646"/>
                  </a:lnTo>
                  <a:lnTo>
                    <a:pt x="39411" y="204782"/>
                  </a:lnTo>
                  <a:lnTo>
                    <a:pt x="40256" y="223517"/>
                  </a:lnTo>
                  <a:lnTo>
                    <a:pt x="41101" y="267504"/>
                  </a:lnTo>
                  <a:lnTo>
                    <a:pt x="41946" y="287661"/>
                  </a:lnTo>
                  <a:lnTo>
                    <a:pt x="42792" y="304773"/>
                  </a:lnTo>
                  <a:lnTo>
                    <a:pt x="43637" y="311631"/>
                  </a:lnTo>
                  <a:lnTo>
                    <a:pt x="44482" y="293233"/>
                  </a:lnTo>
                  <a:lnTo>
                    <a:pt x="45327" y="293233"/>
                  </a:lnTo>
                  <a:lnTo>
                    <a:pt x="46172" y="282456"/>
                  </a:lnTo>
                  <a:lnTo>
                    <a:pt x="47017" y="262299"/>
                  </a:lnTo>
                  <a:lnTo>
                    <a:pt x="47862" y="259049"/>
                  </a:lnTo>
                  <a:lnTo>
                    <a:pt x="48707" y="286662"/>
                  </a:lnTo>
                  <a:lnTo>
                    <a:pt x="49552" y="308925"/>
                  </a:lnTo>
                  <a:lnTo>
                    <a:pt x="50397" y="308925"/>
                  </a:lnTo>
                  <a:lnTo>
                    <a:pt x="51242" y="308925"/>
                  </a:lnTo>
                  <a:lnTo>
                    <a:pt x="52088" y="308925"/>
                  </a:lnTo>
                  <a:lnTo>
                    <a:pt x="52933" y="308925"/>
                  </a:lnTo>
                  <a:lnTo>
                    <a:pt x="53778" y="308925"/>
                  </a:lnTo>
                  <a:lnTo>
                    <a:pt x="54623" y="308925"/>
                  </a:lnTo>
                  <a:lnTo>
                    <a:pt x="55468" y="308925"/>
                  </a:lnTo>
                  <a:lnTo>
                    <a:pt x="56313" y="308925"/>
                  </a:lnTo>
                  <a:lnTo>
                    <a:pt x="57158" y="308925"/>
                  </a:lnTo>
                  <a:lnTo>
                    <a:pt x="58003" y="308925"/>
                  </a:lnTo>
                  <a:lnTo>
                    <a:pt x="58848" y="308925"/>
                  </a:lnTo>
                  <a:lnTo>
                    <a:pt x="59693" y="308925"/>
                  </a:lnTo>
                  <a:lnTo>
                    <a:pt x="60538" y="308925"/>
                  </a:lnTo>
                  <a:lnTo>
                    <a:pt x="61384" y="308925"/>
                  </a:lnTo>
                  <a:lnTo>
                    <a:pt x="62229" y="308925"/>
                  </a:lnTo>
                  <a:lnTo>
                    <a:pt x="63074" y="308925"/>
                  </a:lnTo>
                  <a:lnTo>
                    <a:pt x="63919" y="308925"/>
                  </a:lnTo>
                  <a:lnTo>
                    <a:pt x="64764" y="308925"/>
                  </a:lnTo>
                  <a:lnTo>
                    <a:pt x="65609" y="308925"/>
                  </a:lnTo>
                  <a:lnTo>
                    <a:pt x="66454" y="308925"/>
                  </a:lnTo>
                  <a:lnTo>
                    <a:pt x="67299" y="308925"/>
                  </a:lnTo>
                  <a:lnTo>
                    <a:pt x="68144" y="308925"/>
                  </a:lnTo>
                  <a:lnTo>
                    <a:pt x="68989" y="313830"/>
                  </a:lnTo>
                  <a:lnTo>
                    <a:pt x="69835" y="300269"/>
                  </a:lnTo>
                  <a:lnTo>
                    <a:pt x="70680" y="283518"/>
                  </a:lnTo>
                  <a:lnTo>
                    <a:pt x="71525" y="257391"/>
                  </a:lnTo>
                  <a:lnTo>
                    <a:pt x="72370" y="248230"/>
                  </a:lnTo>
                  <a:lnTo>
                    <a:pt x="73215" y="204557"/>
                  </a:lnTo>
                  <a:lnTo>
                    <a:pt x="74060" y="175361"/>
                  </a:lnTo>
                  <a:lnTo>
                    <a:pt x="74905" y="161308"/>
                  </a:lnTo>
                  <a:lnTo>
                    <a:pt x="75750" y="158503"/>
                  </a:lnTo>
                  <a:lnTo>
                    <a:pt x="76595" y="184631"/>
                  </a:lnTo>
                  <a:lnTo>
                    <a:pt x="77440" y="193792"/>
                  </a:lnTo>
                  <a:lnTo>
                    <a:pt x="78285" y="237468"/>
                  </a:lnTo>
                  <a:lnTo>
                    <a:pt x="79131" y="261757"/>
                  </a:lnTo>
                  <a:lnTo>
                    <a:pt x="79976" y="289370"/>
                  </a:lnTo>
                  <a:lnTo>
                    <a:pt x="80821" y="308925"/>
                  </a:lnTo>
                  <a:lnTo>
                    <a:pt x="81666" y="288515"/>
                  </a:lnTo>
                  <a:lnTo>
                    <a:pt x="82511" y="258844"/>
                  </a:lnTo>
                  <a:lnTo>
                    <a:pt x="83356" y="228974"/>
                  </a:lnTo>
                  <a:lnTo>
                    <a:pt x="84201" y="200482"/>
                  </a:lnTo>
                  <a:lnTo>
                    <a:pt x="85046" y="175414"/>
                  </a:lnTo>
                  <a:lnTo>
                    <a:pt x="85891" y="137006"/>
                  </a:lnTo>
                  <a:lnTo>
                    <a:pt x="86736" y="117957"/>
                  </a:lnTo>
                  <a:lnTo>
                    <a:pt x="87581" y="117703"/>
                  </a:lnTo>
                  <a:lnTo>
                    <a:pt x="88427" y="132400"/>
                  </a:lnTo>
                  <a:lnTo>
                    <a:pt x="89272" y="148135"/>
                  </a:lnTo>
                  <a:lnTo>
                    <a:pt x="90117" y="173203"/>
                  </a:lnTo>
                  <a:lnTo>
                    <a:pt x="90962" y="211613"/>
                  </a:lnTo>
                  <a:lnTo>
                    <a:pt x="91807" y="256314"/>
                  </a:lnTo>
                  <a:lnTo>
                    <a:pt x="92652" y="300797"/>
                  </a:lnTo>
                  <a:lnTo>
                    <a:pt x="93497" y="313725"/>
                  </a:lnTo>
                  <a:lnTo>
                    <a:pt x="94342" y="308428"/>
                  </a:lnTo>
                  <a:lnTo>
                    <a:pt x="95187" y="273217"/>
                  </a:lnTo>
                  <a:lnTo>
                    <a:pt x="96032" y="272259"/>
                  </a:lnTo>
                  <a:lnTo>
                    <a:pt x="96877" y="267015"/>
                  </a:lnTo>
                  <a:lnTo>
                    <a:pt x="97723" y="248467"/>
                  </a:lnTo>
                  <a:lnTo>
                    <a:pt x="98568" y="223818"/>
                  </a:lnTo>
                  <a:lnTo>
                    <a:pt x="99413" y="207778"/>
                  </a:lnTo>
                  <a:lnTo>
                    <a:pt x="100258" y="211632"/>
                  </a:lnTo>
                  <a:lnTo>
                    <a:pt x="101103" y="203703"/>
                  </a:lnTo>
                  <a:lnTo>
                    <a:pt x="101948" y="203704"/>
                  </a:lnTo>
                  <a:lnTo>
                    <a:pt x="102793" y="207694"/>
                  </a:lnTo>
                  <a:lnTo>
                    <a:pt x="103638" y="234586"/>
                  </a:lnTo>
                  <a:lnTo>
                    <a:pt x="104483" y="268680"/>
                  </a:lnTo>
                  <a:lnTo>
                    <a:pt x="105328" y="281141"/>
                  </a:lnTo>
                  <a:lnTo>
                    <a:pt x="106173" y="263531"/>
                  </a:lnTo>
                  <a:lnTo>
                    <a:pt x="107019" y="237527"/>
                  </a:lnTo>
                  <a:lnTo>
                    <a:pt x="107864" y="201756"/>
                  </a:lnTo>
                  <a:lnTo>
                    <a:pt x="108709" y="191782"/>
                  </a:lnTo>
                  <a:lnTo>
                    <a:pt x="109554" y="191783"/>
                  </a:lnTo>
                  <a:lnTo>
                    <a:pt x="110399" y="210677"/>
                  </a:lnTo>
                  <a:lnTo>
                    <a:pt x="111244" y="240494"/>
                  </a:lnTo>
                  <a:lnTo>
                    <a:pt x="112089" y="286990"/>
                  </a:lnTo>
                  <a:lnTo>
                    <a:pt x="112934" y="332226"/>
                  </a:lnTo>
                  <a:lnTo>
                    <a:pt x="113779" y="342199"/>
                  </a:lnTo>
                  <a:lnTo>
                    <a:pt x="114624" y="342201"/>
                  </a:lnTo>
                  <a:lnTo>
                    <a:pt x="115469" y="342201"/>
                  </a:lnTo>
                  <a:lnTo>
                    <a:pt x="116315" y="331404"/>
                  </a:lnTo>
                  <a:lnTo>
                    <a:pt x="117160" y="307536"/>
                  </a:lnTo>
                  <a:lnTo>
                    <a:pt x="118005" y="317683"/>
                  </a:lnTo>
                  <a:lnTo>
                    <a:pt x="118850" y="329424"/>
                  </a:lnTo>
                  <a:lnTo>
                    <a:pt x="119695" y="336003"/>
                  </a:lnTo>
                  <a:lnTo>
                    <a:pt x="120540" y="336004"/>
                  </a:lnTo>
                  <a:lnTo>
                    <a:pt x="121269" y="3424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775135" y="1950218"/>
              <a:ext cx="58499" cy="222657"/>
            </a:xfrm>
            <a:custGeom>
              <a:avLst/>
              <a:pathLst>
                <a:path w="58499" h="222657">
                  <a:moveTo>
                    <a:pt x="0" y="222657"/>
                  </a:moveTo>
                  <a:lnTo>
                    <a:pt x="434" y="215017"/>
                  </a:lnTo>
                  <a:lnTo>
                    <a:pt x="1279" y="187320"/>
                  </a:lnTo>
                  <a:lnTo>
                    <a:pt x="2124" y="166054"/>
                  </a:lnTo>
                  <a:lnTo>
                    <a:pt x="2969" y="138818"/>
                  </a:lnTo>
                  <a:lnTo>
                    <a:pt x="3814" y="120690"/>
                  </a:lnTo>
                  <a:lnTo>
                    <a:pt x="4659" y="120691"/>
                  </a:lnTo>
                  <a:lnTo>
                    <a:pt x="5504" y="119605"/>
                  </a:lnTo>
                  <a:lnTo>
                    <a:pt x="6350" y="113136"/>
                  </a:lnTo>
                  <a:lnTo>
                    <a:pt x="7195" y="125561"/>
                  </a:lnTo>
                  <a:lnTo>
                    <a:pt x="8040" y="150348"/>
                  </a:lnTo>
                  <a:lnTo>
                    <a:pt x="8885" y="172745"/>
                  </a:lnTo>
                  <a:lnTo>
                    <a:pt x="9730" y="174291"/>
                  </a:lnTo>
                  <a:lnTo>
                    <a:pt x="10575" y="187045"/>
                  </a:lnTo>
                  <a:lnTo>
                    <a:pt x="11420" y="217535"/>
                  </a:lnTo>
                  <a:lnTo>
                    <a:pt x="12265" y="188704"/>
                  </a:lnTo>
                  <a:lnTo>
                    <a:pt x="13110" y="157649"/>
                  </a:lnTo>
                  <a:lnTo>
                    <a:pt x="13955" y="138502"/>
                  </a:lnTo>
                  <a:lnTo>
                    <a:pt x="14800" y="128608"/>
                  </a:lnTo>
                  <a:lnTo>
                    <a:pt x="15646" y="114317"/>
                  </a:lnTo>
                  <a:lnTo>
                    <a:pt x="16491" y="121880"/>
                  </a:lnTo>
                  <a:lnTo>
                    <a:pt x="17336" y="156352"/>
                  </a:lnTo>
                  <a:lnTo>
                    <a:pt x="18181" y="170373"/>
                  </a:lnTo>
                  <a:lnTo>
                    <a:pt x="19026" y="170373"/>
                  </a:lnTo>
                  <a:lnTo>
                    <a:pt x="19871" y="178721"/>
                  </a:lnTo>
                  <a:lnTo>
                    <a:pt x="20716" y="193013"/>
                  </a:lnTo>
                  <a:lnTo>
                    <a:pt x="21561" y="186887"/>
                  </a:lnTo>
                  <a:lnTo>
                    <a:pt x="22406" y="125238"/>
                  </a:lnTo>
                  <a:lnTo>
                    <a:pt x="23251" y="67748"/>
                  </a:lnTo>
                  <a:lnTo>
                    <a:pt x="24096" y="48211"/>
                  </a:lnTo>
                  <a:lnTo>
                    <a:pt x="24942" y="25454"/>
                  </a:lnTo>
                  <a:lnTo>
                    <a:pt x="25787" y="0"/>
                  </a:lnTo>
                  <a:lnTo>
                    <a:pt x="26632" y="6111"/>
                  </a:lnTo>
                  <a:lnTo>
                    <a:pt x="27477" y="102593"/>
                  </a:lnTo>
                  <a:lnTo>
                    <a:pt x="28322" y="171943"/>
                  </a:lnTo>
                  <a:lnTo>
                    <a:pt x="29167" y="191478"/>
                  </a:lnTo>
                  <a:lnTo>
                    <a:pt x="30012" y="207019"/>
                  </a:lnTo>
                  <a:lnTo>
                    <a:pt x="30857" y="211666"/>
                  </a:lnTo>
                  <a:lnTo>
                    <a:pt x="31702" y="208132"/>
                  </a:lnTo>
                  <a:lnTo>
                    <a:pt x="32547" y="191709"/>
                  </a:lnTo>
                  <a:lnTo>
                    <a:pt x="33392" y="198197"/>
                  </a:lnTo>
                  <a:lnTo>
                    <a:pt x="34238" y="204051"/>
                  </a:lnTo>
                  <a:lnTo>
                    <a:pt x="35083" y="176796"/>
                  </a:lnTo>
                  <a:lnTo>
                    <a:pt x="35928" y="189069"/>
                  </a:lnTo>
                  <a:lnTo>
                    <a:pt x="36773" y="188732"/>
                  </a:lnTo>
                  <a:lnTo>
                    <a:pt x="37618" y="170320"/>
                  </a:lnTo>
                  <a:lnTo>
                    <a:pt x="38463" y="151973"/>
                  </a:lnTo>
                  <a:lnTo>
                    <a:pt x="39308" y="146118"/>
                  </a:lnTo>
                  <a:lnTo>
                    <a:pt x="40153" y="180589"/>
                  </a:lnTo>
                  <a:lnTo>
                    <a:pt x="40998" y="189127"/>
                  </a:lnTo>
                  <a:lnTo>
                    <a:pt x="41843" y="196828"/>
                  </a:lnTo>
                  <a:lnTo>
                    <a:pt x="42688" y="191383"/>
                  </a:lnTo>
                  <a:lnTo>
                    <a:pt x="43534" y="171408"/>
                  </a:lnTo>
                  <a:lnTo>
                    <a:pt x="44379" y="170267"/>
                  </a:lnTo>
                  <a:lnTo>
                    <a:pt x="45224" y="170267"/>
                  </a:lnTo>
                  <a:lnTo>
                    <a:pt x="46069" y="170268"/>
                  </a:lnTo>
                  <a:lnTo>
                    <a:pt x="46914" y="162566"/>
                  </a:lnTo>
                  <a:lnTo>
                    <a:pt x="47759" y="168010"/>
                  </a:lnTo>
                  <a:lnTo>
                    <a:pt x="48604" y="182449"/>
                  </a:lnTo>
                  <a:lnTo>
                    <a:pt x="49449" y="156158"/>
                  </a:lnTo>
                  <a:lnTo>
                    <a:pt x="50294" y="178585"/>
                  </a:lnTo>
                  <a:lnTo>
                    <a:pt x="51139" y="194306"/>
                  </a:lnTo>
                  <a:lnTo>
                    <a:pt x="51985" y="211846"/>
                  </a:lnTo>
                  <a:lnTo>
                    <a:pt x="52830" y="201334"/>
                  </a:lnTo>
                  <a:lnTo>
                    <a:pt x="53675" y="148686"/>
                  </a:lnTo>
                  <a:lnTo>
                    <a:pt x="54520" y="166883"/>
                  </a:lnTo>
                  <a:lnTo>
                    <a:pt x="55365" y="144456"/>
                  </a:lnTo>
                  <a:lnTo>
                    <a:pt x="56210" y="128736"/>
                  </a:lnTo>
                  <a:lnTo>
                    <a:pt x="57055" y="111196"/>
                  </a:lnTo>
                  <a:lnTo>
                    <a:pt x="57900" y="148203"/>
                  </a:lnTo>
                  <a:lnTo>
                    <a:pt x="58499" y="22265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4835167" y="1862008"/>
              <a:ext cx="42126" cy="310867"/>
            </a:xfrm>
            <a:custGeom>
              <a:avLst/>
              <a:pathLst>
                <a:path w="42126" h="310867">
                  <a:moveTo>
                    <a:pt x="0" y="310867"/>
                  </a:moveTo>
                  <a:lnTo>
                    <a:pt x="403" y="285155"/>
                  </a:lnTo>
                  <a:lnTo>
                    <a:pt x="1248" y="268167"/>
                  </a:lnTo>
                  <a:lnTo>
                    <a:pt x="2094" y="233696"/>
                  </a:lnTo>
                  <a:lnTo>
                    <a:pt x="2939" y="160330"/>
                  </a:lnTo>
                  <a:lnTo>
                    <a:pt x="3784" y="72642"/>
                  </a:lnTo>
                  <a:lnTo>
                    <a:pt x="4629" y="55900"/>
                  </a:lnTo>
                  <a:lnTo>
                    <a:pt x="5474" y="88835"/>
                  </a:lnTo>
                  <a:lnTo>
                    <a:pt x="6319" y="72126"/>
                  </a:lnTo>
                  <a:lnTo>
                    <a:pt x="7164" y="117776"/>
                  </a:lnTo>
                  <a:lnTo>
                    <a:pt x="8009" y="160562"/>
                  </a:lnTo>
                  <a:lnTo>
                    <a:pt x="8854" y="184593"/>
                  </a:lnTo>
                  <a:lnTo>
                    <a:pt x="9699" y="202901"/>
                  </a:lnTo>
                  <a:lnTo>
                    <a:pt x="10544" y="215618"/>
                  </a:lnTo>
                  <a:lnTo>
                    <a:pt x="11390" y="218094"/>
                  </a:lnTo>
                  <a:lnTo>
                    <a:pt x="12235" y="194245"/>
                  </a:lnTo>
                  <a:lnTo>
                    <a:pt x="13080" y="191985"/>
                  </a:lnTo>
                  <a:lnTo>
                    <a:pt x="13925" y="161324"/>
                  </a:lnTo>
                  <a:lnTo>
                    <a:pt x="14770" y="145011"/>
                  </a:lnTo>
                  <a:lnTo>
                    <a:pt x="15615" y="134691"/>
                  </a:lnTo>
                  <a:lnTo>
                    <a:pt x="16460" y="162480"/>
                  </a:lnTo>
                  <a:lnTo>
                    <a:pt x="17305" y="139504"/>
                  </a:lnTo>
                  <a:lnTo>
                    <a:pt x="18150" y="84986"/>
                  </a:lnTo>
                  <a:lnTo>
                    <a:pt x="18995" y="96368"/>
                  </a:lnTo>
                  <a:lnTo>
                    <a:pt x="19840" y="78467"/>
                  </a:lnTo>
                  <a:lnTo>
                    <a:pt x="20686" y="34446"/>
                  </a:lnTo>
                  <a:lnTo>
                    <a:pt x="21531" y="0"/>
                  </a:lnTo>
                  <a:lnTo>
                    <a:pt x="22376" y="41208"/>
                  </a:lnTo>
                  <a:lnTo>
                    <a:pt x="23221" y="128975"/>
                  </a:lnTo>
                  <a:lnTo>
                    <a:pt x="24066" y="181890"/>
                  </a:lnTo>
                  <a:lnTo>
                    <a:pt x="24911" y="199170"/>
                  </a:lnTo>
                  <a:lnTo>
                    <a:pt x="25756" y="236747"/>
                  </a:lnTo>
                  <a:lnTo>
                    <a:pt x="26601" y="267106"/>
                  </a:lnTo>
                  <a:lnTo>
                    <a:pt x="27446" y="260472"/>
                  </a:lnTo>
                  <a:lnTo>
                    <a:pt x="28291" y="242573"/>
                  </a:lnTo>
                  <a:lnTo>
                    <a:pt x="29136" y="211996"/>
                  </a:lnTo>
                  <a:lnTo>
                    <a:pt x="29982" y="208573"/>
                  </a:lnTo>
                  <a:lnTo>
                    <a:pt x="30827" y="223673"/>
                  </a:lnTo>
                  <a:lnTo>
                    <a:pt x="31672" y="233396"/>
                  </a:lnTo>
                  <a:lnTo>
                    <a:pt x="32517" y="186125"/>
                  </a:lnTo>
                  <a:lnTo>
                    <a:pt x="33362" y="146428"/>
                  </a:lnTo>
                  <a:lnTo>
                    <a:pt x="34207" y="174356"/>
                  </a:lnTo>
                  <a:lnTo>
                    <a:pt x="35052" y="169118"/>
                  </a:lnTo>
                  <a:lnTo>
                    <a:pt x="35897" y="130310"/>
                  </a:lnTo>
                  <a:lnTo>
                    <a:pt x="36742" y="95601"/>
                  </a:lnTo>
                  <a:lnTo>
                    <a:pt x="37587" y="121901"/>
                  </a:lnTo>
                  <a:lnTo>
                    <a:pt x="38432" y="152591"/>
                  </a:lnTo>
                  <a:lnTo>
                    <a:pt x="39278" y="126952"/>
                  </a:lnTo>
                  <a:lnTo>
                    <a:pt x="40123" y="131554"/>
                  </a:lnTo>
                  <a:lnTo>
                    <a:pt x="40968" y="180269"/>
                  </a:lnTo>
                  <a:lnTo>
                    <a:pt x="41813" y="283006"/>
                  </a:lnTo>
                  <a:lnTo>
                    <a:pt x="42126" y="31086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881678" y="1937817"/>
              <a:ext cx="13202" cy="235058"/>
            </a:xfrm>
            <a:custGeom>
              <a:avLst/>
              <a:pathLst>
                <a:path w="13202" h="235058">
                  <a:moveTo>
                    <a:pt x="0" y="235058"/>
                  </a:moveTo>
                  <a:lnTo>
                    <a:pt x="373" y="203927"/>
                  </a:lnTo>
                  <a:lnTo>
                    <a:pt x="1218" y="150810"/>
                  </a:lnTo>
                  <a:lnTo>
                    <a:pt x="2063" y="114634"/>
                  </a:lnTo>
                  <a:lnTo>
                    <a:pt x="2908" y="69532"/>
                  </a:lnTo>
                  <a:lnTo>
                    <a:pt x="3753" y="83578"/>
                  </a:lnTo>
                  <a:lnTo>
                    <a:pt x="4599" y="103819"/>
                  </a:lnTo>
                  <a:lnTo>
                    <a:pt x="5444" y="103819"/>
                  </a:lnTo>
                  <a:lnTo>
                    <a:pt x="6289" y="37635"/>
                  </a:lnTo>
                  <a:lnTo>
                    <a:pt x="7134" y="0"/>
                  </a:lnTo>
                  <a:lnTo>
                    <a:pt x="7979" y="36992"/>
                  </a:lnTo>
                  <a:lnTo>
                    <a:pt x="8824" y="32576"/>
                  </a:lnTo>
                  <a:lnTo>
                    <a:pt x="9669" y="32811"/>
                  </a:lnTo>
                  <a:lnTo>
                    <a:pt x="10514" y="44685"/>
                  </a:lnTo>
                  <a:lnTo>
                    <a:pt x="11359" y="128672"/>
                  </a:lnTo>
                  <a:lnTo>
                    <a:pt x="12204" y="209134"/>
                  </a:lnTo>
                  <a:lnTo>
                    <a:pt x="13049" y="226006"/>
                  </a:lnTo>
                  <a:lnTo>
                    <a:pt x="13202" y="23505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4897905" y="2071394"/>
              <a:ext cx="5915" cy="101481"/>
            </a:xfrm>
            <a:custGeom>
              <a:avLst/>
              <a:pathLst>
                <a:path w="5915" h="101481">
                  <a:moveTo>
                    <a:pt x="0" y="101481"/>
                  </a:moveTo>
                  <a:lnTo>
                    <a:pt x="202" y="88942"/>
                  </a:lnTo>
                  <a:lnTo>
                    <a:pt x="1047" y="58299"/>
                  </a:lnTo>
                  <a:lnTo>
                    <a:pt x="1892" y="51972"/>
                  </a:lnTo>
                  <a:lnTo>
                    <a:pt x="2737" y="21901"/>
                  </a:lnTo>
                  <a:lnTo>
                    <a:pt x="3583" y="0"/>
                  </a:lnTo>
                  <a:lnTo>
                    <a:pt x="4428" y="10619"/>
                  </a:lnTo>
                  <a:lnTo>
                    <a:pt x="5273" y="52387"/>
                  </a:lnTo>
                  <a:lnTo>
                    <a:pt x="5915" y="10148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4908785" y="2043074"/>
              <a:ext cx="8978" cy="129801"/>
            </a:xfrm>
            <a:custGeom>
              <a:avLst/>
              <a:pathLst>
                <a:path w="8978" h="129801">
                  <a:moveTo>
                    <a:pt x="0" y="129801"/>
                  </a:moveTo>
                  <a:lnTo>
                    <a:pt x="309" y="105091"/>
                  </a:lnTo>
                  <a:lnTo>
                    <a:pt x="1154" y="77276"/>
                  </a:lnTo>
                  <a:lnTo>
                    <a:pt x="1999" y="77276"/>
                  </a:lnTo>
                  <a:lnTo>
                    <a:pt x="2844" y="45550"/>
                  </a:lnTo>
                  <a:lnTo>
                    <a:pt x="3689" y="0"/>
                  </a:lnTo>
                  <a:lnTo>
                    <a:pt x="4534" y="19171"/>
                  </a:lnTo>
                  <a:lnTo>
                    <a:pt x="5379" y="42794"/>
                  </a:lnTo>
                  <a:lnTo>
                    <a:pt x="6225" y="42794"/>
                  </a:lnTo>
                  <a:lnTo>
                    <a:pt x="7070" y="42795"/>
                  </a:lnTo>
                  <a:lnTo>
                    <a:pt x="7915" y="66379"/>
                  </a:lnTo>
                  <a:lnTo>
                    <a:pt x="8760" y="118521"/>
                  </a:lnTo>
                  <a:lnTo>
                    <a:pt x="8978" y="12980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4923466" y="1581636"/>
              <a:ext cx="27236" cy="591239"/>
            </a:xfrm>
            <a:custGeom>
              <a:avLst/>
              <a:pathLst>
                <a:path w="27236" h="591239">
                  <a:moveTo>
                    <a:pt x="0" y="591239"/>
                  </a:moveTo>
                  <a:lnTo>
                    <a:pt x="840" y="536971"/>
                  </a:lnTo>
                  <a:lnTo>
                    <a:pt x="1685" y="529175"/>
                  </a:lnTo>
                  <a:lnTo>
                    <a:pt x="2530" y="523940"/>
                  </a:lnTo>
                  <a:lnTo>
                    <a:pt x="3375" y="489280"/>
                  </a:lnTo>
                  <a:lnTo>
                    <a:pt x="4220" y="432717"/>
                  </a:lnTo>
                  <a:lnTo>
                    <a:pt x="5065" y="370164"/>
                  </a:lnTo>
                  <a:lnTo>
                    <a:pt x="5910" y="275611"/>
                  </a:lnTo>
                  <a:lnTo>
                    <a:pt x="6755" y="203107"/>
                  </a:lnTo>
                  <a:lnTo>
                    <a:pt x="7600" y="129981"/>
                  </a:lnTo>
                  <a:lnTo>
                    <a:pt x="8446" y="67247"/>
                  </a:lnTo>
                  <a:lnTo>
                    <a:pt x="9291" y="4956"/>
                  </a:lnTo>
                  <a:lnTo>
                    <a:pt x="10136" y="0"/>
                  </a:lnTo>
                  <a:lnTo>
                    <a:pt x="10981" y="30582"/>
                  </a:lnTo>
                  <a:lnTo>
                    <a:pt x="11826" y="53101"/>
                  </a:lnTo>
                  <a:lnTo>
                    <a:pt x="12671" y="116548"/>
                  </a:lnTo>
                  <a:lnTo>
                    <a:pt x="13516" y="149745"/>
                  </a:lnTo>
                  <a:lnTo>
                    <a:pt x="14361" y="219018"/>
                  </a:lnTo>
                  <a:lnTo>
                    <a:pt x="15206" y="307923"/>
                  </a:lnTo>
                  <a:lnTo>
                    <a:pt x="16051" y="372013"/>
                  </a:lnTo>
                  <a:lnTo>
                    <a:pt x="16896" y="392705"/>
                  </a:lnTo>
                  <a:lnTo>
                    <a:pt x="17742" y="392778"/>
                  </a:lnTo>
                  <a:lnTo>
                    <a:pt x="18587" y="413935"/>
                  </a:lnTo>
                  <a:lnTo>
                    <a:pt x="19432" y="410868"/>
                  </a:lnTo>
                  <a:lnTo>
                    <a:pt x="20277" y="373716"/>
                  </a:lnTo>
                  <a:lnTo>
                    <a:pt x="21122" y="363115"/>
                  </a:lnTo>
                  <a:lnTo>
                    <a:pt x="21967" y="316226"/>
                  </a:lnTo>
                  <a:lnTo>
                    <a:pt x="22812" y="280939"/>
                  </a:lnTo>
                  <a:lnTo>
                    <a:pt x="23657" y="303555"/>
                  </a:lnTo>
                  <a:lnTo>
                    <a:pt x="24502" y="355318"/>
                  </a:lnTo>
                  <a:lnTo>
                    <a:pt x="25347" y="414490"/>
                  </a:lnTo>
                  <a:lnTo>
                    <a:pt x="26193" y="474051"/>
                  </a:lnTo>
                  <a:lnTo>
                    <a:pt x="27038" y="574098"/>
                  </a:lnTo>
                  <a:lnTo>
                    <a:pt x="27236" y="59123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4956379" y="1901955"/>
              <a:ext cx="31229" cy="270920"/>
            </a:xfrm>
            <a:custGeom>
              <a:avLst/>
              <a:pathLst>
                <a:path w="31229" h="270920">
                  <a:moveTo>
                    <a:pt x="0" y="270920"/>
                  </a:moveTo>
                  <a:lnTo>
                    <a:pt x="40" y="269726"/>
                  </a:lnTo>
                  <a:lnTo>
                    <a:pt x="886" y="245078"/>
                  </a:lnTo>
                  <a:lnTo>
                    <a:pt x="1731" y="237389"/>
                  </a:lnTo>
                  <a:lnTo>
                    <a:pt x="2576" y="224814"/>
                  </a:lnTo>
                  <a:lnTo>
                    <a:pt x="3421" y="218840"/>
                  </a:lnTo>
                  <a:lnTo>
                    <a:pt x="4266" y="218840"/>
                  </a:lnTo>
                  <a:lnTo>
                    <a:pt x="5111" y="214753"/>
                  </a:lnTo>
                  <a:lnTo>
                    <a:pt x="5956" y="193308"/>
                  </a:lnTo>
                  <a:lnTo>
                    <a:pt x="6801" y="170340"/>
                  </a:lnTo>
                  <a:lnTo>
                    <a:pt x="7646" y="177079"/>
                  </a:lnTo>
                  <a:lnTo>
                    <a:pt x="8491" y="175199"/>
                  </a:lnTo>
                  <a:lnTo>
                    <a:pt x="9336" y="121161"/>
                  </a:lnTo>
                  <a:lnTo>
                    <a:pt x="10182" y="89614"/>
                  </a:lnTo>
                  <a:lnTo>
                    <a:pt x="11027" y="73435"/>
                  </a:lnTo>
                  <a:lnTo>
                    <a:pt x="11872" y="52033"/>
                  </a:lnTo>
                  <a:lnTo>
                    <a:pt x="12717" y="7968"/>
                  </a:lnTo>
                  <a:lnTo>
                    <a:pt x="13562" y="0"/>
                  </a:lnTo>
                  <a:lnTo>
                    <a:pt x="14407" y="54039"/>
                  </a:lnTo>
                  <a:lnTo>
                    <a:pt x="15252" y="89673"/>
                  </a:lnTo>
                  <a:lnTo>
                    <a:pt x="16097" y="127296"/>
                  </a:lnTo>
                  <a:lnTo>
                    <a:pt x="16942" y="171666"/>
                  </a:lnTo>
                  <a:lnTo>
                    <a:pt x="17787" y="203096"/>
                  </a:lnTo>
                  <a:lnTo>
                    <a:pt x="18633" y="193380"/>
                  </a:lnTo>
                  <a:lnTo>
                    <a:pt x="19478" y="183003"/>
                  </a:lnTo>
                  <a:lnTo>
                    <a:pt x="20323" y="173066"/>
                  </a:lnTo>
                  <a:lnTo>
                    <a:pt x="21168" y="149470"/>
                  </a:lnTo>
                  <a:lnTo>
                    <a:pt x="22013" y="151208"/>
                  </a:lnTo>
                  <a:lnTo>
                    <a:pt x="22858" y="111625"/>
                  </a:lnTo>
                  <a:lnTo>
                    <a:pt x="23703" y="82207"/>
                  </a:lnTo>
                  <a:lnTo>
                    <a:pt x="24548" y="82298"/>
                  </a:lnTo>
                  <a:lnTo>
                    <a:pt x="25393" y="92038"/>
                  </a:lnTo>
                  <a:lnTo>
                    <a:pt x="26238" y="102546"/>
                  </a:lnTo>
                  <a:lnTo>
                    <a:pt x="27083" y="93831"/>
                  </a:lnTo>
                  <a:lnTo>
                    <a:pt x="27929" y="165264"/>
                  </a:lnTo>
                  <a:lnTo>
                    <a:pt x="28774" y="240309"/>
                  </a:lnTo>
                  <a:lnTo>
                    <a:pt x="29619" y="247762"/>
                  </a:lnTo>
                  <a:lnTo>
                    <a:pt x="30464" y="250868"/>
                  </a:lnTo>
                  <a:lnTo>
                    <a:pt x="31229" y="27092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4989105" y="1837077"/>
              <a:ext cx="41590" cy="335798"/>
            </a:xfrm>
            <a:custGeom>
              <a:avLst/>
              <a:pathLst>
                <a:path w="41590" h="335798">
                  <a:moveTo>
                    <a:pt x="0" y="335798"/>
                  </a:moveTo>
                  <a:lnTo>
                    <a:pt x="272" y="331477"/>
                  </a:lnTo>
                  <a:lnTo>
                    <a:pt x="1118" y="311384"/>
                  </a:lnTo>
                  <a:lnTo>
                    <a:pt x="1963" y="314217"/>
                  </a:lnTo>
                  <a:lnTo>
                    <a:pt x="2808" y="311310"/>
                  </a:lnTo>
                  <a:lnTo>
                    <a:pt x="3653" y="302267"/>
                  </a:lnTo>
                  <a:lnTo>
                    <a:pt x="4498" y="265963"/>
                  </a:lnTo>
                  <a:lnTo>
                    <a:pt x="5343" y="201399"/>
                  </a:lnTo>
                  <a:lnTo>
                    <a:pt x="6188" y="179106"/>
                  </a:lnTo>
                  <a:lnTo>
                    <a:pt x="7033" y="135046"/>
                  </a:lnTo>
                  <a:lnTo>
                    <a:pt x="7878" y="93438"/>
                  </a:lnTo>
                  <a:lnTo>
                    <a:pt x="8723" y="65145"/>
                  </a:lnTo>
                  <a:lnTo>
                    <a:pt x="9568" y="68493"/>
                  </a:lnTo>
                  <a:lnTo>
                    <a:pt x="10414" y="120349"/>
                  </a:lnTo>
                  <a:lnTo>
                    <a:pt x="11259" y="112253"/>
                  </a:lnTo>
                  <a:lnTo>
                    <a:pt x="12104" y="93429"/>
                  </a:lnTo>
                  <a:lnTo>
                    <a:pt x="12949" y="90810"/>
                  </a:lnTo>
                  <a:lnTo>
                    <a:pt x="13794" y="75621"/>
                  </a:lnTo>
                  <a:lnTo>
                    <a:pt x="14639" y="35907"/>
                  </a:lnTo>
                  <a:lnTo>
                    <a:pt x="15484" y="0"/>
                  </a:lnTo>
                  <a:lnTo>
                    <a:pt x="16329" y="19339"/>
                  </a:lnTo>
                  <a:lnTo>
                    <a:pt x="17174" y="82225"/>
                  </a:lnTo>
                  <a:lnTo>
                    <a:pt x="18019" y="106655"/>
                  </a:lnTo>
                  <a:lnTo>
                    <a:pt x="18864" y="141611"/>
                  </a:lnTo>
                  <a:lnTo>
                    <a:pt x="19710" y="223687"/>
                  </a:lnTo>
                  <a:lnTo>
                    <a:pt x="20555" y="272303"/>
                  </a:lnTo>
                  <a:lnTo>
                    <a:pt x="21400" y="280775"/>
                  </a:lnTo>
                  <a:lnTo>
                    <a:pt x="22245" y="266733"/>
                  </a:lnTo>
                  <a:lnTo>
                    <a:pt x="23090" y="259127"/>
                  </a:lnTo>
                  <a:lnTo>
                    <a:pt x="23935" y="249515"/>
                  </a:lnTo>
                  <a:lnTo>
                    <a:pt x="24780" y="231374"/>
                  </a:lnTo>
                  <a:lnTo>
                    <a:pt x="25625" y="217955"/>
                  </a:lnTo>
                  <a:lnTo>
                    <a:pt x="26470" y="220237"/>
                  </a:lnTo>
                  <a:lnTo>
                    <a:pt x="27315" y="195003"/>
                  </a:lnTo>
                  <a:lnTo>
                    <a:pt x="28160" y="175728"/>
                  </a:lnTo>
                  <a:lnTo>
                    <a:pt x="29006" y="182282"/>
                  </a:lnTo>
                  <a:lnTo>
                    <a:pt x="29851" y="211173"/>
                  </a:lnTo>
                  <a:lnTo>
                    <a:pt x="30696" y="236487"/>
                  </a:lnTo>
                  <a:lnTo>
                    <a:pt x="31541" y="236783"/>
                  </a:lnTo>
                  <a:lnTo>
                    <a:pt x="32386" y="276062"/>
                  </a:lnTo>
                  <a:lnTo>
                    <a:pt x="33231" y="322737"/>
                  </a:lnTo>
                  <a:lnTo>
                    <a:pt x="34076" y="320709"/>
                  </a:lnTo>
                  <a:lnTo>
                    <a:pt x="34921" y="267705"/>
                  </a:lnTo>
                  <a:lnTo>
                    <a:pt x="35766" y="211661"/>
                  </a:lnTo>
                  <a:lnTo>
                    <a:pt x="36611" y="199983"/>
                  </a:lnTo>
                  <a:lnTo>
                    <a:pt x="37456" y="199983"/>
                  </a:lnTo>
                  <a:lnTo>
                    <a:pt x="38302" y="199984"/>
                  </a:lnTo>
                  <a:lnTo>
                    <a:pt x="39147" y="222602"/>
                  </a:lnTo>
                  <a:lnTo>
                    <a:pt x="39992" y="275942"/>
                  </a:lnTo>
                  <a:lnTo>
                    <a:pt x="40837" y="325393"/>
                  </a:lnTo>
                  <a:lnTo>
                    <a:pt x="41590" y="33579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032597" y="2096035"/>
              <a:ext cx="7317" cy="76840"/>
            </a:xfrm>
            <a:custGeom>
              <a:avLst/>
              <a:pathLst>
                <a:path w="7317" h="76840">
                  <a:moveTo>
                    <a:pt x="0" y="76840"/>
                  </a:moveTo>
                  <a:lnTo>
                    <a:pt x="725" y="69105"/>
                  </a:lnTo>
                  <a:lnTo>
                    <a:pt x="1570" y="37771"/>
                  </a:lnTo>
                  <a:lnTo>
                    <a:pt x="2415" y="0"/>
                  </a:lnTo>
                  <a:lnTo>
                    <a:pt x="3260" y="1348"/>
                  </a:lnTo>
                  <a:lnTo>
                    <a:pt x="4105" y="5134"/>
                  </a:lnTo>
                  <a:lnTo>
                    <a:pt x="4950" y="5000"/>
                  </a:lnTo>
                  <a:lnTo>
                    <a:pt x="5796" y="5001"/>
                  </a:lnTo>
                  <a:lnTo>
                    <a:pt x="6641" y="35160"/>
                  </a:lnTo>
                  <a:lnTo>
                    <a:pt x="7317" y="7684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040831" y="2171520"/>
              <a:ext cx="236" cy="1356"/>
            </a:xfrm>
            <a:custGeom>
              <a:avLst/>
              <a:pathLst>
                <a:path w="236" h="1356">
                  <a:moveTo>
                    <a:pt x="0" y="1356"/>
                  </a:moveTo>
                  <a:lnTo>
                    <a:pt x="97" y="0"/>
                  </a:lnTo>
                  <a:lnTo>
                    <a:pt x="236" y="13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042755" y="1781442"/>
              <a:ext cx="184914" cy="391433"/>
            </a:xfrm>
            <a:custGeom>
              <a:avLst/>
              <a:pathLst>
                <a:path w="184914" h="391433">
                  <a:moveTo>
                    <a:pt x="0" y="391433"/>
                  </a:moveTo>
                  <a:lnTo>
                    <a:pt x="709" y="361082"/>
                  </a:lnTo>
                  <a:lnTo>
                    <a:pt x="1554" y="333389"/>
                  </a:lnTo>
                  <a:lnTo>
                    <a:pt x="2399" y="301967"/>
                  </a:lnTo>
                  <a:lnTo>
                    <a:pt x="3244" y="261174"/>
                  </a:lnTo>
                  <a:lnTo>
                    <a:pt x="4089" y="228378"/>
                  </a:lnTo>
                  <a:lnTo>
                    <a:pt x="4934" y="211101"/>
                  </a:lnTo>
                  <a:lnTo>
                    <a:pt x="5779" y="228372"/>
                  </a:lnTo>
                  <a:lnTo>
                    <a:pt x="6624" y="223571"/>
                  </a:lnTo>
                  <a:lnTo>
                    <a:pt x="7470" y="198384"/>
                  </a:lnTo>
                  <a:lnTo>
                    <a:pt x="8315" y="177482"/>
                  </a:lnTo>
                  <a:lnTo>
                    <a:pt x="9160" y="137824"/>
                  </a:lnTo>
                  <a:lnTo>
                    <a:pt x="10005" y="144112"/>
                  </a:lnTo>
                  <a:lnTo>
                    <a:pt x="10850" y="148574"/>
                  </a:lnTo>
                  <a:lnTo>
                    <a:pt x="11695" y="131321"/>
                  </a:lnTo>
                  <a:lnTo>
                    <a:pt x="12540" y="130419"/>
                  </a:lnTo>
                  <a:lnTo>
                    <a:pt x="13385" y="172435"/>
                  </a:lnTo>
                  <a:lnTo>
                    <a:pt x="14230" y="198405"/>
                  </a:lnTo>
                  <a:lnTo>
                    <a:pt x="15075" y="187253"/>
                  </a:lnTo>
                  <a:lnTo>
                    <a:pt x="15920" y="148859"/>
                  </a:lnTo>
                  <a:lnTo>
                    <a:pt x="16766" y="148754"/>
                  </a:lnTo>
                  <a:lnTo>
                    <a:pt x="17611" y="186641"/>
                  </a:lnTo>
                  <a:lnTo>
                    <a:pt x="18456" y="197721"/>
                  </a:lnTo>
                  <a:lnTo>
                    <a:pt x="19301" y="167894"/>
                  </a:lnTo>
                  <a:lnTo>
                    <a:pt x="20146" y="120183"/>
                  </a:lnTo>
                  <a:lnTo>
                    <a:pt x="20991" y="124058"/>
                  </a:lnTo>
                  <a:lnTo>
                    <a:pt x="21836" y="130423"/>
                  </a:lnTo>
                  <a:lnTo>
                    <a:pt x="22681" y="130424"/>
                  </a:lnTo>
                  <a:lnTo>
                    <a:pt x="23526" y="149439"/>
                  </a:lnTo>
                  <a:lnTo>
                    <a:pt x="24371" y="213739"/>
                  </a:lnTo>
                  <a:lnTo>
                    <a:pt x="25216" y="284784"/>
                  </a:lnTo>
                  <a:lnTo>
                    <a:pt x="26062" y="333732"/>
                  </a:lnTo>
                  <a:lnTo>
                    <a:pt x="26907" y="357903"/>
                  </a:lnTo>
                  <a:lnTo>
                    <a:pt x="27752" y="357903"/>
                  </a:lnTo>
                  <a:lnTo>
                    <a:pt x="28597" y="357903"/>
                  </a:lnTo>
                  <a:lnTo>
                    <a:pt x="29442" y="357903"/>
                  </a:lnTo>
                  <a:lnTo>
                    <a:pt x="30287" y="357903"/>
                  </a:lnTo>
                  <a:lnTo>
                    <a:pt x="31132" y="357903"/>
                  </a:lnTo>
                  <a:lnTo>
                    <a:pt x="31977" y="357903"/>
                  </a:lnTo>
                  <a:lnTo>
                    <a:pt x="32822" y="357903"/>
                  </a:lnTo>
                  <a:lnTo>
                    <a:pt x="33667" y="357903"/>
                  </a:lnTo>
                  <a:lnTo>
                    <a:pt x="34512" y="357903"/>
                  </a:lnTo>
                  <a:lnTo>
                    <a:pt x="35358" y="357903"/>
                  </a:lnTo>
                  <a:lnTo>
                    <a:pt x="36203" y="357903"/>
                  </a:lnTo>
                  <a:lnTo>
                    <a:pt x="37048" y="357903"/>
                  </a:lnTo>
                  <a:lnTo>
                    <a:pt x="37893" y="357903"/>
                  </a:lnTo>
                  <a:lnTo>
                    <a:pt x="38738" y="357903"/>
                  </a:lnTo>
                  <a:lnTo>
                    <a:pt x="39583" y="357903"/>
                  </a:lnTo>
                  <a:lnTo>
                    <a:pt x="40428" y="357903"/>
                  </a:lnTo>
                  <a:lnTo>
                    <a:pt x="41273" y="357903"/>
                  </a:lnTo>
                  <a:lnTo>
                    <a:pt x="42118" y="357903"/>
                  </a:lnTo>
                  <a:lnTo>
                    <a:pt x="42963" y="357903"/>
                  </a:lnTo>
                  <a:lnTo>
                    <a:pt x="43808" y="357903"/>
                  </a:lnTo>
                  <a:lnTo>
                    <a:pt x="44654" y="357903"/>
                  </a:lnTo>
                  <a:lnTo>
                    <a:pt x="45499" y="357903"/>
                  </a:lnTo>
                  <a:lnTo>
                    <a:pt x="46344" y="357903"/>
                  </a:lnTo>
                  <a:lnTo>
                    <a:pt x="47189" y="357903"/>
                  </a:lnTo>
                  <a:lnTo>
                    <a:pt x="48034" y="357903"/>
                  </a:lnTo>
                  <a:lnTo>
                    <a:pt x="48879" y="357903"/>
                  </a:lnTo>
                  <a:lnTo>
                    <a:pt x="49724" y="357903"/>
                  </a:lnTo>
                  <a:lnTo>
                    <a:pt x="50569" y="357903"/>
                  </a:lnTo>
                  <a:lnTo>
                    <a:pt x="51414" y="357903"/>
                  </a:lnTo>
                  <a:lnTo>
                    <a:pt x="52259" y="357903"/>
                  </a:lnTo>
                  <a:lnTo>
                    <a:pt x="53105" y="357903"/>
                  </a:lnTo>
                  <a:lnTo>
                    <a:pt x="53950" y="351581"/>
                  </a:lnTo>
                  <a:lnTo>
                    <a:pt x="54795" y="317110"/>
                  </a:lnTo>
                  <a:lnTo>
                    <a:pt x="55640" y="289192"/>
                  </a:lnTo>
                  <a:lnTo>
                    <a:pt x="56485" y="215582"/>
                  </a:lnTo>
                  <a:lnTo>
                    <a:pt x="57330" y="117786"/>
                  </a:lnTo>
                  <a:lnTo>
                    <a:pt x="58175" y="27651"/>
                  </a:lnTo>
                  <a:lnTo>
                    <a:pt x="59020" y="0"/>
                  </a:lnTo>
                  <a:lnTo>
                    <a:pt x="59865" y="54964"/>
                  </a:lnTo>
                  <a:lnTo>
                    <a:pt x="60710" y="62961"/>
                  </a:lnTo>
                  <a:lnTo>
                    <a:pt x="61555" y="58512"/>
                  </a:lnTo>
                  <a:lnTo>
                    <a:pt x="62401" y="106248"/>
                  </a:lnTo>
                  <a:lnTo>
                    <a:pt x="63246" y="173187"/>
                  </a:lnTo>
                  <a:lnTo>
                    <a:pt x="64091" y="199773"/>
                  </a:lnTo>
                  <a:lnTo>
                    <a:pt x="64936" y="163834"/>
                  </a:lnTo>
                  <a:lnTo>
                    <a:pt x="65781" y="150461"/>
                  </a:lnTo>
                  <a:lnTo>
                    <a:pt x="66626" y="240135"/>
                  </a:lnTo>
                  <a:lnTo>
                    <a:pt x="67471" y="308332"/>
                  </a:lnTo>
                  <a:lnTo>
                    <a:pt x="68316" y="301012"/>
                  </a:lnTo>
                  <a:lnTo>
                    <a:pt x="69161" y="260051"/>
                  </a:lnTo>
                  <a:lnTo>
                    <a:pt x="70006" y="262989"/>
                  </a:lnTo>
                  <a:lnTo>
                    <a:pt x="70851" y="296281"/>
                  </a:lnTo>
                  <a:lnTo>
                    <a:pt x="71697" y="284667"/>
                  </a:lnTo>
                  <a:lnTo>
                    <a:pt x="72542" y="266529"/>
                  </a:lnTo>
                  <a:lnTo>
                    <a:pt x="73387" y="297043"/>
                  </a:lnTo>
                  <a:lnTo>
                    <a:pt x="74232" y="345393"/>
                  </a:lnTo>
                  <a:lnTo>
                    <a:pt x="75077" y="342984"/>
                  </a:lnTo>
                  <a:lnTo>
                    <a:pt x="75922" y="296531"/>
                  </a:lnTo>
                  <a:lnTo>
                    <a:pt x="76767" y="268060"/>
                  </a:lnTo>
                  <a:lnTo>
                    <a:pt x="77612" y="254655"/>
                  </a:lnTo>
                  <a:lnTo>
                    <a:pt x="78457" y="240609"/>
                  </a:lnTo>
                  <a:lnTo>
                    <a:pt x="79302" y="204677"/>
                  </a:lnTo>
                  <a:lnTo>
                    <a:pt x="80147" y="210773"/>
                  </a:lnTo>
                  <a:lnTo>
                    <a:pt x="80993" y="269535"/>
                  </a:lnTo>
                  <a:lnTo>
                    <a:pt x="81838" y="298007"/>
                  </a:lnTo>
                  <a:lnTo>
                    <a:pt x="82683" y="311412"/>
                  </a:lnTo>
                  <a:lnTo>
                    <a:pt x="83528" y="325459"/>
                  </a:lnTo>
                  <a:lnTo>
                    <a:pt x="84373" y="361391"/>
                  </a:lnTo>
                  <a:lnTo>
                    <a:pt x="85218" y="370212"/>
                  </a:lnTo>
                  <a:lnTo>
                    <a:pt x="86063" y="357903"/>
                  </a:lnTo>
                  <a:lnTo>
                    <a:pt x="86908" y="363314"/>
                  </a:lnTo>
                  <a:lnTo>
                    <a:pt x="87753" y="383806"/>
                  </a:lnTo>
                  <a:lnTo>
                    <a:pt x="88598" y="390443"/>
                  </a:lnTo>
                  <a:lnTo>
                    <a:pt x="89443" y="359654"/>
                  </a:lnTo>
                  <a:lnTo>
                    <a:pt x="90289" y="330026"/>
                  </a:lnTo>
                  <a:lnTo>
                    <a:pt x="91134" y="308139"/>
                  </a:lnTo>
                  <a:lnTo>
                    <a:pt x="91979" y="276950"/>
                  </a:lnTo>
                  <a:lnTo>
                    <a:pt x="92824" y="253124"/>
                  </a:lnTo>
                  <a:lnTo>
                    <a:pt x="93669" y="266579"/>
                  </a:lnTo>
                  <a:lnTo>
                    <a:pt x="94514" y="310472"/>
                  </a:lnTo>
                  <a:lnTo>
                    <a:pt x="95359" y="316911"/>
                  </a:lnTo>
                  <a:lnTo>
                    <a:pt x="96204" y="303621"/>
                  </a:lnTo>
                  <a:lnTo>
                    <a:pt x="97049" y="325565"/>
                  </a:lnTo>
                  <a:lnTo>
                    <a:pt x="97894" y="328899"/>
                  </a:lnTo>
                  <a:lnTo>
                    <a:pt x="98739" y="308807"/>
                  </a:lnTo>
                  <a:lnTo>
                    <a:pt x="99585" y="289172"/>
                  </a:lnTo>
                  <a:lnTo>
                    <a:pt x="100430" y="277889"/>
                  </a:lnTo>
                  <a:lnTo>
                    <a:pt x="101275" y="302056"/>
                  </a:lnTo>
                  <a:lnTo>
                    <a:pt x="102120" y="305889"/>
                  </a:lnTo>
                  <a:lnTo>
                    <a:pt x="102965" y="305889"/>
                  </a:lnTo>
                  <a:lnTo>
                    <a:pt x="103810" y="305890"/>
                  </a:lnTo>
                  <a:lnTo>
                    <a:pt x="104655" y="312420"/>
                  </a:lnTo>
                  <a:lnTo>
                    <a:pt x="105500" y="346891"/>
                  </a:lnTo>
                  <a:lnTo>
                    <a:pt x="106345" y="357903"/>
                  </a:lnTo>
                  <a:lnTo>
                    <a:pt x="107190" y="357903"/>
                  </a:lnTo>
                  <a:lnTo>
                    <a:pt x="108035" y="357903"/>
                  </a:lnTo>
                  <a:lnTo>
                    <a:pt x="108881" y="357903"/>
                  </a:lnTo>
                  <a:lnTo>
                    <a:pt x="109726" y="357903"/>
                  </a:lnTo>
                  <a:lnTo>
                    <a:pt x="110571" y="357903"/>
                  </a:lnTo>
                  <a:lnTo>
                    <a:pt x="111416" y="357903"/>
                  </a:lnTo>
                  <a:lnTo>
                    <a:pt x="112261" y="357903"/>
                  </a:lnTo>
                  <a:lnTo>
                    <a:pt x="113106" y="357903"/>
                  </a:lnTo>
                  <a:lnTo>
                    <a:pt x="113951" y="357903"/>
                  </a:lnTo>
                  <a:lnTo>
                    <a:pt x="114796" y="357903"/>
                  </a:lnTo>
                  <a:lnTo>
                    <a:pt x="115641" y="357903"/>
                  </a:lnTo>
                  <a:lnTo>
                    <a:pt x="116486" y="357903"/>
                  </a:lnTo>
                  <a:lnTo>
                    <a:pt x="117332" y="357903"/>
                  </a:lnTo>
                  <a:lnTo>
                    <a:pt x="118177" y="357903"/>
                  </a:lnTo>
                  <a:lnTo>
                    <a:pt x="119022" y="357903"/>
                  </a:lnTo>
                  <a:lnTo>
                    <a:pt x="119867" y="357903"/>
                  </a:lnTo>
                  <a:lnTo>
                    <a:pt x="120712" y="357903"/>
                  </a:lnTo>
                  <a:lnTo>
                    <a:pt x="121557" y="357903"/>
                  </a:lnTo>
                  <a:lnTo>
                    <a:pt x="122402" y="357903"/>
                  </a:lnTo>
                  <a:lnTo>
                    <a:pt x="123247" y="357903"/>
                  </a:lnTo>
                  <a:lnTo>
                    <a:pt x="124092" y="357903"/>
                  </a:lnTo>
                  <a:lnTo>
                    <a:pt x="124937" y="357903"/>
                  </a:lnTo>
                  <a:lnTo>
                    <a:pt x="125782" y="357903"/>
                  </a:lnTo>
                  <a:lnTo>
                    <a:pt x="126628" y="357903"/>
                  </a:lnTo>
                  <a:lnTo>
                    <a:pt x="127473" y="357903"/>
                  </a:lnTo>
                  <a:lnTo>
                    <a:pt x="128318" y="357903"/>
                  </a:lnTo>
                  <a:lnTo>
                    <a:pt x="129163" y="357903"/>
                  </a:lnTo>
                  <a:lnTo>
                    <a:pt x="130008" y="357903"/>
                  </a:lnTo>
                  <a:lnTo>
                    <a:pt x="130853" y="357903"/>
                  </a:lnTo>
                  <a:lnTo>
                    <a:pt x="131698" y="357903"/>
                  </a:lnTo>
                  <a:lnTo>
                    <a:pt x="132543" y="365427"/>
                  </a:lnTo>
                  <a:lnTo>
                    <a:pt x="133388" y="385919"/>
                  </a:lnTo>
                  <a:lnTo>
                    <a:pt x="134233" y="391393"/>
                  </a:lnTo>
                  <a:lnTo>
                    <a:pt x="135078" y="384177"/>
                  </a:lnTo>
                  <a:lnTo>
                    <a:pt x="135924" y="357537"/>
                  </a:lnTo>
                  <a:lnTo>
                    <a:pt x="136769" y="337468"/>
                  </a:lnTo>
                  <a:lnTo>
                    <a:pt x="137614" y="329944"/>
                  </a:lnTo>
                  <a:lnTo>
                    <a:pt x="138459" y="320631"/>
                  </a:lnTo>
                  <a:lnTo>
                    <a:pt x="139304" y="324785"/>
                  </a:lnTo>
                  <a:lnTo>
                    <a:pt x="140149" y="325977"/>
                  </a:lnTo>
                  <a:lnTo>
                    <a:pt x="140994" y="349919"/>
                  </a:lnTo>
                  <a:lnTo>
                    <a:pt x="141839" y="369988"/>
                  </a:lnTo>
                  <a:lnTo>
                    <a:pt x="142684" y="369989"/>
                  </a:lnTo>
                  <a:lnTo>
                    <a:pt x="143529" y="358920"/>
                  </a:lnTo>
                  <a:lnTo>
                    <a:pt x="144374" y="339889"/>
                  </a:lnTo>
                  <a:lnTo>
                    <a:pt x="145220" y="337274"/>
                  </a:lnTo>
                  <a:lnTo>
                    <a:pt x="146065" y="343868"/>
                  </a:lnTo>
                  <a:lnTo>
                    <a:pt x="146910" y="328893"/>
                  </a:lnTo>
                  <a:lnTo>
                    <a:pt x="147755" y="300067"/>
                  </a:lnTo>
                  <a:lnTo>
                    <a:pt x="148600" y="288623"/>
                  </a:lnTo>
                  <a:lnTo>
                    <a:pt x="149445" y="274003"/>
                  </a:lnTo>
                  <a:lnTo>
                    <a:pt x="150290" y="257187"/>
                  </a:lnTo>
                  <a:lnTo>
                    <a:pt x="151135" y="250395"/>
                  </a:lnTo>
                  <a:lnTo>
                    <a:pt x="151980" y="276230"/>
                  </a:lnTo>
                  <a:lnTo>
                    <a:pt x="152825" y="339890"/>
                  </a:lnTo>
                  <a:lnTo>
                    <a:pt x="153670" y="346642"/>
                  </a:lnTo>
                  <a:lnTo>
                    <a:pt x="154516" y="332142"/>
                  </a:lnTo>
                  <a:lnTo>
                    <a:pt x="155361" y="311415"/>
                  </a:lnTo>
                  <a:lnTo>
                    <a:pt x="156206" y="319976"/>
                  </a:lnTo>
                  <a:lnTo>
                    <a:pt x="157051" y="328722"/>
                  </a:lnTo>
                  <a:lnTo>
                    <a:pt x="157896" y="279070"/>
                  </a:lnTo>
                  <a:lnTo>
                    <a:pt x="158741" y="293654"/>
                  </a:lnTo>
                  <a:lnTo>
                    <a:pt x="159586" y="296387"/>
                  </a:lnTo>
                  <a:lnTo>
                    <a:pt x="160431" y="268701"/>
                  </a:lnTo>
                  <a:lnTo>
                    <a:pt x="161276" y="212072"/>
                  </a:lnTo>
                  <a:lnTo>
                    <a:pt x="162121" y="165153"/>
                  </a:lnTo>
                  <a:lnTo>
                    <a:pt x="162966" y="182460"/>
                  </a:lnTo>
                  <a:lnTo>
                    <a:pt x="163812" y="141802"/>
                  </a:lnTo>
                  <a:lnTo>
                    <a:pt x="164657" y="152963"/>
                  </a:lnTo>
                  <a:lnTo>
                    <a:pt x="165502" y="187066"/>
                  </a:lnTo>
                  <a:lnTo>
                    <a:pt x="166347" y="160478"/>
                  </a:lnTo>
                  <a:lnTo>
                    <a:pt x="167192" y="131351"/>
                  </a:lnTo>
                  <a:lnTo>
                    <a:pt x="168037" y="125066"/>
                  </a:lnTo>
                  <a:lnTo>
                    <a:pt x="168882" y="155723"/>
                  </a:lnTo>
                  <a:lnTo>
                    <a:pt x="169727" y="180348"/>
                  </a:lnTo>
                  <a:lnTo>
                    <a:pt x="170572" y="220114"/>
                  </a:lnTo>
                  <a:lnTo>
                    <a:pt x="171417" y="272463"/>
                  </a:lnTo>
                  <a:lnTo>
                    <a:pt x="172262" y="301969"/>
                  </a:lnTo>
                  <a:lnTo>
                    <a:pt x="173108" y="305763"/>
                  </a:lnTo>
                  <a:lnTo>
                    <a:pt x="173953" y="303619"/>
                  </a:lnTo>
                  <a:lnTo>
                    <a:pt x="174798" y="263058"/>
                  </a:lnTo>
                  <a:lnTo>
                    <a:pt x="175643" y="215656"/>
                  </a:lnTo>
                  <a:lnTo>
                    <a:pt x="176488" y="232595"/>
                  </a:lnTo>
                  <a:lnTo>
                    <a:pt x="177333" y="248803"/>
                  </a:lnTo>
                  <a:lnTo>
                    <a:pt x="178178" y="200219"/>
                  </a:lnTo>
                  <a:lnTo>
                    <a:pt x="179023" y="151423"/>
                  </a:lnTo>
                  <a:lnTo>
                    <a:pt x="179868" y="155372"/>
                  </a:lnTo>
                  <a:lnTo>
                    <a:pt x="180713" y="202774"/>
                  </a:lnTo>
                  <a:lnTo>
                    <a:pt x="181559" y="211040"/>
                  </a:lnTo>
                  <a:lnTo>
                    <a:pt x="182404" y="221768"/>
                  </a:lnTo>
                  <a:lnTo>
                    <a:pt x="183249" y="270353"/>
                  </a:lnTo>
                  <a:lnTo>
                    <a:pt x="184094" y="330637"/>
                  </a:lnTo>
                  <a:lnTo>
                    <a:pt x="184914" y="39143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230153" y="1907355"/>
              <a:ext cx="38015" cy="265520"/>
            </a:xfrm>
            <a:custGeom>
              <a:avLst/>
              <a:pathLst>
                <a:path w="38015" h="265520">
                  <a:moveTo>
                    <a:pt x="0" y="265520"/>
                  </a:moveTo>
                  <a:lnTo>
                    <a:pt x="76" y="262559"/>
                  </a:lnTo>
                  <a:lnTo>
                    <a:pt x="921" y="208475"/>
                  </a:lnTo>
                  <a:lnTo>
                    <a:pt x="1766" y="143647"/>
                  </a:lnTo>
                  <a:lnTo>
                    <a:pt x="2611" y="62723"/>
                  </a:lnTo>
                  <a:lnTo>
                    <a:pt x="3456" y="25425"/>
                  </a:lnTo>
                  <a:lnTo>
                    <a:pt x="4301" y="20929"/>
                  </a:lnTo>
                  <a:lnTo>
                    <a:pt x="5146" y="44178"/>
                  </a:lnTo>
                  <a:lnTo>
                    <a:pt x="5992" y="58802"/>
                  </a:lnTo>
                  <a:lnTo>
                    <a:pt x="6837" y="86409"/>
                  </a:lnTo>
                  <a:lnTo>
                    <a:pt x="7682" y="110004"/>
                  </a:lnTo>
                  <a:lnTo>
                    <a:pt x="8527" y="66887"/>
                  </a:lnTo>
                  <a:lnTo>
                    <a:pt x="9372" y="26278"/>
                  </a:lnTo>
                  <a:lnTo>
                    <a:pt x="10217" y="0"/>
                  </a:lnTo>
                  <a:lnTo>
                    <a:pt x="11062" y="23337"/>
                  </a:lnTo>
                  <a:lnTo>
                    <a:pt x="11907" y="42324"/>
                  </a:lnTo>
                  <a:lnTo>
                    <a:pt x="12752" y="33884"/>
                  </a:lnTo>
                  <a:lnTo>
                    <a:pt x="13597" y="66140"/>
                  </a:lnTo>
                  <a:lnTo>
                    <a:pt x="14442" y="85219"/>
                  </a:lnTo>
                  <a:lnTo>
                    <a:pt x="15288" y="115386"/>
                  </a:lnTo>
                  <a:lnTo>
                    <a:pt x="16133" y="97040"/>
                  </a:lnTo>
                  <a:lnTo>
                    <a:pt x="16978" y="103884"/>
                  </a:lnTo>
                  <a:lnTo>
                    <a:pt x="17823" y="143595"/>
                  </a:lnTo>
                  <a:lnTo>
                    <a:pt x="18668" y="168343"/>
                  </a:lnTo>
                  <a:lnTo>
                    <a:pt x="19513" y="190164"/>
                  </a:lnTo>
                  <a:lnTo>
                    <a:pt x="20358" y="197785"/>
                  </a:lnTo>
                  <a:lnTo>
                    <a:pt x="21203" y="224592"/>
                  </a:lnTo>
                  <a:lnTo>
                    <a:pt x="22048" y="210099"/>
                  </a:lnTo>
                  <a:lnTo>
                    <a:pt x="22893" y="210100"/>
                  </a:lnTo>
                  <a:lnTo>
                    <a:pt x="23738" y="210100"/>
                  </a:lnTo>
                  <a:lnTo>
                    <a:pt x="24584" y="213127"/>
                  </a:lnTo>
                  <a:lnTo>
                    <a:pt x="25429" y="231598"/>
                  </a:lnTo>
                  <a:lnTo>
                    <a:pt x="26274" y="238168"/>
                  </a:lnTo>
                  <a:lnTo>
                    <a:pt x="27119" y="199178"/>
                  </a:lnTo>
                  <a:lnTo>
                    <a:pt x="27964" y="141371"/>
                  </a:lnTo>
                  <a:lnTo>
                    <a:pt x="28809" y="125726"/>
                  </a:lnTo>
                  <a:lnTo>
                    <a:pt x="29654" y="112476"/>
                  </a:lnTo>
                  <a:lnTo>
                    <a:pt x="30499" y="79313"/>
                  </a:lnTo>
                  <a:lnTo>
                    <a:pt x="31344" y="80406"/>
                  </a:lnTo>
                  <a:lnTo>
                    <a:pt x="32189" y="119816"/>
                  </a:lnTo>
                  <a:lnTo>
                    <a:pt x="33035" y="148104"/>
                  </a:lnTo>
                  <a:lnTo>
                    <a:pt x="33880" y="155775"/>
                  </a:lnTo>
                  <a:lnTo>
                    <a:pt x="34725" y="165708"/>
                  </a:lnTo>
                  <a:lnTo>
                    <a:pt x="35570" y="190202"/>
                  </a:lnTo>
                  <a:lnTo>
                    <a:pt x="36415" y="209558"/>
                  </a:lnTo>
                  <a:lnTo>
                    <a:pt x="37260" y="239150"/>
                  </a:lnTo>
                  <a:lnTo>
                    <a:pt x="38015" y="26552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270744" y="2156080"/>
              <a:ext cx="1564" cy="16795"/>
            </a:xfrm>
            <a:custGeom>
              <a:avLst/>
              <a:pathLst>
                <a:path w="1564" h="16795">
                  <a:moveTo>
                    <a:pt x="0" y="16795"/>
                  </a:moveTo>
                  <a:lnTo>
                    <a:pt x="49" y="16097"/>
                  </a:lnTo>
                  <a:lnTo>
                    <a:pt x="894" y="0"/>
                  </a:lnTo>
                  <a:lnTo>
                    <a:pt x="1564" y="1679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275723" y="2029903"/>
              <a:ext cx="6757" cy="142972"/>
            </a:xfrm>
            <a:custGeom>
              <a:avLst/>
              <a:pathLst>
                <a:path w="6757" h="142972">
                  <a:moveTo>
                    <a:pt x="0" y="142972"/>
                  </a:moveTo>
                  <a:lnTo>
                    <a:pt x="141" y="137626"/>
                  </a:lnTo>
                  <a:lnTo>
                    <a:pt x="986" y="84796"/>
                  </a:lnTo>
                  <a:lnTo>
                    <a:pt x="1831" y="14049"/>
                  </a:lnTo>
                  <a:lnTo>
                    <a:pt x="2676" y="0"/>
                  </a:lnTo>
                  <a:lnTo>
                    <a:pt x="3521" y="0"/>
                  </a:lnTo>
                  <a:lnTo>
                    <a:pt x="4366" y="99"/>
                  </a:lnTo>
                  <a:lnTo>
                    <a:pt x="5212" y="33583"/>
                  </a:lnTo>
                  <a:lnTo>
                    <a:pt x="6057" y="103311"/>
                  </a:lnTo>
                  <a:lnTo>
                    <a:pt x="6757" y="142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293593" y="2130158"/>
              <a:ext cx="4480" cy="42717"/>
            </a:xfrm>
            <a:custGeom>
              <a:avLst/>
              <a:pathLst>
                <a:path w="4480" h="42717">
                  <a:moveTo>
                    <a:pt x="0" y="42717"/>
                  </a:moveTo>
                  <a:lnTo>
                    <a:pt x="18" y="42295"/>
                  </a:lnTo>
                  <a:lnTo>
                    <a:pt x="863" y="14575"/>
                  </a:lnTo>
                  <a:lnTo>
                    <a:pt x="1708" y="0"/>
                  </a:lnTo>
                  <a:lnTo>
                    <a:pt x="2553" y="15461"/>
                  </a:lnTo>
                  <a:lnTo>
                    <a:pt x="3398" y="24530"/>
                  </a:lnTo>
                  <a:lnTo>
                    <a:pt x="4244" y="41154"/>
                  </a:lnTo>
                  <a:lnTo>
                    <a:pt x="4480" y="4271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299305" y="2085947"/>
              <a:ext cx="11853" cy="86928"/>
            </a:xfrm>
            <a:custGeom>
              <a:avLst/>
              <a:pathLst>
                <a:path w="11853" h="86928">
                  <a:moveTo>
                    <a:pt x="0" y="86928"/>
                  </a:moveTo>
                  <a:lnTo>
                    <a:pt x="221" y="85491"/>
                  </a:lnTo>
                  <a:lnTo>
                    <a:pt x="1067" y="47451"/>
                  </a:lnTo>
                  <a:lnTo>
                    <a:pt x="1912" y="10069"/>
                  </a:lnTo>
                  <a:lnTo>
                    <a:pt x="2757" y="999"/>
                  </a:lnTo>
                  <a:lnTo>
                    <a:pt x="3602" y="999"/>
                  </a:lnTo>
                  <a:lnTo>
                    <a:pt x="4447" y="2188"/>
                  </a:lnTo>
                  <a:lnTo>
                    <a:pt x="5292" y="0"/>
                  </a:lnTo>
                  <a:lnTo>
                    <a:pt x="6137" y="42033"/>
                  </a:lnTo>
                  <a:lnTo>
                    <a:pt x="6982" y="63952"/>
                  </a:lnTo>
                  <a:lnTo>
                    <a:pt x="7827" y="63952"/>
                  </a:lnTo>
                  <a:lnTo>
                    <a:pt x="8672" y="63953"/>
                  </a:lnTo>
                  <a:lnTo>
                    <a:pt x="9517" y="62764"/>
                  </a:lnTo>
                  <a:lnTo>
                    <a:pt x="10363" y="71093"/>
                  </a:lnTo>
                  <a:lnTo>
                    <a:pt x="11208" y="82283"/>
                  </a:lnTo>
                  <a:lnTo>
                    <a:pt x="11853" y="8692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315189" y="1864521"/>
              <a:ext cx="63773" cy="308354"/>
            </a:xfrm>
            <a:custGeom>
              <a:avLst/>
              <a:pathLst>
                <a:path w="63773" h="308354">
                  <a:moveTo>
                    <a:pt x="0" y="308354"/>
                  </a:moveTo>
                  <a:lnTo>
                    <a:pt x="394" y="304995"/>
                  </a:lnTo>
                  <a:lnTo>
                    <a:pt x="1239" y="231802"/>
                  </a:lnTo>
                  <a:lnTo>
                    <a:pt x="2085" y="153413"/>
                  </a:lnTo>
                  <a:lnTo>
                    <a:pt x="2930" y="113817"/>
                  </a:lnTo>
                  <a:lnTo>
                    <a:pt x="3775" y="109974"/>
                  </a:lnTo>
                  <a:lnTo>
                    <a:pt x="4620" y="109341"/>
                  </a:lnTo>
                  <a:lnTo>
                    <a:pt x="5465" y="96101"/>
                  </a:lnTo>
                  <a:lnTo>
                    <a:pt x="6310" y="145104"/>
                  </a:lnTo>
                  <a:lnTo>
                    <a:pt x="7155" y="189022"/>
                  </a:lnTo>
                  <a:lnTo>
                    <a:pt x="8000" y="224166"/>
                  </a:lnTo>
                  <a:lnTo>
                    <a:pt x="8845" y="228008"/>
                  </a:lnTo>
                  <a:lnTo>
                    <a:pt x="9690" y="222830"/>
                  </a:lnTo>
                  <a:lnTo>
                    <a:pt x="10535" y="216146"/>
                  </a:lnTo>
                  <a:lnTo>
                    <a:pt x="11381" y="194167"/>
                  </a:lnTo>
                  <a:lnTo>
                    <a:pt x="12226" y="181707"/>
                  </a:lnTo>
                  <a:lnTo>
                    <a:pt x="13071" y="174448"/>
                  </a:lnTo>
                  <a:lnTo>
                    <a:pt x="13916" y="174449"/>
                  </a:lnTo>
                  <a:lnTo>
                    <a:pt x="14761" y="174449"/>
                  </a:lnTo>
                  <a:lnTo>
                    <a:pt x="15606" y="152098"/>
                  </a:lnTo>
                  <a:lnTo>
                    <a:pt x="16451" y="164138"/>
                  </a:lnTo>
                  <a:lnTo>
                    <a:pt x="17296" y="211069"/>
                  </a:lnTo>
                  <a:lnTo>
                    <a:pt x="18141" y="222780"/>
                  </a:lnTo>
                  <a:lnTo>
                    <a:pt x="18986" y="222780"/>
                  </a:lnTo>
                  <a:lnTo>
                    <a:pt x="19832" y="218312"/>
                  </a:lnTo>
                  <a:lnTo>
                    <a:pt x="20677" y="221334"/>
                  </a:lnTo>
                  <a:lnTo>
                    <a:pt x="21522" y="221684"/>
                  </a:lnTo>
                  <a:lnTo>
                    <a:pt x="22367" y="221100"/>
                  </a:lnTo>
                  <a:lnTo>
                    <a:pt x="23212" y="221101"/>
                  </a:lnTo>
                  <a:lnTo>
                    <a:pt x="24057" y="221101"/>
                  </a:lnTo>
                  <a:lnTo>
                    <a:pt x="24902" y="225569"/>
                  </a:lnTo>
                  <a:lnTo>
                    <a:pt x="25747" y="251582"/>
                  </a:lnTo>
                  <a:lnTo>
                    <a:pt x="26592" y="267924"/>
                  </a:lnTo>
                  <a:lnTo>
                    <a:pt x="27437" y="242417"/>
                  </a:lnTo>
                  <a:lnTo>
                    <a:pt x="28282" y="206781"/>
                  </a:lnTo>
                  <a:lnTo>
                    <a:pt x="29128" y="143534"/>
                  </a:lnTo>
                  <a:lnTo>
                    <a:pt x="29973" y="92209"/>
                  </a:lnTo>
                  <a:lnTo>
                    <a:pt x="30818" y="59287"/>
                  </a:lnTo>
                  <a:lnTo>
                    <a:pt x="31663" y="39168"/>
                  </a:lnTo>
                  <a:lnTo>
                    <a:pt x="32508" y="11365"/>
                  </a:lnTo>
                  <a:lnTo>
                    <a:pt x="33353" y="0"/>
                  </a:lnTo>
                  <a:lnTo>
                    <a:pt x="34198" y="36051"/>
                  </a:lnTo>
                  <a:lnTo>
                    <a:pt x="35043" y="26410"/>
                  </a:lnTo>
                  <a:lnTo>
                    <a:pt x="35888" y="46767"/>
                  </a:lnTo>
                  <a:lnTo>
                    <a:pt x="36733" y="73201"/>
                  </a:lnTo>
                  <a:lnTo>
                    <a:pt x="37578" y="117063"/>
                  </a:lnTo>
                  <a:lnTo>
                    <a:pt x="38424" y="124703"/>
                  </a:lnTo>
                  <a:lnTo>
                    <a:pt x="39269" y="114842"/>
                  </a:lnTo>
                  <a:lnTo>
                    <a:pt x="40114" y="159140"/>
                  </a:lnTo>
                  <a:lnTo>
                    <a:pt x="40959" y="171704"/>
                  </a:lnTo>
                  <a:lnTo>
                    <a:pt x="41804" y="171705"/>
                  </a:lnTo>
                  <a:lnTo>
                    <a:pt x="42649" y="187920"/>
                  </a:lnTo>
                  <a:lnTo>
                    <a:pt x="43494" y="225116"/>
                  </a:lnTo>
                  <a:lnTo>
                    <a:pt x="44339" y="243786"/>
                  </a:lnTo>
                  <a:lnTo>
                    <a:pt x="45184" y="242892"/>
                  </a:lnTo>
                  <a:lnTo>
                    <a:pt x="46029" y="211451"/>
                  </a:lnTo>
                  <a:lnTo>
                    <a:pt x="46874" y="194215"/>
                  </a:lnTo>
                  <a:lnTo>
                    <a:pt x="47720" y="158821"/>
                  </a:lnTo>
                  <a:lnTo>
                    <a:pt x="48565" y="164589"/>
                  </a:lnTo>
                  <a:lnTo>
                    <a:pt x="49410" y="195496"/>
                  </a:lnTo>
                  <a:lnTo>
                    <a:pt x="50255" y="190846"/>
                  </a:lnTo>
                  <a:lnTo>
                    <a:pt x="51100" y="216832"/>
                  </a:lnTo>
                  <a:lnTo>
                    <a:pt x="51945" y="234068"/>
                  </a:lnTo>
                  <a:lnTo>
                    <a:pt x="52790" y="263282"/>
                  </a:lnTo>
                  <a:lnTo>
                    <a:pt x="53635" y="257534"/>
                  </a:lnTo>
                  <a:lnTo>
                    <a:pt x="54480" y="226540"/>
                  </a:lnTo>
                  <a:lnTo>
                    <a:pt x="55325" y="234370"/>
                  </a:lnTo>
                  <a:lnTo>
                    <a:pt x="56170" y="241446"/>
                  </a:lnTo>
                  <a:lnTo>
                    <a:pt x="57016" y="254338"/>
                  </a:lnTo>
                  <a:lnTo>
                    <a:pt x="57861" y="240541"/>
                  </a:lnTo>
                  <a:lnTo>
                    <a:pt x="58706" y="191923"/>
                  </a:lnTo>
                  <a:lnTo>
                    <a:pt x="59551" y="178165"/>
                  </a:lnTo>
                  <a:lnTo>
                    <a:pt x="60396" y="213269"/>
                  </a:lnTo>
                  <a:lnTo>
                    <a:pt x="61241" y="243756"/>
                  </a:lnTo>
                  <a:lnTo>
                    <a:pt x="62086" y="243972"/>
                  </a:lnTo>
                  <a:lnTo>
                    <a:pt x="62931" y="257769"/>
                  </a:lnTo>
                  <a:lnTo>
                    <a:pt x="63773" y="30835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380431" y="2085929"/>
              <a:ext cx="6510" cy="86946"/>
            </a:xfrm>
            <a:custGeom>
              <a:avLst/>
              <a:pathLst>
                <a:path w="6510" h="86946">
                  <a:moveTo>
                    <a:pt x="0" y="86946"/>
                  </a:moveTo>
                  <a:lnTo>
                    <a:pt x="224" y="75199"/>
                  </a:lnTo>
                  <a:lnTo>
                    <a:pt x="1069" y="16365"/>
                  </a:lnTo>
                  <a:lnTo>
                    <a:pt x="1915" y="0"/>
                  </a:lnTo>
                  <a:lnTo>
                    <a:pt x="2760" y="0"/>
                  </a:lnTo>
                  <a:lnTo>
                    <a:pt x="3605" y="0"/>
                  </a:lnTo>
                  <a:lnTo>
                    <a:pt x="4450" y="0"/>
                  </a:lnTo>
                  <a:lnTo>
                    <a:pt x="5295" y="35803"/>
                  </a:lnTo>
                  <a:lnTo>
                    <a:pt x="6140" y="82620"/>
                  </a:lnTo>
                  <a:lnTo>
                    <a:pt x="6510" y="8694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390331" y="2032734"/>
              <a:ext cx="23165" cy="140141"/>
            </a:xfrm>
            <a:custGeom>
              <a:avLst/>
              <a:pathLst>
                <a:path w="23165" h="140141">
                  <a:moveTo>
                    <a:pt x="0" y="140141"/>
                  </a:moveTo>
                  <a:lnTo>
                    <a:pt x="465" y="133327"/>
                  </a:lnTo>
                  <a:lnTo>
                    <a:pt x="1310" y="113235"/>
                  </a:lnTo>
                  <a:lnTo>
                    <a:pt x="2155" y="102088"/>
                  </a:lnTo>
                  <a:lnTo>
                    <a:pt x="3000" y="92676"/>
                  </a:lnTo>
                  <a:lnTo>
                    <a:pt x="3845" y="86704"/>
                  </a:lnTo>
                  <a:lnTo>
                    <a:pt x="4690" y="73946"/>
                  </a:lnTo>
                  <a:lnTo>
                    <a:pt x="5536" y="43852"/>
                  </a:lnTo>
                  <a:lnTo>
                    <a:pt x="6381" y="22237"/>
                  </a:lnTo>
                  <a:lnTo>
                    <a:pt x="7226" y="8806"/>
                  </a:lnTo>
                  <a:lnTo>
                    <a:pt x="8071" y="27576"/>
                  </a:lnTo>
                  <a:lnTo>
                    <a:pt x="8916" y="33547"/>
                  </a:lnTo>
                  <a:lnTo>
                    <a:pt x="9761" y="46305"/>
                  </a:lnTo>
                  <a:lnTo>
                    <a:pt x="10606" y="76401"/>
                  </a:lnTo>
                  <a:lnTo>
                    <a:pt x="11451" y="98015"/>
                  </a:lnTo>
                  <a:lnTo>
                    <a:pt x="12296" y="115968"/>
                  </a:lnTo>
                  <a:lnTo>
                    <a:pt x="13141" y="106611"/>
                  </a:lnTo>
                  <a:lnTo>
                    <a:pt x="13986" y="97834"/>
                  </a:lnTo>
                  <a:lnTo>
                    <a:pt x="14832" y="88655"/>
                  </a:lnTo>
                  <a:lnTo>
                    <a:pt x="15677" y="124360"/>
                  </a:lnTo>
                  <a:lnTo>
                    <a:pt x="16522" y="104453"/>
                  </a:lnTo>
                  <a:lnTo>
                    <a:pt x="17367" y="53756"/>
                  </a:lnTo>
                  <a:lnTo>
                    <a:pt x="18212" y="18820"/>
                  </a:lnTo>
                  <a:lnTo>
                    <a:pt x="19057" y="10989"/>
                  </a:lnTo>
                  <a:lnTo>
                    <a:pt x="19902" y="18112"/>
                  </a:lnTo>
                  <a:lnTo>
                    <a:pt x="20747" y="0"/>
                  </a:lnTo>
                  <a:lnTo>
                    <a:pt x="21592" y="51192"/>
                  </a:lnTo>
                  <a:lnTo>
                    <a:pt x="22437" y="103953"/>
                  </a:lnTo>
                  <a:lnTo>
                    <a:pt x="23165" y="14014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414997" y="2003148"/>
              <a:ext cx="57705" cy="169727"/>
            </a:xfrm>
            <a:custGeom>
              <a:avLst/>
              <a:pathLst>
                <a:path w="57705" h="169727">
                  <a:moveTo>
                    <a:pt x="0" y="169727"/>
                  </a:moveTo>
                  <a:lnTo>
                    <a:pt x="307" y="157949"/>
                  </a:lnTo>
                  <a:lnTo>
                    <a:pt x="1152" y="135693"/>
                  </a:lnTo>
                  <a:lnTo>
                    <a:pt x="1997" y="104408"/>
                  </a:lnTo>
                  <a:lnTo>
                    <a:pt x="2842" y="102343"/>
                  </a:lnTo>
                  <a:lnTo>
                    <a:pt x="3687" y="95238"/>
                  </a:lnTo>
                  <a:lnTo>
                    <a:pt x="4532" y="97061"/>
                  </a:lnTo>
                  <a:lnTo>
                    <a:pt x="5377" y="124758"/>
                  </a:lnTo>
                  <a:lnTo>
                    <a:pt x="6222" y="109695"/>
                  </a:lnTo>
                  <a:lnTo>
                    <a:pt x="7067" y="108186"/>
                  </a:lnTo>
                  <a:lnTo>
                    <a:pt x="7912" y="120514"/>
                  </a:lnTo>
                  <a:lnTo>
                    <a:pt x="8757" y="120515"/>
                  </a:lnTo>
                  <a:lnTo>
                    <a:pt x="9603" y="120515"/>
                  </a:lnTo>
                  <a:lnTo>
                    <a:pt x="10448" y="117565"/>
                  </a:lnTo>
                  <a:lnTo>
                    <a:pt x="11293" y="111030"/>
                  </a:lnTo>
                  <a:lnTo>
                    <a:pt x="12138" y="89247"/>
                  </a:lnTo>
                  <a:lnTo>
                    <a:pt x="12983" y="61982"/>
                  </a:lnTo>
                  <a:lnTo>
                    <a:pt x="13828" y="60877"/>
                  </a:lnTo>
                  <a:lnTo>
                    <a:pt x="14673" y="62363"/>
                  </a:lnTo>
                  <a:lnTo>
                    <a:pt x="15518" y="72088"/>
                  </a:lnTo>
                  <a:lnTo>
                    <a:pt x="16363" y="98349"/>
                  </a:lnTo>
                  <a:lnTo>
                    <a:pt x="17208" y="112303"/>
                  </a:lnTo>
                  <a:lnTo>
                    <a:pt x="18053" y="99472"/>
                  </a:lnTo>
                  <a:lnTo>
                    <a:pt x="18899" y="83655"/>
                  </a:lnTo>
                  <a:lnTo>
                    <a:pt x="19744" y="87082"/>
                  </a:lnTo>
                  <a:lnTo>
                    <a:pt x="20589" y="107575"/>
                  </a:lnTo>
                  <a:lnTo>
                    <a:pt x="21434" y="116976"/>
                  </a:lnTo>
                  <a:lnTo>
                    <a:pt x="22279" y="126311"/>
                  </a:lnTo>
                  <a:lnTo>
                    <a:pt x="23124" y="145919"/>
                  </a:lnTo>
                  <a:lnTo>
                    <a:pt x="23969" y="132830"/>
                  </a:lnTo>
                  <a:lnTo>
                    <a:pt x="24814" y="106592"/>
                  </a:lnTo>
                  <a:lnTo>
                    <a:pt x="25659" y="72904"/>
                  </a:lnTo>
                  <a:lnTo>
                    <a:pt x="26504" y="50245"/>
                  </a:lnTo>
                  <a:lnTo>
                    <a:pt x="27349" y="44904"/>
                  </a:lnTo>
                  <a:lnTo>
                    <a:pt x="28195" y="53066"/>
                  </a:lnTo>
                  <a:lnTo>
                    <a:pt x="29040" y="83076"/>
                  </a:lnTo>
                  <a:lnTo>
                    <a:pt x="29885" y="104402"/>
                  </a:lnTo>
                  <a:lnTo>
                    <a:pt x="30730" y="117598"/>
                  </a:lnTo>
                  <a:lnTo>
                    <a:pt x="31575" y="130857"/>
                  </a:lnTo>
                  <a:lnTo>
                    <a:pt x="32420" y="151810"/>
                  </a:lnTo>
                  <a:lnTo>
                    <a:pt x="33265" y="169471"/>
                  </a:lnTo>
                  <a:lnTo>
                    <a:pt x="34110" y="169471"/>
                  </a:lnTo>
                  <a:lnTo>
                    <a:pt x="34955" y="160235"/>
                  </a:lnTo>
                  <a:lnTo>
                    <a:pt x="35800" y="133099"/>
                  </a:lnTo>
                  <a:lnTo>
                    <a:pt x="36646" y="115333"/>
                  </a:lnTo>
                  <a:lnTo>
                    <a:pt x="37491" y="99720"/>
                  </a:lnTo>
                  <a:lnTo>
                    <a:pt x="38336" y="78536"/>
                  </a:lnTo>
                  <a:lnTo>
                    <a:pt x="39181" y="57369"/>
                  </a:lnTo>
                  <a:lnTo>
                    <a:pt x="40026" y="36154"/>
                  </a:lnTo>
                  <a:lnTo>
                    <a:pt x="40871" y="36045"/>
                  </a:lnTo>
                  <a:lnTo>
                    <a:pt x="41716" y="39999"/>
                  </a:lnTo>
                  <a:lnTo>
                    <a:pt x="42561" y="14949"/>
                  </a:lnTo>
                  <a:lnTo>
                    <a:pt x="43406" y="0"/>
                  </a:lnTo>
                  <a:lnTo>
                    <a:pt x="44251" y="21067"/>
                  </a:lnTo>
                  <a:lnTo>
                    <a:pt x="45096" y="30039"/>
                  </a:lnTo>
                  <a:lnTo>
                    <a:pt x="45942" y="26665"/>
                  </a:lnTo>
                  <a:lnTo>
                    <a:pt x="46787" y="40478"/>
                  </a:lnTo>
                  <a:lnTo>
                    <a:pt x="47632" y="65528"/>
                  </a:lnTo>
                  <a:lnTo>
                    <a:pt x="48477" y="83999"/>
                  </a:lnTo>
                  <a:lnTo>
                    <a:pt x="49322" y="54467"/>
                  </a:lnTo>
                  <a:lnTo>
                    <a:pt x="50167" y="22914"/>
                  </a:lnTo>
                  <a:lnTo>
                    <a:pt x="51012" y="20638"/>
                  </a:lnTo>
                  <a:lnTo>
                    <a:pt x="51857" y="20638"/>
                  </a:lnTo>
                  <a:lnTo>
                    <a:pt x="52702" y="20006"/>
                  </a:lnTo>
                  <a:lnTo>
                    <a:pt x="53547" y="20007"/>
                  </a:lnTo>
                  <a:lnTo>
                    <a:pt x="54392" y="49639"/>
                  </a:lnTo>
                  <a:lnTo>
                    <a:pt x="55238" y="102672"/>
                  </a:lnTo>
                  <a:lnTo>
                    <a:pt x="56083" y="135564"/>
                  </a:lnTo>
                  <a:lnTo>
                    <a:pt x="56928" y="155211"/>
                  </a:lnTo>
                  <a:lnTo>
                    <a:pt x="57705" y="16972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476522" y="2084911"/>
              <a:ext cx="16278" cy="87964"/>
            </a:xfrm>
            <a:custGeom>
              <a:avLst/>
              <a:pathLst>
                <a:path w="16278" h="87964">
                  <a:moveTo>
                    <a:pt x="0" y="87964"/>
                  </a:moveTo>
                  <a:lnTo>
                    <a:pt x="474" y="53984"/>
                  </a:lnTo>
                  <a:lnTo>
                    <a:pt x="1319" y="23666"/>
                  </a:lnTo>
                  <a:lnTo>
                    <a:pt x="2164" y="25272"/>
                  </a:lnTo>
                  <a:lnTo>
                    <a:pt x="3009" y="25273"/>
                  </a:lnTo>
                  <a:lnTo>
                    <a:pt x="3854" y="17412"/>
                  </a:lnTo>
                  <a:lnTo>
                    <a:pt x="4699" y="0"/>
                  </a:lnTo>
                  <a:lnTo>
                    <a:pt x="5544" y="40878"/>
                  </a:lnTo>
                  <a:lnTo>
                    <a:pt x="6390" y="56038"/>
                  </a:lnTo>
                  <a:lnTo>
                    <a:pt x="7235" y="54433"/>
                  </a:lnTo>
                  <a:lnTo>
                    <a:pt x="8080" y="54433"/>
                  </a:lnTo>
                  <a:lnTo>
                    <a:pt x="8925" y="54433"/>
                  </a:lnTo>
                  <a:lnTo>
                    <a:pt x="9770" y="41066"/>
                  </a:lnTo>
                  <a:lnTo>
                    <a:pt x="10615" y="9869"/>
                  </a:lnTo>
                  <a:lnTo>
                    <a:pt x="11460" y="981"/>
                  </a:lnTo>
                  <a:lnTo>
                    <a:pt x="12305" y="982"/>
                  </a:lnTo>
                  <a:lnTo>
                    <a:pt x="13150" y="8339"/>
                  </a:lnTo>
                  <a:lnTo>
                    <a:pt x="13995" y="28832"/>
                  </a:lnTo>
                  <a:lnTo>
                    <a:pt x="14840" y="47945"/>
                  </a:lnTo>
                  <a:lnTo>
                    <a:pt x="15686" y="79141"/>
                  </a:lnTo>
                  <a:lnTo>
                    <a:pt x="16278" y="879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493667" y="2073561"/>
              <a:ext cx="6444" cy="99314"/>
            </a:xfrm>
            <a:custGeom>
              <a:avLst/>
              <a:pathLst>
                <a:path w="6444" h="99314">
                  <a:moveTo>
                    <a:pt x="0" y="99314"/>
                  </a:moveTo>
                  <a:lnTo>
                    <a:pt x="230" y="97898"/>
                  </a:lnTo>
                  <a:lnTo>
                    <a:pt x="1076" y="73577"/>
                  </a:lnTo>
                  <a:lnTo>
                    <a:pt x="1921" y="27454"/>
                  </a:lnTo>
                  <a:lnTo>
                    <a:pt x="2766" y="0"/>
                  </a:lnTo>
                  <a:lnTo>
                    <a:pt x="3611" y="20492"/>
                  </a:lnTo>
                  <a:lnTo>
                    <a:pt x="4456" y="24590"/>
                  </a:lnTo>
                  <a:lnTo>
                    <a:pt x="5301" y="33197"/>
                  </a:lnTo>
                  <a:lnTo>
                    <a:pt x="6146" y="82150"/>
                  </a:lnTo>
                  <a:lnTo>
                    <a:pt x="6444" y="9931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509344" y="2012725"/>
              <a:ext cx="57550" cy="160150"/>
            </a:xfrm>
            <a:custGeom>
              <a:avLst/>
              <a:pathLst>
                <a:path w="57550" h="160150">
                  <a:moveTo>
                    <a:pt x="0" y="160150"/>
                  </a:moveTo>
                  <a:lnTo>
                    <a:pt x="610" y="110844"/>
                  </a:lnTo>
                  <a:lnTo>
                    <a:pt x="1455" y="38605"/>
                  </a:lnTo>
                  <a:lnTo>
                    <a:pt x="2300" y="26873"/>
                  </a:lnTo>
                  <a:lnTo>
                    <a:pt x="3146" y="26874"/>
                  </a:lnTo>
                  <a:lnTo>
                    <a:pt x="3991" y="39664"/>
                  </a:lnTo>
                  <a:lnTo>
                    <a:pt x="4836" y="62574"/>
                  </a:lnTo>
                  <a:lnTo>
                    <a:pt x="5681" y="89170"/>
                  </a:lnTo>
                  <a:lnTo>
                    <a:pt x="6526" y="124333"/>
                  </a:lnTo>
                  <a:lnTo>
                    <a:pt x="7371" y="128877"/>
                  </a:lnTo>
                  <a:lnTo>
                    <a:pt x="8216" y="130781"/>
                  </a:lnTo>
                  <a:lnTo>
                    <a:pt x="9061" y="124401"/>
                  </a:lnTo>
                  <a:lnTo>
                    <a:pt x="9906" y="99538"/>
                  </a:lnTo>
                  <a:lnTo>
                    <a:pt x="10751" y="109345"/>
                  </a:lnTo>
                  <a:lnTo>
                    <a:pt x="11596" y="99020"/>
                  </a:lnTo>
                  <a:lnTo>
                    <a:pt x="12442" y="64700"/>
                  </a:lnTo>
                  <a:lnTo>
                    <a:pt x="13287" y="53295"/>
                  </a:lnTo>
                  <a:lnTo>
                    <a:pt x="14132" y="37253"/>
                  </a:lnTo>
                  <a:lnTo>
                    <a:pt x="14977" y="49952"/>
                  </a:lnTo>
                  <a:lnTo>
                    <a:pt x="15822" y="34872"/>
                  </a:lnTo>
                  <a:lnTo>
                    <a:pt x="16667" y="32517"/>
                  </a:lnTo>
                  <a:lnTo>
                    <a:pt x="17512" y="32825"/>
                  </a:lnTo>
                  <a:lnTo>
                    <a:pt x="18357" y="40087"/>
                  </a:lnTo>
                  <a:lnTo>
                    <a:pt x="19202" y="49719"/>
                  </a:lnTo>
                  <a:lnTo>
                    <a:pt x="20047" y="48973"/>
                  </a:lnTo>
                  <a:lnTo>
                    <a:pt x="20892" y="72404"/>
                  </a:lnTo>
                  <a:lnTo>
                    <a:pt x="21738" y="90366"/>
                  </a:lnTo>
                  <a:lnTo>
                    <a:pt x="22583" y="124379"/>
                  </a:lnTo>
                  <a:lnTo>
                    <a:pt x="23428" y="128332"/>
                  </a:lnTo>
                  <a:lnTo>
                    <a:pt x="24273" y="148488"/>
                  </a:lnTo>
                  <a:lnTo>
                    <a:pt x="25118" y="160110"/>
                  </a:lnTo>
                  <a:lnTo>
                    <a:pt x="25963" y="160110"/>
                  </a:lnTo>
                  <a:lnTo>
                    <a:pt x="26808" y="160111"/>
                  </a:lnTo>
                  <a:lnTo>
                    <a:pt x="27653" y="160112"/>
                  </a:lnTo>
                  <a:lnTo>
                    <a:pt x="28498" y="158399"/>
                  </a:lnTo>
                  <a:lnTo>
                    <a:pt x="29343" y="138243"/>
                  </a:lnTo>
                  <a:lnTo>
                    <a:pt x="30189" y="126619"/>
                  </a:lnTo>
                  <a:lnTo>
                    <a:pt x="31034" y="126619"/>
                  </a:lnTo>
                  <a:lnTo>
                    <a:pt x="31879" y="126619"/>
                  </a:lnTo>
                  <a:lnTo>
                    <a:pt x="32724" y="121851"/>
                  </a:lnTo>
                  <a:lnTo>
                    <a:pt x="33569" y="124546"/>
                  </a:lnTo>
                  <a:lnTo>
                    <a:pt x="34414" y="106074"/>
                  </a:lnTo>
                  <a:lnTo>
                    <a:pt x="35259" y="104664"/>
                  </a:lnTo>
                  <a:lnTo>
                    <a:pt x="36104" y="104665"/>
                  </a:lnTo>
                  <a:lnTo>
                    <a:pt x="36949" y="104665"/>
                  </a:lnTo>
                  <a:lnTo>
                    <a:pt x="37794" y="109433"/>
                  </a:lnTo>
                  <a:lnTo>
                    <a:pt x="38639" y="106737"/>
                  </a:lnTo>
                  <a:lnTo>
                    <a:pt x="39485" y="125208"/>
                  </a:lnTo>
                  <a:lnTo>
                    <a:pt x="40330" y="126619"/>
                  </a:lnTo>
                  <a:lnTo>
                    <a:pt x="41175" y="126619"/>
                  </a:lnTo>
                  <a:lnTo>
                    <a:pt x="42020" y="126619"/>
                  </a:lnTo>
                  <a:lnTo>
                    <a:pt x="42865" y="126619"/>
                  </a:lnTo>
                  <a:lnTo>
                    <a:pt x="43710" y="126619"/>
                  </a:lnTo>
                  <a:lnTo>
                    <a:pt x="44555" y="126619"/>
                  </a:lnTo>
                  <a:lnTo>
                    <a:pt x="45400" y="126619"/>
                  </a:lnTo>
                  <a:lnTo>
                    <a:pt x="46245" y="126619"/>
                  </a:lnTo>
                  <a:lnTo>
                    <a:pt x="47090" y="126226"/>
                  </a:lnTo>
                  <a:lnTo>
                    <a:pt x="47935" y="105793"/>
                  </a:lnTo>
                  <a:lnTo>
                    <a:pt x="48781" y="93526"/>
                  </a:lnTo>
                  <a:lnTo>
                    <a:pt x="49626" y="48037"/>
                  </a:lnTo>
                  <a:lnTo>
                    <a:pt x="50471" y="15690"/>
                  </a:lnTo>
                  <a:lnTo>
                    <a:pt x="51316" y="14266"/>
                  </a:lnTo>
                  <a:lnTo>
                    <a:pt x="52161" y="0"/>
                  </a:lnTo>
                  <a:lnTo>
                    <a:pt x="53006" y="23089"/>
                  </a:lnTo>
                  <a:lnTo>
                    <a:pt x="53851" y="42604"/>
                  </a:lnTo>
                  <a:lnTo>
                    <a:pt x="54696" y="87339"/>
                  </a:lnTo>
                  <a:lnTo>
                    <a:pt x="55541" y="114285"/>
                  </a:lnTo>
                  <a:lnTo>
                    <a:pt x="56386" y="99435"/>
                  </a:lnTo>
                  <a:lnTo>
                    <a:pt x="57231" y="135411"/>
                  </a:lnTo>
                  <a:lnTo>
                    <a:pt x="57550" y="16015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573280" y="2139345"/>
              <a:ext cx="13073" cy="33530"/>
            </a:xfrm>
            <a:custGeom>
              <a:avLst/>
              <a:pathLst>
                <a:path w="13073" h="33530">
                  <a:moveTo>
                    <a:pt x="0" y="33530"/>
                  </a:moveTo>
                  <a:lnTo>
                    <a:pt x="56" y="31533"/>
                  </a:lnTo>
                  <a:lnTo>
                    <a:pt x="901" y="11041"/>
                  </a:lnTo>
                  <a:lnTo>
                    <a:pt x="1746" y="13483"/>
                  </a:lnTo>
                  <a:lnTo>
                    <a:pt x="2591" y="10486"/>
                  </a:lnTo>
                  <a:lnTo>
                    <a:pt x="3436" y="0"/>
                  </a:lnTo>
                  <a:lnTo>
                    <a:pt x="4281" y="0"/>
                  </a:lnTo>
                  <a:lnTo>
                    <a:pt x="5126" y="0"/>
                  </a:lnTo>
                  <a:lnTo>
                    <a:pt x="5971" y="0"/>
                  </a:lnTo>
                  <a:lnTo>
                    <a:pt x="6817" y="0"/>
                  </a:lnTo>
                  <a:lnTo>
                    <a:pt x="7662" y="0"/>
                  </a:lnTo>
                  <a:lnTo>
                    <a:pt x="8507" y="0"/>
                  </a:lnTo>
                  <a:lnTo>
                    <a:pt x="9352" y="0"/>
                  </a:lnTo>
                  <a:lnTo>
                    <a:pt x="10197" y="0"/>
                  </a:lnTo>
                  <a:lnTo>
                    <a:pt x="11042" y="0"/>
                  </a:lnTo>
                  <a:lnTo>
                    <a:pt x="11887" y="6109"/>
                  </a:lnTo>
                  <a:lnTo>
                    <a:pt x="12732" y="22974"/>
                  </a:lnTo>
                  <a:lnTo>
                    <a:pt x="13073" y="335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590084" y="1943075"/>
              <a:ext cx="86350" cy="229800"/>
            </a:xfrm>
            <a:custGeom>
              <a:avLst/>
              <a:pathLst>
                <a:path w="86350" h="229800">
                  <a:moveTo>
                    <a:pt x="0" y="229800"/>
                  </a:moveTo>
                  <a:lnTo>
                    <a:pt x="154" y="225075"/>
                  </a:lnTo>
                  <a:lnTo>
                    <a:pt x="999" y="207437"/>
                  </a:lnTo>
                  <a:lnTo>
                    <a:pt x="1844" y="148759"/>
                  </a:lnTo>
                  <a:lnTo>
                    <a:pt x="2689" y="113874"/>
                  </a:lnTo>
                  <a:lnTo>
                    <a:pt x="3534" y="76902"/>
                  </a:lnTo>
                  <a:lnTo>
                    <a:pt x="4379" y="70827"/>
                  </a:lnTo>
                  <a:lnTo>
                    <a:pt x="5224" y="90626"/>
                  </a:lnTo>
                  <a:lnTo>
                    <a:pt x="6069" y="78716"/>
                  </a:lnTo>
                  <a:lnTo>
                    <a:pt x="6914" y="76735"/>
                  </a:lnTo>
                  <a:lnTo>
                    <a:pt x="7759" y="94111"/>
                  </a:lnTo>
                  <a:lnTo>
                    <a:pt x="8605" y="121003"/>
                  </a:lnTo>
                  <a:lnTo>
                    <a:pt x="9450" y="143839"/>
                  </a:lnTo>
                  <a:lnTo>
                    <a:pt x="10295" y="130041"/>
                  </a:lnTo>
                  <a:lnTo>
                    <a:pt x="11140" y="114363"/>
                  </a:lnTo>
                  <a:lnTo>
                    <a:pt x="11985" y="136977"/>
                  </a:lnTo>
                  <a:lnTo>
                    <a:pt x="12830" y="142253"/>
                  </a:lnTo>
                  <a:lnTo>
                    <a:pt x="13675" y="142254"/>
                  </a:lnTo>
                  <a:lnTo>
                    <a:pt x="14520" y="142254"/>
                  </a:lnTo>
                  <a:lnTo>
                    <a:pt x="15365" y="150769"/>
                  </a:lnTo>
                  <a:lnTo>
                    <a:pt x="16210" y="151994"/>
                  </a:lnTo>
                  <a:lnTo>
                    <a:pt x="17055" y="133793"/>
                  </a:lnTo>
                  <a:lnTo>
                    <a:pt x="17901" y="79839"/>
                  </a:lnTo>
                  <a:lnTo>
                    <a:pt x="18746" y="46920"/>
                  </a:lnTo>
                  <a:lnTo>
                    <a:pt x="19591" y="46920"/>
                  </a:lnTo>
                  <a:lnTo>
                    <a:pt x="20436" y="52202"/>
                  </a:lnTo>
                  <a:lnTo>
                    <a:pt x="21281" y="79340"/>
                  </a:lnTo>
                  <a:lnTo>
                    <a:pt x="22126" y="109397"/>
                  </a:lnTo>
                  <a:lnTo>
                    <a:pt x="22971" y="163351"/>
                  </a:lnTo>
                  <a:lnTo>
                    <a:pt x="23816" y="158910"/>
                  </a:lnTo>
                  <a:lnTo>
                    <a:pt x="24661" y="96411"/>
                  </a:lnTo>
                  <a:lnTo>
                    <a:pt x="25506" y="56607"/>
                  </a:lnTo>
                  <a:lnTo>
                    <a:pt x="26351" y="33136"/>
                  </a:lnTo>
                  <a:lnTo>
                    <a:pt x="27197" y="20702"/>
                  </a:lnTo>
                  <a:lnTo>
                    <a:pt x="28042" y="2230"/>
                  </a:lnTo>
                  <a:lnTo>
                    <a:pt x="28887" y="33090"/>
                  </a:lnTo>
                  <a:lnTo>
                    <a:pt x="29732" y="95589"/>
                  </a:lnTo>
                  <a:lnTo>
                    <a:pt x="30577" y="135393"/>
                  </a:lnTo>
                  <a:lnTo>
                    <a:pt x="31422" y="158864"/>
                  </a:lnTo>
                  <a:lnTo>
                    <a:pt x="32267" y="145267"/>
                  </a:lnTo>
                  <a:lnTo>
                    <a:pt x="33112" y="147212"/>
                  </a:lnTo>
                  <a:lnTo>
                    <a:pt x="33957" y="174204"/>
                  </a:lnTo>
                  <a:lnTo>
                    <a:pt x="34802" y="177462"/>
                  </a:lnTo>
                  <a:lnTo>
                    <a:pt x="35647" y="177462"/>
                  </a:lnTo>
                  <a:lnTo>
                    <a:pt x="36493" y="177463"/>
                  </a:lnTo>
                  <a:lnTo>
                    <a:pt x="37338" y="203494"/>
                  </a:lnTo>
                  <a:lnTo>
                    <a:pt x="38183" y="206203"/>
                  </a:lnTo>
                  <a:lnTo>
                    <a:pt x="39028" y="152755"/>
                  </a:lnTo>
                  <a:lnTo>
                    <a:pt x="39873" y="143465"/>
                  </a:lnTo>
                  <a:lnTo>
                    <a:pt x="40718" y="143465"/>
                  </a:lnTo>
                  <a:lnTo>
                    <a:pt x="41563" y="143466"/>
                  </a:lnTo>
                  <a:lnTo>
                    <a:pt x="42408" y="143466"/>
                  </a:lnTo>
                  <a:lnTo>
                    <a:pt x="43253" y="157282"/>
                  </a:lnTo>
                  <a:lnTo>
                    <a:pt x="44098" y="190239"/>
                  </a:lnTo>
                  <a:lnTo>
                    <a:pt x="44943" y="196269"/>
                  </a:lnTo>
                  <a:lnTo>
                    <a:pt x="45789" y="196269"/>
                  </a:lnTo>
                  <a:lnTo>
                    <a:pt x="46634" y="196269"/>
                  </a:lnTo>
                  <a:lnTo>
                    <a:pt x="47479" y="196269"/>
                  </a:lnTo>
                  <a:lnTo>
                    <a:pt x="48324" y="196269"/>
                  </a:lnTo>
                  <a:lnTo>
                    <a:pt x="49169" y="187381"/>
                  </a:lnTo>
                  <a:lnTo>
                    <a:pt x="50014" y="147151"/>
                  </a:lnTo>
                  <a:lnTo>
                    <a:pt x="50859" y="100769"/>
                  </a:lnTo>
                  <a:lnTo>
                    <a:pt x="51704" y="97422"/>
                  </a:lnTo>
                  <a:lnTo>
                    <a:pt x="52549" y="78934"/>
                  </a:lnTo>
                  <a:lnTo>
                    <a:pt x="53394" y="46521"/>
                  </a:lnTo>
                  <a:lnTo>
                    <a:pt x="54240" y="53999"/>
                  </a:lnTo>
                  <a:lnTo>
                    <a:pt x="55085" y="88293"/>
                  </a:lnTo>
                  <a:lnTo>
                    <a:pt x="55930" y="80332"/>
                  </a:lnTo>
                  <a:lnTo>
                    <a:pt x="56775" y="14098"/>
                  </a:lnTo>
                  <a:lnTo>
                    <a:pt x="57620" y="27359"/>
                  </a:lnTo>
                  <a:lnTo>
                    <a:pt x="58465" y="59772"/>
                  </a:lnTo>
                  <a:lnTo>
                    <a:pt x="59310" y="57749"/>
                  </a:lnTo>
                  <a:lnTo>
                    <a:pt x="60155" y="37670"/>
                  </a:lnTo>
                  <a:lnTo>
                    <a:pt x="61000" y="47994"/>
                  </a:lnTo>
                  <a:lnTo>
                    <a:pt x="61845" y="66582"/>
                  </a:lnTo>
                  <a:lnTo>
                    <a:pt x="62690" y="28834"/>
                  </a:lnTo>
                  <a:lnTo>
                    <a:pt x="63536" y="2402"/>
                  </a:lnTo>
                  <a:lnTo>
                    <a:pt x="64381" y="0"/>
                  </a:lnTo>
                  <a:lnTo>
                    <a:pt x="65226" y="26014"/>
                  </a:lnTo>
                  <a:lnTo>
                    <a:pt x="66071" y="70034"/>
                  </a:lnTo>
                  <a:lnTo>
                    <a:pt x="66916" y="121026"/>
                  </a:lnTo>
                  <a:lnTo>
                    <a:pt x="67761" y="164001"/>
                  </a:lnTo>
                  <a:lnTo>
                    <a:pt x="68606" y="172435"/>
                  </a:lnTo>
                  <a:lnTo>
                    <a:pt x="69451" y="121915"/>
                  </a:lnTo>
                  <a:lnTo>
                    <a:pt x="70296" y="85212"/>
                  </a:lnTo>
                  <a:lnTo>
                    <a:pt x="71141" y="75406"/>
                  </a:lnTo>
                  <a:lnTo>
                    <a:pt x="71986" y="96240"/>
                  </a:lnTo>
                  <a:lnTo>
                    <a:pt x="72832" y="97785"/>
                  </a:lnTo>
                  <a:lnTo>
                    <a:pt x="73677" y="115783"/>
                  </a:lnTo>
                  <a:lnTo>
                    <a:pt x="74522" y="172140"/>
                  </a:lnTo>
                  <a:lnTo>
                    <a:pt x="75367" y="204469"/>
                  </a:lnTo>
                  <a:lnTo>
                    <a:pt x="76212" y="186584"/>
                  </a:lnTo>
                  <a:lnTo>
                    <a:pt x="77057" y="126242"/>
                  </a:lnTo>
                  <a:lnTo>
                    <a:pt x="77902" y="93805"/>
                  </a:lnTo>
                  <a:lnTo>
                    <a:pt x="78747" y="92664"/>
                  </a:lnTo>
                  <a:lnTo>
                    <a:pt x="79592" y="86383"/>
                  </a:lnTo>
                  <a:lnTo>
                    <a:pt x="80437" y="68846"/>
                  </a:lnTo>
                  <a:lnTo>
                    <a:pt x="81282" y="87262"/>
                  </a:lnTo>
                  <a:lnTo>
                    <a:pt x="82128" y="126770"/>
                  </a:lnTo>
                  <a:lnTo>
                    <a:pt x="82973" y="157662"/>
                  </a:lnTo>
                  <a:lnTo>
                    <a:pt x="83818" y="158805"/>
                  </a:lnTo>
                  <a:lnTo>
                    <a:pt x="84663" y="168784"/>
                  </a:lnTo>
                  <a:lnTo>
                    <a:pt x="85508" y="211186"/>
                  </a:lnTo>
                  <a:lnTo>
                    <a:pt x="86350" y="22980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680834" y="1838893"/>
              <a:ext cx="104593" cy="333982"/>
            </a:xfrm>
            <a:custGeom>
              <a:avLst/>
              <a:pathLst>
                <a:path w="104593" h="333982">
                  <a:moveTo>
                    <a:pt x="0" y="333982"/>
                  </a:moveTo>
                  <a:lnTo>
                    <a:pt x="674" y="301131"/>
                  </a:lnTo>
                  <a:lnTo>
                    <a:pt x="1519" y="281661"/>
                  </a:lnTo>
                  <a:lnTo>
                    <a:pt x="2364" y="281662"/>
                  </a:lnTo>
                  <a:lnTo>
                    <a:pt x="3209" y="268157"/>
                  </a:lnTo>
                  <a:lnTo>
                    <a:pt x="4054" y="248064"/>
                  </a:lnTo>
                  <a:lnTo>
                    <a:pt x="4899" y="249207"/>
                  </a:lnTo>
                  <a:lnTo>
                    <a:pt x="5744" y="280981"/>
                  </a:lnTo>
                  <a:lnTo>
                    <a:pt x="6589" y="300452"/>
                  </a:lnTo>
                  <a:lnTo>
                    <a:pt x="7434" y="258817"/>
                  </a:lnTo>
                  <a:lnTo>
                    <a:pt x="8279" y="226430"/>
                  </a:lnTo>
                  <a:lnTo>
                    <a:pt x="9125" y="226429"/>
                  </a:lnTo>
                  <a:lnTo>
                    <a:pt x="9970" y="188715"/>
                  </a:lnTo>
                  <a:lnTo>
                    <a:pt x="10815" y="101520"/>
                  </a:lnTo>
                  <a:lnTo>
                    <a:pt x="11660" y="48902"/>
                  </a:lnTo>
                  <a:lnTo>
                    <a:pt x="12505" y="43462"/>
                  </a:lnTo>
                  <a:lnTo>
                    <a:pt x="13350" y="65633"/>
                  </a:lnTo>
                  <a:lnTo>
                    <a:pt x="14195" y="85345"/>
                  </a:lnTo>
                  <a:lnTo>
                    <a:pt x="15040" y="123059"/>
                  </a:lnTo>
                  <a:lnTo>
                    <a:pt x="15885" y="210256"/>
                  </a:lnTo>
                  <a:lnTo>
                    <a:pt x="16730" y="262875"/>
                  </a:lnTo>
                  <a:lnTo>
                    <a:pt x="17575" y="309948"/>
                  </a:lnTo>
                  <a:lnTo>
                    <a:pt x="18421" y="320163"/>
                  </a:lnTo>
                  <a:lnTo>
                    <a:pt x="19266" y="283826"/>
                  </a:lnTo>
                  <a:lnTo>
                    <a:pt x="20111" y="267004"/>
                  </a:lnTo>
                  <a:lnTo>
                    <a:pt x="20956" y="248533"/>
                  </a:lnTo>
                  <a:lnTo>
                    <a:pt x="21801" y="245012"/>
                  </a:lnTo>
                  <a:lnTo>
                    <a:pt x="22646" y="245013"/>
                  </a:lnTo>
                  <a:lnTo>
                    <a:pt x="23491" y="245013"/>
                  </a:lnTo>
                  <a:lnTo>
                    <a:pt x="24336" y="261637"/>
                  </a:lnTo>
                  <a:lnTo>
                    <a:pt x="25181" y="278459"/>
                  </a:lnTo>
                  <a:lnTo>
                    <a:pt x="26026" y="296930"/>
                  </a:lnTo>
                  <a:lnTo>
                    <a:pt x="26872" y="300452"/>
                  </a:lnTo>
                  <a:lnTo>
                    <a:pt x="27717" y="300452"/>
                  </a:lnTo>
                  <a:lnTo>
                    <a:pt x="28562" y="300452"/>
                  </a:lnTo>
                  <a:lnTo>
                    <a:pt x="29407" y="300452"/>
                  </a:lnTo>
                  <a:lnTo>
                    <a:pt x="30252" y="300452"/>
                  </a:lnTo>
                  <a:lnTo>
                    <a:pt x="31097" y="300452"/>
                  </a:lnTo>
                  <a:lnTo>
                    <a:pt x="31942" y="300452"/>
                  </a:lnTo>
                  <a:lnTo>
                    <a:pt x="32787" y="300452"/>
                  </a:lnTo>
                  <a:lnTo>
                    <a:pt x="33632" y="300452"/>
                  </a:lnTo>
                  <a:lnTo>
                    <a:pt x="34477" y="300452"/>
                  </a:lnTo>
                  <a:lnTo>
                    <a:pt x="35322" y="300452"/>
                  </a:lnTo>
                  <a:lnTo>
                    <a:pt x="36168" y="300452"/>
                  </a:lnTo>
                  <a:lnTo>
                    <a:pt x="37013" y="300452"/>
                  </a:lnTo>
                  <a:lnTo>
                    <a:pt x="37858" y="300452"/>
                  </a:lnTo>
                  <a:lnTo>
                    <a:pt x="38703" y="300452"/>
                  </a:lnTo>
                  <a:lnTo>
                    <a:pt x="39548" y="300452"/>
                  </a:lnTo>
                  <a:lnTo>
                    <a:pt x="40393" y="300452"/>
                  </a:lnTo>
                  <a:lnTo>
                    <a:pt x="41238" y="300452"/>
                  </a:lnTo>
                  <a:lnTo>
                    <a:pt x="42083" y="300452"/>
                  </a:lnTo>
                  <a:lnTo>
                    <a:pt x="42928" y="300452"/>
                  </a:lnTo>
                  <a:lnTo>
                    <a:pt x="43773" y="300452"/>
                  </a:lnTo>
                  <a:lnTo>
                    <a:pt x="44618" y="300452"/>
                  </a:lnTo>
                  <a:lnTo>
                    <a:pt x="45464" y="300452"/>
                  </a:lnTo>
                  <a:lnTo>
                    <a:pt x="46309" y="300452"/>
                  </a:lnTo>
                  <a:lnTo>
                    <a:pt x="47154" y="300452"/>
                  </a:lnTo>
                  <a:lnTo>
                    <a:pt x="47999" y="300452"/>
                  </a:lnTo>
                  <a:lnTo>
                    <a:pt x="48844" y="300829"/>
                  </a:lnTo>
                  <a:lnTo>
                    <a:pt x="49689" y="297224"/>
                  </a:lnTo>
                  <a:lnTo>
                    <a:pt x="50534" y="283796"/>
                  </a:lnTo>
                  <a:lnTo>
                    <a:pt x="51379" y="292777"/>
                  </a:lnTo>
                  <a:lnTo>
                    <a:pt x="52224" y="312933"/>
                  </a:lnTo>
                  <a:lnTo>
                    <a:pt x="53069" y="314417"/>
                  </a:lnTo>
                  <a:lnTo>
                    <a:pt x="53914" y="300640"/>
                  </a:lnTo>
                  <a:lnTo>
                    <a:pt x="54760" y="229140"/>
                  </a:lnTo>
                  <a:lnTo>
                    <a:pt x="55605" y="147804"/>
                  </a:lnTo>
                  <a:lnTo>
                    <a:pt x="56450" y="93830"/>
                  </a:lnTo>
                  <a:lnTo>
                    <a:pt x="57295" y="60608"/>
                  </a:lnTo>
                  <a:lnTo>
                    <a:pt x="58140" y="39786"/>
                  </a:lnTo>
                  <a:lnTo>
                    <a:pt x="58985" y="0"/>
                  </a:lnTo>
                  <a:lnTo>
                    <a:pt x="59830" y="69888"/>
                  </a:lnTo>
                  <a:lnTo>
                    <a:pt x="60675" y="188146"/>
                  </a:lnTo>
                  <a:lnTo>
                    <a:pt x="61520" y="200586"/>
                  </a:lnTo>
                  <a:lnTo>
                    <a:pt x="62365" y="159981"/>
                  </a:lnTo>
                  <a:lnTo>
                    <a:pt x="63210" y="123604"/>
                  </a:lnTo>
                  <a:lnTo>
                    <a:pt x="64056" y="118658"/>
                  </a:lnTo>
                  <a:lnTo>
                    <a:pt x="64901" y="106015"/>
                  </a:lnTo>
                  <a:lnTo>
                    <a:pt x="65746" y="82522"/>
                  </a:lnTo>
                  <a:lnTo>
                    <a:pt x="66591" y="89681"/>
                  </a:lnTo>
                  <a:lnTo>
                    <a:pt x="67436" y="116410"/>
                  </a:lnTo>
                  <a:lnTo>
                    <a:pt x="68281" y="172125"/>
                  </a:lnTo>
                  <a:lnTo>
                    <a:pt x="69126" y="230258"/>
                  </a:lnTo>
                  <a:lnTo>
                    <a:pt x="69971" y="248117"/>
                  </a:lnTo>
                  <a:lnTo>
                    <a:pt x="70816" y="248117"/>
                  </a:lnTo>
                  <a:lnTo>
                    <a:pt x="71661" y="273511"/>
                  </a:lnTo>
                  <a:lnTo>
                    <a:pt x="72506" y="300452"/>
                  </a:lnTo>
                  <a:lnTo>
                    <a:pt x="73352" y="300452"/>
                  </a:lnTo>
                  <a:lnTo>
                    <a:pt x="74197" y="300452"/>
                  </a:lnTo>
                  <a:lnTo>
                    <a:pt x="75042" y="300452"/>
                  </a:lnTo>
                  <a:lnTo>
                    <a:pt x="75887" y="300452"/>
                  </a:lnTo>
                  <a:lnTo>
                    <a:pt x="76732" y="300452"/>
                  </a:lnTo>
                  <a:lnTo>
                    <a:pt x="77577" y="300452"/>
                  </a:lnTo>
                  <a:lnTo>
                    <a:pt x="78422" y="300452"/>
                  </a:lnTo>
                  <a:lnTo>
                    <a:pt x="79267" y="300452"/>
                  </a:lnTo>
                  <a:lnTo>
                    <a:pt x="80112" y="303877"/>
                  </a:lnTo>
                  <a:lnTo>
                    <a:pt x="80957" y="324369"/>
                  </a:lnTo>
                  <a:lnTo>
                    <a:pt x="81802" y="333834"/>
                  </a:lnTo>
                  <a:lnTo>
                    <a:pt x="82648" y="333834"/>
                  </a:lnTo>
                  <a:lnTo>
                    <a:pt x="83493" y="333835"/>
                  </a:lnTo>
                  <a:lnTo>
                    <a:pt x="84338" y="317534"/>
                  </a:lnTo>
                  <a:lnTo>
                    <a:pt x="85183" y="259088"/>
                  </a:lnTo>
                  <a:lnTo>
                    <a:pt x="86028" y="203612"/>
                  </a:lnTo>
                  <a:lnTo>
                    <a:pt x="86873" y="133919"/>
                  </a:lnTo>
                  <a:lnTo>
                    <a:pt x="87718" y="72557"/>
                  </a:lnTo>
                  <a:lnTo>
                    <a:pt x="88563" y="65069"/>
                  </a:lnTo>
                  <a:lnTo>
                    <a:pt x="89408" y="81371"/>
                  </a:lnTo>
                  <a:lnTo>
                    <a:pt x="90253" y="129709"/>
                  </a:lnTo>
                  <a:lnTo>
                    <a:pt x="91099" y="140200"/>
                  </a:lnTo>
                  <a:lnTo>
                    <a:pt x="91944" y="172788"/>
                  </a:lnTo>
                  <a:lnTo>
                    <a:pt x="92789" y="204503"/>
                  </a:lnTo>
                  <a:lnTo>
                    <a:pt x="93634" y="155894"/>
                  </a:lnTo>
                  <a:lnTo>
                    <a:pt x="94479" y="68704"/>
                  </a:lnTo>
                  <a:lnTo>
                    <a:pt x="95324" y="12330"/>
                  </a:lnTo>
                  <a:lnTo>
                    <a:pt x="96169" y="13220"/>
                  </a:lnTo>
                  <a:lnTo>
                    <a:pt x="97014" y="36870"/>
                  </a:lnTo>
                  <a:lnTo>
                    <a:pt x="97859" y="57541"/>
                  </a:lnTo>
                  <a:lnTo>
                    <a:pt x="98704" y="61311"/>
                  </a:lnTo>
                  <a:lnTo>
                    <a:pt x="99549" y="100966"/>
                  </a:lnTo>
                  <a:lnTo>
                    <a:pt x="100395" y="150123"/>
                  </a:lnTo>
                  <a:lnTo>
                    <a:pt x="101240" y="175022"/>
                  </a:lnTo>
                  <a:lnTo>
                    <a:pt x="102085" y="179013"/>
                  </a:lnTo>
                  <a:lnTo>
                    <a:pt x="102930" y="187989"/>
                  </a:lnTo>
                  <a:lnTo>
                    <a:pt x="103775" y="254268"/>
                  </a:lnTo>
                  <a:lnTo>
                    <a:pt x="104593" y="3339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790530" y="1823322"/>
              <a:ext cx="31061" cy="349553"/>
            </a:xfrm>
            <a:custGeom>
              <a:avLst/>
              <a:pathLst>
                <a:path w="31061" h="349553">
                  <a:moveTo>
                    <a:pt x="0" y="349553"/>
                  </a:moveTo>
                  <a:lnTo>
                    <a:pt x="840" y="308364"/>
                  </a:lnTo>
                  <a:lnTo>
                    <a:pt x="1685" y="295782"/>
                  </a:lnTo>
                  <a:lnTo>
                    <a:pt x="2530" y="290415"/>
                  </a:lnTo>
                  <a:lnTo>
                    <a:pt x="3375" y="269923"/>
                  </a:lnTo>
                  <a:lnTo>
                    <a:pt x="4220" y="262399"/>
                  </a:lnTo>
                  <a:lnTo>
                    <a:pt x="5065" y="254548"/>
                  </a:lnTo>
                  <a:lnTo>
                    <a:pt x="5910" y="258775"/>
                  </a:lnTo>
                  <a:lnTo>
                    <a:pt x="6755" y="248669"/>
                  </a:lnTo>
                  <a:lnTo>
                    <a:pt x="7601" y="264283"/>
                  </a:lnTo>
                  <a:lnTo>
                    <a:pt x="8446" y="281945"/>
                  </a:lnTo>
                  <a:lnTo>
                    <a:pt x="9291" y="281944"/>
                  </a:lnTo>
                  <a:lnTo>
                    <a:pt x="10136" y="300082"/>
                  </a:lnTo>
                  <a:lnTo>
                    <a:pt x="10981" y="326611"/>
                  </a:lnTo>
                  <a:lnTo>
                    <a:pt x="11826" y="349300"/>
                  </a:lnTo>
                  <a:lnTo>
                    <a:pt x="12671" y="333686"/>
                  </a:lnTo>
                  <a:lnTo>
                    <a:pt x="13516" y="316023"/>
                  </a:lnTo>
                  <a:lnTo>
                    <a:pt x="14361" y="304939"/>
                  </a:lnTo>
                  <a:lnTo>
                    <a:pt x="15206" y="275496"/>
                  </a:lnTo>
                  <a:lnTo>
                    <a:pt x="16051" y="248062"/>
                  </a:lnTo>
                  <a:lnTo>
                    <a:pt x="16897" y="145181"/>
                  </a:lnTo>
                  <a:lnTo>
                    <a:pt x="17742" y="38662"/>
                  </a:lnTo>
                  <a:lnTo>
                    <a:pt x="18587" y="0"/>
                  </a:lnTo>
                  <a:lnTo>
                    <a:pt x="19432" y="2282"/>
                  </a:lnTo>
                  <a:lnTo>
                    <a:pt x="20277" y="5452"/>
                  </a:lnTo>
                  <a:lnTo>
                    <a:pt x="21122" y="6782"/>
                  </a:lnTo>
                  <a:lnTo>
                    <a:pt x="21967" y="109663"/>
                  </a:lnTo>
                  <a:lnTo>
                    <a:pt x="22812" y="216182"/>
                  </a:lnTo>
                  <a:lnTo>
                    <a:pt x="23657" y="253977"/>
                  </a:lnTo>
                  <a:lnTo>
                    <a:pt x="24502" y="187357"/>
                  </a:lnTo>
                  <a:lnTo>
                    <a:pt x="25348" y="112132"/>
                  </a:lnTo>
                  <a:lnTo>
                    <a:pt x="26193" y="114419"/>
                  </a:lnTo>
                  <a:lnTo>
                    <a:pt x="27038" y="114420"/>
                  </a:lnTo>
                  <a:lnTo>
                    <a:pt x="27883" y="103422"/>
                  </a:lnTo>
                  <a:lnTo>
                    <a:pt x="28728" y="73627"/>
                  </a:lnTo>
                  <a:lnTo>
                    <a:pt x="29573" y="151505"/>
                  </a:lnTo>
                  <a:lnTo>
                    <a:pt x="30418" y="287858"/>
                  </a:lnTo>
                  <a:lnTo>
                    <a:pt x="31061" y="34955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825996" y="1882039"/>
              <a:ext cx="107800" cy="290836"/>
            </a:xfrm>
            <a:custGeom>
              <a:avLst/>
              <a:pathLst>
                <a:path w="107800" h="290836">
                  <a:moveTo>
                    <a:pt x="0" y="290836"/>
                  </a:moveTo>
                  <a:lnTo>
                    <a:pt x="22" y="289058"/>
                  </a:lnTo>
                  <a:lnTo>
                    <a:pt x="868" y="181884"/>
                  </a:lnTo>
                  <a:lnTo>
                    <a:pt x="1713" y="92931"/>
                  </a:lnTo>
                  <a:lnTo>
                    <a:pt x="2558" y="86392"/>
                  </a:lnTo>
                  <a:lnTo>
                    <a:pt x="3403" y="115312"/>
                  </a:lnTo>
                  <a:lnTo>
                    <a:pt x="4248" y="158782"/>
                  </a:lnTo>
                  <a:lnTo>
                    <a:pt x="5093" y="190997"/>
                  </a:lnTo>
                  <a:lnTo>
                    <a:pt x="5938" y="240857"/>
                  </a:lnTo>
                  <a:lnTo>
                    <a:pt x="6783" y="288928"/>
                  </a:lnTo>
                  <a:lnTo>
                    <a:pt x="7628" y="290690"/>
                  </a:lnTo>
                  <a:lnTo>
                    <a:pt x="8473" y="279175"/>
                  </a:lnTo>
                  <a:lnTo>
                    <a:pt x="9319" y="259018"/>
                  </a:lnTo>
                  <a:lnTo>
                    <a:pt x="10164" y="257305"/>
                  </a:lnTo>
                  <a:lnTo>
                    <a:pt x="11009" y="257305"/>
                  </a:lnTo>
                  <a:lnTo>
                    <a:pt x="11854" y="257305"/>
                  </a:lnTo>
                  <a:lnTo>
                    <a:pt x="12699" y="260564"/>
                  </a:lnTo>
                  <a:lnTo>
                    <a:pt x="13544" y="281056"/>
                  </a:lnTo>
                  <a:lnTo>
                    <a:pt x="14389" y="290793"/>
                  </a:lnTo>
                  <a:lnTo>
                    <a:pt x="15234" y="290793"/>
                  </a:lnTo>
                  <a:lnTo>
                    <a:pt x="16079" y="290794"/>
                  </a:lnTo>
                  <a:lnTo>
                    <a:pt x="16924" y="290795"/>
                  </a:lnTo>
                  <a:lnTo>
                    <a:pt x="17769" y="287536"/>
                  </a:lnTo>
                  <a:lnTo>
                    <a:pt x="18615" y="267043"/>
                  </a:lnTo>
                  <a:lnTo>
                    <a:pt x="19460" y="257305"/>
                  </a:lnTo>
                  <a:lnTo>
                    <a:pt x="20305" y="257305"/>
                  </a:lnTo>
                  <a:lnTo>
                    <a:pt x="21150" y="257305"/>
                  </a:lnTo>
                  <a:lnTo>
                    <a:pt x="21995" y="257305"/>
                  </a:lnTo>
                  <a:lnTo>
                    <a:pt x="22840" y="246658"/>
                  </a:lnTo>
                  <a:lnTo>
                    <a:pt x="23685" y="216566"/>
                  </a:lnTo>
                  <a:lnTo>
                    <a:pt x="24530" y="203636"/>
                  </a:lnTo>
                  <a:lnTo>
                    <a:pt x="25375" y="203637"/>
                  </a:lnTo>
                  <a:lnTo>
                    <a:pt x="26220" y="194748"/>
                  </a:lnTo>
                  <a:lnTo>
                    <a:pt x="27065" y="169792"/>
                  </a:lnTo>
                  <a:lnTo>
                    <a:pt x="27911" y="161629"/>
                  </a:lnTo>
                  <a:lnTo>
                    <a:pt x="28756" y="189961"/>
                  </a:lnTo>
                  <a:lnTo>
                    <a:pt x="29601" y="202891"/>
                  </a:lnTo>
                  <a:lnTo>
                    <a:pt x="30446" y="202891"/>
                  </a:lnTo>
                  <a:lnTo>
                    <a:pt x="31291" y="213492"/>
                  </a:lnTo>
                  <a:lnTo>
                    <a:pt x="32136" y="258604"/>
                  </a:lnTo>
                  <a:lnTo>
                    <a:pt x="32981" y="289035"/>
                  </a:lnTo>
                  <a:lnTo>
                    <a:pt x="33826" y="290796"/>
                  </a:lnTo>
                  <a:lnTo>
                    <a:pt x="34671" y="290797"/>
                  </a:lnTo>
                  <a:lnTo>
                    <a:pt x="35516" y="290798"/>
                  </a:lnTo>
                  <a:lnTo>
                    <a:pt x="36361" y="289085"/>
                  </a:lnTo>
                  <a:lnTo>
                    <a:pt x="37207" y="257707"/>
                  </a:lnTo>
                  <a:lnTo>
                    <a:pt x="38052" y="169820"/>
                  </a:lnTo>
                  <a:lnTo>
                    <a:pt x="38897" y="124245"/>
                  </a:lnTo>
                  <a:lnTo>
                    <a:pt x="39742" y="124245"/>
                  </a:lnTo>
                  <a:lnTo>
                    <a:pt x="40587" y="124245"/>
                  </a:lnTo>
                  <a:lnTo>
                    <a:pt x="41432" y="124246"/>
                  </a:lnTo>
                  <a:lnTo>
                    <a:pt x="42277" y="135467"/>
                  </a:lnTo>
                  <a:lnTo>
                    <a:pt x="43122" y="211731"/>
                  </a:lnTo>
                  <a:lnTo>
                    <a:pt x="43967" y="257305"/>
                  </a:lnTo>
                  <a:lnTo>
                    <a:pt x="44812" y="257305"/>
                  </a:lnTo>
                  <a:lnTo>
                    <a:pt x="45657" y="257305"/>
                  </a:lnTo>
                  <a:lnTo>
                    <a:pt x="46503" y="257305"/>
                  </a:lnTo>
                  <a:lnTo>
                    <a:pt x="47348" y="257305"/>
                  </a:lnTo>
                  <a:lnTo>
                    <a:pt x="48193" y="228120"/>
                  </a:lnTo>
                  <a:lnTo>
                    <a:pt x="49038" y="204793"/>
                  </a:lnTo>
                  <a:lnTo>
                    <a:pt x="49883" y="191289"/>
                  </a:lnTo>
                  <a:lnTo>
                    <a:pt x="50728" y="142922"/>
                  </a:lnTo>
                  <a:lnTo>
                    <a:pt x="51573" y="108435"/>
                  </a:lnTo>
                  <a:lnTo>
                    <a:pt x="52418" y="109949"/>
                  </a:lnTo>
                  <a:lnTo>
                    <a:pt x="53263" y="125891"/>
                  </a:lnTo>
                  <a:lnTo>
                    <a:pt x="54108" y="119958"/>
                  </a:lnTo>
                  <a:lnTo>
                    <a:pt x="54953" y="140217"/>
                  </a:lnTo>
                  <a:lnTo>
                    <a:pt x="55799" y="188585"/>
                  </a:lnTo>
                  <a:lnTo>
                    <a:pt x="56644" y="223071"/>
                  </a:lnTo>
                  <a:lnTo>
                    <a:pt x="57489" y="221557"/>
                  </a:lnTo>
                  <a:lnTo>
                    <a:pt x="58334" y="234799"/>
                  </a:lnTo>
                  <a:lnTo>
                    <a:pt x="59179" y="264061"/>
                  </a:lnTo>
                  <a:lnTo>
                    <a:pt x="60024" y="257305"/>
                  </a:lnTo>
                  <a:lnTo>
                    <a:pt x="60869" y="257305"/>
                  </a:lnTo>
                  <a:lnTo>
                    <a:pt x="61714" y="246122"/>
                  </a:lnTo>
                  <a:lnTo>
                    <a:pt x="62559" y="198440"/>
                  </a:lnTo>
                  <a:lnTo>
                    <a:pt x="63404" y="143928"/>
                  </a:lnTo>
                  <a:lnTo>
                    <a:pt x="64249" y="120254"/>
                  </a:lnTo>
                  <a:lnTo>
                    <a:pt x="65095" y="70456"/>
                  </a:lnTo>
                  <a:lnTo>
                    <a:pt x="65940" y="2388"/>
                  </a:lnTo>
                  <a:lnTo>
                    <a:pt x="66785" y="0"/>
                  </a:lnTo>
                  <a:lnTo>
                    <a:pt x="67630" y="47683"/>
                  </a:lnTo>
                  <a:lnTo>
                    <a:pt x="68475" y="102195"/>
                  </a:lnTo>
                  <a:lnTo>
                    <a:pt x="69320" y="125868"/>
                  </a:lnTo>
                  <a:lnTo>
                    <a:pt x="70165" y="175667"/>
                  </a:lnTo>
                  <a:lnTo>
                    <a:pt x="71010" y="243735"/>
                  </a:lnTo>
                  <a:lnTo>
                    <a:pt x="71855" y="251936"/>
                  </a:lnTo>
                  <a:lnTo>
                    <a:pt x="72700" y="228579"/>
                  </a:lnTo>
                  <a:lnTo>
                    <a:pt x="73546" y="206737"/>
                  </a:lnTo>
                  <a:lnTo>
                    <a:pt x="74391" y="203130"/>
                  </a:lnTo>
                  <a:lnTo>
                    <a:pt x="75236" y="203130"/>
                  </a:lnTo>
                  <a:lnTo>
                    <a:pt x="76081" y="203131"/>
                  </a:lnTo>
                  <a:lnTo>
                    <a:pt x="76926" y="196005"/>
                  </a:lnTo>
                  <a:lnTo>
                    <a:pt x="77771" y="202953"/>
                  </a:lnTo>
                  <a:lnTo>
                    <a:pt x="78616" y="206322"/>
                  </a:lnTo>
                  <a:lnTo>
                    <a:pt x="79461" y="201770"/>
                  </a:lnTo>
                  <a:lnTo>
                    <a:pt x="80306" y="201770"/>
                  </a:lnTo>
                  <a:lnTo>
                    <a:pt x="81151" y="201771"/>
                  </a:lnTo>
                  <a:lnTo>
                    <a:pt x="81996" y="181620"/>
                  </a:lnTo>
                  <a:lnTo>
                    <a:pt x="82842" y="178649"/>
                  </a:lnTo>
                  <a:lnTo>
                    <a:pt x="83687" y="197120"/>
                  </a:lnTo>
                  <a:lnTo>
                    <a:pt x="84532" y="205282"/>
                  </a:lnTo>
                  <a:lnTo>
                    <a:pt x="85377" y="205282"/>
                  </a:lnTo>
                  <a:lnTo>
                    <a:pt x="86222" y="201250"/>
                  </a:lnTo>
                  <a:lnTo>
                    <a:pt x="87067" y="182074"/>
                  </a:lnTo>
                  <a:lnTo>
                    <a:pt x="87912" y="162956"/>
                  </a:lnTo>
                  <a:lnTo>
                    <a:pt x="88757" y="160243"/>
                  </a:lnTo>
                  <a:lnTo>
                    <a:pt x="89602" y="160244"/>
                  </a:lnTo>
                  <a:lnTo>
                    <a:pt x="90447" y="160244"/>
                  </a:lnTo>
                  <a:lnTo>
                    <a:pt x="91292" y="151431"/>
                  </a:lnTo>
                  <a:lnTo>
                    <a:pt x="92138" y="158575"/>
                  </a:lnTo>
                  <a:lnTo>
                    <a:pt x="92983" y="164153"/>
                  </a:lnTo>
                  <a:lnTo>
                    <a:pt x="93828" y="169773"/>
                  </a:lnTo>
                  <a:lnTo>
                    <a:pt x="94673" y="167995"/>
                  </a:lnTo>
                  <a:lnTo>
                    <a:pt x="95518" y="167997"/>
                  </a:lnTo>
                  <a:lnTo>
                    <a:pt x="96363" y="180841"/>
                  </a:lnTo>
                  <a:lnTo>
                    <a:pt x="97208" y="225518"/>
                  </a:lnTo>
                  <a:lnTo>
                    <a:pt x="98053" y="225511"/>
                  </a:lnTo>
                  <a:lnTo>
                    <a:pt x="98898" y="171672"/>
                  </a:lnTo>
                  <a:lnTo>
                    <a:pt x="99743" y="156029"/>
                  </a:lnTo>
                  <a:lnTo>
                    <a:pt x="100588" y="96283"/>
                  </a:lnTo>
                  <a:lnTo>
                    <a:pt x="101434" y="34314"/>
                  </a:lnTo>
                  <a:lnTo>
                    <a:pt x="102279" y="21541"/>
                  </a:lnTo>
                  <a:lnTo>
                    <a:pt x="103124" y="54465"/>
                  </a:lnTo>
                  <a:lnTo>
                    <a:pt x="103969" y="105397"/>
                  </a:lnTo>
                  <a:lnTo>
                    <a:pt x="104814" y="122818"/>
                  </a:lnTo>
                  <a:lnTo>
                    <a:pt x="105659" y="182564"/>
                  </a:lnTo>
                  <a:lnTo>
                    <a:pt x="106504" y="249563"/>
                  </a:lnTo>
                  <a:lnTo>
                    <a:pt x="107349" y="281420"/>
                  </a:lnTo>
                  <a:lnTo>
                    <a:pt x="107800" y="29083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934740" y="2035592"/>
              <a:ext cx="6501" cy="137283"/>
            </a:xfrm>
            <a:custGeom>
              <a:avLst/>
              <a:pathLst>
                <a:path w="6501" h="137283">
                  <a:moveTo>
                    <a:pt x="0" y="137283"/>
                  </a:moveTo>
                  <a:lnTo>
                    <a:pt x="296" y="132846"/>
                  </a:lnTo>
                  <a:lnTo>
                    <a:pt x="1141" y="65029"/>
                  </a:lnTo>
                  <a:lnTo>
                    <a:pt x="1986" y="12408"/>
                  </a:lnTo>
                  <a:lnTo>
                    <a:pt x="2831" y="13028"/>
                  </a:lnTo>
                  <a:lnTo>
                    <a:pt x="3676" y="14438"/>
                  </a:lnTo>
                  <a:lnTo>
                    <a:pt x="4521" y="0"/>
                  </a:lnTo>
                  <a:lnTo>
                    <a:pt x="5366" y="24277"/>
                  </a:lnTo>
                  <a:lnTo>
                    <a:pt x="6211" y="112251"/>
                  </a:lnTo>
                  <a:lnTo>
                    <a:pt x="6501" y="13728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5944075" y="1876795"/>
              <a:ext cx="70322" cy="296080"/>
            </a:xfrm>
            <a:custGeom>
              <a:avLst/>
              <a:pathLst>
                <a:path w="70322" h="296080">
                  <a:moveTo>
                    <a:pt x="0" y="296080"/>
                  </a:moveTo>
                  <a:lnTo>
                    <a:pt x="257" y="285705"/>
                  </a:lnTo>
                  <a:lnTo>
                    <a:pt x="1102" y="262900"/>
                  </a:lnTo>
                  <a:lnTo>
                    <a:pt x="1947" y="242744"/>
                  </a:lnTo>
                  <a:lnTo>
                    <a:pt x="2792" y="212547"/>
                  </a:lnTo>
                  <a:lnTo>
                    <a:pt x="3637" y="190206"/>
                  </a:lnTo>
                  <a:lnTo>
                    <a:pt x="4482" y="201682"/>
                  </a:lnTo>
                  <a:lnTo>
                    <a:pt x="5327" y="232575"/>
                  </a:lnTo>
                  <a:lnTo>
                    <a:pt x="6172" y="236893"/>
                  </a:lnTo>
                  <a:lnTo>
                    <a:pt x="7017" y="207758"/>
                  </a:lnTo>
                  <a:lnTo>
                    <a:pt x="7863" y="196761"/>
                  </a:lnTo>
                  <a:lnTo>
                    <a:pt x="8708" y="191899"/>
                  </a:lnTo>
                  <a:lnTo>
                    <a:pt x="9553" y="176559"/>
                  </a:lnTo>
                  <a:lnTo>
                    <a:pt x="10398" y="143826"/>
                  </a:lnTo>
                  <a:lnTo>
                    <a:pt x="11243" y="145944"/>
                  </a:lnTo>
                  <a:lnTo>
                    <a:pt x="12088" y="175080"/>
                  </a:lnTo>
                  <a:lnTo>
                    <a:pt x="12933" y="195908"/>
                  </a:lnTo>
                  <a:lnTo>
                    <a:pt x="13778" y="209731"/>
                  </a:lnTo>
                  <a:lnTo>
                    <a:pt x="14623" y="230820"/>
                  </a:lnTo>
                  <a:lnTo>
                    <a:pt x="15468" y="284044"/>
                  </a:lnTo>
                  <a:lnTo>
                    <a:pt x="16313" y="283215"/>
                  </a:lnTo>
                  <a:lnTo>
                    <a:pt x="17159" y="265449"/>
                  </a:lnTo>
                  <a:lnTo>
                    <a:pt x="18004" y="246978"/>
                  </a:lnTo>
                  <a:lnTo>
                    <a:pt x="18849" y="240665"/>
                  </a:lnTo>
                  <a:lnTo>
                    <a:pt x="19694" y="234918"/>
                  </a:lnTo>
                  <a:lnTo>
                    <a:pt x="20539" y="214426"/>
                  </a:lnTo>
                  <a:lnTo>
                    <a:pt x="21384" y="219999"/>
                  </a:lnTo>
                  <a:lnTo>
                    <a:pt x="22229" y="237764"/>
                  </a:lnTo>
                  <a:lnTo>
                    <a:pt x="23074" y="256235"/>
                  </a:lnTo>
                  <a:lnTo>
                    <a:pt x="23919" y="262550"/>
                  </a:lnTo>
                  <a:lnTo>
                    <a:pt x="24764" y="236706"/>
                  </a:lnTo>
                  <a:lnTo>
                    <a:pt x="25609" y="208894"/>
                  </a:lnTo>
                  <a:lnTo>
                    <a:pt x="26455" y="169604"/>
                  </a:lnTo>
                  <a:lnTo>
                    <a:pt x="27300" y="121727"/>
                  </a:lnTo>
                  <a:lnTo>
                    <a:pt x="28145" y="99042"/>
                  </a:lnTo>
                  <a:lnTo>
                    <a:pt x="28990" y="65030"/>
                  </a:lnTo>
                  <a:lnTo>
                    <a:pt x="29835" y="84100"/>
                  </a:lnTo>
                  <a:lnTo>
                    <a:pt x="30680" y="103381"/>
                  </a:lnTo>
                  <a:lnTo>
                    <a:pt x="31525" y="101797"/>
                  </a:lnTo>
                  <a:lnTo>
                    <a:pt x="32370" y="107036"/>
                  </a:lnTo>
                  <a:lnTo>
                    <a:pt x="33215" y="121463"/>
                  </a:lnTo>
                  <a:lnTo>
                    <a:pt x="34060" y="155477"/>
                  </a:lnTo>
                  <a:lnTo>
                    <a:pt x="34905" y="162252"/>
                  </a:lnTo>
                  <a:lnTo>
                    <a:pt x="35751" y="127177"/>
                  </a:lnTo>
                  <a:lnTo>
                    <a:pt x="36596" y="113635"/>
                  </a:lnTo>
                  <a:lnTo>
                    <a:pt x="37441" y="136558"/>
                  </a:lnTo>
                  <a:lnTo>
                    <a:pt x="38286" y="106661"/>
                  </a:lnTo>
                  <a:lnTo>
                    <a:pt x="39131" y="46870"/>
                  </a:lnTo>
                  <a:lnTo>
                    <a:pt x="39976" y="0"/>
                  </a:lnTo>
                  <a:lnTo>
                    <a:pt x="40821" y="11809"/>
                  </a:lnTo>
                  <a:lnTo>
                    <a:pt x="41666" y="55938"/>
                  </a:lnTo>
                  <a:lnTo>
                    <a:pt x="42511" y="75653"/>
                  </a:lnTo>
                  <a:lnTo>
                    <a:pt x="43356" y="113805"/>
                  </a:lnTo>
                  <a:lnTo>
                    <a:pt x="44202" y="173595"/>
                  </a:lnTo>
                  <a:lnTo>
                    <a:pt x="45047" y="220466"/>
                  </a:lnTo>
                  <a:lnTo>
                    <a:pt x="45892" y="252903"/>
                  </a:lnTo>
                  <a:lnTo>
                    <a:pt x="46737" y="268170"/>
                  </a:lnTo>
                  <a:lnTo>
                    <a:pt x="47582" y="276800"/>
                  </a:lnTo>
                  <a:lnTo>
                    <a:pt x="48427" y="283544"/>
                  </a:lnTo>
                  <a:lnTo>
                    <a:pt x="49272" y="283545"/>
                  </a:lnTo>
                  <a:lnTo>
                    <a:pt x="50117" y="283545"/>
                  </a:lnTo>
                  <a:lnTo>
                    <a:pt x="50962" y="282906"/>
                  </a:lnTo>
                  <a:lnTo>
                    <a:pt x="51807" y="259192"/>
                  </a:lnTo>
                  <a:lnTo>
                    <a:pt x="52652" y="218516"/>
                  </a:lnTo>
                  <a:lnTo>
                    <a:pt x="53498" y="196823"/>
                  </a:lnTo>
                  <a:lnTo>
                    <a:pt x="54343" y="185113"/>
                  </a:lnTo>
                  <a:lnTo>
                    <a:pt x="55188" y="150643"/>
                  </a:lnTo>
                  <a:lnTo>
                    <a:pt x="56033" y="144617"/>
                  </a:lnTo>
                  <a:lnTo>
                    <a:pt x="56878" y="163350"/>
                  </a:lnTo>
                  <a:lnTo>
                    <a:pt x="57723" y="195393"/>
                  </a:lnTo>
                  <a:lnTo>
                    <a:pt x="58568" y="210341"/>
                  </a:lnTo>
                  <a:lnTo>
                    <a:pt x="59413" y="222052"/>
                  </a:lnTo>
                  <a:lnTo>
                    <a:pt x="60258" y="256523"/>
                  </a:lnTo>
                  <a:lnTo>
                    <a:pt x="61103" y="262550"/>
                  </a:lnTo>
                  <a:lnTo>
                    <a:pt x="61948" y="262550"/>
                  </a:lnTo>
                  <a:lnTo>
                    <a:pt x="62794" y="262550"/>
                  </a:lnTo>
                  <a:lnTo>
                    <a:pt x="63639" y="262550"/>
                  </a:lnTo>
                  <a:lnTo>
                    <a:pt x="64484" y="262550"/>
                  </a:lnTo>
                  <a:lnTo>
                    <a:pt x="65329" y="262550"/>
                  </a:lnTo>
                  <a:lnTo>
                    <a:pt x="66174" y="262550"/>
                  </a:lnTo>
                  <a:lnTo>
                    <a:pt x="67019" y="262550"/>
                  </a:lnTo>
                  <a:lnTo>
                    <a:pt x="67864" y="262550"/>
                  </a:lnTo>
                  <a:lnTo>
                    <a:pt x="68709" y="262550"/>
                  </a:lnTo>
                  <a:lnTo>
                    <a:pt x="69554" y="281866"/>
                  </a:lnTo>
                  <a:lnTo>
                    <a:pt x="70322" y="29608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015367" y="1752122"/>
              <a:ext cx="78186" cy="420753"/>
            </a:xfrm>
            <a:custGeom>
              <a:avLst/>
              <a:pathLst>
                <a:path w="78186" h="420753">
                  <a:moveTo>
                    <a:pt x="0" y="420753"/>
                  </a:moveTo>
                  <a:lnTo>
                    <a:pt x="798" y="396305"/>
                  </a:lnTo>
                  <a:lnTo>
                    <a:pt x="1643" y="348194"/>
                  </a:lnTo>
                  <a:lnTo>
                    <a:pt x="2488" y="321929"/>
                  </a:lnTo>
                  <a:lnTo>
                    <a:pt x="3333" y="290849"/>
                  </a:lnTo>
                  <a:lnTo>
                    <a:pt x="4178" y="250030"/>
                  </a:lnTo>
                  <a:lnTo>
                    <a:pt x="5023" y="232446"/>
                  </a:lnTo>
                  <a:lnTo>
                    <a:pt x="5868" y="258339"/>
                  </a:lnTo>
                  <a:lnTo>
                    <a:pt x="6713" y="306450"/>
                  </a:lnTo>
                  <a:lnTo>
                    <a:pt x="7558" y="344172"/>
                  </a:lnTo>
                  <a:lnTo>
                    <a:pt x="8403" y="350914"/>
                  </a:lnTo>
                  <a:lnTo>
                    <a:pt x="9248" y="342370"/>
                  </a:lnTo>
                  <a:lnTo>
                    <a:pt x="10094" y="335011"/>
                  </a:lnTo>
                  <a:lnTo>
                    <a:pt x="10939" y="275253"/>
                  </a:lnTo>
                  <a:lnTo>
                    <a:pt x="11784" y="229883"/>
                  </a:lnTo>
                  <a:lnTo>
                    <a:pt x="12629" y="208378"/>
                  </a:lnTo>
                  <a:lnTo>
                    <a:pt x="13474" y="213398"/>
                  </a:lnTo>
                  <a:lnTo>
                    <a:pt x="14319" y="247103"/>
                  </a:lnTo>
                  <a:lnTo>
                    <a:pt x="15164" y="272046"/>
                  </a:lnTo>
                  <a:lnTo>
                    <a:pt x="16009" y="331804"/>
                  </a:lnTo>
                  <a:lnTo>
                    <a:pt x="16854" y="362612"/>
                  </a:lnTo>
                  <a:lnTo>
                    <a:pt x="17699" y="338317"/>
                  </a:lnTo>
                  <a:lnTo>
                    <a:pt x="18544" y="340797"/>
                  </a:lnTo>
                  <a:lnTo>
                    <a:pt x="19390" y="341571"/>
                  </a:lnTo>
                  <a:lnTo>
                    <a:pt x="20235" y="298126"/>
                  </a:lnTo>
                  <a:lnTo>
                    <a:pt x="21080" y="264846"/>
                  </a:lnTo>
                  <a:lnTo>
                    <a:pt x="21925" y="210416"/>
                  </a:lnTo>
                  <a:lnTo>
                    <a:pt x="22770" y="198372"/>
                  </a:lnTo>
                  <a:lnTo>
                    <a:pt x="23615" y="168834"/>
                  </a:lnTo>
                  <a:lnTo>
                    <a:pt x="24460" y="161842"/>
                  </a:lnTo>
                  <a:lnTo>
                    <a:pt x="25305" y="205288"/>
                  </a:lnTo>
                  <a:lnTo>
                    <a:pt x="26150" y="238569"/>
                  </a:lnTo>
                  <a:lnTo>
                    <a:pt x="26995" y="307558"/>
                  </a:lnTo>
                  <a:lnTo>
                    <a:pt x="27840" y="353946"/>
                  </a:lnTo>
                  <a:lnTo>
                    <a:pt x="28686" y="381002"/>
                  </a:lnTo>
                  <a:lnTo>
                    <a:pt x="29531" y="387223"/>
                  </a:lnTo>
                  <a:lnTo>
                    <a:pt x="30376" y="387223"/>
                  </a:lnTo>
                  <a:lnTo>
                    <a:pt x="31221" y="387223"/>
                  </a:lnTo>
                  <a:lnTo>
                    <a:pt x="32066" y="387223"/>
                  </a:lnTo>
                  <a:lnTo>
                    <a:pt x="32911" y="387223"/>
                  </a:lnTo>
                  <a:lnTo>
                    <a:pt x="33756" y="387223"/>
                  </a:lnTo>
                  <a:lnTo>
                    <a:pt x="34601" y="387223"/>
                  </a:lnTo>
                  <a:lnTo>
                    <a:pt x="35446" y="387223"/>
                  </a:lnTo>
                  <a:lnTo>
                    <a:pt x="36291" y="387223"/>
                  </a:lnTo>
                  <a:lnTo>
                    <a:pt x="37136" y="391268"/>
                  </a:lnTo>
                  <a:lnTo>
                    <a:pt x="37982" y="385616"/>
                  </a:lnTo>
                  <a:lnTo>
                    <a:pt x="38827" y="375000"/>
                  </a:lnTo>
                  <a:lnTo>
                    <a:pt x="39672" y="343954"/>
                  </a:lnTo>
                  <a:lnTo>
                    <a:pt x="40517" y="340039"/>
                  </a:lnTo>
                  <a:lnTo>
                    <a:pt x="41362" y="340040"/>
                  </a:lnTo>
                  <a:lnTo>
                    <a:pt x="42207" y="335995"/>
                  </a:lnTo>
                  <a:lnTo>
                    <a:pt x="43052" y="341647"/>
                  </a:lnTo>
                  <a:lnTo>
                    <a:pt x="43897" y="352262"/>
                  </a:lnTo>
                  <a:lnTo>
                    <a:pt x="44742" y="383307"/>
                  </a:lnTo>
                  <a:lnTo>
                    <a:pt x="45587" y="370239"/>
                  </a:lnTo>
                  <a:lnTo>
                    <a:pt x="46433" y="337238"/>
                  </a:lnTo>
                  <a:lnTo>
                    <a:pt x="47278" y="284065"/>
                  </a:lnTo>
                  <a:lnTo>
                    <a:pt x="48123" y="239205"/>
                  </a:lnTo>
                  <a:lnTo>
                    <a:pt x="48968" y="238716"/>
                  </a:lnTo>
                  <a:lnTo>
                    <a:pt x="49813" y="237216"/>
                  </a:lnTo>
                  <a:lnTo>
                    <a:pt x="50658" y="233380"/>
                  </a:lnTo>
                  <a:lnTo>
                    <a:pt x="51503" y="241173"/>
                  </a:lnTo>
                  <a:lnTo>
                    <a:pt x="52348" y="287361"/>
                  </a:lnTo>
                  <a:lnTo>
                    <a:pt x="53193" y="299350"/>
                  </a:lnTo>
                  <a:lnTo>
                    <a:pt x="54038" y="281060"/>
                  </a:lnTo>
                  <a:lnTo>
                    <a:pt x="54883" y="282561"/>
                  </a:lnTo>
                  <a:lnTo>
                    <a:pt x="55729" y="303378"/>
                  </a:lnTo>
                  <a:lnTo>
                    <a:pt x="56574" y="327264"/>
                  </a:lnTo>
                  <a:lnTo>
                    <a:pt x="57419" y="313114"/>
                  </a:lnTo>
                  <a:lnTo>
                    <a:pt x="58264" y="302086"/>
                  </a:lnTo>
                  <a:lnTo>
                    <a:pt x="59109" y="275003"/>
                  </a:lnTo>
                  <a:lnTo>
                    <a:pt x="59954" y="209608"/>
                  </a:lnTo>
                  <a:lnTo>
                    <a:pt x="60799" y="114758"/>
                  </a:lnTo>
                  <a:lnTo>
                    <a:pt x="61644" y="26951"/>
                  </a:lnTo>
                  <a:lnTo>
                    <a:pt x="62489" y="3520"/>
                  </a:lnTo>
                  <a:lnTo>
                    <a:pt x="63334" y="4270"/>
                  </a:lnTo>
                  <a:lnTo>
                    <a:pt x="64179" y="0"/>
                  </a:lnTo>
                  <a:lnTo>
                    <a:pt x="65025" y="44638"/>
                  </a:lnTo>
                  <a:lnTo>
                    <a:pt x="65870" y="149094"/>
                  </a:lnTo>
                  <a:lnTo>
                    <a:pt x="66715" y="213699"/>
                  </a:lnTo>
                  <a:lnTo>
                    <a:pt x="67560" y="221516"/>
                  </a:lnTo>
                  <a:lnTo>
                    <a:pt x="68405" y="261392"/>
                  </a:lnTo>
                  <a:lnTo>
                    <a:pt x="69250" y="284478"/>
                  </a:lnTo>
                  <a:lnTo>
                    <a:pt x="70095" y="232580"/>
                  </a:lnTo>
                  <a:lnTo>
                    <a:pt x="70940" y="197087"/>
                  </a:lnTo>
                  <a:lnTo>
                    <a:pt x="71785" y="190599"/>
                  </a:lnTo>
                  <a:lnTo>
                    <a:pt x="72630" y="178831"/>
                  </a:lnTo>
                  <a:lnTo>
                    <a:pt x="73475" y="163863"/>
                  </a:lnTo>
                  <a:lnTo>
                    <a:pt x="74321" y="210438"/>
                  </a:lnTo>
                  <a:lnTo>
                    <a:pt x="75166" y="298523"/>
                  </a:lnTo>
                  <a:lnTo>
                    <a:pt x="76011" y="324409"/>
                  </a:lnTo>
                  <a:lnTo>
                    <a:pt x="76856" y="355422"/>
                  </a:lnTo>
                  <a:lnTo>
                    <a:pt x="77701" y="403941"/>
                  </a:lnTo>
                  <a:lnTo>
                    <a:pt x="78186" y="42075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095827" y="1815582"/>
              <a:ext cx="67031" cy="357293"/>
            </a:xfrm>
            <a:custGeom>
              <a:avLst/>
              <a:pathLst>
                <a:path w="67031" h="357293">
                  <a:moveTo>
                    <a:pt x="0" y="357293"/>
                  </a:moveTo>
                  <a:lnTo>
                    <a:pt x="621" y="349343"/>
                  </a:lnTo>
                  <a:lnTo>
                    <a:pt x="1466" y="320946"/>
                  </a:lnTo>
                  <a:lnTo>
                    <a:pt x="2311" y="263872"/>
                  </a:lnTo>
                  <a:lnTo>
                    <a:pt x="3156" y="208613"/>
                  </a:lnTo>
                  <a:lnTo>
                    <a:pt x="4001" y="169482"/>
                  </a:lnTo>
                  <a:lnTo>
                    <a:pt x="4846" y="164572"/>
                  </a:lnTo>
                  <a:lnTo>
                    <a:pt x="5691" y="157164"/>
                  </a:lnTo>
                  <a:lnTo>
                    <a:pt x="6536" y="111534"/>
                  </a:lnTo>
                  <a:lnTo>
                    <a:pt x="7382" y="99872"/>
                  </a:lnTo>
                  <a:lnTo>
                    <a:pt x="8227" y="98238"/>
                  </a:lnTo>
                  <a:lnTo>
                    <a:pt x="9072" y="83491"/>
                  </a:lnTo>
                  <a:lnTo>
                    <a:pt x="9917" y="54157"/>
                  </a:lnTo>
                  <a:lnTo>
                    <a:pt x="10762" y="46949"/>
                  </a:lnTo>
                  <a:lnTo>
                    <a:pt x="11607" y="69737"/>
                  </a:lnTo>
                  <a:lnTo>
                    <a:pt x="12452" y="94451"/>
                  </a:lnTo>
                  <a:lnTo>
                    <a:pt x="13297" y="139867"/>
                  </a:lnTo>
                  <a:lnTo>
                    <a:pt x="14142" y="128591"/>
                  </a:lnTo>
                  <a:lnTo>
                    <a:pt x="14987" y="60021"/>
                  </a:lnTo>
                  <a:lnTo>
                    <a:pt x="15833" y="37757"/>
                  </a:lnTo>
                  <a:lnTo>
                    <a:pt x="16678" y="40278"/>
                  </a:lnTo>
                  <a:lnTo>
                    <a:pt x="17523" y="33242"/>
                  </a:lnTo>
                  <a:lnTo>
                    <a:pt x="18368" y="0"/>
                  </a:lnTo>
                  <a:lnTo>
                    <a:pt x="19213" y="34980"/>
                  </a:lnTo>
                  <a:lnTo>
                    <a:pt x="20058" y="103214"/>
                  </a:lnTo>
                  <a:lnTo>
                    <a:pt x="20903" y="135959"/>
                  </a:lnTo>
                  <a:lnTo>
                    <a:pt x="21748" y="184683"/>
                  </a:lnTo>
                  <a:lnTo>
                    <a:pt x="22593" y="235739"/>
                  </a:lnTo>
                  <a:lnTo>
                    <a:pt x="23438" y="269402"/>
                  </a:lnTo>
                  <a:lnTo>
                    <a:pt x="24283" y="279145"/>
                  </a:lnTo>
                  <a:lnTo>
                    <a:pt x="25129" y="308816"/>
                  </a:lnTo>
                  <a:lnTo>
                    <a:pt x="25974" y="323763"/>
                  </a:lnTo>
                  <a:lnTo>
                    <a:pt x="26819" y="323763"/>
                  </a:lnTo>
                  <a:lnTo>
                    <a:pt x="27664" y="323763"/>
                  </a:lnTo>
                  <a:lnTo>
                    <a:pt x="28509" y="323763"/>
                  </a:lnTo>
                  <a:lnTo>
                    <a:pt x="29354" y="323763"/>
                  </a:lnTo>
                  <a:lnTo>
                    <a:pt x="30199" y="323763"/>
                  </a:lnTo>
                  <a:lnTo>
                    <a:pt x="31044" y="331492"/>
                  </a:lnTo>
                  <a:lnTo>
                    <a:pt x="31889" y="332659"/>
                  </a:lnTo>
                  <a:lnTo>
                    <a:pt x="32734" y="299345"/>
                  </a:lnTo>
                  <a:lnTo>
                    <a:pt x="33579" y="258533"/>
                  </a:lnTo>
                  <a:lnTo>
                    <a:pt x="34425" y="225115"/>
                  </a:lnTo>
                  <a:lnTo>
                    <a:pt x="35270" y="202224"/>
                  </a:lnTo>
                  <a:lnTo>
                    <a:pt x="36115" y="209926"/>
                  </a:lnTo>
                  <a:lnTo>
                    <a:pt x="36960" y="226596"/>
                  </a:lnTo>
                  <a:lnTo>
                    <a:pt x="37805" y="250815"/>
                  </a:lnTo>
                  <a:lnTo>
                    <a:pt x="38650" y="251369"/>
                  </a:lnTo>
                  <a:lnTo>
                    <a:pt x="39495" y="232512"/>
                  </a:lnTo>
                  <a:lnTo>
                    <a:pt x="40340" y="236043"/>
                  </a:lnTo>
                  <a:lnTo>
                    <a:pt x="41185" y="220614"/>
                  </a:lnTo>
                  <a:lnTo>
                    <a:pt x="42030" y="202775"/>
                  </a:lnTo>
                  <a:lnTo>
                    <a:pt x="42875" y="211870"/>
                  </a:lnTo>
                  <a:lnTo>
                    <a:pt x="43721" y="232321"/>
                  </a:lnTo>
                  <a:lnTo>
                    <a:pt x="44566" y="257704"/>
                  </a:lnTo>
                  <a:lnTo>
                    <a:pt x="45411" y="246480"/>
                  </a:lnTo>
                  <a:lnTo>
                    <a:pt x="46256" y="217977"/>
                  </a:lnTo>
                  <a:lnTo>
                    <a:pt x="47101" y="202333"/>
                  </a:lnTo>
                  <a:lnTo>
                    <a:pt x="47946" y="149494"/>
                  </a:lnTo>
                  <a:lnTo>
                    <a:pt x="48791" y="111591"/>
                  </a:lnTo>
                  <a:lnTo>
                    <a:pt x="49636" y="102735"/>
                  </a:lnTo>
                  <a:lnTo>
                    <a:pt x="50481" y="100894"/>
                  </a:lnTo>
                  <a:lnTo>
                    <a:pt x="51326" y="96174"/>
                  </a:lnTo>
                  <a:lnTo>
                    <a:pt x="52171" y="92668"/>
                  </a:lnTo>
                  <a:lnTo>
                    <a:pt x="53017" y="145510"/>
                  </a:lnTo>
                  <a:lnTo>
                    <a:pt x="53862" y="181410"/>
                  </a:lnTo>
                  <a:lnTo>
                    <a:pt x="54707" y="178688"/>
                  </a:lnTo>
                  <a:lnTo>
                    <a:pt x="55552" y="168932"/>
                  </a:lnTo>
                  <a:lnTo>
                    <a:pt x="56397" y="166873"/>
                  </a:lnTo>
                  <a:lnTo>
                    <a:pt x="57242" y="169729"/>
                  </a:lnTo>
                  <a:lnTo>
                    <a:pt x="58087" y="156414"/>
                  </a:lnTo>
                  <a:lnTo>
                    <a:pt x="58932" y="155865"/>
                  </a:lnTo>
                  <a:lnTo>
                    <a:pt x="59777" y="191799"/>
                  </a:lnTo>
                  <a:lnTo>
                    <a:pt x="60622" y="235528"/>
                  </a:lnTo>
                  <a:lnTo>
                    <a:pt x="61467" y="258476"/>
                  </a:lnTo>
                  <a:lnTo>
                    <a:pt x="62313" y="240296"/>
                  </a:lnTo>
                  <a:lnTo>
                    <a:pt x="63158" y="262019"/>
                  </a:lnTo>
                  <a:lnTo>
                    <a:pt x="64003" y="304194"/>
                  </a:lnTo>
                  <a:lnTo>
                    <a:pt x="64848" y="306728"/>
                  </a:lnTo>
                  <a:lnTo>
                    <a:pt x="65693" y="305183"/>
                  </a:lnTo>
                  <a:lnTo>
                    <a:pt x="66538" y="327572"/>
                  </a:lnTo>
                  <a:lnTo>
                    <a:pt x="67031" y="35729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166663" y="1778262"/>
              <a:ext cx="72362" cy="394613"/>
            </a:xfrm>
            <a:custGeom>
              <a:avLst/>
              <a:pathLst>
                <a:path w="72362" h="394613">
                  <a:moveTo>
                    <a:pt x="0" y="394613"/>
                  </a:moveTo>
                  <a:lnTo>
                    <a:pt x="773" y="378195"/>
                  </a:lnTo>
                  <a:lnTo>
                    <a:pt x="1618" y="332713"/>
                  </a:lnTo>
                  <a:lnTo>
                    <a:pt x="2463" y="341796"/>
                  </a:lnTo>
                  <a:lnTo>
                    <a:pt x="3309" y="347879"/>
                  </a:lnTo>
                  <a:lnTo>
                    <a:pt x="4154" y="350514"/>
                  </a:lnTo>
                  <a:lnTo>
                    <a:pt x="4999" y="342868"/>
                  </a:lnTo>
                  <a:lnTo>
                    <a:pt x="5844" y="332275"/>
                  </a:lnTo>
                  <a:lnTo>
                    <a:pt x="6689" y="363448"/>
                  </a:lnTo>
                  <a:lnTo>
                    <a:pt x="7534" y="379229"/>
                  </a:lnTo>
                  <a:lnTo>
                    <a:pt x="8379" y="366533"/>
                  </a:lnTo>
                  <a:lnTo>
                    <a:pt x="9224" y="364575"/>
                  </a:lnTo>
                  <a:lnTo>
                    <a:pt x="10069" y="372222"/>
                  </a:lnTo>
                  <a:lnTo>
                    <a:pt x="10914" y="362304"/>
                  </a:lnTo>
                  <a:lnTo>
                    <a:pt x="11759" y="306165"/>
                  </a:lnTo>
                  <a:lnTo>
                    <a:pt x="12605" y="269314"/>
                  </a:lnTo>
                  <a:lnTo>
                    <a:pt x="13450" y="262354"/>
                  </a:lnTo>
                  <a:lnTo>
                    <a:pt x="14295" y="262355"/>
                  </a:lnTo>
                  <a:lnTo>
                    <a:pt x="15140" y="262356"/>
                  </a:lnTo>
                  <a:lnTo>
                    <a:pt x="15985" y="308680"/>
                  </a:lnTo>
                  <a:lnTo>
                    <a:pt x="16830" y="378213"/>
                  </a:lnTo>
                  <a:lnTo>
                    <a:pt x="17675" y="394570"/>
                  </a:lnTo>
                  <a:lnTo>
                    <a:pt x="18520" y="377867"/>
                  </a:lnTo>
                  <a:lnTo>
                    <a:pt x="19365" y="349543"/>
                  </a:lnTo>
                  <a:lnTo>
                    <a:pt x="20210" y="322390"/>
                  </a:lnTo>
                  <a:lnTo>
                    <a:pt x="21055" y="276384"/>
                  </a:lnTo>
                  <a:lnTo>
                    <a:pt x="21901" y="254515"/>
                  </a:lnTo>
                  <a:lnTo>
                    <a:pt x="22746" y="254515"/>
                  </a:lnTo>
                  <a:lnTo>
                    <a:pt x="23591" y="243469"/>
                  </a:lnTo>
                  <a:lnTo>
                    <a:pt x="24436" y="186855"/>
                  </a:lnTo>
                  <a:lnTo>
                    <a:pt x="25281" y="153759"/>
                  </a:lnTo>
                  <a:lnTo>
                    <a:pt x="26126" y="181633"/>
                  </a:lnTo>
                  <a:lnTo>
                    <a:pt x="26971" y="187948"/>
                  </a:lnTo>
                  <a:lnTo>
                    <a:pt x="27816" y="187949"/>
                  </a:lnTo>
                  <a:lnTo>
                    <a:pt x="28661" y="220604"/>
                  </a:lnTo>
                  <a:lnTo>
                    <a:pt x="29506" y="268893"/>
                  </a:lnTo>
                  <a:lnTo>
                    <a:pt x="30351" y="297353"/>
                  </a:lnTo>
                  <a:lnTo>
                    <a:pt x="31197" y="297552"/>
                  </a:lnTo>
                  <a:lnTo>
                    <a:pt x="32042" y="297552"/>
                  </a:lnTo>
                  <a:lnTo>
                    <a:pt x="32887" y="297553"/>
                  </a:lnTo>
                  <a:lnTo>
                    <a:pt x="33732" y="289124"/>
                  </a:lnTo>
                  <a:lnTo>
                    <a:pt x="34577" y="307088"/>
                  </a:lnTo>
                  <a:lnTo>
                    <a:pt x="35422" y="337576"/>
                  </a:lnTo>
                  <a:lnTo>
                    <a:pt x="36267" y="342549"/>
                  </a:lnTo>
                  <a:lnTo>
                    <a:pt x="37112" y="342549"/>
                  </a:lnTo>
                  <a:lnTo>
                    <a:pt x="37957" y="335667"/>
                  </a:lnTo>
                  <a:lnTo>
                    <a:pt x="38802" y="327037"/>
                  </a:lnTo>
                  <a:lnTo>
                    <a:pt x="39647" y="329465"/>
                  </a:lnTo>
                  <a:lnTo>
                    <a:pt x="40493" y="286069"/>
                  </a:lnTo>
                  <a:lnTo>
                    <a:pt x="41338" y="243888"/>
                  </a:lnTo>
                  <a:lnTo>
                    <a:pt x="42183" y="240629"/>
                  </a:lnTo>
                  <a:lnTo>
                    <a:pt x="43028" y="247513"/>
                  </a:lnTo>
                  <a:lnTo>
                    <a:pt x="43873" y="249470"/>
                  </a:lnTo>
                  <a:lnTo>
                    <a:pt x="44718" y="236504"/>
                  </a:lnTo>
                  <a:lnTo>
                    <a:pt x="45563" y="233047"/>
                  </a:lnTo>
                  <a:lnTo>
                    <a:pt x="46408" y="220599"/>
                  </a:lnTo>
                  <a:lnTo>
                    <a:pt x="47253" y="212106"/>
                  </a:lnTo>
                  <a:lnTo>
                    <a:pt x="48098" y="212106"/>
                  </a:lnTo>
                  <a:lnTo>
                    <a:pt x="48943" y="222301"/>
                  </a:lnTo>
                  <a:lnTo>
                    <a:pt x="49789" y="251522"/>
                  </a:lnTo>
                  <a:lnTo>
                    <a:pt x="50634" y="271361"/>
                  </a:lnTo>
                  <a:lnTo>
                    <a:pt x="51479" y="272101"/>
                  </a:lnTo>
                  <a:lnTo>
                    <a:pt x="52324" y="275357"/>
                  </a:lnTo>
                  <a:lnTo>
                    <a:pt x="53169" y="270910"/>
                  </a:lnTo>
                  <a:lnTo>
                    <a:pt x="54014" y="265718"/>
                  </a:lnTo>
                  <a:lnTo>
                    <a:pt x="54859" y="265718"/>
                  </a:lnTo>
                  <a:lnTo>
                    <a:pt x="55704" y="263948"/>
                  </a:lnTo>
                  <a:lnTo>
                    <a:pt x="56549" y="282697"/>
                  </a:lnTo>
                  <a:lnTo>
                    <a:pt x="57394" y="275395"/>
                  </a:lnTo>
                  <a:lnTo>
                    <a:pt x="58240" y="228743"/>
                  </a:lnTo>
                  <a:lnTo>
                    <a:pt x="59085" y="176867"/>
                  </a:lnTo>
                  <a:lnTo>
                    <a:pt x="59930" y="124677"/>
                  </a:lnTo>
                  <a:lnTo>
                    <a:pt x="60775" y="111787"/>
                  </a:lnTo>
                  <a:lnTo>
                    <a:pt x="61620" y="101790"/>
                  </a:lnTo>
                  <a:lnTo>
                    <a:pt x="62465" y="109805"/>
                  </a:lnTo>
                  <a:lnTo>
                    <a:pt x="63310" y="145372"/>
                  </a:lnTo>
                  <a:lnTo>
                    <a:pt x="64155" y="163389"/>
                  </a:lnTo>
                  <a:lnTo>
                    <a:pt x="65000" y="112782"/>
                  </a:lnTo>
                  <a:lnTo>
                    <a:pt x="65845" y="27537"/>
                  </a:lnTo>
                  <a:lnTo>
                    <a:pt x="66690" y="0"/>
                  </a:lnTo>
                  <a:lnTo>
                    <a:pt x="67536" y="4975"/>
                  </a:lnTo>
                  <a:lnTo>
                    <a:pt x="68381" y="20507"/>
                  </a:lnTo>
                  <a:lnTo>
                    <a:pt x="69226" y="59562"/>
                  </a:lnTo>
                  <a:lnTo>
                    <a:pt x="70071" y="162361"/>
                  </a:lnTo>
                  <a:lnTo>
                    <a:pt x="70916" y="303684"/>
                  </a:lnTo>
                  <a:lnTo>
                    <a:pt x="71761" y="391475"/>
                  </a:lnTo>
                  <a:lnTo>
                    <a:pt x="72362" y="39461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241887" y="1941574"/>
              <a:ext cx="13686" cy="231302"/>
            </a:xfrm>
            <a:custGeom>
              <a:avLst/>
              <a:pathLst>
                <a:path w="13686" h="231302">
                  <a:moveTo>
                    <a:pt x="0" y="231302"/>
                  </a:moveTo>
                  <a:lnTo>
                    <a:pt x="762" y="219468"/>
                  </a:lnTo>
                  <a:lnTo>
                    <a:pt x="1607" y="199376"/>
                  </a:lnTo>
                  <a:lnTo>
                    <a:pt x="2453" y="197771"/>
                  </a:lnTo>
                  <a:lnTo>
                    <a:pt x="3298" y="178737"/>
                  </a:lnTo>
                  <a:lnTo>
                    <a:pt x="4143" y="151440"/>
                  </a:lnTo>
                  <a:lnTo>
                    <a:pt x="4988" y="140159"/>
                  </a:lnTo>
                  <a:lnTo>
                    <a:pt x="5833" y="96675"/>
                  </a:lnTo>
                  <a:lnTo>
                    <a:pt x="6678" y="36446"/>
                  </a:lnTo>
                  <a:lnTo>
                    <a:pt x="7523" y="0"/>
                  </a:lnTo>
                  <a:lnTo>
                    <a:pt x="8368" y="18258"/>
                  </a:lnTo>
                  <a:lnTo>
                    <a:pt x="9213" y="45556"/>
                  </a:lnTo>
                  <a:lnTo>
                    <a:pt x="10058" y="68352"/>
                  </a:lnTo>
                  <a:lnTo>
                    <a:pt x="10903" y="131992"/>
                  </a:lnTo>
                  <a:lnTo>
                    <a:pt x="11749" y="193826"/>
                  </a:lnTo>
                  <a:lnTo>
                    <a:pt x="12594" y="220759"/>
                  </a:lnTo>
                  <a:lnTo>
                    <a:pt x="13439" y="217353"/>
                  </a:lnTo>
                  <a:lnTo>
                    <a:pt x="13686" y="23130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6260389" y="1945606"/>
              <a:ext cx="35334" cy="227269"/>
            </a:xfrm>
            <a:custGeom>
              <a:avLst/>
              <a:pathLst>
                <a:path w="35334" h="227269">
                  <a:moveTo>
                    <a:pt x="0" y="227269"/>
                  </a:moveTo>
                  <a:lnTo>
                    <a:pt x="7" y="226882"/>
                  </a:lnTo>
                  <a:lnTo>
                    <a:pt x="852" y="160216"/>
                  </a:lnTo>
                  <a:lnTo>
                    <a:pt x="1697" y="134396"/>
                  </a:lnTo>
                  <a:lnTo>
                    <a:pt x="2542" y="128649"/>
                  </a:lnTo>
                  <a:lnTo>
                    <a:pt x="3387" y="123011"/>
                  </a:lnTo>
                  <a:lnTo>
                    <a:pt x="4232" y="125231"/>
                  </a:lnTo>
                  <a:lnTo>
                    <a:pt x="5078" y="122557"/>
                  </a:lnTo>
                  <a:lnTo>
                    <a:pt x="5923" y="127795"/>
                  </a:lnTo>
                  <a:lnTo>
                    <a:pt x="6768" y="125082"/>
                  </a:lnTo>
                  <a:lnTo>
                    <a:pt x="7613" y="65982"/>
                  </a:lnTo>
                  <a:lnTo>
                    <a:pt x="8458" y="0"/>
                  </a:lnTo>
                  <a:lnTo>
                    <a:pt x="9303" y="8739"/>
                  </a:lnTo>
                  <a:lnTo>
                    <a:pt x="10148" y="59485"/>
                  </a:lnTo>
                  <a:lnTo>
                    <a:pt x="10993" y="71884"/>
                  </a:lnTo>
                  <a:lnTo>
                    <a:pt x="11838" y="41727"/>
                  </a:lnTo>
                  <a:lnTo>
                    <a:pt x="12683" y="75508"/>
                  </a:lnTo>
                  <a:lnTo>
                    <a:pt x="13528" y="127123"/>
                  </a:lnTo>
                  <a:lnTo>
                    <a:pt x="14374" y="141553"/>
                  </a:lnTo>
                  <a:lnTo>
                    <a:pt x="15219" y="149087"/>
                  </a:lnTo>
                  <a:lnTo>
                    <a:pt x="16064" y="141974"/>
                  </a:lnTo>
                  <a:lnTo>
                    <a:pt x="16909" y="165862"/>
                  </a:lnTo>
                  <a:lnTo>
                    <a:pt x="17754" y="166085"/>
                  </a:lnTo>
                  <a:lnTo>
                    <a:pt x="18599" y="157646"/>
                  </a:lnTo>
                  <a:lnTo>
                    <a:pt x="19444" y="157647"/>
                  </a:lnTo>
                  <a:lnTo>
                    <a:pt x="20289" y="150113"/>
                  </a:lnTo>
                  <a:lnTo>
                    <a:pt x="21134" y="126620"/>
                  </a:lnTo>
                  <a:lnTo>
                    <a:pt x="21979" y="111189"/>
                  </a:lnTo>
                  <a:lnTo>
                    <a:pt x="22824" y="106943"/>
                  </a:lnTo>
                  <a:lnTo>
                    <a:pt x="23670" y="92569"/>
                  </a:lnTo>
                  <a:lnTo>
                    <a:pt x="24515" y="87287"/>
                  </a:lnTo>
                  <a:lnTo>
                    <a:pt x="25360" y="87288"/>
                  </a:lnTo>
                  <a:lnTo>
                    <a:pt x="26205" y="121731"/>
                  </a:lnTo>
                  <a:lnTo>
                    <a:pt x="27050" y="133019"/>
                  </a:lnTo>
                  <a:lnTo>
                    <a:pt x="27895" y="147010"/>
                  </a:lnTo>
                  <a:lnTo>
                    <a:pt x="28740" y="169822"/>
                  </a:lnTo>
                  <a:lnTo>
                    <a:pt x="29585" y="175104"/>
                  </a:lnTo>
                  <a:lnTo>
                    <a:pt x="30430" y="175104"/>
                  </a:lnTo>
                  <a:lnTo>
                    <a:pt x="31275" y="172680"/>
                  </a:lnTo>
                  <a:lnTo>
                    <a:pt x="32120" y="185805"/>
                  </a:lnTo>
                  <a:lnTo>
                    <a:pt x="32966" y="193739"/>
                  </a:lnTo>
                  <a:lnTo>
                    <a:pt x="33811" y="200971"/>
                  </a:lnTo>
                  <a:lnTo>
                    <a:pt x="34656" y="221463"/>
                  </a:lnTo>
                  <a:lnTo>
                    <a:pt x="35334" y="2272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6298490" y="1985464"/>
              <a:ext cx="12337" cy="187412"/>
            </a:xfrm>
            <a:custGeom>
              <a:avLst/>
              <a:pathLst>
                <a:path w="12337" h="187412">
                  <a:moveTo>
                    <a:pt x="0" y="187412"/>
                  </a:moveTo>
                  <a:lnTo>
                    <a:pt x="781" y="169912"/>
                  </a:lnTo>
                  <a:lnTo>
                    <a:pt x="1626" y="94100"/>
                  </a:lnTo>
                  <a:lnTo>
                    <a:pt x="2471" y="45826"/>
                  </a:lnTo>
                  <a:lnTo>
                    <a:pt x="3316" y="38261"/>
                  </a:lnTo>
                  <a:lnTo>
                    <a:pt x="4161" y="40218"/>
                  </a:lnTo>
                  <a:lnTo>
                    <a:pt x="5006" y="22625"/>
                  </a:lnTo>
                  <a:lnTo>
                    <a:pt x="5851" y="0"/>
                  </a:lnTo>
                  <a:lnTo>
                    <a:pt x="6697" y="24797"/>
                  </a:lnTo>
                  <a:lnTo>
                    <a:pt x="7542" y="11123"/>
                  </a:lnTo>
                  <a:lnTo>
                    <a:pt x="8387" y="6353"/>
                  </a:lnTo>
                  <a:lnTo>
                    <a:pt x="9232" y="24552"/>
                  </a:lnTo>
                  <a:lnTo>
                    <a:pt x="10077" y="61901"/>
                  </a:lnTo>
                  <a:lnTo>
                    <a:pt x="10922" y="116651"/>
                  </a:lnTo>
                  <a:lnTo>
                    <a:pt x="11767" y="150488"/>
                  </a:lnTo>
                  <a:lnTo>
                    <a:pt x="12337" y="1874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6313219" y="2114842"/>
              <a:ext cx="27400" cy="58033"/>
            </a:xfrm>
            <a:custGeom>
              <a:avLst/>
              <a:pathLst>
                <a:path w="27400" h="58033">
                  <a:moveTo>
                    <a:pt x="0" y="58033"/>
                  </a:moveTo>
                  <a:lnTo>
                    <a:pt x="418" y="48249"/>
                  </a:lnTo>
                  <a:lnTo>
                    <a:pt x="1263" y="27820"/>
                  </a:lnTo>
                  <a:lnTo>
                    <a:pt x="2108" y="24502"/>
                  </a:lnTo>
                  <a:lnTo>
                    <a:pt x="2953" y="24502"/>
                  </a:lnTo>
                  <a:lnTo>
                    <a:pt x="3798" y="24502"/>
                  </a:lnTo>
                  <a:lnTo>
                    <a:pt x="4643" y="24502"/>
                  </a:lnTo>
                  <a:lnTo>
                    <a:pt x="5489" y="24502"/>
                  </a:lnTo>
                  <a:lnTo>
                    <a:pt x="6334" y="24502"/>
                  </a:lnTo>
                  <a:lnTo>
                    <a:pt x="7179" y="24502"/>
                  </a:lnTo>
                  <a:lnTo>
                    <a:pt x="8024" y="24502"/>
                  </a:lnTo>
                  <a:lnTo>
                    <a:pt x="8869" y="24502"/>
                  </a:lnTo>
                  <a:lnTo>
                    <a:pt x="9714" y="24502"/>
                  </a:lnTo>
                  <a:lnTo>
                    <a:pt x="10559" y="24502"/>
                  </a:lnTo>
                  <a:lnTo>
                    <a:pt x="11404" y="24502"/>
                  </a:lnTo>
                  <a:lnTo>
                    <a:pt x="12249" y="24502"/>
                  </a:lnTo>
                  <a:lnTo>
                    <a:pt x="13094" y="24502"/>
                  </a:lnTo>
                  <a:lnTo>
                    <a:pt x="13939" y="24502"/>
                  </a:lnTo>
                  <a:lnTo>
                    <a:pt x="14785" y="24502"/>
                  </a:lnTo>
                  <a:lnTo>
                    <a:pt x="15630" y="24502"/>
                  </a:lnTo>
                  <a:lnTo>
                    <a:pt x="16475" y="24502"/>
                  </a:lnTo>
                  <a:lnTo>
                    <a:pt x="17320" y="24502"/>
                  </a:lnTo>
                  <a:lnTo>
                    <a:pt x="18165" y="24502"/>
                  </a:lnTo>
                  <a:lnTo>
                    <a:pt x="19010" y="24502"/>
                  </a:lnTo>
                  <a:lnTo>
                    <a:pt x="19855" y="24502"/>
                  </a:lnTo>
                  <a:lnTo>
                    <a:pt x="20700" y="24502"/>
                  </a:lnTo>
                  <a:lnTo>
                    <a:pt x="21545" y="18471"/>
                  </a:lnTo>
                  <a:lnTo>
                    <a:pt x="22390" y="0"/>
                  </a:lnTo>
                  <a:lnTo>
                    <a:pt x="23235" y="6687"/>
                  </a:lnTo>
                  <a:lnTo>
                    <a:pt x="24081" y="30396"/>
                  </a:lnTo>
                  <a:lnTo>
                    <a:pt x="24926" y="41213"/>
                  </a:lnTo>
                  <a:lnTo>
                    <a:pt x="25771" y="34862"/>
                  </a:lnTo>
                  <a:lnTo>
                    <a:pt x="26616" y="40893"/>
                  </a:lnTo>
                  <a:lnTo>
                    <a:pt x="27400" y="5803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6341003" y="1913752"/>
              <a:ext cx="10591" cy="259123"/>
            </a:xfrm>
            <a:custGeom>
              <a:avLst/>
              <a:pathLst>
                <a:path w="10591" h="259123">
                  <a:moveTo>
                    <a:pt x="0" y="259123"/>
                  </a:moveTo>
                  <a:lnTo>
                    <a:pt x="522" y="256966"/>
                  </a:lnTo>
                  <a:lnTo>
                    <a:pt x="1367" y="253389"/>
                  </a:lnTo>
                  <a:lnTo>
                    <a:pt x="2212" y="232306"/>
                  </a:lnTo>
                  <a:lnTo>
                    <a:pt x="3057" y="211745"/>
                  </a:lnTo>
                  <a:lnTo>
                    <a:pt x="3902" y="184640"/>
                  </a:lnTo>
                  <a:lnTo>
                    <a:pt x="4747" y="112913"/>
                  </a:lnTo>
                  <a:lnTo>
                    <a:pt x="5593" y="44757"/>
                  </a:lnTo>
                  <a:lnTo>
                    <a:pt x="6438" y="0"/>
                  </a:lnTo>
                  <a:lnTo>
                    <a:pt x="7283" y="10265"/>
                  </a:lnTo>
                  <a:lnTo>
                    <a:pt x="8128" y="49693"/>
                  </a:lnTo>
                  <a:lnTo>
                    <a:pt x="8973" y="111704"/>
                  </a:lnTo>
                  <a:lnTo>
                    <a:pt x="9818" y="199683"/>
                  </a:lnTo>
                  <a:lnTo>
                    <a:pt x="10591" y="25912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6354259" y="2087248"/>
              <a:ext cx="6283" cy="85627"/>
            </a:xfrm>
            <a:custGeom>
              <a:avLst/>
              <a:pathLst>
                <a:path w="6283" h="85627">
                  <a:moveTo>
                    <a:pt x="0" y="85627"/>
                  </a:moveTo>
                  <a:lnTo>
                    <a:pt x="788" y="20924"/>
                  </a:lnTo>
                  <a:lnTo>
                    <a:pt x="1633" y="0"/>
                  </a:lnTo>
                  <a:lnTo>
                    <a:pt x="2478" y="0"/>
                  </a:lnTo>
                  <a:lnTo>
                    <a:pt x="3323" y="0"/>
                  </a:lnTo>
                  <a:lnTo>
                    <a:pt x="4168" y="0"/>
                  </a:lnTo>
                  <a:lnTo>
                    <a:pt x="5013" y="12953"/>
                  </a:lnTo>
                  <a:lnTo>
                    <a:pt x="5858" y="67328"/>
                  </a:lnTo>
                  <a:lnTo>
                    <a:pt x="6283" y="8562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6363050" y="1875506"/>
              <a:ext cx="82159" cy="297369"/>
            </a:xfrm>
            <a:custGeom>
              <a:avLst/>
              <a:pathLst>
                <a:path w="82159" h="297369">
                  <a:moveTo>
                    <a:pt x="0" y="297369"/>
                  </a:moveTo>
                  <a:lnTo>
                    <a:pt x="448" y="285826"/>
                  </a:lnTo>
                  <a:lnTo>
                    <a:pt x="1293" y="275135"/>
                  </a:lnTo>
                  <a:lnTo>
                    <a:pt x="2138" y="210796"/>
                  </a:lnTo>
                  <a:lnTo>
                    <a:pt x="2983" y="133551"/>
                  </a:lnTo>
                  <a:lnTo>
                    <a:pt x="3828" y="98637"/>
                  </a:lnTo>
                  <a:lnTo>
                    <a:pt x="4673" y="93799"/>
                  </a:lnTo>
                  <a:lnTo>
                    <a:pt x="5518" y="61091"/>
                  </a:lnTo>
                  <a:lnTo>
                    <a:pt x="6364" y="16350"/>
                  </a:lnTo>
                  <a:lnTo>
                    <a:pt x="7209" y="7130"/>
                  </a:lnTo>
                  <a:lnTo>
                    <a:pt x="8054" y="12074"/>
                  </a:lnTo>
                  <a:lnTo>
                    <a:pt x="8899" y="6341"/>
                  </a:lnTo>
                  <a:lnTo>
                    <a:pt x="9744" y="0"/>
                  </a:lnTo>
                  <a:lnTo>
                    <a:pt x="10589" y="48441"/>
                  </a:lnTo>
                  <a:lnTo>
                    <a:pt x="11434" y="128610"/>
                  </a:lnTo>
                  <a:lnTo>
                    <a:pt x="12279" y="185058"/>
                  </a:lnTo>
                  <a:lnTo>
                    <a:pt x="13124" y="172566"/>
                  </a:lnTo>
                  <a:lnTo>
                    <a:pt x="13969" y="136861"/>
                  </a:lnTo>
                  <a:lnTo>
                    <a:pt x="14814" y="118795"/>
                  </a:lnTo>
                  <a:lnTo>
                    <a:pt x="15660" y="77534"/>
                  </a:lnTo>
                  <a:lnTo>
                    <a:pt x="16505" y="47158"/>
                  </a:lnTo>
                  <a:lnTo>
                    <a:pt x="17350" y="48464"/>
                  </a:lnTo>
                  <a:lnTo>
                    <a:pt x="18195" y="108612"/>
                  </a:lnTo>
                  <a:lnTo>
                    <a:pt x="19040" y="170109"/>
                  </a:lnTo>
                  <a:lnTo>
                    <a:pt x="19885" y="219913"/>
                  </a:lnTo>
                  <a:lnTo>
                    <a:pt x="20730" y="267195"/>
                  </a:lnTo>
                  <a:lnTo>
                    <a:pt x="21575" y="269769"/>
                  </a:lnTo>
                  <a:lnTo>
                    <a:pt x="22420" y="226178"/>
                  </a:lnTo>
                  <a:lnTo>
                    <a:pt x="23265" y="135691"/>
                  </a:lnTo>
                  <a:lnTo>
                    <a:pt x="24110" y="106883"/>
                  </a:lnTo>
                  <a:lnTo>
                    <a:pt x="24956" y="58663"/>
                  </a:lnTo>
                  <a:lnTo>
                    <a:pt x="25801" y="28598"/>
                  </a:lnTo>
                  <a:lnTo>
                    <a:pt x="26646" y="53636"/>
                  </a:lnTo>
                  <a:lnTo>
                    <a:pt x="27491" y="106175"/>
                  </a:lnTo>
                  <a:lnTo>
                    <a:pt x="28336" y="189588"/>
                  </a:lnTo>
                  <a:lnTo>
                    <a:pt x="29181" y="220569"/>
                  </a:lnTo>
                  <a:lnTo>
                    <a:pt x="30026" y="268790"/>
                  </a:lnTo>
                  <a:lnTo>
                    <a:pt x="30871" y="285725"/>
                  </a:lnTo>
                  <a:lnTo>
                    <a:pt x="31716" y="233568"/>
                  </a:lnTo>
                  <a:lnTo>
                    <a:pt x="32561" y="210146"/>
                  </a:lnTo>
                  <a:lnTo>
                    <a:pt x="33406" y="210146"/>
                  </a:lnTo>
                  <a:lnTo>
                    <a:pt x="34252" y="210147"/>
                  </a:lnTo>
                  <a:lnTo>
                    <a:pt x="35097" y="210147"/>
                  </a:lnTo>
                  <a:lnTo>
                    <a:pt x="35942" y="223275"/>
                  </a:lnTo>
                  <a:lnTo>
                    <a:pt x="36787" y="253461"/>
                  </a:lnTo>
                  <a:lnTo>
                    <a:pt x="37632" y="272262"/>
                  </a:lnTo>
                  <a:lnTo>
                    <a:pt x="38477" y="257093"/>
                  </a:lnTo>
                  <a:lnTo>
                    <a:pt x="39322" y="227065"/>
                  </a:lnTo>
                  <a:lnTo>
                    <a:pt x="40167" y="226770"/>
                  </a:lnTo>
                  <a:lnTo>
                    <a:pt x="41012" y="225008"/>
                  </a:lnTo>
                  <a:lnTo>
                    <a:pt x="41857" y="190764"/>
                  </a:lnTo>
                  <a:lnTo>
                    <a:pt x="42702" y="166323"/>
                  </a:lnTo>
                  <a:lnTo>
                    <a:pt x="43548" y="165481"/>
                  </a:lnTo>
                  <a:lnTo>
                    <a:pt x="44393" y="135907"/>
                  </a:lnTo>
                  <a:lnTo>
                    <a:pt x="45238" y="67058"/>
                  </a:lnTo>
                  <a:lnTo>
                    <a:pt x="46083" y="12198"/>
                  </a:lnTo>
                  <a:lnTo>
                    <a:pt x="46928" y="29106"/>
                  </a:lnTo>
                  <a:lnTo>
                    <a:pt x="47773" y="44607"/>
                  </a:lnTo>
                  <a:lnTo>
                    <a:pt x="48618" y="60620"/>
                  </a:lnTo>
                  <a:lnTo>
                    <a:pt x="49463" y="100577"/>
                  </a:lnTo>
                  <a:lnTo>
                    <a:pt x="50308" y="113882"/>
                  </a:lnTo>
                  <a:lnTo>
                    <a:pt x="51153" y="116027"/>
                  </a:lnTo>
                  <a:lnTo>
                    <a:pt x="51999" y="115681"/>
                  </a:lnTo>
                  <a:lnTo>
                    <a:pt x="52844" y="93000"/>
                  </a:lnTo>
                  <a:lnTo>
                    <a:pt x="53689" y="66680"/>
                  </a:lnTo>
                  <a:lnTo>
                    <a:pt x="54534" y="82531"/>
                  </a:lnTo>
                  <a:lnTo>
                    <a:pt x="55379" y="138372"/>
                  </a:lnTo>
                  <a:lnTo>
                    <a:pt x="56224" y="192847"/>
                  </a:lnTo>
                  <a:lnTo>
                    <a:pt x="57069" y="210529"/>
                  </a:lnTo>
                  <a:lnTo>
                    <a:pt x="57914" y="233725"/>
                  </a:lnTo>
                  <a:lnTo>
                    <a:pt x="58759" y="256437"/>
                  </a:lnTo>
                  <a:lnTo>
                    <a:pt x="59604" y="211509"/>
                  </a:lnTo>
                  <a:lnTo>
                    <a:pt x="60449" y="167982"/>
                  </a:lnTo>
                  <a:lnTo>
                    <a:pt x="61295" y="167303"/>
                  </a:lnTo>
                  <a:lnTo>
                    <a:pt x="62140" y="176083"/>
                  </a:lnTo>
                  <a:lnTo>
                    <a:pt x="62985" y="187436"/>
                  </a:lnTo>
                  <a:lnTo>
                    <a:pt x="63830" y="172892"/>
                  </a:lnTo>
                  <a:lnTo>
                    <a:pt x="64675" y="185065"/>
                  </a:lnTo>
                  <a:lnTo>
                    <a:pt x="65520" y="216612"/>
                  </a:lnTo>
                  <a:lnTo>
                    <a:pt x="66365" y="217292"/>
                  </a:lnTo>
                  <a:lnTo>
                    <a:pt x="67210" y="208511"/>
                  </a:lnTo>
                  <a:lnTo>
                    <a:pt x="68055" y="197159"/>
                  </a:lnTo>
                  <a:lnTo>
                    <a:pt x="68900" y="215311"/>
                  </a:lnTo>
                  <a:lnTo>
                    <a:pt x="69745" y="249914"/>
                  </a:lnTo>
                  <a:lnTo>
                    <a:pt x="70591" y="258685"/>
                  </a:lnTo>
                  <a:lnTo>
                    <a:pt x="71436" y="249502"/>
                  </a:lnTo>
                  <a:lnTo>
                    <a:pt x="72281" y="243094"/>
                  </a:lnTo>
                  <a:lnTo>
                    <a:pt x="73126" y="211452"/>
                  </a:lnTo>
                  <a:lnTo>
                    <a:pt x="73971" y="164616"/>
                  </a:lnTo>
                  <a:lnTo>
                    <a:pt x="74816" y="159273"/>
                  </a:lnTo>
                  <a:lnTo>
                    <a:pt x="75661" y="154946"/>
                  </a:lnTo>
                  <a:lnTo>
                    <a:pt x="76506" y="166048"/>
                  </a:lnTo>
                  <a:lnTo>
                    <a:pt x="77351" y="168931"/>
                  </a:lnTo>
                  <a:lnTo>
                    <a:pt x="78196" y="184429"/>
                  </a:lnTo>
                  <a:lnTo>
                    <a:pt x="79041" y="228368"/>
                  </a:lnTo>
                  <a:lnTo>
                    <a:pt x="79887" y="237263"/>
                  </a:lnTo>
                  <a:lnTo>
                    <a:pt x="80732" y="264888"/>
                  </a:lnTo>
                  <a:lnTo>
                    <a:pt x="81577" y="281275"/>
                  </a:lnTo>
                  <a:lnTo>
                    <a:pt x="82159" y="2973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6449641" y="2167266"/>
              <a:ext cx="1575" cy="5609"/>
            </a:xfrm>
            <a:custGeom>
              <a:avLst/>
              <a:pathLst>
                <a:path w="1575" h="5609">
                  <a:moveTo>
                    <a:pt x="0" y="5609"/>
                  </a:moveTo>
                  <a:lnTo>
                    <a:pt x="56" y="4390"/>
                  </a:lnTo>
                  <a:lnTo>
                    <a:pt x="901" y="0"/>
                  </a:lnTo>
                  <a:lnTo>
                    <a:pt x="1575" y="56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6453177" y="1838190"/>
              <a:ext cx="86816" cy="334685"/>
            </a:xfrm>
            <a:custGeom>
              <a:avLst/>
              <a:pathLst>
                <a:path w="86816" h="334685">
                  <a:moveTo>
                    <a:pt x="0" y="334685"/>
                  </a:moveTo>
                  <a:lnTo>
                    <a:pt x="746" y="323923"/>
                  </a:lnTo>
                  <a:lnTo>
                    <a:pt x="1591" y="289452"/>
                  </a:lnTo>
                  <a:lnTo>
                    <a:pt x="2436" y="268728"/>
                  </a:lnTo>
                  <a:lnTo>
                    <a:pt x="3281" y="249200"/>
                  </a:lnTo>
                  <a:lnTo>
                    <a:pt x="4126" y="249201"/>
                  </a:lnTo>
                  <a:lnTo>
                    <a:pt x="4971" y="249201"/>
                  </a:lnTo>
                  <a:lnTo>
                    <a:pt x="5816" y="261389"/>
                  </a:lnTo>
                  <a:lnTo>
                    <a:pt x="6661" y="291043"/>
                  </a:lnTo>
                  <a:lnTo>
                    <a:pt x="7506" y="261866"/>
                  </a:lnTo>
                  <a:lnTo>
                    <a:pt x="8352" y="248846"/>
                  </a:lnTo>
                  <a:lnTo>
                    <a:pt x="9197" y="222804"/>
                  </a:lnTo>
                  <a:lnTo>
                    <a:pt x="10042" y="181914"/>
                  </a:lnTo>
                  <a:lnTo>
                    <a:pt x="10887" y="143275"/>
                  </a:lnTo>
                  <a:lnTo>
                    <a:pt x="11732" y="134750"/>
                  </a:lnTo>
                  <a:lnTo>
                    <a:pt x="12577" y="146025"/>
                  </a:lnTo>
                  <a:lnTo>
                    <a:pt x="13422" y="134129"/>
                  </a:lnTo>
                  <a:lnTo>
                    <a:pt x="14267" y="128965"/>
                  </a:lnTo>
                  <a:lnTo>
                    <a:pt x="15112" y="150291"/>
                  </a:lnTo>
                  <a:lnTo>
                    <a:pt x="15957" y="188931"/>
                  </a:lnTo>
                  <a:lnTo>
                    <a:pt x="16802" y="202273"/>
                  </a:lnTo>
                  <a:lnTo>
                    <a:pt x="17648" y="219248"/>
                  </a:lnTo>
                  <a:lnTo>
                    <a:pt x="18493" y="209518"/>
                  </a:lnTo>
                  <a:lnTo>
                    <a:pt x="19338" y="184270"/>
                  </a:lnTo>
                  <a:lnTo>
                    <a:pt x="20183" y="168439"/>
                  </a:lnTo>
                  <a:lnTo>
                    <a:pt x="21028" y="151814"/>
                  </a:lnTo>
                  <a:lnTo>
                    <a:pt x="21873" y="151815"/>
                  </a:lnTo>
                  <a:lnTo>
                    <a:pt x="22718" y="157357"/>
                  </a:lnTo>
                  <a:lnTo>
                    <a:pt x="23563" y="185846"/>
                  </a:lnTo>
                  <a:lnTo>
                    <a:pt x="24408" y="215744"/>
                  </a:lnTo>
                  <a:lnTo>
                    <a:pt x="25253" y="220606"/>
                  </a:lnTo>
                  <a:lnTo>
                    <a:pt x="26098" y="248350"/>
                  </a:lnTo>
                  <a:lnTo>
                    <a:pt x="26944" y="283303"/>
                  </a:lnTo>
                  <a:lnTo>
                    <a:pt x="27789" y="304374"/>
                  </a:lnTo>
                  <a:lnTo>
                    <a:pt x="28634" y="301731"/>
                  </a:lnTo>
                  <a:lnTo>
                    <a:pt x="29479" y="270059"/>
                  </a:lnTo>
                  <a:lnTo>
                    <a:pt x="30324" y="218999"/>
                  </a:lnTo>
                  <a:lnTo>
                    <a:pt x="31169" y="181017"/>
                  </a:lnTo>
                  <a:lnTo>
                    <a:pt x="32014" y="165885"/>
                  </a:lnTo>
                  <a:lnTo>
                    <a:pt x="32859" y="159101"/>
                  </a:lnTo>
                  <a:lnTo>
                    <a:pt x="33704" y="167901"/>
                  </a:lnTo>
                  <a:lnTo>
                    <a:pt x="34549" y="205784"/>
                  </a:lnTo>
                  <a:lnTo>
                    <a:pt x="35394" y="259380"/>
                  </a:lnTo>
                  <a:lnTo>
                    <a:pt x="36240" y="281137"/>
                  </a:lnTo>
                  <a:lnTo>
                    <a:pt x="37085" y="261317"/>
                  </a:lnTo>
                  <a:lnTo>
                    <a:pt x="37930" y="253520"/>
                  </a:lnTo>
                  <a:lnTo>
                    <a:pt x="38775" y="273878"/>
                  </a:lnTo>
                  <a:lnTo>
                    <a:pt x="39620" y="272299"/>
                  </a:lnTo>
                  <a:lnTo>
                    <a:pt x="40465" y="264481"/>
                  </a:lnTo>
                  <a:lnTo>
                    <a:pt x="41310" y="198769"/>
                  </a:lnTo>
                  <a:lnTo>
                    <a:pt x="42155" y="153510"/>
                  </a:lnTo>
                  <a:lnTo>
                    <a:pt x="43000" y="79387"/>
                  </a:lnTo>
                  <a:lnTo>
                    <a:pt x="43845" y="0"/>
                  </a:lnTo>
                  <a:lnTo>
                    <a:pt x="44691" y="29468"/>
                  </a:lnTo>
                  <a:lnTo>
                    <a:pt x="45536" y="61767"/>
                  </a:lnTo>
                  <a:lnTo>
                    <a:pt x="46381" y="87717"/>
                  </a:lnTo>
                  <a:lnTo>
                    <a:pt x="47226" y="104098"/>
                  </a:lnTo>
                  <a:lnTo>
                    <a:pt x="48071" y="181010"/>
                  </a:lnTo>
                  <a:lnTo>
                    <a:pt x="48916" y="258084"/>
                  </a:lnTo>
                  <a:lnTo>
                    <a:pt x="49761" y="233045"/>
                  </a:lnTo>
                  <a:lnTo>
                    <a:pt x="50606" y="210362"/>
                  </a:lnTo>
                  <a:lnTo>
                    <a:pt x="51451" y="262189"/>
                  </a:lnTo>
                  <a:lnTo>
                    <a:pt x="52296" y="309878"/>
                  </a:lnTo>
                  <a:lnTo>
                    <a:pt x="53141" y="295158"/>
                  </a:lnTo>
                  <a:lnTo>
                    <a:pt x="53987" y="230892"/>
                  </a:lnTo>
                  <a:lnTo>
                    <a:pt x="54832" y="237027"/>
                  </a:lnTo>
                  <a:lnTo>
                    <a:pt x="55677" y="255064"/>
                  </a:lnTo>
                  <a:lnTo>
                    <a:pt x="56522" y="223311"/>
                  </a:lnTo>
                  <a:lnTo>
                    <a:pt x="57367" y="184377"/>
                  </a:lnTo>
                  <a:lnTo>
                    <a:pt x="58212" y="155507"/>
                  </a:lnTo>
                  <a:lnTo>
                    <a:pt x="59057" y="183788"/>
                  </a:lnTo>
                  <a:lnTo>
                    <a:pt x="59902" y="194413"/>
                  </a:lnTo>
                  <a:lnTo>
                    <a:pt x="60747" y="202920"/>
                  </a:lnTo>
                  <a:lnTo>
                    <a:pt x="61592" y="218167"/>
                  </a:lnTo>
                  <a:lnTo>
                    <a:pt x="62437" y="229759"/>
                  </a:lnTo>
                  <a:lnTo>
                    <a:pt x="63283" y="264747"/>
                  </a:lnTo>
                  <a:lnTo>
                    <a:pt x="64128" y="282690"/>
                  </a:lnTo>
                  <a:lnTo>
                    <a:pt x="64973" y="283422"/>
                  </a:lnTo>
                  <a:lnTo>
                    <a:pt x="65818" y="284609"/>
                  </a:lnTo>
                  <a:lnTo>
                    <a:pt x="66663" y="293852"/>
                  </a:lnTo>
                  <a:lnTo>
                    <a:pt x="67508" y="287659"/>
                  </a:lnTo>
                  <a:lnTo>
                    <a:pt x="68353" y="239440"/>
                  </a:lnTo>
                  <a:lnTo>
                    <a:pt x="69198" y="172662"/>
                  </a:lnTo>
                  <a:lnTo>
                    <a:pt x="70043" y="156870"/>
                  </a:lnTo>
                  <a:lnTo>
                    <a:pt x="70888" y="147081"/>
                  </a:lnTo>
                  <a:lnTo>
                    <a:pt x="71733" y="121688"/>
                  </a:lnTo>
                  <a:lnTo>
                    <a:pt x="72579" y="94060"/>
                  </a:lnTo>
                  <a:lnTo>
                    <a:pt x="73424" y="115922"/>
                  </a:lnTo>
                  <a:lnTo>
                    <a:pt x="74269" y="182700"/>
                  </a:lnTo>
                  <a:lnTo>
                    <a:pt x="75114" y="198100"/>
                  </a:lnTo>
                  <a:lnTo>
                    <a:pt x="75959" y="176152"/>
                  </a:lnTo>
                  <a:lnTo>
                    <a:pt x="76804" y="140231"/>
                  </a:lnTo>
                  <a:lnTo>
                    <a:pt x="77649" y="135110"/>
                  </a:lnTo>
                  <a:lnTo>
                    <a:pt x="78494" y="180753"/>
                  </a:lnTo>
                  <a:lnTo>
                    <a:pt x="79339" y="186177"/>
                  </a:lnTo>
                  <a:lnTo>
                    <a:pt x="80184" y="155086"/>
                  </a:lnTo>
                  <a:lnTo>
                    <a:pt x="81029" y="136777"/>
                  </a:lnTo>
                  <a:lnTo>
                    <a:pt x="81875" y="183428"/>
                  </a:lnTo>
                  <a:lnTo>
                    <a:pt x="82720" y="230901"/>
                  </a:lnTo>
                  <a:lnTo>
                    <a:pt x="83565" y="211616"/>
                  </a:lnTo>
                  <a:lnTo>
                    <a:pt x="84410" y="206191"/>
                  </a:lnTo>
                  <a:lnTo>
                    <a:pt x="85255" y="242585"/>
                  </a:lnTo>
                  <a:lnTo>
                    <a:pt x="86100" y="311191"/>
                  </a:lnTo>
                  <a:lnTo>
                    <a:pt x="86816" y="33468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6542291" y="1963635"/>
              <a:ext cx="61927" cy="209240"/>
            </a:xfrm>
            <a:custGeom>
              <a:avLst/>
              <a:pathLst>
                <a:path w="61927" h="209240">
                  <a:moveTo>
                    <a:pt x="0" y="209240"/>
                  </a:moveTo>
                  <a:lnTo>
                    <a:pt x="366" y="205993"/>
                  </a:lnTo>
                  <a:lnTo>
                    <a:pt x="1211" y="174357"/>
                  </a:lnTo>
                  <a:lnTo>
                    <a:pt x="2056" y="136324"/>
                  </a:lnTo>
                  <a:lnTo>
                    <a:pt x="2901" y="103731"/>
                  </a:lnTo>
                  <a:lnTo>
                    <a:pt x="3746" y="60658"/>
                  </a:lnTo>
                  <a:lnTo>
                    <a:pt x="4591" y="57310"/>
                  </a:lnTo>
                  <a:lnTo>
                    <a:pt x="5437" y="80184"/>
                  </a:lnTo>
                  <a:lnTo>
                    <a:pt x="6282" y="111383"/>
                  </a:lnTo>
                  <a:lnTo>
                    <a:pt x="7127" y="80304"/>
                  </a:lnTo>
                  <a:lnTo>
                    <a:pt x="7972" y="66793"/>
                  </a:lnTo>
                  <a:lnTo>
                    <a:pt x="8817" y="102915"/>
                  </a:lnTo>
                  <a:lnTo>
                    <a:pt x="9662" y="106263"/>
                  </a:lnTo>
                  <a:lnTo>
                    <a:pt x="10507" y="90878"/>
                  </a:lnTo>
                  <a:lnTo>
                    <a:pt x="11352" y="86404"/>
                  </a:lnTo>
                  <a:lnTo>
                    <a:pt x="12197" y="135422"/>
                  </a:lnTo>
                  <a:lnTo>
                    <a:pt x="13042" y="168757"/>
                  </a:lnTo>
                  <a:lnTo>
                    <a:pt x="13887" y="175710"/>
                  </a:lnTo>
                  <a:lnTo>
                    <a:pt x="14733" y="175710"/>
                  </a:lnTo>
                  <a:lnTo>
                    <a:pt x="15578" y="176191"/>
                  </a:lnTo>
                  <a:lnTo>
                    <a:pt x="16423" y="166592"/>
                  </a:lnTo>
                  <a:lnTo>
                    <a:pt x="17268" y="157074"/>
                  </a:lnTo>
                  <a:lnTo>
                    <a:pt x="18113" y="144248"/>
                  </a:lnTo>
                  <a:lnTo>
                    <a:pt x="18958" y="127411"/>
                  </a:lnTo>
                  <a:lnTo>
                    <a:pt x="19803" y="121237"/>
                  </a:lnTo>
                  <a:lnTo>
                    <a:pt x="20648" y="104795"/>
                  </a:lnTo>
                  <a:lnTo>
                    <a:pt x="21493" y="106791"/>
                  </a:lnTo>
                  <a:lnTo>
                    <a:pt x="22338" y="108439"/>
                  </a:lnTo>
                  <a:lnTo>
                    <a:pt x="23183" y="86793"/>
                  </a:lnTo>
                  <a:lnTo>
                    <a:pt x="24029" y="38067"/>
                  </a:lnTo>
                  <a:lnTo>
                    <a:pt x="24874" y="0"/>
                  </a:lnTo>
                  <a:lnTo>
                    <a:pt x="25719" y="8743"/>
                  </a:lnTo>
                  <a:lnTo>
                    <a:pt x="26564" y="16347"/>
                  </a:lnTo>
                  <a:lnTo>
                    <a:pt x="27409" y="44585"/>
                  </a:lnTo>
                  <a:lnTo>
                    <a:pt x="28254" y="92091"/>
                  </a:lnTo>
                  <a:lnTo>
                    <a:pt x="29099" y="134134"/>
                  </a:lnTo>
                  <a:lnTo>
                    <a:pt x="29944" y="173908"/>
                  </a:lnTo>
                  <a:lnTo>
                    <a:pt x="30789" y="156889"/>
                  </a:lnTo>
                  <a:lnTo>
                    <a:pt x="31634" y="103477"/>
                  </a:lnTo>
                  <a:lnTo>
                    <a:pt x="32479" y="61937"/>
                  </a:lnTo>
                  <a:lnTo>
                    <a:pt x="33325" y="54627"/>
                  </a:lnTo>
                  <a:lnTo>
                    <a:pt x="34170" y="72928"/>
                  </a:lnTo>
                  <a:lnTo>
                    <a:pt x="35015" y="61666"/>
                  </a:lnTo>
                  <a:lnTo>
                    <a:pt x="35860" y="59465"/>
                  </a:lnTo>
                  <a:lnTo>
                    <a:pt x="36705" y="79807"/>
                  </a:lnTo>
                  <a:lnTo>
                    <a:pt x="37550" y="85003"/>
                  </a:lnTo>
                  <a:lnTo>
                    <a:pt x="38395" y="44809"/>
                  </a:lnTo>
                  <a:lnTo>
                    <a:pt x="39240" y="27866"/>
                  </a:lnTo>
                  <a:lnTo>
                    <a:pt x="40085" y="9125"/>
                  </a:lnTo>
                  <a:lnTo>
                    <a:pt x="40930" y="28039"/>
                  </a:lnTo>
                  <a:lnTo>
                    <a:pt x="41775" y="61109"/>
                  </a:lnTo>
                  <a:lnTo>
                    <a:pt x="42621" y="80625"/>
                  </a:lnTo>
                  <a:lnTo>
                    <a:pt x="43466" y="125140"/>
                  </a:lnTo>
                  <a:lnTo>
                    <a:pt x="44311" y="160542"/>
                  </a:lnTo>
                  <a:lnTo>
                    <a:pt x="45156" y="180204"/>
                  </a:lnTo>
                  <a:lnTo>
                    <a:pt x="46001" y="171506"/>
                  </a:lnTo>
                  <a:lnTo>
                    <a:pt x="46846" y="144085"/>
                  </a:lnTo>
                  <a:lnTo>
                    <a:pt x="47691" y="57825"/>
                  </a:lnTo>
                  <a:lnTo>
                    <a:pt x="48536" y="24622"/>
                  </a:lnTo>
                  <a:lnTo>
                    <a:pt x="49381" y="26429"/>
                  </a:lnTo>
                  <a:lnTo>
                    <a:pt x="50226" y="45402"/>
                  </a:lnTo>
                  <a:lnTo>
                    <a:pt x="51072" y="35529"/>
                  </a:lnTo>
                  <a:lnTo>
                    <a:pt x="51917" y="26579"/>
                  </a:lnTo>
                  <a:lnTo>
                    <a:pt x="52762" y="101917"/>
                  </a:lnTo>
                  <a:lnTo>
                    <a:pt x="53607" y="130895"/>
                  </a:lnTo>
                  <a:lnTo>
                    <a:pt x="54452" y="117198"/>
                  </a:lnTo>
                  <a:lnTo>
                    <a:pt x="55297" y="119942"/>
                  </a:lnTo>
                  <a:lnTo>
                    <a:pt x="56142" y="114469"/>
                  </a:lnTo>
                  <a:lnTo>
                    <a:pt x="56987" y="109947"/>
                  </a:lnTo>
                  <a:lnTo>
                    <a:pt x="57832" y="128199"/>
                  </a:lnTo>
                  <a:lnTo>
                    <a:pt x="58677" y="122382"/>
                  </a:lnTo>
                  <a:lnTo>
                    <a:pt x="59522" y="121030"/>
                  </a:lnTo>
                  <a:lnTo>
                    <a:pt x="60368" y="114120"/>
                  </a:lnTo>
                  <a:lnTo>
                    <a:pt x="61213" y="148885"/>
                  </a:lnTo>
                  <a:lnTo>
                    <a:pt x="61927" y="20924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6606247" y="1778534"/>
              <a:ext cx="176183" cy="394341"/>
            </a:xfrm>
            <a:custGeom>
              <a:avLst/>
              <a:pathLst>
                <a:path w="176183" h="394341">
                  <a:moveTo>
                    <a:pt x="0" y="394341"/>
                  </a:moveTo>
                  <a:lnTo>
                    <a:pt x="637" y="358892"/>
                  </a:lnTo>
                  <a:lnTo>
                    <a:pt x="1482" y="343539"/>
                  </a:lnTo>
                  <a:lnTo>
                    <a:pt x="2327" y="342902"/>
                  </a:lnTo>
                  <a:lnTo>
                    <a:pt x="3172" y="255499"/>
                  </a:lnTo>
                  <a:lnTo>
                    <a:pt x="4017" y="175274"/>
                  </a:lnTo>
                  <a:lnTo>
                    <a:pt x="4863" y="211176"/>
                  </a:lnTo>
                  <a:lnTo>
                    <a:pt x="5708" y="284049"/>
                  </a:lnTo>
                  <a:lnTo>
                    <a:pt x="6553" y="300964"/>
                  </a:lnTo>
                  <a:lnTo>
                    <a:pt x="7398" y="244894"/>
                  </a:lnTo>
                  <a:lnTo>
                    <a:pt x="8243" y="224993"/>
                  </a:lnTo>
                  <a:lnTo>
                    <a:pt x="9088" y="242478"/>
                  </a:lnTo>
                  <a:lnTo>
                    <a:pt x="9933" y="225476"/>
                  </a:lnTo>
                  <a:lnTo>
                    <a:pt x="10778" y="213349"/>
                  </a:lnTo>
                  <a:lnTo>
                    <a:pt x="11623" y="175040"/>
                  </a:lnTo>
                  <a:lnTo>
                    <a:pt x="12468" y="196895"/>
                  </a:lnTo>
                  <a:lnTo>
                    <a:pt x="13313" y="224420"/>
                  </a:lnTo>
                  <a:lnTo>
                    <a:pt x="14159" y="220508"/>
                  </a:lnTo>
                  <a:lnTo>
                    <a:pt x="15004" y="182094"/>
                  </a:lnTo>
                  <a:lnTo>
                    <a:pt x="15849" y="148271"/>
                  </a:lnTo>
                  <a:lnTo>
                    <a:pt x="16694" y="183169"/>
                  </a:lnTo>
                  <a:lnTo>
                    <a:pt x="17539" y="180505"/>
                  </a:lnTo>
                  <a:lnTo>
                    <a:pt x="18384" y="195788"/>
                  </a:lnTo>
                  <a:lnTo>
                    <a:pt x="19229" y="231645"/>
                  </a:lnTo>
                  <a:lnTo>
                    <a:pt x="20074" y="272001"/>
                  </a:lnTo>
                  <a:lnTo>
                    <a:pt x="20919" y="292065"/>
                  </a:lnTo>
                  <a:lnTo>
                    <a:pt x="21764" y="270255"/>
                  </a:lnTo>
                  <a:lnTo>
                    <a:pt x="22609" y="276731"/>
                  </a:lnTo>
                  <a:lnTo>
                    <a:pt x="23455" y="309249"/>
                  </a:lnTo>
                  <a:lnTo>
                    <a:pt x="24300" y="313176"/>
                  </a:lnTo>
                  <a:lnTo>
                    <a:pt x="25145" y="307808"/>
                  </a:lnTo>
                  <a:lnTo>
                    <a:pt x="25990" y="307809"/>
                  </a:lnTo>
                  <a:lnTo>
                    <a:pt x="26835" y="331466"/>
                  </a:lnTo>
                  <a:lnTo>
                    <a:pt x="27680" y="359310"/>
                  </a:lnTo>
                  <a:lnTo>
                    <a:pt x="28525" y="360810"/>
                  </a:lnTo>
                  <a:lnTo>
                    <a:pt x="29370" y="360810"/>
                  </a:lnTo>
                  <a:lnTo>
                    <a:pt x="30215" y="337791"/>
                  </a:lnTo>
                  <a:lnTo>
                    <a:pt x="31060" y="308747"/>
                  </a:lnTo>
                  <a:lnTo>
                    <a:pt x="31905" y="308747"/>
                  </a:lnTo>
                  <a:lnTo>
                    <a:pt x="32751" y="283714"/>
                  </a:lnTo>
                  <a:lnTo>
                    <a:pt x="33596" y="249327"/>
                  </a:lnTo>
                  <a:lnTo>
                    <a:pt x="34441" y="172295"/>
                  </a:lnTo>
                  <a:lnTo>
                    <a:pt x="35286" y="134607"/>
                  </a:lnTo>
                  <a:lnTo>
                    <a:pt x="36131" y="171399"/>
                  </a:lnTo>
                  <a:lnTo>
                    <a:pt x="36976" y="191670"/>
                  </a:lnTo>
                  <a:lnTo>
                    <a:pt x="37821" y="212960"/>
                  </a:lnTo>
                  <a:lnTo>
                    <a:pt x="38666" y="225551"/>
                  </a:lnTo>
                  <a:lnTo>
                    <a:pt x="39511" y="242686"/>
                  </a:lnTo>
                  <a:lnTo>
                    <a:pt x="40356" y="235701"/>
                  </a:lnTo>
                  <a:lnTo>
                    <a:pt x="41201" y="174199"/>
                  </a:lnTo>
                  <a:lnTo>
                    <a:pt x="42047" y="125688"/>
                  </a:lnTo>
                  <a:lnTo>
                    <a:pt x="42892" y="110708"/>
                  </a:lnTo>
                  <a:lnTo>
                    <a:pt x="43737" y="113588"/>
                  </a:lnTo>
                  <a:lnTo>
                    <a:pt x="44582" y="150800"/>
                  </a:lnTo>
                  <a:lnTo>
                    <a:pt x="45427" y="173098"/>
                  </a:lnTo>
                  <a:lnTo>
                    <a:pt x="46272" y="170277"/>
                  </a:lnTo>
                  <a:lnTo>
                    <a:pt x="47117" y="155721"/>
                  </a:lnTo>
                  <a:lnTo>
                    <a:pt x="47962" y="131701"/>
                  </a:lnTo>
                  <a:lnTo>
                    <a:pt x="48807" y="71176"/>
                  </a:lnTo>
                  <a:lnTo>
                    <a:pt x="49652" y="0"/>
                  </a:lnTo>
                  <a:lnTo>
                    <a:pt x="50498" y="33201"/>
                  </a:lnTo>
                  <a:lnTo>
                    <a:pt x="51343" y="91258"/>
                  </a:lnTo>
                  <a:lnTo>
                    <a:pt x="52188" y="132209"/>
                  </a:lnTo>
                  <a:lnTo>
                    <a:pt x="53033" y="150773"/>
                  </a:lnTo>
                  <a:lnTo>
                    <a:pt x="53878" y="205346"/>
                  </a:lnTo>
                  <a:lnTo>
                    <a:pt x="54723" y="296495"/>
                  </a:lnTo>
                  <a:lnTo>
                    <a:pt x="55568" y="308686"/>
                  </a:lnTo>
                  <a:lnTo>
                    <a:pt x="56413" y="307201"/>
                  </a:lnTo>
                  <a:lnTo>
                    <a:pt x="57258" y="309048"/>
                  </a:lnTo>
                  <a:lnTo>
                    <a:pt x="58103" y="331551"/>
                  </a:lnTo>
                  <a:lnTo>
                    <a:pt x="58948" y="306375"/>
                  </a:lnTo>
                  <a:lnTo>
                    <a:pt x="59794" y="260311"/>
                  </a:lnTo>
                  <a:lnTo>
                    <a:pt x="60639" y="185559"/>
                  </a:lnTo>
                  <a:lnTo>
                    <a:pt x="61484" y="130628"/>
                  </a:lnTo>
                  <a:lnTo>
                    <a:pt x="62329" y="91919"/>
                  </a:lnTo>
                  <a:lnTo>
                    <a:pt x="63174" y="32049"/>
                  </a:lnTo>
                  <a:lnTo>
                    <a:pt x="64019" y="39695"/>
                  </a:lnTo>
                  <a:lnTo>
                    <a:pt x="64864" y="64761"/>
                  </a:lnTo>
                  <a:lnTo>
                    <a:pt x="65709" y="91255"/>
                  </a:lnTo>
                  <a:lnTo>
                    <a:pt x="66554" y="94481"/>
                  </a:lnTo>
                  <a:lnTo>
                    <a:pt x="67399" y="91513"/>
                  </a:lnTo>
                  <a:lnTo>
                    <a:pt x="68244" y="95685"/>
                  </a:lnTo>
                  <a:lnTo>
                    <a:pt x="69090" y="67997"/>
                  </a:lnTo>
                  <a:lnTo>
                    <a:pt x="69935" y="65932"/>
                  </a:lnTo>
                  <a:lnTo>
                    <a:pt x="70780" y="114190"/>
                  </a:lnTo>
                  <a:lnTo>
                    <a:pt x="71625" y="169214"/>
                  </a:lnTo>
                  <a:lnTo>
                    <a:pt x="72470" y="211429"/>
                  </a:lnTo>
                  <a:lnTo>
                    <a:pt x="73315" y="227057"/>
                  </a:lnTo>
                  <a:lnTo>
                    <a:pt x="74160" y="266784"/>
                  </a:lnTo>
                  <a:lnTo>
                    <a:pt x="75005" y="266945"/>
                  </a:lnTo>
                  <a:lnTo>
                    <a:pt x="75850" y="221447"/>
                  </a:lnTo>
                  <a:lnTo>
                    <a:pt x="76695" y="211225"/>
                  </a:lnTo>
                  <a:lnTo>
                    <a:pt x="77540" y="206320"/>
                  </a:lnTo>
                  <a:lnTo>
                    <a:pt x="78386" y="252910"/>
                  </a:lnTo>
                  <a:lnTo>
                    <a:pt x="79231" y="265481"/>
                  </a:lnTo>
                  <a:lnTo>
                    <a:pt x="80076" y="251725"/>
                  </a:lnTo>
                  <a:lnTo>
                    <a:pt x="80921" y="253934"/>
                  </a:lnTo>
                  <a:lnTo>
                    <a:pt x="81766" y="256429"/>
                  </a:lnTo>
                  <a:lnTo>
                    <a:pt x="82611" y="296769"/>
                  </a:lnTo>
                  <a:lnTo>
                    <a:pt x="83456" y="289715"/>
                  </a:lnTo>
                  <a:lnTo>
                    <a:pt x="84301" y="255074"/>
                  </a:lnTo>
                  <a:lnTo>
                    <a:pt x="85146" y="313045"/>
                  </a:lnTo>
                  <a:lnTo>
                    <a:pt x="85991" y="374064"/>
                  </a:lnTo>
                  <a:lnTo>
                    <a:pt x="86836" y="378473"/>
                  </a:lnTo>
                  <a:lnTo>
                    <a:pt x="87682" y="339881"/>
                  </a:lnTo>
                  <a:lnTo>
                    <a:pt x="88527" y="335141"/>
                  </a:lnTo>
                  <a:lnTo>
                    <a:pt x="89372" y="379035"/>
                  </a:lnTo>
                  <a:lnTo>
                    <a:pt x="90217" y="358390"/>
                  </a:lnTo>
                  <a:lnTo>
                    <a:pt x="91062" y="328271"/>
                  </a:lnTo>
                  <a:lnTo>
                    <a:pt x="91907" y="279749"/>
                  </a:lnTo>
                  <a:lnTo>
                    <a:pt x="92752" y="259341"/>
                  </a:lnTo>
                  <a:lnTo>
                    <a:pt x="93597" y="251308"/>
                  </a:lnTo>
                  <a:lnTo>
                    <a:pt x="94442" y="242259"/>
                  </a:lnTo>
                  <a:lnTo>
                    <a:pt x="95287" y="220106"/>
                  </a:lnTo>
                  <a:lnTo>
                    <a:pt x="96132" y="204507"/>
                  </a:lnTo>
                  <a:lnTo>
                    <a:pt x="96978" y="253028"/>
                  </a:lnTo>
                  <a:lnTo>
                    <a:pt x="97823" y="276057"/>
                  </a:lnTo>
                  <a:lnTo>
                    <a:pt x="98668" y="255072"/>
                  </a:lnTo>
                  <a:lnTo>
                    <a:pt x="99513" y="217238"/>
                  </a:lnTo>
                  <a:lnTo>
                    <a:pt x="100358" y="155367"/>
                  </a:lnTo>
                  <a:lnTo>
                    <a:pt x="101203" y="122011"/>
                  </a:lnTo>
                  <a:lnTo>
                    <a:pt x="102048" y="115086"/>
                  </a:lnTo>
                  <a:lnTo>
                    <a:pt x="102893" y="89740"/>
                  </a:lnTo>
                  <a:lnTo>
                    <a:pt x="103738" y="98974"/>
                  </a:lnTo>
                  <a:lnTo>
                    <a:pt x="104583" y="174252"/>
                  </a:lnTo>
                  <a:lnTo>
                    <a:pt x="105428" y="274985"/>
                  </a:lnTo>
                  <a:lnTo>
                    <a:pt x="106274" y="343021"/>
                  </a:lnTo>
                  <a:lnTo>
                    <a:pt x="107119" y="328871"/>
                  </a:lnTo>
                  <a:lnTo>
                    <a:pt x="107964" y="340609"/>
                  </a:lnTo>
                  <a:lnTo>
                    <a:pt x="108809" y="333925"/>
                  </a:lnTo>
                  <a:lnTo>
                    <a:pt x="109654" y="263276"/>
                  </a:lnTo>
                  <a:lnTo>
                    <a:pt x="110499" y="213004"/>
                  </a:lnTo>
                  <a:lnTo>
                    <a:pt x="111344" y="192662"/>
                  </a:lnTo>
                  <a:lnTo>
                    <a:pt x="112189" y="207614"/>
                  </a:lnTo>
                  <a:lnTo>
                    <a:pt x="113034" y="219377"/>
                  </a:lnTo>
                  <a:lnTo>
                    <a:pt x="113879" y="252793"/>
                  </a:lnTo>
                  <a:lnTo>
                    <a:pt x="114725" y="303103"/>
                  </a:lnTo>
                  <a:lnTo>
                    <a:pt x="115570" y="332260"/>
                  </a:lnTo>
                  <a:lnTo>
                    <a:pt x="116415" y="312235"/>
                  </a:lnTo>
                  <a:lnTo>
                    <a:pt x="117260" y="293514"/>
                  </a:lnTo>
                  <a:lnTo>
                    <a:pt x="118105" y="267748"/>
                  </a:lnTo>
                  <a:lnTo>
                    <a:pt x="118950" y="244971"/>
                  </a:lnTo>
                  <a:lnTo>
                    <a:pt x="119795" y="203480"/>
                  </a:lnTo>
                  <a:lnTo>
                    <a:pt x="120640" y="165685"/>
                  </a:lnTo>
                  <a:lnTo>
                    <a:pt x="121485" y="188362"/>
                  </a:lnTo>
                  <a:lnTo>
                    <a:pt x="122330" y="195372"/>
                  </a:lnTo>
                  <a:lnTo>
                    <a:pt x="123175" y="174061"/>
                  </a:lnTo>
                  <a:lnTo>
                    <a:pt x="124021" y="191850"/>
                  </a:lnTo>
                  <a:lnTo>
                    <a:pt x="124866" y="238950"/>
                  </a:lnTo>
                  <a:lnTo>
                    <a:pt x="125711" y="275089"/>
                  </a:lnTo>
                  <a:lnTo>
                    <a:pt x="126556" y="275345"/>
                  </a:lnTo>
                  <a:lnTo>
                    <a:pt x="127401" y="293182"/>
                  </a:lnTo>
                  <a:lnTo>
                    <a:pt x="128246" y="342107"/>
                  </a:lnTo>
                  <a:lnTo>
                    <a:pt x="129091" y="342440"/>
                  </a:lnTo>
                  <a:lnTo>
                    <a:pt x="129936" y="303295"/>
                  </a:lnTo>
                  <a:lnTo>
                    <a:pt x="130781" y="296414"/>
                  </a:lnTo>
                  <a:lnTo>
                    <a:pt x="131626" y="283635"/>
                  </a:lnTo>
                  <a:lnTo>
                    <a:pt x="132471" y="231740"/>
                  </a:lnTo>
                  <a:lnTo>
                    <a:pt x="133317" y="195106"/>
                  </a:lnTo>
                  <a:lnTo>
                    <a:pt x="134162" y="181048"/>
                  </a:lnTo>
                  <a:lnTo>
                    <a:pt x="135007" y="149816"/>
                  </a:lnTo>
                  <a:lnTo>
                    <a:pt x="135852" y="137509"/>
                  </a:lnTo>
                  <a:lnTo>
                    <a:pt x="136697" y="161027"/>
                  </a:lnTo>
                  <a:lnTo>
                    <a:pt x="137542" y="212923"/>
                  </a:lnTo>
                  <a:lnTo>
                    <a:pt x="138387" y="249556"/>
                  </a:lnTo>
                  <a:lnTo>
                    <a:pt x="139232" y="268269"/>
                  </a:lnTo>
                  <a:lnTo>
                    <a:pt x="140077" y="348579"/>
                  </a:lnTo>
                  <a:lnTo>
                    <a:pt x="140922" y="382360"/>
                  </a:lnTo>
                  <a:lnTo>
                    <a:pt x="141767" y="366126"/>
                  </a:lnTo>
                  <a:lnTo>
                    <a:pt x="142613" y="354650"/>
                  </a:lnTo>
                  <a:lnTo>
                    <a:pt x="143458" y="324219"/>
                  </a:lnTo>
                  <a:lnTo>
                    <a:pt x="144303" y="292295"/>
                  </a:lnTo>
                  <a:lnTo>
                    <a:pt x="145148" y="243754"/>
                  </a:lnTo>
                  <a:lnTo>
                    <a:pt x="145993" y="215260"/>
                  </a:lnTo>
                  <a:lnTo>
                    <a:pt x="146838" y="187157"/>
                  </a:lnTo>
                  <a:lnTo>
                    <a:pt x="147683" y="134864"/>
                  </a:lnTo>
                  <a:lnTo>
                    <a:pt x="148528" y="115907"/>
                  </a:lnTo>
                  <a:lnTo>
                    <a:pt x="149373" y="138654"/>
                  </a:lnTo>
                  <a:lnTo>
                    <a:pt x="150218" y="172130"/>
                  </a:lnTo>
                  <a:lnTo>
                    <a:pt x="151063" y="194139"/>
                  </a:lnTo>
                  <a:lnTo>
                    <a:pt x="151909" y="238475"/>
                  </a:lnTo>
                  <a:lnTo>
                    <a:pt x="152754" y="302244"/>
                  </a:lnTo>
                  <a:lnTo>
                    <a:pt x="153599" y="351632"/>
                  </a:lnTo>
                  <a:lnTo>
                    <a:pt x="154444" y="354489"/>
                  </a:lnTo>
                  <a:lnTo>
                    <a:pt x="155289" y="323035"/>
                  </a:lnTo>
                  <a:lnTo>
                    <a:pt x="156134" y="304959"/>
                  </a:lnTo>
                  <a:lnTo>
                    <a:pt x="156979" y="315626"/>
                  </a:lnTo>
                  <a:lnTo>
                    <a:pt x="157824" y="301107"/>
                  </a:lnTo>
                  <a:lnTo>
                    <a:pt x="158669" y="264033"/>
                  </a:lnTo>
                  <a:lnTo>
                    <a:pt x="159514" y="233028"/>
                  </a:lnTo>
                  <a:lnTo>
                    <a:pt x="160359" y="249507"/>
                  </a:lnTo>
                  <a:lnTo>
                    <a:pt x="161205" y="267583"/>
                  </a:lnTo>
                  <a:lnTo>
                    <a:pt x="162050" y="264270"/>
                  </a:lnTo>
                  <a:lnTo>
                    <a:pt x="162895" y="288298"/>
                  </a:lnTo>
                  <a:lnTo>
                    <a:pt x="163740" y="297923"/>
                  </a:lnTo>
                  <a:lnTo>
                    <a:pt x="164585" y="320069"/>
                  </a:lnTo>
                  <a:lnTo>
                    <a:pt x="165430" y="305374"/>
                  </a:lnTo>
                  <a:lnTo>
                    <a:pt x="166275" y="289611"/>
                  </a:lnTo>
                  <a:lnTo>
                    <a:pt x="167120" y="265278"/>
                  </a:lnTo>
                  <a:lnTo>
                    <a:pt x="167965" y="226632"/>
                  </a:lnTo>
                  <a:lnTo>
                    <a:pt x="168810" y="246594"/>
                  </a:lnTo>
                  <a:lnTo>
                    <a:pt x="169655" y="261772"/>
                  </a:lnTo>
                  <a:lnTo>
                    <a:pt x="170501" y="274280"/>
                  </a:lnTo>
                  <a:lnTo>
                    <a:pt x="171346" y="261469"/>
                  </a:lnTo>
                  <a:lnTo>
                    <a:pt x="172191" y="270382"/>
                  </a:lnTo>
                  <a:lnTo>
                    <a:pt x="173036" y="299517"/>
                  </a:lnTo>
                  <a:lnTo>
                    <a:pt x="173881" y="321368"/>
                  </a:lnTo>
                  <a:lnTo>
                    <a:pt x="174726" y="344897"/>
                  </a:lnTo>
                  <a:lnTo>
                    <a:pt x="175571" y="384826"/>
                  </a:lnTo>
                  <a:lnTo>
                    <a:pt x="176183" y="39434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6782741" y="1217167"/>
              <a:ext cx="128130" cy="955708"/>
            </a:xfrm>
            <a:custGeom>
              <a:avLst/>
              <a:pathLst>
                <a:path w="128130" h="955708">
                  <a:moveTo>
                    <a:pt x="0" y="955708"/>
                  </a:moveTo>
                  <a:lnTo>
                    <a:pt x="768" y="919576"/>
                  </a:lnTo>
                  <a:lnTo>
                    <a:pt x="1613" y="856025"/>
                  </a:lnTo>
                  <a:lnTo>
                    <a:pt x="2458" y="765795"/>
                  </a:lnTo>
                  <a:lnTo>
                    <a:pt x="3303" y="693880"/>
                  </a:lnTo>
                  <a:lnTo>
                    <a:pt x="4148" y="627775"/>
                  </a:lnTo>
                  <a:lnTo>
                    <a:pt x="4993" y="616865"/>
                  </a:lnTo>
                  <a:lnTo>
                    <a:pt x="5838" y="637364"/>
                  </a:lnTo>
                  <a:lnTo>
                    <a:pt x="6683" y="677204"/>
                  </a:lnTo>
                  <a:lnTo>
                    <a:pt x="7528" y="744210"/>
                  </a:lnTo>
                  <a:lnTo>
                    <a:pt x="8373" y="827431"/>
                  </a:lnTo>
                  <a:lnTo>
                    <a:pt x="9218" y="876509"/>
                  </a:lnTo>
                  <a:lnTo>
                    <a:pt x="10064" y="848625"/>
                  </a:lnTo>
                  <a:lnTo>
                    <a:pt x="10909" y="809912"/>
                  </a:lnTo>
                  <a:lnTo>
                    <a:pt x="11754" y="815309"/>
                  </a:lnTo>
                  <a:lnTo>
                    <a:pt x="12599" y="792177"/>
                  </a:lnTo>
                  <a:lnTo>
                    <a:pt x="13444" y="712114"/>
                  </a:lnTo>
                  <a:lnTo>
                    <a:pt x="14289" y="653781"/>
                  </a:lnTo>
                  <a:lnTo>
                    <a:pt x="15134" y="684430"/>
                  </a:lnTo>
                  <a:lnTo>
                    <a:pt x="15979" y="737120"/>
                  </a:lnTo>
                  <a:lnTo>
                    <a:pt x="16824" y="715472"/>
                  </a:lnTo>
                  <a:lnTo>
                    <a:pt x="17669" y="717037"/>
                  </a:lnTo>
                  <a:lnTo>
                    <a:pt x="18514" y="729499"/>
                  </a:lnTo>
                  <a:lnTo>
                    <a:pt x="19360" y="771845"/>
                  </a:lnTo>
                  <a:lnTo>
                    <a:pt x="20205" y="772528"/>
                  </a:lnTo>
                  <a:lnTo>
                    <a:pt x="21050" y="724433"/>
                  </a:lnTo>
                  <a:lnTo>
                    <a:pt x="21895" y="704793"/>
                  </a:lnTo>
                  <a:lnTo>
                    <a:pt x="22740" y="690059"/>
                  </a:lnTo>
                  <a:lnTo>
                    <a:pt x="23585" y="694239"/>
                  </a:lnTo>
                  <a:lnTo>
                    <a:pt x="24430" y="626857"/>
                  </a:lnTo>
                  <a:lnTo>
                    <a:pt x="25275" y="541517"/>
                  </a:lnTo>
                  <a:lnTo>
                    <a:pt x="26120" y="508982"/>
                  </a:lnTo>
                  <a:lnTo>
                    <a:pt x="26965" y="502372"/>
                  </a:lnTo>
                  <a:lnTo>
                    <a:pt x="27810" y="511959"/>
                  </a:lnTo>
                  <a:lnTo>
                    <a:pt x="28656" y="426095"/>
                  </a:lnTo>
                  <a:lnTo>
                    <a:pt x="29501" y="361556"/>
                  </a:lnTo>
                  <a:lnTo>
                    <a:pt x="30346" y="382424"/>
                  </a:lnTo>
                  <a:lnTo>
                    <a:pt x="31191" y="428920"/>
                  </a:lnTo>
                  <a:lnTo>
                    <a:pt x="32036" y="445855"/>
                  </a:lnTo>
                  <a:lnTo>
                    <a:pt x="32881" y="390637"/>
                  </a:lnTo>
                  <a:lnTo>
                    <a:pt x="33726" y="415180"/>
                  </a:lnTo>
                  <a:lnTo>
                    <a:pt x="34571" y="486758"/>
                  </a:lnTo>
                  <a:lnTo>
                    <a:pt x="35416" y="498677"/>
                  </a:lnTo>
                  <a:lnTo>
                    <a:pt x="36261" y="453872"/>
                  </a:lnTo>
                  <a:lnTo>
                    <a:pt x="37107" y="434786"/>
                  </a:lnTo>
                  <a:lnTo>
                    <a:pt x="37952" y="408843"/>
                  </a:lnTo>
                  <a:lnTo>
                    <a:pt x="38797" y="363452"/>
                  </a:lnTo>
                  <a:lnTo>
                    <a:pt x="39642" y="309637"/>
                  </a:lnTo>
                  <a:lnTo>
                    <a:pt x="40487" y="259691"/>
                  </a:lnTo>
                  <a:lnTo>
                    <a:pt x="41332" y="262282"/>
                  </a:lnTo>
                  <a:lnTo>
                    <a:pt x="42177" y="212002"/>
                  </a:lnTo>
                  <a:lnTo>
                    <a:pt x="43022" y="227817"/>
                  </a:lnTo>
                  <a:lnTo>
                    <a:pt x="43867" y="246395"/>
                  </a:lnTo>
                  <a:lnTo>
                    <a:pt x="44712" y="214598"/>
                  </a:lnTo>
                  <a:lnTo>
                    <a:pt x="45557" y="187032"/>
                  </a:lnTo>
                  <a:lnTo>
                    <a:pt x="46403" y="154555"/>
                  </a:lnTo>
                  <a:lnTo>
                    <a:pt x="47248" y="148113"/>
                  </a:lnTo>
                  <a:lnTo>
                    <a:pt x="48093" y="67188"/>
                  </a:lnTo>
                  <a:lnTo>
                    <a:pt x="48938" y="0"/>
                  </a:lnTo>
                  <a:lnTo>
                    <a:pt x="49783" y="10040"/>
                  </a:lnTo>
                  <a:lnTo>
                    <a:pt x="50628" y="22945"/>
                  </a:lnTo>
                  <a:lnTo>
                    <a:pt x="51473" y="36781"/>
                  </a:lnTo>
                  <a:lnTo>
                    <a:pt x="52318" y="80499"/>
                  </a:lnTo>
                  <a:lnTo>
                    <a:pt x="53163" y="166779"/>
                  </a:lnTo>
                  <a:lnTo>
                    <a:pt x="54008" y="271840"/>
                  </a:lnTo>
                  <a:lnTo>
                    <a:pt x="54853" y="392881"/>
                  </a:lnTo>
                  <a:lnTo>
                    <a:pt x="55699" y="512548"/>
                  </a:lnTo>
                  <a:lnTo>
                    <a:pt x="56544" y="501371"/>
                  </a:lnTo>
                  <a:lnTo>
                    <a:pt x="57389" y="450498"/>
                  </a:lnTo>
                  <a:lnTo>
                    <a:pt x="58234" y="441460"/>
                  </a:lnTo>
                  <a:lnTo>
                    <a:pt x="59079" y="446464"/>
                  </a:lnTo>
                  <a:lnTo>
                    <a:pt x="59924" y="416828"/>
                  </a:lnTo>
                  <a:lnTo>
                    <a:pt x="60769" y="396331"/>
                  </a:lnTo>
                  <a:lnTo>
                    <a:pt x="61614" y="468860"/>
                  </a:lnTo>
                  <a:lnTo>
                    <a:pt x="62459" y="539737"/>
                  </a:lnTo>
                  <a:lnTo>
                    <a:pt x="63304" y="591146"/>
                  </a:lnTo>
                  <a:lnTo>
                    <a:pt x="64149" y="617834"/>
                  </a:lnTo>
                  <a:lnTo>
                    <a:pt x="64995" y="629022"/>
                  </a:lnTo>
                  <a:lnTo>
                    <a:pt x="65840" y="632274"/>
                  </a:lnTo>
                  <a:lnTo>
                    <a:pt x="66685" y="641550"/>
                  </a:lnTo>
                  <a:lnTo>
                    <a:pt x="67530" y="644448"/>
                  </a:lnTo>
                  <a:lnTo>
                    <a:pt x="68375" y="603077"/>
                  </a:lnTo>
                  <a:lnTo>
                    <a:pt x="69220" y="586624"/>
                  </a:lnTo>
                  <a:lnTo>
                    <a:pt x="70065" y="571511"/>
                  </a:lnTo>
                  <a:lnTo>
                    <a:pt x="70910" y="568190"/>
                  </a:lnTo>
                  <a:lnTo>
                    <a:pt x="71755" y="555555"/>
                  </a:lnTo>
                  <a:lnTo>
                    <a:pt x="72600" y="571042"/>
                  </a:lnTo>
                  <a:lnTo>
                    <a:pt x="73445" y="657515"/>
                  </a:lnTo>
                  <a:lnTo>
                    <a:pt x="74291" y="677884"/>
                  </a:lnTo>
                  <a:lnTo>
                    <a:pt x="75136" y="689666"/>
                  </a:lnTo>
                  <a:lnTo>
                    <a:pt x="75981" y="673478"/>
                  </a:lnTo>
                  <a:lnTo>
                    <a:pt x="76826" y="651244"/>
                  </a:lnTo>
                  <a:lnTo>
                    <a:pt x="77671" y="580052"/>
                  </a:lnTo>
                  <a:lnTo>
                    <a:pt x="78516" y="481969"/>
                  </a:lnTo>
                  <a:lnTo>
                    <a:pt x="79361" y="437770"/>
                  </a:lnTo>
                  <a:lnTo>
                    <a:pt x="80206" y="401415"/>
                  </a:lnTo>
                  <a:lnTo>
                    <a:pt x="81051" y="328242"/>
                  </a:lnTo>
                  <a:lnTo>
                    <a:pt x="81896" y="271072"/>
                  </a:lnTo>
                  <a:lnTo>
                    <a:pt x="82741" y="295907"/>
                  </a:lnTo>
                  <a:lnTo>
                    <a:pt x="83587" y="302053"/>
                  </a:lnTo>
                  <a:lnTo>
                    <a:pt x="84432" y="288414"/>
                  </a:lnTo>
                  <a:lnTo>
                    <a:pt x="85277" y="274588"/>
                  </a:lnTo>
                  <a:lnTo>
                    <a:pt x="86122" y="316866"/>
                  </a:lnTo>
                  <a:lnTo>
                    <a:pt x="86967" y="434041"/>
                  </a:lnTo>
                  <a:lnTo>
                    <a:pt x="87812" y="485353"/>
                  </a:lnTo>
                  <a:lnTo>
                    <a:pt x="88657" y="531731"/>
                  </a:lnTo>
                  <a:lnTo>
                    <a:pt x="89502" y="599022"/>
                  </a:lnTo>
                  <a:lnTo>
                    <a:pt x="90347" y="684437"/>
                  </a:lnTo>
                  <a:lnTo>
                    <a:pt x="91192" y="752885"/>
                  </a:lnTo>
                  <a:lnTo>
                    <a:pt x="92037" y="714628"/>
                  </a:lnTo>
                  <a:lnTo>
                    <a:pt x="92883" y="711008"/>
                  </a:lnTo>
                  <a:lnTo>
                    <a:pt x="93728" y="779855"/>
                  </a:lnTo>
                  <a:lnTo>
                    <a:pt x="94573" y="831086"/>
                  </a:lnTo>
                  <a:lnTo>
                    <a:pt x="95418" y="818328"/>
                  </a:lnTo>
                  <a:lnTo>
                    <a:pt x="96263" y="783539"/>
                  </a:lnTo>
                  <a:lnTo>
                    <a:pt x="97108" y="798811"/>
                  </a:lnTo>
                  <a:lnTo>
                    <a:pt x="97953" y="751944"/>
                  </a:lnTo>
                  <a:lnTo>
                    <a:pt x="98798" y="654195"/>
                  </a:lnTo>
                  <a:lnTo>
                    <a:pt x="99643" y="599458"/>
                  </a:lnTo>
                  <a:lnTo>
                    <a:pt x="100488" y="559870"/>
                  </a:lnTo>
                  <a:lnTo>
                    <a:pt x="101334" y="571112"/>
                  </a:lnTo>
                  <a:lnTo>
                    <a:pt x="102179" y="562518"/>
                  </a:lnTo>
                  <a:lnTo>
                    <a:pt x="103024" y="590692"/>
                  </a:lnTo>
                  <a:lnTo>
                    <a:pt x="103869" y="596072"/>
                  </a:lnTo>
                  <a:lnTo>
                    <a:pt x="104714" y="594229"/>
                  </a:lnTo>
                  <a:lnTo>
                    <a:pt x="105559" y="637366"/>
                  </a:lnTo>
                  <a:lnTo>
                    <a:pt x="106404" y="669493"/>
                  </a:lnTo>
                  <a:lnTo>
                    <a:pt x="107249" y="711131"/>
                  </a:lnTo>
                  <a:lnTo>
                    <a:pt x="108094" y="787261"/>
                  </a:lnTo>
                  <a:lnTo>
                    <a:pt x="108939" y="859201"/>
                  </a:lnTo>
                  <a:lnTo>
                    <a:pt x="109784" y="868871"/>
                  </a:lnTo>
                  <a:lnTo>
                    <a:pt x="110630" y="879928"/>
                  </a:lnTo>
                  <a:lnTo>
                    <a:pt x="111475" y="890542"/>
                  </a:lnTo>
                  <a:lnTo>
                    <a:pt x="112320" y="847542"/>
                  </a:lnTo>
                  <a:lnTo>
                    <a:pt x="113165" y="796286"/>
                  </a:lnTo>
                  <a:lnTo>
                    <a:pt x="114010" y="801826"/>
                  </a:lnTo>
                  <a:lnTo>
                    <a:pt x="114855" y="813519"/>
                  </a:lnTo>
                  <a:lnTo>
                    <a:pt x="115700" y="789883"/>
                  </a:lnTo>
                  <a:lnTo>
                    <a:pt x="116545" y="789410"/>
                  </a:lnTo>
                  <a:lnTo>
                    <a:pt x="117390" y="828895"/>
                  </a:lnTo>
                  <a:lnTo>
                    <a:pt x="118235" y="840744"/>
                  </a:lnTo>
                  <a:lnTo>
                    <a:pt x="119080" y="807284"/>
                  </a:lnTo>
                  <a:lnTo>
                    <a:pt x="119926" y="799375"/>
                  </a:lnTo>
                  <a:lnTo>
                    <a:pt x="120771" y="797705"/>
                  </a:lnTo>
                  <a:lnTo>
                    <a:pt x="121616" y="772201"/>
                  </a:lnTo>
                  <a:lnTo>
                    <a:pt x="122461" y="769792"/>
                  </a:lnTo>
                  <a:lnTo>
                    <a:pt x="123306" y="793401"/>
                  </a:lnTo>
                  <a:lnTo>
                    <a:pt x="124151" y="826558"/>
                  </a:lnTo>
                  <a:lnTo>
                    <a:pt x="124996" y="857153"/>
                  </a:lnTo>
                  <a:lnTo>
                    <a:pt x="125841" y="912772"/>
                  </a:lnTo>
                  <a:lnTo>
                    <a:pt x="126686" y="940857"/>
                  </a:lnTo>
                  <a:lnTo>
                    <a:pt x="127531" y="946070"/>
                  </a:lnTo>
                  <a:lnTo>
                    <a:pt x="128130" y="95570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913069" y="2135578"/>
              <a:ext cx="3857" cy="37297"/>
            </a:xfrm>
            <a:custGeom>
              <a:avLst/>
              <a:pathLst>
                <a:path w="3857" h="37297">
                  <a:moveTo>
                    <a:pt x="0" y="37297"/>
                  </a:moveTo>
                  <a:lnTo>
                    <a:pt x="584" y="11993"/>
                  </a:lnTo>
                  <a:lnTo>
                    <a:pt x="1429" y="6841"/>
                  </a:lnTo>
                  <a:lnTo>
                    <a:pt x="2274" y="10068"/>
                  </a:lnTo>
                  <a:lnTo>
                    <a:pt x="3119" y="0"/>
                  </a:lnTo>
                  <a:lnTo>
                    <a:pt x="3857" y="3729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6924065" y="1949611"/>
              <a:ext cx="36767" cy="223264"/>
            </a:xfrm>
            <a:custGeom>
              <a:avLst/>
              <a:pathLst>
                <a:path w="36767" h="223264">
                  <a:moveTo>
                    <a:pt x="0" y="223264"/>
                  </a:moveTo>
                  <a:lnTo>
                    <a:pt x="573" y="204998"/>
                  </a:lnTo>
                  <a:lnTo>
                    <a:pt x="1418" y="163623"/>
                  </a:lnTo>
                  <a:lnTo>
                    <a:pt x="2263" y="145548"/>
                  </a:lnTo>
                  <a:lnTo>
                    <a:pt x="3108" y="129138"/>
                  </a:lnTo>
                  <a:lnTo>
                    <a:pt x="3953" y="114468"/>
                  </a:lnTo>
                  <a:lnTo>
                    <a:pt x="4799" y="90281"/>
                  </a:lnTo>
                  <a:lnTo>
                    <a:pt x="5644" y="112281"/>
                  </a:lnTo>
                  <a:lnTo>
                    <a:pt x="6489" y="135854"/>
                  </a:lnTo>
                  <a:lnTo>
                    <a:pt x="7334" y="134179"/>
                  </a:lnTo>
                  <a:lnTo>
                    <a:pt x="8179" y="112761"/>
                  </a:lnTo>
                  <a:lnTo>
                    <a:pt x="9024" y="114771"/>
                  </a:lnTo>
                  <a:lnTo>
                    <a:pt x="9869" y="93815"/>
                  </a:lnTo>
                  <a:lnTo>
                    <a:pt x="10714" y="85092"/>
                  </a:lnTo>
                  <a:lnTo>
                    <a:pt x="11559" y="60021"/>
                  </a:lnTo>
                  <a:lnTo>
                    <a:pt x="12404" y="7814"/>
                  </a:lnTo>
                  <a:lnTo>
                    <a:pt x="13250" y="10361"/>
                  </a:lnTo>
                  <a:lnTo>
                    <a:pt x="14095" y="4769"/>
                  </a:lnTo>
                  <a:lnTo>
                    <a:pt x="14940" y="25444"/>
                  </a:lnTo>
                  <a:lnTo>
                    <a:pt x="15785" y="0"/>
                  </a:lnTo>
                  <a:lnTo>
                    <a:pt x="16630" y="11336"/>
                  </a:lnTo>
                  <a:lnTo>
                    <a:pt x="17475" y="65217"/>
                  </a:lnTo>
                  <a:lnTo>
                    <a:pt x="18320" y="95466"/>
                  </a:lnTo>
                  <a:lnTo>
                    <a:pt x="19165" y="128034"/>
                  </a:lnTo>
                  <a:lnTo>
                    <a:pt x="20010" y="117198"/>
                  </a:lnTo>
                  <a:lnTo>
                    <a:pt x="20855" y="71588"/>
                  </a:lnTo>
                  <a:lnTo>
                    <a:pt x="21700" y="50527"/>
                  </a:lnTo>
                  <a:lnTo>
                    <a:pt x="22546" y="35759"/>
                  </a:lnTo>
                  <a:lnTo>
                    <a:pt x="23391" y="13083"/>
                  </a:lnTo>
                  <a:lnTo>
                    <a:pt x="24236" y="5669"/>
                  </a:lnTo>
                  <a:lnTo>
                    <a:pt x="25081" y="30303"/>
                  </a:lnTo>
                  <a:lnTo>
                    <a:pt x="25926" y="110081"/>
                  </a:lnTo>
                  <a:lnTo>
                    <a:pt x="26771" y="164193"/>
                  </a:lnTo>
                  <a:lnTo>
                    <a:pt x="27616" y="194509"/>
                  </a:lnTo>
                  <a:lnTo>
                    <a:pt x="28461" y="217185"/>
                  </a:lnTo>
                  <a:lnTo>
                    <a:pt x="29306" y="214129"/>
                  </a:lnTo>
                  <a:lnTo>
                    <a:pt x="30151" y="170515"/>
                  </a:lnTo>
                  <a:lnTo>
                    <a:pt x="30996" y="114006"/>
                  </a:lnTo>
                  <a:lnTo>
                    <a:pt x="31842" y="65819"/>
                  </a:lnTo>
                  <a:lnTo>
                    <a:pt x="32687" y="47246"/>
                  </a:lnTo>
                  <a:lnTo>
                    <a:pt x="33532" y="67739"/>
                  </a:lnTo>
                  <a:lnTo>
                    <a:pt x="34377" y="87336"/>
                  </a:lnTo>
                  <a:lnTo>
                    <a:pt x="35222" y="130953"/>
                  </a:lnTo>
                  <a:lnTo>
                    <a:pt x="36067" y="202130"/>
                  </a:lnTo>
                  <a:lnTo>
                    <a:pt x="36767" y="2232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6961120" y="1943396"/>
              <a:ext cx="29012" cy="229479"/>
            </a:xfrm>
            <a:custGeom>
              <a:avLst/>
              <a:pathLst>
                <a:path w="29012" h="229479">
                  <a:moveTo>
                    <a:pt x="0" y="229479"/>
                  </a:moveTo>
                  <a:lnTo>
                    <a:pt x="703" y="207673"/>
                  </a:lnTo>
                  <a:lnTo>
                    <a:pt x="1548" y="169703"/>
                  </a:lnTo>
                  <a:lnTo>
                    <a:pt x="2393" y="139360"/>
                  </a:lnTo>
                  <a:lnTo>
                    <a:pt x="3238" y="118225"/>
                  </a:lnTo>
                  <a:lnTo>
                    <a:pt x="4083" y="100902"/>
                  </a:lnTo>
                  <a:lnTo>
                    <a:pt x="4928" y="102624"/>
                  </a:lnTo>
                  <a:lnTo>
                    <a:pt x="5773" y="92637"/>
                  </a:lnTo>
                  <a:lnTo>
                    <a:pt x="6619" y="80954"/>
                  </a:lnTo>
                  <a:lnTo>
                    <a:pt x="7464" y="74564"/>
                  </a:lnTo>
                  <a:lnTo>
                    <a:pt x="8309" y="49245"/>
                  </a:lnTo>
                  <a:lnTo>
                    <a:pt x="9154" y="22315"/>
                  </a:lnTo>
                  <a:lnTo>
                    <a:pt x="9999" y="0"/>
                  </a:lnTo>
                  <a:lnTo>
                    <a:pt x="10844" y="15030"/>
                  </a:lnTo>
                  <a:lnTo>
                    <a:pt x="11689" y="26155"/>
                  </a:lnTo>
                  <a:lnTo>
                    <a:pt x="12534" y="27428"/>
                  </a:lnTo>
                  <a:lnTo>
                    <a:pt x="13379" y="61039"/>
                  </a:lnTo>
                  <a:lnTo>
                    <a:pt x="14224" y="90796"/>
                  </a:lnTo>
                  <a:lnTo>
                    <a:pt x="15069" y="105217"/>
                  </a:lnTo>
                  <a:lnTo>
                    <a:pt x="15915" y="118663"/>
                  </a:lnTo>
                  <a:lnTo>
                    <a:pt x="16760" y="136699"/>
                  </a:lnTo>
                  <a:lnTo>
                    <a:pt x="17605" y="163029"/>
                  </a:lnTo>
                  <a:lnTo>
                    <a:pt x="18450" y="175873"/>
                  </a:lnTo>
                  <a:lnTo>
                    <a:pt x="19295" y="175702"/>
                  </a:lnTo>
                  <a:lnTo>
                    <a:pt x="20140" y="182354"/>
                  </a:lnTo>
                  <a:lnTo>
                    <a:pt x="20985" y="154581"/>
                  </a:lnTo>
                  <a:lnTo>
                    <a:pt x="21830" y="101105"/>
                  </a:lnTo>
                  <a:lnTo>
                    <a:pt x="22675" y="41540"/>
                  </a:lnTo>
                  <a:lnTo>
                    <a:pt x="23520" y="37416"/>
                  </a:lnTo>
                  <a:lnTo>
                    <a:pt x="24365" y="42660"/>
                  </a:lnTo>
                  <a:lnTo>
                    <a:pt x="25211" y="45524"/>
                  </a:lnTo>
                  <a:lnTo>
                    <a:pt x="26056" y="84029"/>
                  </a:lnTo>
                  <a:lnTo>
                    <a:pt x="26901" y="140763"/>
                  </a:lnTo>
                  <a:lnTo>
                    <a:pt x="27746" y="202307"/>
                  </a:lnTo>
                  <a:lnTo>
                    <a:pt x="28591" y="217888"/>
                  </a:lnTo>
                  <a:lnTo>
                    <a:pt x="29012" y="2294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6991334" y="2032796"/>
              <a:ext cx="16319" cy="140079"/>
            </a:xfrm>
            <a:custGeom>
              <a:avLst/>
              <a:pathLst>
                <a:path w="16319" h="140079">
                  <a:moveTo>
                    <a:pt x="0" y="140079"/>
                  </a:moveTo>
                  <a:lnTo>
                    <a:pt x="67" y="139072"/>
                  </a:lnTo>
                  <a:lnTo>
                    <a:pt x="912" y="127326"/>
                  </a:lnTo>
                  <a:lnTo>
                    <a:pt x="1757" y="85898"/>
                  </a:lnTo>
                  <a:lnTo>
                    <a:pt x="2602" y="79275"/>
                  </a:lnTo>
                  <a:lnTo>
                    <a:pt x="3447" y="80591"/>
                  </a:lnTo>
                  <a:lnTo>
                    <a:pt x="4292" y="43282"/>
                  </a:lnTo>
                  <a:lnTo>
                    <a:pt x="5137" y="15521"/>
                  </a:lnTo>
                  <a:lnTo>
                    <a:pt x="5982" y="0"/>
                  </a:lnTo>
                  <a:lnTo>
                    <a:pt x="6827" y="38168"/>
                  </a:lnTo>
                  <a:lnTo>
                    <a:pt x="7672" y="42811"/>
                  </a:lnTo>
                  <a:lnTo>
                    <a:pt x="8518" y="30039"/>
                  </a:lnTo>
                  <a:lnTo>
                    <a:pt x="9363" y="38839"/>
                  </a:lnTo>
                  <a:lnTo>
                    <a:pt x="10208" y="79281"/>
                  </a:lnTo>
                  <a:lnTo>
                    <a:pt x="11053" y="92656"/>
                  </a:lnTo>
                  <a:lnTo>
                    <a:pt x="11898" y="61612"/>
                  </a:lnTo>
                  <a:lnTo>
                    <a:pt x="12743" y="70744"/>
                  </a:lnTo>
                  <a:lnTo>
                    <a:pt x="13588" y="95171"/>
                  </a:lnTo>
                  <a:lnTo>
                    <a:pt x="14433" y="115663"/>
                  </a:lnTo>
                  <a:lnTo>
                    <a:pt x="15278" y="118981"/>
                  </a:lnTo>
                  <a:lnTo>
                    <a:pt x="16123" y="132873"/>
                  </a:lnTo>
                  <a:lnTo>
                    <a:pt x="16319" y="1400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7009657" y="1984105"/>
              <a:ext cx="34604" cy="188770"/>
            </a:xfrm>
            <a:custGeom>
              <a:avLst/>
              <a:pathLst>
                <a:path w="34604" h="188770">
                  <a:moveTo>
                    <a:pt x="0" y="188770"/>
                  </a:moveTo>
                  <a:lnTo>
                    <a:pt x="336" y="179050"/>
                  </a:lnTo>
                  <a:lnTo>
                    <a:pt x="1181" y="158557"/>
                  </a:lnTo>
                  <a:lnTo>
                    <a:pt x="2026" y="155239"/>
                  </a:lnTo>
                  <a:lnTo>
                    <a:pt x="2871" y="155239"/>
                  </a:lnTo>
                  <a:lnTo>
                    <a:pt x="3716" y="155239"/>
                  </a:lnTo>
                  <a:lnTo>
                    <a:pt x="4561" y="124353"/>
                  </a:lnTo>
                  <a:lnTo>
                    <a:pt x="5406" y="103121"/>
                  </a:lnTo>
                  <a:lnTo>
                    <a:pt x="6251" y="87627"/>
                  </a:lnTo>
                  <a:lnTo>
                    <a:pt x="7096" y="57618"/>
                  </a:lnTo>
                  <a:lnTo>
                    <a:pt x="7942" y="49550"/>
                  </a:lnTo>
                  <a:lnTo>
                    <a:pt x="8787" y="48872"/>
                  </a:lnTo>
                  <a:lnTo>
                    <a:pt x="9632" y="65448"/>
                  </a:lnTo>
                  <a:lnTo>
                    <a:pt x="10477" y="43431"/>
                  </a:lnTo>
                  <a:lnTo>
                    <a:pt x="11322" y="21310"/>
                  </a:lnTo>
                  <a:lnTo>
                    <a:pt x="12167" y="44872"/>
                  </a:lnTo>
                  <a:lnTo>
                    <a:pt x="13012" y="34639"/>
                  </a:lnTo>
                  <a:lnTo>
                    <a:pt x="13857" y="34178"/>
                  </a:lnTo>
                  <a:lnTo>
                    <a:pt x="14702" y="48488"/>
                  </a:lnTo>
                  <a:lnTo>
                    <a:pt x="15547" y="91738"/>
                  </a:lnTo>
                  <a:lnTo>
                    <a:pt x="16393" y="102306"/>
                  </a:lnTo>
                  <a:lnTo>
                    <a:pt x="17238" y="53075"/>
                  </a:lnTo>
                  <a:lnTo>
                    <a:pt x="18083" y="56618"/>
                  </a:lnTo>
                  <a:lnTo>
                    <a:pt x="18928" y="57761"/>
                  </a:lnTo>
                  <a:lnTo>
                    <a:pt x="19773" y="39496"/>
                  </a:lnTo>
                  <a:lnTo>
                    <a:pt x="20618" y="6776"/>
                  </a:lnTo>
                  <a:lnTo>
                    <a:pt x="21463" y="32589"/>
                  </a:lnTo>
                  <a:lnTo>
                    <a:pt x="22308" y="88266"/>
                  </a:lnTo>
                  <a:lnTo>
                    <a:pt x="23153" y="118872"/>
                  </a:lnTo>
                  <a:lnTo>
                    <a:pt x="23998" y="139945"/>
                  </a:lnTo>
                  <a:lnTo>
                    <a:pt x="24843" y="143209"/>
                  </a:lnTo>
                  <a:lnTo>
                    <a:pt x="25689" y="166446"/>
                  </a:lnTo>
                  <a:lnTo>
                    <a:pt x="26534" y="140870"/>
                  </a:lnTo>
                  <a:lnTo>
                    <a:pt x="27379" y="124883"/>
                  </a:lnTo>
                  <a:lnTo>
                    <a:pt x="28224" y="71989"/>
                  </a:lnTo>
                  <a:lnTo>
                    <a:pt x="29069" y="12844"/>
                  </a:lnTo>
                  <a:lnTo>
                    <a:pt x="29914" y="0"/>
                  </a:lnTo>
                  <a:lnTo>
                    <a:pt x="30759" y="6087"/>
                  </a:lnTo>
                  <a:lnTo>
                    <a:pt x="31604" y="52550"/>
                  </a:lnTo>
                  <a:lnTo>
                    <a:pt x="32449" y="68537"/>
                  </a:lnTo>
                  <a:lnTo>
                    <a:pt x="33294" y="108897"/>
                  </a:lnTo>
                  <a:lnTo>
                    <a:pt x="34139" y="167398"/>
                  </a:lnTo>
                  <a:lnTo>
                    <a:pt x="34604" y="18877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7046058" y="1947898"/>
              <a:ext cx="23989" cy="224977"/>
            </a:xfrm>
            <a:custGeom>
              <a:avLst/>
              <a:pathLst>
                <a:path w="23989" h="224977">
                  <a:moveTo>
                    <a:pt x="0" y="224977"/>
                  </a:moveTo>
                  <a:lnTo>
                    <a:pt x="273" y="214946"/>
                  </a:lnTo>
                  <a:lnTo>
                    <a:pt x="1118" y="180475"/>
                  </a:lnTo>
                  <a:lnTo>
                    <a:pt x="1964" y="159755"/>
                  </a:lnTo>
                  <a:lnTo>
                    <a:pt x="2809" y="97541"/>
                  </a:lnTo>
                  <a:lnTo>
                    <a:pt x="3654" y="46920"/>
                  </a:lnTo>
                  <a:lnTo>
                    <a:pt x="4499" y="38640"/>
                  </a:lnTo>
                  <a:lnTo>
                    <a:pt x="5344" y="41145"/>
                  </a:lnTo>
                  <a:lnTo>
                    <a:pt x="6189" y="47042"/>
                  </a:lnTo>
                  <a:lnTo>
                    <a:pt x="7034" y="47925"/>
                  </a:lnTo>
                  <a:lnTo>
                    <a:pt x="7879" y="89710"/>
                  </a:lnTo>
                  <a:lnTo>
                    <a:pt x="8724" y="147043"/>
                  </a:lnTo>
                  <a:lnTo>
                    <a:pt x="9569" y="139294"/>
                  </a:lnTo>
                  <a:lnTo>
                    <a:pt x="10414" y="125414"/>
                  </a:lnTo>
                  <a:lnTo>
                    <a:pt x="11260" y="134689"/>
                  </a:lnTo>
                  <a:lnTo>
                    <a:pt x="12105" y="103349"/>
                  </a:lnTo>
                  <a:lnTo>
                    <a:pt x="12950" y="44336"/>
                  </a:lnTo>
                  <a:lnTo>
                    <a:pt x="13795" y="0"/>
                  </a:lnTo>
                  <a:lnTo>
                    <a:pt x="14640" y="785"/>
                  </a:lnTo>
                  <a:lnTo>
                    <a:pt x="15485" y="13933"/>
                  </a:lnTo>
                  <a:lnTo>
                    <a:pt x="16330" y="33232"/>
                  </a:lnTo>
                  <a:lnTo>
                    <a:pt x="17175" y="81094"/>
                  </a:lnTo>
                  <a:lnTo>
                    <a:pt x="18020" y="140107"/>
                  </a:lnTo>
                  <a:lnTo>
                    <a:pt x="18865" y="164215"/>
                  </a:lnTo>
                  <a:lnTo>
                    <a:pt x="19710" y="144903"/>
                  </a:lnTo>
                  <a:lnTo>
                    <a:pt x="20556" y="126259"/>
                  </a:lnTo>
                  <a:lnTo>
                    <a:pt x="21401" y="147471"/>
                  </a:lnTo>
                  <a:lnTo>
                    <a:pt x="22246" y="180659"/>
                  </a:lnTo>
                  <a:lnTo>
                    <a:pt x="23091" y="200815"/>
                  </a:lnTo>
                  <a:lnTo>
                    <a:pt x="23936" y="221529"/>
                  </a:lnTo>
                  <a:lnTo>
                    <a:pt x="23989" y="22497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7078373" y="2122154"/>
              <a:ext cx="3767" cy="50721"/>
            </a:xfrm>
            <a:custGeom>
              <a:avLst/>
              <a:pathLst>
                <a:path w="3767" h="50721">
                  <a:moveTo>
                    <a:pt x="0" y="50721"/>
                  </a:moveTo>
                  <a:lnTo>
                    <a:pt x="72" y="47666"/>
                  </a:lnTo>
                  <a:lnTo>
                    <a:pt x="917" y="0"/>
                  </a:lnTo>
                  <a:lnTo>
                    <a:pt x="1762" y="3977"/>
                  </a:lnTo>
                  <a:lnTo>
                    <a:pt x="2607" y="8795"/>
                  </a:lnTo>
                  <a:lnTo>
                    <a:pt x="3453" y="26648"/>
                  </a:lnTo>
                  <a:lnTo>
                    <a:pt x="3767" y="5072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7086700" y="1664807"/>
              <a:ext cx="313426" cy="508068"/>
            </a:xfrm>
            <a:custGeom>
              <a:avLst/>
              <a:pathLst>
                <a:path w="313426" h="508068">
                  <a:moveTo>
                    <a:pt x="0" y="508068"/>
                  </a:moveTo>
                  <a:lnTo>
                    <a:pt x="197" y="495982"/>
                  </a:lnTo>
                  <a:lnTo>
                    <a:pt x="1042" y="433719"/>
                  </a:lnTo>
                  <a:lnTo>
                    <a:pt x="1887" y="391131"/>
                  </a:lnTo>
                  <a:lnTo>
                    <a:pt x="2732" y="326615"/>
                  </a:lnTo>
                  <a:lnTo>
                    <a:pt x="3577" y="273339"/>
                  </a:lnTo>
                  <a:lnTo>
                    <a:pt x="4422" y="242978"/>
                  </a:lnTo>
                  <a:lnTo>
                    <a:pt x="5267" y="261813"/>
                  </a:lnTo>
                  <a:lnTo>
                    <a:pt x="6112" y="303985"/>
                  </a:lnTo>
                  <a:lnTo>
                    <a:pt x="6957" y="347651"/>
                  </a:lnTo>
                  <a:lnTo>
                    <a:pt x="7802" y="389906"/>
                  </a:lnTo>
                  <a:lnTo>
                    <a:pt x="8648" y="355611"/>
                  </a:lnTo>
                  <a:lnTo>
                    <a:pt x="9493" y="316470"/>
                  </a:lnTo>
                  <a:lnTo>
                    <a:pt x="10338" y="311496"/>
                  </a:lnTo>
                  <a:lnTo>
                    <a:pt x="11183" y="311498"/>
                  </a:lnTo>
                  <a:lnTo>
                    <a:pt x="12028" y="303378"/>
                  </a:lnTo>
                  <a:lnTo>
                    <a:pt x="12873" y="300102"/>
                  </a:lnTo>
                  <a:lnTo>
                    <a:pt x="13718" y="355324"/>
                  </a:lnTo>
                  <a:lnTo>
                    <a:pt x="14563" y="399112"/>
                  </a:lnTo>
                  <a:lnTo>
                    <a:pt x="15408" y="391904"/>
                  </a:lnTo>
                  <a:lnTo>
                    <a:pt x="16253" y="358493"/>
                  </a:lnTo>
                  <a:lnTo>
                    <a:pt x="17098" y="359117"/>
                  </a:lnTo>
                  <a:lnTo>
                    <a:pt x="17944" y="384654"/>
                  </a:lnTo>
                  <a:lnTo>
                    <a:pt x="18789" y="406283"/>
                  </a:lnTo>
                  <a:lnTo>
                    <a:pt x="19634" y="419915"/>
                  </a:lnTo>
                  <a:lnTo>
                    <a:pt x="20479" y="434710"/>
                  </a:lnTo>
                  <a:lnTo>
                    <a:pt x="21324" y="468121"/>
                  </a:lnTo>
                  <a:lnTo>
                    <a:pt x="22169" y="463206"/>
                  </a:lnTo>
                  <a:lnTo>
                    <a:pt x="23014" y="431421"/>
                  </a:lnTo>
                  <a:lnTo>
                    <a:pt x="23859" y="422410"/>
                  </a:lnTo>
                  <a:lnTo>
                    <a:pt x="24704" y="406681"/>
                  </a:lnTo>
                  <a:lnTo>
                    <a:pt x="25549" y="406800"/>
                  </a:lnTo>
                  <a:lnTo>
                    <a:pt x="26395" y="427230"/>
                  </a:lnTo>
                  <a:lnTo>
                    <a:pt x="27240" y="449952"/>
                  </a:lnTo>
                  <a:lnTo>
                    <a:pt x="28085" y="481737"/>
                  </a:lnTo>
                  <a:lnTo>
                    <a:pt x="28930" y="486186"/>
                  </a:lnTo>
                  <a:lnTo>
                    <a:pt x="29775" y="469143"/>
                  </a:lnTo>
                  <a:lnTo>
                    <a:pt x="30620" y="429601"/>
                  </a:lnTo>
                  <a:lnTo>
                    <a:pt x="31465" y="399594"/>
                  </a:lnTo>
                  <a:lnTo>
                    <a:pt x="32310" y="374194"/>
                  </a:lnTo>
                  <a:lnTo>
                    <a:pt x="33155" y="355722"/>
                  </a:lnTo>
                  <a:lnTo>
                    <a:pt x="34000" y="358141"/>
                  </a:lnTo>
                  <a:lnTo>
                    <a:pt x="34845" y="390914"/>
                  </a:lnTo>
                  <a:lnTo>
                    <a:pt x="35691" y="430337"/>
                  </a:lnTo>
                  <a:lnTo>
                    <a:pt x="36536" y="421297"/>
                  </a:lnTo>
                  <a:lnTo>
                    <a:pt x="37381" y="416856"/>
                  </a:lnTo>
                  <a:lnTo>
                    <a:pt x="38226" y="454964"/>
                  </a:lnTo>
                  <a:lnTo>
                    <a:pt x="39071" y="483213"/>
                  </a:lnTo>
                  <a:lnTo>
                    <a:pt x="39916" y="454342"/>
                  </a:lnTo>
                  <a:lnTo>
                    <a:pt x="40761" y="418278"/>
                  </a:lnTo>
                  <a:lnTo>
                    <a:pt x="41606" y="416674"/>
                  </a:lnTo>
                  <a:lnTo>
                    <a:pt x="42451" y="386242"/>
                  </a:lnTo>
                  <a:lnTo>
                    <a:pt x="43296" y="333366"/>
                  </a:lnTo>
                  <a:lnTo>
                    <a:pt x="44141" y="285563"/>
                  </a:lnTo>
                  <a:lnTo>
                    <a:pt x="44987" y="272369"/>
                  </a:lnTo>
                  <a:lnTo>
                    <a:pt x="45832" y="209789"/>
                  </a:lnTo>
                  <a:lnTo>
                    <a:pt x="46677" y="149165"/>
                  </a:lnTo>
                  <a:lnTo>
                    <a:pt x="47522" y="148676"/>
                  </a:lnTo>
                  <a:lnTo>
                    <a:pt x="48367" y="109043"/>
                  </a:lnTo>
                  <a:lnTo>
                    <a:pt x="49212" y="48748"/>
                  </a:lnTo>
                  <a:lnTo>
                    <a:pt x="50057" y="0"/>
                  </a:lnTo>
                  <a:lnTo>
                    <a:pt x="50902" y="53913"/>
                  </a:lnTo>
                  <a:lnTo>
                    <a:pt x="51747" y="102797"/>
                  </a:lnTo>
                  <a:lnTo>
                    <a:pt x="52592" y="125341"/>
                  </a:lnTo>
                  <a:lnTo>
                    <a:pt x="53437" y="165501"/>
                  </a:lnTo>
                  <a:lnTo>
                    <a:pt x="54283" y="216579"/>
                  </a:lnTo>
                  <a:lnTo>
                    <a:pt x="55128" y="283492"/>
                  </a:lnTo>
                  <a:lnTo>
                    <a:pt x="55973" y="328224"/>
                  </a:lnTo>
                  <a:lnTo>
                    <a:pt x="56818" y="331570"/>
                  </a:lnTo>
                  <a:lnTo>
                    <a:pt x="57663" y="295073"/>
                  </a:lnTo>
                  <a:lnTo>
                    <a:pt x="58508" y="288588"/>
                  </a:lnTo>
                  <a:lnTo>
                    <a:pt x="59353" y="309026"/>
                  </a:lnTo>
                  <a:lnTo>
                    <a:pt x="60198" y="329947"/>
                  </a:lnTo>
                  <a:lnTo>
                    <a:pt x="61043" y="281096"/>
                  </a:lnTo>
                  <a:lnTo>
                    <a:pt x="61888" y="217755"/>
                  </a:lnTo>
                  <a:lnTo>
                    <a:pt x="62733" y="194033"/>
                  </a:lnTo>
                  <a:lnTo>
                    <a:pt x="63579" y="163096"/>
                  </a:lnTo>
                  <a:lnTo>
                    <a:pt x="64424" y="96401"/>
                  </a:lnTo>
                  <a:lnTo>
                    <a:pt x="65269" y="25669"/>
                  </a:lnTo>
                  <a:lnTo>
                    <a:pt x="66114" y="1628"/>
                  </a:lnTo>
                  <a:lnTo>
                    <a:pt x="66959" y="45775"/>
                  </a:lnTo>
                  <a:lnTo>
                    <a:pt x="67804" y="141853"/>
                  </a:lnTo>
                  <a:lnTo>
                    <a:pt x="68649" y="183681"/>
                  </a:lnTo>
                  <a:lnTo>
                    <a:pt x="69494" y="232389"/>
                  </a:lnTo>
                  <a:lnTo>
                    <a:pt x="70339" y="301657"/>
                  </a:lnTo>
                  <a:lnTo>
                    <a:pt x="71184" y="392055"/>
                  </a:lnTo>
                  <a:lnTo>
                    <a:pt x="72029" y="415146"/>
                  </a:lnTo>
                  <a:lnTo>
                    <a:pt x="72875" y="391313"/>
                  </a:lnTo>
                  <a:lnTo>
                    <a:pt x="73720" y="419616"/>
                  </a:lnTo>
                  <a:lnTo>
                    <a:pt x="74565" y="448081"/>
                  </a:lnTo>
                  <a:lnTo>
                    <a:pt x="75410" y="452523"/>
                  </a:lnTo>
                  <a:lnTo>
                    <a:pt x="76255" y="435019"/>
                  </a:lnTo>
                  <a:lnTo>
                    <a:pt x="77100" y="459737"/>
                  </a:lnTo>
                  <a:lnTo>
                    <a:pt x="77945" y="474538"/>
                  </a:lnTo>
                  <a:lnTo>
                    <a:pt x="78790" y="469447"/>
                  </a:lnTo>
                  <a:lnTo>
                    <a:pt x="79635" y="434976"/>
                  </a:lnTo>
                  <a:lnTo>
                    <a:pt x="80480" y="422469"/>
                  </a:lnTo>
                  <a:lnTo>
                    <a:pt x="81325" y="422469"/>
                  </a:lnTo>
                  <a:lnTo>
                    <a:pt x="82171" y="422470"/>
                  </a:lnTo>
                  <a:lnTo>
                    <a:pt x="83016" y="414592"/>
                  </a:lnTo>
                  <a:lnTo>
                    <a:pt x="83861" y="388869"/>
                  </a:lnTo>
                  <a:lnTo>
                    <a:pt x="84706" y="408605"/>
                  </a:lnTo>
                  <a:lnTo>
                    <a:pt x="85551" y="421112"/>
                  </a:lnTo>
                  <a:lnTo>
                    <a:pt x="86396" y="420528"/>
                  </a:lnTo>
                  <a:lnTo>
                    <a:pt x="87241" y="396671"/>
                  </a:lnTo>
                  <a:lnTo>
                    <a:pt x="88086" y="356567"/>
                  </a:lnTo>
                  <a:lnTo>
                    <a:pt x="88931" y="357256"/>
                  </a:lnTo>
                  <a:lnTo>
                    <a:pt x="89776" y="349022"/>
                  </a:lnTo>
                  <a:lnTo>
                    <a:pt x="90622" y="323813"/>
                  </a:lnTo>
                  <a:lnTo>
                    <a:pt x="91467" y="320312"/>
                  </a:lnTo>
                  <a:lnTo>
                    <a:pt x="92312" y="328543"/>
                  </a:lnTo>
                  <a:lnTo>
                    <a:pt x="93157" y="317578"/>
                  </a:lnTo>
                  <a:lnTo>
                    <a:pt x="94002" y="317055"/>
                  </a:lnTo>
                  <a:lnTo>
                    <a:pt x="94847" y="334758"/>
                  </a:lnTo>
                  <a:lnTo>
                    <a:pt x="95692" y="348151"/>
                  </a:lnTo>
                  <a:lnTo>
                    <a:pt x="96537" y="288805"/>
                  </a:lnTo>
                  <a:lnTo>
                    <a:pt x="97382" y="248041"/>
                  </a:lnTo>
                  <a:lnTo>
                    <a:pt x="98227" y="264794"/>
                  </a:lnTo>
                  <a:lnTo>
                    <a:pt x="99072" y="270187"/>
                  </a:lnTo>
                  <a:lnTo>
                    <a:pt x="99918" y="268907"/>
                  </a:lnTo>
                  <a:lnTo>
                    <a:pt x="100763" y="280725"/>
                  </a:lnTo>
                  <a:lnTo>
                    <a:pt x="101608" y="344160"/>
                  </a:lnTo>
                  <a:lnTo>
                    <a:pt x="102453" y="384271"/>
                  </a:lnTo>
                  <a:lnTo>
                    <a:pt x="103298" y="401993"/>
                  </a:lnTo>
                  <a:lnTo>
                    <a:pt x="104143" y="360437"/>
                  </a:lnTo>
                  <a:lnTo>
                    <a:pt x="104988" y="293375"/>
                  </a:lnTo>
                  <a:lnTo>
                    <a:pt x="105833" y="274339"/>
                  </a:lnTo>
                  <a:lnTo>
                    <a:pt x="106678" y="276126"/>
                  </a:lnTo>
                  <a:lnTo>
                    <a:pt x="107523" y="285951"/>
                  </a:lnTo>
                  <a:lnTo>
                    <a:pt x="108368" y="285489"/>
                  </a:lnTo>
                  <a:lnTo>
                    <a:pt x="109214" y="327410"/>
                  </a:lnTo>
                  <a:lnTo>
                    <a:pt x="110059" y="358768"/>
                  </a:lnTo>
                  <a:lnTo>
                    <a:pt x="110904" y="374482"/>
                  </a:lnTo>
                  <a:lnTo>
                    <a:pt x="111749" y="393190"/>
                  </a:lnTo>
                  <a:lnTo>
                    <a:pt x="112594" y="390131"/>
                  </a:lnTo>
                  <a:lnTo>
                    <a:pt x="113439" y="387148"/>
                  </a:lnTo>
                  <a:lnTo>
                    <a:pt x="114284" y="396861"/>
                  </a:lnTo>
                  <a:lnTo>
                    <a:pt x="115129" y="420636"/>
                  </a:lnTo>
                  <a:lnTo>
                    <a:pt x="115974" y="385679"/>
                  </a:lnTo>
                  <a:lnTo>
                    <a:pt x="116819" y="317687"/>
                  </a:lnTo>
                  <a:lnTo>
                    <a:pt x="117664" y="227654"/>
                  </a:lnTo>
                  <a:lnTo>
                    <a:pt x="118510" y="168929"/>
                  </a:lnTo>
                  <a:lnTo>
                    <a:pt x="119355" y="162518"/>
                  </a:lnTo>
                  <a:lnTo>
                    <a:pt x="120200" y="171101"/>
                  </a:lnTo>
                  <a:lnTo>
                    <a:pt x="121045" y="179369"/>
                  </a:lnTo>
                  <a:lnTo>
                    <a:pt x="121890" y="212102"/>
                  </a:lnTo>
                  <a:lnTo>
                    <a:pt x="122735" y="291552"/>
                  </a:lnTo>
                  <a:lnTo>
                    <a:pt x="123580" y="324228"/>
                  </a:lnTo>
                  <a:lnTo>
                    <a:pt x="124425" y="295190"/>
                  </a:lnTo>
                  <a:lnTo>
                    <a:pt x="125270" y="266786"/>
                  </a:lnTo>
                  <a:lnTo>
                    <a:pt x="126115" y="239987"/>
                  </a:lnTo>
                  <a:lnTo>
                    <a:pt x="126960" y="216931"/>
                  </a:lnTo>
                  <a:lnTo>
                    <a:pt x="127806" y="203009"/>
                  </a:lnTo>
                  <a:lnTo>
                    <a:pt x="128651" y="255393"/>
                  </a:lnTo>
                  <a:lnTo>
                    <a:pt x="129496" y="289289"/>
                  </a:lnTo>
                  <a:lnTo>
                    <a:pt x="130341" y="312212"/>
                  </a:lnTo>
                  <a:lnTo>
                    <a:pt x="131186" y="355851"/>
                  </a:lnTo>
                  <a:lnTo>
                    <a:pt x="132031" y="401362"/>
                  </a:lnTo>
                  <a:lnTo>
                    <a:pt x="132876" y="412650"/>
                  </a:lnTo>
                  <a:lnTo>
                    <a:pt x="133721" y="339093"/>
                  </a:lnTo>
                  <a:lnTo>
                    <a:pt x="134566" y="259934"/>
                  </a:lnTo>
                  <a:lnTo>
                    <a:pt x="135411" y="216952"/>
                  </a:lnTo>
                  <a:lnTo>
                    <a:pt x="136256" y="226608"/>
                  </a:lnTo>
                  <a:lnTo>
                    <a:pt x="137102" y="191696"/>
                  </a:lnTo>
                  <a:lnTo>
                    <a:pt x="137947" y="128068"/>
                  </a:lnTo>
                  <a:lnTo>
                    <a:pt x="138792" y="111084"/>
                  </a:lnTo>
                  <a:lnTo>
                    <a:pt x="139637" y="131674"/>
                  </a:lnTo>
                  <a:lnTo>
                    <a:pt x="140482" y="155644"/>
                  </a:lnTo>
                  <a:lnTo>
                    <a:pt x="141327" y="126047"/>
                  </a:lnTo>
                  <a:lnTo>
                    <a:pt x="142172" y="98202"/>
                  </a:lnTo>
                  <a:lnTo>
                    <a:pt x="143017" y="153910"/>
                  </a:lnTo>
                  <a:lnTo>
                    <a:pt x="143862" y="230837"/>
                  </a:lnTo>
                  <a:lnTo>
                    <a:pt x="144707" y="273137"/>
                  </a:lnTo>
                  <a:lnTo>
                    <a:pt x="145553" y="291928"/>
                  </a:lnTo>
                  <a:lnTo>
                    <a:pt x="146398" y="326738"/>
                  </a:lnTo>
                  <a:lnTo>
                    <a:pt x="147243" y="381805"/>
                  </a:lnTo>
                  <a:lnTo>
                    <a:pt x="148088" y="397371"/>
                  </a:lnTo>
                  <a:lnTo>
                    <a:pt x="148933" y="395852"/>
                  </a:lnTo>
                  <a:lnTo>
                    <a:pt x="149778" y="404909"/>
                  </a:lnTo>
                  <a:lnTo>
                    <a:pt x="150623" y="366450"/>
                  </a:lnTo>
                  <a:lnTo>
                    <a:pt x="151468" y="308122"/>
                  </a:lnTo>
                  <a:lnTo>
                    <a:pt x="152313" y="276853"/>
                  </a:lnTo>
                  <a:lnTo>
                    <a:pt x="153158" y="272616"/>
                  </a:lnTo>
                  <a:lnTo>
                    <a:pt x="154003" y="253132"/>
                  </a:lnTo>
                  <a:lnTo>
                    <a:pt x="154849" y="237671"/>
                  </a:lnTo>
                  <a:lnTo>
                    <a:pt x="155694" y="246078"/>
                  </a:lnTo>
                  <a:lnTo>
                    <a:pt x="156539" y="267415"/>
                  </a:lnTo>
                  <a:lnTo>
                    <a:pt x="157384" y="277661"/>
                  </a:lnTo>
                  <a:lnTo>
                    <a:pt x="158229" y="295504"/>
                  </a:lnTo>
                  <a:lnTo>
                    <a:pt x="159074" y="314416"/>
                  </a:lnTo>
                  <a:lnTo>
                    <a:pt x="159919" y="336214"/>
                  </a:lnTo>
                  <a:lnTo>
                    <a:pt x="160764" y="385500"/>
                  </a:lnTo>
                  <a:lnTo>
                    <a:pt x="161609" y="408871"/>
                  </a:lnTo>
                  <a:lnTo>
                    <a:pt x="162454" y="398757"/>
                  </a:lnTo>
                  <a:lnTo>
                    <a:pt x="163299" y="378029"/>
                  </a:lnTo>
                  <a:lnTo>
                    <a:pt x="164145" y="383924"/>
                  </a:lnTo>
                  <a:lnTo>
                    <a:pt x="164990" y="371823"/>
                  </a:lnTo>
                  <a:lnTo>
                    <a:pt x="165835" y="346525"/>
                  </a:lnTo>
                  <a:lnTo>
                    <a:pt x="166680" y="354551"/>
                  </a:lnTo>
                  <a:lnTo>
                    <a:pt x="167525" y="380760"/>
                  </a:lnTo>
                  <a:lnTo>
                    <a:pt x="168370" y="359791"/>
                  </a:lnTo>
                  <a:lnTo>
                    <a:pt x="169215" y="313450"/>
                  </a:lnTo>
                  <a:lnTo>
                    <a:pt x="170060" y="280822"/>
                  </a:lnTo>
                  <a:lnTo>
                    <a:pt x="170905" y="223315"/>
                  </a:lnTo>
                  <a:lnTo>
                    <a:pt x="171750" y="146269"/>
                  </a:lnTo>
                  <a:lnTo>
                    <a:pt x="172595" y="63152"/>
                  </a:lnTo>
                  <a:lnTo>
                    <a:pt x="173441" y="43267"/>
                  </a:lnTo>
                  <a:lnTo>
                    <a:pt x="174286" y="73711"/>
                  </a:lnTo>
                  <a:lnTo>
                    <a:pt x="175131" y="91809"/>
                  </a:lnTo>
                  <a:lnTo>
                    <a:pt x="175976" y="83790"/>
                  </a:lnTo>
                  <a:lnTo>
                    <a:pt x="176821" y="75460"/>
                  </a:lnTo>
                  <a:lnTo>
                    <a:pt x="177666" y="143731"/>
                  </a:lnTo>
                  <a:lnTo>
                    <a:pt x="178511" y="153569"/>
                  </a:lnTo>
                  <a:lnTo>
                    <a:pt x="179356" y="103246"/>
                  </a:lnTo>
                  <a:lnTo>
                    <a:pt x="180201" y="79809"/>
                  </a:lnTo>
                  <a:lnTo>
                    <a:pt x="181046" y="143535"/>
                  </a:lnTo>
                  <a:lnTo>
                    <a:pt x="181891" y="224828"/>
                  </a:lnTo>
                  <a:lnTo>
                    <a:pt x="182737" y="204768"/>
                  </a:lnTo>
                  <a:lnTo>
                    <a:pt x="183582" y="214116"/>
                  </a:lnTo>
                  <a:lnTo>
                    <a:pt x="184427" y="261955"/>
                  </a:lnTo>
                  <a:lnTo>
                    <a:pt x="185272" y="295689"/>
                  </a:lnTo>
                  <a:lnTo>
                    <a:pt x="186117" y="301926"/>
                  </a:lnTo>
                  <a:lnTo>
                    <a:pt x="186962" y="321841"/>
                  </a:lnTo>
                  <a:lnTo>
                    <a:pt x="187807" y="356711"/>
                  </a:lnTo>
                  <a:lnTo>
                    <a:pt x="188652" y="386666"/>
                  </a:lnTo>
                  <a:lnTo>
                    <a:pt x="189497" y="378949"/>
                  </a:lnTo>
                  <a:lnTo>
                    <a:pt x="190342" y="304479"/>
                  </a:lnTo>
                  <a:lnTo>
                    <a:pt x="191187" y="214287"/>
                  </a:lnTo>
                  <a:lnTo>
                    <a:pt x="192033" y="155930"/>
                  </a:lnTo>
                  <a:lnTo>
                    <a:pt x="192878" y="142607"/>
                  </a:lnTo>
                  <a:lnTo>
                    <a:pt x="193723" y="100078"/>
                  </a:lnTo>
                  <a:lnTo>
                    <a:pt x="194568" y="99709"/>
                  </a:lnTo>
                  <a:lnTo>
                    <a:pt x="195413" y="134398"/>
                  </a:lnTo>
                  <a:lnTo>
                    <a:pt x="196258" y="120195"/>
                  </a:lnTo>
                  <a:lnTo>
                    <a:pt x="197103" y="126820"/>
                  </a:lnTo>
                  <a:lnTo>
                    <a:pt x="197948" y="141749"/>
                  </a:lnTo>
                  <a:lnTo>
                    <a:pt x="198793" y="188041"/>
                  </a:lnTo>
                  <a:lnTo>
                    <a:pt x="199638" y="220547"/>
                  </a:lnTo>
                  <a:lnTo>
                    <a:pt x="200483" y="268975"/>
                  </a:lnTo>
                  <a:lnTo>
                    <a:pt x="201329" y="374132"/>
                  </a:lnTo>
                  <a:lnTo>
                    <a:pt x="202174" y="413820"/>
                  </a:lnTo>
                  <a:lnTo>
                    <a:pt x="203019" y="360965"/>
                  </a:lnTo>
                  <a:lnTo>
                    <a:pt x="203864" y="287622"/>
                  </a:lnTo>
                  <a:lnTo>
                    <a:pt x="204709" y="244585"/>
                  </a:lnTo>
                  <a:lnTo>
                    <a:pt x="205554" y="220051"/>
                  </a:lnTo>
                  <a:lnTo>
                    <a:pt x="206399" y="220345"/>
                  </a:lnTo>
                  <a:lnTo>
                    <a:pt x="207244" y="188993"/>
                  </a:lnTo>
                  <a:lnTo>
                    <a:pt x="208089" y="224309"/>
                  </a:lnTo>
                  <a:lnTo>
                    <a:pt x="208934" y="302270"/>
                  </a:lnTo>
                  <a:lnTo>
                    <a:pt x="209780" y="350666"/>
                  </a:lnTo>
                  <a:lnTo>
                    <a:pt x="210625" y="383706"/>
                  </a:lnTo>
                  <a:lnTo>
                    <a:pt x="211470" y="346211"/>
                  </a:lnTo>
                  <a:lnTo>
                    <a:pt x="212315" y="320210"/>
                  </a:lnTo>
                  <a:lnTo>
                    <a:pt x="213160" y="307541"/>
                  </a:lnTo>
                  <a:lnTo>
                    <a:pt x="214005" y="325050"/>
                  </a:lnTo>
                  <a:lnTo>
                    <a:pt x="214850" y="338888"/>
                  </a:lnTo>
                  <a:lnTo>
                    <a:pt x="215695" y="355671"/>
                  </a:lnTo>
                  <a:lnTo>
                    <a:pt x="216540" y="409323"/>
                  </a:lnTo>
                  <a:lnTo>
                    <a:pt x="217385" y="466777"/>
                  </a:lnTo>
                  <a:lnTo>
                    <a:pt x="218230" y="500343"/>
                  </a:lnTo>
                  <a:lnTo>
                    <a:pt x="219076" y="488374"/>
                  </a:lnTo>
                  <a:lnTo>
                    <a:pt x="219921" y="474538"/>
                  </a:lnTo>
                  <a:lnTo>
                    <a:pt x="220766" y="469562"/>
                  </a:lnTo>
                  <a:lnTo>
                    <a:pt x="221611" y="435090"/>
                  </a:lnTo>
                  <a:lnTo>
                    <a:pt x="222456" y="422355"/>
                  </a:lnTo>
                  <a:lnTo>
                    <a:pt x="223301" y="412252"/>
                  </a:lnTo>
                  <a:lnTo>
                    <a:pt x="224146" y="370954"/>
                  </a:lnTo>
                  <a:lnTo>
                    <a:pt x="224991" y="329953"/>
                  </a:lnTo>
                  <a:lnTo>
                    <a:pt x="225836" y="348047"/>
                  </a:lnTo>
                  <a:lnTo>
                    <a:pt x="226681" y="400721"/>
                  </a:lnTo>
                  <a:lnTo>
                    <a:pt x="227526" y="389364"/>
                  </a:lnTo>
                  <a:lnTo>
                    <a:pt x="228372" y="390667"/>
                  </a:lnTo>
                  <a:lnTo>
                    <a:pt x="229217" y="431967"/>
                  </a:lnTo>
                  <a:lnTo>
                    <a:pt x="230062" y="472967"/>
                  </a:lnTo>
                  <a:lnTo>
                    <a:pt x="230907" y="460347"/>
                  </a:lnTo>
                  <a:lnTo>
                    <a:pt x="231752" y="399870"/>
                  </a:lnTo>
                  <a:lnTo>
                    <a:pt x="232597" y="340126"/>
                  </a:lnTo>
                  <a:lnTo>
                    <a:pt x="233442" y="269617"/>
                  </a:lnTo>
                  <a:lnTo>
                    <a:pt x="234287" y="242574"/>
                  </a:lnTo>
                  <a:lnTo>
                    <a:pt x="235132" y="214015"/>
                  </a:lnTo>
                  <a:lnTo>
                    <a:pt x="235977" y="125948"/>
                  </a:lnTo>
                  <a:lnTo>
                    <a:pt x="236822" y="114145"/>
                  </a:lnTo>
                  <a:lnTo>
                    <a:pt x="237668" y="169347"/>
                  </a:lnTo>
                  <a:lnTo>
                    <a:pt x="238513" y="224399"/>
                  </a:lnTo>
                  <a:lnTo>
                    <a:pt x="239358" y="236958"/>
                  </a:lnTo>
                  <a:lnTo>
                    <a:pt x="240203" y="258259"/>
                  </a:lnTo>
                  <a:lnTo>
                    <a:pt x="241048" y="306533"/>
                  </a:lnTo>
                  <a:lnTo>
                    <a:pt x="241893" y="313880"/>
                  </a:lnTo>
                  <a:lnTo>
                    <a:pt x="242738" y="258060"/>
                  </a:lnTo>
                  <a:lnTo>
                    <a:pt x="243583" y="208790"/>
                  </a:lnTo>
                  <a:lnTo>
                    <a:pt x="244428" y="158157"/>
                  </a:lnTo>
                  <a:lnTo>
                    <a:pt x="245273" y="153011"/>
                  </a:lnTo>
                  <a:lnTo>
                    <a:pt x="246118" y="207741"/>
                  </a:lnTo>
                  <a:lnTo>
                    <a:pt x="246964" y="232587"/>
                  </a:lnTo>
                  <a:lnTo>
                    <a:pt x="247809" y="242240"/>
                  </a:lnTo>
                  <a:lnTo>
                    <a:pt x="248654" y="197080"/>
                  </a:lnTo>
                  <a:lnTo>
                    <a:pt x="249499" y="191614"/>
                  </a:lnTo>
                  <a:lnTo>
                    <a:pt x="250344" y="195129"/>
                  </a:lnTo>
                  <a:lnTo>
                    <a:pt x="251189" y="158556"/>
                  </a:lnTo>
                  <a:lnTo>
                    <a:pt x="252034" y="130623"/>
                  </a:lnTo>
                  <a:lnTo>
                    <a:pt x="252879" y="152761"/>
                  </a:lnTo>
                  <a:lnTo>
                    <a:pt x="253724" y="247013"/>
                  </a:lnTo>
                  <a:lnTo>
                    <a:pt x="254569" y="317597"/>
                  </a:lnTo>
                  <a:lnTo>
                    <a:pt x="255414" y="298399"/>
                  </a:lnTo>
                  <a:lnTo>
                    <a:pt x="256260" y="279680"/>
                  </a:lnTo>
                  <a:lnTo>
                    <a:pt x="257105" y="327897"/>
                  </a:lnTo>
                  <a:lnTo>
                    <a:pt x="257950" y="354565"/>
                  </a:lnTo>
                  <a:lnTo>
                    <a:pt x="258795" y="329766"/>
                  </a:lnTo>
                  <a:lnTo>
                    <a:pt x="259640" y="309089"/>
                  </a:lnTo>
                  <a:lnTo>
                    <a:pt x="260485" y="332240"/>
                  </a:lnTo>
                  <a:lnTo>
                    <a:pt x="261330" y="326016"/>
                  </a:lnTo>
                  <a:lnTo>
                    <a:pt x="262175" y="287873"/>
                  </a:lnTo>
                  <a:lnTo>
                    <a:pt x="263020" y="305337"/>
                  </a:lnTo>
                  <a:lnTo>
                    <a:pt x="263865" y="349291"/>
                  </a:lnTo>
                  <a:lnTo>
                    <a:pt x="264710" y="347216"/>
                  </a:lnTo>
                  <a:lnTo>
                    <a:pt x="265556" y="315499"/>
                  </a:lnTo>
                  <a:lnTo>
                    <a:pt x="266401" y="297058"/>
                  </a:lnTo>
                  <a:lnTo>
                    <a:pt x="267246" y="289960"/>
                  </a:lnTo>
                  <a:lnTo>
                    <a:pt x="268091" y="289057"/>
                  </a:lnTo>
                  <a:lnTo>
                    <a:pt x="268936" y="275055"/>
                  </a:lnTo>
                  <a:lnTo>
                    <a:pt x="269781" y="225831"/>
                  </a:lnTo>
                  <a:lnTo>
                    <a:pt x="270626" y="191370"/>
                  </a:lnTo>
                  <a:lnTo>
                    <a:pt x="271471" y="216829"/>
                  </a:lnTo>
                  <a:lnTo>
                    <a:pt x="272316" y="240549"/>
                  </a:lnTo>
                  <a:lnTo>
                    <a:pt x="273161" y="238253"/>
                  </a:lnTo>
                  <a:lnTo>
                    <a:pt x="274007" y="230246"/>
                  </a:lnTo>
                  <a:lnTo>
                    <a:pt x="274852" y="212541"/>
                  </a:lnTo>
                  <a:lnTo>
                    <a:pt x="275697" y="160317"/>
                  </a:lnTo>
                  <a:lnTo>
                    <a:pt x="276542" y="124838"/>
                  </a:lnTo>
                  <a:lnTo>
                    <a:pt x="277387" y="133720"/>
                  </a:lnTo>
                  <a:lnTo>
                    <a:pt x="278232" y="118928"/>
                  </a:lnTo>
                  <a:lnTo>
                    <a:pt x="279077" y="105347"/>
                  </a:lnTo>
                  <a:lnTo>
                    <a:pt x="279922" y="123002"/>
                  </a:lnTo>
                  <a:lnTo>
                    <a:pt x="280767" y="216134"/>
                  </a:lnTo>
                  <a:lnTo>
                    <a:pt x="281612" y="290678"/>
                  </a:lnTo>
                  <a:lnTo>
                    <a:pt x="282457" y="318285"/>
                  </a:lnTo>
                  <a:lnTo>
                    <a:pt x="283303" y="326363"/>
                  </a:lnTo>
                  <a:lnTo>
                    <a:pt x="284148" y="296137"/>
                  </a:lnTo>
                  <a:lnTo>
                    <a:pt x="284993" y="315508"/>
                  </a:lnTo>
                  <a:lnTo>
                    <a:pt x="285838" y="340237"/>
                  </a:lnTo>
                  <a:lnTo>
                    <a:pt x="286683" y="340237"/>
                  </a:lnTo>
                  <a:lnTo>
                    <a:pt x="287528" y="311406"/>
                  </a:lnTo>
                  <a:lnTo>
                    <a:pt x="288373" y="260524"/>
                  </a:lnTo>
                  <a:lnTo>
                    <a:pt x="289218" y="271754"/>
                  </a:lnTo>
                  <a:lnTo>
                    <a:pt x="290063" y="281798"/>
                  </a:lnTo>
                  <a:lnTo>
                    <a:pt x="290908" y="249737"/>
                  </a:lnTo>
                  <a:lnTo>
                    <a:pt x="291753" y="212396"/>
                  </a:lnTo>
                  <a:lnTo>
                    <a:pt x="292599" y="189279"/>
                  </a:lnTo>
                  <a:lnTo>
                    <a:pt x="293444" y="247691"/>
                  </a:lnTo>
                  <a:lnTo>
                    <a:pt x="294289" y="314367"/>
                  </a:lnTo>
                  <a:lnTo>
                    <a:pt x="295134" y="348485"/>
                  </a:lnTo>
                  <a:lnTo>
                    <a:pt x="295979" y="376245"/>
                  </a:lnTo>
                  <a:lnTo>
                    <a:pt x="296824" y="395506"/>
                  </a:lnTo>
                  <a:lnTo>
                    <a:pt x="297669" y="390819"/>
                  </a:lnTo>
                  <a:lnTo>
                    <a:pt x="298514" y="345225"/>
                  </a:lnTo>
                  <a:lnTo>
                    <a:pt x="299359" y="306656"/>
                  </a:lnTo>
                  <a:lnTo>
                    <a:pt x="300204" y="284730"/>
                  </a:lnTo>
                  <a:lnTo>
                    <a:pt x="301049" y="280358"/>
                  </a:lnTo>
                  <a:lnTo>
                    <a:pt x="301895" y="291223"/>
                  </a:lnTo>
                  <a:lnTo>
                    <a:pt x="302740" y="300292"/>
                  </a:lnTo>
                  <a:lnTo>
                    <a:pt x="303585" y="330893"/>
                  </a:lnTo>
                  <a:lnTo>
                    <a:pt x="304430" y="364907"/>
                  </a:lnTo>
                  <a:lnTo>
                    <a:pt x="305275" y="362684"/>
                  </a:lnTo>
                  <a:lnTo>
                    <a:pt x="306120" y="312559"/>
                  </a:lnTo>
                  <a:lnTo>
                    <a:pt x="306965" y="251191"/>
                  </a:lnTo>
                  <a:lnTo>
                    <a:pt x="307810" y="245318"/>
                  </a:lnTo>
                  <a:lnTo>
                    <a:pt x="308655" y="266978"/>
                  </a:lnTo>
                  <a:lnTo>
                    <a:pt x="309500" y="276182"/>
                  </a:lnTo>
                  <a:lnTo>
                    <a:pt x="310345" y="329251"/>
                  </a:lnTo>
                  <a:lnTo>
                    <a:pt x="311191" y="396826"/>
                  </a:lnTo>
                  <a:lnTo>
                    <a:pt x="312036" y="449684"/>
                  </a:lnTo>
                  <a:lnTo>
                    <a:pt x="312881" y="492111"/>
                  </a:lnTo>
                  <a:lnTo>
                    <a:pt x="313426" y="50806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7401295" y="1487417"/>
              <a:ext cx="154489" cy="685458"/>
            </a:xfrm>
            <a:custGeom>
              <a:avLst/>
              <a:pathLst>
                <a:path w="154489" h="685458">
                  <a:moveTo>
                    <a:pt x="0" y="685458"/>
                  </a:moveTo>
                  <a:lnTo>
                    <a:pt x="821" y="665611"/>
                  </a:lnTo>
                  <a:lnTo>
                    <a:pt x="1666" y="662311"/>
                  </a:lnTo>
                  <a:lnTo>
                    <a:pt x="2511" y="678038"/>
                  </a:lnTo>
                  <a:lnTo>
                    <a:pt x="3356" y="675679"/>
                  </a:lnTo>
                  <a:lnTo>
                    <a:pt x="4201" y="655187"/>
                  </a:lnTo>
                  <a:lnTo>
                    <a:pt x="5046" y="650750"/>
                  </a:lnTo>
                  <a:lnTo>
                    <a:pt x="5891" y="640059"/>
                  </a:lnTo>
                  <a:lnTo>
                    <a:pt x="6736" y="630240"/>
                  </a:lnTo>
                  <a:lnTo>
                    <a:pt x="7581" y="614009"/>
                  </a:lnTo>
                  <a:lnTo>
                    <a:pt x="8426" y="612720"/>
                  </a:lnTo>
                  <a:lnTo>
                    <a:pt x="9271" y="620922"/>
                  </a:lnTo>
                  <a:lnTo>
                    <a:pt x="10117" y="608396"/>
                  </a:lnTo>
                  <a:lnTo>
                    <a:pt x="10962" y="570111"/>
                  </a:lnTo>
                  <a:lnTo>
                    <a:pt x="11807" y="550203"/>
                  </a:lnTo>
                  <a:lnTo>
                    <a:pt x="12652" y="548475"/>
                  </a:lnTo>
                  <a:lnTo>
                    <a:pt x="13497" y="516114"/>
                  </a:lnTo>
                  <a:lnTo>
                    <a:pt x="14342" y="505467"/>
                  </a:lnTo>
                  <a:lnTo>
                    <a:pt x="15187" y="512719"/>
                  </a:lnTo>
                  <a:lnTo>
                    <a:pt x="16032" y="549655"/>
                  </a:lnTo>
                  <a:lnTo>
                    <a:pt x="16877" y="548045"/>
                  </a:lnTo>
                  <a:lnTo>
                    <a:pt x="17722" y="538468"/>
                  </a:lnTo>
                  <a:lnTo>
                    <a:pt x="18567" y="537404"/>
                  </a:lnTo>
                  <a:lnTo>
                    <a:pt x="19413" y="495819"/>
                  </a:lnTo>
                  <a:lnTo>
                    <a:pt x="20258" y="459917"/>
                  </a:lnTo>
                  <a:lnTo>
                    <a:pt x="21103" y="451933"/>
                  </a:lnTo>
                  <a:lnTo>
                    <a:pt x="21948" y="483270"/>
                  </a:lnTo>
                  <a:lnTo>
                    <a:pt x="22793" y="510806"/>
                  </a:lnTo>
                  <a:lnTo>
                    <a:pt x="23638" y="545518"/>
                  </a:lnTo>
                  <a:lnTo>
                    <a:pt x="24483" y="589549"/>
                  </a:lnTo>
                  <a:lnTo>
                    <a:pt x="25328" y="631902"/>
                  </a:lnTo>
                  <a:lnTo>
                    <a:pt x="26173" y="651928"/>
                  </a:lnTo>
                  <a:lnTo>
                    <a:pt x="27018" y="651928"/>
                  </a:lnTo>
                  <a:lnTo>
                    <a:pt x="27863" y="640548"/>
                  </a:lnTo>
                  <a:lnTo>
                    <a:pt x="28709" y="610040"/>
                  </a:lnTo>
                  <a:lnTo>
                    <a:pt x="29554" y="584887"/>
                  </a:lnTo>
                  <a:lnTo>
                    <a:pt x="30399" y="521230"/>
                  </a:lnTo>
                  <a:lnTo>
                    <a:pt x="31244" y="451354"/>
                  </a:lnTo>
                  <a:lnTo>
                    <a:pt x="32089" y="441601"/>
                  </a:lnTo>
                  <a:lnTo>
                    <a:pt x="32934" y="452980"/>
                  </a:lnTo>
                  <a:lnTo>
                    <a:pt x="33779" y="478592"/>
                  </a:lnTo>
                  <a:lnTo>
                    <a:pt x="34624" y="457246"/>
                  </a:lnTo>
                  <a:lnTo>
                    <a:pt x="35469" y="471583"/>
                  </a:lnTo>
                  <a:lnTo>
                    <a:pt x="36314" y="517511"/>
                  </a:lnTo>
                  <a:lnTo>
                    <a:pt x="37160" y="493428"/>
                  </a:lnTo>
                  <a:lnTo>
                    <a:pt x="38005" y="481535"/>
                  </a:lnTo>
                  <a:lnTo>
                    <a:pt x="38850" y="488448"/>
                  </a:lnTo>
                  <a:lnTo>
                    <a:pt x="39695" y="523424"/>
                  </a:lnTo>
                  <a:lnTo>
                    <a:pt x="40540" y="553205"/>
                  </a:lnTo>
                  <a:lnTo>
                    <a:pt x="41385" y="549394"/>
                  </a:lnTo>
                  <a:lnTo>
                    <a:pt x="42230" y="531349"/>
                  </a:lnTo>
                  <a:lnTo>
                    <a:pt x="43075" y="527733"/>
                  </a:lnTo>
                  <a:lnTo>
                    <a:pt x="43920" y="525716"/>
                  </a:lnTo>
                  <a:lnTo>
                    <a:pt x="44765" y="537241"/>
                  </a:lnTo>
                  <a:lnTo>
                    <a:pt x="45610" y="556780"/>
                  </a:lnTo>
                  <a:lnTo>
                    <a:pt x="46456" y="584537"/>
                  </a:lnTo>
                  <a:lnTo>
                    <a:pt x="47301" y="636420"/>
                  </a:lnTo>
                  <a:lnTo>
                    <a:pt x="48146" y="651928"/>
                  </a:lnTo>
                  <a:lnTo>
                    <a:pt x="48991" y="633715"/>
                  </a:lnTo>
                  <a:lnTo>
                    <a:pt x="49836" y="604866"/>
                  </a:lnTo>
                  <a:lnTo>
                    <a:pt x="50681" y="580161"/>
                  </a:lnTo>
                  <a:lnTo>
                    <a:pt x="51526" y="561686"/>
                  </a:lnTo>
                  <a:lnTo>
                    <a:pt x="52371" y="561687"/>
                  </a:lnTo>
                  <a:lnTo>
                    <a:pt x="53216" y="550211"/>
                  </a:lnTo>
                  <a:lnTo>
                    <a:pt x="54061" y="549478"/>
                  </a:lnTo>
                  <a:lnTo>
                    <a:pt x="54906" y="584657"/>
                  </a:lnTo>
                  <a:lnTo>
                    <a:pt x="55752" y="612951"/>
                  </a:lnTo>
                  <a:lnTo>
                    <a:pt x="56597" y="628620"/>
                  </a:lnTo>
                  <a:lnTo>
                    <a:pt x="57442" y="578455"/>
                  </a:lnTo>
                  <a:lnTo>
                    <a:pt x="58287" y="504250"/>
                  </a:lnTo>
                  <a:lnTo>
                    <a:pt x="59132" y="480549"/>
                  </a:lnTo>
                  <a:lnTo>
                    <a:pt x="59977" y="487012"/>
                  </a:lnTo>
                  <a:lnTo>
                    <a:pt x="60822" y="435556"/>
                  </a:lnTo>
                  <a:lnTo>
                    <a:pt x="61667" y="396444"/>
                  </a:lnTo>
                  <a:lnTo>
                    <a:pt x="62512" y="462995"/>
                  </a:lnTo>
                  <a:lnTo>
                    <a:pt x="63357" y="557127"/>
                  </a:lnTo>
                  <a:lnTo>
                    <a:pt x="64202" y="590501"/>
                  </a:lnTo>
                  <a:lnTo>
                    <a:pt x="65048" y="558219"/>
                  </a:lnTo>
                  <a:lnTo>
                    <a:pt x="65893" y="575245"/>
                  </a:lnTo>
                  <a:lnTo>
                    <a:pt x="66738" y="563797"/>
                  </a:lnTo>
                  <a:lnTo>
                    <a:pt x="67583" y="484953"/>
                  </a:lnTo>
                  <a:lnTo>
                    <a:pt x="68428" y="430402"/>
                  </a:lnTo>
                  <a:lnTo>
                    <a:pt x="69273" y="415209"/>
                  </a:lnTo>
                  <a:lnTo>
                    <a:pt x="70118" y="380997"/>
                  </a:lnTo>
                  <a:lnTo>
                    <a:pt x="70963" y="331343"/>
                  </a:lnTo>
                  <a:lnTo>
                    <a:pt x="71808" y="233281"/>
                  </a:lnTo>
                  <a:lnTo>
                    <a:pt x="72653" y="129109"/>
                  </a:lnTo>
                  <a:lnTo>
                    <a:pt x="73498" y="94146"/>
                  </a:lnTo>
                  <a:lnTo>
                    <a:pt x="74344" y="75041"/>
                  </a:lnTo>
                  <a:lnTo>
                    <a:pt x="75189" y="46047"/>
                  </a:lnTo>
                  <a:lnTo>
                    <a:pt x="76034" y="0"/>
                  </a:lnTo>
                  <a:lnTo>
                    <a:pt x="76879" y="44850"/>
                  </a:lnTo>
                  <a:lnTo>
                    <a:pt x="77724" y="130745"/>
                  </a:lnTo>
                  <a:lnTo>
                    <a:pt x="78569" y="147378"/>
                  </a:lnTo>
                  <a:lnTo>
                    <a:pt x="79414" y="173822"/>
                  </a:lnTo>
                  <a:lnTo>
                    <a:pt x="80259" y="252721"/>
                  </a:lnTo>
                  <a:lnTo>
                    <a:pt x="81104" y="371285"/>
                  </a:lnTo>
                  <a:lnTo>
                    <a:pt x="81949" y="416781"/>
                  </a:lnTo>
                  <a:lnTo>
                    <a:pt x="82794" y="406408"/>
                  </a:lnTo>
                  <a:lnTo>
                    <a:pt x="83640" y="433114"/>
                  </a:lnTo>
                  <a:lnTo>
                    <a:pt x="84485" y="431957"/>
                  </a:lnTo>
                  <a:lnTo>
                    <a:pt x="85330" y="384246"/>
                  </a:lnTo>
                  <a:lnTo>
                    <a:pt x="86175" y="338782"/>
                  </a:lnTo>
                  <a:lnTo>
                    <a:pt x="87020" y="326702"/>
                  </a:lnTo>
                  <a:lnTo>
                    <a:pt x="87865" y="377369"/>
                  </a:lnTo>
                  <a:lnTo>
                    <a:pt x="88710" y="383812"/>
                  </a:lnTo>
                  <a:lnTo>
                    <a:pt x="89555" y="402769"/>
                  </a:lnTo>
                  <a:lnTo>
                    <a:pt x="90400" y="471316"/>
                  </a:lnTo>
                  <a:lnTo>
                    <a:pt x="91245" y="484118"/>
                  </a:lnTo>
                  <a:lnTo>
                    <a:pt x="92090" y="525664"/>
                  </a:lnTo>
                  <a:lnTo>
                    <a:pt x="92936" y="538648"/>
                  </a:lnTo>
                  <a:lnTo>
                    <a:pt x="93781" y="518163"/>
                  </a:lnTo>
                  <a:lnTo>
                    <a:pt x="94626" y="492399"/>
                  </a:lnTo>
                  <a:lnTo>
                    <a:pt x="95471" y="475360"/>
                  </a:lnTo>
                  <a:lnTo>
                    <a:pt x="96316" y="508408"/>
                  </a:lnTo>
                  <a:lnTo>
                    <a:pt x="97161" y="519296"/>
                  </a:lnTo>
                  <a:lnTo>
                    <a:pt x="98006" y="532816"/>
                  </a:lnTo>
                  <a:lnTo>
                    <a:pt x="98851" y="584584"/>
                  </a:lnTo>
                  <a:lnTo>
                    <a:pt x="99696" y="609475"/>
                  </a:lnTo>
                  <a:lnTo>
                    <a:pt x="100541" y="588061"/>
                  </a:lnTo>
                  <a:lnTo>
                    <a:pt x="101387" y="524885"/>
                  </a:lnTo>
                  <a:lnTo>
                    <a:pt x="102232" y="489052"/>
                  </a:lnTo>
                  <a:lnTo>
                    <a:pt x="103077" y="495305"/>
                  </a:lnTo>
                  <a:lnTo>
                    <a:pt x="103922" y="426431"/>
                  </a:lnTo>
                  <a:lnTo>
                    <a:pt x="104767" y="399269"/>
                  </a:lnTo>
                  <a:lnTo>
                    <a:pt x="105612" y="407073"/>
                  </a:lnTo>
                  <a:lnTo>
                    <a:pt x="106457" y="470188"/>
                  </a:lnTo>
                  <a:lnTo>
                    <a:pt x="107302" y="512490"/>
                  </a:lnTo>
                  <a:lnTo>
                    <a:pt x="108147" y="485984"/>
                  </a:lnTo>
                  <a:lnTo>
                    <a:pt x="108992" y="537484"/>
                  </a:lnTo>
                  <a:lnTo>
                    <a:pt x="109837" y="556481"/>
                  </a:lnTo>
                  <a:lnTo>
                    <a:pt x="110683" y="540249"/>
                  </a:lnTo>
                  <a:lnTo>
                    <a:pt x="111528" y="532235"/>
                  </a:lnTo>
                  <a:lnTo>
                    <a:pt x="112373" y="536272"/>
                  </a:lnTo>
                  <a:lnTo>
                    <a:pt x="113218" y="544353"/>
                  </a:lnTo>
                  <a:lnTo>
                    <a:pt x="114063" y="554330"/>
                  </a:lnTo>
                  <a:lnTo>
                    <a:pt x="114908" y="525402"/>
                  </a:lnTo>
                  <a:lnTo>
                    <a:pt x="115753" y="509342"/>
                  </a:lnTo>
                  <a:lnTo>
                    <a:pt x="116598" y="491033"/>
                  </a:lnTo>
                  <a:lnTo>
                    <a:pt x="117443" y="494352"/>
                  </a:lnTo>
                  <a:lnTo>
                    <a:pt x="118288" y="513507"/>
                  </a:lnTo>
                  <a:lnTo>
                    <a:pt x="119133" y="487643"/>
                  </a:lnTo>
                  <a:lnTo>
                    <a:pt x="119979" y="508461"/>
                  </a:lnTo>
                  <a:lnTo>
                    <a:pt x="120824" y="543157"/>
                  </a:lnTo>
                  <a:lnTo>
                    <a:pt x="121669" y="587004"/>
                  </a:lnTo>
                  <a:lnTo>
                    <a:pt x="122514" y="595638"/>
                  </a:lnTo>
                  <a:lnTo>
                    <a:pt x="123359" y="568331"/>
                  </a:lnTo>
                  <a:lnTo>
                    <a:pt x="124204" y="585299"/>
                  </a:lnTo>
                  <a:lnTo>
                    <a:pt x="125049" y="599728"/>
                  </a:lnTo>
                  <a:lnTo>
                    <a:pt x="125894" y="582531"/>
                  </a:lnTo>
                  <a:lnTo>
                    <a:pt x="126739" y="506809"/>
                  </a:lnTo>
                  <a:lnTo>
                    <a:pt x="127584" y="399588"/>
                  </a:lnTo>
                  <a:lnTo>
                    <a:pt x="128429" y="395435"/>
                  </a:lnTo>
                  <a:lnTo>
                    <a:pt x="129275" y="428356"/>
                  </a:lnTo>
                  <a:lnTo>
                    <a:pt x="130120" y="428356"/>
                  </a:lnTo>
                  <a:lnTo>
                    <a:pt x="130965" y="427682"/>
                  </a:lnTo>
                  <a:lnTo>
                    <a:pt x="131810" y="436495"/>
                  </a:lnTo>
                  <a:lnTo>
                    <a:pt x="132655" y="461274"/>
                  </a:lnTo>
                  <a:lnTo>
                    <a:pt x="133500" y="408961"/>
                  </a:lnTo>
                  <a:lnTo>
                    <a:pt x="134345" y="289797"/>
                  </a:lnTo>
                  <a:lnTo>
                    <a:pt x="135190" y="191152"/>
                  </a:lnTo>
                  <a:lnTo>
                    <a:pt x="136035" y="116250"/>
                  </a:lnTo>
                  <a:lnTo>
                    <a:pt x="136880" y="102373"/>
                  </a:lnTo>
                  <a:lnTo>
                    <a:pt x="137725" y="107603"/>
                  </a:lnTo>
                  <a:lnTo>
                    <a:pt x="138571" y="135888"/>
                  </a:lnTo>
                  <a:lnTo>
                    <a:pt x="139416" y="161940"/>
                  </a:lnTo>
                  <a:lnTo>
                    <a:pt x="140261" y="204606"/>
                  </a:lnTo>
                  <a:lnTo>
                    <a:pt x="141106" y="293963"/>
                  </a:lnTo>
                  <a:lnTo>
                    <a:pt x="141951" y="336612"/>
                  </a:lnTo>
                  <a:lnTo>
                    <a:pt x="142796" y="344142"/>
                  </a:lnTo>
                  <a:lnTo>
                    <a:pt x="143641" y="326989"/>
                  </a:lnTo>
                  <a:lnTo>
                    <a:pt x="144486" y="324829"/>
                  </a:lnTo>
                  <a:lnTo>
                    <a:pt x="145331" y="301240"/>
                  </a:lnTo>
                  <a:lnTo>
                    <a:pt x="146176" y="220146"/>
                  </a:lnTo>
                  <a:lnTo>
                    <a:pt x="147021" y="203809"/>
                  </a:lnTo>
                  <a:lnTo>
                    <a:pt x="147867" y="195162"/>
                  </a:lnTo>
                  <a:lnTo>
                    <a:pt x="148712" y="185602"/>
                  </a:lnTo>
                  <a:lnTo>
                    <a:pt x="149557" y="241434"/>
                  </a:lnTo>
                  <a:lnTo>
                    <a:pt x="150402" y="355639"/>
                  </a:lnTo>
                  <a:lnTo>
                    <a:pt x="151247" y="469091"/>
                  </a:lnTo>
                  <a:lnTo>
                    <a:pt x="152092" y="511849"/>
                  </a:lnTo>
                  <a:lnTo>
                    <a:pt x="152937" y="575758"/>
                  </a:lnTo>
                  <a:lnTo>
                    <a:pt x="153782" y="659797"/>
                  </a:lnTo>
                  <a:lnTo>
                    <a:pt x="154489" y="68545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7556050" y="1448730"/>
              <a:ext cx="323517" cy="724145"/>
            </a:xfrm>
            <a:custGeom>
              <a:avLst/>
              <a:pathLst>
                <a:path w="323517" h="724145">
                  <a:moveTo>
                    <a:pt x="0" y="724145"/>
                  </a:moveTo>
                  <a:lnTo>
                    <a:pt x="718" y="695703"/>
                  </a:lnTo>
                  <a:lnTo>
                    <a:pt x="1563" y="663152"/>
                  </a:lnTo>
                  <a:lnTo>
                    <a:pt x="2408" y="625717"/>
                  </a:lnTo>
                  <a:lnTo>
                    <a:pt x="3253" y="570911"/>
                  </a:lnTo>
                  <a:lnTo>
                    <a:pt x="4098" y="490897"/>
                  </a:lnTo>
                  <a:lnTo>
                    <a:pt x="4943" y="393543"/>
                  </a:lnTo>
                  <a:lnTo>
                    <a:pt x="5788" y="333378"/>
                  </a:lnTo>
                  <a:lnTo>
                    <a:pt x="6633" y="290282"/>
                  </a:lnTo>
                  <a:lnTo>
                    <a:pt x="7479" y="248050"/>
                  </a:lnTo>
                  <a:lnTo>
                    <a:pt x="8324" y="208147"/>
                  </a:lnTo>
                  <a:lnTo>
                    <a:pt x="9169" y="219466"/>
                  </a:lnTo>
                  <a:lnTo>
                    <a:pt x="10014" y="260854"/>
                  </a:lnTo>
                  <a:lnTo>
                    <a:pt x="10859" y="278262"/>
                  </a:lnTo>
                  <a:lnTo>
                    <a:pt x="11704" y="291667"/>
                  </a:lnTo>
                  <a:lnTo>
                    <a:pt x="12549" y="323888"/>
                  </a:lnTo>
                  <a:lnTo>
                    <a:pt x="13394" y="413326"/>
                  </a:lnTo>
                  <a:lnTo>
                    <a:pt x="14239" y="434076"/>
                  </a:lnTo>
                  <a:lnTo>
                    <a:pt x="15084" y="454363"/>
                  </a:lnTo>
                  <a:lnTo>
                    <a:pt x="15929" y="454527"/>
                  </a:lnTo>
                  <a:lnTo>
                    <a:pt x="16775" y="367641"/>
                  </a:lnTo>
                  <a:lnTo>
                    <a:pt x="17620" y="306250"/>
                  </a:lnTo>
                  <a:lnTo>
                    <a:pt x="18465" y="248617"/>
                  </a:lnTo>
                  <a:lnTo>
                    <a:pt x="19310" y="207948"/>
                  </a:lnTo>
                  <a:lnTo>
                    <a:pt x="20155" y="105957"/>
                  </a:lnTo>
                  <a:lnTo>
                    <a:pt x="21000" y="1646"/>
                  </a:lnTo>
                  <a:lnTo>
                    <a:pt x="21845" y="52965"/>
                  </a:lnTo>
                  <a:lnTo>
                    <a:pt x="22690" y="155162"/>
                  </a:lnTo>
                  <a:lnTo>
                    <a:pt x="23535" y="166288"/>
                  </a:lnTo>
                  <a:lnTo>
                    <a:pt x="24380" y="183405"/>
                  </a:lnTo>
                  <a:lnTo>
                    <a:pt x="25225" y="281628"/>
                  </a:lnTo>
                  <a:lnTo>
                    <a:pt x="26071" y="386002"/>
                  </a:lnTo>
                  <a:lnTo>
                    <a:pt x="26916" y="407770"/>
                  </a:lnTo>
                  <a:lnTo>
                    <a:pt x="27761" y="352288"/>
                  </a:lnTo>
                  <a:lnTo>
                    <a:pt x="28606" y="351507"/>
                  </a:lnTo>
                  <a:lnTo>
                    <a:pt x="29451" y="397571"/>
                  </a:lnTo>
                  <a:lnTo>
                    <a:pt x="30296" y="396801"/>
                  </a:lnTo>
                  <a:lnTo>
                    <a:pt x="31141" y="410904"/>
                  </a:lnTo>
                  <a:lnTo>
                    <a:pt x="31986" y="469206"/>
                  </a:lnTo>
                  <a:lnTo>
                    <a:pt x="32831" y="520136"/>
                  </a:lnTo>
                  <a:lnTo>
                    <a:pt x="33676" y="540212"/>
                  </a:lnTo>
                  <a:lnTo>
                    <a:pt x="34522" y="509508"/>
                  </a:lnTo>
                  <a:lnTo>
                    <a:pt x="35367" y="478212"/>
                  </a:lnTo>
                  <a:lnTo>
                    <a:pt x="36212" y="439413"/>
                  </a:lnTo>
                  <a:lnTo>
                    <a:pt x="37057" y="409086"/>
                  </a:lnTo>
                  <a:lnTo>
                    <a:pt x="37902" y="392887"/>
                  </a:lnTo>
                  <a:lnTo>
                    <a:pt x="38747" y="412238"/>
                  </a:lnTo>
                  <a:lnTo>
                    <a:pt x="39592" y="449453"/>
                  </a:lnTo>
                  <a:lnTo>
                    <a:pt x="40437" y="443751"/>
                  </a:lnTo>
                  <a:lnTo>
                    <a:pt x="41282" y="428690"/>
                  </a:lnTo>
                  <a:lnTo>
                    <a:pt x="42127" y="398885"/>
                  </a:lnTo>
                  <a:lnTo>
                    <a:pt x="42972" y="382616"/>
                  </a:lnTo>
                  <a:lnTo>
                    <a:pt x="43818" y="351540"/>
                  </a:lnTo>
                  <a:lnTo>
                    <a:pt x="44663" y="302156"/>
                  </a:lnTo>
                  <a:lnTo>
                    <a:pt x="45508" y="296465"/>
                  </a:lnTo>
                  <a:lnTo>
                    <a:pt x="46353" y="316093"/>
                  </a:lnTo>
                  <a:lnTo>
                    <a:pt x="47198" y="299223"/>
                  </a:lnTo>
                  <a:lnTo>
                    <a:pt x="48043" y="251523"/>
                  </a:lnTo>
                  <a:lnTo>
                    <a:pt x="48888" y="217796"/>
                  </a:lnTo>
                  <a:lnTo>
                    <a:pt x="49733" y="240515"/>
                  </a:lnTo>
                  <a:lnTo>
                    <a:pt x="50578" y="254677"/>
                  </a:lnTo>
                  <a:lnTo>
                    <a:pt x="51423" y="256112"/>
                  </a:lnTo>
                  <a:lnTo>
                    <a:pt x="52268" y="296877"/>
                  </a:lnTo>
                  <a:lnTo>
                    <a:pt x="53114" y="349932"/>
                  </a:lnTo>
                  <a:lnTo>
                    <a:pt x="53959" y="419355"/>
                  </a:lnTo>
                  <a:lnTo>
                    <a:pt x="54804" y="450130"/>
                  </a:lnTo>
                  <a:lnTo>
                    <a:pt x="55649" y="496208"/>
                  </a:lnTo>
                  <a:lnTo>
                    <a:pt x="56494" y="546422"/>
                  </a:lnTo>
                  <a:lnTo>
                    <a:pt x="57339" y="600942"/>
                  </a:lnTo>
                  <a:lnTo>
                    <a:pt x="58184" y="637702"/>
                  </a:lnTo>
                  <a:lnTo>
                    <a:pt x="59029" y="598810"/>
                  </a:lnTo>
                  <a:lnTo>
                    <a:pt x="59874" y="553448"/>
                  </a:lnTo>
                  <a:lnTo>
                    <a:pt x="60719" y="500489"/>
                  </a:lnTo>
                  <a:lnTo>
                    <a:pt x="61564" y="362862"/>
                  </a:lnTo>
                  <a:lnTo>
                    <a:pt x="62410" y="215555"/>
                  </a:lnTo>
                  <a:lnTo>
                    <a:pt x="63255" y="106259"/>
                  </a:lnTo>
                  <a:lnTo>
                    <a:pt x="64100" y="77720"/>
                  </a:lnTo>
                  <a:lnTo>
                    <a:pt x="64945" y="95475"/>
                  </a:lnTo>
                  <a:lnTo>
                    <a:pt x="65790" y="112692"/>
                  </a:lnTo>
                  <a:lnTo>
                    <a:pt x="66635" y="198729"/>
                  </a:lnTo>
                  <a:lnTo>
                    <a:pt x="67480" y="304274"/>
                  </a:lnTo>
                  <a:lnTo>
                    <a:pt x="68325" y="378972"/>
                  </a:lnTo>
                  <a:lnTo>
                    <a:pt x="69170" y="396108"/>
                  </a:lnTo>
                  <a:lnTo>
                    <a:pt x="70015" y="388209"/>
                  </a:lnTo>
                  <a:lnTo>
                    <a:pt x="70860" y="422866"/>
                  </a:lnTo>
                  <a:lnTo>
                    <a:pt x="71706" y="456856"/>
                  </a:lnTo>
                  <a:lnTo>
                    <a:pt x="72551" y="425990"/>
                  </a:lnTo>
                  <a:lnTo>
                    <a:pt x="73396" y="430576"/>
                  </a:lnTo>
                  <a:lnTo>
                    <a:pt x="74241" y="443829"/>
                  </a:lnTo>
                  <a:lnTo>
                    <a:pt x="75086" y="480960"/>
                  </a:lnTo>
                  <a:lnTo>
                    <a:pt x="75931" y="468023"/>
                  </a:lnTo>
                  <a:lnTo>
                    <a:pt x="76776" y="479852"/>
                  </a:lnTo>
                  <a:lnTo>
                    <a:pt x="77621" y="512625"/>
                  </a:lnTo>
                  <a:lnTo>
                    <a:pt x="78466" y="510413"/>
                  </a:lnTo>
                  <a:lnTo>
                    <a:pt x="79311" y="518923"/>
                  </a:lnTo>
                  <a:lnTo>
                    <a:pt x="80156" y="466866"/>
                  </a:lnTo>
                  <a:lnTo>
                    <a:pt x="81002" y="404826"/>
                  </a:lnTo>
                  <a:lnTo>
                    <a:pt x="81847" y="355912"/>
                  </a:lnTo>
                  <a:lnTo>
                    <a:pt x="82692" y="323098"/>
                  </a:lnTo>
                  <a:lnTo>
                    <a:pt x="83537" y="302829"/>
                  </a:lnTo>
                  <a:lnTo>
                    <a:pt x="84382" y="284087"/>
                  </a:lnTo>
                  <a:lnTo>
                    <a:pt x="85227" y="316931"/>
                  </a:lnTo>
                  <a:lnTo>
                    <a:pt x="86072" y="349524"/>
                  </a:lnTo>
                  <a:lnTo>
                    <a:pt x="86917" y="322289"/>
                  </a:lnTo>
                  <a:lnTo>
                    <a:pt x="87762" y="315191"/>
                  </a:lnTo>
                  <a:lnTo>
                    <a:pt x="88607" y="343630"/>
                  </a:lnTo>
                  <a:lnTo>
                    <a:pt x="89452" y="360946"/>
                  </a:lnTo>
                  <a:lnTo>
                    <a:pt x="90298" y="338944"/>
                  </a:lnTo>
                  <a:lnTo>
                    <a:pt x="91143" y="320858"/>
                  </a:lnTo>
                  <a:lnTo>
                    <a:pt x="91988" y="322022"/>
                  </a:lnTo>
                  <a:lnTo>
                    <a:pt x="92833" y="352022"/>
                  </a:lnTo>
                  <a:lnTo>
                    <a:pt x="93678" y="383864"/>
                  </a:lnTo>
                  <a:lnTo>
                    <a:pt x="94523" y="381208"/>
                  </a:lnTo>
                  <a:lnTo>
                    <a:pt x="95368" y="353932"/>
                  </a:lnTo>
                  <a:lnTo>
                    <a:pt x="96213" y="336762"/>
                  </a:lnTo>
                  <a:lnTo>
                    <a:pt x="97058" y="310207"/>
                  </a:lnTo>
                  <a:lnTo>
                    <a:pt x="97903" y="229655"/>
                  </a:lnTo>
                  <a:lnTo>
                    <a:pt x="98749" y="146098"/>
                  </a:lnTo>
                  <a:lnTo>
                    <a:pt x="99594" y="163963"/>
                  </a:lnTo>
                  <a:lnTo>
                    <a:pt x="100439" y="219106"/>
                  </a:lnTo>
                  <a:lnTo>
                    <a:pt x="101284" y="264805"/>
                  </a:lnTo>
                  <a:lnTo>
                    <a:pt x="102129" y="327485"/>
                  </a:lnTo>
                  <a:lnTo>
                    <a:pt x="102974" y="393661"/>
                  </a:lnTo>
                  <a:lnTo>
                    <a:pt x="103819" y="458449"/>
                  </a:lnTo>
                  <a:lnTo>
                    <a:pt x="104664" y="448354"/>
                  </a:lnTo>
                  <a:lnTo>
                    <a:pt x="105509" y="415452"/>
                  </a:lnTo>
                  <a:lnTo>
                    <a:pt x="106354" y="412438"/>
                  </a:lnTo>
                  <a:lnTo>
                    <a:pt x="107199" y="457502"/>
                  </a:lnTo>
                  <a:lnTo>
                    <a:pt x="108045" y="503363"/>
                  </a:lnTo>
                  <a:lnTo>
                    <a:pt x="108890" y="517734"/>
                  </a:lnTo>
                  <a:lnTo>
                    <a:pt x="109735" y="553067"/>
                  </a:lnTo>
                  <a:lnTo>
                    <a:pt x="110580" y="565802"/>
                  </a:lnTo>
                  <a:lnTo>
                    <a:pt x="111425" y="546977"/>
                  </a:lnTo>
                  <a:lnTo>
                    <a:pt x="112270" y="491884"/>
                  </a:lnTo>
                  <a:lnTo>
                    <a:pt x="113115" y="430959"/>
                  </a:lnTo>
                  <a:lnTo>
                    <a:pt x="113960" y="408445"/>
                  </a:lnTo>
                  <a:lnTo>
                    <a:pt x="114805" y="417815"/>
                  </a:lnTo>
                  <a:lnTo>
                    <a:pt x="115650" y="463553"/>
                  </a:lnTo>
                  <a:lnTo>
                    <a:pt x="116495" y="532200"/>
                  </a:lnTo>
                  <a:lnTo>
                    <a:pt x="117341" y="598741"/>
                  </a:lnTo>
                  <a:lnTo>
                    <a:pt x="118186" y="639326"/>
                  </a:lnTo>
                  <a:lnTo>
                    <a:pt x="119031" y="630242"/>
                  </a:lnTo>
                  <a:lnTo>
                    <a:pt x="119876" y="589487"/>
                  </a:lnTo>
                  <a:lnTo>
                    <a:pt x="120721" y="537081"/>
                  </a:lnTo>
                  <a:lnTo>
                    <a:pt x="121566" y="487201"/>
                  </a:lnTo>
                  <a:lnTo>
                    <a:pt x="122411" y="448151"/>
                  </a:lnTo>
                  <a:lnTo>
                    <a:pt x="123256" y="391871"/>
                  </a:lnTo>
                  <a:lnTo>
                    <a:pt x="124101" y="333237"/>
                  </a:lnTo>
                  <a:lnTo>
                    <a:pt x="124946" y="288712"/>
                  </a:lnTo>
                  <a:lnTo>
                    <a:pt x="125791" y="293487"/>
                  </a:lnTo>
                  <a:lnTo>
                    <a:pt x="126637" y="315999"/>
                  </a:lnTo>
                  <a:lnTo>
                    <a:pt x="127482" y="287758"/>
                  </a:lnTo>
                  <a:lnTo>
                    <a:pt x="128327" y="296742"/>
                  </a:lnTo>
                  <a:lnTo>
                    <a:pt x="129172" y="332195"/>
                  </a:lnTo>
                  <a:lnTo>
                    <a:pt x="130017" y="381981"/>
                  </a:lnTo>
                  <a:lnTo>
                    <a:pt x="130862" y="417218"/>
                  </a:lnTo>
                  <a:lnTo>
                    <a:pt x="131707" y="421237"/>
                  </a:lnTo>
                  <a:lnTo>
                    <a:pt x="132552" y="461151"/>
                  </a:lnTo>
                  <a:lnTo>
                    <a:pt x="133397" y="482073"/>
                  </a:lnTo>
                  <a:lnTo>
                    <a:pt x="134242" y="452316"/>
                  </a:lnTo>
                  <a:lnTo>
                    <a:pt x="135087" y="414014"/>
                  </a:lnTo>
                  <a:lnTo>
                    <a:pt x="135933" y="368744"/>
                  </a:lnTo>
                  <a:lnTo>
                    <a:pt x="136778" y="308379"/>
                  </a:lnTo>
                  <a:lnTo>
                    <a:pt x="137623" y="274524"/>
                  </a:lnTo>
                  <a:lnTo>
                    <a:pt x="138468" y="242693"/>
                  </a:lnTo>
                  <a:lnTo>
                    <a:pt x="139313" y="239495"/>
                  </a:lnTo>
                  <a:lnTo>
                    <a:pt x="140158" y="268615"/>
                  </a:lnTo>
                  <a:lnTo>
                    <a:pt x="141003" y="326617"/>
                  </a:lnTo>
                  <a:lnTo>
                    <a:pt x="141848" y="411346"/>
                  </a:lnTo>
                  <a:lnTo>
                    <a:pt x="142693" y="472580"/>
                  </a:lnTo>
                  <a:lnTo>
                    <a:pt x="143538" y="551123"/>
                  </a:lnTo>
                  <a:lnTo>
                    <a:pt x="144383" y="638860"/>
                  </a:lnTo>
                  <a:lnTo>
                    <a:pt x="145229" y="654936"/>
                  </a:lnTo>
                  <a:lnTo>
                    <a:pt x="146074" y="578545"/>
                  </a:lnTo>
                  <a:lnTo>
                    <a:pt x="146919" y="546005"/>
                  </a:lnTo>
                  <a:lnTo>
                    <a:pt x="147764" y="476571"/>
                  </a:lnTo>
                  <a:lnTo>
                    <a:pt x="148609" y="357393"/>
                  </a:lnTo>
                  <a:lnTo>
                    <a:pt x="149454" y="252950"/>
                  </a:lnTo>
                  <a:lnTo>
                    <a:pt x="150299" y="193109"/>
                  </a:lnTo>
                  <a:lnTo>
                    <a:pt x="151144" y="201403"/>
                  </a:lnTo>
                  <a:lnTo>
                    <a:pt x="151989" y="192422"/>
                  </a:lnTo>
                  <a:lnTo>
                    <a:pt x="152834" y="184097"/>
                  </a:lnTo>
                  <a:lnTo>
                    <a:pt x="153679" y="226477"/>
                  </a:lnTo>
                  <a:lnTo>
                    <a:pt x="154525" y="277422"/>
                  </a:lnTo>
                  <a:lnTo>
                    <a:pt x="155370" y="327491"/>
                  </a:lnTo>
                  <a:lnTo>
                    <a:pt x="156215" y="329739"/>
                  </a:lnTo>
                  <a:lnTo>
                    <a:pt x="157060" y="288990"/>
                  </a:lnTo>
                  <a:lnTo>
                    <a:pt x="157905" y="285339"/>
                  </a:lnTo>
                  <a:lnTo>
                    <a:pt x="158750" y="250611"/>
                  </a:lnTo>
                  <a:lnTo>
                    <a:pt x="159595" y="210697"/>
                  </a:lnTo>
                  <a:lnTo>
                    <a:pt x="160440" y="181561"/>
                  </a:lnTo>
                  <a:lnTo>
                    <a:pt x="161285" y="223083"/>
                  </a:lnTo>
                  <a:lnTo>
                    <a:pt x="162130" y="247006"/>
                  </a:lnTo>
                  <a:lnTo>
                    <a:pt x="162976" y="254177"/>
                  </a:lnTo>
                  <a:lnTo>
                    <a:pt x="163821" y="316841"/>
                  </a:lnTo>
                  <a:lnTo>
                    <a:pt x="164666" y="370880"/>
                  </a:lnTo>
                  <a:lnTo>
                    <a:pt x="165511" y="414069"/>
                  </a:lnTo>
                  <a:lnTo>
                    <a:pt x="166356" y="407510"/>
                  </a:lnTo>
                  <a:lnTo>
                    <a:pt x="167201" y="402257"/>
                  </a:lnTo>
                  <a:lnTo>
                    <a:pt x="168046" y="387740"/>
                  </a:lnTo>
                  <a:lnTo>
                    <a:pt x="168891" y="330396"/>
                  </a:lnTo>
                  <a:lnTo>
                    <a:pt x="169736" y="301127"/>
                  </a:lnTo>
                  <a:lnTo>
                    <a:pt x="170581" y="258084"/>
                  </a:lnTo>
                  <a:lnTo>
                    <a:pt x="171426" y="210940"/>
                  </a:lnTo>
                  <a:lnTo>
                    <a:pt x="172272" y="186242"/>
                  </a:lnTo>
                  <a:lnTo>
                    <a:pt x="173117" y="171590"/>
                  </a:lnTo>
                  <a:lnTo>
                    <a:pt x="173962" y="165825"/>
                  </a:lnTo>
                  <a:lnTo>
                    <a:pt x="174807" y="111535"/>
                  </a:lnTo>
                  <a:lnTo>
                    <a:pt x="175652" y="57714"/>
                  </a:lnTo>
                  <a:lnTo>
                    <a:pt x="176497" y="64828"/>
                  </a:lnTo>
                  <a:lnTo>
                    <a:pt x="177342" y="84890"/>
                  </a:lnTo>
                  <a:lnTo>
                    <a:pt x="178187" y="107009"/>
                  </a:lnTo>
                  <a:lnTo>
                    <a:pt x="179032" y="147221"/>
                  </a:lnTo>
                  <a:lnTo>
                    <a:pt x="179877" y="187772"/>
                  </a:lnTo>
                  <a:lnTo>
                    <a:pt x="180722" y="279659"/>
                  </a:lnTo>
                  <a:lnTo>
                    <a:pt x="181568" y="302301"/>
                  </a:lnTo>
                  <a:lnTo>
                    <a:pt x="182413" y="299665"/>
                  </a:lnTo>
                  <a:lnTo>
                    <a:pt x="183258" y="320275"/>
                  </a:lnTo>
                  <a:lnTo>
                    <a:pt x="184103" y="244328"/>
                  </a:lnTo>
                  <a:lnTo>
                    <a:pt x="184948" y="144682"/>
                  </a:lnTo>
                  <a:lnTo>
                    <a:pt x="185793" y="75010"/>
                  </a:lnTo>
                  <a:lnTo>
                    <a:pt x="186638" y="108091"/>
                  </a:lnTo>
                  <a:lnTo>
                    <a:pt x="187483" y="153093"/>
                  </a:lnTo>
                  <a:lnTo>
                    <a:pt x="188328" y="176110"/>
                  </a:lnTo>
                  <a:lnTo>
                    <a:pt x="189173" y="220839"/>
                  </a:lnTo>
                  <a:lnTo>
                    <a:pt x="190018" y="276202"/>
                  </a:lnTo>
                  <a:lnTo>
                    <a:pt x="190864" y="280338"/>
                  </a:lnTo>
                  <a:lnTo>
                    <a:pt x="191709" y="190431"/>
                  </a:lnTo>
                  <a:lnTo>
                    <a:pt x="192554" y="93884"/>
                  </a:lnTo>
                  <a:lnTo>
                    <a:pt x="193399" y="9672"/>
                  </a:lnTo>
                  <a:lnTo>
                    <a:pt x="194244" y="30894"/>
                  </a:lnTo>
                  <a:lnTo>
                    <a:pt x="195089" y="87101"/>
                  </a:lnTo>
                  <a:lnTo>
                    <a:pt x="195934" y="126715"/>
                  </a:lnTo>
                  <a:lnTo>
                    <a:pt x="196779" y="203160"/>
                  </a:lnTo>
                  <a:lnTo>
                    <a:pt x="197624" y="307762"/>
                  </a:lnTo>
                  <a:lnTo>
                    <a:pt x="198469" y="403938"/>
                  </a:lnTo>
                  <a:lnTo>
                    <a:pt x="199314" y="464100"/>
                  </a:lnTo>
                  <a:lnTo>
                    <a:pt x="200160" y="531922"/>
                  </a:lnTo>
                  <a:lnTo>
                    <a:pt x="201005" y="554433"/>
                  </a:lnTo>
                  <a:lnTo>
                    <a:pt x="201850" y="540704"/>
                  </a:lnTo>
                  <a:lnTo>
                    <a:pt x="202695" y="541820"/>
                  </a:lnTo>
                  <a:lnTo>
                    <a:pt x="203540" y="525932"/>
                  </a:lnTo>
                  <a:lnTo>
                    <a:pt x="204385" y="466627"/>
                  </a:lnTo>
                  <a:lnTo>
                    <a:pt x="205230" y="401922"/>
                  </a:lnTo>
                  <a:lnTo>
                    <a:pt x="206075" y="407283"/>
                  </a:lnTo>
                  <a:lnTo>
                    <a:pt x="206920" y="443562"/>
                  </a:lnTo>
                  <a:lnTo>
                    <a:pt x="207765" y="418613"/>
                  </a:lnTo>
                  <a:lnTo>
                    <a:pt x="208610" y="440308"/>
                  </a:lnTo>
                  <a:lnTo>
                    <a:pt x="209456" y="492529"/>
                  </a:lnTo>
                  <a:lnTo>
                    <a:pt x="210301" y="513975"/>
                  </a:lnTo>
                  <a:lnTo>
                    <a:pt x="211146" y="471379"/>
                  </a:lnTo>
                  <a:lnTo>
                    <a:pt x="211991" y="374412"/>
                  </a:lnTo>
                  <a:lnTo>
                    <a:pt x="212836" y="277822"/>
                  </a:lnTo>
                  <a:lnTo>
                    <a:pt x="213681" y="149863"/>
                  </a:lnTo>
                  <a:lnTo>
                    <a:pt x="214526" y="47375"/>
                  </a:lnTo>
                  <a:lnTo>
                    <a:pt x="215371" y="0"/>
                  </a:lnTo>
                  <a:lnTo>
                    <a:pt x="216216" y="14893"/>
                  </a:lnTo>
                  <a:lnTo>
                    <a:pt x="217061" y="90258"/>
                  </a:lnTo>
                  <a:lnTo>
                    <a:pt x="217906" y="207665"/>
                  </a:lnTo>
                  <a:lnTo>
                    <a:pt x="218752" y="327895"/>
                  </a:lnTo>
                  <a:lnTo>
                    <a:pt x="219597" y="438909"/>
                  </a:lnTo>
                  <a:lnTo>
                    <a:pt x="220442" y="493385"/>
                  </a:lnTo>
                  <a:lnTo>
                    <a:pt x="221287" y="535150"/>
                  </a:lnTo>
                  <a:lnTo>
                    <a:pt x="222132" y="543723"/>
                  </a:lnTo>
                  <a:lnTo>
                    <a:pt x="222977" y="457265"/>
                  </a:lnTo>
                  <a:lnTo>
                    <a:pt x="223822" y="337145"/>
                  </a:lnTo>
                  <a:lnTo>
                    <a:pt x="224667" y="260608"/>
                  </a:lnTo>
                  <a:lnTo>
                    <a:pt x="225512" y="265925"/>
                  </a:lnTo>
                  <a:lnTo>
                    <a:pt x="226357" y="257221"/>
                  </a:lnTo>
                  <a:lnTo>
                    <a:pt x="227203" y="261180"/>
                  </a:lnTo>
                  <a:lnTo>
                    <a:pt x="228048" y="363718"/>
                  </a:lnTo>
                  <a:lnTo>
                    <a:pt x="228893" y="511461"/>
                  </a:lnTo>
                  <a:lnTo>
                    <a:pt x="229738" y="608155"/>
                  </a:lnTo>
                  <a:lnTo>
                    <a:pt x="230583" y="640954"/>
                  </a:lnTo>
                  <a:lnTo>
                    <a:pt x="231428" y="650578"/>
                  </a:lnTo>
                  <a:lnTo>
                    <a:pt x="232273" y="609445"/>
                  </a:lnTo>
                  <a:lnTo>
                    <a:pt x="233118" y="515392"/>
                  </a:lnTo>
                  <a:lnTo>
                    <a:pt x="233963" y="435462"/>
                  </a:lnTo>
                  <a:lnTo>
                    <a:pt x="234808" y="403421"/>
                  </a:lnTo>
                  <a:lnTo>
                    <a:pt x="235653" y="372625"/>
                  </a:lnTo>
                  <a:lnTo>
                    <a:pt x="236499" y="374752"/>
                  </a:lnTo>
                  <a:lnTo>
                    <a:pt x="237344" y="423160"/>
                  </a:lnTo>
                  <a:lnTo>
                    <a:pt x="238189" y="457252"/>
                  </a:lnTo>
                  <a:lnTo>
                    <a:pt x="239034" y="461836"/>
                  </a:lnTo>
                  <a:lnTo>
                    <a:pt x="239879" y="439804"/>
                  </a:lnTo>
                  <a:lnTo>
                    <a:pt x="240724" y="452755"/>
                  </a:lnTo>
                  <a:lnTo>
                    <a:pt x="241569" y="467644"/>
                  </a:lnTo>
                  <a:lnTo>
                    <a:pt x="242414" y="501712"/>
                  </a:lnTo>
                  <a:lnTo>
                    <a:pt x="243259" y="565792"/>
                  </a:lnTo>
                  <a:lnTo>
                    <a:pt x="244104" y="581852"/>
                  </a:lnTo>
                  <a:lnTo>
                    <a:pt x="244949" y="567584"/>
                  </a:lnTo>
                  <a:lnTo>
                    <a:pt x="245795" y="520756"/>
                  </a:lnTo>
                  <a:lnTo>
                    <a:pt x="246640" y="487676"/>
                  </a:lnTo>
                  <a:lnTo>
                    <a:pt x="247485" y="403391"/>
                  </a:lnTo>
                  <a:lnTo>
                    <a:pt x="248330" y="353551"/>
                  </a:lnTo>
                  <a:lnTo>
                    <a:pt x="249175" y="385354"/>
                  </a:lnTo>
                  <a:lnTo>
                    <a:pt x="250020" y="424922"/>
                  </a:lnTo>
                  <a:lnTo>
                    <a:pt x="250865" y="445175"/>
                  </a:lnTo>
                  <a:lnTo>
                    <a:pt x="251710" y="453094"/>
                  </a:lnTo>
                  <a:lnTo>
                    <a:pt x="252555" y="483659"/>
                  </a:lnTo>
                  <a:lnTo>
                    <a:pt x="253400" y="523602"/>
                  </a:lnTo>
                  <a:lnTo>
                    <a:pt x="254245" y="569816"/>
                  </a:lnTo>
                  <a:lnTo>
                    <a:pt x="255091" y="585476"/>
                  </a:lnTo>
                  <a:lnTo>
                    <a:pt x="255936" y="583359"/>
                  </a:lnTo>
                  <a:lnTo>
                    <a:pt x="256781" y="548390"/>
                  </a:lnTo>
                  <a:lnTo>
                    <a:pt x="257626" y="490254"/>
                  </a:lnTo>
                  <a:lnTo>
                    <a:pt x="258471" y="438011"/>
                  </a:lnTo>
                  <a:lnTo>
                    <a:pt x="259316" y="389396"/>
                  </a:lnTo>
                  <a:lnTo>
                    <a:pt x="260161" y="337255"/>
                  </a:lnTo>
                  <a:lnTo>
                    <a:pt x="261006" y="299697"/>
                  </a:lnTo>
                  <a:lnTo>
                    <a:pt x="261851" y="284768"/>
                  </a:lnTo>
                  <a:lnTo>
                    <a:pt x="262696" y="334088"/>
                  </a:lnTo>
                  <a:lnTo>
                    <a:pt x="263541" y="393863"/>
                  </a:lnTo>
                  <a:lnTo>
                    <a:pt x="264387" y="411055"/>
                  </a:lnTo>
                  <a:lnTo>
                    <a:pt x="265232" y="468447"/>
                  </a:lnTo>
                  <a:lnTo>
                    <a:pt x="266077" y="553169"/>
                  </a:lnTo>
                  <a:lnTo>
                    <a:pt x="266922" y="624912"/>
                  </a:lnTo>
                  <a:lnTo>
                    <a:pt x="267767" y="667020"/>
                  </a:lnTo>
                  <a:lnTo>
                    <a:pt x="268612" y="670009"/>
                  </a:lnTo>
                  <a:lnTo>
                    <a:pt x="269457" y="682700"/>
                  </a:lnTo>
                  <a:lnTo>
                    <a:pt x="270302" y="690560"/>
                  </a:lnTo>
                  <a:lnTo>
                    <a:pt x="271147" y="690615"/>
                  </a:lnTo>
                  <a:lnTo>
                    <a:pt x="271992" y="690615"/>
                  </a:lnTo>
                  <a:lnTo>
                    <a:pt x="272837" y="690615"/>
                  </a:lnTo>
                  <a:lnTo>
                    <a:pt x="273683" y="690615"/>
                  </a:lnTo>
                  <a:lnTo>
                    <a:pt x="274528" y="690615"/>
                  </a:lnTo>
                  <a:lnTo>
                    <a:pt x="275373" y="686431"/>
                  </a:lnTo>
                  <a:lnTo>
                    <a:pt x="276218" y="655277"/>
                  </a:lnTo>
                  <a:lnTo>
                    <a:pt x="277063" y="608198"/>
                  </a:lnTo>
                  <a:lnTo>
                    <a:pt x="277908" y="527095"/>
                  </a:lnTo>
                  <a:lnTo>
                    <a:pt x="278753" y="427278"/>
                  </a:lnTo>
                  <a:lnTo>
                    <a:pt x="279598" y="344319"/>
                  </a:lnTo>
                  <a:lnTo>
                    <a:pt x="280443" y="261184"/>
                  </a:lnTo>
                  <a:lnTo>
                    <a:pt x="281288" y="223331"/>
                  </a:lnTo>
                  <a:lnTo>
                    <a:pt x="282133" y="234796"/>
                  </a:lnTo>
                  <a:lnTo>
                    <a:pt x="282979" y="300390"/>
                  </a:lnTo>
                  <a:lnTo>
                    <a:pt x="283824" y="382621"/>
                  </a:lnTo>
                  <a:lnTo>
                    <a:pt x="284669" y="422443"/>
                  </a:lnTo>
                  <a:lnTo>
                    <a:pt x="285514" y="476656"/>
                  </a:lnTo>
                  <a:lnTo>
                    <a:pt x="286359" y="532027"/>
                  </a:lnTo>
                  <a:lnTo>
                    <a:pt x="287204" y="550817"/>
                  </a:lnTo>
                  <a:lnTo>
                    <a:pt x="288049" y="520570"/>
                  </a:lnTo>
                  <a:lnTo>
                    <a:pt x="288894" y="477939"/>
                  </a:lnTo>
                  <a:lnTo>
                    <a:pt x="289739" y="497534"/>
                  </a:lnTo>
                  <a:lnTo>
                    <a:pt x="290584" y="530640"/>
                  </a:lnTo>
                  <a:lnTo>
                    <a:pt x="291430" y="560168"/>
                  </a:lnTo>
                  <a:lnTo>
                    <a:pt x="292275" y="544449"/>
                  </a:lnTo>
                  <a:lnTo>
                    <a:pt x="293120" y="546669"/>
                  </a:lnTo>
                  <a:lnTo>
                    <a:pt x="293965" y="606398"/>
                  </a:lnTo>
                  <a:lnTo>
                    <a:pt x="294810" y="629366"/>
                  </a:lnTo>
                  <a:lnTo>
                    <a:pt x="295655" y="581658"/>
                  </a:lnTo>
                  <a:lnTo>
                    <a:pt x="296500" y="507372"/>
                  </a:lnTo>
                  <a:lnTo>
                    <a:pt x="297345" y="533286"/>
                  </a:lnTo>
                  <a:lnTo>
                    <a:pt x="298190" y="551890"/>
                  </a:lnTo>
                  <a:lnTo>
                    <a:pt x="299035" y="510115"/>
                  </a:lnTo>
                  <a:lnTo>
                    <a:pt x="299880" y="463928"/>
                  </a:lnTo>
                  <a:lnTo>
                    <a:pt x="300726" y="447078"/>
                  </a:lnTo>
                  <a:lnTo>
                    <a:pt x="301571" y="489031"/>
                  </a:lnTo>
                  <a:lnTo>
                    <a:pt x="302416" y="472571"/>
                  </a:lnTo>
                  <a:lnTo>
                    <a:pt x="303261" y="420381"/>
                  </a:lnTo>
                  <a:lnTo>
                    <a:pt x="304106" y="400746"/>
                  </a:lnTo>
                  <a:lnTo>
                    <a:pt x="304951" y="436894"/>
                  </a:lnTo>
                  <a:lnTo>
                    <a:pt x="305796" y="466153"/>
                  </a:lnTo>
                  <a:lnTo>
                    <a:pt x="306641" y="399949"/>
                  </a:lnTo>
                  <a:lnTo>
                    <a:pt x="307486" y="393582"/>
                  </a:lnTo>
                  <a:lnTo>
                    <a:pt x="308331" y="477241"/>
                  </a:lnTo>
                  <a:lnTo>
                    <a:pt x="309176" y="492960"/>
                  </a:lnTo>
                  <a:lnTo>
                    <a:pt x="310022" y="436455"/>
                  </a:lnTo>
                  <a:lnTo>
                    <a:pt x="310867" y="462410"/>
                  </a:lnTo>
                  <a:lnTo>
                    <a:pt x="311712" y="540872"/>
                  </a:lnTo>
                  <a:lnTo>
                    <a:pt x="312557" y="545005"/>
                  </a:lnTo>
                  <a:lnTo>
                    <a:pt x="313402" y="487854"/>
                  </a:lnTo>
                  <a:lnTo>
                    <a:pt x="314247" y="463254"/>
                  </a:lnTo>
                  <a:lnTo>
                    <a:pt x="315092" y="463444"/>
                  </a:lnTo>
                  <a:lnTo>
                    <a:pt x="315937" y="465146"/>
                  </a:lnTo>
                  <a:lnTo>
                    <a:pt x="316782" y="467544"/>
                  </a:lnTo>
                  <a:lnTo>
                    <a:pt x="317627" y="478886"/>
                  </a:lnTo>
                  <a:lnTo>
                    <a:pt x="318472" y="527333"/>
                  </a:lnTo>
                  <a:lnTo>
                    <a:pt x="319318" y="598115"/>
                  </a:lnTo>
                  <a:lnTo>
                    <a:pt x="320163" y="665044"/>
                  </a:lnTo>
                  <a:lnTo>
                    <a:pt x="321008" y="684579"/>
                  </a:lnTo>
                  <a:lnTo>
                    <a:pt x="321853" y="706520"/>
                  </a:lnTo>
                  <a:lnTo>
                    <a:pt x="322698" y="722044"/>
                  </a:lnTo>
                  <a:lnTo>
                    <a:pt x="323517" y="72414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7879603" y="136462"/>
              <a:ext cx="1118891" cy="2036413"/>
            </a:xfrm>
            <a:custGeom>
              <a:avLst/>
              <a:pathLst>
                <a:path w="1118891" h="2036413">
                  <a:moveTo>
                    <a:pt x="0" y="2036413"/>
                  </a:moveTo>
                  <a:lnTo>
                    <a:pt x="834" y="2031024"/>
                  </a:lnTo>
                  <a:lnTo>
                    <a:pt x="1680" y="2006695"/>
                  </a:lnTo>
                  <a:lnTo>
                    <a:pt x="2525" y="1945871"/>
                  </a:lnTo>
                  <a:lnTo>
                    <a:pt x="3370" y="1845997"/>
                  </a:lnTo>
                  <a:lnTo>
                    <a:pt x="4215" y="1781385"/>
                  </a:lnTo>
                  <a:lnTo>
                    <a:pt x="5060" y="1770922"/>
                  </a:lnTo>
                  <a:lnTo>
                    <a:pt x="5905" y="1765571"/>
                  </a:lnTo>
                  <a:lnTo>
                    <a:pt x="6750" y="1776284"/>
                  </a:lnTo>
                  <a:lnTo>
                    <a:pt x="7595" y="1832902"/>
                  </a:lnTo>
                  <a:lnTo>
                    <a:pt x="8440" y="1912620"/>
                  </a:lnTo>
                  <a:lnTo>
                    <a:pt x="9285" y="1975687"/>
                  </a:lnTo>
                  <a:lnTo>
                    <a:pt x="10130" y="1982980"/>
                  </a:lnTo>
                  <a:lnTo>
                    <a:pt x="10976" y="1968331"/>
                  </a:lnTo>
                  <a:lnTo>
                    <a:pt x="11821" y="1957856"/>
                  </a:lnTo>
                  <a:lnTo>
                    <a:pt x="12666" y="1939921"/>
                  </a:lnTo>
                  <a:lnTo>
                    <a:pt x="13511" y="1930514"/>
                  </a:lnTo>
                  <a:lnTo>
                    <a:pt x="14356" y="1930515"/>
                  </a:lnTo>
                  <a:lnTo>
                    <a:pt x="15201" y="1933685"/>
                  </a:lnTo>
                  <a:lnTo>
                    <a:pt x="16046" y="1942434"/>
                  </a:lnTo>
                  <a:lnTo>
                    <a:pt x="16891" y="1919676"/>
                  </a:lnTo>
                  <a:lnTo>
                    <a:pt x="17736" y="1899109"/>
                  </a:lnTo>
                  <a:lnTo>
                    <a:pt x="18581" y="1885680"/>
                  </a:lnTo>
                  <a:lnTo>
                    <a:pt x="19426" y="1831394"/>
                  </a:lnTo>
                  <a:lnTo>
                    <a:pt x="20272" y="1803723"/>
                  </a:lnTo>
                  <a:lnTo>
                    <a:pt x="21117" y="1828275"/>
                  </a:lnTo>
                  <a:lnTo>
                    <a:pt x="21962" y="1862773"/>
                  </a:lnTo>
                  <a:lnTo>
                    <a:pt x="22807" y="1871286"/>
                  </a:lnTo>
                  <a:lnTo>
                    <a:pt x="23652" y="1841367"/>
                  </a:lnTo>
                  <a:lnTo>
                    <a:pt x="24497" y="1811039"/>
                  </a:lnTo>
                  <a:lnTo>
                    <a:pt x="25342" y="1717130"/>
                  </a:lnTo>
                  <a:lnTo>
                    <a:pt x="26187" y="1603403"/>
                  </a:lnTo>
                  <a:lnTo>
                    <a:pt x="27032" y="1536234"/>
                  </a:lnTo>
                  <a:lnTo>
                    <a:pt x="27877" y="1472543"/>
                  </a:lnTo>
                  <a:lnTo>
                    <a:pt x="28722" y="1497815"/>
                  </a:lnTo>
                  <a:lnTo>
                    <a:pt x="29568" y="1529814"/>
                  </a:lnTo>
                  <a:lnTo>
                    <a:pt x="30413" y="1615804"/>
                  </a:lnTo>
                  <a:lnTo>
                    <a:pt x="31258" y="1703213"/>
                  </a:lnTo>
                  <a:lnTo>
                    <a:pt x="32103" y="1775149"/>
                  </a:lnTo>
                  <a:lnTo>
                    <a:pt x="32948" y="1861134"/>
                  </a:lnTo>
                  <a:lnTo>
                    <a:pt x="33793" y="1887207"/>
                  </a:lnTo>
                  <a:lnTo>
                    <a:pt x="34638" y="1902462"/>
                  </a:lnTo>
                  <a:lnTo>
                    <a:pt x="35483" y="1828081"/>
                  </a:lnTo>
                  <a:lnTo>
                    <a:pt x="36328" y="1758835"/>
                  </a:lnTo>
                  <a:lnTo>
                    <a:pt x="37173" y="1743642"/>
                  </a:lnTo>
                  <a:lnTo>
                    <a:pt x="38019" y="1733351"/>
                  </a:lnTo>
                  <a:lnTo>
                    <a:pt x="38864" y="1667782"/>
                  </a:lnTo>
                  <a:lnTo>
                    <a:pt x="39709" y="1623845"/>
                  </a:lnTo>
                  <a:lnTo>
                    <a:pt x="40554" y="1628606"/>
                  </a:lnTo>
                  <a:lnTo>
                    <a:pt x="41399" y="1591042"/>
                  </a:lnTo>
                  <a:lnTo>
                    <a:pt x="42244" y="1522551"/>
                  </a:lnTo>
                  <a:lnTo>
                    <a:pt x="43089" y="1427540"/>
                  </a:lnTo>
                  <a:lnTo>
                    <a:pt x="43934" y="1383225"/>
                  </a:lnTo>
                  <a:lnTo>
                    <a:pt x="44779" y="1386185"/>
                  </a:lnTo>
                  <a:lnTo>
                    <a:pt x="45624" y="1423185"/>
                  </a:lnTo>
                  <a:lnTo>
                    <a:pt x="46469" y="1504447"/>
                  </a:lnTo>
                  <a:lnTo>
                    <a:pt x="47315" y="1545340"/>
                  </a:lnTo>
                  <a:lnTo>
                    <a:pt x="48160" y="1601896"/>
                  </a:lnTo>
                  <a:lnTo>
                    <a:pt x="49005" y="1633064"/>
                  </a:lnTo>
                  <a:lnTo>
                    <a:pt x="49850" y="1654967"/>
                  </a:lnTo>
                  <a:lnTo>
                    <a:pt x="50695" y="1704284"/>
                  </a:lnTo>
                  <a:lnTo>
                    <a:pt x="51540" y="1713647"/>
                  </a:lnTo>
                  <a:lnTo>
                    <a:pt x="52385" y="1688941"/>
                  </a:lnTo>
                  <a:lnTo>
                    <a:pt x="53230" y="1629009"/>
                  </a:lnTo>
                  <a:lnTo>
                    <a:pt x="54075" y="1623438"/>
                  </a:lnTo>
                  <a:lnTo>
                    <a:pt x="54920" y="1619456"/>
                  </a:lnTo>
                  <a:lnTo>
                    <a:pt x="55765" y="1597516"/>
                  </a:lnTo>
                  <a:lnTo>
                    <a:pt x="56611" y="1599941"/>
                  </a:lnTo>
                  <a:lnTo>
                    <a:pt x="57456" y="1638481"/>
                  </a:lnTo>
                  <a:lnTo>
                    <a:pt x="58301" y="1733640"/>
                  </a:lnTo>
                  <a:lnTo>
                    <a:pt x="59146" y="1798663"/>
                  </a:lnTo>
                  <a:lnTo>
                    <a:pt x="59991" y="1798663"/>
                  </a:lnTo>
                  <a:lnTo>
                    <a:pt x="60836" y="1735085"/>
                  </a:lnTo>
                  <a:lnTo>
                    <a:pt x="61681" y="1704920"/>
                  </a:lnTo>
                  <a:lnTo>
                    <a:pt x="62526" y="1723846"/>
                  </a:lnTo>
                  <a:lnTo>
                    <a:pt x="63371" y="1698875"/>
                  </a:lnTo>
                  <a:lnTo>
                    <a:pt x="64216" y="1652543"/>
                  </a:lnTo>
                  <a:lnTo>
                    <a:pt x="65061" y="1668635"/>
                  </a:lnTo>
                  <a:lnTo>
                    <a:pt x="65907" y="1733417"/>
                  </a:lnTo>
                  <a:lnTo>
                    <a:pt x="66752" y="1733825"/>
                  </a:lnTo>
                  <a:lnTo>
                    <a:pt x="67597" y="1726494"/>
                  </a:lnTo>
                  <a:lnTo>
                    <a:pt x="68442" y="1745271"/>
                  </a:lnTo>
                  <a:lnTo>
                    <a:pt x="69287" y="1778906"/>
                  </a:lnTo>
                  <a:lnTo>
                    <a:pt x="70132" y="1785860"/>
                  </a:lnTo>
                  <a:lnTo>
                    <a:pt x="70977" y="1732510"/>
                  </a:lnTo>
                  <a:lnTo>
                    <a:pt x="71822" y="1708918"/>
                  </a:lnTo>
                  <a:lnTo>
                    <a:pt x="72667" y="1715113"/>
                  </a:lnTo>
                  <a:lnTo>
                    <a:pt x="73512" y="1692006"/>
                  </a:lnTo>
                  <a:lnTo>
                    <a:pt x="74357" y="1706402"/>
                  </a:lnTo>
                  <a:lnTo>
                    <a:pt x="75203" y="1741926"/>
                  </a:lnTo>
                  <a:lnTo>
                    <a:pt x="76048" y="1803295"/>
                  </a:lnTo>
                  <a:lnTo>
                    <a:pt x="76893" y="1854297"/>
                  </a:lnTo>
                  <a:lnTo>
                    <a:pt x="77738" y="1784375"/>
                  </a:lnTo>
                  <a:lnTo>
                    <a:pt x="78583" y="1736003"/>
                  </a:lnTo>
                  <a:lnTo>
                    <a:pt x="79428" y="1706641"/>
                  </a:lnTo>
                  <a:lnTo>
                    <a:pt x="80273" y="1683458"/>
                  </a:lnTo>
                  <a:lnTo>
                    <a:pt x="81118" y="1637998"/>
                  </a:lnTo>
                  <a:lnTo>
                    <a:pt x="81963" y="1575798"/>
                  </a:lnTo>
                  <a:lnTo>
                    <a:pt x="82808" y="1533685"/>
                  </a:lnTo>
                  <a:lnTo>
                    <a:pt x="83653" y="1525391"/>
                  </a:lnTo>
                  <a:lnTo>
                    <a:pt x="84499" y="1483184"/>
                  </a:lnTo>
                  <a:lnTo>
                    <a:pt x="85344" y="1409711"/>
                  </a:lnTo>
                  <a:lnTo>
                    <a:pt x="86189" y="1462110"/>
                  </a:lnTo>
                  <a:lnTo>
                    <a:pt x="87034" y="1538818"/>
                  </a:lnTo>
                  <a:lnTo>
                    <a:pt x="87879" y="1595344"/>
                  </a:lnTo>
                  <a:lnTo>
                    <a:pt x="88724" y="1639780"/>
                  </a:lnTo>
                  <a:lnTo>
                    <a:pt x="89569" y="1721616"/>
                  </a:lnTo>
                  <a:lnTo>
                    <a:pt x="90414" y="1798362"/>
                  </a:lnTo>
                  <a:lnTo>
                    <a:pt x="91259" y="1788147"/>
                  </a:lnTo>
                  <a:lnTo>
                    <a:pt x="92104" y="1762873"/>
                  </a:lnTo>
                  <a:lnTo>
                    <a:pt x="92949" y="1791813"/>
                  </a:lnTo>
                  <a:lnTo>
                    <a:pt x="93795" y="1809158"/>
                  </a:lnTo>
                  <a:lnTo>
                    <a:pt x="94640" y="1799467"/>
                  </a:lnTo>
                  <a:lnTo>
                    <a:pt x="95485" y="1743272"/>
                  </a:lnTo>
                  <a:lnTo>
                    <a:pt x="96330" y="1700737"/>
                  </a:lnTo>
                  <a:lnTo>
                    <a:pt x="97175" y="1721968"/>
                  </a:lnTo>
                  <a:lnTo>
                    <a:pt x="98020" y="1767289"/>
                  </a:lnTo>
                  <a:lnTo>
                    <a:pt x="98865" y="1791966"/>
                  </a:lnTo>
                  <a:lnTo>
                    <a:pt x="99710" y="1736910"/>
                  </a:lnTo>
                  <a:lnTo>
                    <a:pt x="100555" y="1681511"/>
                  </a:lnTo>
                  <a:lnTo>
                    <a:pt x="101400" y="1654214"/>
                  </a:lnTo>
                  <a:lnTo>
                    <a:pt x="102246" y="1642354"/>
                  </a:lnTo>
                  <a:lnTo>
                    <a:pt x="103091" y="1576365"/>
                  </a:lnTo>
                  <a:lnTo>
                    <a:pt x="103936" y="1500567"/>
                  </a:lnTo>
                  <a:lnTo>
                    <a:pt x="104781" y="1478637"/>
                  </a:lnTo>
                  <a:lnTo>
                    <a:pt x="105626" y="1555756"/>
                  </a:lnTo>
                  <a:lnTo>
                    <a:pt x="106471" y="1612194"/>
                  </a:lnTo>
                  <a:lnTo>
                    <a:pt x="107316" y="1616384"/>
                  </a:lnTo>
                  <a:lnTo>
                    <a:pt x="108161" y="1671150"/>
                  </a:lnTo>
                  <a:lnTo>
                    <a:pt x="109006" y="1716580"/>
                  </a:lnTo>
                  <a:lnTo>
                    <a:pt x="109851" y="1763426"/>
                  </a:lnTo>
                  <a:lnTo>
                    <a:pt x="110696" y="1790230"/>
                  </a:lnTo>
                  <a:lnTo>
                    <a:pt x="111542" y="1740299"/>
                  </a:lnTo>
                  <a:lnTo>
                    <a:pt x="112387" y="1682265"/>
                  </a:lnTo>
                  <a:lnTo>
                    <a:pt x="113232" y="1643590"/>
                  </a:lnTo>
                  <a:lnTo>
                    <a:pt x="114077" y="1669717"/>
                  </a:lnTo>
                  <a:lnTo>
                    <a:pt x="114922" y="1692029"/>
                  </a:lnTo>
                  <a:lnTo>
                    <a:pt x="115767" y="1700975"/>
                  </a:lnTo>
                  <a:lnTo>
                    <a:pt x="116612" y="1794259"/>
                  </a:lnTo>
                  <a:lnTo>
                    <a:pt x="117457" y="1846942"/>
                  </a:lnTo>
                  <a:lnTo>
                    <a:pt x="118302" y="1821789"/>
                  </a:lnTo>
                  <a:lnTo>
                    <a:pt x="119147" y="1783647"/>
                  </a:lnTo>
                  <a:lnTo>
                    <a:pt x="119992" y="1746744"/>
                  </a:lnTo>
                  <a:lnTo>
                    <a:pt x="120838" y="1702826"/>
                  </a:lnTo>
                  <a:lnTo>
                    <a:pt x="121683" y="1651970"/>
                  </a:lnTo>
                  <a:lnTo>
                    <a:pt x="122528" y="1639093"/>
                  </a:lnTo>
                  <a:lnTo>
                    <a:pt x="123373" y="1653261"/>
                  </a:lnTo>
                  <a:lnTo>
                    <a:pt x="124218" y="1563105"/>
                  </a:lnTo>
                  <a:lnTo>
                    <a:pt x="125063" y="1465183"/>
                  </a:lnTo>
                  <a:lnTo>
                    <a:pt x="125908" y="1403206"/>
                  </a:lnTo>
                  <a:lnTo>
                    <a:pt x="126753" y="1351550"/>
                  </a:lnTo>
                  <a:lnTo>
                    <a:pt x="127598" y="1347044"/>
                  </a:lnTo>
                  <a:lnTo>
                    <a:pt x="128443" y="1356101"/>
                  </a:lnTo>
                  <a:lnTo>
                    <a:pt x="129288" y="1362376"/>
                  </a:lnTo>
                  <a:lnTo>
                    <a:pt x="130134" y="1394002"/>
                  </a:lnTo>
                  <a:lnTo>
                    <a:pt x="130979" y="1427798"/>
                  </a:lnTo>
                  <a:lnTo>
                    <a:pt x="131824" y="1489587"/>
                  </a:lnTo>
                  <a:lnTo>
                    <a:pt x="132669" y="1520618"/>
                  </a:lnTo>
                  <a:lnTo>
                    <a:pt x="133514" y="1507675"/>
                  </a:lnTo>
                  <a:lnTo>
                    <a:pt x="134359" y="1575166"/>
                  </a:lnTo>
                  <a:lnTo>
                    <a:pt x="135204" y="1667911"/>
                  </a:lnTo>
                  <a:lnTo>
                    <a:pt x="136049" y="1734066"/>
                  </a:lnTo>
                  <a:lnTo>
                    <a:pt x="136894" y="1738059"/>
                  </a:lnTo>
                  <a:lnTo>
                    <a:pt x="137739" y="1686050"/>
                  </a:lnTo>
                  <a:lnTo>
                    <a:pt x="138584" y="1638762"/>
                  </a:lnTo>
                  <a:lnTo>
                    <a:pt x="139430" y="1627110"/>
                  </a:lnTo>
                  <a:lnTo>
                    <a:pt x="140275" y="1612329"/>
                  </a:lnTo>
                  <a:lnTo>
                    <a:pt x="141120" y="1571406"/>
                  </a:lnTo>
                  <a:lnTo>
                    <a:pt x="141965" y="1506941"/>
                  </a:lnTo>
                  <a:lnTo>
                    <a:pt x="142810" y="1445412"/>
                  </a:lnTo>
                  <a:lnTo>
                    <a:pt x="143655" y="1425836"/>
                  </a:lnTo>
                  <a:lnTo>
                    <a:pt x="144500" y="1378895"/>
                  </a:lnTo>
                  <a:lnTo>
                    <a:pt x="145345" y="1314311"/>
                  </a:lnTo>
                  <a:lnTo>
                    <a:pt x="146190" y="1300415"/>
                  </a:lnTo>
                  <a:lnTo>
                    <a:pt x="147035" y="1320876"/>
                  </a:lnTo>
                  <a:lnTo>
                    <a:pt x="147880" y="1372978"/>
                  </a:lnTo>
                  <a:lnTo>
                    <a:pt x="148726" y="1416555"/>
                  </a:lnTo>
                  <a:lnTo>
                    <a:pt x="149571" y="1441485"/>
                  </a:lnTo>
                  <a:lnTo>
                    <a:pt x="150416" y="1523490"/>
                  </a:lnTo>
                  <a:lnTo>
                    <a:pt x="151261" y="1558269"/>
                  </a:lnTo>
                  <a:lnTo>
                    <a:pt x="152106" y="1624393"/>
                  </a:lnTo>
                  <a:lnTo>
                    <a:pt x="152951" y="1682385"/>
                  </a:lnTo>
                  <a:lnTo>
                    <a:pt x="153796" y="1722201"/>
                  </a:lnTo>
                  <a:lnTo>
                    <a:pt x="154641" y="1751741"/>
                  </a:lnTo>
                  <a:lnTo>
                    <a:pt x="155486" y="1715128"/>
                  </a:lnTo>
                  <a:lnTo>
                    <a:pt x="156331" y="1695495"/>
                  </a:lnTo>
                  <a:lnTo>
                    <a:pt x="157176" y="1645325"/>
                  </a:lnTo>
                  <a:lnTo>
                    <a:pt x="158022" y="1592611"/>
                  </a:lnTo>
                  <a:lnTo>
                    <a:pt x="158867" y="1560044"/>
                  </a:lnTo>
                  <a:lnTo>
                    <a:pt x="159712" y="1569715"/>
                  </a:lnTo>
                  <a:lnTo>
                    <a:pt x="160557" y="1606425"/>
                  </a:lnTo>
                  <a:lnTo>
                    <a:pt x="161402" y="1643744"/>
                  </a:lnTo>
                  <a:lnTo>
                    <a:pt x="162247" y="1674306"/>
                  </a:lnTo>
                  <a:lnTo>
                    <a:pt x="163092" y="1716811"/>
                  </a:lnTo>
                  <a:lnTo>
                    <a:pt x="163937" y="1784291"/>
                  </a:lnTo>
                  <a:lnTo>
                    <a:pt x="164782" y="1838311"/>
                  </a:lnTo>
                  <a:lnTo>
                    <a:pt x="165627" y="1816977"/>
                  </a:lnTo>
                  <a:lnTo>
                    <a:pt x="166473" y="1744034"/>
                  </a:lnTo>
                  <a:lnTo>
                    <a:pt x="167318" y="1685398"/>
                  </a:lnTo>
                  <a:lnTo>
                    <a:pt x="168163" y="1637661"/>
                  </a:lnTo>
                  <a:lnTo>
                    <a:pt x="169008" y="1540475"/>
                  </a:lnTo>
                  <a:lnTo>
                    <a:pt x="169853" y="1446132"/>
                  </a:lnTo>
                  <a:lnTo>
                    <a:pt x="170698" y="1399045"/>
                  </a:lnTo>
                  <a:lnTo>
                    <a:pt x="171543" y="1421508"/>
                  </a:lnTo>
                  <a:lnTo>
                    <a:pt x="172388" y="1453550"/>
                  </a:lnTo>
                  <a:lnTo>
                    <a:pt x="173233" y="1426853"/>
                  </a:lnTo>
                  <a:lnTo>
                    <a:pt x="174078" y="1483976"/>
                  </a:lnTo>
                  <a:lnTo>
                    <a:pt x="174923" y="1573589"/>
                  </a:lnTo>
                  <a:lnTo>
                    <a:pt x="175769" y="1661177"/>
                  </a:lnTo>
                  <a:lnTo>
                    <a:pt x="176614" y="1717480"/>
                  </a:lnTo>
                  <a:lnTo>
                    <a:pt x="177459" y="1709616"/>
                  </a:lnTo>
                  <a:lnTo>
                    <a:pt x="178304" y="1778861"/>
                  </a:lnTo>
                  <a:lnTo>
                    <a:pt x="179149" y="1789258"/>
                  </a:lnTo>
                  <a:lnTo>
                    <a:pt x="179994" y="1704388"/>
                  </a:lnTo>
                  <a:lnTo>
                    <a:pt x="180839" y="1602240"/>
                  </a:lnTo>
                  <a:lnTo>
                    <a:pt x="181684" y="1523723"/>
                  </a:lnTo>
                  <a:lnTo>
                    <a:pt x="182529" y="1497571"/>
                  </a:lnTo>
                  <a:lnTo>
                    <a:pt x="183374" y="1485360"/>
                  </a:lnTo>
                  <a:lnTo>
                    <a:pt x="184219" y="1494490"/>
                  </a:lnTo>
                  <a:lnTo>
                    <a:pt x="185065" y="1554368"/>
                  </a:lnTo>
                  <a:lnTo>
                    <a:pt x="185910" y="1606860"/>
                  </a:lnTo>
                  <a:lnTo>
                    <a:pt x="186755" y="1665047"/>
                  </a:lnTo>
                  <a:lnTo>
                    <a:pt x="187600" y="1754966"/>
                  </a:lnTo>
                  <a:lnTo>
                    <a:pt x="188445" y="1765851"/>
                  </a:lnTo>
                  <a:lnTo>
                    <a:pt x="189290" y="1719642"/>
                  </a:lnTo>
                  <a:lnTo>
                    <a:pt x="190135" y="1699940"/>
                  </a:lnTo>
                  <a:lnTo>
                    <a:pt x="190980" y="1708187"/>
                  </a:lnTo>
                  <a:lnTo>
                    <a:pt x="191825" y="1719976"/>
                  </a:lnTo>
                  <a:lnTo>
                    <a:pt x="192670" y="1659082"/>
                  </a:lnTo>
                  <a:lnTo>
                    <a:pt x="193515" y="1594520"/>
                  </a:lnTo>
                  <a:lnTo>
                    <a:pt x="194361" y="1597949"/>
                  </a:lnTo>
                  <a:lnTo>
                    <a:pt x="195206" y="1589167"/>
                  </a:lnTo>
                  <a:lnTo>
                    <a:pt x="196051" y="1557639"/>
                  </a:lnTo>
                  <a:lnTo>
                    <a:pt x="196896" y="1550346"/>
                  </a:lnTo>
                  <a:lnTo>
                    <a:pt x="197741" y="1597909"/>
                  </a:lnTo>
                  <a:lnTo>
                    <a:pt x="198586" y="1643735"/>
                  </a:lnTo>
                  <a:lnTo>
                    <a:pt x="199431" y="1634376"/>
                  </a:lnTo>
                  <a:lnTo>
                    <a:pt x="200276" y="1614498"/>
                  </a:lnTo>
                  <a:lnTo>
                    <a:pt x="201121" y="1661814"/>
                  </a:lnTo>
                  <a:lnTo>
                    <a:pt x="201966" y="1633012"/>
                  </a:lnTo>
                  <a:lnTo>
                    <a:pt x="202811" y="1639984"/>
                  </a:lnTo>
                  <a:lnTo>
                    <a:pt x="203657" y="1686216"/>
                  </a:lnTo>
                  <a:lnTo>
                    <a:pt x="204502" y="1728022"/>
                  </a:lnTo>
                  <a:lnTo>
                    <a:pt x="205347" y="1732143"/>
                  </a:lnTo>
                  <a:lnTo>
                    <a:pt x="206192" y="1670933"/>
                  </a:lnTo>
                  <a:lnTo>
                    <a:pt x="207037" y="1618169"/>
                  </a:lnTo>
                  <a:lnTo>
                    <a:pt x="207882" y="1543725"/>
                  </a:lnTo>
                  <a:lnTo>
                    <a:pt x="208727" y="1480684"/>
                  </a:lnTo>
                  <a:lnTo>
                    <a:pt x="209572" y="1451701"/>
                  </a:lnTo>
                  <a:lnTo>
                    <a:pt x="210417" y="1464389"/>
                  </a:lnTo>
                  <a:lnTo>
                    <a:pt x="211262" y="1537845"/>
                  </a:lnTo>
                  <a:lnTo>
                    <a:pt x="212107" y="1611748"/>
                  </a:lnTo>
                  <a:lnTo>
                    <a:pt x="212953" y="1645423"/>
                  </a:lnTo>
                  <a:lnTo>
                    <a:pt x="213798" y="1687051"/>
                  </a:lnTo>
                  <a:lnTo>
                    <a:pt x="214643" y="1743314"/>
                  </a:lnTo>
                  <a:lnTo>
                    <a:pt x="215488" y="1798170"/>
                  </a:lnTo>
                  <a:lnTo>
                    <a:pt x="216333" y="1823545"/>
                  </a:lnTo>
                  <a:lnTo>
                    <a:pt x="217178" y="1845075"/>
                  </a:lnTo>
                  <a:lnTo>
                    <a:pt x="218023" y="1824590"/>
                  </a:lnTo>
                  <a:lnTo>
                    <a:pt x="218868" y="1779791"/>
                  </a:lnTo>
                  <a:lnTo>
                    <a:pt x="219713" y="1720100"/>
                  </a:lnTo>
                  <a:lnTo>
                    <a:pt x="220558" y="1704999"/>
                  </a:lnTo>
                  <a:lnTo>
                    <a:pt x="221403" y="1643953"/>
                  </a:lnTo>
                  <a:lnTo>
                    <a:pt x="222249" y="1521049"/>
                  </a:lnTo>
                  <a:lnTo>
                    <a:pt x="223094" y="1450289"/>
                  </a:lnTo>
                  <a:lnTo>
                    <a:pt x="223939" y="1405197"/>
                  </a:lnTo>
                  <a:lnTo>
                    <a:pt x="224784" y="1366357"/>
                  </a:lnTo>
                  <a:lnTo>
                    <a:pt x="225629" y="1246265"/>
                  </a:lnTo>
                  <a:lnTo>
                    <a:pt x="226474" y="1125987"/>
                  </a:lnTo>
                  <a:lnTo>
                    <a:pt x="227319" y="1082973"/>
                  </a:lnTo>
                  <a:lnTo>
                    <a:pt x="228164" y="1020866"/>
                  </a:lnTo>
                  <a:lnTo>
                    <a:pt x="229009" y="930291"/>
                  </a:lnTo>
                  <a:lnTo>
                    <a:pt x="229854" y="808073"/>
                  </a:lnTo>
                  <a:lnTo>
                    <a:pt x="230700" y="782622"/>
                  </a:lnTo>
                  <a:lnTo>
                    <a:pt x="231545" y="805153"/>
                  </a:lnTo>
                  <a:lnTo>
                    <a:pt x="232390" y="818704"/>
                  </a:lnTo>
                  <a:lnTo>
                    <a:pt x="233235" y="825945"/>
                  </a:lnTo>
                  <a:lnTo>
                    <a:pt x="234080" y="870330"/>
                  </a:lnTo>
                  <a:lnTo>
                    <a:pt x="234925" y="924154"/>
                  </a:lnTo>
                  <a:lnTo>
                    <a:pt x="235770" y="978904"/>
                  </a:lnTo>
                  <a:lnTo>
                    <a:pt x="236615" y="1050317"/>
                  </a:lnTo>
                  <a:lnTo>
                    <a:pt x="237460" y="1089985"/>
                  </a:lnTo>
                  <a:lnTo>
                    <a:pt x="238305" y="1191972"/>
                  </a:lnTo>
                  <a:lnTo>
                    <a:pt x="239150" y="1265203"/>
                  </a:lnTo>
                  <a:lnTo>
                    <a:pt x="239996" y="1308945"/>
                  </a:lnTo>
                  <a:lnTo>
                    <a:pt x="240841" y="1244118"/>
                  </a:lnTo>
                  <a:lnTo>
                    <a:pt x="241686" y="1118637"/>
                  </a:lnTo>
                  <a:lnTo>
                    <a:pt x="242531" y="1065086"/>
                  </a:lnTo>
                  <a:lnTo>
                    <a:pt x="243376" y="923990"/>
                  </a:lnTo>
                  <a:lnTo>
                    <a:pt x="244221" y="765200"/>
                  </a:lnTo>
                  <a:lnTo>
                    <a:pt x="245066" y="621532"/>
                  </a:lnTo>
                  <a:lnTo>
                    <a:pt x="245911" y="494255"/>
                  </a:lnTo>
                  <a:lnTo>
                    <a:pt x="246756" y="389172"/>
                  </a:lnTo>
                  <a:lnTo>
                    <a:pt x="247601" y="277060"/>
                  </a:lnTo>
                  <a:lnTo>
                    <a:pt x="248446" y="243098"/>
                  </a:lnTo>
                  <a:lnTo>
                    <a:pt x="249292" y="187493"/>
                  </a:lnTo>
                  <a:lnTo>
                    <a:pt x="250137" y="109710"/>
                  </a:lnTo>
                  <a:lnTo>
                    <a:pt x="250982" y="76275"/>
                  </a:lnTo>
                  <a:lnTo>
                    <a:pt x="251827" y="63548"/>
                  </a:lnTo>
                  <a:lnTo>
                    <a:pt x="252672" y="37714"/>
                  </a:lnTo>
                  <a:lnTo>
                    <a:pt x="253517" y="24253"/>
                  </a:lnTo>
                  <a:lnTo>
                    <a:pt x="254362" y="179904"/>
                  </a:lnTo>
                  <a:lnTo>
                    <a:pt x="255207" y="368433"/>
                  </a:lnTo>
                  <a:lnTo>
                    <a:pt x="256052" y="428344"/>
                  </a:lnTo>
                  <a:lnTo>
                    <a:pt x="256897" y="460341"/>
                  </a:lnTo>
                  <a:lnTo>
                    <a:pt x="257742" y="475406"/>
                  </a:lnTo>
                  <a:lnTo>
                    <a:pt x="258588" y="488193"/>
                  </a:lnTo>
                  <a:lnTo>
                    <a:pt x="259433" y="410491"/>
                  </a:lnTo>
                  <a:lnTo>
                    <a:pt x="260278" y="372937"/>
                  </a:lnTo>
                  <a:lnTo>
                    <a:pt x="261123" y="411783"/>
                  </a:lnTo>
                  <a:lnTo>
                    <a:pt x="261968" y="482402"/>
                  </a:lnTo>
                  <a:lnTo>
                    <a:pt x="262813" y="568657"/>
                  </a:lnTo>
                  <a:lnTo>
                    <a:pt x="263658" y="555535"/>
                  </a:lnTo>
                  <a:lnTo>
                    <a:pt x="264503" y="499183"/>
                  </a:lnTo>
                  <a:lnTo>
                    <a:pt x="265348" y="467186"/>
                  </a:lnTo>
                  <a:lnTo>
                    <a:pt x="266193" y="492120"/>
                  </a:lnTo>
                  <a:lnTo>
                    <a:pt x="267038" y="506405"/>
                  </a:lnTo>
                  <a:lnTo>
                    <a:pt x="267884" y="558466"/>
                  </a:lnTo>
                  <a:lnTo>
                    <a:pt x="268729" y="663922"/>
                  </a:lnTo>
                  <a:lnTo>
                    <a:pt x="269574" y="773141"/>
                  </a:lnTo>
                  <a:lnTo>
                    <a:pt x="270419" y="807409"/>
                  </a:lnTo>
                  <a:lnTo>
                    <a:pt x="271264" y="828549"/>
                  </a:lnTo>
                  <a:lnTo>
                    <a:pt x="272109" y="844809"/>
                  </a:lnTo>
                  <a:lnTo>
                    <a:pt x="272954" y="805260"/>
                  </a:lnTo>
                  <a:lnTo>
                    <a:pt x="273799" y="682484"/>
                  </a:lnTo>
                  <a:lnTo>
                    <a:pt x="274644" y="592479"/>
                  </a:lnTo>
                  <a:lnTo>
                    <a:pt x="275489" y="525085"/>
                  </a:lnTo>
                  <a:lnTo>
                    <a:pt x="276334" y="462770"/>
                  </a:lnTo>
                  <a:lnTo>
                    <a:pt x="277180" y="394441"/>
                  </a:lnTo>
                  <a:lnTo>
                    <a:pt x="278025" y="303021"/>
                  </a:lnTo>
                  <a:lnTo>
                    <a:pt x="278870" y="290892"/>
                  </a:lnTo>
                  <a:lnTo>
                    <a:pt x="279715" y="274863"/>
                  </a:lnTo>
                  <a:lnTo>
                    <a:pt x="280560" y="258207"/>
                  </a:lnTo>
                  <a:lnTo>
                    <a:pt x="281405" y="222332"/>
                  </a:lnTo>
                  <a:lnTo>
                    <a:pt x="282250" y="192102"/>
                  </a:lnTo>
                  <a:lnTo>
                    <a:pt x="283095" y="171649"/>
                  </a:lnTo>
                  <a:lnTo>
                    <a:pt x="283940" y="149954"/>
                  </a:lnTo>
                  <a:lnTo>
                    <a:pt x="284785" y="121149"/>
                  </a:lnTo>
                  <a:lnTo>
                    <a:pt x="285630" y="104847"/>
                  </a:lnTo>
                  <a:lnTo>
                    <a:pt x="286476" y="60420"/>
                  </a:lnTo>
                  <a:lnTo>
                    <a:pt x="287321" y="0"/>
                  </a:lnTo>
                  <a:lnTo>
                    <a:pt x="288166" y="1158"/>
                  </a:lnTo>
                  <a:lnTo>
                    <a:pt x="289011" y="25603"/>
                  </a:lnTo>
                  <a:lnTo>
                    <a:pt x="289856" y="31776"/>
                  </a:lnTo>
                  <a:lnTo>
                    <a:pt x="290701" y="36327"/>
                  </a:lnTo>
                  <a:lnTo>
                    <a:pt x="291546" y="97355"/>
                  </a:lnTo>
                  <a:lnTo>
                    <a:pt x="292391" y="195094"/>
                  </a:lnTo>
                  <a:lnTo>
                    <a:pt x="293236" y="282349"/>
                  </a:lnTo>
                  <a:lnTo>
                    <a:pt x="294081" y="363414"/>
                  </a:lnTo>
                  <a:lnTo>
                    <a:pt x="294927" y="480874"/>
                  </a:lnTo>
                  <a:lnTo>
                    <a:pt x="295772" y="626070"/>
                  </a:lnTo>
                  <a:lnTo>
                    <a:pt x="296617" y="697624"/>
                  </a:lnTo>
                  <a:lnTo>
                    <a:pt x="297462" y="678358"/>
                  </a:lnTo>
                  <a:lnTo>
                    <a:pt x="298307" y="616939"/>
                  </a:lnTo>
                  <a:lnTo>
                    <a:pt x="299152" y="555766"/>
                  </a:lnTo>
                  <a:lnTo>
                    <a:pt x="299997" y="478716"/>
                  </a:lnTo>
                  <a:lnTo>
                    <a:pt x="300842" y="384967"/>
                  </a:lnTo>
                  <a:lnTo>
                    <a:pt x="301687" y="372944"/>
                  </a:lnTo>
                  <a:lnTo>
                    <a:pt x="302532" y="418473"/>
                  </a:lnTo>
                  <a:lnTo>
                    <a:pt x="303377" y="464791"/>
                  </a:lnTo>
                  <a:lnTo>
                    <a:pt x="304223" y="543106"/>
                  </a:lnTo>
                  <a:lnTo>
                    <a:pt x="305068" y="649316"/>
                  </a:lnTo>
                  <a:lnTo>
                    <a:pt x="305913" y="711352"/>
                  </a:lnTo>
                  <a:lnTo>
                    <a:pt x="306758" y="753132"/>
                  </a:lnTo>
                  <a:lnTo>
                    <a:pt x="307603" y="852704"/>
                  </a:lnTo>
                  <a:lnTo>
                    <a:pt x="308448" y="987900"/>
                  </a:lnTo>
                  <a:lnTo>
                    <a:pt x="309293" y="1066068"/>
                  </a:lnTo>
                  <a:lnTo>
                    <a:pt x="310138" y="1095221"/>
                  </a:lnTo>
                  <a:lnTo>
                    <a:pt x="310983" y="1106757"/>
                  </a:lnTo>
                  <a:lnTo>
                    <a:pt x="311828" y="1091899"/>
                  </a:lnTo>
                  <a:lnTo>
                    <a:pt x="312673" y="1045477"/>
                  </a:lnTo>
                  <a:lnTo>
                    <a:pt x="313519" y="1031001"/>
                  </a:lnTo>
                  <a:lnTo>
                    <a:pt x="314364" y="1032382"/>
                  </a:lnTo>
                  <a:lnTo>
                    <a:pt x="315209" y="995359"/>
                  </a:lnTo>
                  <a:lnTo>
                    <a:pt x="316054" y="947414"/>
                  </a:lnTo>
                  <a:lnTo>
                    <a:pt x="316899" y="931737"/>
                  </a:lnTo>
                  <a:lnTo>
                    <a:pt x="317744" y="942579"/>
                  </a:lnTo>
                  <a:lnTo>
                    <a:pt x="318589" y="954336"/>
                  </a:lnTo>
                  <a:lnTo>
                    <a:pt x="319434" y="988574"/>
                  </a:lnTo>
                  <a:lnTo>
                    <a:pt x="320279" y="1115487"/>
                  </a:lnTo>
                  <a:lnTo>
                    <a:pt x="321124" y="1286075"/>
                  </a:lnTo>
                  <a:lnTo>
                    <a:pt x="321969" y="1424199"/>
                  </a:lnTo>
                  <a:lnTo>
                    <a:pt x="322815" y="1488260"/>
                  </a:lnTo>
                  <a:lnTo>
                    <a:pt x="323660" y="1490620"/>
                  </a:lnTo>
                  <a:lnTo>
                    <a:pt x="324505" y="1498055"/>
                  </a:lnTo>
                  <a:lnTo>
                    <a:pt x="325350" y="1443120"/>
                  </a:lnTo>
                  <a:lnTo>
                    <a:pt x="326195" y="1416831"/>
                  </a:lnTo>
                  <a:lnTo>
                    <a:pt x="327040" y="1435140"/>
                  </a:lnTo>
                  <a:lnTo>
                    <a:pt x="327885" y="1420610"/>
                  </a:lnTo>
                  <a:lnTo>
                    <a:pt x="328730" y="1402633"/>
                  </a:lnTo>
                  <a:lnTo>
                    <a:pt x="329575" y="1405106"/>
                  </a:lnTo>
                  <a:lnTo>
                    <a:pt x="330420" y="1478788"/>
                  </a:lnTo>
                  <a:lnTo>
                    <a:pt x="331265" y="1508842"/>
                  </a:lnTo>
                  <a:lnTo>
                    <a:pt x="332111" y="1460735"/>
                  </a:lnTo>
                  <a:lnTo>
                    <a:pt x="332956" y="1478999"/>
                  </a:lnTo>
                  <a:lnTo>
                    <a:pt x="333801" y="1529475"/>
                  </a:lnTo>
                  <a:lnTo>
                    <a:pt x="334646" y="1487350"/>
                  </a:lnTo>
                  <a:lnTo>
                    <a:pt x="335491" y="1338276"/>
                  </a:lnTo>
                  <a:lnTo>
                    <a:pt x="336336" y="1221509"/>
                  </a:lnTo>
                  <a:lnTo>
                    <a:pt x="337181" y="1213985"/>
                  </a:lnTo>
                  <a:lnTo>
                    <a:pt x="338026" y="1203394"/>
                  </a:lnTo>
                  <a:lnTo>
                    <a:pt x="338871" y="1215838"/>
                  </a:lnTo>
                  <a:lnTo>
                    <a:pt x="339716" y="1282243"/>
                  </a:lnTo>
                  <a:lnTo>
                    <a:pt x="340561" y="1396463"/>
                  </a:lnTo>
                  <a:lnTo>
                    <a:pt x="341407" y="1536173"/>
                  </a:lnTo>
                  <a:lnTo>
                    <a:pt x="342252" y="1564127"/>
                  </a:lnTo>
                  <a:lnTo>
                    <a:pt x="343097" y="1585890"/>
                  </a:lnTo>
                  <a:lnTo>
                    <a:pt x="343942" y="1573922"/>
                  </a:lnTo>
                  <a:lnTo>
                    <a:pt x="344787" y="1539048"/>
                  </a:lnTo>
                  <a:lnTo>
                    <a:pt x="345632" y="1535862"/>
                  </a:lnTo>
                  <a:lnTo>
                    <a:pt x="346477" y="1491862"/>
                  </a:lnTo>
                  <a:lnTo>
                    <a:pt x="347322" y="1498234"/>
                  </a:lnTo>
                  <a:lnTo>
                    <a:pt x="348167" y="1561845"/>
                  </a:lnTo>
                  <a:lnTo>
                    <a:pt x="349012" y="1647109"/>
                  </a:lnTo>
                  <a:lnTo>
                    <a:pt x="349857" y="1752437"/>
                  </a:lnTo>
                  <a:lnTo>
                    <a:pt x="350703" y="1778054"/>
                  </a:lnTo>
                  <a:lnTo>
                    <a:pt x="351548" y="1758575"/>
                  </a:lnTo>
                  <a:lnTo>
                    <a:pt x="352393" y="1760643"/>
                  </a:lnTo>
                  <a:lnTo>
                    <a:pt x="353238" y="1747957"/>
                  </a:lnTo>
                  <a:lnTo>
                    <a:pt x="354083" y="1709584"/>
                  </a:lnTo>
                  <a:lnTo>
                    <a:pt x="354928" y="1697546"/>
                  </a:lnTo>
                  <a:lnTo>
                    <a:pt x="355773" y="1678469"/>
                  </a:lnTo>
                  <a:lnTo>
                    <a:pt x="356618" y="1694604"/>
                  </a:lnTo>
                  <a:lnTo>
                    <a:pt x="357463" y="1702635"/>
                  </a:lnTo>
                  <a:lnTo>
                    <a:pt x="358308" y="1624785"/>
                  </a:lnTo>
                  <a:lnTo>
                    <a:pt x="359154" y="1511813"/>
                  </a:lnTo>
                  <a:lnTo>
                    <a:pt x="359999" y="1376920"/>
                  </a:lnTo>
                  <a:lnTo>
                    <a:pt x="360844" y="1371754"/>
                  </a:lnTo>
                  <a:lnTo>
                    <a:pt x="361689" y="1369880"/>
                  </a:lnTo>
                  <a:lnTo>
                    <a:pt x="362534" y="1335479"/>
                  </a:lnTo>
                  <a:lnTo>
                    <a:pt x="363379" y="1374603"/>
                  </a:lnTo>
                  <a:lnTo>
                    <a:pt x="364224" y="1494543"/>
                  </a:lnTo>
                  <a:lnTo>
                    <a:pt x="365069" y="1558269"/>
                  </a:lnTo>
                  <a:lnTo>
                    <a:pt x="365914" y="1491950"/>
                  </a:lnTo>
                  <a:lnTo>
                    <a:pt x="366759" y="1397729"/>
                  </a:lnTo>
                  <a:lnTo>
                    <a:pt x="367604" y="1323203"/>
                  </a:lnTo>
                  <a:lnTo>
                    <a:pt x="368450" y="1245157"/>
                  </a:lnTo>
                  <a:lnTo>
                    <a:pt x="369295" y="1117544"/>
                  </a:lnTo>
                  <a:lnTo>
                    <a:pt x="370140" y="1081078"/>
                  </a:lnTo>
                  <a:lnTo>
                    <a:pt x="370985" y="1084632"/>
                  </a:lnTo>
                  <a:lnTo>
                    <a:pt x="371830" y="1115369"/>
                  </a:lnTo>
                  <a:lnTo>
                    <a:pt x="372675" y="1233956"/>
                  </a:lnTo>
                  <a:lnTo>
                    <a:pt x="373520" y="1317597"/>
                  </a:lnTo>
                  <a:lnTo>
                    <a:pt x="374365" y="1352462"/>
                  </a:lnTo>
                  <a:lnTo>
                    <a:pt x="375210" y="1321424"/>
                  </a:lnTo>
                  <a:lnTo>
                    <a:pt x="376055" y="1337263"/>
                  </a:lnTo>
                  <a:lnTo>
                    <a:pt x="376900" y="1356873"/>
                  </a:lnTo>
                  <a:lnTo>
                    <a:pt x="377746" y="1265392"/>
                  </a:lnTo>
                  <a:lnTo>
                    <a:pt x="378591" y="1196618"/>
                  </a:lnTo>
                  <a:lnTo>
                    <a:pt x="379436" y="1243147"/>
                  </a:lnTo>
                  <a:lnTo>
                    <a:pt x="380281" y="1338533"/>
                  </a:lnTo>
                  <a:lnTo>
                    <a:pt x="381126" y="1353557"/>
                  </a:lnTo>
                  <a:lnTo>
                    <a:pt x="381971" y="1384284"/>
                  </a:lnTo>
                  <a:lnTo>
                    <a:pt x="382816" y="1459869"/>
                  </a:lnTo>
                  <a:lnTo>
                    <a:pt x="383661" y="1546991"/>
                  </a:lnTo>
                  <a:lnTo>
                    <a:pt x="384506" y="1512908"/>
                  </a:lnTo>
                  <a:lnTo>
                    <a:pt x="385351" y="1417857"/>
                  </a:lnTo>
                  <a:lnTo>
                    <a:pt x="386196" y="1433982"/>
                  </a:lnTo>
                  <a:lnTo>
                    <a:pt x="387042" y="1519508"/>
                  </a:lnTo>
                  <a:lnTo>
                    <a:pt x="387887" y="1598811"/>
                  </a:lnTo>
                  <a:lnTo>
                    <a:pt x="388732" y="1640980"/>
                  </a:lnTo>
                  <a:lnTo>
                    <a:pt x="389577" y="1731973"/>
                  </a:lnTo>
                  <a:lnTo>
                    <a:pt x="390422" y="1863352"/>
                  </a:lnTo>
                  <a:lnTo>
                    <a:pt x="391267" y="1928061"/>
                  </a:lnTo>
                  <a:lnTo>
                    <a:pt x="392112" y="1895025"/>
                  </a:lnTo>
                  <a:lnTo>
                    <a:pt x="392957" y="1840594"/>
                  </a:lnTo>
                  <a:lnTo>
                    <a:pt x="393802" y="1806297"/>
                  </a:lnTo>
                  <a:lnTo>
                    <a:pt x="394647" y="1753262"/>
                  </a:lnTo>
                  <a:lnTo>
                    <a:pt x="395492" y="1688768"/>
                  </a:lnTo>
                  <a:lnTo>
                    <a:pt x="396338" y="1640718"/>
                  </a:lnTo>
                  <a:lnTo>
                    <a:pt x="397183" y="1568179"/>
                  </a:lnTo>
                  <a:lnTo>
                    <a:pt x="398028" y="1495890"/>
                  </a:lnTo>
                  <a:lnTo>
                    <a:pt x="398873" y="1447171"/>
                  </a:lnTo>
                  <a:lnTo>
                    <a:pt x="399718" y="1445233"/>
                  </a:lnTo>
                  <a:lnTo>
                    <a:pt x="400563" y="1423976"/>
                  </a:lnTo>
                  <a:lnTo>
                    <a:pt x="401408" y="1342793"/>
                  </a:lnTo>
                  <a:lnTo>
                    <a:pt x="402253" y="1339995"/>
                  </a:lnTo>
                  <a:lnTo>
                    <a:pt x="403098" y="1418544"/>
                  </a:lnTo>
                  <a:lnTo>
                    <a:pt x="403943" y="1458689"/>
                  </a:lnTo>
                  <a:lnTo>
                    <a:pt x="404788" y="1472721"/>
                  </a:lnTo>
                  <a:lnTo>
                    <a:pt x="405634" y="1489558"/>
                  </a:lnTo>
                  <a:lnTo>
                    <a:pt x="406479" y="1572339"/>
                  </a:lnTo>
                  <a:lnTo>
                    <a:pt x="407324" y="1662819"/>
                  </a:lnTo>
                  <a:lnTo>
                    <a:pt x="408169" y="1671870"/>
                  </a:lnTo>
                  <a:lnTo>
                    <a:pt x="409014" y="1687789"/>
                  </a:lnTo>
                  <a:lnTo>
                    <a:pt x="409859" y="1675303"/>
                  </a:lnTo>
                  <a:lnTo>
                    <a:pt x="410704" y="1700237"/>
                  </a:lnTo>
                  <a:lnTo>
                    <a:pt x="411549" y="1734415"/>
                  </a:lnTo>
                  <a:lnTo>
                    <a:pt x="412394" y="1748666"/>
                  </a:lnTo>
                  <a:lnTo>
                    <a:pt x="413239" y="1751496"/>
                  </a:lnTo>
                  <a:lnTo>
                    <a:pt x="414085" y="1712122"/>
                  </a:lnTo>
                  <a:lnTo>
                    <a:pt x="414930" y="1726178"/>
                  </a:lnTo>
                  <a:lnTo>
                    <a:pt x="415775" y="1746958"/>
                  </a:lnTo>
                  <a:lnTo>
                    <a:pt x="416620" y="1730098"/>
                  </a:lnTo>
                  <a:lnTo>
                    <a:pt x="417465" y="1667798"/>
                  </a:lnTo>
                  <a:lnTo>
                    <a:pt x="418310" y="1575421"/>
                  </a:lnTo>
                  <a:lnTo>
                    <a:pt x="419155" y="1526704"/>
                  </a:lnTo>
                  <a:lnTo>
                    <a:pt x="420000" y="1462857"/>
                  </a:lnTo>
                  <a:lnTo>
                    <a:pt x="420845" y="1402504"/>
                  </a:lnTo>
                  <a:lnTo>
                    <a:pt x="421690" y="1399956"/>
                  </a:lnTo>
                  <a:lnTo>
                    <a:pt x="422535" y="1381284"/>
                  </a:lnTo>
                  <a:lnTo>
                    <a:pt x="423381" y="1441041"/>
                  </a:lnTo>
                  <a:lnTo>
                    <a:pt x="424226" y="1570083"/>
                  </a:lnTo>
                  <a:lnTo>
                    <a:pt x="425071" y="1688950"/>
                  </a:lnTo>
                  <a:lnTo>
                    <a:pt x="425916" y="1767557"/>
                  </a:lnTo>
                  <a:lnTo>
                    <a:pt x="426761" y="1793790"/>
                  </a:lnTo>
                  <a:lnTo>
                    <a:pt x="427606" y="1902678"/>
                  </a:lnTo>
                  <a:lnTo>
                    <a:pt x="428451" y="2007777"/>
                  </a:lnTo>
                  <a:lnTo>
                    <a:pt x="429296" y="2029728"/>
                  </a:lnTo>
                  <a:lnTo>
                    <a:pt x="430141" y="2029836"/>
                  </a:lnTo>
                  <a:lnTo>
                    <a:pt x="430986" y="2018739"/>
                  </a:lnTo>
                  <a:lnTo>
                    <a:pt x="431831" y="1999565"/>
                  </a:lnTo>
                  <a:lnTo>
                    <a:pt x="432677" y="1915479"/>
                  </a:lnTo>
                  <a:lnTo>
                    <a:pt x="433522" y="1810548"/>
                  </a:lnTo>
                  <a:lnTo>
                    <a:pt x="434367" y="1750215"/>
                  </a:lnTo>
                  <a:lnTo>
                    <a:pt x="435212" y="1680574"/>
                  </a:lnTo>
                  <a:lnTo>
                    <a:pt x="436057" y="1641340"/>
                  </a:lnTo>
                  <a:lnTo>
                    <a:pt x="436902" y="1641962"/>
                  </a:lnTo>
                  <a:lnTo>
                    <a:pt x="437747" y="1706825"/>
                  </a:lnTo>
                  <a:lnTo>
                    <a:pt x="438592" y="1745990"/>
                  </a:lnTo>
                  <a:lnTo>
                    <a:pt x="439437" y="1667019"/>
                  </a:lnTo>
                  <a:lnTo>
                    <a:pt x="440282" y="1571470"/>
                  </a:lnTo>
                  <a:lnTo>
                    <a:pt x="441127" y="1471652"/>
                  </a:lnTo>
                  <a:lnTo>
                    <a:pt x="441973" y="1340323"/>
                  </a:lnTo>
                  <a:lnTo>
                    <a:pt x="442818" y="1202518"/>
                  </a:lnTo>
                  <a:lnTo>
                    <a:pt x="443663" y="1116491"/>
                  </a:lnTo>
                  <a:lnTo>
                    <a:pt x="444508" y="1123174"/>
                  </a:lnTo>
                  <a:lnTo>
                    <a:pt x="445353" y="1182240"/>
                  </a:lnTo>
                  <a:lnTo>
                    <a:pt x="446198" y="1226214"/>
                  </a:lnTo>
                  <a:lnTo>
                    <a:pt x="447043" y="1286131"/>
                  </a:lnTo>
                  <a:lnTo>
                    <a:pt x="447888" y="1372340"/>
                  </a:lnTo>
                  <a:lnTo>
                    <a:pt x="448733" y="1483173"/>
                  </a:lnTo>
                  <a:lnTo>
                    <a:pt x="449578" y="1555406"/>
                  </a:lnTo>
                  <a:lnTo>
                    <a:pt x="450423" y="1617160"/>
                  </a:lnTo>
                  <a:lnTo>
                    <a:pt x="451269" y="1702276"/>
                  </a:lnTo>
                  <a:lnTo>
                    <a:pt x="452114" y="1765379"/>
                  </a:lnTo>
                  <a:lnTo>
                    <a:pt x="452959" y="1800035"/>
                  </a:lnTo>
                  <a:lnTo>
                    <a:pt x="453804" y="1802587"/>
                  </a:lnTo>
                  <a:lnTo>
                    <a:pt x="454649" y="1832136"/>
                  </a:lnTo>
                  <a:lnTo>
                    <a:pt x="455494" y="1845450"/>
                  </a:lnTo>
                  <a:lnTo>
                    <a:pt x="456339" y="1838509"/>
                  </a:lnTo>
                  <a:lnTo>
                    <a:pt x="457184" y="1839894"/>
                  </a:lnTo>
                  <a:lnTo>
                    <a:pt x="458029" y="1843576"/>
                  </a:lnTo>
                  <a:lnTo>
                    <a:pt x="458874" y="1840781"/>
                  </a:lnTo>
                  <a:lnTo>
                    <a:pt x="459719" y="1837339"/>
                  </a:lnTo>
                  <a:lnTo>
                    <a:pt x="460565" y="1853488"/>
                  </a:lnTo>
                  <a:lnTo>
                    <a:pt x="461410" y="1852942"/>
                  </a:lnTo>
                  <a:lnTo>
                    <a:pt x="462255" y="1842831"/>
                  </a:lnTo>
                  <a:lnTo>
                    <a:pt x="463100" y="1810713"/>
                  </a:lnTo>
                  <a:lnTo>
                    <a:pt x="463945" y="1769959"/>
                  </a:lnTo>
                  <a:lnTo>
                    <a:pt x="464790" y="1776411"/>
                  </a:lnTo>
                  <a:lnTo>
                    <a:pt x="465635" y="1801956"/>
                  </a:lnTo>
                  <a:lnTo>
                    <a:pt x="466480" y="1798381"/>
                  </a:lnTo>
                  <a:lnTo>
                    <a:pt x="467325" y="1767575"/>
                  </a:lnTo>
                  <a:lnTo>
                    <a:pt x="468170" y="1783558"/>
                  </a:lnTo>
                  <a:lnTo>
                    <a:pt x="469015" y="1781864"/>
                  </a:lnTo>
                  <a:lnTo>
                    <a:pt x="469861" y="1772598"/>
                  </a:lnTo>
                  <a:lnTo>
                    <a:pt x="470706" y="1796384"/>
                  </a:lnTo>
                  <a:lnTo>
                    <a:pt x="471551" y="1778975"/>
                  </a:lnTo>
                  <a:lnTo>
                    <a:pt x="472396" y="1794117"/>
                  </a:lnTo>
                  <a:lnTo>
                    <a:pt x="473241" y="1794681"/>
                  </a:lnTo>
                  <a:lnTo>
                    <a:pt x="474086" y="1806810"/>
                  </a:lnTo>
                  <a:lnTo>
                    <a:pt x="474931" y="1799836"/>
                  </a:lnTo>
                  <a:lnTo>
                    <a:pt x="475776" y="1707310"/>
                  </a:lnTo>
                  <a:lnTo>
                    <a:pt x="476621" y="1758790"/>
                  </a:lnTo>
                  <a:lnTo>
                    <a:pt x="477466" y="1787049"/>
                  </a:lnTo>
                  <a:lnTo>
                    <a:pt x="478312" y="1792323"/>
                  </a:lnTo>
                  <a:lnTo>
                    <a:pt x="479157" y="1760604"/>
                  </a:lnTo>
                  <a:lnTo>
                    <a:pt x="480002" y="1698280"/>
                  </a:lnTo>
                  <a:lnTo>
                    <a:pt x="480847" y="1681820"/>
                  </a:lnTo>
                  <a:lnTo>
                    <a:pt x="481692" y="1650246"/>
                  </a:lnTo>
                  <a:lnTo>
                    <a:pt x="482537" y="1594997"/>
                  </a:lnTo>
                  <a:lnTo>
                    <a:pt x="483382" y="1517757"/>
                  </a:lnTo>
                  <a:lnTo>
                    <a:pt x="484227" y="1469069"/>
                  </a:lnTo>
                  <a:lnTo>
                    <a:pt x="485072" y="1440999"/>
                  </a:lnTo>
                  <a:lnTo>
                    <a:pt x="485917" y="1495246"/>
                  </a:lnTo>
                  <a:lnTo>
                    <a:pt x="486762" y="1522926"/>
                  </a:lnTo>
                  <a:lnTo>
                    <a:pt x="487608" y="1594162"/>
                  </a:lnTo>
                  <a:lnTo>
                    <a:pt x="488453" y="1682616"/>
                  </a:lnTo>
                  <a:lnTo>
                    <a:pt x="489298" y="1721960"/>
                  </a:lnTo>
                  <a:lnTo>
                    <a:pt x="490143" y="1735450"/>
                  </a:lnTo>
                  <a:lnTo>
                    <a:pt x="490988" y="1690064"/>
                  </a:lnTo>
                  <a:lnTo>
                    <a:pt x="491833" y="1687851"/>
                  </a:lnTo>
                  <a:lnTo>
                    <a:pt x="492678" y="1669795"/>
                  </a:lnTo>
                  <a:lnTo>
                    <a:pt x="493523" y="1642137"/>
                  </a:lnTo>
                  <a:lnTo>
                    <a:pt x="494368" y="1706311"/>
                  </a:lnTo>
                  <a:lnTo>
                    <a:pt x="495213" y="1814930"/>
                  </a:lnTo>
                  <a:lnTo>
                    <a:pt x="496058" y="1847512"/>
                  </a:lnTo>
                  <a:lnTo>
                    <a:pt x="496904" y="1788950"/>
                  </a:lnTo>
                  <a:lnTo>
                    <a:pt x="497749" y="1758021"/>
                  </a:lnTo>
                  <a:lnTo>
                    <a:pt x="498594" y="1683983"/>
                  </a:lnTo>
                  <a:lnTo>
                    <a:pt x="499439" y="1585435"/>
                  </a:lnTo>
                  <a:lnTo>
                    <a:pt x="500284" y="1494609"/>
                  </a:lnTo>
                  <a:lnTo>
                    <a:pt x="501129" y="1504202"/>
                  </a:lnTo>
                  <a:lnTo>
                    <a:pt x="501974" y="1592559"/>
                  </a:lnTo>
                  <a:lnTo>
                    <a:pt x="502819" y="1650385"/>
                  </a:lnTo>
                  <a:lnTo>
                    <a:pt x="503664" y="1701442"/>
                  </a:lnTo>
                  <a:lnTo>
                    <a:pt x="504509" y="1745600"/>
                  </a:lnTo>
                  <a:lnTo>
                    <a:pt x="505354" y="1758491"/>
                  </a:lnTo>
                  <a:lnTo>
                    <a:pt x="506200" y="1784264"/>
                  </a:lnTo>
                  <a:lnTo>
                    <a:pt x="507045" y="1787763"/>
                  </a:lnTo>
                  <a:lnTo>
                    <a:pt x="507890" y="1802998"/>
                  </a:lnTo>
                  <a:lnTo>
                    <a:pt x="508735" y="1852884"/>
                  </a:lnTo>
                  <a:lnTo>
                    <a:pt x="509580" y="1874625"/>
                  </a:lnTo>
                  <a:lnTo>
                    <a:pt x="510425" y="1896948"/>
                  </a:lnTo>
                  <a:lnTo>
                    <a:pt x="511270" y="1810442"/>
                  </a:lnTo>
                  <a:lnTo>
                    <a:pt x="512115" y="1714751"/>
                  </a:lnTo>
                  <a:lnTo>
                    <a:pt x="512960" y="1680015"/>
                  </a:lnTo>
                  <a:lnTo>
                    <a:pt x="513805" y="1648269"/>
                  </a:lnTo>
                  <a:lnTo>
                    <a:pt x="514650" y="1681953"/>
                  </a:lnTo>
                  <a:lnTo>
                    <a:pt x="515496" y="1705131"/>
                  </a:lnTo>
                  <a:lnTo>
                    <a:pt x="516341" y="1751158"/>
                  </a:lnTo>
                  <a:lnTo>
                    <a:pt x="517186" y="1795235"/>
                  </a:lnTo>
                  <a:lnTo>
                    <a:pt x="518031" y="1795201"/>
                  </a:lnTo>
                  <a:lnTo>
                    <a:pt x="518876" y="1819054"/>
                  </a:lnTo>
                  <a:lnTo>
                    <a:pt x="519721" y="1821437"/>
                  </a:lnTo>
                  <a:lnTo>
                    <a:pt x="520566" y="1819999"/>
                  </a:lnTo>
                  <a:lnTo>
                    <a:pt x="521411" y="1856854"/>
                  </a:lnTo>
                  <a:lnTo>
                    <a:pt x="522256" y="1868708"/>
                  </a:lnTo>
                  <a:lnTo>
                    <a:pt x="523101" y="1844132"/>
                  </a:lnTo>
                  <a:lnTo>
                    <a:pt x="523946" y="1812930"/>
                  </a:lnTo>
                  <a:lnTo>
                    <a:pt x="524792" y="1798374"/>
                  </a:lnTo>
                  <a:lnTo>
                    <a:pt x="525637" y="1776939"/>
                  </a:lnTo>
                  <a:lnTo>
                    <a:pt x="526482" y="1761405"/>
                  </a:lnTo>
                  <a:lnTo>
                    <a:pt x="527327" y="1792886"/>
                  </a:lnTo>
                  <a:lnTo>
                    <a:pt x="528172" y="1818518"/>
                  </a:lnTo>
                  <a:lnTo>
                    <a:pt x="529017" y="1812101"/>
                  </a:lnTo>
                  <a:lnTo>
                    <a:pt x="529862" y="1805945"/>
                  </a:lnTo>
                  <a:lnTo>
                    <a:pt x="530707" y="1800575"/>
                  </a:lnTo>
                  <a:lnTo>
                    <a:pt x="531552" y="1741611"/>
                  </a:lnTo>
                  <a:lnTo>
                    <a:pt x="532397" y="1704509"/>
                  </a:lnTo>
                  <a:lnTo>
                    <a:pt x="533242" y="1733619"/>
                  </a:lnTo>
                  <a:lnTo>
                    <a:pt x="534088" y="1793745"/>
                  </a:lnTo>
                  <a:lnTo>
                    <a:pt x="534933" y="1821042"/>
                  </a:lnTo>
                  <a:lnTo>
                    <a:pt x="535778" y="1862153"/>
                  </a:lnTo>
                  <a:lnTo>
                    <a:pt x="536623" y="1870836"/>
                  </a:lnTo>
                  <a:lnTo>
                    <a:pt x="537468" y="1769443"/>
                  </a:lnTo>
                  <a:lnTo>
                    <a:pt x="538313" y="1656550"/>
                  </a:lnTo>
                  <a:lnTo>
                    <a:pt x="539158" y="1582985"/>
                  </a:lnTo>
                  <a:lnTo>
                    <a:pt x="540003" y="1536689"/>
                  </a:lnTo>
                  <a:lnTo>
                    <a:pt x="540848" y="1536461"/>
                  </a:lnTo>
                  <a:lnTo>
                    <a:pt x="541693" y="1605800"/>
                  </a:lnTo>
                  <a:lnTo>
                    <a:pt x="542539" y="1667854"/>
                  </a:lnTo>
                  <a:lnTo>
                    <a:pt x="543384" y="1686104"/>
                  </a:lnTo>
                  <a:lnTo>
                    <a:pt x="544229" y="1690181"/>
                  </a:lnTo>
                  <a:lnTo>
                    <a:pt x="545074" y="1642593"/>
                  </a:lnTo>
                  <a:lnTo>
                    <a:pt x="545919" y="1542621"/>
                  </a:lnTo>
                  <a:lnTo>
                    <a:pt x="546764" y="1462197"/>
                  </a:lnTo>
                  <a:lnTo>
                    <a:pt x="547609" y="1475195"/>
                  </a:lnTo>
                  <a:lnTo>
                    <a:pt x="548454" y="1479229"/>
                  </a:lnTo>
                  <a:lnTo>
                    <a:pt x="549299" y="1427094"/>
                  </a:lnTo>
                  <a:lnTo>
                    <a:pt x="550144" y="1438177"/>
                  </a:lnTo>
                  <a:lnTo>
                    <a:pt x="550989" y="1541845"/>
                  </a:lnTo>
                  <a:lnTo>
                    <a:pt x="551835" y="1591023"/>
                  </a:lnTo>
                  <a:lnTo>
                    <a:pt x="552680" y="1595374"/>
                  </a:lnTo>
                  <a:lnTo>
                    <a:pt x="553525" y="1658202"/>
                  </a:lnTo>
                  <a:lnTo>
                    <a:pt x="554370" y="1771664"/>
                  </a:lnTo>
                  <a:lnTo>
                    <a:pt x="555215" y="1844515"/>
                  </a:lnTo>
                  <a:lnTo>
                    <a:pt x="556060" y="1783520"/>
                  </a:lnTo>
                  <a:lnTo>
                    <a:pt x="556905" y="1718259"/>
                  </a:lnTo>
                  <a:lnTo>
                    <a:pt x="557750" y="1746732"/>
                  </a:lnTo>
                  <a:lnTo>
                    <a:pt x="558595" y="1753813"/>
                  </a:lnTo>
                  <a:lnTo>
                    <a:pt x="559440" y="1767200"/>
                  </a:lnTo>
                  <a:lnTo>
                    <a:pt x="560285" y="1778805"/>
                  </a:lnTo>
                  <a:lnTo>
                    <a:pt x="561131" y="1802187"/>
                  </a:lnTo>
                  <a:lnTo>
                    <a:pt x="561976" y="1861420"/>
                  </a:lnTo>
                  <a:lnTo>
                    <a:pt x="562821" y="1877554"/>
                  </a:lnTo>
                  <a:lnTo>
                    <a:pt x="563666" y="1879353"/>
                  </a:lnTo>
                  <a:lnTo>
                    <a:pt x="564511" y="1835829"/>
                  </a:lnTo>
                  <a:lnTo>
                    <a:pt x="565356" y="1827543"/>
                  </a:lnTo>
                  <a:lnTo>
                    <a:pt x="566201" y="1864266"/>
                  </a:lnTo>
                  <a:lnTo>
                    <a:pt x="567046" y="1875755"/>
                  </a:lnTo>
                  <a:lnTo>
                    <a:pt x="567891" y="1854313"/>
                  </a:lnTo>
                  <a:lnTo>
                    <a:pt x="568736" y="1836127"/>
                  </a:lnTo>
                  <a:lnTo>
                    <a:pt x="569581" y="1819575"/>
                  </a:lnTo>
                  <a:lnTo>
                    <a:pt x="570427" y="1785212"/>
                  </a:lnTo>
                  <a:lnTo>
                    <a:pt x="571272" y="1732978"/>
                  </a:lnTo>
                  <a:lnTo>
                    <a:pt x="572117" y="1677771"/>
                  </a:lnTo>
                  <a:lnTo>
                    <a:pt x="572962" y="1620800"/>
                  </a:lnTo>
                  <a:lnTo>
                    <a:pt x="573807" y="1591705"/>
                  </a:lnTo>
                  <a:lnTo>
                    <a:pt x="574652" y="1577368"/>
                  </a:lnTo>
                  <a:lnTo>
                    <a:pt x="575497" y="1577836"/>
                  </a:lnTo>
                  <a:lnTo>
                    <a:pt x="576342" y="1635944"/>
                  </a:lnTo>
                  <a:lnTo>
                    <a:pt x="577187" y="1670062"/>
                  </a:lnTo>
                  <a:lnTo>
                    <a:pt x="578032" y="1664507"/>
                  </a:lnTo>
                  <a:lnTo>
                    <a:pt x="578877" y="1659814"/>
                  </a:lnTo>
                  <a:lnTo>
                    <a:pt x="579723" y="1724876"/>
                  </a:lnTo>
                  <a:lnTo>
                    <a:pt x="580568" y="1674719"/>
                  </a:lnTo>
                  <a:lnTo>
                    <a:pt x="581413" y="1523469"/>
                  </a:lnTo>
                  <a:lnTo>
                    <a:pt x="582258" y="1430165"/>
                  </a:lnTo>
                  <a:lnTo>
                    <a:pt x="583103" y="1381807"/>
                  </a:lnTo>
                  <a:lnTo>
                    <a:pt x="583948" y="1322247"/>
                  </a:lnTo>
                  <a:lnTo>
                    <a:pt x="584793" y="1203629"/>
                  </a:lnTo>
                  <a:lnTo>
                    <a:pt x="585638" y="1187841"/>
                  </a:lnTo>
                  <a:lnTo>
                    <a:pt x="586483" y="1243642"/>
                  </a:lnTo>
                  <a:lnTo>
                    <a:pt x="587328" y="1289101"/>
                  </a:lnTo>
                  <a:lnTo>
                    <a:pt x="588173" y="1333105"/>
                  </a:lnTo>
                  <a:lnTo>
                    <a:pt x="589019" y="1373171"/>
                  </a:lnTo>
                  <a:lnTo>
                    <a:pt x="589864" y="1369338"/>
                  </a:lnTo>
                  <a:lnTo>
                    <a:pt x="590709" y="1337655"/>
                  </a:lnTo>
                  <a:lnTo>
                    <a:pt x="591554" y="1319824"/>
                  </a:lnTo>
                  <a:lnTo>
                    <a:pt x="592399" y="1267566"/>
                  </a:lnTo>
                  <a:lnTo>
                    <a:pt x="593244" y="1187207"/>
                  </a:lnTo>
                  <a:lnTo>
                    <a:pt x="594089" y="1108816"/>
                  </a:lnTo>
                  <a:lnTo>
                    <a:pt x="594934" y="1102505"/>
                  </a:lnTo>
                  <a:lnTo>
                    <a:pt x="595779" y="1174808"/>
                  </a:lnTo>
                  <a:lnTo>
                    <a:pt x="596624" y="1193518"/>
                  </a:lnTo>
                  <a:lnTo>
                    <a:pt x="597469" y="1228056"/>
                  </a:lnTo>
                  <a:lnTo>
                    <a:pt x="598315" y="1326414"/>
                  </a:lnTo>
                  <a:lnTo>
                    <a:pt x="599160" y="1393448"/>
                  </a:lnTo>
                  <a:lnTo>
                    <a:pt x="600005" y="1373857"/>
                  </a:lnTo>
                  <a:lnTo>
                    <a:pt x="600850" y="1282031"/>
                  </a:lnTo>
                  <a:lnTo>
                    <a:pt x="601695" y="1231078"/>
                  </a:lnTo>
                  <a:lnTo>
                    <a:pt x="602540" y="1176208"/>
                  </a:lnTo>
                  <a:lnTo>
                    <a:pt x="603385" y="1067482"/>
                  </a:lnTo>
                  <a:lnTo>
                    <a:pt x="604230" y="977897"/>
                  </a:lnTo>
                  <a:lnTo>
                    <a:pt x="605075" y="921198"/>
                  </a:lnTo>
                  <a:lnTo>
                    <a:pt x="605920" y="889008"/>
                  </a:lnTo>
                  <a:lnTo>
                    <a:pt x="606766" y="827086"/>
                  </a:lnTo>
                  <a:lnTo>
                    <a:pt x="607611" y="818434"/>
                  </a:lnTo>
                  <a:lnTo>
                    <a:pt x="608456" y="896691"/>
                  </a:lnTo>
                  <a:lnTo>
                    <a:pt x="609301" y="966119"/>
                  </a:lnTo>
                  <a:lnTo>
                    <a:pt x="610146" y="1094976"/>
                  </a:lnTo>
                  <a:lnTo>
                    <a:pt x="610991" y="1237884"/>
                  </a:lnTo>
                  <a:lnTo>
                    <a:pt x="611836" y="1398003"/>
                  </a:lnTo>
                  <a:lnTo>
                    <a:pt x="612681" y="1485135"/>
                  </a:lnTo>
                  <a:lnTo>
                    <a:pt x="613526" y="1480214"/>
                  </a:lnTo>
                  <a:lnTo>
                    <a:pt x="614371" y="1495793"/>
                  </a:lnTo>
                  <a:lnTo>
                    <a:pt x="615216" y="1482820"/>
                  </a:lnTo>
                  <a:lnTo>
                    <a:pt x="616062" y="1409748"/>
                  </a:lnTo>
                  <a:lnTo>
                    <a:pt x="616907" y="1304291"/>
                  </a:lnTo>
                  <a:lnTo>
                    <a:pt x="617752" y="1247124"/>
                  </a:lnTo>
                  <a:lnTo>
                    <a:pt x="618597" y="1328598"/>
                  </a:lnTo>
                  <a:lnTo>
                    <a:pt x="619442" y="1447902"/>
                  </a:lnTo>
                  <a:lnTo>
                    <a:pt x="620287" y="1480287"/>
                  </a:lnTo>
                  <a:lnTo>
                    <a:pt x="621132" y="1563216"/>
                  </a:lnTo>
                  <a:lnTo>
                    <a:pt x="621977" y="1640882"/>
                  </a:lnTo>
                  <a:lnTo>
                    <a:pt x="622822" y="1728221"/>
                  </a:lnTo>
                  <a:lnTo>
                    <a:pt x="623667" y="1772585"/>
                  </a:lnTo>
                  <a:lnTo>
                    <a:pt x="624512" y="1746780"/>
                  </a:lnTo>
                  <a:lnTo>
                    <a:pt x="625358" y="1790383"/>
                  </a:lnTo>
                  <a:lnTo>
                    <a:pt x="626203" y="1818229"/>
                  </a:lnTo>
                  <a:lnTo>
                    <a:pt x="627048" y="1872660"/>
                  </a:lnTo>
                  <a:lnTo>
                    <a:pt x="627893" y="1914628"/>
                  </a:lnTo>
                  <a:lnTo>
                    <a:pt x="628738" y="1890172"/>
                  </a:lnTo>
                  <a:lnTo>
                    <a:pt x="629583" y="1881091"/>
                  </a:lnTo>
                  <a:lnTo>
                    <a:pt x="630428" y="1891133"/>
                  </a:lnTo>
                  <a:lnTo>
                    <a:pt x="631273" y="1894066"/>
                  </a:lnTo>
                  <a:lnTo>
                    <a:pt x="632118" y="1862209"/>
                  </a:lnTo>
                  <a:lnTo>
                    <a:pt x="632963" y="1810953"/>
                  </a:lnTo>
                  <a:lnTo>
                    <a:pt x="633808" y="1778583"/>
                  </a:lnTo>
                  <a:lnTo>
                    <a:pt x="634654" y="1757702"/>
                  </a:lnTo>
                  <a:lnTo>
                    <a:pt x="635499" y="1741161"/>
                  </a:lnTo>
                  <a:lnTo>
                    <a:pt x="636344" y="1725767"/>
                  </a:lnTo>
                  <a:lnTo>
                    <a:pt x="637189" y="1751980"/>
                  </a:lnTo>
                  <a:lnTo>
                    <a:pt x="638034" y="1792046"/>
                  </a:lnTo>
                  <a:lnTo>
                    <a:pt x="638879" y="1768601"/>
                  </a:lnTo>
                  <a:lnTo>
                    <a:pt x="639724" y="1755164"/>
                  </a:lnTo>
                  <a:lnTo>
                    <a:pt x="640569" y="1714142"/>
                  </a:lnTo>
                  <a:lnTo>
                    <a:pt x="641414" y="1676358"/>
                  </a:lnTo>
                  <a:lnTo>
                    <a:pt x="642259" y="1638644"/>
                  </a:lnTo>
                  <a:lnTo>
                    <a:pt x="643104" y="1656664"/>
                  </a:lnTo>
                  <a:lnTo>
                    <a:pt x="643950" y="1711012"/>
                  </a:lnTo>
                  <a:lnTo>
                    <a:pt x="644795" y="1703838"/>
                  </a:lnTo>
                  <a:lnTo>
                    <a:pt x="645640" y="1678367"/>
                  </a:lnTo>
                  <a:lnTo>
                    <a:pt x="646485" y="1639150"/>
                  </a:lnTo>
                  <a:lnTo>
                    <a:pt x="647330" y="1609204"/>
                  </a:lnTo>
                  <a:lnTo>
                    <a:pt x="648175" y="1493101"/>
                  </a:lnTo>
                  <a:lnTo>
                    <a:pt x="649020" y="1406803"/>
                  </a:lnTo>
                  <a:lnTo>
                    <a:pt x="649865" y="1377760"/>
                  </a:lnTo>
                  <a:lnTo>
                    <a:pt x="650710" y="1372182"/>
                  </a:lnTo>
                  <a:lnTo>
                    <a:pt x="651555" y="1404740"/>
                  </a:lnTo>
                  <a:lnTo>
                    <a:pt x="652400" y="1435617"/>
                  </a:lnTo>
                  <a:lnTo>
                    <a:pt x="653246" y="1483901"/>
                  </a:lnTo>
                  <a:lnTo>
                    <a:pt x="654091" y="1488835"/>
                  </a:lnTo>
                  <a:lnTo>
                    <a:pt x="654936" y="1488509"/>
                  </a:lnTo>
                  <a:lnTo>
                    <a:pt x="655781" y="1490487"/>
                  </a:lnTo>
                  <a:lnTo>
                    <a:pt x="656626" y="1481660"/>
                  </a:lnTo>
                  <a:lnTo>
                    <a:pt x="657471" y="1476730"/>
                  </a:lnTo>
                  <a:lnTo>
                    <a:pt x="658316" y="1449641"/>
                  </a:lnTo>
                  <a:lnTo>
                    <a:pt x="659161" y="1437044"/>
                  </a:lnTo>
                  <a:lnTo>
                    <a:pt x="660006" y="1446504"/>
                  </a:lnTo>
                  <a:lnTo>
                    <a:pt x="660851" y="1486798"/>
                  </a:lnTo>
                  <a:lnTo>
                    <a:pt x="661696" y="1541013"/>
                  </a:lnTo>
                  <a:lnTo>
                    <a:pt x="662542" y="1565304"/>
                  </a:lnTo>
                  <a:lnTo>
                    <a:pt x="663387" y="1625557"/>
                  </a:lnTo>
                  <a:lnTo>
                    <a:pt x="664232" y="1763658"/>
                  </a:lnTo>
                  <a:lnTo>
                    <a:pt x="665077" y="1852653"/>
                  </a:lnTo>
                  <a:lnTo>
                    <a:pt x="665922" y="1860340"/>
                  </a:lnTo>
                  <a:lnTo>
                    <a:pt x="666767" y="1883042"/>
                  </a:lnTo>
                  <a:lnTo>
                    <a:pt x="667612" y="1931569"/>
                  </a:lnTo>
                  <a:lnTo>
                    <a:pt x="668457" y="1961234"/>
                  </a:lnTo>
                  <a:lnTo>
                    <a:pt x="669302" y="1872145"/>
                  </a:lnTo>
                  <a:lnTo>
                    <a:pt x="670147" y="1825045"/>
                  </a:lnTo>
                  <a:lnTo>
                    <a:pt x="670993" y="1872506"/>
                  </a:lnTo>
                  <a:lnTo>
                    <a:pt x="671838" y="1890400"/>
                  </a:lnTo>
                  <a:lnTo>
                    <a:pt x="672683" y="1898413"/>
                  </a:lnTo>
                  <a:lnTo>
                    <a:pt x="673528" y="1902082"/>
                  </a:lnTo>
                  <a:lnTo>
                    <a:pt x="674373" y="1968637"/>
                  </a:lnTo>
                  <a:lnTo>
                    <a:pt x="675218" y="2019002"/>
                  </a:lnTo>
                  <a:lnTo>
                    <a:pt x="676063" y="2014033"/>
                  </a:lnTo>
                  <a:lnTo>
                    <a:pt x="676908" y="1935179"/>
                  </a:lnTo>
                  <a:lnTo>
                    <a:pt x="677753" y="1846388"/>
                  </a:lnTo>
                  <a:lnTo>
                    <a:pt x="678598" y="1806777"/>
                  </a:lnTo>
                  <a:lnTo>
                    <a:pt x="679443" y="1771778"/>
                  </a:lnTo>
                  <a:lnTo>
                    <a:pt x="680289" y="1738242"/>
                  </a:lnTo>
                  <a:lnTo>
                    <a:pt x="681134" y="1729259"/>
                  </a:lnTo>
                  <a:lnTo>
                    <a:pt x="681979" y="1793572"/>
                  </a:lnTo>
                  <a:lnTo>
                    <a:pt x="682824" y="1831970"/>
                  </a:lnTo>
                  <a:lnTo>
                    <a:pt x="683669" y="1857581"/>
                  </a:lnTo>
                  <a:lnTo>
                    <a:pt x="684514" y="1898010"/>
                  </a:lnTo>
                  <a:lnTo>
                    <a:pt x="685359" y="1916627"/>
                  </a:lnTo>
                  <a:lnTo>
                    <a:pt x="686204" y="1879815"/>
                  </a:lnTo>
                  <a:lnTo>
                    <a:pt x="687049" y="1828327"/>
                  </a:lnTo>
                  <a:lnTo>
                    <a:pt x="687894" y="1841522"/>
                  </a:lnTo>
                  <a:lnTo>
                    <a:pt x="688739" y="1859728"/>
                  </a:lnTo>
                  <a:lnTo>
                    <a:pt x="689585" y="1845918"/>
                  </a:lnTo>
                  <a:lnTo>
                    <a:pt x="690430" y="1822834"/>
                  </a:lnTo>
                  <a:lnTo>
                    <a:pt x="691275" y="1855461"/>
                  </a:lnTo>
                  <a:lnTo>
                    <a:pt x="692120" y="1899031"/>
                  </a:lnTo>
                  <a:lnTo>
                    <a:pt x="692965" y="1885931"/>
                  </a:lnTo>
                  <a:lnTo>
                    <a:pt x="693810" y="1818611"/>
                  </a:lnTo>
                  <a:lnTo>
                    <a:pt x="694655" y="1814681"/>
                  </a:lnTo>
                  <a:lnTo>
                    <a:pt x="695500" y="1836111"/>
                  </a:lnTo>
                  <a:lnTo>
                    <a:pt x="696345" y="1804435"/>
                  </a:lnTo>
                  <a:lnTo>
                    <a:pt x="697190" y="1736533"/>
                  </a:lnTo>
                  <a:lnTo>
                    <a:pt x="698035" y="1728020"/>
                  </a:lnTo>
                  <a:lnTo>
                    <a:pt x="698881" y="1757058"/>
                  </a:lnTo>
                  <a:lnTo>
                    <a:pt x="699726" y="1676524"/>
                  </a:lnTo>
                  <a:lnTo>
                    <a:pt x="700571" y="1606859"/>
                  </a:lnTo>
                  <a:lnTo>
                    <a:pt x="701416" y="1639206"/>
                  </a:lnTo>
                  <a:lnTo>
                    <a:pt x="702261" y="1744604"/>
                  </a:lnTo>
                  <a:lnTo>
                    <a:pt x="703106" y="1807670"/>
                  </a:lnTo>
                  <a:lnTo>
                    <a:pt x="703951" y="1836430"/>
                  </a:lnTo>
                  <a:lnTo>
                    <a:pt x="704796" y="1900823"/>
                  </a:lnTo>
                  <a:lnTo>
                    <a:pt x="705641" y="1968752"/>
                  </a:lnTo>
                  <a:lnTo>
                    <a:pt x="706486" y="1938527"/>
                  </a:lnTo>
                  <a:lnTo>
                    <a:pt x="707331" y="1886752"/>
                  </a:lnTo>
                  <a:lnTo>
                    <a:pt x="708177" y="1845219"/>
                  </a:lnTo>
                  <a:lnTo>
                    <a:pt x="709022" y="1840203"/>
                  </a:lnTo>
                  <a:lnTo>
                    <a:pt x="709867" y="1840642"/>
                  </a:lnTo>
                  <a:lnTo>
                    <a:pt x="710712" y="1832949"/>
                  </a:lnTo>
                  <a:lnTo>
                    <a:pt x="711557" y="1860586"/>
                  </a:lnTo>
                  <a:lnTo>
                    <a:pt x="712402" y="1826207"/>
                  </a:lnTo>
                  <a:lnTo>
                    <a:pt x="713247" y="1822310"/>
                  </a:lnTo>
                  <a:lnTo>
                    <a:pt x="714092" y="1817094"/>
                  </a:lnTo>
                  <a:lnTo>
                    <a:pt x="714937" y="1788074"/>
                  </a:lnTo>
                  <a:lnTo>
                    <a:pt x="715782" y="1718993"/>
                  </a:lnTo>
                  <a:lnTo>
                    <a:pt x="716627" y="1658554"/>
                  </a:lnTo>
                  <a:lnTo>
                    <a:pt x="717473" y="1615392"/>
                  </a:lnTo>
                  <a:lnTo>
                    <a:pt x="718318" y="1516982"/>
                  </a:lnTo>
                  <a:lnTo>
                    <a:pt x="719163" y="1457499"/>
                  </a:lnTo>
                  <a:lnTo>
                    <a:pt x="720008" y="1422088"/>
                  </a:lnTo>
                  <a:lnTo>
                    <a:pt x="720853" y="1362092"/>
                  </a:lnTo>
                  <a:lnTo>
                    <a:pt x="721698" y="1327523"/>
                  </a:lnTo>
                  <a:lnTo>
                    <a:pt x="722543" y="1404648"/>
                  </a:lnTo>
                  <a:lnTo>
                    <a:pt x="723388" y="1473916"/>
                  </a:lnTo>
                  <a:lnTo>
                    <a:pt x="724233" y="1397053"/>
                  </a:lnTo>
                  <a:lnTo>
                    <a:pt x="725078" y="1333439"/>
                  </a:lnTo>
                  <a:lnTo>
                    <a:pt x="725923" y="1401623"/>
                  </a:lnTo>
                  <a:lnTo>
                    <a:pt x="726769" y="1462460"/>
                  </a:lnTo>
                  <a:lnTo>
                    <a:pt x="727614" y="1422154"/>
                  </a:lnTo>
                  <a:lnTo>
                    <a:pt x="728459" y="1425388"/>
                  </a:lnTo>
                  <a:lnTo>
                    <a:pt x="729304" y="1509201"/>
                  </a:lnTo>
                  <a:lnTo>
                    <a:pt x="730149" y="1592536"/>
                  </a:lnTo>
                  <a:lnTo>
                    <a:pt x="730994" y="1599587"/>
                  </a:lnTo>
                  <a:lnTo>
                    <a:pt x="731839" y="1557480"/>
                  </a:lnTo>
                  <a:lnTo>
                    <a:pt x="732684" y="1488147"/>
                  </a:lnTo>
                  <a:lnTo>
                    <a:pt x="733529" y="1423687"/>
                  </a:lnTo>
                  <a:lnTo>
                    <a:pt x="734374" y="1398148"/>
                  </a:lnTo>
                  <a:lnTo>
                    <a:pt x="735220" y="1386763"/>
                  </a:lnTo>
                  <a:lnTo>
                    <a:pt x="736065" y="1354645"/>
                  </a:lnTo>
                  <a:lnTo>
                    <a:pt x="736910" y="1288317"/>
                  </a:lnTo>
                  <a:lnTo>
                    <a:pt x="737755" y="1267023"/>
                  </a:lnTo>
                  <a:lnTo>
                    <a:pt x="738600" y="1224934"/>
                  </a:lnTo>
                  <a:lnTo>
                    <a:pt x="739445" y="1176647"/>
                  </a:lnTo>
                  <a:lnTo>
                    <a:pt x="740290" y="1115199"/>
                  </a:lnTo>
                  <a:lnTo>
                    <a:pt x="741135" y="1121671"/>
                  </a:lnTo>
                  <a:lnTo>
                    <a:pt x="741980" y="1183837"/>
                  </a:lnTo>
                  <a:lnTo>
                    <a:pt x="742825" y="1191676"/>
                  </a:lnTo>
                  <a:lnTo>
                    <a:pt x="743670" y="1178922"/>
                  </a:lnTo>
                  <a:lnTo>
                    <a:pt x="744516" y="1205153"/>
                  </a:lnTo>
                  <a:lnTo>
                    <a:pt x="745361" y="1299847"/>
                  </a:lnTo>
                  <a:lnTo>
                    <a:pt x="746206" y="1286412"/>
                  </a:lnTo>
                  <a:lnTo>
                    <a:pt x="747051" y="1224243"/>
                  </a:lnTo>
                  <a:lnTo>
                    <a:pt x="747896" y="1242929"/>
                  </a:lnTo>
                  <a:lnTo>
                    <a:pt x="748741" y="1289633"/>
                  </a:lnTo>
                  <a:lnTo>
                    <a:pt x="749586" y="1290524"/>
                  </a:lnTo>
                  <a:lnTo>
                    <a:pt x="750431" y="1208626"/>
                  </a:lnTo>
                  <a:lnTo>
                    <a:pt x="751276" y="1237662"/>
                  </a:lnTo>
                  <a:lnTo>
                    <a:pt x="752121" y="1268102"/>
                  </a:lnTo>
                  <a:lnTo>
                    <a:pt x="752966" y="1256445"/>
                  </a:lnTo>
                  <a:lnTo>
                    <a:pt x="753812" y="1326899"/>
                  </a:lnTo>
                  <a:lnTo>
                    <a:pt x="754657" y="1396591"/>
                  </a:lnTo>
                  <a:lnTo>
                    <a:pt x="755502" y="1416386"/>
                  </a:lnTo>
                  <a:lnTo>
                    <a:pt x="756347" y="1407015"/>
                  </a:lnTo>
                  <a:lnTo>
                    <a:pt x="757192" y="1420834"/>
                  </a:lnTo>
                  <a:lnTo>
                    <a:pt x="758037" y="1419017"/>
                  </a:lnTo>
                  <a:lnTo>
                    <a:pt x="758882" y="1356631"/>
                  </a:lnTo>
                  <a:lnTo>
                    <a:pt x="759727" y="1335092"/>
                  </a:lnTo>
                  <a:lnTo>
                    <a:pt x="760572" y="1380230"/>
                  </a:lnTo>
                  <a:lnTo>
                    <a:pt x="761417" y="1369784"/>
                  </a:lnTo>
                  <a:lnTo>
                    <a:pt x="762262" y="1387057"/>
                  </a:lnTo>
                  <a:lnTo>
                    <a:pt x="763108" y="1433926"/>
                  </a:lnTo>
                  <a:lnTo>
                    <a:pt x="763953" y="1478562"/>
                  </a:lnTo>
                  <a:lnTo>
                    <a:pt x="764798" y="1461464"/>
                  </a:lnTo>
                  <a:lnTo>
                    <a:pt x="765643" y="1438611"/>
                  </a:lnTo>
                  <a:lnTo>
                    <a:pt x="766488" y="1466814"/>
                  </a:lnTo>
                  <a:lnTo>
                    <a:pt x="767333" y="1484753"/>
                  </a:lnTo>
                  <a:lnTo>
                    <a:pt x="768178" y="1505763"/>
                  </a:lnTo>
                  <a:lnTo>
                    <a:pt x="769023" y="1557150"/>
                  </a:lnTo>
                  <a:lnTo>
                    <a:pt x="769868" y="1608622"/>
                  </a:lnTo>
                  <a:lnTo>
                    <a:pt x="770713" y="1656435"/>
                  </a:lnTo>
                  <a:lnTo>
                    <a:pt x="771558" y="1683184"/>
                  </a:lnTo>
                  <a:lnTo>
                    <a:pt x="772404" y="1694964"/>
                  </a:lnTo>
                  <a:lnTo>
                    <a:pt x="773249" y="1724255"/>
                  </a:lnTo>
                  <a:lnTo>
                    <a:pt x="774094" y="1713977"/>
                  </a:lnTo>
                  <a:lnTo>
                    <a:pt x="774939" y="1675142"/>
                  </a:lnTo>
                  <a:lnTo>
                    <a:pt x="775784" y="1624522"/>
                  </a:lnTo>
                  <a:lnTo>
                    <a:pt x="776629" y="1607396"/>
                  </a:lnTo>
                  <a:lnTo>
                    <a:pt x="777474" y="1637973"/>
                  </a:lnTo>
                  <a:lnTo>
                    <a:pt x="778319" y="1669567"/>
                  </a:lnTo>
                  <a:lnTo>
                    <a:pt x="779164" y="1713511"/>
                  </a:lnTo>
                  <a:lnTo>
                    <a:pt x="780009" y="1794472"/>
                  </a:lnTo>
                  <a:lnTo>
                    <a:pt x="780854" y="1846154"/>
                  </a:lnTo>
                  <a:lnTo>
                    <a:pt x="781700" y="1893337"/>
                  </a:lnTo>
                  <a:lnTo>
                    <a:pt x="782545" y="1919895"/>
                  </a:lnTo>
                  <a:lnTo>
                    <a:pt x="783390" y="1903465"/>
                  </a:lnTo>
                  <a:lnTo>
                    <a:pt x="784235" y="1825297"/>
                  </a:lnTo>
                  <a:lnTo>
                    <a:pt x="785080" y="1751790"/>
                  </a:lnTo>
                  <a:lnTo>
                    <a:pt x="785925" y="1713920"/>
                  </a:lnTo>
                  <a:lnTo>
                    <a:pt x="786770" y="1656051"/>
                  </a:lnTo>
                  <a:lnTo>
                    <a:pt x="787615" y="1612178"/>
                  </a:lnTo>
                  <a:lnTo>
                    <a:pt x="788460" y="1532199"/>
                  </a:lnTo>
                  <a:lnTo>
                    <a:pt x="789305" y="1455290"/>
                  </a:lnTo>
                  <a:lnTo>
                    <a:pt x="790150" y="1398776"/>
                  </a:lnTo>
                  <a:lnTo>
                    <a:pt x="790996" y="1391859"/>
                  </a:lnTo>
                  <a:lnTo>
                    <a:pt x="791841" y="1391611"/>
                  </a:lnTo>
                  <a:lnTo>
                    <a:pt x="792686" y="1344616"/>
                  </a:lnTo>
                  <a:lnTo>
                    <a:pt x="793531" y="1301093"/>
                  </a:lnTo>
                  <a:lnTo>
                    <a:pt x="794376" y="1262268"/>
                  </a:lnTo>
                  <a:lnTo>
                    <a:pt x="795221" y="1219714"/>
                  </a:lnTo>
                  <a:lnTo>
                    <a:pt x="796066" y="1179236"/>
                  </a:lnTo>
                  <a:lnTo>
                    <a:pt x="796911" y="1190370"/>
                  </a:lnTo>
                  <a:lnTo>
                    <a:pt x="797756" y="1194714"/>
                  </a:lnTo>
                  <a:lnTo>
                    <a:pt x="798601" y="1216764"/>
                  </a:lnTo>
                  <a:lnTo>
                    <a:pt x="799447" y="1265669"/>
                  </a:lnTo>
                  <a:lnTo>
                    <a:pt x="800292" y="1322381"/>
                  </a:lnTo>
                  <a:lnTo>
                    <a:pt x="801137" y="1339241"/>
                  </a:lnTo>
                  <a:lnTo>
                    <a:pt x="801982" y="1362086"/>
                  </a:lnTo>
                  <a:lnTo>
                    <a:pt x="802827" y="1401426"/>
                  </a:lnTo>
                  <a:lnTo>
                    <a:pt x="803672" y="1424223"/>
                  </a:lnTo>
                  <a:lnTo>
                    <a:pt x="804517" y="1489646"/>
                  </a:lnTo>
                  <a:lnTo>
                    <a:pt x="805362" y="1503399"/>
                  </a:lnTo>
                  <a:lnTo>
                    <a:pt x="806207" y="1504195"/>
                  </a:lnTo>
                  <a:lnTo>
                    <a:pt x="807052" y="1507378"/>
                  </a:lnTo>
                  <a:lnTo>
                    <a:pt x="807897" y="1521319"/>
                  </a:lnTo>
                  <a:lnTo>
                    <a:pt x="808743" y="1476413"/>
                  </a:lnTo>
                  <a:lnTo>
                    <a:pt x="809588" y="1402833"/>
                  </a:lnTo>
                  <a:lnTo>
                    <a:pt x="810433" y="1409783"/>
                  </a:lnTo>
                  <a:lnTo>
                    <a:pt x="811278" y="1423467"/>
                  </a:lnTo>
                  <a:lnTo>
                    <a:pt x="812123" y="1342522"/>
                  </a:lnTo>
                  <a:lnTo>
                    <a:pt x="812968" y="1237969"/>
                  </a:lnTo>
                  <a:lnTo>
                    <a:pt x="813813" y="1270816"/>
                  </a:lnTo>
                  <a:lnTo>
                    <a:pt x="814658" y="1319370"/>
                  </a:lnTo>
                  <a:lnTo>
                    <a:pt x="815503" y="1311215"/>
                  </a:lnTo>
                  <a:lnTo>
                    <a:pt x="816348" y="1294610"/>
                  </a:lnTo>
                  <a:lnTo>
                    <a:pt x="817193" y="1348759"/>
                  </a:lnTo>
                  <a:lnTo>
                    <a:pt x="818039" y="1432129"/>
                  </a:lnTo>
                  <a:lnTo>
                    <a:pt x="818884" y="1480017"/>
                  </a:lnTo>
                  <a:lnTo>
                    <a:pt x="819729" y="1516910"/>
                  </a:lnTo>
                  <a:lnTo>
                    <a:pt x="820574" y="1530339"/>
                  </a:lnTo>
                  <a:lnTo>
                    <a:pt x="821419" y="1553683"/>
                  </a:lnTo>
                  <a:lnTo>
                    <a:pt x="822264" y="1544645"/>
                  </a:lnTo>
                  <a:lnTo>
                    <a:pt x="823109" y="1516244"/>
                  </a:lnTo>
                  <a:lnTo>
                    <a:pt x="823954" y="1468187"/>
                  </a:lnTo>
                  <a:lnTo>
                    <a:pt x="824799" y="1450903"/>
                  </a:lnTo>
                  <a:lnTo>
                    <a:pt x="825644" y="1518459"/>
                  </a:lnTo>
                  <a:lnTo>
                    <a:pt x="826489" y="1579763"/>
                  </a:lnTo>
                  <a:lnTo>
                    <a:pt x="827335" y="1554062"/>
                  </a:lnTo>
                  <a:lnTo>
                    <a:pt x="828180" y="1546122"/>
                  </a:lnTo>
                  <a:lnTo>
                    <a:pt x="829025" y="1539620"/>
                  </a:lnTo>
                  <a:lnTo>
                    <a:pt x="829870" y="1516125"/>
                  </a:lnTo>
                  <a:lnTo>
                    <a:pt x="830715" y="1455699"/>
                  </a:lnTo>
                  <a:lnTo>
                    <a:pt x="831560" y="1422908"/>
                  </a:lnTo>
                  <a:lnTo>
                    <a:pt x="832405" y="1523582"/>
                  </a:lnTo>
                  <a:lnTo>
                    <a:pt x="833250" y="1625133"/>
                  </a:lnTo>
                  <a:lnTo>
                    <a:pt x="834095" y="1720868"/>
                  </a:lnTo>
                  <a:lnTo>
                    <a:pt x="834940" y="1748125"/>
                  </a:lnTo>
                  <a:lnTo>
                    <a:pt x="835785" y="1744575"/>
                  </a:lnTo>
                  <a:lnTo>
                    <a:pt x="836631" y="1747968"/>
                  </a:lnTo>
                  <a:lnTo>
                    <a:pt x="837476" y="1730707"/>
                  </a:lnTo>
                  <a:lnTo>
                    <a:pt x="838321" y="1716243"/>
                  </a:lnTo>
                  <a:lnTo>
                    <a:pt x="839166" y="1702355"/>
                  </a:lnTo>
                  <a:lnTo>
                    <a:pt x="840011" y="1680866"/>
                  </a:lnTo>
                  <a:lnTo>
                    <a:pt x="840856" y="1645326"/>
                  </a:lnTo>
                  <a:lnTo>
                    <a:pt x="841701" y="1567542"/>
                  </a:lnTo>
                  <a:lnTo>
                    <a:pt x="842546" y="1439824"/>
                  </a:lnTo>
                  <a:lnTo>
                    <a:pt x="843391" y="1325031"/>
                  </a:lnTo>
                  <a:lnTo>
                    <a:pt x="844236" y="1287969"/>
                  </a:lnTo>
                  <a:lnTo>
                    <a:pt x="845081" y="1335718"/>
                  </a:lnTo>
                  <a:lnTo>
                    <a:pt x="845927" y="1405187"/>
                  </a:lnTo>
                  <a:lnTo>
                    <a:pt x="846772" y="1493844"/>
                  </a:lnTo>
                  <a:lnTo>
                    <a:pt x="847617" y="1579291"/>
                  </a:lnTo>
                  <a:lnTo>
                    <a:pt x="848462" y="1611763"/>
                  </a:lnTo>
                  <a:lnTo>
                    <a:pt x="849307" y="1615190"/>
                  </a:lnTo>
                  <a:lnTo>
                    <a:pt x="850152" y="1590858"/>
                  </a:lnTo>
                  <a:lnTo>
                    <a:pt x="850997" y="1566397"/>
                  </a:lnTo>
                  <a:lnTo>
                    <a:pt x="851842" y="1551048"/>
                  </a:lnTo>
                  <a:lnTo>
                    <a:pt x="852687" y="1600696"/>
                  </a:lnTo>
                  <a:lnTo>
                    <a:pt x="853532" y="1719928"/>
                  </a:lnTo>
                  <a:lnTo>
                    <a:pt x="854377" y="1756626"/>
                  </a:lnTo>
                  <a:lnTo>
                    <a:pt x="855223" y="1744886"/>
                  </a:lnTo>
                  <a:lnTo>
                    <a:pt x="856068" y="1749454"/>
                  </a:lnTo>
                  <a:lnTo>
                    <a:pt x="856913" y="1714198"/>
                  </a:lnTo>
                  <a:lnTo>
                    <a:pt x="857758" y="1627089"/>
                  </a:lnTo>
                  <a:lnTo>
                    <a:pt x="858603" y="1542951"/>
                  </a:lnTo>
                  <a:lnTo>
                    <a:pt x="859448" y="1511418"/>
                  </a:lnTo>
                  <a:lnTo>
                    <a:pt x="860293" y="1530303"/>
                  </a:lnTo>
                  <a:lnTo>
                    <a:pt x="861138" y="1568165"/>
                  </a:lnTo>
                  <a:lnTo>
                    <a:pt x="861983" y="1654835"/>
                  </a:lnTo>
                  <a:lnTo>
                    <a:pt x="862828" y="1778365"/>
                  </a:lnTo>
                  <a:lnTo>
                    <a:pt x="863674" y="1849773"/>
                  </a:lnTo>
                  <a:lnTo>
                    <a:pt x="864519" y="1875051"/>
                  </a:lnTo>
                  <a:lnTo>
                    <a:pt x="865364" y="1860955"/>
                  </a:lnTo>
                  <a:lnTo>
                    <a:pt x="866209" y="1827024"/>
                  </a:lnTo>
                  <a:lnTo>
                    <a:pt x="867054" y="1797179"/>
                  </a:lnTo>
                  <a:lnTo>
                    <a:pt x="867899" y="1742436"/>
                  </a:lnTo>
                  <a:lnTo>
                    <a:pt x="868744" y="1702375"/>
                  </a:lnTo>
                  <a:lnTo>
                    <a:pt x="869589" y="1707846"/>
                  </a:lnTo>
                  <a:lnTo>
                    <a:pt x="870434" y="1708186"/>
                  </a:lnTo>
                  <a:lnTo>
                    <a:pt x="871279" y="1685279"/>
                  </a:lnTo>
                  <a:lnTo>
                    <a:pt x="872124" y="1655918"/>
                  </a:lnTo>
                  <a:lnTo>
                    <a:pt x="872970" y="1628224"/>
                  </a:lnTo>
                  <a:lnTo>
                    <a:pt x="873815" y="1604810"/>
                  </a:lnTo>
                  <a:lnTo>
                    <a:pt x="874660" y="1578569"/>
                  </a:lnTo>
                  <a:lnTo>
                    <a:pt x="875505" y="1639862"/>
                  </a:lnTo>
                  <a:lnTo>
                    <a:pt x="876350" y="1766897"/>
                  </a:lnTo>
                  <a:lnTo>
                    <a:pt x="877195" y="1868614"/>
                  </a:lnTo>
                  <a:lnTo>
                    <a:pt x="878040" y="1947833"/>
                  </a:lnTo>
                  <a:lnTo>
                    <a:pt x="878885" y="2003546"/>
                  </a:lnTo>
                  <a:lnTo>
                    <a:pt x="879730" y="2017067"/>
                  </a:lnTo>
                  <a:lnTo>
                    <a:pt x="880575" y="1959189"/>
                  </a:lnTo>
                  <a:lnTo>
                    <a:pt x="881420" y="1891357"/>
                  </a:lnTo>
                  <a:lnTo>
                    <a:pt x="882266" y="1860746"/>
                  </a:lnTo>
                  <a:lnTo>
                    <a:pt x="883111" y="1800722"/>
                  </a:lnTo>
                  <a:lnTo>
                    <a:pt x="883956" y="1710735"/>
                  </a:lnTo>
                  <a:lnTo>
                    <a:pt x="884801" y="1710046"/>
                  </a:lnTo>
                  <a:lnTo>
                    <a:pt x="885646" y="1735596"/>
                  </a:lnTo>
                  <a:lnTo>
                    <a:pt x="886491" y="1687376"/>
                  </a:lnTo>
                  <a:lnTo>
                    <a:pt x="887336" y="1621035"/>
                  </a:lnTo>
                  <a:lnTo>
                    <a:pt x="888181" y="1648142"/>
                  </a:lnTo>
                  <a:lnTo>
                    <a:pt x="889026" y="1719658"/>
                  </a:lnTo>
                  <a:lnTo>
                    <a:pt x="889871" y="1762798"/>
                  </a:lnTo>
                  <a:lnTo>
                    <a:pt x="890716" y="1731396"/>
                  </a:lnTo>
                  <a:lnTo>
                    <a:pt x="891562" y="1685332"/>
                  </a:lnTo>
                  <a:lnTo>
                    <a:pt x="892407" y="1678574"/>
                  </a:lnTo>
                  <a:lnTo>
                    <a:pt x="893252" y="1661811"/>
                  </a:lnTo>
                  <a:lnTo>
                    <a:pt x="894097" y="1631791"/>
                  </a:lnTo>
                  <a:lnTo>
                    <a:pt x="894942" y="1584800"/>
                  </a:lnTo>
                  <a:lnTo>
                    <a:pt x="895787" y="1571609"/>
                  </a:lnTo>
                  <a:lnTo>
                    <a:pt x="896632" y="1616531"/>
                  </a:lnTo>
                  <a:lnTo>
                    <a:pt x="897477" y="1643463"/>
                  </a:lnTo>
                  <a:lnTo>
                    <a:pt x="898322" y="1647031"/>
                  </a:lnTo>
                  <a:lnTo>
                    <a:pt x="899167" y="1691749"/>
                  </a:lnTo>
                  <a:lnTo>
                    <a:pt x="900012" y="1757808"/>
                  </a:lnTo>
                  <a:lnTo>
                    <a:pt x="900858" y="1832777"/>
                  </a:lnTo>
                  <a:lnTo>
                    <a:pt x="901703" y="1890795"/>
                  </a:lnTo>
                  <a:lnTo>
                    <a:pt x="902548" y="1903475"/>
                  </a:lnTo>
                  <a:lnTo>
                    <a:pt x="903393" y="1869958"/>
                  </a:lnTo>
                  <a:lnTo>
                    <a:pt x="904238" y="1843165"/>
                  </a:lnTo>
                  <a:lnTo>
                    <a:pt x="905083" y="1830505"/>
                  </a:lnTo>
                  <a:lnTo>
                    <a:pt x="905928" y="1839666"/>
                  </a:lnTo>
                  <a:lnTo>
                    <a:pt x="906773" y="1844726"/>
                  </a:lnTo>
                  <a:lnTo>
                    <a:pt x="907618" y="1776443"/>
                  </a:lnTo>
                  <a:lnTo>
                    <a:pt x="908463" y="1732717"/>
                  </a:lnTo>
                  <a:lnTo>
                    <a:pt x="909308" y="1676293"/>
                  </a:lnTo>
                  <a:lnTo>
                    <a:pt x="910154" y="1583328"/>
                  </a:lnTo>
                  <a:lnTo>
                    <a:pt x="910999" y="1504928"/>
                  </a:lnTo>
                  <a:lnTo>
                    <a:pt x="911844" y="1444101"/>
                  </a:lnTo>
                  <a:lnTo>
                    <a:pt x="912689" y="1408683"/>
                  </a:lnTo>
                  <a:lnTo>
                    <a:pt x="913534" y="1342972"/>
                  </a:lnTo>
                  <a:lnTo>
                    <a:pt x="914379" y="1288591"/>
                  </a:lnTo>
                  <a:lnTo>
                    <a:pt x="915224" y="1315657"/>
                  </a:lnTo>
                  <a:lnTo>
                    <a:pt x="916069" y="1369095"/>
                  </a:lnTo>
                  <a:lnTo>
                    <a:pt x="916914" y="1425115"/>
                  </a:lnTo>
                  <a:lnTo>
                    <a:pt x="917759" y="1517080"/>
                  </a:lnTo>
                  <a:lnTo>
                    <a:pt x="918605" y="1597174"/>
                  </a:lnTo>
                  <a:lnTo>
                    <a:pt x="919450" y="1671607"/>
                  </a:lnTo>
                  <a:lnTo>
                    <a:pt x="920295" y="1646322"/>
                  </a:lnTo>
                  <a:lnTo>
                    <a:pt x="921140" y="1561092"/>
                  </a:lnTo>
                  <a:lnTo>
                    <a:pt x="921985" y="1494500"/>
                  </a:lnTo>
                  <a:lnTo>
                    <a:pt x="922830" y="1460430"/>
                  </a:lnTo>
                  <a:lnTo>
                    <a:pt x="923675" y="1517952"/>
                  </a:lnTo>
                  <a:lnTo>
                    <a:pt x="924520" y="1554126"/>
                  </a:lnTo>
                  <a:lnTo>
                    <a:pt x="925365" y="1566484"/>
                  </a:lnTo>
                  <a:lnTo>
                    <a:pt x="926210" y="1603029"/>
                  </a:lnTo>
                  <a:lnTo>
                    <a:pt x="927055" y="1659458"/>
                  </a:lnTo>
                  <a:lnTo>
                    <a:pt x="927901" y="1708322"/>
                  </a:lnTo>
                  <a:lnTo>
                    <a:pt x="928746" y="1718661"/>
                  </a:lnTo>
                  <a:lnTo>
                    <a:pt x="929591" y="1738392"/>
                  </a:lnTo>
                  <a:lnTo>
                    <a:pt x="930436" y="1775045"/>
                  </a:lnTo>
                  <a:lnTo>
                    <a:pt x="931281" y="1815355"/>
                  </a:lnTo>
                  <a:lnTo>
                    <a:pt x="932126" y="1850129"/>
                  </a:lnTo>
                  <a:lnTo>
                    <a:pt x="932971" y="1901618"/>
                  </a:lnTo>
                  <a:lnTo>
                    <a:pt x="933816" y="1956667"/>
                  </a:lnTo>
                  <a:lnTo>
                    <a:pt x="934661" y="1966801"/>
                  </a:lnTo>
                  <a:lnTo>
                    <a:pt x="935506" y="1980819"/>
                  </a:lnTo>
                  <a:lnTo>
                    <a:pt x="936351" y="1965835"/>
                  </a:lnTo>
                  <a:lnTo>
                    <a:pt x="937197" y="1911107"/>
                  </a:lnTo>
                  <a:lnTo>
                    <a:pt x="938042" y="1859749"/>
                  </a:lnTo>
                  <a:lnTo>
                    <a:pt x="938887" y="1837165"/>
                  </a:lnTo>
                  <a:lnTo>
                    <a:pt x="939732" y="1869479"/>
                  </a:lnTo>
                  <a:lnTo>
                    <a:pt x="940577" y="1900803"/>
                  </a:lnTo>
                  <a:lnTo>
                    <a:pt x="941422" y="1932658"/>
                  </a:lnTo>
                  <a:lnTo>
                    <a:pt x="942267" y="1967863"/>
                  </a:lnTo>
                  <a:lnTo>
                    <a:pt x="943112" y="1994002"/>
                  </a:lnTo>
                  <a:lnTo>
                    <a:pt x="943957" y="1988238"/>
                  </a:lnTo>
                  <a:lnTo>
                    <a:pt x="944802" y="1894438"/>
                  </a:lnTo>
                  <a:lnTo>
                    <a:pt x="945647" y="1840062"/>
                  </a:lnTo>
                  <a:lnTo>
                    <a:pt x="946493" y="1768043"/>
                  </a:lnTo>
                  <a:lnTo>
                    <a:pt x="947338" y="1661204"/>
                  </a:lnTo>
                  <a:lnTo>
                    <a:pt x="948183" y="1563885"/>
                  </a:lnTo>
                  <a:lnTo>
                    <a:pt x="949028" y="1509113"/>
                  </a:lnTo>
                  <a:lnTo>
                    <a:pt x="949873" y="1533451"/>
                  </a:lnTo>
                  <a:lnTo>
                    <a:pt x="950718" y="1487845"/>
                  </a:lnTo>
                  <a:lnTo>
                    <a:pt x="951563" y="1473984"/>
                  </a:lnTo>
                  <a:lnTo>
                    <a:pt x="952408" y="1567119"/>
                  </a:lnTo>
                  <a:lnTo>
                    <a:pt x="953253" y="1647256"/>
                  </a:lnTo>
                  <a:lnTo>
                    <a:pt x="954098" y="1650446"/>
                  </a:lnTo>
                  <a:lnTo>
                    <a:pt x="954943" y="1640582"/>
                  </a:lnTo>
                  <a:lnTo>
                    <a:pt x="955789" y="1665925"/>
                  </a:lnTo>
                  <a:lnTo>
                    <a:pt x="956634" y="1689723"/>
                  </a:lnTo>
                  <a:lnTo>
                    <a:pt x="957479" y="1631954"/>
                  </a:lnTo>
                  <a:lnTo>
                    <a:pt x="958324" y="1637199"/>
                  </a:lnTo>
                  <a:lnTo>
                    <a:pt x="959169" y="1721261"/>
                  </a:lnTo>
                  <a:lnTo>
                    <a:pt x="960014" y="1743954"/>
                  </a:lnTo>
                  <a:lnTo>
                    <a:pt x="960859" y="1739412"/>
                  </a:lnTo>
                  <a:lnTo>
                    <a:pt x="961704" y="1741728"/>
                  </a:lnTo>
                  <a:lnTo>
                    <a:pt x="962549" y="1792553"/>
                  </a:lnTo>
                  <a:lnTo>
                    <a:pt x="963394" y="1757153"/>
                  </a:lnTo>
                  <a:lnTo>
                    <a:pt x="964239" y="1635355"/>
                  </a:lnTo>
                  <a:lnTo>
                    <a:pt x="965085" y="1618708"/>
                  </a:lnTo>
                  <a:lnTo>
                    <a:pt x="965930" y="1617841"/>
                  </a:lnTo>
                  <a:lnTo>
                    <a:pt x="966775" y="1596589"/>
                  </a:lnTo>
                  <a:lnTo>
                    <a:pt x="967620" y="1605992"/>
                  </a:lnTo>
                  <a:lnTo>
                    <a:pt x="968465" y="1655642"/>
                  </a:lnTo>
                  <a:lnTo>
                    <a:pt x="969310" y="1730159"/>
                  </a:lnTo>
                  <a:lnTo>
                    <a:pt x="970155" y="1742676"/>
                  </a:lnTo>
                  <a:lnTo>
                    <a:pt x="971000" y="1732281"/>
                  </a:lnTo>
                  <a:lnTo>
                    <a:pt x="971845" y="1768979"/>
                  </a:lnTo>
                  <a:lnTo>
                    <a:pt x="972690" y="1767063"/>
                  </a:lnTo>
                  <a:lnTo>
                    <a:pt x="973535" y="1672990"/>
                  </a:lnTo>
                  <a:lnTo>
                    <a:pt x="974381" y="1590281"/>
                  </a:lnTo>
                  <a:lnTo>
                    <a:pt x="975226" y="1545729"/>
                  </a:lnTo>
                  <a:lnTo>
                    <a:pt x="976071" y="1552377"/>
                  </a:lnTo>
                  <a:lnTo>
                    <a:pt x="976916" y="1536474"/>
                  </a:lnTo>
                  <a:lnTo>
                    <a:pt x="977761" y="1486425"/>
                  </a:lnTo>
                  <a:lnTo>
                    <a:pt x="978606" y="1438554"/>
                  </a:lnTo>
                  <a:lnTo>
                    <a:pt x="979451" y="1393308"/>
                  </a:lnTo>
                  <a:lnTo>
                    <a:pt x="980296" y="1355819"/>
                  </a:lnTo>
                  <a:lnTo>
                    <a:pt x="981141" y="1314766"/>
                  </a:lnTo>
                  <a:lnTo>
                    <a:pt x="981986" y="1325074"/>
                  </a:lnTo>
                  <a:lnTo>
                    <a:pt x="982832" y="1371377"/>
                  </a:lnTo>
                  <a:lnTo>
                    <a:pt x="983677" y="1432743"/>
                  </a:lnTo>
                  <a:lnTo>
                    <a:pt x="984522" y="1519587"/>
                  </a:lnTo>
                  <a:lnTo>
                    <a:pt x="985367" y="1617675"/>
                  </a:lnTo>
                  <a:lnTo>
                    <a:pt x="986212" y="1655444"/>
                  </a:lnTo>
                  <a:lnTo>
                    <a:pt x="987057" y="1579459"/>
                  </a:lnTo>
                  <a:lnTo>
                    <a:pt x="987902" y="1464666"/>
                  </a:lnTo>
                  <a:lnTo>
                    <a:pt x="988747" y="1393693"/>
                  </a:lnTo>
                  <a:lnTo>
                    <a:pt x="989592" y="1312490"/>
                  </a:lnTo>
                  <a:lnTo>
                    <a:pt x="990437" y="1242665"/>
                  </a:lnTo>
                  <a:lnTo>
                    <a:pt x="991282" y="1173095"/>
                  </a:lnTo>
                  <a:lnTo>
                    <a:pt x="992128" y="1149246"/>
                  </a:lnTo>
                  <a:lnTo>
                    <a:pt x="992973" y="1169205"/>
                  </a:lnTo>
                  <a:lnTo>
                    <a:pt x="993818" y="1234158"/>
                  </a:lnTo>
                  <a:lnTo>
                    <a:pt x="994663" y="1288643"/>
                  </a:lnTo>
                  <a:lnTo>
                    <a:pt x="995508" y="1283487"/>
                  </a:lnTo>
                  <a:lnTo>
                    <a:pt x="996353" y="1333155"/>
                  </a:lnTo>
                  <a:lnTo>
                    <a:pt x="997198" y="1423928"/>
                  </a:lnTo>
                  <a:lnTo>
                    <a:pt x="998043" y="1451024"/>
                  </a:lnTo>
                  <a:lnTo>
                    <a:pt x="998888" y="1471170"/>
                  </a:lnTo>
                  <a:lnTo>
                    <a:pt x="999733" y="1508078"/>
                  </a:lnTo>
                  <a:lnTo>
                    <a:pt x="1000578" y="1578701"/>
                  </a:lnTo>
                  <a:lnTo>
                    <a:pt x="1001424" y="1633511"/>
                  </a:lnTo>
                  <a:lnTo>
                    <a:pt x="1002269" y="1630022"/>
                  </a:lnTo>
                  <a:lnTo>
                    <a:pt x="1003114" y="1654716"/>
                  </a:lnTo>
                  <a:lnTo>
                    <a:pt x="1003959" y="1669799"/>
                  </a:lnTo>
                  <a:lnTo>
                    <a:pt x="1004804" y="1695234"/>
                  </a:lnTo>
                  <a:lnTo>
                    <a:pt x="1005649" y="1699372"/>
                  </a:lnTo>
                  <a:lnTo>
                    <a:pt x="1006494" y="1711204"/>
                  </a:lnTo>
                  <a:lnTo>
                    <a:pt x="1007339" y="1753258"/>
                  </a:lnTo>
                  <a:lnTo>
                    <a:pt x="1008184" y="1774008"/>
                  </a:lnTo>
                  <a:lnTo>
                    <a:pt x="1009029" y="1734057"/>
                  </a:lnTo>
                  <a:lnTo>
                    <a:pt x="1009874" y="1623657"/>
                  </a:lnTo>
                  <a:lnTo>
                    <a:pt x="1010720" y="1578542"/>
                  </a:lnTo>
                  <a:lnTo>
                    <a:pt x="1011565" y="1610387"/>
                  </a:lnTo>
                  <a:lnTo>
                    <a:pt x="1012410" y="1616733"/>
                  </a:lnTo>
                  <a:lnTo>
                    <a:pt x="1013255" y="1617554"/>
                  </a:lnTo>
                  <a:lnTo>
                    <a:pt x="1014100" y="1688223"/>
                  </a:lnTo>
                  <a:lnTo>
                    <a:pt x="1014945" y="1798309"/>
                  </a:lnTo>
                  <a:lnTo>
                    <a:pt x="1015790" y="1828737"/>
                  </a:lnTo>
                  <a:lnTo>
                    <a:pt x="1016635" y="1816344"/>
                  </a:lnTo>
                  <a:lnTo>
                    <a:pt x="1017480" y="1804587"/>
                  </a:lnTo>
                  <a:lnTo>
                    <a:pt x="1018325" y="1854857"/>
                  </a:lnTo>
                  <a:lnTo>
                    <a:pt x="1019170" y="1866801"/>
                  </a:lnTo>
                  <a:lnTo>
                    <a:pt x="1020016" y="1842361"/>
                  </a:lnTo>
                  <a:lnTo>
                    <a:pt x="1020861" y="1808082"/>
                  </a:lnTo>
                  <a:lnTo>
                    <a:pt x="1021706" y="1746033"/>
                  </a:lnTo>
                  <a:lnTo>
                    <a:pt x="1022551" y="1693053"/>
                  </a:lnTo>
                  <a:lnTo>
                    <a:pt x="1023396" y="1621353"/>
                  </a:lnTo>
                  <a:lnTo>
                    <a:pt x="1024241" y="1560512"/>
                  </a:lnTo>
                  <a:lnTo>
                    <a:pt x="1025086" y="1556184"/>
                  </a:lnTo>
                  <a:lnTo>
                    <a:pt x="1025931" y="1562465"/>
                  </a:lnTo>
                  <a:lnTo>
                    <a:pt x="1026776" y="1610029"/>
                  </a:lnTo>
                  <a:lnTo>
                    <a:pt x="1027621" y="1713362"/>
                  </a:lnTo>
                  <a:lnTo>
                    <a:pt x="1028466" y="1773486"/>
                  </a:lnTo>
                  <a:lnTo>
                    <a:pt x="1029312" y="1787209"/>
                  </a:lnTo>
                  <a:lnTo>
                    <a:pt x="1030157" y="1727995"/>
                  </a:lnTo>
                  <a:lnTo>
                    <a:pt x="1031002" y="1682075"/>
                  </a:lnTo>
                  <a:lnTo>
                    <a:pt x="1031847" y="1641942"/>
                  </a:lnTo>
                  <a:lnTo>
                    <a:pt x="1032692" y="1550805"/>
                  </a:lnTo>
                  <a:lnTo>
                    <a:pt x="1033537" y="1476654"/>
                  </a:lnTo>
                  <a:lnTo>
                    <a:pt x="1034382" y="1514730"/>
                  </a:lnTo>
                  <a:lnTo>
                    <a:pt x="1035227" y="1620914"/>
                  </a:lnTo>
                  <a:lnTo>
                    <a:pt x="1036072" y="1717821"/>
                  </a:lnTo>
                  <a:lnTo>
                    <a:pt x="1036917" y="1749401"/>
                  </a:lnTo>
                  <a:lnTo>
                    <a:pt x="1037762" y="1809660"/>
                  </a:lnTo>
                  <a:lnTo>
                    <a:pt x="1038608" y="1839854"/>
                  </a:lnTo>
                  <a:lnTo>
                    <a:pt x="1039453" y="1797233"/>
                  </a:lnTo>
                  <a:lnTo>
                    <a:pt x="1040298" y="1741909"/>
                  </a:lnTo>
                  <a:lnTo>
                    <a:pt x="1041143" y="1663440"/>
                  </a:lnTo>
                  <a:lnTo>
                    <a:pt x="1041988" y="1628305"/>
                  </a:lnTo>
                  <a:lnTo>
                    <a:pt x="1042833" y="1588242"/>
                  </a:lnTo>
                  <a:lnTo>
                    <a:pt x="1043678" y="1611483"/>
                  </a:lnTo>
                  <a:lnTo>
                    <a:pt x="1044523" y="1640849"/>
                  </a:lnTo>
                  <a:lnTo>
                    <a:pt x="1045368" y="1674024"/>
                  </a:lnTo>
                  <a:lnTo>
                    <a:pt x="1046213" y="1739173"/>
                  </a:lnTo>
                  <a:lnTo>
                    <a:pt x="1047059" y="1804513"/>
                  </a:lnTo>
                  <a:lnTo>
                    <a:pt x="1047904" y="1846702"/>
                  </a:lnTo>
                  <a:lnTo>
                    <a:pt x="1048749" y="1842979"/>
                  </a:lnTo>
                  <a:lnTo>
                    <a:pt x="1049594" y="1831952"/>
                  </a:lnTo>
                  <a:lnTo>
                    <a:pt x="1050439" y="1821916"/>
                  </a:lnTo>
                  <a:lnTo>
                    <a:pt x="1051284" y="1811064"/>
                  </a:lnTo>
                  <a:lnTo>
                    <a:pt x="1052129" y="1780077"/>
                  </a:lnTo>
                  <a:lnTo>
                    <a:pt x="1052974" y="1776481"/>
                  </a:lnTo>
                  <a:lnTo>
                    <a:pt x="1053819" y="1812118"/>
                  </a:lnTo>
                  <a:lnTo>
                    <a:pt x="1054664" y="1816021"/>
                  </a:lnTo>
                  <a:lnTo>
                    <a:pt x="1055509" y="1824032"/>
                  </a:lnTo>
                  <a:lnTo>
                    <a:pt x="1056355" y="1794318"/>
                  </a:lnTo>
                  <a:lnTo>
                    <a:pt x="1057200" y="1773980"/>
                  </a:lnTo>
                  <a:lnTo>
                    <a:pt x="1058045" y="1798778"/>
                  </a:lnTo>
                  <a:lnTo>
                    <a:pt x="1058890" y="1801849"/>
                  </a:lnTo>
                  <a:lnTo>
                    <a:pt x="1059735" y="1811495"/>
                  </a:lnTo>
                  <a:lnTo>
                    <a:pt x="1060580" y="1809465"/>
                  </a:lnTo>
                  <a:lnTo>
                    <a:pt x="1061425" y="1798904"/>
                  </a:lnTo>
                  <a:lnTo>
                    <a:pt x="1062270" y="1807417"/>
                  </a:lnTo>
                  <a:lnTo>
                    <a:pt x="1063115" y="1816680"/>
                  </a:lnTo>
                  <a:lnTo>
                    <a:pt x="1063960" y="1842285"/>
                  </a:lnTo>
                  <a:lnTo>
                    <a:pt x="1064805" y="1858077"/>
                  </a:lnTo>
                  <a:lnTo>
                    <a:pt x="1065651" y="1860259"/>
                  </a:lnTo>
                  <a:lnTo>
                    <a:pt x="1066496" y="1929528"/>
                  </a:lnTo>
                  <a:lnTo>
                    <a:pt x="1067341" y="1982898"/>
                  </a:lnTo>
                  <a:lnTo>
                    <a:pt x="1068186" y="1981185"/>
                  </a:lnTo>
                  <a:lnTo>
                    <a:pt x="1069031" y="1941642"/>
                  </a:lnTo>
                  <a:lnTo>
                    <a:pt x="1069876" y="1900265"/>
                  </a:lnTo>
                  <a:lnTo>
                    <a:pt x="1070721" y="1875790"/>
                  </a:lnTo>
                  <a:lnTo>
                    <a:pt x="1071566" y="1857799"/>
                  </a:lnTo>
                  <a:lnTo>
                    <a:pt x="1072411" y="1811706"/>
                  </a:lnTo>
                  <a:lnTo>
                    <a:pt x="1073256" y="1757845"/>
                  </a:lnTo>
                  <a:lnTo>
                    <a:pt x="1074101" y="1720716"/>
                  </a:lnTo>
                  <a:lnTo>
                    <a:pt x="1074947" y="1698684"/>
                  </a:lnTo>
                  <a:lnTo>
                    <a:pt x="1075792" y="1664127"/>
                  </a:lnTo>
                  <a:lnTo>
                    <a:pt x="1076637" y="1618552"/>
                  </a:lnTo>
                  <a:lnTo>
                    <a:pt x="1077482" y="1631607"/>
                  </a:lnTo>
                  <a:lnTo>
                    <a:pt x="1078327" y="1642909"/>
                  </a:lnTo>
                  <a:lnTo>
                    <a:pt x="1079172" y="1664130"/>
                  </a:lnTo>
                  <a:lnTo>
                    <a:pt x="1080017" y="1621557"/>
                  </a:lnTo>
                  <a:lnTo>
                    <a:pt x="1080862" y="1582100"/>
                  </a:lnTo>
                  <a:lnTo>
                    <a:pt x="1081707" y="1641952"/>
                  </a:lnTo>
                  <a:lnTo>
                    <a:pt x="1082552" y="1626348"/>
                  </a:lnTo>
                  <a:lnTo>
                    <a:pt x="1083397" y="1582831"/>
                  </a:lnTo>
                  <a:lnTo>
                    <a:pt x="1084243" y="1573001"/>
                  </a:lnTo>
                  <a:lnTo>
                    <a:pt x="1085088" y="1639219"/>
                  </a:lnTo>
                  <a:lnTo>
                    <a:pt x="1085933" y="1668647"/>
                  </a:lnTo>
                  <a:lnTo>
                    <a:pt x="1086778" y="1582991"/>
                  </a:lnTo>
                  <a:lnTo>
                    <a:pt x="1087623" y="1556845"/>
                  </a:lnTo>
                  <a:lnTo>
                    <a:pt x="1088468" y="1534865"/>
                  </a:lnTo>
                  <a:lnTo>
                    <a:pt x="1089313" y="1463749"/>
                  </a:lnTo>
                  <a:lnTo>
                    <a:pt x="1090158" y="1439347"/>
                  </a:lnTo>
                  <a:lnTo>
                    <a:pt x="1091003" y="1440336"/>
                  </a:lnTo>
                  <a:lnTo>
                    <a:pt x="1091848" y="1445133"/>
                  </a:lnTo>
                  <a:lnTo>
                    <a:pt x="1092693" y="1443523"/>
                  </a:lnTo>
                  <a:lnTo>
                    <a:pt x="1093539" y="1477155"/>
                  </a:lnTo>
                  <a:lnTo>
                    <a:pt x="1094384" y="1538346"/>
                  </a:lnTo>
                  <a:lnTo>
                    <a:pt x="1095229" y="1603892"/>
                  </a:lnTo>
                  <a:lnTo>
                    <a:pt x="1096074" y="1706329"/>
                  </a:lnTo>
                  <a:lnTo>
                    <a:pt x="1096919" y="1731596"/>
                  </a:lnTo>
                  <a:lnTo>
                    <a:pt x="1097764" y="1737405"/>
                  </a:lnTo>
                  <a:lnTo>
                    <a:pt x="1098609" y="1798827"/>
                  </a:lnTo>
                  <a:lnTo>
                    <a:pt x="1099454" y="1856775"/>
                  </a:lnTo>
                  <a:lnTo>
                    <a:pt x="1100299" y="1869937"/>
                  </a:lnTo>
                  <a:lnTo>
                    <a:pt x="1101144" y="1859589"/>
                  </a:lnTo>
                  <a:lnTo>
                    <a:pt x="1101989" y="1913551"/>
                  </a:lnTo>
                  <a:lnTo>
                    <a:pt x="1102835" y="1939007"/>
                  </a:lnTo>
                  <a:lnTo>
                    <a:pt x="1103680" y="1905974"/>
                  </a:lnTo>
                  <a:lnTo>
                    <a:pt x="1104525" y="1905973"/>
                  </a:lnTo>
                  <a:lnTo>
                    <a:pt x="1105370" y="1905974"/>
                  </a:lnTo>
                  <a:lnTo>
                    <a:pt x="1106215" y="1901790"/>
                  </a:lnTo>
                  <a:lnTo>
                    <a:pt x="1107060" y="1877578"/>
                  </a:lnTo>
                  <a:lnTo>
                    <a:pt x="1107905" y="1879932"/>
                  </a:lnTo>
                  <a:lnTo>
                    <a:pt x="1108750" y="1899609"/>
                  </a:lnTo>
                  <a:lnTo>
                    <a:pt x="1109595" y="1870947"/>
                  </a:lnTo>
                  <a:lnTo>
                    <a:pt x="1110440" y="1825018"/>
                  </a:lnTo>
                  <a:lnTo>
                    <a:pt x="1111286" y="1802738"/>
                  </a:lnTo>
                  <a:lnTo>
                    <a:pt x="1112131" y="1832690"/>
                  </a:lnTo>
                  <a:lnTo>
                    <a:pt x="1112976" y="1875468"/>
                  </a:lnTo>
                  <a:lnTo>
                    <a:pt x="1113821" y="1901828"/>
                  </a:lnTo>
                  <a:lnTo>
                    <a:pt x="1114666" y="1952095"/>
                  </a:lnTo>
                  <a:lnTo>
                    <a:pt x="1115511" y="1996720"/>
                  </a:lnTo>
                  <a:lnTo>
                    <a:pt x="1116356" y="1980765"/>
                  </a:lnTo>
                  <a:lnTo>
                    <a:pt x="1117201" y="1923425"/>
                  </a:lnTo>
                  <a:lnTo>
                    <a:pt x="1118046" y="1872788"/>
                  </a:lnTo>
                  <a:lnTo>
                    <a:pt x="1118891" y="1820587"/>
                  </a:lnTo>
                  <a:lnTo>
                    <a:pt x="1118891" y="182058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93775" y="69589"/>
              <a:ext cx="8304720" cy="2103286"/>
            </a:xfrm>
            <a:custGeom>
              <a:avLst/>
              <a:pathLst>
                <a:path w="8304720" h="2103286">
                  <a:moveTo>
                    <a:pt x="0" y="1385429"/>
                  </a:moveTo>
                  <a:lnTo>
                    <a:pt x="845" y="1365629"/>
                  </a:lnTo>
                  <a:lnTo>
                    <a:pt x="1690" y="1308270"/>
                  </a:lnTo>
                  <a:lnTo>
                    <a:pt x="2535" y="1235780"/>
                  </a:lnTo>
                  <a:lnTo>
                    <a:pt x="3380" y="1232103"/>
                  </a:lnTo>
                  <a:lnTo>
                    <a:pt x="4225" y="1250505"/>
                  </a:lnTo>
                  <a:lnTo>
                    <a:pt x="5070" y="1258299"/>
                  </a:lnTo>
                  <a:lnTo>
                    <a:pt x="5915" y="1249887"/>
                  </a:lnTo>
                  <a:lnTo>
                    <a:pt x="6760" y="1255058"/>
                  </a:lnTo>
                  <a:lnTo>
                    <a:pt x="7605" y="1270150"/>
                  </a:lnTo>
                  <a:lnTo>
                    <a:pt x="8450" y="1273422"/>
                  </a:lnTo>
                  <a:lnTo>
                    <a:pt x="9296" y="1261016"/>
                  </a:lnTo>
                  <a:lnTo>
                    <a:pt x="10141" y="1165050"/>
                  </a:lnTo>
                  <a:lnTo>
                    <a:pt x="10986" y="1043989"/>
                  </a:lnTo>
                  <a:lnTo>
                    <a:pt x="11831" y="946608"/>
                  </a:lnTo>
                  <a:lnTo>
                    <a:pt x="12676" y="865785"/>
                  </a:lnTo>
                  <a:lnTo>
                    <a:pt x="13521" y="772279"/>
                  </a:lnTo>
                  <a:lnTo>
                    <a:pt x="14366" y="714536"/>
                  </a:lnTo>
                  <a:lnTo>
                    <a:pt x="15211" y="767156"/>
                  </a:lnTo>
                  <a:lnTo>
                    <a:pt x="16056" y="787399"/>
                  </a:lnTo>
                  <a:lnTo>
                    <a:pt x="16901" y="751416"/>
                  </a:lnTo>
                  <a:lnTo>
                    <a:pt x="17746" y="717854"/>
                  </a:lnTo>
                  <a:lnTo>
                    <a:pt x="18592" y="673432"/>
                  </a:lnTo>
                  <a:lnTo>
                    <a:pt x="19437" y="571891"/>
                  </a:lnTo>
                  <a:lnTo>
                    <a:pt x="20282" y="444625"/>
                  </a:lnTo>
                  <a:lnTo>
                    <a:pt x="21127" y="380183"/>
                  </a:lnTo>
                  <a:lnTo>
                    <a:pt x="21972" y="339738"/>
                  </a:lnTo>
                  <a:lnTo>
                    <a:pt x="22817" y="323524"/>
                  </a:lnTo>
                  <a:lnTo>
                    <a:pt x="23662" y="324560"/>
                  </a:lnTo>
                  <a:lnTo>
                    <a:pt x="24507" y="308085"/>
                  </a:lnTo>
                  <a:lnTo>
                    <a:pt x="25352" y="271021"/>
                  </a:lnTo>
                  <a:lnTo>
                    <a:pt x="26197" y="183032"/>
                  </a:lnTo>
                  <a:lnTo>
                    <a:pt x="27042" y="115135"/>
                  </a:lnTo>
                  <a:lnTo>
                    <a:pt x="27888" y="62939"/>
                  </a:lnTo>
                  <a:lnTo>
                    <a:pt x="28733" y="78307"/>
                  </a:lnTo>
                  <a:lnTo>
                    <a:pt x="29578" y="146102"/>
                  </a:lnTo>
                  <a:lnTo>
                    <a:pt x="30423" y="191448"/>
                  </a:lnTo>
                  <a:lnTo>
                    <a:pt x="31268" y="260195"/>
                  </a:lnTo>
                  <a:lnTo>
                    <a:pt x="32113" y="352278"/>
                  </a:lnTo>
                  <a:lnTo>
                    <a:pt x="32958" y="440885"/>
                  </a:lnTo>
                  <a:lnTo>
                    <a:pt x="33803" y="468234"/>
                  </a:lnTo>
                  <a:lnTo>
                    <a:pt x="34648" y="417787"/>
                  </a:lnTo>
                  <a:lnTo>
                    <a:pt x="35493" y="408007"/>
                  </a:lnTo>
                  <a:lnTo>
                    <a:pt x="36338" y="375223"/>
                  </a:lnTo>
                  <a:lnTo>
                    <a:pt x="37184" y="305760"/>
                  </a:lnTo>
                  <a:lnTo>
                    <a:pt x="38029" y="234798"/>
                  </a:lnTo>
                  <a:lnTo>
                    <a:pt x="38874" y="144916"/>
                  </a:lnTo>
                  <a:lnTo>
                    <a:pt x="39719" y="119599"/>
                  </a:lnTo>
                  <a:lnTo>
                    <a:pt x="40564" y="92014"/>
                  </a:lnTo>
                  <a:lnTo>
                    <a:pt x="41409" y="56438"/>
                  </a:lnTo>
                  <a:lnTo>
                    <a:pt x="42254" y="23577"/>
                  </a:lnTo>
                  <a:lnTo>
                    <a:pt x="43099" y="8208"/>
                  </a:lnTo>
                  <a:lnTo>
                    <a:pt x="43944" y="0"/>
                  </a:lnTo>
                  <a:lnTo>
                    <a:pt x="44789" y="75846"/>
                  </a:lnTo>
                  <a:lnTo>
                    <a:pt x="45634" y="203092"/>
                  </a:lnTo>
                  <a:lnTo>
                    <a:pt x="46480" y="314808"/>
                  </a:lnTo>
                  <a:lnTo>
                    <a:pt x="47325" y="370640"/>
                  </a:lnTo>
                  <a:lnTo>
                    <a:pt x="48170" y="367387"/>
                  </a:lnTo>
                  <a:lnTo>
                    <a:pt x="49015" y="409868"/>
                  </a:lnTo>
                  <a:lnTo>
                    <a:pt x="49860" y="387096"/>
                  </a:lnTo>
                  <a:lnTo>
                    <a:pt x="50705" y="294645"/>
                  </a:lnTo>
                  <a:lnTo>
                    <a:pt x="51550" y="221384"/>
                  </a:lnTo>
                  <a:lnTo>
                    <a:pt x="52395" y="213605"/>
                  </a:lnTo>
                  <a:lnTo>
                    <a:pt x="53240" y="265058"/>
                  </a:lnTo>
                  <a:lnTo>
                    <a:pt x="54085" y="248529"/>
                  </a:lnTo>
                  <a:lnTo>
                    <a:pt x="54930" y="192949"/>
                  </a:lnTo>
                  <a:lnTo>
                    <a:pt x="55776" y="197147"/>
                  </a:lnTo>
                  <a:lnTo>
                    <a:pt x="56621" y="299430"/>
                  </a:lnTo>
                  <a:lnTo>
                    <a:pt x="57466" y="386774"/>
                  </a:lnTo>
                  <a:lnTo>
                    <a:pt x="58311" y="404710"/>
                  </a:lnTo>
                  <a:lnTo>
                    <a:pt x="59156" y="427308"/>
                  </a:lnTo>
                  <a:lnTo>
                    <a:pt x="60001" y="469634"/>
                  </a:lnTo>
                  <a:lnTo>
                    <a:pt x="60846" y="485722"/>
                  </a:lnTo>
                  <a:lnTo>
                    <a:pt x="61691" y="406654"/>
                  </a:lnTo>
                  <a:lnTo>
                    <a:pt x="62536" y="299592"/>
                  </a:lnTo>
                  <a:lnTo>
                    <a:pt x="63381" y="242065"/>
                  </a:lnTo>
                  <a:lnTo>
                    <a:pt x="64227" y="281975"/>
                  </a:lnTo>
                  <a:lnTo>
                    <a:pt x="65072" y="349661"/>
                  </a:lnTo>
                  <a:lnTo>
                    <a:pt x="65917" y="393804"/>
                  </a:lnTo>
                  <a:lnTo>
                    <a:pt x="66762" y="451068"/>
                  </a:lnTo>
                  <a:lnTo>
                    <a:pt x="67607" y="530172"/>
                  </a:lnTo>
                  <a:lnTo>
                    <a:pt x="68452" y="586873"/>
                  </a:lnTo>
                  <a:lnTo>
                    <a:pt x="69297" y="561168"/>
                  </a:lnTo>
                  <a:lnTo>
                    <a:pt x="70142" y="511222"/>
                  </a:lnTo>
                  <a:lnTo>
                    <a:pt x="70987" y="452294"/>
                  </a:lnTo>
                  <a:lnTo>
                    <a:pt x="71832" y="466385"/>
                  </a:lnTo>
                  <a:lnTo>
                    <a:pt x="72677" y="539816"/>
                  </a:lnTo>
                  <a:lnTo>
                    <a:pt x="73523" y="644767"/>
                  </a:lnTo>
                  <a:lnTo>
                    <a:pt x="74368" y="769805"/>
                  </a:lnTo>
                  <a:lnTo>
                    <a:pt x="75213" y="838486"/>
                  </a:lnTo>
                  <a:lnTo>
                    <a:pt x="76058" y="855564"/>
                  </a:lnTo>
                  <a:lnTo>
                    <a:pt x="76903" y="795829"/>
                  </a:lnTo>
                  <a:lnTo>
                    <a:pt x="77748" y="692077"/>
                  </a:lnTo>
                  <a:lnTo>
                    <a:pt x="78593" y="594391"/>
                  </a:lnTo>
                  <a:lnTo>
                    <a:pt x="79438" y="499410"/>
                  </a:lnTo>
                  <a:lnTo>
                    <a:pt x="80283" y="501563"/>
                  </a:lnTo>
                  <a:lnTo>
                    <a:pt x="81128" y="582614"/>
                  </a:lnTo>
                  <a:lnTo>
                    <a:pt x="81973" y="659446"/>
                  </a:lnTo>
                  <a:lnTo>
                    <a:pt x="82819" y="773103"/>
                  </a:lnTo>
                  <a:lnTo>
                    <a:pt x="83664" y="869657"/>
                  </a:lnTo>
                  <a:lnTo>
                    <a:pt x="84509" y="957271"/>
                  </a:lnTo>
                  <a:lnTo>
                    <a:pt x="85354" y="1046094"/>
                  </a:lnTo>
                  <a:lnTo>
                    <a:pt x="86199" y="1169940"/>
                  </a:lnTo>
                  <a:lnTo>
                    <a:pt x="87044" y="1321154"/>
                  </a:lnTo>
                  <a:lnTo>
                    <a:pt x="87889" y="1395911"/>
                  </a:lnTo>
                  <a:lnTo>
                    <a:pt x="88734" y="1471449"/>
                  </a:lnTo>
                  <a:lnTo>
                    <a:pt x="89579" y="1551679"/>
                  </a:lnTo>
                  <a:lnTo>
                    <a:pt x="90424" y="1587487"/>
                  </a:lnTo>
                  <a:lnTo>
                    <a:pt x="91269" y="1533507"/>
                  </a:lnTo>
                  <a:lnTo>
                    <a:pt x="92115" y="1444208"/>
                  </a:lnTo>
                  <a:lnTo>
                    <a:pt x="92960" y="1417316"/>
                  </a:lnTo>
                  <a:lnTo>
                    <a:pt x="93805" y="1428511"/>
                  </a:lnTo>
                  <a:lnTo>
                    <a:pt x="94650" y="1464933"/>
                  </a:lnTo>
                  <a:lnTo>
                    <a:pt x="95495" y="1498017"/>
                  </a:lnTo>
                  <a:lnTo>
                    <a:pt x="96340" y="1584340"/>
                  </a:lnTo>
                  <a:lnTo>
                    <a:pt x="97185" y="1704260"/>
                  </a:lnTo>
                  <a:lnTo>
                    <a:pt x="98030" y="1743682"/>
                  </a:lnTo>
                  <a:lnTo>
                    <a:pt x="98875" y="1748914"/>
                  </a:lnTo>
                  <a:lnTo>
                    <a:pt x="99720" y="1730830"/>
                  </a:lnTo>
                  <a:lnTo>
                    <a:pt x="100565" y="1716453"/>
                  </a:lnTo>
                  <a:lnTo>
                    <a:pt x="101411" y="1705940"/>
                  </a:lnTo>
                  <a:lnTo>
                    <a:pt x="102256" y="1720047"/>
                  </a:lnTo>
                  <a:lnTo>
                    <a:pt x="103101" y="1722617"/>
                  </a:lnTo>
                  <a:lnTo>
                    <a:pt x="103946" y="1758895"/>
                  </a:lnTo>
                  <a:lnTo>
                    <a:pt x="104791" y="1816832"/>
                  </a:lnTo>
                  <a:lnTo>
                    <a:pt x="105636" y="1846495"/>
                  </a:lnTo>
                  <a:lnTo>
                    <a:pt x="106481" y="1847007"/>
                  </a:lnTo>
                  <a:lnTo>
                    <a:pt x="107326" y="1842726"/>
                  </a:lnTo>
                  <a:lnTo>
                    <a:pt x="108171" y="1903042"/>
                  </a:lnTo>
                  <a:lnTo>
                    <a:pt x="109016" y="1961902"/>
                  </a:lnTo>
                  <a:lnTo>
                    <a:pt x="109861" y="1963761"/>
                  </a:lnTo>
                  <a:lnTo>
                    <a:pt x="110707" y="1987660"/>
                  </a:lnTo>
                  <a:lnTo>
                    <a:pt x="111552" y="2055876"/>
                  </a:lnTo>
                  <a:lnTo>
                    <a:pt x="112397" y="2056286"/>
                  </a:lnTo>
                  <a:lnTo>
                    <a:pt x="113242" y="2059878"/>
                  </a:lnTo>
                  <a:lnTo>
                    <a:pt x="114087" y="2033130"/>
                  </a:lnTo>
                  <a:lnTo>
                    <a:pt x="114932" y="2033747"/>
                  </a:lnTo>
                  <a:lnTo>
                    <a:pt x="115777" y="2043262"/>
                  </a:lnTo>
                  <a:lnTo>
                    <a:pt x="116622" y="2024473"/>
                  </a:lnTo>
                  <a:lnTo>
                    <a:pt x="117467" y="2017840"/>
                  </a:lnTo>
                  <a:lnTo>
                    <a:pt x="118312" y="1946472"/>
                  </a:lnTo>
                  <a:lnTo>
                    <a:pt x="119157" y="1844239"/>
                  </a:lnTo>
                  <a:lnTo>
                    <a:pt x="120003" y="1788527"/>
                  </a:lnTo>
                  <a:lnTo>
                    <a:pt x="120848" y="1820733"/>
                  </a:lnTo>
                  <a:lnTo>
                    <a:pt x="121693" y="1815606"/>
                  </a:lnTo>
                  <a:lnTo>
                    <a:pt x="122538" y="1771952"/>
                  </a:lnTo>
                  <a:lnTo>
                    <a:pt x="123383" y="1803765"/>
                  </a:lnTo>
                  <a:lnTo>
                    <a:pt x="124228" y="1886483"/>
                  </a:lnTo>
                  <a:lnTo>
                    <a:pt x="125073" y="1954038"/>
                  </a:lnTo>
                  <a:lnTo>
                    <a:pt x="125918" y="1897538"/>
                  </a:lnTo>
                  <a:lnTo>
                    <a:pt x="126763" y="1864881"/>
                  </a:lnTo>
                  <a:lnTo>
                    <a:pt x="127608" y="1883023"/>
                  </a:lnTo>
                  <a:lnTo>
                    <a:pt x="128454" y="1911630"/>
                  </a:lnTo>
                  <a:lnTo>
                    <a:pt x="129299" y="1889021"/>
                  </a:lnTo>
                  <a:lnTo>
                    <a:pt x="130144" y="1844699"/>
                  </a:lnTo>
                  <a:lnTo>
                    <a:pt x="130989" y="1885735"/>
                  </a:lnTo>
                  <a:lnTo>
                    <a:pt x="131834" y="1933175"/>
                  </a:lnTo>
                  <a:lnTo>
                    <a:pt x="132679" y="1988999"/>
                  </a:lnTo>
                  <a:lnTo>
                    <a:pt x="133524" y="2036679"/>
                  </a:lnTo>
                  <a:lnTo>
                    <a:pt x="134369" y="2085998"/>
                  </a:lnTo>
                  <a:lnTo>
                    <a:pt x="135214" y="2078562"/>
                  </a:lnTo>
                  <a:lnTo>
                    <a:pt x="136059" y="2031199"/>
                  </a:lnTo>
                  <a:lnTo>
                    <a:pt x="136904" y="2041063"/>
                  </a:lnTo>
                  <a:lnTo>
                    <a:pt x="137750" y="2045385"/>
                  </a:lnTo>
                  <a:lnTo>
                    <a:pt x="138595" y="1977258"/>
                  </a:lnTo>
                  <a:lnTo>
                    <a:pt x="139440" y="1937519"/>
                  </a:lnTo>
                  <a:lnTo>
                    <a:pt x="140285" y="1967308"/>
                  </a:lnTo>
                  <a:lnTo>
                    <a:pt x="141130" y="2009548"/>
                  </a:lnTo>
                  <a:lnTo>
                    <a:pt x="141975" y="2006561"/>
                  </a:lnTo>
                  <a:lnTo>
                    <a:pt x="142820" y="1991678"/>
                  </a:lnTo>
                  <a:lnTo>
                    <a:pt x="143665" y="2029019"/>
                  </a:lnTo>
                  <a:lnTo>
                    <a:pt x="144510" y="2063152"/>
                  </a:lnTo>
                  <a:lnTo>
                    <a:pt x="145355" y="2065928"/>
                  </a:lnTo>
                  <a:lnTo>
                    <a:pt x="146200" y="2043126"/>
                  </a:lnTo>
                  <a:lnTo>
                    <a:pt x="147046" y="2022191"/>
                  </a:lnTo>
                  <a:lnTo>
                    <a:pt x="147891" y="2020593"/>
                  </a:lnTo>
                  <a:lnTo>
                    <a:pt x="148736" y="2041982"/>
                  </a:lnTo>
                  <a:lnTo>
                    <a:pt x="149581" y="2085425"/>
                  </a:lnTo>
                  <a:lnTo>
                    <a:pt x="150426" y="2103286"/>
                  </a:lnTo>
                  <a:lnTo>
                    <a:pt x="151271" y="2103286"/>
                  </a:lnTo>
                  <a:lnTo>
                    <a:pt x="152116" y="2103286"/>
                  </a:lnTo>
                  <a:lnTo>
                    <a:pt x="152961" y="2103286"/>
                  </a:lnTo>
                  <a:lnTo>
                    <a:pt x="153806" y="2103286"/>
                  </a:lnTo>
                  <a:lnTo>
                    <a:pt x="154651" y="2032217"/>
                  </a:lnTo>
                  <a:lnTo>
                    <a:pt x="155496" y="1986604"/>
                  </a:lnTo>
                  <a:lnTo>
                    <a:pt x="156342" y="1896730"/>
                  </a:lnTo>
                  <a:lnTo>
                    <a:pt x="157187" y="1837901"/>
                  </a:lnTo>
                  <a:lnTo>
                    <a:pt x="158032" y="1811540"/>
                  </a:lnTo>
                  <a:lnTo>
                    <a:pt x="158877" y="1812433"/>
                  </a:lnTo>
                  <a:lnTo>
                    <a:pt x="159722" y="1858866"/>
                  </a:lnTo>
                  <a:lnTo>
                    <a:pt x="160567" y="1822560"/>
                  </a:lnTo>
                  <a:lnTo>
                    <a:pt x="161412" y="1867776"/>
                  </a:lnTo>
                  <a:lnTo>
                    <a:pt x="162257" y="1908222"/>
                  </a:lnTo>
                  <a:lnTo>
                    <a:pt x="163102" y="1906215"/>
                  </a:lnTo>
                  <a:lnTo>
                    <a:pt x="163947" y="1855125"/>
                  </a:lnTo>
                  <a:lnTo>
                    <a:pt x="164792" y="1823878"/>
                  </a:lnTo>
                  <a:lnTo>
                    <a:pt x="165638" y="1899639"/>
                  </a:lnTo>
                  <a:lnTo>
                    <a:pt x="166483" y="1972754"/>
                  </a:lnTo>
                  <a:lnTo>
                    <a:pt x="167328" y="1999009"/>
                  </a:lnTo>
                  <a:lnTo>
                    <a:pt x="168173" y="1994883"/>
                  </a:lnTo>
                  <a:lnTo>
                    <a:pt x="169018" y="2016769"/>
                  </a:lnTo>
                  <a:lnTo>
                    <a:pt x="169863" y="2041870"/>
                  </a:lnTo>
                  <a:lnTo>
                    <a:pt x="170708" y="1973897"/>
                  </a:lnTo>
                  <a:lnTo>
                    <a:pt x="171553" y="1853702"/>
                  </a:lnTo>
                  <a:lnTo>
                    <a:pt x="172398" y="1864211"/>
                  </a:lnTo>
                  <a:lnTo>
                    <a:pt x="173243" y="1899519"/>
                  </a:lnTo>
                  <a:lnTo>
                    <a:pt x="174088" y="1934756"/>
                  </a:lnTo>
                  <a:lnTo>
                    <a:pt x="174934" y="1968863"/>
                  </a:lnTo>
                  <a:lnTo>
                    <a:pt x="175779" y="1994116"/>
                  </a:lnTo>
                  <a:lnTo>
                    <a:pt x="176624" y="2014082"/>
                  </a:lnTo>
                  <a:lnTo>
                    <a:pt x="177469" y="2017240"/>
                  </a:lnTo>
                  <a:lnTo>
                    <a:pt x="178314" y="1999128"/>
                  </a:lnTo>
                  <a:lnTo>
                    <a:pt x="179159" y="1966136"/>
                  </a:lnTo>
                  <a:lnTo>
                    <a:pt x="180004" y="1951264"/>
                  </a:lnTo>
                  <a:lnTo>
                    <a:pt x="180849" y="1981913"/>
                  </a:lnTo>
                  <a:lnTo>
                    <a:pt x="181694" y="2031143"/>
                  </a:lnTo>
                  <a:lnTo>
                    <a:pt x="182539" y="2053636"/>
                  </a:lnTo>
                  <a:lnTo>
                    <a:pt x="183384" y="2069816"/>
                  </a:lnTo>
                  <a:lnTo>
                    <a:pt x="184230" y="2075014"/>
                  </a:lnTo>
                  <a:lnTo>
                    <a:pt x="185075" y="2057269"/>
                  </a:lnTo>
                  <a:lnTo>
                    <a:pt x="185920" y="2048893"/>
                  </a:lnTo>
                  <a:lnTo>
                    <a:pt x="186765" y="1974207"/>
                  </a:lnTo>
                  <a:lnTo>
                    <a:pt x="187610" y="1867921"/>
                  </a:lnTo>
                  <a:lnTo>
                    <a:pt x="188455" y="1791947"/>
                  </a:lnTo>
                  <a:lnTo>
                    <a:pt x="189300" y="1760941"/>
                  </a:lnTo>
                  <a:lnTo>
                    <a:pt x="190145" y="1741243"/>
                  </a:lnTo>
                  <a:lnTo>
                    <a:pt x="190990" y="1693724"/>
                  </a:lnTo>
                  <a:lnTo>
                    <a:pt x="191835" y="1753464"/>
                  </a:lnTo>
                  <a:lnTo>
                    <a:pt x="192681" y="1775234"/>
                  </a:lnTo>
                  <a:lnTo>
                    <a:pt x="193526" y="1754138"/>
                  </a:lnTo>
                  <a:lnTo>
                    <a:pt x="194371" y="1732385"/>
                  </a:lnTo>
                  <a:lnTo>
                    <a:pt x="195216" y="1729859"/>
                  </a:lnTo>
                  <a:lnTo>
                    <a:pt x="196061" y="1775442"/>
                  </a:lnTo>
                  <a:lnTo>
                    <a:pt x="196906" y="1795924"/>
                  </a:lnTo>
                  <a:lnTo>
                    <a:pt x="197751" y="1850823"/>
                  </a:lnTo>
                  <a:lnTo>
                    <a:pt x="198596" y="1895861"/>
                  </a:lnTo>
                  <a:lnTo>
                    <a:pt x="199441" y="1850395"/>
                  </a:lnTo>
                  <a:lnTo>
                    <a:pt x="200286" y="1748577"/>
                  </a:lnTo>
                  <a:lnTo>
                    <a:pt x="201131" y="1618465"/>
                  </a:lnTo>
                  <a:lnTo>
                    <a:pt x="201977" y="1500246"/>
                  </a:lnTo>
                  <a:lnTo>
                    <a:pt x="202822" y="1426826"/>
                  </a:lnTo>
                  <a:lnTo>
                    <a:pt x="203667" y="1367276"/>
                  </a:lnTo>
                  <a:lnTo>
                    <a:pt x="204512" y="1397757"/>
                  </a:lnTo>
                  <a:lnTo>
                    <a:pt x="205357" y="1444728"/>
                  </a:lnTo>
                  <a:lnTo>
                    <a:pt x="206202" y="1446767"/>
                  </a:lnTo>
                  <a:lnTo>
                    <a:pt x="207047" y="1457187"/>
                  </a:lnTo>
                  <a:lnTo>
                    <a:pt x="207892" y="1468470"/>
                  </a:lnTo>
                  <a:lnTo>
                    <a:pt x="208737" y="1513461"/>
                  </a:lnTo>
                  <a:lnTo>
                    <a:pt x="209582" y="1565349"/>
                  </a:lnTo>
                  <a:lnTo>
                    <a:pt x="210427" y="1563552"/>
                  </a:lnTo>
                  <a:lnTo>
                    <a:pt x="211273" y="1645322"/>
                  </a:lnTo>
                  <a:lnTo>
                    <a:pt x="212118" y="1726012"/>
                  </a:lnTo>
                  <a:lnTo>
                    <a:pt x="212963" y="1810755"/>
                  </a:lnTo>
                  <a:lnTo>
                    <a:pt x="213808" y="1887814"/>
                  </a:lnTo>
                  <a:lnTo>
                    <a:pt x="214653" y="1898171"/>
                  </a:lnTo>
                  <a:lnTo>
                    <a:pt x="215498" y="1913497"/>
                  </a:lnTo>
                  <a:lnTo>
                    <a:pt x="216343" y="1911389"/>
                  </a:lnTo>
                  <a:lnTo>
                    <a:pt x="217188" y="1888803"/>
                  </a:lnTo>
                  <a:lnTo>
                    <a:pt x="218033" y="1795923"/>
                  </a:lnTo>
                  <a:lnTo>
                    <a:pt x="218878" y="1678713"/>
                  </a:lnTo>
                  <a:lnTo>
                    <a:pt x="219723" y="1622720"/>
                  </a:lnTo>
                  <a:lnTo>
                    <a:pt x="220569" y="1639695"/>
                  </a:lnTo>
                  <a:lnTo>
                    <a:pt x="221414" y="1601321"/>
                  </a:lnTo>
                  <a:lnTo>
                    <a:pt x="222259" y="1545374"/>
                  </a:lnTo>
                  <a:lnTo>
                    <a:pt x="223104" y="1590419"/>
                  </a:lnTo>
                  <a:lnTo>
                    <a:pt x="223949" y="1626094"/>
                  </a:lnTo>
                  <a:lnTo>
                    <a:pt x="224794" y="1602017"/>
                  </a:lnTo>
                  <a:lnTo>
                    <a:pt x="225639" y="1584841"/>
                  </a:lnTo>
                  <a:lnTo>
                    <a:pt x="226484" y="1640951"/>
                  </a:lnTo>
                  <a:lnTo>
                    <a:pt x="227329" y="1681284"/>
                  </a:lnTo>
                  <a:lnTo>
                    <a:pt x="228174" y="1639835"/>
                  </a:lnTo>
                  <a:lnTo>
                    <a:pt x="229019" y="1630631"/>
                  </a:lnTo>
                  <a:lnTo>
                    <a:pt x="229865" y="1696657"/>
                  </a:lnTo>
                  <a:lnTo>
                    <a:pt x="230710" y="1707220"/>
                  </a:lnTo>
                  <a:lnTo>
                    <a:pt x="231555" y="1672214"/>
                  </a:lnTo>
                  <a:lnTo>
                    <a:pt x="232400" y="1668507"/>
                  </a:lnTo>
                  <a:lnTo>
                    <a:pt x="233245" y="1676512"/>
                  </a:lnTo>
                  <a:lnTo>
                    <a:pt x="234090" y="1705282"/>
                  </a:lnTo>
                  <a:lnTo>
                    <a:pt x="234935" y="1654299"/>
                  </a:lnTo>
                  <a:lnTo>
                    <a:pt x="235780" y="1564500"/>
                  </a:lnTo>
                  <a:lnTo>
                    <a:pt x="236625" y="1517289"/>
                  </a:lnTo>
                  <a:lnTo>
                    <a:pt x="237470" y="1470504"/>
                  </a:lnTo>
                  <a:lnTo>
                    <a:pt x="238315" y="1420900"/>
                  </a:lnTo>
                  <a:lnTo>
                    <a:pt x="239161" y="1371042"/>
                  </a:lnTo>
                  <a:lnTo>
                    <a:pt x="240006" y="1369789"/>
                  </a:lnTo>
                  <a:lnTo>
                    <a:pt x="240851" y="1503764"/>
                  </a:lnTo>
                  <a:lnTo>
                    <a:pt x="241696" y="1591254"/>
                  </a:lnTo>
                  <a:lnTo>
                    <a:pt x="242541" y="1617390"/>
                  </a:lnTo>
                  <a:lnTo>
                    <a:pt x="243386" y="1667565"/>
                  </a:lnTo>
                  <a:lnTo>
                    <a:pt x="244231" y="1737067"/>
                  </a:lnTo>
                  <a:lnTo>
                    <a:pt x="245076" y="1755504"/>
                  </a:lnTo>
                  <a:lnTo>
                    <a:pt x="245921" y="1708499"/>
                  </a:lnTo>
                  <a:lnTo>
                    <a:pt x="246766" y="1662617"/>
                  </a:lnTo>
                  <a:lnTo>
                    <a:pt x="247611" y="1627477"/>
                  </a:lnTo>
                  <a:lnTo>
                    <a:pt x="248457" y="1624355"/>
                  </a:lnTo>
                  <a:lnTo>
                    <a:pt x="249302" y="1583229"/>
                  </a:lnTo>
                  <a:lnTo>
                    <a:pt x="250147" y="1563480"/>
                  </a:lnTo>
                  <a:lnTo>
                    <a:pt x="250992" y="1561028"/>
                  </a:lnTo>
                  <a:lnTo>
                    <a:pt x="251837" y="1590472"/>
                  </a:lnTo>
                  <a:lnTo>
                    <a:pt x="252682" y="1640709"/>
                  </a:lnTo>
                  <a:lnTo>
                    <a:pt x="253527" y="1592683"/>
                  </a:lnTo>
                  <a:lnTo>
                    <a:pt x="254372" y="1545320"/>
                  </a:lnTo>
                  <a:lnTo>
                    <a:pt x="255217" y="1537873"/>
                  </a:lnTo>
                  <a:lnTo>
                    <a:pt x="256062" y="1468181"/>
                  </a:lnTo>
                  <a:lnTo>
                    <a:pt x="256908" y="1393131"/>
                  </a:lnTo>
                  <a:lnTo>
                    <a:pt x="257753" y="1304217"/>
                  </a:lnTo>
                  <a:lnTo>
                    <a:pt x="258598" y="1319921"/>
                  </a:lnTo>
                  <a:lnTo>
                    <a:pt x="259443" y="1305826"/>
                  </a:lnTo>
                  <a:lnTo>
                    <a:pt x="260288" y="1247849"/>
                  </a:lnTo>
                  <a:lnTo>
                    <a:pt x="261133" y="1193078"/>
                  </a:lnTo>
                  <a:lnTo>
                    <a:pt x="261978" y="1114615"/>
                  </a:lnTo>
                  <a:lnTo>
                    <a:pt x="262823" y="1051314"/>
                  </a:lnTo>
                  <a:lnTo>
                    <a:pt x="263668" y="959117"/>
                  </a:lnTo>
                  <a:lnTo>
                    <a:pt x="264513" y="898116"/>
                  </a:lnTo>
                  <a:lnTo>
                    <a:pt x="265358" y="841376"/>
                  </a:lnTo>
                  <a:lnTo>
                    <a:pt x="266204" y="847778"/>
                  </a:lnTo>
                  <a:lnTo>
                    <a:pt x="267049" y="919747"/>
                  </a:lnTo>
                  <a:lnTo>
                    <a:pt x="267894" y="970230"/>
                  </a:lnTo>
                  <a:lnTo>
                    <a:pt x="268739" y="968809"/>
                  </a:lnTo>
                  <a:lnTo>
                    <a:pt x="269584" y="910864"/>
                  </a:lnTo>
                  <a:lnTo>
                    <a:pt x="270429" y="939272"/>
                  </a:lnTo>
                  <a:lnTo>
                    <a:pt x="271274" y="953802"/>
                  </a:lnTo>
                  <a:lnTo>
                    <a:pt x="272119" y="898584"/>
                  </a:lnTo>
                  <a:lnTo>
                    <a:pt x="272964" y="861932"/>
                  </a:lnTo>
                  <a:lnTo>
                    <a:pt x="273809" y="856636"/>
                  </a:lnTo>
                  <a:lnTo>
                    <a:pt x="274654" y="903132"/>
                  </a:lnTo>
                  <a:lnTo>
                    <a:pt x="275500" y="872684"/>
                  </a:lnTo>
                  <a:lnTo>
                    <a:pt x="276345" y="821633"/>
                  </a:lnTo>
                  <a:lnTo>
                    <a:pt x="277190" y="741314"/>
                  </a:lnTo>
                  <a:lnTo>
                    <a:pt x="278035" y="641643"/>
                  </a:lnTo>
                  <a:lnTo>
                    <a:pt x="278880" y="523919"/>
                  </a:lnTo>
                  <a:lnTo>
                    <a:pt x="279725" y="400259"/>
                  </a:lnTo>
                  <a:lnTo>
                    <a:pt x="280570" y="288367"/>
                  </a:lnTo>
                  <a:lnTo>
                    <a:pt x="281415" y="156250"/>
                  </a:lnTo>
                  <a:lnTo>
                    <a:pt x="282260" y="79720"/>
                  </a:lnTo>
                  <a:lnTo>
                    <a:pt x="283105" y="36444"/>
                  </a:lnTo>
                  <a:lnTo>
                    <a:pt x="283950" y="5715"/>
                  </a:lnTo>
                  <a:lnTo>
                    <a:pt x="284796" y="21750"/>
                  </a:lnTo>
                  <a:lnTo>
                    <a:pt x="285641" y="36644"/>
                  </a:lnTo>
                  <a:lnTo>
                    <a:pt x="286486" y="68856"/>
                  </a:lnTo>
                  <a:lnTo>
                    <a:pt x="287331" y="130396"/>
                  </a:lnTo>
                  <a:lnTo>
                    <a:pt x="288176" y="241562"/>
                  </a:lnTo>
                  <a:lnTo>
                    <a:pt x="289021" y="360801"/>
                  </a:lnTo>
                  <a:lnTo>
                    <a:pt x="289866" y="494428"/>
                  </a:lnTo>
                  <a:lnTo>
                    <a:pt x="290711" y="681104"/>
                  </a:lnTo>
                  <a:lnTo>
                    <a:pt x="291556" y="876662"/>
                  </a:lnTo>
                  <a:lnTo>
                    <a:pt x="292401" y="984494"/>
                  </a:lnTo>
                  <a:lnTo>
                    <a:pt x="293246" y="1001935"/>
                  </a:lnTo>
                  <a:lnTo>
                    <a:pt x="294092" y="991675"/>
                  </a:lnTo>
                  <a:lnTo>
                    <a:pt x="294937" y="991384"/>
                  </a:lnTo>
                  <a:lnTo>
                    <a:pt x="295782" y="960002"/>
                  </a:lnTo>
                  <a:lnTo>
                    <a:pt x="296627" y="931231"/>
                  </a:lnTo>
                  <a:lnTo>
                    <a:pt x="297472" y="950833"/>
                  </a:lnTo>
                  <a:lnTo>
                    <a:pt x="298317" y="996821"/>
                  </a:lnTo>
                  <a:lnTo>
                    <a:pt x="299162" y="1093958"/>
                  </a:lnTo>
                  <a:lnTo>
                    <a:pt x="300007" y="1100161"/>
                  </a:lnTo>
                  <a:lnTo>
                    <a:pt x="300852" y="1063782"/>
                  </a:lnTo>
                  <a:lnTo>
                    <a:pt x="301697" y="1053244"/>
                  </a:lnTo>
                  <a:lnTo>
                    <a:pt x="302542" y="1060067"/>
                  </a:lnTo>
                  <a:lnTo>
                    <a:pt x="303388" y="1100440"/>
                  </a:lnTo>
                  <a:lnTo>
                    <a:pt x="304233" y="1086245"/>
                  </a:lnTo>
                  <a:lnTo>
                    <a:pt x="305078" y="1127106"/>
                  </a:lnTo>
                  <a:lnTo>
                    <a:pt x="305923" y="1237110"/>
                  </a:lnTo>
                  <a:lnTo>
                    <a:pt x="306768" y="1329544"/>
                  </a:lnTo>
                  <a:lnTo>
                    <a:pt x="307613" y="1396976"/>
                  </a:lnTo>
                  <a:lnTo>
                    <a:pt x="308458" y="1435673"/>
                  </a:lnTo>
                  <a:lnTo>
                    <a:pt x="309303" y="1475636"/>
                  </a:lnTo>
                  <a:lnTo>
                    <a:pt x="310148" y="1528645"/>
                  </a:lnTo>
                  <a:lnTo>
                    <a:pt x="310993" y="1580727"/>
                  </a:lnTo>
                  <a:lnTo>
                    <a:pt x="311838" y="1570070"/>
                  </a:lnTo>
                  <a:lnTo>
                    <a:pt x="312684" y="1516185"/>
                  </a:lnTo>
                  <a:lnTo>
                    <a:pt x="313529" y="1513981"/>
                  </a:lnTo>
                  <a:lnTo>
                    <a:pt x="314374" y="1526467"/>
                  </a:lnTo>
                  <a:lnTo>
                    <a:pt x="315219" y="1452567"/>
                  </a:lnTo>
                  <a:lnTo>
                    <a:pt x="316064" y="1357930"/>
                  </a:lnTo>
                  <a:lnTo>
                    <a:pt x="316909" y="1374536"/>
                  </a:lnTo>
                  <a:lnTo>
                    <a:pt x="317754" y="1419475"/>
                  </a:lnTo>
                  <a:lnTo>
                    <a:pt x="318599" y="1421135"/>
                  </a:lnTo>
                  <a:lnTo>
                    <a:pt x="319444" y="1462472"/>
                  </a:lnTo>
                  <a:lnTo>
                    <a:pt x="320289" y="1547458"/>
                  </a:lnTo>
                  <a:lnTo>
                    <a:pt x="321135" y="1575924"/>
                  </a:lnTo>
                  <a:lnTo>
                    <a:pt x="321980" y="1574661"/>
                  </a:lnTo>
                  <a:lnTo>
                    <a:pt x="322825" y="1590423"/>
                  </a:lnTo>
                  <a:lnTo>
                    <a:pt x="323670" y="1652049"/>
                  </a:lnTo>
                  <a:lnTo>
                    <a:pt x="324515" y="1684881"/>
                  </a:lnTo>
                  <a:lnTo>
                    <a:pt x="325360" y="1665380"/>
                  </a:lnTo>
                  <a:lnTo>
                    <a:pt x="326205" y="1654505"/>
                  </a:lnTo>
                  <a:lnTo>
                    <a:pt x="327050" y="1620700"/>
                  </a:lnTo>
                  <a:lnTo>
                    <a:pt x="327895" y="1613767"/>
                  </a:lnTo>
                  <a:lnTo>
                    <a:pt x="328740" y="1617969"/>
                  </a:lnTo>
                  <a:lnTo>
                    <a:pt x="329585" y="1600910"/>
                  </a:lnTo>
                  <a:lnTo>
                    <a:pt x="330431" y="1618204"/>
                  </a:lnTo>
                  <a:lnTo>
                    <a:pt x="331276" y="1684887"/>
                  </a:lnTo>
                  <a:lnTo>
                    <a:pt x="332121" y="1756530"/>
                  </a:lnTo>
                  <a:lnTo>
                    <a:pt x="332966" y="1793097"/>
                  </a:lnTo>
                  <a:lnTo>
                    <a:pt x="333811" y="1771495"/>
                  </a:lnTo>
                  <a:lnTo>
                    <a:pt x="334656" y="1746776"/>
                  </a:lnTo>
                  <a:lnTo>
                    <a:pt x="335501" y="1786518"/>
                  </a:lnTo>
                  <a:lnTo>
                    <a:pt x="336346" y="1768593"/>
                  </a:lnTo>
                  <a:lnTo>
                    <a:pt x="337191" y="1683309"/>
                  </a:lnTo>
                  <a:lnTo>
                    <a:pt x="338036" y="1639573"/>
                  </a:lnTo>
                  <a:lnTo>
                    <a:pt x="338881" y="1622462"/>
                  </a:lnTo>
                  <a:lnTo>
                    <a:pt x="339727" y="1676126"/>
                  </a:lnTo>
                  <a:lnTo>
                    <a:pt x="340572" y="1719534"/>
                  </a:lnTo>
                  <a:lnTo>
                    <a:pt x="341417" y="1790745"/>
                  </a:lnTo>
                  <a:lnTo>
                    <a:pt x="342262" y="1907185"/>
                  </a:lnTo>
                  <a:lnTo>
                    <a:pt x="343107" y="1969347"/>
                  </a:lnTo>
                  <a:lnTo>
                    <a:pt x="343952" y="1948161"/>
                  </a:lnTo>
                  <a:lnTo>
                    <a:pt x="344797" y="1890006"/>
                  </a:lnTo>
                  <a:lnTo>
                    <a:pt x="345642" y="1835204"/>
                  </a:lnTo>
                  <a:lnTo>
                    <a:pt x="346487" y="1760767"/>
                  </a:lnTo>
                  <a:lnTo>
                    <a:pt x="347332" y="1656717"/>
                  </a:lnTo>
                  <a:lnTo>
                    <a:pt x="348177" y="1595436"/>
                  </a:lnTo>
                  <a:lnTo>
                    <a:pt x="349023" y="1634124"/>
                  </a:lnTo>
                  <a:lnTo>
                    <a:pt x="349868" y="1647587"/>
                  </a:lnTo>
                  <a:lnTo>
                    <a:pt x="350713" y="1617765"/>
                  </a:lnTo>
                  <a:lnTo>
                    <a:pt x="351558" y="1605659"/>
                  </a:lnTo>
                  <a:lnTo>
                    <a:pt x="352403" y="1627469"/>
                  </a:lnTo>
                  <a:lnTo>
                    <a:pt x="353248" y="1651038"/>
                  </a:lnTo>
                  <a:lnTo>
                    <a:pt x="354093" y="1657527"/>
                  </a:lnTo>
                  <a:lnTo>
                    <a:pt x="354938" y="1679368"/>
                  </a:lnTo>
                  <a:lnTo>
                    <a:pt x="355783" y="1660029"/>
                  </a:lnTo>
                  <a:lnTo>
                    <a:pt x="356628" y="1631743"/>
                  </a:lnTo>
                  <a:lnTo>
                    <a:pt x="357473" y="1618833"/>
                  </a:lnTo>
                  <a:lnTo>
                    <a:pt x="358319" y="1579849"/>
                  </a:lnTo>
                  <a:lnTo>
                    <a:pt x="359164" y="1533054"/>
                  </a:lnTo>
                  <a:lnTo>
                    <a:pt x="360009" y="1469485"/>
                  </a:lnTo>
                  <a:lnTo>
                    <a:pt x="360854" y="1391683"/>
                  </a:lnTo>
                  <a:lnTo>
                    <a:pt x="361699" y="1349566"/>
                  </a:lnTo>
                  <a:lnTo>
                    <a:pt x="362544" y="1351423"/>
                  </a:lnTo>
                  <a:lnTo>
                    <a:pt x="363389" y="1315007"/>
                  </a:lnTo>
                  <a:lnTo>
                    <a:pt x="364234" y="1304321"/>
                  </a:lnTo>
                  <a:lnTo>
                    <a:pt x="365079" y="1373424"/>
                  </a:lnTo>
                  <a:lnTo>
                    <a:pt x="365924" y="1432491"/>
                  </a:lnTo>
                  <a:lnTo>
                    <a:pt x="366769" y="1445032"/>
                  </a:lnTo>
                  <a:lnTo>
                    <a:pt x="367615" y="1433136"/>
                  </a:lnTo>
                  <a:lnTo>
                    <a:pt x="368460" y="1444426"/>
                  </a:lnTo>
                  <a:lnTo>
                    <a:pt x="369305" y="1440594"/>
                  </a:lnTo>
                  <a:lnTo>
                    <a:pt x="370150" y="1422970"/>
                  </a:lnTo>
                  <a:lnTo>
                    <a:pt x="370995" y="1513838"/>
                  </a:lnTo>
                  <a:lnTo>
                    <a:pt x="371840" y="1634856"/>
                  </a:lnTo>
                  <a:lnTo>
                    <a:pt x="372685" y="1691335"/>
                  </a:lnTo>
                  <a:lnTo>
                    <a:pt x="373530" y="1698977"/>
                  </a:lnTo>
                  <a:lnTo>
                    <a:pt x="374375" y="1688658"/>
                  </a:lnTo>
                  <a:lnTo>
                    <a:pt x="375220" y="1678994"/>
                  </a:lnTo>
                  <a:lnTo>
                    <a:pt x="376065" y="1693871"/>
                  </a:lnTo>
                  <a:lnTo>
                    <a:pt x="376911" y="1692550"/>
                  </a:lnTo>
                  <a:lnTo>
                    <a:pt x="377756" y="1628360"/>
                  </a:lnTo>
                  <a:lnTo>
                    <a:pt x="378601" y="1635853"/>
                  </a:lnTo>
                  <a:lnTo>
                    <a:pt x="379446" y="1603536"/>
                  </a:lnTo>
                  <a:lnTo>
                    <a:pt x="380291" y="1517267"/>
                  </a:lnTo>
                  <a:lnTo>
                    <a:pt x="381136" y="1428648"/>
                  </a:lnTo>
                  <a:lnTo>
                    <a:pt x="381981" y="1348728"/>
                  </a:lnTo>
                  <a:lnTo>
                    <a:pt x="382826" y="1388838"/>
                  </a:lnTo>
                  <a:lnTo>
                    <a:pt x="383671" y="1426987"/>
                  </a:lnTo>
                  <a:lnTo>
                    <a:pt x="384516" y="1472789"/>
                  </a:lnTo>
                  <a:lnTo>
                    <a:pt x="385362" y="1497042"/>
                  </a:lnTo>
                  <a:lnTo>
                    <a:pt x="386207" y="1394488"/>
                  </a:lnTo>
                  <a:lnTo>
                    <a:pt x="387052" y="1274284"/>
                  </a:lnTo>
                  <a:lnTo>
                    <a:pt x="387897" y="1132960"/>
                  </a:lnTo>
                  <a:lnTo>
                    <a:pt x="388742" y="1001748"/>
                  </a:lnTo>
                  <a:lnTo>
                    <a:pt x="389587" y="988830"/>
                  </a:lnTo>
                  <a:lnTo>
                    <a:pt x="390432" y="1005312"/>
                  </a:lnTo>
                  <a:lnTo>
                    <a:pt x="391277" y="1067366"/>
                  </a:lnTo>
                  <a:lnTo>
                    <a:pt x="392122" y="1135756"/>
                  </a:lnTo>
                  <a:lnTo>
                    <a:pt x="392967" y="1232946"/>
                  </a:lnTo>
                  <a:lnTo>
                    <a:pt x="393812" y="1311446"/>
                  </a:lnTo>
                  <a:lnTo>
                    <a:pt x="394658" y="1286859"/>
                  </a:lnTo>
                  <a:lnTo>
                    <a:pt x="395503" y="1293330"/>
                  </a:lnTo>
                  <a:lnTo>
                    <a:pt x="396348" y="1303937"/>
                  </a:lnTo>
                  <a:lnTo>
                    <a:pt x="397193" y="1360753"/>
                  </a:lnTo>
                  <a:lnTo>
                    <a:pt x="398038" y="1394485"/>
                  </a:lnTo>
                  <a:lnTo>
                    <a:pt x="398883" y="1456871"/>
                  </a:lnTo>
                  <a:lnTo>
                    <a:pt x="399728" y="1589122"/>
                  </a:lnTo>
                  <a:lnTo>
                    <a:pt x="400573" y="1652408"/>
                  </a:lnTo>
                  <a:lnTo>
                    <a:pt x="401418" y="1696397"/>
                  </a:lnTo>
                  <a:lnTo>
                    <a:pt x="402263" y="1724970"/>
                  </a:lnTo>
                  <a:lnTo>
                    <a:pt x="403108" y="1709264"/>
                  </a:lnTo>
                  <a:lnTo>
                    <a:pt x="403954" y="1609471"/>
                  </a:lnTo>
                  <a:lnTo>
                    <a:pt x="404799" y="1510449"/>
                  </a:lnTo>
                  <a:lnTo>
                    <a:pt x="405644" y="1449700"/>
                  </a:lnTo>
                  <a:lnTo>
                    <a:pt x="406489" y="1430574"/>
                  </a:lnTo>
                  <a:lnTo>
                    <a:pt x="407334" y="1451636"/>
                  </a:lnTo>
                  <a:lnTo>
                    <a:pt x="408179" y="1526326"/>
                  </a:lnTo>
                  <a:lnTo>
                    <a:pt x="409024" y="1617039"/>
                  </a:lnTo>
                  <a:lnTo>
                    <a:pt x="409869" y="1614210"/>
                  </a:lnTo>
                  <a:lnTo>
                    <a:pt x="410714" y="1586237"/>
                  </a:lnTo>
                  <a:lnTo>
                    <a:pt x="411559" y="1576829"/>
                  </a:lnTo>
                  <a:lnTo>
                    <a:pt x="412404" y="1532992"/>
                  </a:lnTo>
                  <a:lnTo>
                    <a:pt x="413250" y="1490232"/>
                  </a:lnTo>
                  <a:lnTo>
                    <a:pt x="414095" y="1450206"/>
                  </a:lnTo>
                  <a:lnTo>
                    <a:pt x="414940" y="1427438"/>
                  </a:lnTo>
                  <a:lnTo>
                    <a:pt x="415785" y="1498733"/>
                  </a:lnTo>
                  <a:lnTo>
                    <a:pt x="416630" y="1587627"/>
                  </a:lnTo>
                  <a:lnTo>
                    <a:pt x="417475" y="1575841"/>
                  </a:lnTo>
                  <a:lnTo>
                    <a:pt x="418320" y="1529098"/>
                  </a:lnTo>
                  <a:lnTo>
                    <a:pt x="419165" y="1552949"/>
                  </a:lnTo>
                  <a:lnTo>
                    <a:pt x="420010" y="1596143"/>
                  </a:lnTo>
                  <a:lnTo>
                    <a:pt x="420855" y="1557947"/>
                  </a:lnTo>
                  <a:lnTo>
                    <a:pt x="421700" y="1491851"/>
                  </a:lnTo>
                  <a:lnTo>
                    <a:pt x="422546" y="1504906"/>
                  </a:lnTo>
                  <a:lnTo>
                    <a:pt x="423391" y="1567759"/>
                  </a:lnTo>
                  <a:lnTo>
                    <a:pt x="424236" y="1637936"/>
                  </a:lnTo>
                  <a:lnTo>
                    <a:pt x="425081" y="1679298"/>
                  </a:lnTo>
                  <a:lnTo>
                    <a:pt x="425926" y="1691345"/>
                  </a:lnTo>
                  <a:lnTo>
                    <a:pt x="426771" y="1727476"/>
                  </a:lnTo>
                  <a:lnTo>
                    <a:pt x="427616" y="1785281"/>
                  </a:lnTo>
                  <a:lnTo>
                    <a:pt x="428461" y="1793350"/>
                  </a:lnTo>
                  <a:lnTo>
                    <a:pt x="429306" y="1744502"/>
                  </a:lnTo>
                  <a:lnTo>
                    <a:pt x="430151" y="1715627"/>
                  </a:lnTo>
                  <a:lnTo>
                    <a:pt x="430996" y="1729747"/>
                  </a:lnTo>
                  <a:lnTo>
                    <a:pt x="431842" y="1780780"/>
                  </a:lnTo>
                  <a:lnTo>
                    <a:pt x="432687" y="1794325"/>
                  </a:lnTo>
                  <a:lnTo>
                    <a:pt x="433532" y="1802854"/>
                  </a:lnTo>
                  <a:lnTo>
                    <a:pt x="434377" y="1824237"/>
                  </a:lnTo>
                  <a:lnTo>
                    <a:pt x="435222" y="1846600"/>
                  </a:lnTo>
                  <a:lnTo>
                    <a:pt x="436067" y="1872463"/>
                  </a:lnTo>
                  <a:lnTo>
                    <a:pt x="436912" y="1831455"/>
                  </a:lnTo>
                  <a:lnTo>
                    <a:pt x="437757" y="1789802"/>
                  </a:lnTo>
                  <a:lnTo>
                    <a:pt x="438602" y="1748633"/>
                  </a:lnTo>
                  <a:lnTo>
                    <a:pt x="439447" y="1725225"/>
                  </a:lnTo>
                  <a:lnTo>
                    <a:pt x="440292" y="1727225"/>
                  </a:lnTo>
                  <a:lnTo>
                    <a:pt x="441138" y="1706333"/>
                  </a:lnTo>
                  <a:lnTo>
                    <a:pt x="441983" y="1647412"/>
                  </a:lnTo>
                  <a:lnTo>
                    <a:pt x="442828" y="1637722"/>
                  </a:lnTo>
                  <a:lnTo>
                    <a:pt x="443673" y="1607893"/>
                  </a:lnTo>
                  <a:lnTo>
                    <a:pt x="444518" y="1543189"/>
                  </a:lnTo>
                  <a:lnTo>
                    <a:pt x="445363" y="1514899"/>
                  </a:lnTo>
                  <a:lnTo>
                    <a:pt x="446208" y="1557001"/>
                  </a:lnTo>
                  <a:lnTo>
                    <a:pt x="447053" y="1631228"/>
                  </a:lnTo>
                  <a:lnTo>
                    <a:pt x="447898" y="1631150"/>
                  </a:lnTo>
                  <a:lnTo>
                    <a:pt x="448743" y="1643832"/>
                  </a:lnTo>
                  <a:lnTo>
                    <a:pt x="449589" y="1694171"/>
                  </a:lnTo>
                  <a:lnTo>
                    <a:pt x="450434" y="1714045"/>
                  </a:lnTo>
                  <a:lnTo>
                    <a:pt x="451279" y="1699970"/>
                  </a:lnTo>
                  <a:lnTo>
                    <a:pt x="452124" y="1724661"/>
                  </a:lnTo>
                  <a:lnTo>
                    <a:pt x="452969" y="1776835"/>
                  </a:lnTo>
                  <a:lnTo>
                    <a:pt x="453814" y="1864537"/>
                  </a:lnTo>
                  <a:lnTo>
                    <a:pt x="454659" y="1936948"/>
                  </a:lnTo>
                  <a:lnTo>
                    <a:pt x="455504" y="1964998"/>
                  </a:lnTo>
                  <a:lnTo>
                    <a:pt x="456349" y="1970930"/>
                  </a:lnTo>
                  <a:lnTo>
                    <a:pt x="457194" y="1921681"/>
                  </a:lnTo>
                  <a:lnTo>
                    <a:pt x="458039" y="1900167"/>
                  </a:lnTo>
                  <a:lnTo>
                    <a:pt x="458885" y="1849094"/>
                  </a:lnTo>
                  <a:lnTo>
                    <a:pt x="459730" y="1803674"/>
                  </a:lnTo>
                  <a:lnTo>
                    <a:pt x="460575" y="1770656"/>
                  </a:lnTo>
                  <a:lnTo>
                    <a:pt x="461420" y="1737243"/>
                  </a:lnTo>
                  <a:lnTo>
                    <a:pt x="462265" y="1677110"/>
                  </a:lnTo>
                  <a:lnTo>
                    <a:pt x="463110" y="1602612"/>
                  </a:lnTo>
                  <a:lnTo>
                    <a:pt x="463955" y="1590234"/>
                  </a:lnTo>
                  <a:lnTo>
                    <a:pt x="464800" y="1527316"/>
                  </a:lnTo>
                  <a:lnTo>
                    <a:pt x="465645" y="1466592"/>
                  </a:lnTo>
                  <a:lnTo>
                    <a:pt x="466490" y="1432246"/>
                  </a:lnTo>
                  <a:lnTo>
                    <a:pt x="467335" y="1455836"/>
                  </a:lnTo>
                  <a:lnTo>
                    <a:pt x="468181" y="1496604"/>
                  </a:lnTo>
                  <a:lnTo>
                    <a:pt x="469026" y="1534611"/>
                  </a:lnTo>
                  <a:lnTo>
                    <a:pt x="469871" y="1605613"/>
                  </a:lnTo>
                  <a:lnTo>
                    <a:pt x="470716" y="1685958"/>
                  </a:lnTo>
                  <a:lnTo>
                    <a:pt x="471561" y="1725110"/>
                  </a:lnTo>
                  <a:lnTo>
                    <a:pt x="472406" y="1728174"/>
                  </a:lnTo>
                  <a:lnTo>
                    <a:pt x="473251" y="1695878"/>
                  </a:lnTo>
                  <a:lnTo>
                    <a:pt x="474096" y="1577880"/>
                  </a:lnTo>
                  <a:lnTo>
                    <a:pt x="474941" y="1493875"/>
                  </a:lnTo>
                  <a:lnTo>
                    <a:pt x="475786" y="1487813"/>
                  </a:lnTo>
                  <a:lnTo>
                    <a:pt x="476631" y="1500230"/>
                  </a:lnTo>
                  <a:lnTo>
                    <a:pt x="477477" y="1504916"/>
                  </a:lnTo>
                  <a:lnTo>
                    <a:pt x="478322" y="1530511"/>
                  </a:lnTo>
                  <a:lnTo>
                    <a:pt x="479167" y="1588247"/>
                  </a:lnTo>
                  <a:lnTo>
                    <a:pt x="480012" y="1645723"/>
                  </a:lnTo>
                  <a:lnTo>
                    <a:pt x="480857" y="1638757"/>
                  </a:lnTo>
                  <a:lnTo>
                    <a:pt x="481702" y="1651399"/>
                  </a:lnTo>
                  <a:lnTo>
                    <a:pt x="482547" y="1729664"/>
                  </a:lnTo>
                  <a:lnTo>
                    <a:pt x="483392" y="1796872"/>
                  </a:lnTo>
                  <a:lnTo>
                    <a:pt x="484237" y="1856797"/>
                  </a:lnTo>
                  <a:lnTo>
                    <a:pt x="485082" y="1907324"/>
                  </a:lnTo>
                  <a:lnTo>
                    <a:pt x="485927" y="1927435"/>
                  </a:lnTo>
                  <a:lnTo>
                    <a:pt x="486773" y="1889086"/>
                  </a:lnTo>
                  <a:lnTo>
                    <a:pt x="487618" y="1783259"/>
                  </a:lnTo>
                  <a:lnTo>
                    <a:pt x="488463" y="1701331"/>
                  </a:lnTo>
                  <a:lnTo>
                    <a:pt x="489308" y="1674056"/>
                  </a:lnTo>
                  <a:lnTo>
                    <a:pt x="490153" y="1607442"/>
                  </a:lnTo>
                  <a:lnTo>
                    <a:pt x="490998" y="1533885"/>
                  </a:lnTo>
                  <a:lnTo>
                    <a:pt x="491843" y="1518256"/>
                  </a:lnTo>
                  <a:lnTo>
                    <a:pt x="492688" y="1547863"/>
                  </a:lnTo>
                  <a:lnTo>
                    <a:pt x="493533" y="1617284"/>
                  </a:lnTo>
                  <a:lnTo>
                    <a:pt x="494378" y="1636575"/>
                  </a:lnTo>
                  <a:lnTo>
                    <a:pt x="495223" y="1676891"/>
                  </a:lnTo>
                  <a:lnTo>
                    <a:pt x="496069" y="1694967"/>
                  </a:lnTo>
                  <a:lnTo>
                    <a:pt x="496914" y="1675616"/>
                  </a:lnTo>
                  <a:lnTo>
                    <a:pt x="497759" y="1660670"/>
                  </a:lnTo>
                  <a:lnTo>
                    <a:pt x="498604" y="1615980"/>
                  </a:lnTo>
                  <a:lnTo>
                    <a:pt x="499449" y="1612875"/>
                  </a:lnTo>
                  <a:lnTo>
                    <a:pt x="500294" y="1570535"/>
                  </a:lnTo>
                  <a:lnTo>
                    <a:pt x="501139" y="1579744"/>
                  </a:lnTo>
                  <a:lnTo>
                    <a:pt x="501984" y="1656587"/>
                  </a:lnTo>
                  <a:lnTo>
                    <a:pt x="502829" y="1705293"/>
                  </a:lnTo>
                  <a:lnTo>
                    <a:pt x="503674" y="1702555"/>
                  </a:lnTo>
                  <a:lnTo>
                    <a:pt x="504520" y="1684975"/>
                  </a:lnTo>
                  <a:lnTo>
                    <a:pt x="505365" y="1701047"/>
                  </a:lnTo>
                  <a:lnTo>
                    <a:pt x="506210" y="1676270"/>
                  </a:lnTo>
                  <a:lnTo>
                    <a:pt x="507055" y="1571241"/>
                  </a:lnTo>
                  <a:lnTo>
                    <a:pt x="507900" y="1520918"/>
                  </a:lnTo>
                  <a:lnTo>
                    <a:pt x="508745" y="1492248"/>
                  </a:lnTo>
                  <a:lnTo>
                    <a:pt x="509590" y="1456991"/>
                  </a:lnTo>
                  <a:lnTo>
                    <a:pt x="510435" y="1401736"/>
                  </a:lnTo>
                  <a:lnTo>
                    <a:pt x="511280" y="1402004"/>
                  </a:lnTo>
                  <a:lnTo>
                    <a:pt x="512125" y="1444684"/>
                  </a:lnTo>
                  <a:lnTo>
                    <a:pt x="512970" y="1428162"/>
                  </a:lnTo>
                  <a:lnTo>
                    <a:pt x="513816" y="1435992"/>
                  </a:lnTo>
                  <a:lnTo>
                    <a:pt x="514661" y="1503708"/>
                  </a:lnTo>
                  <a:lnTo>
                    <a:pt x="515506" y="1613260"/>
                  </a:lnTo>
                  <a:lnTo>
                    <a:pt x="516351" y="1685049"/>
                  </a:lnTo>
                  <a:lnTo>
                    <a:pt x="517196" y="1730314"/>
                  </a:lnTo>
                  <a:lnTo>
                    <a:pt x="518041" y="1782585"/>
                  </a:lnTo>
                  <a:lnTo>
                    <a:pt x="518886" y="1843768"/>
                  </a:lnTo>
                  <a:lnTo>
                    <a:pt x="519731" y="1819336"/>
                  </a:lnTo>
                  <a:lnTo>
                    <a:pt x="520576" y="1771076"/>
                  </a:lnTo>
                  <a:lnTo>
                    <a:pt x="521421" y="1780267"/>
                  </a:lnTo>
                  <a:lnTo>
                    <a:pt x="522266" y="1794991"/>
                  </a:lnTo>
                  <a:lnTo>
                    <a:pt x="523112" y="1771141"/>
                  </a:lnTo>
                  <a:lnTo>
                    <a:pt x="523957" y="1738678"/>
                  </a:lnTo>
                  <a:lnTo>
                    <a:pt x="524802" y="1761622"/>
                  </a:lnTo>
                  <a:lnTo>
                    <a:pt x="525647" y="1802934"/>
                  </a:lnTo>
                  <a:lnTo>
                    <a:pt x="526492" y="1799804"/>
                  </a:lnTo>
                  <a:lnTo>
                    <a:pt x="527337" y="1805193"/>
                  </a:lnTo>
                  <a:lnTo>
                    <a:pt x="528182" y="1835919"/>
                  </a:lnTo>
                  <a:lnTo>
                    <a:pt x="529027" y="1862951"/>
                  </a:lnTo>
                  <a:lnTo>
                    <a:pt x="529872" y="1830998"/>
                  </a:lnTo>
                  <a:lnTo>
                    <a:pt x="530717" y="1813253"/>
                  </a:lnTo>
                  <a:lnTo>
                    <a:pt x="531562" y="1811978"/>
                  </a:lnTo>
                  <a:lnTo>
                    <a:pt x="532408" y="1802187"/>
                  </a:lnTo>
                  <a:lnTo>
                    <a:pt x="533253" y="1853854"/>
                  </a:lnTo>
                  <a:lnTo>
                    <a:pt x="534098" y="1867630"/>
                  </a:lnTo>
                  <a:lnTo>
                    <a:pt x="534943" y="1872286"/>
                  </a:lnTo>
                  <a:lnTo>
                    <a:pt x="535788" y="1861211"/>
                  </a:lnTo>
                  <a:lnTo>
                    <a:pt x="536633" y="1809311"/>
                  </a:lnTo>
                  <a:lnTo>
                    <a:pt x="537478" y="1754810"/>
                  </a:lnTo>
                  <a:lnTo>
                    <a:pt x="538323" y="1699169"/>
                  </a:lnTo>
                  <a:lnTo>
                    <a:pt x="539168" y="1687736"/>
                  </a:lnTo>
                  <a:lnTo>
                    <a:pt x="540013" y="1698412"/>
                  </a:lnTo>
                  <a:lnTo>
                    <a:pt x="540858" y="1723586"/>
                  </a:lnTo>
                  <a:lnTo>
                    <a:pt x="541704" y="1748766"/>
                  </a:lnTo>
                  <a:lnTo>
                    <a:pt x="542549" y="1752161"/>
                  </a:lnTo>
                  <a:lnTo>
                    <a:pt x="543394" y="1759692"/>
                  </a:lnTo>
                  <a:lnTo>
                    <a:pt x="544239" y="1755991"/>
                  </a:lnTo>
                  <a:lnTo>
                    <a:pt x="545084" y="1743732"/>
                  </a:lnTo>
                  <a:lnTo>
                    <a:pt x="545929" y="1754260"/>
                  </a:lnTo>
                  <a:lnTo>
                    <a:pt x="546774" y="1826837"/>
                  </a:lnTo>
                  <a:lnTo>
                    <a:pt x="547619" y="1890044"/>
                  </a:lnTo>
                  <a:lnTo>
                    <a:pt x="548464" y="1841344"/>
                  </a:lnTo>
                  <a:lnTo>
                    <a:pt x="549309" y="1745960"/>
                  </a:lnTo>
                  <a:lnTo>
                    <a:pt x="550154" y="1661111"/>
                  </a:lnTo>
                  <a:lnTo>
                    <a:pt x="551000" y="1562532"/>
                  </a:lnTo>
                  <a:lnTo>
                    <a:pt x="551845" y="1518600"/>
                  </a:lnTo>
                  <a:lnTo>
                    <a:pt x="552690" y="1502768"/>
                  </a:lnTo>
                  <a:lnTo>
                    <a:pt x="553535" y="1500072"/>
                  </a:lnTo>
                  <a:lnTo>
                    <a:pt x="554380" y="1485756"/>
                  </a:lnTo>
                  <a:lnTo>
                    <a:pt x="555225" y="1499935"/>
                  </a:lnTo>
                  <a:lnTo>
                    <a:pt x="556070" y="1539443"/>
                  </a:lnTo>
                  <a:lnTo>
                    <a:pt x="556915" y="1474136"/>
                  </a:lnTo>
                  <a:lnTo>
                    <a:pt x="557760" y="1425893"/>
                  </a:lnTo>
                  <a:lnTo>
                    <a:pt x="558605" y="1483208"/>
                  </a:lnTo>
                  <a:lnTo>
                    <a:pt x="559450" y="1605002"/>
                  </a:lnTo>
                  <a:lnTo>
                    <a:pt x="560296" y="1738737"/>
                  </a:lnTo>
                  <a:lnTo>
                    <a:pt x="561141" y="1812687"/>
                  </a:lnTo>
                  <a:lnTo>
                    <a:pt x="561986" y="1920101"/>
                  </a:lnTo>
                  <a:lnTo>
                    <a:pt x="562831" y="2027304"/>
                  </a:lnTo>
                  <a:lnTo>
                    <a:pt x="563676" y="2073018"/>
                  </a:lnTo>
                  <a:lnTo>
                    <a:pt x="564521" y="2097120"/>
                  </a:lnTo>
                  <a:lnTo>
                    <a:pt x="565366" y="2103286"/>
                  </a:lnTo>
                  <a:lnTo>
                    <a:pt x="566211" y="2103286"/>
                  </a:lnTo>
                  <a:lnTo>
                    <a:pt x="567056" y="2103286"/>
                  </a:lnTo>
                  <a:lnTo>
                    <a:pt x="567901" y="2103286"/>
                  </a:lnTo>
                  <a:lnTo>
                    <a:pt x="568747" y="2103286"/>
                  </a:lnTo>
                  <a:lnTo>
                    <a:pt x="569592" y="2060775"/>
                  </a:lnTo>
                  <a:lnTo>
                    <a:pt x="570437" y="2009849"/>
                  </a:lnTo>
                  <a:lnTo>
                    <a:pt x="571282" y="1983858"/>
                  </a:lnTo>
                  <a:lnTo>
                    <a:pt x="572127" y="1966217"/>
                  </a:lnTo>
                  <a:lnTo>
                    <a:pt x="572972" y="1959858"/>
                  </a:lnTo>
                  <a:lnTo>
                    <a:pt x="573817" y="1962132"/>
                  </a:lnTo>
                  <a:lnTo>
                    <a:pt x="574662" y="1937535"/>
                  </a:lnTo>
                  <a:lnTo>
                    <a:pt x="575507" y="1889382"/>
                  </a:lnTo>
                  <a:lnTo>
                    <a:pt x="576352" y="1794562"/>
                  </a:lnTo>
                  <a:lnTo>
                    <a:pt x="577197" y="1700552"/>
                  </a:lnTo>
                  <a:lnTo>
                    <a:pt x="578043" y="1628613"/>
                  </a:lnTo>
                  <a:lnTo>
                    <a:pt x="578888" y="1575323"/>
                  </a:lnTo>
                  <a:lnTo>
                    <a:pt x="579733" y="1631928"/>
                  </a:lnTo>
                  <a:lnTo>
                    <a:pt x="580578" y="1694702"/>
                  </a:lnTo>
                  <a:lnTo>
                    <a:pt x="581423" y="1754585"/>
                  </a:lnTo>
                  <a:lnTo>
                    <a:pt x="582268" y="1883668"/>
                  </a:lnTo>
                  <a:lnTo>
                    <a:pt x="583113" y="1984502"/>
                  </a:lnTo>
                  <a:lnTo>
                    <a:pt x="583958" y="1988443"/>
                  </a:lnTo>
                  <a:lnTo>
                    <a:pt x="584803" y="1882199"/>
                  </a:lnTo>
                  <a:lnTo>
                    <a:pt x="585648" y="1774806"/>
                  </a:lnTo>
                  <a:lnTo>
                    <a:pt x="586493" y="1725011"/>
                  </a:lnTo>
                  <a:lnTo>
                    <a:pt x="587339" y="1647482"/>
                  </a:lnTo>
                  <a:lnTo>
                    <a:pt x="588184" y="1574095"/>
                  </a:lnTo>
                  <a:lnTo>
                    <a:pt x="589029" y="1644317"/>
                  </a:lnTo>
                  <a:lnTo>
                    <a:pt x="589874" y="1790553"/>
                  </a:lnTo>
                  <a:lnTo>
                    <a:pt x="590719" y="1930539"/>
                  </a:lnTo>
                  <a:lnTo>
                    <a:pt x="591564" y="2012879"/>
                  </a:lnTo>
                  <a:lnTo>
                    <a:pt x="592409" y="2068029"/>
                  </a:lnTo>
                  <a:lnTo>
                    <a:pt x="593254" y="2090625"/>
                  </a:lnTo>
                  <a:lnTo>
                    <a:pt x="594099" y="2018985"/>
                  </a:lnTo>
                  <a:lnTo>
                    <a:pt x="594944" y="1881548"/>
                  </a:lnTo>
                  <a:lnTo>
                    <a:pt x="595789" y="1795755"/>
                  </a:lnTo>
                  <a:lnTo>
                    <a:pt x="596635" y="1738351"/>
                  </a:lnTo>
                  <a:lnTo>
                    <a:pt x="597480" y="1658486"/>
                  </a:lnTo>
                  <a:lnTo>
                    <a:pt x="598325" y="1600643"/>
                  </a:lnTo>
                  <a:lnTo>
                    <a:pt x="599170" y="1608747"/>
                  </a:lnTo>
                  <a:lnTo>
                    <a:pt x="600015" y="1614976"/>
                  </a:lnTo>
                  <a:lnTo>
                    <a:pt x="600860" y="1552150"/>
                  </a:lnTo>
                  <a:lnTo>
                    <a:pt x="601705" y="1513283"/>
                  </a:lnTo>
                  <a:lnTo>
                    <a:pt x="602550" y="1510015"/>
                  </a:lnTo>
                  <a:lnTo>
                    <a:pt x="603395" y="1504683"/>
                  </a:lnTo>
                  <a:lnTo>
                    <a:pt x="604240" y="1479249"/>
                  </a:lnTo>
                  <a:lnTo>
                    <a:pt x="605085" y="1502993"/>
                  </a:lnTo>
                  <a:lnTo>
                    <a:pt x="605931" y="1541010"/>
                  </a:lnTo>
                  <a:lnTo>
                    <a:pt x="606776" y="1522908"/>
                  </a:lnTo>
                  <a:lnTo>
                    <a:pt x="607621" y="1508339"/>
                  </a:lnTo>
                  <a:lnTo>
                    <a:pt x="608466" y="1502703"/>
                  </a:lnTo>
                  <a:lnTo>
                    <a:pt x="609311" y="1490837"/>
                  </a:lnTo>
                  <a:lnTo>
                    <a:pt x="610156" y="1502466"/>
                  </a:lnTo>
                  <a:lnTo>
                    <a:pt x="611001" y="1523208"/>
                  </a:lnTo>
                  <a:lnTo>
                    <a:pt x="611846" y="1586720"/>
                  </a:lnTo>
                  <a:lnTo>
                    <a:pt x="612691" y="1630597"/>
                  </a:lnTo>
                  <a:lnTo>
                    <a:pt x="613536" y="1649653"/>
                  </a:lnTo>
                  <a:lnTo>
                    <a:pt x="614381" y="1633328"/>
                  </a:lnTo>
                  <a:lnTo>
                    <a:pt x="615227" y="1603769"/>
                  </a:lnTo>
                  <a:lnTo>
                    <a:pt x="616072" y="1553657"/>
                  </a:lnTo>
                  <a:lnTo>
                    <a:pt x="616917" y="1512938"/>
                  </a:lnTo>
                  <a:lnTo>
                    <a:pt x="617762" y="1463237"/>
                  </a:lnTo>
                  <a:lnTo>
                    <a:pt x="618607" y="1443907"/>
                  </a:lnTo>
                  <a:lnTo>
                    <a:pt x="619452" y="1527136"/>
                  </a:lnTo>
                  <a:lnTo>
                    <a:pt x="620297" y="1599256"/>
                  </a:lnTo>
                  <a:lnTo>
                    <a:pt x="621142" y="1664907"/>
                  </a:lnTo>
                  <a:lnTo>
                    <a:pt x="621987" y="1707924"/>
                  </a:lnTo>
                  <a:lnTo>
                    <a:pt x="622832" y="1779558"/>
                  </a:lnTo>
                  <a:lnTo>
                    <a:pt x="623677" y="1850095"/>
                  </a:lnTo>
                  <a:lnTo>
                    <a:pt x="624523" y="1854046"/>
                  </a:lnTo>
                  <a:lnTo>
                    <a:pt x="625368" y="1828413"/>
                  </a:lnTo>
                  <a:lnTo>
                    <a:pt x="626213" y="1837604"/>
                  </a:lnTo>
                  <a:lnTo>
                    <a:pt x="627058" y="1845173"/>
                  </a:lnTo>
                  <a:lnTo>
                    <a:pt x="627903" y="1847775"/>
                  </a:lnTo>
                  <a:lnTo>
                    <a:pt x="628748" y="1813785"/>
                  </a:lnTo>
                  <a:lnTo>
                    <a:pt x="629593" y="1772320"/>
                  </a:lnTo>
                  <a:lnTo>
                    <a:pt x="630438" y="1743604"/>
                  </a:lnTo>
                  <a:lnTo>
                    <a:pt x="631283" y="1687395"/>
                  </a:lnTo>
                  <a:lnTo>
                    <a:pt x="632128" y="1640273"/>
                  </a:lnTo>
                  <a:lnTo>
                    <a:pt x="632974" y="1621431"/>
                  </a:lnTo>
                  <a:lnTo>
                    <a:pt x="633819" y="1655475"/>
                  </a:lnTo>
                  <a:lnTo>
                    <a:pt x="634664" y="1709244"/>
                  </a:lnTo>
                  <a:lnTo>
                    <a:pt x="635509" y="1744721"/>
                  </a:lnTo>
                  <a:lnTo>
                    <a:pt x="636354" y="1755462"/>
                  </a:lnTo>
                  <a:lnTo>
                    <a:pt x="637199" y="1776648"/>
                  </a:lnTo>
                  <a:lnTo>
                    <a:pt x="638044" y="1765380"/>
                  </a:lnTo>
                  <a:lnTo>
                    <a:pt x="638889" y="1737354"/>
                  </a:lnTo>
                  <a:lnTo>
                    <a:pt x="639734" y="1687469"/>
                  </a:lnTo>
                  <a:lnTo>
                    <a:pt x="640579" y="1649788"/>
                  </a:lnTo>
                  <a:lnTo>
                    <a:pt x="641424" y="1676025"/>
                  </a:lnTo>
                  <a:lnTo>
                    <a:pt x="642270" y="1677551"/>
                  </a:lnTo>
                  <a:lnTo>
                    <a:pt x="643115" y="1641282"/>
                  </a:lnTo>
                  <a:lnTo>
                    <a:pt x="643960" y="1575427"/>
                  </a:lnTo>
                  <a:lnTo>
                    <a:pt x="644805" y="1513313"/>
                  </a:lnTo>
                  <a:lnTo>
                    <a:pt x="645650" y="1495690"/>
                  </a:lnTo>
                  <a:lnTo>
                    <a:pt x="646495" y="1447735"/>
                  </a:lnTo>
                  <a:lnTo>
                    <a:pt x="647340" y="1385286"/>
                  </a:lnTo>
                  <a:lnTo>
                    <a:pt x="648185" y="1401618"/>
                  </a:lnTo>
                  <a:lnTo>
                    <a:pt x="649030" y="1488419"/>
                  </a:lnTo>
                  <a:lnTo>
                    <a:pt x="649875" y="1550055"/>
                  </a:lnTo>
                  <a:lnTo>
                    <a:pt x="650720" y="1574007"/>
                  </a:lnTo>
                  <a:lnTo>
                    <a:pt x="651566" y="1592438"/>
                  </a:lnTo>
                  <a:lnTo>
                    <a:pt x="652411" y="1634024"/>
                  </a:lnTo>
                  <a:lnTo>
                    <a:pt x="653256" y="1695630"/>
                  </a:lnTo>
                  <a:lnTo>
                    <a:pt x="654101" y="1693414"/>
                  </a:lnTo>
                  <a:lnTo>
                    <a:pt x="654946" y="1660687"/>
                  </a:lnTo>
                  <a:lnTo>
                    <a:pt x="655791" y="1604034"/>
                  </a:lnTo>
                  <a:lnTo>
                    <a:pt x="656636" y="1607817"/>
                  </a:lnTo>
                  <a:lnTo>
                    <a:pt x="657481" y="1625391"/>
                  </a:lnTo>
                  <a:lnTo>
                    <a:pt x="658326" y="1589554"/>
                  </a:lnTo>
                  <a:lnTo>
                    <a:pt x="659171" y="1569046"/>
                  </a:lnTo>
                  <a:lnTo>
                    <a:pt x="660016" y="1634154"/>
                  </a:lnTo>
                  <a:lnTo>
                    <a:pt x="660862" y="1741077"/>
                  </a:lnTo>
                  <a:lnTo>
                    <a:pt x="661707" y="1800991"/>
                  </a:lnTo>
                  <a:lnTo>
                    <a:pt x="662552" y="1821630"/>
                  </a:lnTo>
                  <a:lnTo>
                    <a:pt x="663397" y="1870394"/>
                  </a:lnTo>
                  <a:lnTo>
                    <a:pt x="664242" y="1930296"/>
                  </a:lnTo>
                  <a:lnTo>
                    <a:pt x="665087" y="1964095"/>
                  </a:lnTo>
                  <a:lnTo>
                    <a:pt x="665932" y="1989220"/>
                  </a:lnTo>
                  <a:lnTo>
                    <a:pt x="666777" y="1990743"/>
                  </a:lnTo>
                  <a:lnTo>
                    <a:pt x="667622" y="1986783"/>
                  </a:lnTo>
                  <a:lnTo>
                    <a:pt x="668467" y="1883347"/>
                  </a:lnTo>
                  <a:lnTo>
                    <a:pt x="669312" y="1782024"/>
                  </a:lnTo>
                  <a:lnTo>
                    <a:pt x="670158" y="1689049"/>
                  </a:lnTo>
                  <a:lnTo>
                    <a:pt x="671003" y="1591190"/>
                  </a:lnTo>
                  <a:lnTo>
                    <a:pt x="671848" y="1519655"/>
                  </a:lnTo>
                  <a:lnTo>
                    <a:pt x="672693" y="1477384"/>
                  </a:lnTo>
                  <a:lnTo>
                    <a:pt x="673538" y="1482616"/>
                  </a:lnTo>
                  <a:lnTo>
                    <a:pt x="674383" y="1445264"/>
                  </a:lnTo>
                  <a:lnTo>
                    <a:pt x="675228" y="1449865"/>
                  </a:lnTo>
                  <a:lnTo>
                    <a:pt x="676073" y="1469783"/>
                  </a:lnTo>
                  <a:lnTo>
                    <a:pt x="676918" y="1468643"/>
                  </a:lnTo>
                  <a:lnTo>
                    <a:pt x="677763" y="1490643"/>
                  </a:lnTo>
                  <a:lnTo>
                    <a:pt x="678608" y="1574502"/>
                  </a:lnTo>
                  <a:lnTo>
                    <a:pt x="679454" y="1651314"/>
                  </a:lnTo>
                  <a:lnTo>
                    <a:pt x="680299" y="1668378"/>
                  </a:lnTo>
                  <a:lnTo>
                    <a:pt x="681144" y="1716700"/>
                  </a:lnTo>
                  <a:lnTo>
                    <a:pt x="681989" y="1742202"/>
                  </a:lnTo>
                  <a:lnTo>
                    <a:pt x="682834" y="1707496"/>
                  </a:lnTo>
                  <a:lnTo>
                    <a:pt x="683679" y="1654809"/>
                  </a:lnTo>
                  <a:lnTo>
                    <a:pt x="684524" y="1627361"/>
                  </a:lnTo>
                  <a:lnTo>
                    <a:pt x="685369" y="1616549"/>
                  </a:lnTo>
                  <a:lnTo>
                    <a:pt x="686214" y="1608810"/>
                  </a:lnTo>
                  <a:lnTo>
                    <a:pt x="687059" y="1635945"/>
                  </a:lnTo>
                  <a:lnTo>
                    <a:pt x="687904" y="1729026"/>
                  </a:lnTo>
                  <a:lnTo>
                    <a:pt x="688750" y="1818592"/>
                  </a:lnTo>
                  <a:lnTo>
                    <a:pt x="689595" y="1926894"/>
                  </a:lnTo>
                  <a:lnTo>
                    <a:pt x="690440" y="2003847"/>
                  </a:lnTo>
                  <a:lnTo>
                    <a:pt x="691285" y="1977859"/>
                  </a:lnTo>
                  <a:lnTo>
                    <a:pt x="692130" y="1973558"/>
                  </a:lnTo>
                  <a:lnTo>
                    <a:pt x="692975" y="1968408"/>
                  </a:lnTo>
                  <a:lnTo>
                    <a:pt x="693820" y="1921948"/>
                  </a:lnTo>
                  <a:lnTo>
                    <a:pt x="694665" y="1844765"/>
                  </a:lnTo>
                  <a:lnTo>
                    <a:pt x="695510" y="1769456"/>
                  </a:lnTo>
                  <a:lnTo>
                    <a:pt x="696355" y="1758542"/>
                  </a:lnTo>
                  <a:lnTo>
                    <a:pt x="697201" y="1736604"/>
                  </a:lnTo>
                  <a:lnTo>
                    <a:pt x="698046" y="1749980"/>
                  </a:lnTo>
                  <a:lnTo>
                    <a:pt x="698891" y="1786280"/>
                  </a:lnTo>
                  <a:lnTo>
                    <a:pt x="699736" y="1878291"/>
                  </a:lnTo>
                  <a:lnTo>
                    <a:pt x="700581" y="1940748"/>
                  </a:lnTo>
                  <a:lnTo>
                    <a:pt x="701426" y="1981805"/>
                  </a:lnTo>
                  <a:lnTo>
                    <a:pt x="702271" y="1989559"/>
                  </a:lnTo>
                  <a:lnTo>
                    <a:pt x="703116" y="1916951"/>
                  </a:lnTo>
                  <a:lnTo>
                    <a:pt x="703961" y="1889005"/>
                  </a:lnTo>
                  <a:lnTo>
                    <a:pt x="704806" y="1807847"/>
                  </a:lnTo>
                  <a:lnTo>
                    <a:pt x="705651" y="1758422"/>
                  </a:lnTo>
                  <a:lnTo>
                    <a:pt x="706497" y="1740424"/>
                  </a:lnTo>
                  <a:lnTo>
                    <a:pt x="707342" y="1791201"/>
                  </a:lnTo>
                  <a:lnTo>
                    <a:pt x="708187" y="1914449"/>
                  </a:lnTo>
                  <a:lnTo>
                    <a:pt x="709032" y="1984398"/>
                  </a:lnTo>
                  <a:lnTo>
                    <a:pt x="709877" y="2023667"/>
                  </a:lnTo>
                  <a:lnTo>
                    <a:pt x="710722" y="2090070"/>
                  </a:lnTo>
                  <a:lnTo>
                    <a:pt x="711567" y="2103286"/>
                  </a:lnTo>
                  <a:lnTo>
                    <a:pt x="712412" y="2103286"/>
                  </a:lnTo>
                  <a:lnTo>
                    <a:pt x="713257" y="2103286"/>
                  </a:lnTo>
                  <a:lnTo>
                    <a:pt x="714102" y="2025538"/>
                  </a:lnTo>
                  <a:lnTo>
                    <a:pt x="714947" y="1999538"/>
                  </a:lnTo>
                  <a:lnTo>
                    <a:pt x="715793" y="2023111"/>
                  </a:lnTo>
                  <a:lnTo>
                    <a:pt x="716638" y="2056536"/>
                  </a:lnTo>
                  <a:lnTo>
                    <a:pt x="717483" y="2089006"/>
                  </a:lnTo>
                  <a:lnTo>
                    <a:pt x="718328" y="2088667"/>
                  </a:lnTo>
                  <a:lnTo>
                    <a:pt x="719173" y="2099559"/>
                  </a:lnTo>
                  <a:lnTo>
                    <a:pt x="720018" y="2103019"/>
                  </a:lnTo>
                  <a:lnTo>
                    <a:pt x="720863" y="2057176"/>
                  </a:lnTo>
                  <a:lnTo>
                    <a:pt x="721708" y="1971379"/>
                  </a:lnTo>
                  <a:lnTo>
                    <a:pt x="722553" y="1894635"/>
                  </a:lnTo>
                  <a:lnTo>
                    <a:pt x="723398" y="1915100"/>
                  </a:lnTo>
                  <a:lnTo>
                    <a:pt x="724243" y="1961453"/>
                  </a:lnTo>
                  <a:lnTo>
                    <a:pt x="725089" y="2011548"/>
                  </a:lnTo>
                  <a:lnTo>
                    <a:pt x="725934" y="2069834"/>
                  </a:lnTo>
                  <a:lnTo>
                    <a:pt x="726779" y="2103286"/>
                  </a:lnTo>
                  <a:lnTo>
                    <a:pt x="727624" y="2103286"/>
                  </a:lnTo>
                  <a:lnTo>
                    <a:pt x="728469" y="2103286"/>
                  </a:lnTo>
                  <a:lnTo>
                    <a:pt x="729314" y="2103286"/>
                  </a:lnTo>
                  <a:lnTo>
                    <a:pt x="730159" y="2103286"/>
                  </a:lnTo>
                  <a:lnTo>
                    <a:pt x="731004" y="2103286"/>
                  </a:lnTo>
                  <a:lnTo>
                    <a:pt x="731849" y="2103286"/>
                  </a:lnTo>
                  <a:lnTo>
                    <a:pt x="732694" y="2089214"/>
                  </a:lnTo>
                  <a:lnTo>
                    <a:pt x="733539" y="2039951"/>
                  </a:lnTo>
                  <a:lnTo>
                    <a:pt x="734385" y="2019327"/>
                  </a:lnTo>
                  <a:lnTo>
                    <a:pt x="735230" y="1997662"/>
                  </a:lnTo>
                  <a:lnTo>
                    <a:pt x="736075" y="1995150"/>
                  </a:lnTo>
                  <a:lnTo>
                    <a:pt x="736920" y="2006931"/>
                  </a:lnTo>
                  <a:lnTo>
                    <a:pt x="737765" y="2020897"/>
                  </a:lnTo>
                  <a:lnTo>
                    <a:pt x="738610" y="2067440"/>
                  </a:lnTo>
                  <a:lnTo>
                    <a:pt x="739455" y="2103286"/>
                  </a:lnTo>
                  <a:lnTo>
                    <a:pt x="740300" y="2103286"/>
                  </a:lnTo>
                  <a:lnTo>
                    <a:pt x="741145" y="2103286"/>
                  </a:lnTo>
                  <a:lnTo>
                    <a:pt x="741990" y="2103286"/>
                  </a:lnTo>
                  <a:lnTo>
                    <a:pt x="742835" y="2103286"/>
                  </a:lnTo>
                  <a:lnTo>
                    <a:pt x="743681" y="2103286"/>
                  </a:lnTo>
                  <a:lnTo>
                    <a:pt x="744526" y="2103286"/>
                  </a:lnTo>
                  <a:lnTo>
                    <a:pt x="745371" y="2103286"/>
                  </a:lnTo>
                  <a:lnTo>
                    <a:pt x="746216" y="2103286"/>
                  </a:lnTo>
                  <a:lnTo>
                    <a:pt x="747061" y="2103286"/>
                  </a:lnTo>
                  <a:lnTo>
                    <a:pt x="747906" y="2081002"/>
                  </a:lnTo>
                  <a:lnTo>
                    <a:pt x="748751" y="2025777"/>
                  </a:lnTo>
                  <a:lnTo>
                    <a:pt x="749596" y="1987881"/>
                  </a:lnTo>
                  <a:lnTo>
                    <a:pt x="750441" y="1978906"/>
                  </a:lnTo>
                  <a:lnTo>
                    <a:pt x="751286" y="1968845"/>
                  </a:lnTo>
                  <a:lnTo>
                    <a:pt x="752131" y="1985744"/>
                  </a:lnTo>
                  <a:lnTo>
                    <a:pt x="752977" y="2030119"/>
                  </a:lnTo>
                  <a:lnTo>
                    <a:pt x="753822" y="2100691"/>
                  </a:lnTo>
                  <a:lnTo>
                    <a:pt x="754667" y="2103286"/>
                  </a:lnTo>
                  <a:lnTo>
                    <a:pt x="755512" y="2103286"/>
                  </a:lnTo>
                  <a:lnTo>
                    <a:pt x="756357" y="2103286"/>
                  </a:lnTo>
                  <a:lnTo>
                    <a:pt x="757202" y="2103286"/>
                  </a:lnTo>
                  <a:lnTo>
                    <a:pt x="758047" y="2103286"/>
                  </a:lnTo>
                  <a:lnTo>
                    <a:pt x="758892" y="2103286"/>
                  </a:lnTo>
                  <a:lnTo>
                    <a:pt x="759737" y="2103286"/>
                  </a:lnTo>
                  <a:lnTo>
                    <a:pt x="760582" y="2044897"/>
                  </a:lnTo>
                  <a:lnTo>
                    <a:pt x="761428" y="1944410"/>
                  </a:lnTo>
                  <a:lnTo>
                    <a:pt x="762273" y="1933056"/>
                  </a:lnTo>
                  <a:lnTo>
                    <a:pt x="763118" y="1923102"/>
                  </a:lnTo>
                  <a:lnTo>
                    <a:pt x="763963" y="1921760"/>
                  </a:lnTo>
                  <a:lnTo>
                    <a:pt x="764808" y="1968337"/>
                  </a:lnTo>
                  <a:lnTo>
                    <a:pt x="765653" y="2017051"/>
                  </a:lnTo>
                  <a:lnTo>
                    <a:pt x="766498" y="2038925"/>
                  </a:lnTo>
                  <a:lnTo>
                    <a:pt x="767343" y="2064158"/>
                  </a:lnTo>
                  <a:lnTo>
                    <a:pt x="768188" y="2103286"/>
                  </a:lnTo>
                  <a:lnTo>
                    <a:pt x="769033" y="2098308"/>
                  </a:lnTo>
                  <a:lnTo>
                    <a:pt x="769878" y="2093440"/>
                  </a:lnTo>
                  <a:lnTo>
                    <a:pt x="770724" y="2103286"/>
                  </a:lnTo>
                  <a:lnTo>
                    <a:pt x="771569" y="2103286"/>
                  </a:lnTo>
                  <a:lnTo>
                    <a:pt x="772414" y="2103286"/>
                  </a:lnTo>
                  <a:lnTo>
                    <a:pt x="773259" y="2103286"/>
                  </a:lnTo>
                  <a:lnTo>
                    <a:pt x="774104" y="2103286"/>
                  </a:lnTo>
                  <a:lnTo>
                    <a:pt x="774949" y="2103286"/>
                  </a:lnTo>
                  <a:lnTo>
                    <a:pt x="775794" y="2103286"/>
                  </a:lnTo>
                  <a:lnTo>
                    <a:pt x="776639" y="2103286"/>
                  </a:lnTo>
                  <a:lnTo>
                    <a:pt x="777484" y="2103286"/>
                  </a:lnTo>
                  <a:lnTo>
                    <a:pt x="778329" y="2103286"/>
                  </a:lnTo>
                  <a:lnTo>
                    <a:pt x="779174" y="2103286"/>
                  </a:lnTo>
                  <a:lnTo>
                    <a:pt x="780020" y="2103286"/>
                  </a:lnTo>
                  <a:lnTo>
                    <a:pt x="780865" y="2103286"/>
                  </a:lnTo>
                  <a:lnTo>
                    <a:pt x="781710" y="2103286"/>
                  </a:lnTo>
                  <a:lnTo>
                    <a:pt x="782555" y="2103286"/>
                  </a:lnTo>
                  <a:lnTo>
                    <a:pt x="783400" y="2103286"/>
                  </a:lnTo>
                  <a:lnTo>
                    <a:pt x="784245" y="2103286"/>
                  </a:lnTo>
                  <a:lnTo>
                    <a:pt x="785090" y="2103286"/>
                  </a:lnTo>
                  <a:lnTo>
                    <a:pt x="785935" y="2103286"/>
                  </a:lnTo>
                  <a:lnTo>
                    <a:pt x="786780" y="2103286"/>
                  </a:lnTo>
                  <a:lnTo>
                    <a:pt x="787625" y="2103286"/>
                  </a:lnTo>
                  <a:lnTo>
                    <a:pt x="788470" y="2103286"/>
                  </a:lnTo>
                  <a:lnTo>
                    <a:pt x="789316" y="2087960"/>
                  </a:lnTo>
                  <a:lnTo>
                    <a:pt x="790161" y="2079465"/>
                  </a:lnTo>
                  <a:lnTo>
                    <a:pt x="791006" y="2072438"/>
                  </a:lnTo>
                  <a:lnTo>
                    <a:pt x="791851" y="2041155"/>
                  </a:lnTo>
                  <a:lnTo>
                    <a:pt x="792696" y="2029505"/>
                  </a:lnTo>
                  <a:lnTo>
                    <a:pt x="793541" y="2063219"/>
                  </a:lnTo>
                  <a:lnTo>
                    <a:pt x="794386" y="2075616"/>
                  </a:lnTo>
                  <a:lnTo>
                    <a:pt x="795231" y="2045114"/>
                  </a:lnTo>
                  <a:lnTo>
                    <a:pt x="796076" y="2034083"/>
                  </a:lnTo>
                  <a:lnTo>
                    <a:pt x="796921" y="2077235"/>
                  </a:lnTo>
                  <a:lnTo>
                    <a:pt x="797766" y="2103286"/>
                  </a:lnTo>
                  <a:lnTo>
                    <a:pt x="798612" y="2103286"/>
                  </a:lnTo>
                  <a:lnTo>
                    <a:pt x="799457" y="2103286"/>
                  </a:lnTo>
                  <a:lnTo>
                    <a:pt x="800302" y="2103286"/>
                  </a:lnTo>
                  <a:lnTo>
                    <a:pt x="801147" y="2103286"/>
                  </a:lnTo>
                  <a:lnTo>
                    <a:pt x="801992" y="2103286"/>
                  </a:lnTo>
                  <a:lnTo>
                    <a:pt x="802837" y="2103286"/>
                  </a:lnTo>
                  <a:lnTo>
                    <a:pt x="803682" y="2103286"/>
                  </a:lnTo>
                  <a:lnTo>
                    <a:pt x="804527" y="2103286"/>
                  </a:lnTo>
                  <a:lnTo>
                    <a:pt x="805372" y="2071851"/>
                  </a:lnTo>
                  <a:lnTo>
                    <a:pt x="806217" y="2032673"/>
                  </a:lnTo>
                  <a:lnTo>
                    <a:pt x="807062" y="2028716"/>
                  </a:lnTo>
                  <a:lnTo>
                    <a:pt x="807908" y="2019745"/>
                  </a:lnTo>
                  <a:lnTo>
                    <a:pt x="808753" y="2034252"/>
                  </a:lnTo>
                  <a:lnTo>
                    <a:pt x="809598" y="1992209"/>
                  </a:lnTo>
                  <a:lnTo>
                    <a:pt x="810443" y="1921975"/>
                  </a:lnTo>
                  <a:lnTo>
                    <a:pt x="811288" y="1917317"/>
                  </a:lnTo>
                  <a:lnTo>
                    <a:pt x="812133" y="1907150"/>
                  </a:lnTo>
                  <a:lnTo>
                    <a:pt x="812978" y="1892920"/>
                  </a:lnTo>
                  <a:lnTo>
                    <a:pt x="813823" y="1864684"/>
                  </a:lnTo>
                  <a:lnTo>
                    <a:pt x="814668" y="1893035"/>
                  </a:lnTo>
                  <a:lnTo>
                    <a:pt x="815513" y="1997256"/>
                  </a:lnTo>
                  <a:lnTo>
                    <a:pt x="816358" y="2061746"/>
                  </a:lnTo>
                  <a:lnTo>
                    <a:pt x="817204" y="2103286"/>
                  </a:lnTo>
                  <a:lnTo>
                    <a:pt x="818049" y="2103286"/>
                  </a:lnTo>
                  <a:lnTo>
                    <a:pt x="818894" y="2103286"/>
                  </a:lnTo>
                  <a:lnTo>
                    <a:pt x="819739" y="2103286"/>
                  </a:lnTo>
                  <a:lnTo>
                    <a:pt x="820584" y="2103286"/>
                  </a:lnTo>
                  <a:lnTo>
                    <a:pt x="821429" y="2085492"/>
                  </a:lnTo>
                  <a:lnTo>
                    <a:pt x="822274" y="2047862"/>
                  </a:lnTo>
                  <a:lnTo>
                    <a:pt x="823119" y="2020926"/>
                  </a:lnTo>
                  <a:lnTo>
                    <a:pt x="823964" y="2039465"/>
                  </a:lnTo>
                  <a:lnTo>
                    <a:pt x="824809" y="2047931"/>
                  </a:lnTo>
                  <a:lnTo>
                    <a:pt x="825655" y="2061376"/>
                  </a:lnTo>
                  <a:lnTo>
                    <a:pt x="826500" y="2096895"/>
                  </a:lnTo>
                  <a:lnTo>
                    <a:pt x="827345" y="2103286"/>
                  </a:lnTo>
                  <a:lnTo>
                    <a:pt x="828190" y="2103286"/>
                  </a:lnTo>
                  <a:lnTo>
                    <a:pt x="829035" y="2103286"/>
                  </a:lnTo>
                  <a:lnTo>
                    <a:pt x="829880" y="2103286"/>
                  </a:lnTo>
                  <a:lnTo>
                    <a:pt x="830725" y="2103286"/>
                  </a:lnTo>
                  <a:lnTo>
                    <a:pt x="831570" y="2103286"/>
                  </a:lnTo>
                  <a:lnTo>
                    <a:pt x="832415" y="2103286"/>
                  </a:lnTo>
                  <a:lnTo>
                    <a:pt x="833260" y="2103286"/>
                  </a:lnTo>
                  <a:lnTo>
                    <a:pt x="834105" y="2103286"/>
                  </a:lnTo>
                  <a:lnTo>
                    <a:pt x="834951" y="2103286"/>
                  </a:lnTo>
                  <a:lnTo>
                    <a:pt x="835796" y="2103286"/>
                  </a:lnTo>
                  <a:lnTo>
                    <a:pt x="836641" y="2103286"/>
                  </a:lnTo>
                  <a:lnTo>
                    <a:pt x="837486" y="2103286"/>
                  </a:lnTo>
                  <a:lnTo>
                    <a:pt x="838331" y="2103286"/>
                  </a:lnTo>
                  <a:lnTo>
                    <a:pt x="839176" y="2103286"/>
                  </a:lnTo>
                  <a:lnTo>
                    <a:pt x="840021" y="2103286"/>
                  </a:lnTo>
                  <a:lnTo>
                    <a:pt x="840866" y="2103286"/>
                  </a:lnTo>
                  <a:lnTo>
                    <a:pt x="841711" y="2103286"/>
                  </a:lnTo>
                  <a:lnTo>
                    <a:pt x="842556" y="2103286"/>
                  </a:lnTo>
                  <a:lnTo>
                    <a:pt x="843401" y="2103286"/>
                  </a:lnTo>
                  <a:lnTo>
                    <a:pt x="844247" y="2103286"/>
                  </a:lnTo>
                  <a:lnTo>
                    <a:pt x="845092" y="2064019"/>
                  </a:lnTo>
                  <a:lnTo>
                    <a:pt x="845937" y="2009942"/>
                  </a:lnTo>
                  <a:lnTo>
                    <a:pt x="846782" y="2000713"/>
                  </a:lnTo>
                  <a:lnTo>
                    <a:pt x="847627" y="1986641"/>
                  </a:lnTo>
                  <a:lnTo>
                    <a:pt x="848472" y="1918449"/>
                  </a:lnTo>
                  <a:lnTo>
                    <a:pt x="849317" y="1887813"/>
                  </a:lnTo>
                  <a:lnTo>
                    <a:pt x="850162" y="1881277"/>
                  </a:lnTo>
                  <a:lnTo>
                    <a:pt x="851007" y="1852096"/>
                  </a:lnTo>
                  <a:lnTo>
                    <a:pt x="851852" y="1844052"/>
                  </a:lnTo>
                  <a:lnTo>
                    <a:pt x="852697" y="1850525"/>
                  </a:lnTo>
                  <a:lnTo>
                    <a:pt x="853543" y="1908029"/>
                  </a:lnTo>
                  <a:lnTo>
                    <a:pt x="854388" y="1955379"/>
                  </a:lnTo>
                  <a:lnTo>
                    <a:pt x="855233" y="2021282"/>
                  </a:lnTo>
                  <a:lnTo>
                    <a:pt x="856078" y="2090078"/>
                  </a:lnTo>
                  <a:lnTo>
                    <a:pt x="856923" y="2103286"/>
                  </a:lnTo>
                  <a:lnTo>
                    <a:pt x="857768" y="2069054"/>
                  </a:lnTo>
                  <a:lnTo>
                    <a:pt x="858613" y="2063028"/>
                  </a:lnTo>
                  <a:lnTo>
                    <a:pt x="859458" y="2068062"/>
                  </a:lnTo>
                  <a:lnTo>
                    <a:pt x="860303" y="2052375"/>
                  </a:lnTo>
                  <a:lnTo>
                    <a:pt x="861148" y="2043992"/>
                  </a:lnTo>
                  <a:lnTo>
                    <a:pt x="861993" y="2067526"/>
                  </a:lnTo>
                  <a:lnTo>
                    <a:pt x="862839" y="2101104"/>
                  </a:lnTo>
                  <a:lnTo>
                    <a:pt x="863684" y="2103286"/>
                  </a:lnTo>
                  <a:lnTo>
                    <a:pt x="864529" y="2103286"/>
                  </a:lnTo>
                  <a:lnTo>
                    <a:pt x="865374" y="2103286"/>
                  </a:lnTo>
                  <a:lnTo>
                    <a:pt x="866219" y="2103286"/>
                  </a:lnTo>
                  <a:lnTo>
                    <a:pt x="867064" y="2103286"/>
                  </a:lnTo>
                  <a:lnTo>
                    <a:pt x="867909" y="2103286"/>
                  </a:lnTo>
                  <a:lnTo>
                    <a:pt x="868754" y="2103286"/>
                  </a:lnTo>
                  <a:lnTo>
                    <a:pt x="869599" y="2103286"/>
                  </a:lnTo>
                  <a:lnTo>
                    <a:pt x="870444" y="2076684"/>
                  </a:lnTo>
                  <a:lnTo>
                    <a:pt x="871289" y="2050494"/>
                  </a:lnTo>
                  <a:lnTo>
                    <a:pt x="872135" y="2028238"/>
                  </a:lnTo>
                  <a:lnTo>
                    <a:pt x="872980" y="2003239"/>
                  </a:lnTo>
                  <a:lnTo>
                    <a:pt x="873825" y="2006838"/>
                  </a:lnTo>
                  <a:lnTo>
                    <a:pt x="874670" y="2006307"/>
                  </a:lnTo>
                  <a:lnTo>
                    <a:pt x="875515" y="2045270"/>
                  </a:lnTo>
                  <a:lnTo>
                    <a:pt x="876360" y="2090373"/>
                  </a:lnTo>
                  <a:lnTo>
                    <a:pt x="877205" y="2101522"/>
                  </a:lnTo>
                  <a:lnTo>
                    <a:pt x="878050" y="2103286"/>
                  </a:lnTo>
                  <a:lnTo>
                    <a:pt x="878895" y="2103286"/>
                  </a:lnTo>
                  <a:lnTo>
                    <a:pt x="879740" y="2103286"/>
                  </a:lnTo>
                  <a:lnTo>
                    <a:pt x="880585" y="2078017"/>
                  </a:lnTo>
                  <a:lnTo>
                    <a:pt x="881431" y="2023785"/>
                  </a:lnTo>
                  <a:lnTo>
                    <a:pt x="882276" y="2016004"/>
                  </a:lnTo>
                  <a:lnTo>
                    <a:pt x="883121" y="2018131"/>
                  </a:lnTo>
                  <a:lnTo>
                    <a:pt x="883966" y="2032023"/>
                  </a:lnTo>
                  <a:lnTo>
                    <a:pt x="884811" y="2035060"/>
                  </a:lnTo>
                  <a:lnTo>
                    <a:pt x="885656" y="2017493"/>
                  </a:lnTo>
                  <a:lnTo>
                    <a:pt x="886501" y="2041812"/>
                  </a:lnTo>
                  <a:lnTo>
                    <a:pt x="887346" y="2058896"/>
                  </a:lnTo>
                  <a:lnTo>
                    <a:pt x="888191" y="2080213"/>
                  </a:lnTo>
                  <a:lnTo>
                    <a:pt x="889036" y="2094785"/>
                  </a:lnTo>
                  <a:lnTo>
                    <a:pt x="889882" y="2103286"/>
                  </a:lnTo>
                  <a:lnTo>
                    <a:pt x="890727" y="2103286"/>
                  </a:lnTo>
                  <a:lnTo>
                    <a:pt x="891572" y="2103286"/>
                  </a:lnTo>
                  <a:lnTo>
                    <a:pt x="892417" y="2072867"/>
                  </a:lnTo>
                  <a:lnTo>
                    <a:pt x="893262" y="2016804"/>
                  </a:lnTo>
                  <a:lnTo>
                    <a:pt x="894107" y="1997551"/>
                  </a:lnTo>
                  <a:lnTo>
                    <a:pt x="894952" y="1956744"/>
                  </a:lnTo>
                  <a:lnTo>
                    <a:pt x="895797" y="1953504"/>
                  </a:lnTo>
                  <a:lnTo>
                    <a:pt x="896642" y="2003326"/>
                  </a:lnTo>
                  <a:lnTo>
                    <a:pt x="897487" y="2103286"/>
                  </a:lnTo>
                  <a:lnTo>
                    <a:pt x="898332" y="2103286"/>
                  </a:lnTo>
                  <a:lnTo>
                    <a:pt x="899178" y="2103286"/>
                  </a:lnTo>
                  <a:lnTo>
                    <a:pt x="900023" y="2103286"/>
                  </a:lnTo>
                  <a:lnTo>
                    <a:pt x="900868" y="2103286"/>
                  </a:lnTo>
                  <a:lnTo>
                    <a:pt x="901713" y="2103286"/>
                  </a:lnTo>
                  <a:lnTo>
                    <a:pt x="902558" y="2103286"/>
                  </a:lnTo>
                  <a:lnTo>
                    <a:pt x="903403" y="2078982"/>
                  </a:lnTo>
                  <a:lnTo>
                    <a:pt x="904248" y="2103286"/>
                  </a:lnTo>
                  <a:lnTo>
                    <a:pt x="905093" y="2103286"/>
                  </a:lnTo>
                  <a:lnTo>
                    <a:pt x="905938" y="2103286"/>
                  </a:lnTo>
                  <a:lnTo>
                    <a:pt x="906783" y="2103286"/>
                  </a:lnTo>
                  <a:lnTo>
                    <a:pt x="907628" y="2103286"/>
                  </a:lnTo>
                  <a:lnTo>
                    <a:pt x="908474" y="2103286"/>
                  </a:lnTo>
                  <a:lnTo>
                    <a:pt x="909319" y="2103286"/>
                  </a:lnTo>
                  <a:lnTo>
                    <a:pt x="910164" y="2103286"/>
                  </a:lnTo>
                  <a:lnTo>
                    <a:pt x="911009" y="2103286"/>
                  </a:lnTo>
                  <a:lnTo>
                    <a:pt x="911854" y="2103286"/>
                  </a:lnTo>
                  <a:lnTo>
                    <a:pt x="912699" y="2103286"/>
                  </a:lnTo>
                  <a:lnTo>
                    <a:pt x="913544" y="2103286"/>
                  </a:lnTo>
                  <a:lnTo>
                    <a:pt x="914389" y="2103286"/>
                  </a:lnTo>
                  <a:lnTo>
                    <a:pt x="915234" y="2103286"/>
                  </a:lnTo>
                  <a:lnTo>
                    <a:pt x="916079" y="2103286"/>
                  </a:lnTo>
                  <a:lnTo>
                    <a:pt x="916924" y="2103286"/>
                  </a:lnTo>
                  <a:lnTo>
                    <a:pt x="917770" y="2103286"/>
                  </a:lnTo>
                  <a:lnTo>
                    <a:pt x="918615" y="2103286"/>
                  </a:lnTo>
                  <a:lnTo>
                    <a:pt x="919460" y="2103286"/>
                  </a:lnTo>
                  <a:lnTo>
                    <a:pt x="920305" y="2103286"/>
                  </a:lnTo>
                  <a:lnTo>
                    <a:pt x="921150" y="2103286"/>
                  </a:lnTo>
                  <a:lnTo>
                    <a:pt x="921995" y="2103286"/>
                  </a:lnTo>
                  <a:lnTo>
                    <a:pt x="922840" y="2103286"/>
                  </a:lnTo>
                  <a:lnTo>
                    <a:pt x="923685" y="2103286"/>
                  </a:lnTo>
                  <a:lnTo>
                    <a:pt x="924530" y="2067409"/>
                  </a:lnTo>
                  <a:lnTo>
                    <a:pt x="925375" y="2060784"/>
                  </a:lnTo>
                  <a:lnTo>
                    <a:pt x="926220" y="2067477"/>
                  </a:lnTo>
                  <a:lnTo>
                    <a:pt x="927066" y="2043040"/>
                  </a:lnTo>
                  <a:lnTo>
                    <a:pt x="927911" y="2028616"/>
                  </a:lnTo>
                  <a:lnTo>
                    <a:pt x="928756" y="2070523"/>
                  </a:lnTo>
                  <a:lnTo>
                    <a:pt x="929601" y="2103286"/>
                  </a:lnTo>
                  <a:lnTo>
                    <a:pt x="930446" y="2100559"/>
                  </a:lnTo>
                  <a:lnTo>
                    <a:pt x="931291" y="2053773"/>
                  </a:lnTo>
                  <a:lnTo>
                    <a:pt x="932136" y="2024738"/>
                  </a:lnTo>
                  <a:lnTo>
                    <a:pt x="932981" y="2002641"/>
                  </a:lnTo>
                  <a:lnTo>
                    <a:pt x="933826" y="1994282"/>
                  </a:lnTo>
                  <a:lnTo>
                    <a:pt x="934671" y="1996428"/>
                  </a:lnTo>
                  <a:lnTo>
                    <a:pt x="935516" y="2066857"/>
                  </a:lnTo>
                  <a:lnTo>
                    <a:pt x="936362" y="2103286"/>
                  </a:lnTo>
                  <a:lnTo>
                    <a:pt x="937207" y="2103286"/>
                  </a:lnTo>
                  <a:lnTo>
                    <a:pt x="938052" y="2103286"/>
                  </a:lnTo>
                  <a:lnTo>
                    <a:pt x="938897" y="2103286"/>
                  </a:lnTo>
                  <a:lnTo>
                    <a:pt x="939742" y="2103286"/>
                  </a:lnTo>
                  <a:lnTo>
                    <a:pt x="940587" y="2103286"/>
                  </a:lnTo>
                  <a:lnTo>
                    <a:pt x="941432" y="2103286"/>
                  </a:lnTo>
                  <a:lnTo>
                    <a:pt x="942277" y="2103286"/>
                  </a:lnTo>
                  <a:lnTo>
                    <a:pt x="943122" y="2103286"/>
                  </a:lnTo>
                  <a:lnTo>
                    <a:pt x="943967" y="2103286"/>
                  </a:lnTo>
                  <a:lnTo>
                    <a:pt x="944812" y="2103286"/>
                  </a:lnTo>
                  <a:lnTo>
                    <a:pt x="945658" y="2103286"/>
                  </a:lnTo>
                  <a:lnTo>
                    <a:pt x="946503" y="2103286"/>
                  </a:lnTo>
                  <a:lnTo>
                    <a:pt x="947348" y="2103286"/>
                  </a:lnTo>
                  <a:lnTo>
                    <a:pt x="948193" y="2102169"/>
                  </a:lnTo>
                  <a:lnTo>
                    <a:pt x="949038" y="2103286"/>
                  </a:lnTo>
                  <a:lnTo>
                    <a:pt x="949883" y="2103286"/>
                  </a:lnTo>
                  <a:lnTo>
                    <a:pt x="950728" y="2103286"/>
                  </a:lnTo>
                  <a:lnTo>
                    <a:pt x="951573" y="2103286"/>
                  </a:lnTo>
                  <a:lnTo>
                    <a:pt x="952418" y="2103286"/>
                  </a:lnTo>
                  <a:lnTo>
                    <a:pt x="953263" y="2103286"/>
                  </a:lnTo>
                  <a:lnTo>
                    <a:pt x="954109" y="2103286"/>
                  </a:lnTo>
                  <a:lnTo>
                    <a:pt x="954954" y="2103286"/>
                  </a:lnTo>
                  <a:lnTo>
                    <a:pt x="955799" y="2103286"/>
                  </a:lnTo>
                  <a:lnTo>
                    <a:pt x="956644" y="2097592"/>
                  </a:lnTo>
                  <a:lnTo>
                    <a:pt x="957489" y="2082312"/>
                  </a:lnTo>
                  <a:lnTo>
                    <a:pt x="958334" y="2103286"/>
                  </a:lnTo>
                  <a:lnTo>
                    <a:pt x="959179" y="2103286"/>
                  </a:lnTo>
                  <a:lnTo>
                    <a:pt x="960024" y="2103286"/>
                  </a:lnTo>
                  <a:lnTo>
                    <a:pt x="960869" y="2103286"/>
                  </a:lnTo>
                  <a:lnTo>
                    <a:pt x="961714" y="2103286"/>
                  </a:lnTo>
                  <a:lnTo>
                    <a:pt x="962559" y="2103286"/>
                  </a:lnTo>
                  <a:lnTo>
                    <a:pt x="963405" y="2087115"/>
                  </a:lnTo>
                  <a:lnTo>
                    <a:pt x="964250" y="2068708"/>
                  </a:lnTo>
                  <a:lnTo>
                    <a:pt x="965095" y="2090894"/>
                  </a:lnTo>
                  <a:lnTo>
                    <a:pt x="965940" y="2059600"/>
                  </a:lnTo>
                  <a:lnTo>
                    <a:pt x="966785" y="2059491"/>
                  </a:lnTo>
                  <a:lnTo>
                    <a:pt x="967630" y="2095927"/>
                  </a:lnTo>
                  <a:lnTo>
                    <a:pt x="968475" y="2034821"/>
                  </a:lnTo>
                  <a:lnTo>
                    <a:pt x="969320" y="1979758"/>
                  </a:lnTo>
                  <a:lnTo>
                    <a:pt x="970165" y="1982550"/>
                  </a:lnTo>
                  <a:lnTo>
                    <a:pt x="971010" y="2001366"/>
                  </a:lnTo>
                  <a:lnTo>
                    <a:pt x="971855" y="1986751"/>
                  </a:lnTo>
                  <a:lnTo>
                    <a:pt x="972701" y="1995112"/>
                  </a:lnTo>
                  <a:lnTo>
                    <a:pt x="973546" y="2103286"/>
                  </a:lnTo>
                  <a:lnTo>
                    <a:pt x="974391" y="2103286"/>
                  </a:lnTo>
                  <a:lnTo>
                    <a:pt x="975236" y="2103286"/>
                  </a:lnTo>
                  <a:lnTo>
                    <a:pt x="976081" y="2103286"/>
                  </a:lnTo>
                  <a:lnTo>
                    <a:pt x="976926" y="2103286"/>
                  </a:lnTo>
                  <a:lnTo>
                    <a:pt x="977771" y="2103286"/>
                  </a:lnTo>
                  <a:lnTo>
                    <a:pt x="978616" y="2103286"/>
                  </a:lnTo>
                  <a:lnTo>
                    <a:pt x="979461" y="2103286"/>
                  </a:lnTo>
                  <a:lnTo>
                    <a:pt x="980306" y="2103286"/>
                  </a:lnTo>
                  <a:lnTo>
                    <a:pt x="981151" y="2103286"/>
                  </a:lnTo>
                  <a:lnTo>
                    <a:pt x="981997" y="2103286"/>
                  </a:lnTo>
                  <a:lnTo>
                    <a:pt x="982842" y="2103286"/>
                  </a:lnTo>
                  <a:lnTo>
                    <a:pt x="983687" y="2103286"/>
                  </a:lnTo>
                  <a:lnTo>
                    <a:pt x="984532" y="2103286"/>
                  </a:lnTo>
                  <a:lnTo>
                    <a:pt x="985377" y="2103286"/>
                  </a:lnTo>
                  <a:lnTo>
                    <a:pt x="986222" y="2103286"/>
                  </a:lnTo>
                  <a:lnTo>
                    <a:pt x="987067" y="2103286"/>
                  </a:lnTo>
                  <a:lnTo>
                    <a:pt x="987912" y="2103286"/>
                  </a:lnTo>
                  <a:lnTo>
                    <a:pt x="988757" y="2050477"/>
                  </a:lnTo>
                  <a:lnTo>
                    <a:pt x="989602" y="2017272"/>
                  </a:lnTo>
                  <a:lnTo>
                    <a:pt x="990447" y="2004403"/>
                  </a:lnTo>
                  <a:lnTo>
                    <a:pt x="991293" y="2052558"/>
                  </a:lnTo>
                  <a:lnTo>
                    <a:pt x="992138" y="2056399"/>
                  </a:lnTo>
                  <a:lnTo>
                    <a:pt x="992983" y="2023021"/>
                  </a:lnTo>
                  <a:lnTo>
                    <a:pt x="993828" y="2046921"/>
                  </a:lnTo>
                  <a:lnTo>
                    <a:pt x="994673" y="2085159"/>
                  </a:lnTo>
                  <a:lnTo>
                    <a:pt x="995518" y="2076392"/>
                  </a:lnTo>
                  <a:lnTo>
                    <a:pt x="996363" y="2037724"/>
                  </a:lnTo>
                  <a:lnTo>
                    <a:pt x="997208" y="2073114"/>
                  </a:lnTo>
                  <a:lnTo>
                    <a:pt x="998053" y="2103286"/>
                  </a:lnTo>
                  <a:lnTo>
                    <a:pt x="998898" y="2103286"/>
                  </a:lnTo>
                  <a:lnTo>
                    <a:pt x="999743" y="2103286"/>
                  </a:lnTo>
                  <a:lnTo>
                    <a:pt x="1000589" y="2103286"/>
                  </a:lnTo>
                  <a:lnTo>
                    <a:pt x="1001434" y="2103286"/>
                  </a:lnTo>
                  <a:lnTo>
                    <a:pt x="1002279" y="2103286"/>
                  </a:lnTo>
                  <a:lnTo>
                    <a:pt x="1003124" y="2103286"/>
                  </a:lnTo>
                  <a:lnTo>
                    <a:pt x="1003969" y="2103286"/>
                  </a:lnTo>
                  <a:lnTo>
                    <a:pt x="1004814" y="2103286"/>
                  </a:lnTo>
                  <a:lnTo>
                    <a:pt x="1005659" y="2103286"/>
                  </a:lnTo>
                  <a:lnTo>
                    <a:pt x="1006504" y="2103286"/>
                  </a:lnTo>
                  <a:lnTo>
                    <a:pt x="1007349" y="2103286"/>
                  </a:lnTo>
                  <a:lnTo>
                    <a:pt x="1008194" y="2103286"/>
                  </a:lnTo>
                  <a:lnTo>
                    <a:pt x="1009040" y="2103286"/>
                  </a:lnTo>
                  <a:lnTo>
                    <a:pt x="1009885" y="2103286"/>
                  </a:lnTo>
                  <a:lnTo>
                    <a:pt x="1010730" y="2103286"/>
                  </a:lnTo>
                  <a:lnTo>
                    <a:pt x="1011575" y="2103286"/>
                  </a:lnTo>
                  <a:lnTo>
                    <a:pt x="1012420" y="2103286"/>
                  </a:lnTo>
                  <a:lnTo>
                    <a:pt x="1013265" y="2103286"/>
                  </a:lnTo>
                  <a:lnTo>
                    <a:pt x="1014110" y="2103286"/>
                  </a:lnTo>
                  <a:lnTo>
                    <a:pt x="1014955" y="2103286"/>
                  </a:lnTo>
                  <a:lnTo>
                    <a:pt x="1015800" y="2103286"/>
                  </a:lnTo>
                  <a:lnTo>
                    <a:pt x="1016645" y="2103286"/>
                  </a:lnTo>
                  <a:lnTo>
                    <a:pt x="1017490" y="2103286"/>
                  </a:lnTo>
                  <a:lnTo>
                    <a:pt x="1018336" y="2103286"/>
                  </a:lnTo>
                  <a:lnTo>
                    <a:pt x="1019181" y="2103286"/>
                  </a:lnTo>
                  <a:lnTo>
                    <a:pt x="1020026" y="2103286"/>
                  </a:lnTo>
                  <a:lnTo>
                    <a:pt x="1020871" y="2103286"/>
                  </a:lnTo>
                  <a:lnTo>
                    <a:pt x="1021716" y="2103286"/>
                  </a:lnTo>
                  <a:lnTo>
                    <a:pt x="1022561" y="2103286"/>
                  </a:lnTo>
                  <a:lnTo>
                    <a:pt x="1023406" y="2053579"/>
                  </a:lnTo>
                  <a:lnTo>
                    <a:pt x="1024251" y="1988309"/>
                  </a:lnTo>
                  <a:lnTo>
                    <a:pt x="1025096" y="1962352"/>
                  </a:lnTo>
                  <a:lnTo>
                    <a:pt x="1025941" y="1961066"/>
                  </a:lnTo>
                  <a:lnTo>
                    <a:pt x="1026786" y="1955900"/>
                  </a:lnTo>
                  <a:lnTo>
                    <a:pt x="1027632" y="2001935"/>
                  </a:lnTo>
                  <a:lnTo>
                    <a:pt x="1028477" y="2044602"/>
                  </a:lnTo>
                  <a:lnTo>
                    <a:pt x="1029322" y="2071888"/>
                  </a:lnTo>
                  <a:lnTo>
                    <a:pt x="1030167" y="2101325"/>
                  </a:lnTo>
                  <a:lnTo>
                    <a:pt x="1031012" y="2103286"/>
                  </a:lnTo>
                  <a:lnTo>
                    <a:pt x="1031857" y="2103286"/>
                  </a:lnTo>
                  <a:lnTo>
                    <a:pt x="1032702" y="2103286"/>
                  </a:lnTo>
                  <a:lnTo>
                    <a:pt x="1033547" y="2103286"/>
                  </a:lnTo>
                  <a:lnTo>
                    <a:pt x="1034392" y="2103286"/>
                  </a:lnTo>
                  <a:lnTo>
                    <a:pt x="1035237" y="2103286"/>
                  </a:lnTo>
                  <a:lnTo>
                    <a:pt x="1036082" y="2103286"/>
                  </a:lnTo>
                  <a:lnTo>
                    <a:pt x="1036928" y="2103286"/>
                  </a:lnTo>
                  <a:lnTo>
                    <a:pt x="1037773" y="2098796"/>
                  </a:lnTo>
                  <a:lnTo>
                    <a:pt x="1038618" y="2025245"/>
                  </a:lnTo>
                  <a:lnTo>
                    <a:pt x="1039463" y="1964417"/>
                  </a:lnTo>
                  <a:lnTo>
                    <a:pt x="1040308" y="1992371"/>
                  </a:lnTo>
                  <a:lnTo>
                    <a:pt x="1041153" y="1981458"/>
                  </a:lnTo>
                  <a:lnTo>
                    <a:pt x="1041998" y="1875162"/>
                  </a:lnTo>
                  <a:lnTo>
                    <a:pt x="1042843" y="1842565"/>
                  </a:lnTo>
                  <a:lnTo>
                    <a:pt x="1043688" y="1919552"/>
                  </a:lnTo>
                  <a:lnTo>
                    <a:pt x="1044533" y="1990877"/>
                  </a:lnTo>
                  <a:lnTo>
                    <a:pt x="1045378" y="1982381"/>
                  </a:lnTo>
                  <a:lnTo>
                    <a:pt x="1046224" y="2029055"/>
                  </a:lnTo>
                  <a:lnTo>
                    <a:pt x="1047069" y="2103286"/>
                  </a:lnTo>
                  <a:lnTo>
                    <a:pt x="1047914" y="2103286"/>
                  </a:lnTo>
                  <a:lnTo>
                    <a:pt x="1048759" y="2103286"/>
                  </a:lnTo>
                  <a:lnTo>
                    <a:pt x="1049604" y="2103286"/>
                  </a:lnTo>
                  <a:lnTo>
                    <a:pt x="1050449" y="2103286"/>
                  </a:lnTo>
                  <a:lnTo>
                    <a:pt x="1051294" y="2103286"/>
                  </a:lnTo>
                  <a:lnTo>
                    <a:pt x="1052139" y="2103286"/>
                  </a:lnTo>
                  <a:lnTo>
                    <a:pt x="1052984" y="2103286"/>
                  </a:lnTo>
                  <a:lnTo>
                    <a:pt x="1053829" y="2103286"/>
                  </a:lnTo>
                  <a:lnTo>
                    <a:pt x="1054674" y="2103286"/>
                  </a:lnTo>
                  <a:lnTo>
                    <a:pt x="1055520" y="2103286"/>
                  </a:lnTo>
                  <a:lnTo>
                    <a:pt x="1056365" y="2103286"/>
                  </a:lnTo>
                  <a:lnTo>
                    <a:pt x="1057210" y="2103286"/>
                  </a:lnTo>
                  <a:lnTo>
                    <a:pt x="1058055" y="2103286"/>
                  </a:lnTo>
                  <a:lnTo>
                    <a:pt x="1058900" y="2103286"/>
                  </a:lnTo>
                  <a:lnTo>
                    <a:pt x="1059745" y="2062980"/>
                  </a:lnTo>
                  <a:lnTo>
                    <a:pt x="1060590" y="1996003"/>
                  </a:lnTo>
                  <a:lnTo>
                    <a:pt x="1061435" y="1984168"/>
                  </a:lnTo>
                  <a:lnTo>
                    <a:pt x="1062280" y="2030711"/>
                  </a:lnTo>
                  <a:lnTo>
                    <a:pt x="1063125" y="2083706"/>
                  </a:lnTo>
                  <a:lnTo>
                    <a:pt x="1063970" y="2103286"/>
                  </a:lnTo>
                  <a:lnTo>
                    <a:pt x="1064816" y="2097035"/>
                  </a:lnTo>
                  <a:lnTo>
                    <a:pt x="1065661" y="2050213"/>
                  </a:lnTo>
                  <a:lnTo>
                    <a:pt x="1066506" y="1985364"/>
                  </a:lnTo>
                  <a:lnTo>
                    <a:pt x="1067351" y="1957857"/>
                  </a:lnTo>
                  <a:lnTo>
                    <a:pt x="1068196" y="1957837"/>
                  </a:lnTo>
                  <a:lnTo>
                    <a:pt x="1069041" y="1957647"/>
                  </a:lnTo>
                  <a:lnTo>
                    <a:pt x="1069886" y="1929289"/>
                  </a:lnTo>
                  <a:lnTo>
                    <a:pt x="1070731" y="1963808"/>
                  </a:lnTo>
                  <a:lnTo>
                    <a:pt x="1071576" y="2025070"/>
                  </a:lnTo>
                  <a:lnTo>
                    <a:pt x="1072421" y="2047747"/>
                  </a:lnTo>
                  <a:lnTo>
                    <a:pt x="1073267" y="2094722"/>
                  </a:lnTo>
                  <a:lnTo>
                    <a:pt x="1074112" y="2103286"/>
                  </a:lnTo>
                  <a:lnTo>
                    <a:pt x="1074957" y="2103286"/>
                  </a:lnTo>
                  <a:lnTo>
                    <a:pt x="1075802" y="2103286"/>
                  </a:lnTo>
                  <a:lnTo>
                    <a:pt x="1076647" y="2103286"/>
                  </a:lnTo>
                  <a:lnTo>
                    <a:pt x="1077492" y="2103286"/>
                  </a:lnTo>
                  <a:lnTo>
                    <a:pt x="1078337" y="2103286"/>
                  </a:lnTo>
                  <a:lnTo>
                    <a:pt x="1079182" y="2103286"/>
                  </a:lnTo>
                  <a:lnTo>
                    <a:pt x="1080027" y="2103286"/>
                  </a:lnTo>
                  <a:lnTo>
                    <a:pt x="1080872" y="2103286"/>
                  </a:lnTo>
                  <a:lnTo>
                    <a:pt x="1081717" y="2103286"/>
                  </a:lnTo>
                  <a:lnTo>
                    <a:pt x="1082563" y="2103286"/>
                  </a:lnTo>
                  <a:lnTo>
                    <a:pt x="1083408" y="2103286"/>
                  </a:lnTo>
                  <a:lnTo>
                    <a:pt x="1084253" y="2103286"/>
                  </a:lnTo>
                  <a:lnTo>
                    <a:pt x="1085098" y="2103286"/>
                  </a:lnTo>
                  <a:lnTo>
                    <a:pt x="1085943" y="2103286"/>
                  </a:lnTo>
                  <a:lnTo>
                    <a:pt x="1086788" y="2043327"/>
                  </a:lnTo>
                  <a:lnTo>
                    <a:pt x="1087633" y="1985465"/>
                  </a:lnTo>
                  <a:lnTo>
                    <a:pt x="1088478" y="1991514"/>
                  </a:lnTo>
                  <a:lnTo>
                    <a:pt x="1089323" y="2007580"/>
                  </a:lnTo>
                  <a:lnTo>
                    <a:pt x="1090168" y="2006022"/>
                  </a:lnTo>
                  <a:lnTo>
                    <a:pt x="1091013" y="2026325"/>
                  </a:lnTo>
                  <a:lnTo>
                    <a:pt x="1091859" y="2028081"/>
                  </a:lnTo>
                  <a:lnTo>
                    <a:pt x="1092704" y="2023446"/>
                  </a:lnTo>
                  <a:lnTo>
                    <a:pt x="1093549" y="2007460"/>
                  </a:lnTo>
                  <a:lnTo>
                    <a:pt x="1094394" y="1933949"/>
                  </a:lnTo>
                  <a:lnTo>
                    <a:pt x="1095239" y="1918127"/>
                  </a:lnTo>
                  <a:lnTo>
                    <a:pt x="1096084" y="1924326"/>
                  </a:lnTo>
                  <a:lnTo>
                    <a:pt x="1096929" y="1990850"/>
                  </a:lnTo>
                  <a:lnTo>
                    <a:pt x="1097774" y="1999948"/>
                  </a:lnTo>
                  <a:lnTo>
                    <a:pt x="1098619" y="1976238"/>
                  </a:lnTo>
                  <a:lnTo>
                    <a:pt x="1099464" y="1988635"/>
                  </a:lnTo>
                  <a:lnTo>
                    <a:pt x="1100309" y="1968685"/>
                  </a:lnTo>
                  <a:lnTo>
                    <a:pt x="1101155" y="1905156"/>
                  </a:lnTo>
                  <a:lnTo>
                    <a:pt x="1102000" y="1833140"/>
                  </a:lnTo>
                  <a:lnTo>
                    <a:pt x="1102845" y="1808005"/>
                  </a:lnTo>
                  <a:lnTo>
                    <a:pt x="1103690" y="1775466"/>
                  </a:lnTo>
                  <a:lnTo>
                    <a:pt x="1104535" y="1754756"/>
                  </a:lnTo>
                  <a:lnTo>
                    <a:pt x="1105380" y="1757248"/>
                  </a:lnTo>
                  <a:lnTo>
                    <a:pt x="1106225" y="1794552"/>
                  </a:lnTo>
                  <a:lnTo>
                    <a:pt x="1107070" y="1797596"/>
                  </a:lnTo>
                  <a:lnTo>
                    <a:pt x="1107915" y="1781913"/>
                  </a:lnTo>
                  <a:lnTo>
                    <a:pt x="1108760" y="1794944"/>
                  </a:lnTo>
                  <a:lnTo>
                    <a:pt x="1109605" y="1783889"/>
                  </a:lnTo>
                  <a:lnTo>
                    <a:pt x="1110451" y="1719406"/>
                  </a:lnTo>
                  <a:lnTo>
                    <a:pt x="1111296" y="1673501"/>
                  </a:lnTo>
                  <a:lnTo>
                    <a:pt x="1112141" y="1640880"/>
                  </a:lnTo>
                  <a:lnTo>
                    <a:pt x="1112986" y="1597450"/>
                  </a:lnTo>
                  <a:lnTo>
                    <a:pt x="1113831" y="1502789"/>
                  </a:lnTo>
                  <a:lnTo>
                    <a:pt x="1114676" y="1416234"/>
                  </a:lnTo>
                  <a:lnTo>
                    <a:pt x="1115521" y="1402352"/>
                  </a:lnTo>
                  <a:lnTo>
                    <a:pt x="1116366" y="1378192"/>
                  </a:lnTo>
                  <a:lnTo>
                    <a:pt x="1117211" y="1362651"/>
                  </a:lnTo>
                  <a:lnTo>
                    <a:pt x="1118056" y="1367770"/>
                  </a:lnTo>
                  <a:lnTo>
                    <a:pt x="1118901" y="1450069"/>
                  </a:lnTo>
                  <a:lnTo>
                    <a:pt x="1119747" y="1514627"/>
                  </a:lnTo>
                  <a:lnTo>
                    <a:pt x="1120592" y="1480205"/>
                  </a:lnTo>
                  <a:lnTo>
                    <a:pt x="1121437" y="1438297"/>
                  </a:lnTo>
                  <a:lnTo>
                    <a:pt x="1122282" y="1424830"/>
                  </a:lnTo>
                  <a:lnTo>
                    <a:pt x="1123127" y="1455871"/>
                  </a:lnTo>
                  <a:lnTo>
                    <a:pt x="1123972" y="1504548"/>
                  </a:lnTo>
                  <a:lnTo>
                    <a:pt x="1124817" y="1587539"/>
                  </a:lnTo>
                  <a:lnTo>
                    <a:pt x="1125662" y="1627241"/>
                  </a:lnTo>
                  <a:lnTo>
                    <a:pt x="1126507" y="1639636"/>
                  </a:lnTo>
                  <a:lnTo>
                    <a:pt x="1127352" y="1623125"/>
                  </a:lnTo>
                  <a:lnTo>
                    <a:pt x="1128197" y="1578907"/>
                  </a:lnTo>
                  <a:lnTo>
                    <a:pt x="1129043" y="1470721"/>
                  </a:lnTo>
                  <a:lnTo>
                    <a:pt x="1129888" y="1352041"/>
                  </a:lnTo>
                  <a:lnTo>
                    <a:pt x="1130733" y="1339030"/>
                  </a:lnTo>
                  <a:lnTo>
                    <a:pt x="1131578" y="1380823"/>
                  </a:lnTo>
                  <a:lnTo>
                    <a:pt x="1132423" y="1410582"/>
                  </a:lnTo>
                  <a:lnTo>
                    <a:pt x="1133268" y="1444165"/>
                  </a:lnTo>
                  <a:lnTo>
                    <a:pt x="1134113" y="1493779"/>
                  </a:lnTo>
                  <a:lnTo>
                    <a:pt x="1134958" y="1573663"/>
                  </a:lnTo>
                  <a:lnTo>
                    <a:pt x="1135803" y="1581982"/>
                  </a:lnTo>
                  <a:lnTo>
                    <a:pt x="1136648" y="1561317"/>
                  </a:lnTo>
                  <a:lnTo>
                    <a:pt x="1137494" y="1555250"/>
                  </a:lnTo>
                  <a:lnTo>
                    <a:pt x="1138339" y="1518596"/>
                  </a:lnTo>
                  <a:lnTo>
                    <a:pt x="1139184" y="1521002"/>
                  </a:lnTo>
                  <a:lnTo>
                    <a:pt x="1140029" y="1498768"/>
                  </a:lnTo>
                  <a:lnTo>
                    <a:pt x="1140874" y="1477394"/>
                  </a:lnTo>
                  <a:lnTo>
                    <a:pt x="1141719" y="1426837"/>
                  </a:lnTo>
                  <a:lnTo>
                    <a:pt x="1142564" y="1419582"/>
                  </a:lnTo>
                  <a:lnTo>
                    <a:pt x="1143409" y="1476048"/>
                  </a:lnTo>
                  <a:lnTo>
                    <a:pt x="1144254" y="1507552"/>
                  </a:lnTo>
                  <a:lnTo>
                    <a:pt x="1145099" y="1535494"/>
                  </a:lnTo>
                  <a:lnTo>
                    <a:pt x="1145944" y="1554925"/>
                  </a:lnTo>
                  <a:lnTo>
                    <a:pt x="1146790" y="1591368"/>
                  </a:lnTo>
                  <a:lnTo>
                    <a:pt x="1147635" y="1637706"/>
                  </a:lnTo>
                  <a:lnTo>
                    <a:pt x="1148480" y="1661430"/>
                  </a:lnTo>
                  <a:lnTo>
                    <a:pt x="1149325" y="1609116"/>
                  </a:lnTo>
                  <a:lnTo>
                    <a:pt x="1150170" y="1546717"/>
                  </a:lnTo>
                  <a:lnTo>
                    <a:pt x="1151015" y="1597433"/>
                  </a:lnTo>
                  <a:lnTo>
                    <a:pt x="1151860" y="1626875"/>
                  </a:lnTo>
                  <a:lnTo>
                    <a:pt x="1152705" y="1581237"/>
                  </a:lnTo>
                  <a:lnTo>
                    <a:pt x="1153550" y="1506289"/>
                  </a:lnTo>
                  <a:lnTo>
                    <a:pt x="1154395" y="1527126"/>
                  </a:lnTo>
                  <a:lnTo>
                    <a:pt x="1155240" y="1592439"/>
                  </a:lnTo>
                  <a:lnTo>
                    <a:pt x="1156086" y="1608184"/>
                  </a:lnTo>
                  <a:lnTo>
                    <a:pt x="1156931" y="1652789"/>
                  </a:lnTo>
                  <a:lnTo>
                    <a:pt x="1157776" y="1717200"/>
                  </a:lnTo>
                  <a:lnTo>
                    <a:pt x="1158621" y="1763189"/>
                  </a:lnTo>
                  <a:lnTo>
                    <a:pt x="1159466" y="1822593"/>
                  </a:lnTo>
                  <a:lnTo>
                    <a:pt x="1160311" y="1852024"/>
                  </a:lnTo>
                  <a:lnTo>
                    <a:pt x="1161156" y="1855947"/>
                  </a:lnTo>
                  <a:lnTo>
                    <a:pt x="1162001" y="1828740"/>
                  </a:lnTo>
                  <a:lnTo>
                    <a:pt x="1162846" y="1810161"/>
                  </a:lnTo>
                  <a:lnTo>
                    <a:pt x="1163691" y="1839369"/>
                  </a:lnTo>
                  <a:lnTo>
                    <a:pt x="1164536" y="1807623"/>
                  </a:lnTo>
                  <a:lnTo>
                    <a:pt x="1165382" y="1764481"/>
                  </a:lnTo>
                  <a:lnTo>
                    <a:pt x="1166227" y="1722757"/>
                  </a:lnTo>
                  <a:lnTo>
                    <a:pt x="1167072" y="1718986"/>
                  </a:lnTo>
                  <a:lnTo>
                    <a:pt x="1167917" y="1792732"/>
                  </a:lnTo>
                  <a:lnTo>
                    <a:pt x="1168762" y="1816267"/>
                  </a:lnTo>
                  <a:lnTo>
                    <a:pt x="1169607" y="1841320"/>
                  </a:lnTo>
                  <a:lnTo>
                    <a:pt x="1170452" y="1886860"/>
                  </a:lnTo>
                  <a:lnTo>
                    <a:pt x="1171297" y="1916195"/>
                  </a:lnTo>
                  <a:lnTo>
                    <a:pt x="1172142" y="1935210"/>
                  </a:lnTo>
                  <a:lnTo>
                    <a:pt x="1172987" y="1879918"/>
                  </a:lnTo>
                  <a:lnTo>
                    <a:pt x="1173832" y="1817730"/>
                  </a:lnTo>
                  <a:lnTo>
                    <a:pt x="1174678" y="1795544"/>
                  </a:lnTo>
                  <a:lnTo>
                    <a:pt x="1175523" y="1784369"/>
                  </a:lnTo>
                  <a:lnTo>
                    <a:pt x="1176368" y="1780029"/>
                  </a:lnTo>
                  <a:lnTo>
                    <a:pt x="1177213" y="1784362"/>
                  </a:lnTo>
                  <a:lnTo>
                    <a:pt x="1178058" y="1770575"/>
                  </a:lnTo>
                  <a:lnTo>
                    <a:pt x="1178903" y="1795011"/>
                  </a:lnTo>
                  <a:lnTo>
                    <a:pt x="1179748" y="1801065"/>
                  </a:lnTo>
                  <a:lnTo>
                    <a:pt x="1180593" y="1804366"/>
                  </a:lnTo>
                  <a:lnTo>
                    <a:pt x="1181438" y="1829812"/>
                  </a:lnTo>
                  <a:lnTo>
                    <a:pt x="1182283" y="1867116"/>
                  </a:lnTo>
                  <a:lnTo>
                    <a:pt x="1183128" y="1967743"/>
                  </a:lnTo>
                  <a:lnTo>
                    <a:pt x="1183974" y="1982001"/>
                  </a:lnTo>
                  <a:lnTo>
                    <a:pt x="1184819" y="1996195"/>
                  </a:lnTo>
                  <a:lnTo>
                    <a:pt x="1185664" y="2039973"/>
                  </a:lnTo>
                  <a:lnTo>
                    <a:pt x="1186509" y="2050677"/>
                  </a:lnTo>
                  <a:lnTo>
                    <a:pt x="1187354" y="2029509"/>
                  </a:lnTo>
                  <a:lnTo>
                    <a:pt x="1188199" y="1920040"/>
                  </a:lnTo>
                  <a:lnTo>
                    <a:pt x="1189044" y="1862125"/>
                  </a:lnTo>
                  <a:lnTo>
                    <a:pt x="1189889" y="1793471"/>
                  </a:lnTo>
                  <a:lnTo>
                    <a:pt x="1190734" y="1686639"/>
                  </a:lnTo>
                  <a:lnTo>
                    <a:pt x="1191579" y="1595144"/>
                  </a:lnTo>
                  <a:lnTo>
                    <a:pt x="1192424" y="1556554"/>
                  </a:lnTo>
                  <a:lnTo>
                    <a:pt x="1193270" y="1584969"/>
                  </a:lnTo>
                  <a:lnTo>
                    <a:pt x="1194115" y="1658253"/>
                  </a:lnTo>
                  <a:lnTo>
                    <a:pt x="1194960" y="1754775"/>
                  </a:lnTo>
                  <a:lnTo>
                    <a:pt x="1195805" y="1837933"/>
                  </a:lnTo>
                  <a:lnTo>
                    <a:pt x="1196650" y="1938616"/>
                  </a:lnTo>
                  <a:lnTo>
                    <a:pt x="1197495" y="1988369"/>
                  </a:lnTo>
                  <a:lnTo>
                    <a:pt x="1198340" y="1942833"/>
                  </a:lnTo>
                  <a:lnTo>
                    <a:pt x="1199185" y="1812719"/>
                  </a:lnTo>
                  <a:lnTo>
                    <a:pt x="1200030" y="1728123"/>
                  </a:lnTo>
                  <a:lnTo>
                    <a:pt x="1200875" y="1706250"/>
                  </a:lnTo>
                  <a:lnTo>
                    <a:pt x="1201721" y="1694977"/>
                  </a:lnTo>
                  <a:lnTo>
                    <a:pt x="1202566" y="1620027"/>
                  </a:lnTo>
                  <a:lnTo>
                    <a:pt x="1203411" y="1578175"/>
                  </a:lnTo>
                  <a:lnTo>
                    <a:pt x="1204256" y="1634152"/>
                  </a:lnTo>
                  <a:lnTo>
                    <a:pt x="1205101" y="1654136"/>
                  </a:lnTo>
                  <a:lnTo>
                    <a:pt x="1205946" y="1604539"/>
                  </a:lnTo>
                  <a:lnTo>
                    <a:pt x="1206791" y="1542447"/>
                  </a:lnTo>
                  <a:lnTo>
                    <a:pt x="1207636" y="1603280"/>
                  </a:lnTo>
                  <a:lnTo>
                    <a:pt x="1208481" y="1722476"/>
                  </a:lnTo>
                  <a:lnTo>
                    <a:pt x="1209326" y="1794445"/>
                  </a:lnTo>
                  <a:lnTo>
                    <a:pt x="1210171" y="1799414"/>
                  </a:lnTo>
                  <a:lnTo>
                    <a:pt x="1211017" y="1788244"/>
                  </a:lnTo>
                  <a:lnTo>
                    <a:pt x="1211862" y="1845546"/>
                  </a:lnTo>
                  <a:lnTo>
                    <a:pt x="1212707" y="1880777"/>
                  </a:lnTo>
                  <a:lnTo>
                    <a:pt x="1213552" y="1848333"/>
                  </a:lnTo>
                  <a:lnTo>
                    <a:pt x="1214397" y="1820974"/>
                  </a:lnTo>
                  <a:lnTo>
                    <a:pt x="1215242" y="1821151"/>
                  </a:lnTo>
                  <a:lnTo>
                    <a:pt x="1216087" y="1816477"/>
                  </a:lnTo>
                  <a:lnTo>
                    <a:pt x="1216932" y="1715509"/>
                  </a:lnTo>
                  <a:lnTo>
                    <a:pt x="1217777" y="1636716"/>
                  </a:lnTo>
                  <a:lnTo>
                    <a:pt x="1218622" y="1634133"/>
                  </a:lnTo>
                  <a:lnTo>
                    <a:pt x="1219467" y="1623481"/>
                  </a:lnTo>
                  <a:lnTo>
                    <a:pt x="1220313" y="1649919"/>
                  </a:lnTo>
                  <a:lnTo>
                    <a:pt x="1221158" y="1698691"/>
                  </a:lnTo>
                  <a:lnTo>
                    <a:pt x="1222003" y="1701080"/>
                  </a:lnTo>
                  <a:lnTo>
                    <a:pt x="1222848" y="1633328"/>
                  </a:lnTo>
                  <a:lnTo>
                    <a:pt x="1223693" y="1593830"/>
                  </a:lnTo>
                  <a:lnTo>
                    <a:pt x="1224538" y="1565564"/>
                  </a:lnTo>
                  <a:lnTo>
                    <a:pt x="1225383" y="1508097"/>
                  </a:lnTo>
                  <a:lnTo>
                    <a:pt x="1226228" y="1418627"/>
                  </a:lnTo>
                  <a:lnTo>
                    <a:pt x="1227073" y="1378910"/>
                  </a:lnTo>
                  <a:lnTo>
                    <a:pt x="1227918" y="1424147"/>
                  </a:lnTo>
                  <a:lnTo>
                    <a:pt x="1228763" y="1459780"/>
                  </a:lnTo>
                  <a:lnTo>
                    <a:pt x="1229609" y="1476873"/>
                  </a:lnTo>
                  <a:lnTo>
                    <a:pt x="1230454" y="1512467"/>
                  </a:lnTo>
                  <a:lnTo>
                    <a:pt x="1231299" y="1628363"/>
                  </a:lnTo>
                  <a:lnTo>
                    <a:pt x="1232144" y="1782721"/>
                  </a:lnTo>
                  <a:lnTo>
                    <a:pt x="1232989" y="1879967"/>
                  </a:lnTo>
                  <a:lnTo>
                    <a:pt x="1233834" y="1862567"/>
                  </a:lnTo>
                  <a:lnTo>
                    <a:pt x="1234679" y="1833230"/>
                  </a:lnTo>
                  <a:lnTo>
                    <a:pt x="1235524" y="1848686"/>
                  </a:lnTo>
                  <a:lnTo>
                    <a:pt x="1236369" y="1857447"/>
                  </a:lnTo>
                  <a:lnTo>
                    <a:pt x="1237214" y="1836966"/>
                  </a:lnTo>
                  <a:lnTo>
                    <a:pt x="1238059" y="1803922"/>
                  </a:lnTo>
                  <a:lnTo>
                    <a:pt x="1238905" y="1818486"/>
                  </a:lnTo>
                  <a:lnTo>
                    <a:pt x="1239750" y="1831427"/>
                  </a:lnTo>
                  <a:lnTo>
                    <a:pt x="1240595" y="1773521"/>
                  </a:lnTo>
                  <a:lnTo>
                    <a:pt x="1241440" y="1685244"/>
                  </a:lnTo>
                  <a:lnTo>
                    <a:pt x="1242285" y="1671735"/>
                  </a:lnTo>
                  <a:lnTo>
                    <a:pt x="1243130" y="1682261"/>
                  </a:lnTo>
                  <a:lnTo>
                    <a:pt x="1243975" y="1712068"/>
                  </a:lnTo>
                  <a:lnTo>
                    <a:pt x="1244820" y="1751743"/>
                  </a:lnTo>
                  <a:lnTo>
                    <a:pt x="1245665" y="1770544"/>
                  </a:lnTo>
                  <a:lnTo>
                    <a:pt x="1246510" y="1789231"/>
                  </a:lnTo>
                  <a:lnTo>
                    <a:pt x="1247355" y="1728453"/>
                  </a:lnTo>
                  <a:lnTo>
                    <a:pt x="1248201" y="1651610"/>
                  </a:lnTo>
                  <a:lnTo>
                    <a:pt x="1249046" y="1620332"/>
                  </a:lnTo>
                  <a:lnTo>
                    <a:pt x="1249891" y="1629677"/>
                  </a:lnTo>
                  <a:lnTo>
                    <a:pt x="1250736" y="1635752"/>
                  </a:lnTo>
                  <a:lnTo>
                    <a:pt x="1251581" y="1569762"/>
                  </a:lnTo>
                  <a:lnTo>
                    <a:pt x="1252426" y="1503356"/>
                  </a:lnTo>
                  <a:lnTo>
                    <a:pt x="1253271" y="1506196"/>
                  </a:lnTo>
                  <a:lnTo>
                    <a:pt x="1254116" y="1533050"/>
                  </a:lnTo>
                  <a:lnTo>
                    <a:pt x="1254961" y="1512782"/>
                  </a:lnTo>
                  <a:lnTo>
                    <a:pt x="1255806" y="1509783"/>
                  </a:lnTo>
                  <a:lnTo>
                    <a:pt x="1256651" y="1624262"/>
                  </a:lnTo>
                  <a:lnTo>
                    <a:pt x="1257497" y="1739336"/>
                  </a:lnTo>
                  <a:lnTo>
                    <a:pt x="1258342" y="1768879"/>
                  </a:lnTo>
                  <a:lnTo>
                    <a:pt x="1259187" y="1785105"/>
                  </a:lnTo>
                  <a:lnTo>
                    <a:pt x="1260032" y="1867088"/>
                  </a:lnTo>
                  <a:lnTo>
                    <a:pt x="1260877" y="1947817"/>
                  </a:lnTo>
                  <a:lnTo>
                    <a:pt x="1261722" y="1965229"/>
                  </a:lnTo>
                  <a:lnTo>
                    <a:pt x="1262567" y="1952670"/>
                  </a:lnTo>
                  <a:lnTo>
                    <a:pt x="1263412" y="1918959"/>
                  </a:lnTo>
                  <a:lnTo>
                    <a:pt x="1264257" y="1785669"/>
                  </a:lnTo>
                  <a:lnTo>
                    <a:pt x="1265102" y="1641659"/>
                  </a:lnTo>
                  <a:lnTo>
                    <a:pt x="1265948" y="1540963"/>
                  </a:lnTo>
                  <a:lnTo>
                    <a:pt x="1266793" y="1453142"/>
                  </a:lnTo>
                  <a:lnTo>
                    <a:pt x="1267638" y="1407145"/>
                  </a:lnTo>
                  <a:lnTo>
                    <a:pt x="1268483" y="1413771"/>
                  </a:lnTo>
                  <a:lnTo>
                    <a:pt x="1269328" y="1440711"/>
                  </a:lnTo>
                  <a:lnTo>
                    <a:pt x="1270173" y="1461531"/>
                  </a:lnTo>
                  <a:lnTo>
                    <a:pt x="1271018" y="1501295"/>
                  </a:lnTo>
                  <a:lnTo>
                    <a:pt x="1271863" y="1569939"/>
                  </a:lnTo>
                  <a:lnTo>
                    <a:pt x="1272708" y="1642239"/>
                  </a:lnTo>
                  <a:lnTo>
                    <a:pt x="1273553" y="1684879"/>
                  </a:lnTo>
                  <a:lnTo>
                    <a:pt x="1274398" y="1726684"/>
                  </a:lnTo>
                  <a:lnTo>
                    <a:pt x="1275244" y="1768261"/>
                  </a:lnTo>
                  <a:lnTo>
                    <a:pt x="1276089" y="1804078"/>
                  </a:lnTo>
                  <a:lnTo>
                    <a:pt x="1276934" y="1746812"/>
                  </a:lnTo>
                  <a:lnTo>
                    <a:pt x="1277779" y="1682444"/>
                  </a:lnTo>
                  <a:lnTo>
                    <a:pt x="1278624" y="1648474"/>
                  </a:lnTo>
                  <a:lnTo>
                    <a:pt x="1279469" y="1602258"/>
                  </a:lnTo>
                  <a:lnTo>
                    <a:pt x="1280314" y="1561046"/>
                  </a:lnTo>
                  <a:lnTo>
                    <a:pt x="1281159" y="1513787"/>
                  </a:lnTo>
                  <a:lnTo>
                    <a:pt x="1282004" y="1524172"/>
                  </a:lnTo>
                  <a:lnTo>
                    <a:pt x="1282849" y="1562048"/>
                  </a:lnTo>
                  <a:lnTo>
                    <a:pt x="1283694" y="1608319"/>
                  </a:lnTo>
                  <a:lnTo>
                    <a:pt x="1284540" y="1729384"/>
                  </a:lnTo>
                  <a:lnTo>
                    <a:pt x="1285385" y="1804861"/>
                  </a:lnTo>
                  <a:lnTo>
                    <a:pt x="1286230" y="1836180"/>
                  </a:lnTo>
                  <a:lnTo>
                    <a:pt x="1287075" y="1907053"/>
                  </a:lnTo>
                  <a:lnTo>
                    <a:pt x="1287920" y="1957953"/>
                  </a:lnTo>
                  <a:lnTo>
                    <a:pt x="1288765" y="1929445"/>
                  </a:lnTo>
                  <a:lnTo>
                    <a:pt x="1289610" y="1880893"/>
                  </a:lnTo>
                  <a:lnTo>
                    <a:pt x="1290455" y="1891423"/>
                  </a:lnTo>
                  <a:lnTo>
                    <a:pt x="1291300" y="1910355"/>
                  </a:lnTo>
                  <a:lnTo>
                    <a:pt x="1292145" y="1893255"/>
                  </a:lnTo>
                  <a:lnTo>
                    <a:pt x="1292990" y="1819146"/>
                  </a:lnTo>
                  <a:lnTo>
                    <a:pt x="1293836" y="1812917"/>
                  </a:lnTo>
                  <a:lnTo>
                    <a:pt x="1294681" y="1780102"/>
                  </a:lnTo>
                  <a:lnTo>
                    <a:pt x="1295526" y="1704979"/>
                  </a:lnTo>
                  <a:lnTo>
                    <a:pt x="1296371" y="1658477"/>
                  </a:lnTo>
                  <a:lnTo>
                    <a:pt x="1297216" y="1577506"/>
                  </a:lnTo>
                  <a:lnTo>
                    <a:pt x="1298061" y="1550832"/>
                  </a:lnTo>
                  <a:lnTo>
                    <a:pt x="1298906" y="1527047"/>
                  </a:lnTo>
                  <a:lnTo>
                    <a:pt x="1299751" y="1494474"/>
                  </a:lnTo>
                  <a:lnTo>
                    <a:pt x="1300596" y="1433910"/>
                  </a:lnTo>
                  <a:lnTo>
                    <a:pt x="1301441" y="1332805"/>
                  </a:lnTo>
                  <a:lnTo>
                    <a:pt x="1302286" y="1291511"/>
                  </a:lnTo>
                  <a:lnTo>
                    <a:pt x="1303132" y="1312542"/>
                  </a:lnTo>
                  <a:lnTo>
                    <a:pt x="1303977" y="1284933"/>
                  </a:lnTo>
                  <a:lnTo>
                    <a:pt x="1304822" y="1238412"/>
                  </a:lnTo>
                  <a:lnTo>
                    <a:pt x="1305667" y="1193934"/>
                  </a:lnTo>
                  <a:lnTo>
                    <a:pt x="1306512" y="1205472"/>
                  </a:lnTo>
                  <a:lnTo>
                    <a:pt x="1307357" y="1290698"/>
                  </a:lnTo>
                  <a:lnTo>
                    <a:pt x="1308202" y="1292116"/>
                  </a:lnTo>
                  <a:lnTo>
                    <a:pt x="1309047" y="1333116"/>
                  </a:lnTo>
                  <a:lnTo>
                    <a:pt x="1309892" y="1367841"/>
                  </a:lnTo>
                  <a:lnTo>
                    <a:pt x="1310737" y="1449822"/>
                  </a:lnTo>
                  <a:lnTo>
                    <a:pt x="1311582" y="1500294"/>
                  </a:lnTo>
                  <a:lnTo>
                    <a:pt x="1312428" y="1477178"/>
                  </a:lnTo>
                  <a:lnTo>
                    <a:pt x="1313273" y="1483966"/>
                  </a:lnTo>
                  <a:lnTo>
                    <a:pt x="1314118" y="1508705"/>
                  </a:lnTo>
                  <a:lnTo>
                    <a:pt x="1314963" y="1628642"/>
                  </a:lnTo>
                  <a:lnTo>
                    <a:pt x="1315808" y="1727358"/>
                  </a:lnTo>
                  <a:lnTo>
                    <a:pt x="1316653" y="1807671"/>
                  </a:lnTo>
                  <a:lnTo>
                    <a:pt x="1317498" y="1836775"/>
                  </a:lnTo>
                  <a:lnTo>
                    <a:pt x="1318343" y="1883057"/>
                  </a:lnTo>
                  <a:lnTo>
                    <a:pt x="1319188" y="1902577"/>
                  </a:lnTo>
                  <a:lnTo>
                    <a:pt x="1320033" y="1829524"/>
                  </a:lnTo>
                  <a:lnTo>
                    <a:pt x="1320878" y="1747909"/>
                  </a:lnTo>
                  <a:lnTo>
                    <a:pt x="1321724" y="1714759"/>
                  </a:lnTo>
                  <a:lnTo>
                    <a:pt x="1322569" y="1715730"/>
                  </a:lnTo>
                  <a:lnTo>
                    <a:pt x="1323414" y="1702192"/>
                  </a:lnTo>
                  <a:lnTo>
                    <a:pt x="1324259" y="1724217"/>
                  </a:lnTo>
                  <a:lnTo>
                    <a:pt x="1325104" y="1831290"/>
                  </a:lnTo>
                  <a:lnTo>
                    <a:pt x="1325949" y="1883448"/>
                  </a:lnTo>
                  <a:lnTo>
                    <a:pt x="1326794" y="1882534"/>
                  </a:lnTo>
                  <a:lnTo>
                    <a:pt x="1327639" y="1887540"/>
                  </a:lnTo>
                  <a:lnTo>
                    <a:pt x="1328484" y="1889641"/>
                  </a:lnTo>
                  <a:lnTo>
                    <a:pt x="1329329" y="1870608"/>
                  </a:lnTo>
                  <a:lnTo>
                    <a:pt x="1330175" y="1829180"/>
                  </a:lnTo>
                  <a:lnTo>
                    <a:pt x="1331020" y="1898845"/>
                  </a:lnTo>
                  <a:lnTo>
                    <a:pt x="1331865" y="1969039"/>
                  </a:lnTo>
                  <a:lnTo>
                    <a:pt x="1332710" y="1960690"/>
                  </a:lnTo>
                  <a:lnTo>
                    <a:pt x="1333555" y="1958659"/>
                  </a:lnTo>
                  <a:lnTo>
                    <a:pt x="1334400" y="1995850"/>
                  </a:lnTo>
                  <a:lnTo>
                    <a:pt x="1335245" y="1981985"/>
                  </a:lnTo>
                  <a:lnTo>
                    <a:pt x="1336090" y="1878349"/>
                  </a:lnTo>
                  <a:lnTo>
                    <a:pt x="1336935" y="1797207"/>
                  </a:lnTo>
                  <a:lnTo>
                    <a:pt x="1337780" y="1791135"/>
                  </a:lnTo>
                  <a:lnTo>
                    <a:pt x="1338625" y="1785092"/>
                  </a:lnTo>
                  <a:lnTo>
                    <a:pt x="1339471" y="1744788"/>
                  </a:lnTo>
                  <a:lnTo>
                    <a:pt x="1340316" y="1719934"/>
                  </a:lnTo>
                  <a:lnTo>
                    <a:pt x="1341161" y="1766130"/>
                  </a:lnTo>
                  <a:lnTo>
                    <a:pt x="1342006" y="1833685"/>
                  </a:lnTo>
                  <a:lnTo>
                    <a:pt x="1342851" y="1866902"/>
                  </a:lnTo>
                  <a:lnTo>
                    <a:pt x="1343696" y="1853829"/>
                  </a:lnTo>
                  <a:lnTo>
                    <a:pt x="1344541" y="1800512"/>
                  </a:lnTo>
                  <a:lnTo>
                    <a:pt x="1345386" y="1825474"/>
                  </a:lnTo>
                  <a:lnTo>
                    <a:pt x="1346231" y="1889697"/>
                  </a:lnTo>
                  <a:lnTo>
                    <a:pt x="1347076" y="1898833"/>
                  </a:lnTo>
                  <a:lnTo>
                    <a:pt x="1347921" y="1890231"/>
                  </a:lnTo>
                  <a:lnTo>
                    <a:pt x="1348767" y="1899423"/>
                  </a:lnTo>
                  <a:lnTo>
                    <a:pt x="1349612" y="1972435"/>
                  </a:lnTo>
                  <a:lnTo>
                    <a:pt x="1350457" y="1996138"/>
                  </a:lnTo>
                  <a:lnTo>
                    <a:pt x="1351302" y="1968939"/>
                  </a:lnTo>
                  <a:lnTo>
                    <a:pt x="1352147" y="1939532"/>
                  </a:lnTo>
                  <a:lnTo>
                    <a:pt x="1352992" y="1914130"/>
                  </a:lnTo>
                  <a:lnTo>
                    <a:pt x="1353837" y="1892174"/>
                  </a:lnTo>
                  <a:lnTo>
                    <a:pt x="1354682" y="1837510"/>
                  </a:lnTo>
                  <a:lnTo>
                    <a:pt x="1355527" y="1810808"/>
                  </a:lnTo>
                  <a:lnTo>
                    <a:pt x="1356372" y="1789864"/>
                  </a:lnTo>
                  <a:lnTo>
                    <a:pt x="1357217" y="1810137"/>
                  </a:lnTo>
                  <a:lnTo>
                    <a:pt x="1358063" y="1853706"/>
                  </a:lnTo>
                  <a:lnTo>
                    <a:pt x="1358908" y="1853351"/>
                  </a:lnTo>
                  <a:lnTo>
                    <a:pt x="1359753" y="1806852"/>
                  </a:lnTo>
                  <a:lnTo>
                    <a:pt x="1360598" y="1786473"/>
                  </a:lnTo>
                  <a:lnTo>
                    <a:pt x="1361443" y="1800992"/>
                  </a:lnTo>
                  <a:lnTo>
                    <a:pt x="1362288" y="1785872"/>
                  </a:lnTo>
                  <a:lnTo>
                    <a:pt x="1363133" y="1797126"/>
                  </a:lnTo>
                  <a:lnTo>
                    <a:pt x="1363978" y="1883691"/>
                  </a:lnTo>
                  <a:lnTo>
                    <a:pt x="1364823" y="2025722"/>
                  </a:lnTo>
                  <a:lnTo>
                    <a:pt x="1365668" y="2051153"/>
                  </a:lnTo>
                  <a:lnTo>
                    <a:pt x="1366513" y="2026731"/>
                  </a:lnTo>
                  <a:lnTo>
                    <a:pt x="1367359" y="2031987"/>
                  </a:lnTo>
                  <a:lnTo>
                    <a:pt x="1368204" y="1982067"/>
                  </a:lnTo>
                  <a:lnTo>
                    <a:pt x="1369049" y="1893683"/>
                  </a:lnTo>
                  <a:lnTo>
                    <a:pt x="1369894" y="1809121"/>
                  </a:lnTo>
                  <a:lnTo>
                    <a:pt x="1370739" y="1780167"/>
                  </a:lnTo>
                  <a:lnTo>
                    <a:pt x="1371584" y="1791312"/>
                  </a:lnTo>
                  <a:lnTo>
                    <a:pt x="1372429" y="1788950"/>
                  </a:lnTo>
                  <a:lnTo>
                    <a:pt x="1373274" y="1813067"/>
                  </a:lnTo>
                  <a:lnTo>
                    <a:pt x="1374119" y="1863279"/>
                  </a:lnTo>
                  <a:lnTo>
                    <a:pt x="1374964" y="1876399"/>
                  </a:lnTo>
                  <a:lnTo>
                    <a:pt x="1375809" y="1885392"/>
                  </a:lnTo>
                  <a:lnTo>
                    <a:pt x="1376655" y="1830927"/>
                  </a:lnTo>
                  <a:lnTo>
                    <a:pt x="1377500" y="1796378"/>
                  </a:lnTo>
                  <a:lnTo>
                    <a:pt x="1378345" y="1804040"/>
                  </a:lnTo>
                  <a:lnTo>
                    <a:pt x="1379190" y="1805624"/>
                  </a:lnTo>
                  <a:lnTo>
                    <a:pt x="1380035" y="1809685"/>
                  </a:lnTo>
                  <a:lnTo>
                    <a:pt x="1380880" y="1834963"/>
                  </a:lnTo>
                  <a:lnTo>
                    <a:pt x="1381725" y="1907675"/>
                  </a:lnTo>
                  <a:lnTo>
                    <a:pt x="1382570" y="1974941"/>
                  </a:lnTo>
                  <a:lnTo>
                    <a:pt x="1383415" y="2007272"/>
                  </a:lnTo>
                  <a:lnTo>
                    <a:pt x="1384260" y="2036213"/>
                  </a:lnTo>
                  <a:lnTo>
                    <a:pt x="1385105" y="2083438"/>
                  </a:lnTo>
                  <a:lnTo>
                    <a:pt x="1385951" y="2086580"/>
                  </a:lnTo>
                  <a:lnTo>
                    <a:pt x="1386796" y="2053687"/>
                  </a:lnTo>
                  <a:lnTo>
                    <a:pt x="1387641" y="2025317"/>
                  </a:lnTo>
                  <a:lnTo>
                    <a:pt x="1388486" y="2015916"/>
                  </a:lnTo>
                  <a:lnTo>
                    <a:pt x="1389331" y="2015916"/>
                  </a:lnTo>
                  <a:lnTo>
                    <a:pt x="1390176" y="2015917"/>
                  </a:lnTo>
                  <a:lnTo>
                    <a:pt x="1391021" y="2020161"/>
                  </a:lnTo>
                  <a:lnTo>
                    <a:pt x="1391866" y="2034101"/>
                  </a:lnTo>
                  <a:lnTo>
                    <a:pt x="1392711" y="2027200"/>
                  </a:lnTo>
                  <a:lnTo>
                    <a:pt x="1393556" y="1997191"/>
                  </a:lnTo>
                  <a:lnTo>
                    <a:pt x="1394402" y="1945911"/>
                  </a:lnTo>
                  <a:lnTo>
                    <a:pt x="1395247" y="1882500"/>
                  </a:lnTo>
                  <a:lnTo>
                    <a:pt x="1396092" y="1834325"/>
                  </a:lnTo>
                  <a:lnTo>
                    <a:pt x="1396937" y="1793489"/>
                  </a:lnTo>
                  <a:lnTo>
                    <a:pt x="1397782" y="1776473"/>
                  </a:lnTo>
                  <a:lnTo>
                    <a:pt x="1398627" y="1799034"/>
                  </a:lnTo>
                  <a:lnTo>
                    <a:pt x="1399472" y="1842042"/>
                  </a:lnTo>
                  <a:lnTo>
                    <a:pt x="1400317" y="1889687"/>
                  </a:lnTo>
                  <a:lnTo>
                    <a:pt x="1401162" y="1945634"/>
                  </a:lnTo>
                  <a:lnTo>
                    <a:pt x="1402007" y="2007210"/>
                  </a:lnTo>
                  <a:lnTo>
                    <a:pt x="1402852" y="2080004"/>
                  </a:lnTo>
                  <a:lnTo>
                    <a:pt x="1403698" y="2090997"/>
                  </a:lnTo>
                  <a:lnTo>
                    <a:pt x="1404543" y="2051276"/>
                  </a:lnTo>
                  <a:lnTo>
                    <a:pt x="1405388" y="2043097"/>
                  </a:lnTo>
                  <a:lnTo>
                    <a:pt x="1406233" y="2040681"/>
                  </a:lnTo>
                  <a:lnTo>
                    <a:pt x="1407078" y="2005187"/>
                  </a:lnTo>
                  <a:lnTo>
                    <a:pt x="1407923" y="1947519"/>
                  </a:lnTo>
                  <a:lnTo>
                    <a:pt x="1408768" y="1943978"/>
                  </a:lnTo>
                  <a:lnTo>
                    <a:pt x="1409613" y="1981868"/>
                  </a:lnTo>
                  <a:lnTo>
                    <a:pt x="1410458" y="1999510"/>
                  </a:lnTo>
                  <a:lnTo>
                    <a:pt x="1411303" y="2030281"/>
                  </a:lnTo>
                  <a:lnTo>
                    <a:pt x="1412148" y="2062335"/>
                  </a:lnTo>
                  <a:lnTo>
                    <a:pt x="1412994" y="2079001"/>
                  </a:lnTo>
                  <a:lnTo>
                    <a:pt x="1413839" y="2060003"/>
                  </a:lnTo>
                  <a:lnTo>
                    <a:pt x="1414684" y="2042650"/>
                  </a:lnTo>
                  <a:lnTo>
                    <a:pt x="1415529" y="2054279"/>
                  </a:lnTo>
                  <a:lnTo>
                    <a:pt x="1416374" y="2002350"/>
                  </a:lnTo>
                  <a:lnTo>
                    <a:pt x="1417219" y="1980441"/>
                  </a:lnTo>
                  <a:lnTo>
                    <a:pt x="1418064" y="1957784"/>
                  </a:lnTo>
                  <a:lnTo>
                    <a:pt x="1418909" y="1958001"/>
                  </a:lnTo>
                  <a:lnTo>
                    <a:pt x="1419754" y="1980545"/>
                  </a:lnTo>
                  <a:lnTo>
                    <a:pt x="1420599" y="1967405"/>
                  </a:lnTo>
                  <a:lnTo>
                    <a:pt x="1421444" y="1997035"/>
                  </a:lnTo>
                  <a:lnTo>
                    <a:pt x="1422290" y="1985544"/>
                  </a:lnTo>
                  <a:lnTo>
                    <a:pt x="1423135" y="2008202"/>
                  </a:lnTo>
                  <a:lnTo>
                    <a:pt x="1423980" y="2026983"/>
                  </a:lnTo>
                  <a:lnTo>
                    <a:pt x="1424825" y="2031896"/>
                  </a:lnTo>
                  <a:lnTo>
                    <a:pt x="1425670" y="2039708"/>
                  </a:lnTo>
                  <a:lnTo>
                    <a:pt x="1426515" y="2033175"/>
                  </a:lnTo>
                  <a:lnTo>
                    <a:pt x="1427360" y="2035259"/>
                  </a:lnTo>
                  <a:lnTo>
                    <a:pt x="1428205" y="2016108"/>
                  </a:lnTo>
                  <a:lnTo>
                    <a:pt x="1429050" y="2015620"/>
                  </a:lnTo>
                  <a:lnTo>
                    <a:pt x="1429895" y="1952725"/>
                  </a:lnTo>
                  <a:lnTo>
                    <a:pt x="1430740" y="1889473"/>
                  </a:lnTo>
                  <a:lnTo>
                    <a:pt x="1431586" y="1851850"/>
                  </a:lnTo>
                  <a:lnTo>
                    <a:pt x="1432431" y="1870669"/>
                  </a:lnTo>
                  <a:lnTo>
                    <a:pt x="1433276" y="1847340"/>
                  </a:lnTo>
                  <a:lnTo>
                    <a:pt x="1434121" y="1807189"/>
                  </a:lnTo>
                  <a:lnTo>
                    <a:pt x="1434966" y="1846249"/>
                  </a:lnTo>
                  <a:lnTo>
                    <a:pt x="1435811" y="1894047"/>
                  </a:lnTo>
                  <a:lnTo>
                    <a:pt x="1436656" y="1878490"/>
                  </a:lnTo>
                  <a:lnTo>
                    <a:pt x="1437501" y="1828667"/>
                  </a:lnTo>
                  <a:lnTo>
                    <a:pt x="1438346" y="1786415"/>
                  </a:lnTo>
                  <a:lnTo>
                    <a:pt x="1439191" y="1747810"/>
                  </a:lnTo>
                  <a:lnTo>
                    <a:pt x="1440036" y="1734045"/>
                  </a:lnTo>
                  <a:lnTo>
                    <a:pt x="1440882" y="1737221"/>
                  </a:lnTo>
                  <a:lnTo>
                    <a:pt x="1441727" y="1794095"/>
                  </a:lnTo>
                  <a:lnTo>
                    <a:pt x="1442572" y="1808063"/>
                  </a:lnTo>
                  <a:lnTo>
                    <a:pt x="1443417" y="1866198"/>
                  </a:lnTo>
                  <a:lnTo>
                    <a:pt x="1444262" y="1945443"/>
                  </a:lnTo>
                  <a:lnTo>
                    <a:pt x="1445107" y="1953557"/>
                  </a:lnTo>
                  <a:lnTo>
                    <a:pt x="1445952" y="1869710"/>
                  </a:lnTo>
                  <a:lnTo>
                    <a:pt x="1446797" y="1767372"/>
                  </a:lnTo>
                  <a:lnTo>
                    <a:pt x="1447642" y="1727516"/>
                  </a:lnTo>
                  <a:lnTo>
                    <a:pt x="1448487" y="1727408"/>
                  </a:lnTo>
                  <a:lnTo>
                    <a:pt x="1449333" y="1727408"/>
                  </a:lnTo>
                  <a:lnTo>
                    <a:pt x="1450178" y="1756895"/>
                  </a:lnTo>
                  <a:lnTo>
                    <a:pt x="1451023" y="1844342"/>
                  </a:lnTo>
                  <a:lnTo>
                    <a:pt x="1451868" y="1923081"/>
                  </a:lnTo>
                  <a:lnTo>
                    <a:pt x="1452713" y="1994817"/>
                  </a:lnTo>
                  <a:lnTo>
                    <a:pt x="1453558" y="2013039"/>
                  </a:lnTo>
                  <a:lnTo>
                    <a:pt x="1454403" y="1993431"/>
                  </a:lnTo>
                  <a:lnTo>
                    <a:pt x="1455248" y="1986284"/>
                  </a:lnTo>
                  <a:lnTo>
                    <a:pt x="1456093" y="2029793"/>
                  </a:lnTo>
                  <a:lnTo>
                    <a:pt x="1456938" y="2071920"/>
                  </a:lnTo>
                  <a:lnTo>
                    <a:pt x="1457783" y="2085072"/>
                  </a:lnTo>
                  <a:lnTo>
                    <a:pt x="1458629" y="2093556"/>
                  </a:lnTo>
                  <a:lnTo>
                    <a:pt x="1459474" y="2103286"/>
                  </a:lnTo>
                  <a:lnTo>
                    <a:pt x="1460319" y="2103286"/>
                  </a:lnTo>
                  <a:lnTo>
                    <a:pt x="1461164" y="2057062"/>
                  </a:lnTo>
                  <a:lnTo>
                    <a:pt x="1462009" y="1998436"/>
                  </a:lnTo>
                  <a:lnTo>
                    <a:pt x="1462854" y="1955376"/>
                  </a:lnTo>
                  <a:lnTo>
                    <a:pt x="1463699" y="1894917"/>
                  </a:lnTo>
                  <a:lnTo>
                    <a:pt x="1464544" y="1808912"/>
                  </a:lnTo>
                  <a:lnTo>
                    <a:pt x="1465389" y="1713184"/>
                  </a:lnTo>
                  <a:lnTo>
                    <a:pt x="1466234" y="1647269"/>
                  </a:lnTo>
                  <a:lnTo>
                    <a:pt x="1467079" y="1633879"/>
                  </a:lnTo>
                  <a:lnTo>
                    <a:pt x="1467925" y="1666652"/>
                  </a:lnTo>
                  <a:lnTo>
                    <a:pt x="1468770" y="1727112"/>
                  </a:lnTo>
                  <a:lnTo>
                    <a:pt x="1469615" y="1813115"/>
                  </a:lnTo>
                  <a:lnTo>
                    <a:pt x="1470460" y="1913529"/>
                  </a:lnTo>
                  <a:lnTo>
                    <a:pt x="1471305" y="1993125"/>
                  </a:lnTo>
                  <a:lnTo>
                    <a:pt x="1472150" y="2053673"/>
                  </a:lnTo>
                  <a:lnTo>
                    <a:pt x="1472995" y="2087563"/>
                  </a:lnTo>
                  <a:lnTo>
                    <a:pt x="1473840" y="2050178"/>
                  </a:lnTo>
                  <a:lnTo>
                    <a:pt x="1474685" y="2015769"/>
                  </a:lnTo>
                  <a:lnTo>
                    <a:pt x="1475530" y="1995887"/>
                  </a:lnTo>
                  <a:lnTo>
                    <a:pt x="1476375" y="2003580"/>
                  </a:lnTo>
                  <a:lnTo>
                    <a:pt x="1477221" y="2014881"/>
                  </a:lnTo>
                  <a:lnTo>
                    <a:pt x="1478066" y="2009320"/>
                  </a:lnTo>
                  <a:lnTo>
                    <a:pt x="1478911" y="2026959"/>
                  </a:lnTo>
                  <a:lnTo>
                    <a:pt x="1479756" y="2033912"/>
                  </a:lnTo>
                  <a:lnTo>
                    <a:pt x="1480601" y="2049133"/>
                  </a:lnTo>
                  <a:lnTo>
                    <a:pt x="1481446" y="2022965"/>
                  </a:lnTo>
                  <a:lnTo>
                    <a:pt x="1482291" y="1967519"/>
                  </a:lnTo>
                  <a:lnTo>
                    <a:pt x="1483136" y="1949423"/>
                  </a:lnTo>
                  <a:lnTo>
                    <a:pt x="1483981" y="1945558"/>
                  </a:lnTo>
                  <a:lnTo>
                    <a:pt x="1484826" y="1943679"/>
                  </a:lnTo>
                  <a:lnTo>
                    <a:pt x="1485671" y="1899755"/>
                  </a:lnTo>
                  <a:lnTo>
                    <a:pt x="1486517" y="1867501"/>
                  </a:lnTo>
                  <a:lnTo>
                    <a:pt x="1487362" y="1835084"/>
                  </a:lnTo>
                  <a:lnTo>
                    <a:pt x="1488207" y="1782002"/>
                  </a:lnTo>
                  <a:lnTo>
                    <a:pt x="1489052" y="1790234"/>
                  </a:lnTo>
                  <a:lnTo>
                    <a:pt x="1489897" y="1827906"/>
                  </a:lnTo>
                  <a:lnTo>
                    <a:pt x="1490742" y="1894922"/>
                  </a:lnTo>
                  <a:lnTo>
                    <a:pt x="1491587" y="1972213"/>
                  </a:lnTo>
                  <a:lnTo>
                    <a:pt x="1492432" y="2033437"/>
                  </a:lnTo>
                  <a:lnTo>
                    <a:pt x="1493277" y="2057281"/>
                  </a:lnTo>
                  <a:lnTo>
                    <a:pt x="1494122" y="2027433"/>
                  </a:lnTo>
                  <a:lnTo>
                    <a:pt x="1494967" y="2002246"/>
                  </a:lnTo>
                  <a:lnTo>
                    <a:pt x="1495813" y="1988026"/>
                  </a:lnTo>
                  <a:lnTo>
                    <a:pt x="1496658" y="1965204"/>
                  </a:lnTo>
                  <a:lnTo>
                    <a:pt x="1497503" y="1975724"/>
                  </a:lnTo>
                  <a:lnTo>
                    <a:pt x="1498348" y="2022221"/>
                  </a:lnTo>
                  <a:lnTo>
                    <a:pt x="1499193" y="2052247"/>
                  </a:lnTo>
                  <a:lnTo>
                    <a:pt x="1500038" y="2023604"/>
                  </a:lnTo>
                  <a:lnTo>
                    <a:pt x="1500883" y="1968965"/>
                  </a:lnTo>
                  <a:lnTo>
                    <a:pt x="1501728" y="1918168"/>
                  </a:lnTo>
                  <a:lnTo>
                    <a:pt x="1502573" y="1892516"/>
                  </a:lnTo>
                  <a:lnTo>
                    <a:pt x="1503418" y="1875018"/>
                  </a:lnTo>
                  <a:lnTo>
                    <a:pt x="1504263" y="1890219"/>
                  </a:lnTo>
                  <a:lnTo>
                    <a:pt x="1505109" y="1935712"/>
                  </a:lnTo>
                  <a:lnTo>
                    <a:pt x="1505954" y="1985151"/>
                  </a:lnTo>
                  <a:lnTo>
                    <a:pt x="1506799" y="2041006"/>
                  </a:lnTo>
                  <a:lnTo>
                    <a:pt x="1507644" y="2035638"/>
                  </a:lnTo>
                  <a:lnTo>
                    <a:pt x="1508489" y="1995309"/>
                  </a:lnTo>
                  <a:lnTo>
                    <a:pt x="1509334" y="1976496"/>
                  </a:lnTo>
                  <a:lnTo>
                    <a:pt x="1510179" y="1949360"/>
                  </a:lnTo>
                  <a:lnTo>
                    <a:pt x="1511024" y="1930220"/>
                  </a:lnTo>
                  <a:lnTo>
                    <a:pt x="1511869" y="1932462"/>
                  </a:lnTo>
                  <a:lnTo>
                    <a:pt x="1512714" y="1964044"/>
                  </a:lnTo>
                  <a:lnTo>
                    <a:pt x="1513560" y="2004668"/>
                  </a:lnTo>
                  <a:lnTo>
                    <a:pt x="1514405" y="2023480"/>
                  </a:lnTo>
                  <a:lnTo>
                    <a:pt x="1515250" y="2050617"/>
                  </a:lnTo>
                  <a:lnTo>
                    <a:pt x="1516095" y="2069829"/>
                  </a:lnTo>
                  <a:lnTo>
                    <a:pt x="1516940" y="2041198"/>
                  </a:lnTo>
                  <a:lnTo>
                    <a:pt x="1517785" y="2014853"/>
                  </a:lnTo>
                  <a:lnTo>
                    <a:pt x="1518630" y="2002431"/>
                  </a:lnTo>
                  <a:lnTo>
                    <a:pt x="1519475" y="1986651"/>
                  </a:lnTo>
                  <a:lnTo>
                    <a:pt x="1520320" y="2005908"/>
                  </a:lnTo>
                  <a:lnTo>
                    <a:pt x="1521165" y="2021385"/>
                  </a:lnTo>
                  <a:lnTo>
                    <a:pt x="1522010" y="2055535"/>
                  </a:lnTo>
                  <a:lnTo>
                    <a:pt x="1522856" y="2080761"/>
                  </a:lnTo>
                  <a:lnTo>
                    <a:pt x="1523701" y="2038877"/>
                  </a:lnTo>
                  <a:lnTo>
                    <a:pt x="1524546" y="1975827"/>
                  </a:lnTo>
                  <a:lnTo>
                    <a:pt x="1525391" y="1921975"/>
                  </a:lnTo>
                  <a:lnTo>
                    <a:pt x="1526236" y="1906424"/>
                  </a:lnTo>
                  <a:lnTo>
                    <a:pt x="1527081" y="1902451"/>
                  </a:lnTo>
                  <a:lnTo>
                    <a:pt x="1527926" y="1917224"/>
                  </a:lnTo>
                  <a:lnTo>
                    <a:pt x="1528771" y="1952638"/>
                  </a:lnTo>
                  <a:lnTo>
                    <a:pt x="1529616" y="1996783"/>
                  </a:lnTo>
                  <a:lnTo>
                    <a:pt x="1530461" y="2038349"/>
                  </a:lnTo>
                  <a:lnTo>
                    <a:pt x="1531306" y="2040417"/>
                  </a:lnTo>
                  <a:lnTo>
                    <a:pt x="1532152" y="1986235"/>
                  </a:lnTo>
                  <a:lnTo>
                    <a:pt x="1532997" y="1901227"/>
                  </a:lnTo>
                  <a:lnTo>
                    <a:pt x="1533842" y="1854667"/>
                  </a:lnTo>
                  <a:lnTo>
                    <a:pt x="1534687" y="1864363"/>
                  </a:lnTo>
                  <a:lnTo>
                    <a:pt x="1535532" y="1836069"/>
                  </a:lnTo>
                  <a:lnTo>
                    <a:pt x="1536377" y="1808555"/>
                  </a:lnTo>
                  <a:lnTo>
                    <a:pt x="1537222" y="1845147"/>
                  </a:lnTo>
                  <a:lnTo>
                    <a:pt x="1538067" y="1907946"/>
                  </a:lnTo>
                  <a:lnTo>
                    <a:pt x="1538912" y="1973400"/>
                  </a:lnTo>
                  <a:lnTo>
                    <a:pt x="1539757" y="1998388"/>
                  </a:lnTo>
                  <a:lnTo>
                    <a:pt x="1540602" y="1991840"/>
                  </a:lnTo>
                  <a:lnTo>
                    <a:pt x="1541448" y="1992863"/>
                  </a:lnTo>
                  <a:lnTo>
                    <a:pt x="1542293" y="2001956"/>
                  </a:lnTo>
                  <a:lnTo>
                    <a:pt x="1543138" y="1976395"/>
                  </a:lnTo>
                  <a:lnTo>
                    <a:pt x="1543983" y="1932977"/>
                  </a:lnTo>
                  <a:lnTo>
                    <a:pt x="1544828" y="1943957"/>
                  </a:lnTo>
                  <a:lnTo>
                    <a:pt x="1545673" y="2016925"/>
                  </a:lnTo>
                  <a:lnTo>
                    <a:pt x="1546518" y="2042452"/>
                  </a:lnTo>
                  <a:lnTo>
                    <a:pt x="1547363" y="2028037"/>
                  </a:lnTo>
                  <a:lnTo>
                    <a:pt x="1548208" y="2046808"/>
                  </a:lnTo>
                  <a:lnTo>
                    <a:pt x="1549053" y="2103286"/>
                  </a:lnTo>
                  <a:lnTo>
                    <a:pt x="1549898" y="2103286"/>
                  </a:lnTo>
                  <a:lnTo>
                    <a:pt x="1550744" y="2055498"/>
                  </a:lnTo>
                  <a:lnTo>
                    <a:pt x="1551589" y="2050005"/>
                  </a:lnTo>
                  <a:lnTo>
                    <a:pt x="1552434" y="2058705"/>
                  </a:lnTo>
                  <a:lnTo>
                    <a:pt x="1553279" y="2074485"/>
                  </a:lnTo>
                  <a:lnTo>
                    <a:pt x="1554124" y="2041641"/>
                  </a:lnTo>
                  <a:lnTo>
                    <a:pt x="1554969" y="1991006"/>
                  </a:lnTo>
                  <a:lnTo>
                    <a:pt x="1555814" y="1944794"/>
                  </a:lnTo>
                  <a:lnTo>
                    <a:pt x="1556659" y="1903762"/>
                  </a:lnTo>
                  <a:lnTo>
                    <a:pt x="1557504" y="1874750"/>
                  </a:lnTo>
                  <a:lnTo>
                    <a:pt x="1558349" y="1868571"/>
                  </a:lnTo>
                  <a:lnTo>
                    <a:pt x="1559194" y="1900982"/>
                  </a:lnTo>
                  <a:lnTo>
                    <a:pt x="1560040" y="1918670"/>
                  </a:lnTo>
                  <a:lnTo>
                    <a:pt x="1560885" y="1918074"/>
                  </a:lnTo>
                  <a:lnTo>
                    <a:pt x="1561730" y="1930235"/>
                  </a:lnTo>
                  <a:lnTo>
                    <a:pt x="1562575" y="1938968"/>
                  </a:lnTo>
                  <a:lnTo>
                    <a:pt x="1563420" y="1942374"/>
                  </a:lnTo>
                  <a:lnTo>
                    <a:pt x="1564265" y="1910831"/>
                  </a:lnTo>
                  <a:lnTo>
                    <a:pt x="1565110" y="1878514"/>
                  </a:lnTo>
                  <a:lnTo>
                    <a:pt x="1565955" y="1903449"/>
                  </a:lnTo>
                  <a:lnTo>
                    <a:pt x="1566800" y="1930777"/>
                  </a:lnTo>
                  <a:lnTo>
                    <a:pt x="1567645" y="1924127"/>
                  </a:lnTo>
                  <a:lnTo>
                    <a:pt x="1568490" y="1876566"/>
                  </a:lnTo>
                  <a:lnTo>
                    <a:pt x="1569336" y="1891938"/>
                  </a:lnTo>
                  <a:lnTo>
                    <a:pt x="1570181" y="1953040"/>
                  </a:lnTo>
                  <a:lnTo>
                    <a:pt x="1571026" y="1998520"/>
                  </a:lnTo>
                  <a:lnTo>
                    <a:pt x="1571871" y="1984181"/>
                  </a:lnTo>
                  <a:lnTo>
                    <a:pt x="1572716" y="1944984"/>
                  </a:lnTo>
                  <a:lnTo>
                    <a:pt x="1573561" y="1948497"/>
                  </a:lnTo>
                  <a:lnTo>
                    <a:pt x="1574406" y="1934831"/>
                  </a:lnTo>
                  <a:lnTo>
                    <a:pt x="1575251" y="1890483"/>
                  </a:lnTo>
                  <a:lnTo>
                    <a:pt x="1576096" y="1819420"/>
                  </a:lnTo>
                  <a:lnTo>
                    <a:pt x="1576941" y="1771613"/>
                  </a:lnTo>
                  <a:lnTo>
                    <a:pt x="1577787" y="1806994"/>
                  </a:lnTo>
                  <a:lnTo>
                    <a:pt x="1578632" y="1820137"/>
                  </a:lnTo>
                  <a:lnTo>
                    <a:pt x="1579477" y="1809527"/>
                  </a:lnTo>
                  <a:lnTo>
                    <a:pt x="1580322" y="1797352"/>
                  </a:lnTo>
                  <a:lnTo>
                    <a:pt x="1581167" y="1786259"/>
                  </a:lnTo>
                  <a:lnTo>
                    <a:pt x="1582012" y="1791812"/>
                  </a:lnTo>
                  <a:lnTo>
                    <a:pt x="1582857" y="1787068"/>
                  </a:lnTo>
                  <a:lnTo>
                    <a:pt x="1583702" y="1792204"/>
                  </a:lnTo>
                  <a:lnTo>
                    <a:pt x="1584547" y="1811644"/>
                  </a:lnTo>
                  <a:lnTo>
                    <a:pt x="1585392" y="1861127"/>
                  </a:lnTo>
                  <a:lnTo>
                    <a:pt x="1586237" y="1911279"/>
                  </a:lnTo>
                  <a:lnTo>
                    <a:pt x="1587083" y="1973411"/>
                  </a:lnTo>
                  <a:lnTo>
                    <a:pt x="1587928" y="2031250"/>
                  </a:lnTo>
                  <a:lnTo>
                    <a:pt x="1588773" y="2079847"/>
                  </a:lnTo>
                  <a:lnTo>
                    <a:pt x="1589618" y="2077880"/>
                  </a:lnTo>
                  <a:lnTo>
                    <a:pt x="1590463" y="2056497"/>
                  </a:lnTo>
                  <a:lnTo>
                    <a:pt x="1591308" y="2058560"/>
                  </a:lnTo>
                  <a:lnTo>
                    <a:pt x="1592153" y="2047913"/>
                  </a:lnTo>
                  <a:lnTo>
                    <a:pt x="1592998" y="2012640"/>
                  </a:lnTo>
                  <a:lnTo>
                    <a:pt x="1593843" y="2003457"/>
                  </a:lnTo>
                  <a:lnTo>
                    <a:pt x="1594688" y="2027106"/>
                  </a:lnTo>
                  <a:lnTo>
                    <a:pt x="1595533" y="2069877"/>
                  </a:lnTo>
                  <a:lnTo>
                    <a:pt x="1596379" y="2092433"/>
                  </a:lnTo>
                  <a:lnTo>
                    <a:pt x="1597224" y="2103286"/>
                  </a:lnTo>
                  <a:lnTo>
                    <a:pt x="1598069" y="2098584"/>
                  </a:lnTo>
                  <a:lnTo>
                    <a:pt x="1598914" y="2065402"/>
                  </a:lnTo>
                  <a:lnTo>
                    <a:pt x="1599759" y="2050599"/>
                  </a:lnTo>
                  <a:lnTo>
                    <a:pt x="1600604" y="2043947"/>
                  </a:lnTo>
                  <a:lnTo>
                    <a:pt x="1601449" y="2052570"/>
                  </a:lnTo>
                  <a:lnTo>
                    <a:pt x="1602294" y="2091495"/>
                  </a:lnTo>
                  <a:lnTo>
                    <a:pt x="1603139" y="2103286"/>
                  </a:lnTo>
                  <a:lnTo>
                    <a:pt x="1603984" y="2103286"/>
                  </a:lnTo>
                  <a:lnTo>
                    <a:pt x="1604829" y="2102521"/>
                  </a:lnTo>
                  <a:lnTo>
                    <a:pt x="1605675" y="2028550"/>
                  </a:lnTo>
                  <a:lnTo>
                    <a:pt x="1606520" y="1929235"/>
                  </a:lnTo>
                  <a:lnTo>
                    <a:pt x="1607365" y="1781601"/>
                  </a:lnTo>
                  <a:lnTo>
                    <a:pt x="1608210" y="1652709"/>
                  </a:lnTo>
                  <a:lnTo>
                    <a:pt x="1609055" y="1601037"/>
                  </a:lnTo>
                  <a:lnTo>
                    <a:pt x="1609900" y="1608602"/>
                  </a:lnTo>
                  <a:lnTo>
                    <a:pt x="1610745" y="1658845"/>
                  </a:lnTo>
                  <a:lnTo>
                    <a:pt x="1611590" y="1705758"/>
                  </a:lnTo>
                  <a:lnTo>
                    <a:pt x="1612435" y="1801794"/>
                  </a:lnTo>
                  <a:lnTo>
                    <a:pt x="1613280" y="1899323"/>
                  </a:lnTo>
                  <a:lnTo>
                    <a:pt x="1614125" y="1985499"/>
                  </a:lnTo>
                  <a:lnTo>
                    <a:pt x="1614971" y="2043664"/>
                  </a:lnTo>
                  <a:lnTo>
                    <a:pt x="1615816" y="2010622"/>
                  </a:lnTo>
                  <a:lnTo>
                    <a:pt x="1616661" y="2019872"/>
                  </a:lnTo>
                  <a:lnTo>
                    <a:pt x="1617506" y="2013503"/>
                  </a:lnTo>
                  <a:lnTo>
                    <a:pt x="1618351" y="1918787"/>
                  </a:lnTo>
                  <a:lnTo>
                    <a:pt x="1619196" y="1843410"/>
                  </a:lnTo>
                  <a:lnTo>
                    <a:pt x="1620041" y="1826464"/>
                  </a:lnTo>
                  <a:lnTo>
                    <a:pt x="1620886" y="1858931"/>
                  </a:lnTo>
                  <a:lnTo>
                    <a:pt x="1621731" y="1892589"/>
                  </a:lnTo>
                  <a:lnTo>
                    <a:pt x="1622576" y="1905361"/>
                  </a:lnTo>
                  <a:lnTo>
                    <a:pt x="1623421" y="1951491"/>
                  </a:lnTo>
                  <a:lnTo>
                    <a:pt x="1624267" y="2016091"/>
                  </a:lnTo>
                  <a:lnTo>
                    <a:pt x="1625112" y="2032796"/>
                  </a:lnTo>
                  <a:lnTo>
                    <a:pt x="1625957" y="2014430"/>
                  </a:lnTo>
                  <a:lnTo>
                    <a:pt x="1626802" y="1970283"/>
                  </a:lnTo>
                  <a:lnTo>
                    <a:pt x="1627647" y="1951929"/>
                  </a:lnTo>
                  <a:lnTo>
                    <a:pt x="1628492" y="2000514"/>
                  </a:lnTo>
                  <a:lnTo>
                    <a:pt x="1629337" y="1997728"/>
                  </a:lnTo>
                  <a:lnTo>
                    <a:pt x="1630182" y="1957810"/>
                  </a:lnTo>
                  <a:lnTo>
                    <a:pt x="1631027" y="1976346"/>
                  </a:lnTo>
                  <a:lnTo>
                    <a:pt x="1631872" y="2013580"/>
                  </a:lnTo>
                  <a:lnTo>
                    <a:pt x="1632717" y="1930952"/>
                  </a:lnTo>
                  <a:lnTo>
                    <a:pt x="1633563" y="1839700"/>
                  </a:lnTo>
                  <a:lnTo>
                    <a:pt x="1634408" y="1819710"/>
                  </a:lnTo>
                  <a:lnTo>
                    <a:pt x="1635253" y="1845896"/>
                  </a:lnTo>
                  <a:lnTo>
                    <a:pt x="1636098" y="1856587"/>
                  </a:lnTo>
                  <a:lnTo>
                    <a:pt x="1636943" y="1851262"/>
                  </a:lnTo>
                  <a:lnTo>
                    <a:pt x="1637788" y="1947836"/>
                  </a:lnTo>
                  <a:lnTo>
                    <a:pt x="1638633" y="1992877"/>
                  </a:lnTo>
                  <a:lnTo>
                    <a:pt x="1639478" y="1983453"/>
                  </a:lnTo>
                  <a:lnTo>
                    <a:pt x="1640323" y="1963737"/>
                  </a:lnTo>
                  <a:lnTo>
                    <a:pt x="1641168" y="1948405"/>
                  </a:lnTo>
                  <a:lnTo>
                    <a:pt x="1642014" y="1913934"/>
                  </a:lnTo>
                  <a:lnTo>
                    <a:pt x="1642859" y="1917871"/>
                  </a:lnTo>
                  <a:lnTo>
                    <a:pt x="1643704" y="1964081"/>
                  </a:lnTo>
                  <a:lnTo>
                    <a:pt x="1644549" y="1989505"/>
                  </a:lnTo>
                  <a:lnTo>
                    <a:pt x="1645394" y="1996083"/>
                  </a:lnTo>
                  <a:lnTo>
                    <a:pt x="1646239" y="1991243"/>
                  </a:lnTo>
                  <a:lnTo>
                    <a:pt x="1647084" y="1986356"/>
                  </a:lnTo>
                  <a:lnTo>
                    <a:pt x="1647929" y="1966780"/>
                  </a:lnTo>
                  <a:lnTo>
                    <a:pt x="1648774" y="1933296"/>
                  </a:lnTo>
                  <a:lnTo>
                    <a:pt x="1649619" y="1927909"/>
                  </a:lnTo>
                  <a:lnTo>
                    <a:pt x="1650464" y="1941047"/>
                  </a:lnTo>
                  <a:lnTo>
                    <a:pt x="1651310" y="1974998"/>
                  </a:lnTo>
                  <a:lnTo>
                    <a:pt x="1652155" y="2034008"/>
                  </a:lnTo>
                  <a:lnTo>
                    <a:pt x="1653000" y="2060326"/>
                  </a:lnTo>
                  <a:lnTo>
                    <a:pt x="1653845" y="2093808"/>
                  </a:lnTo>
                  <a:lnTo>
                    <a:pt x="1654690" y="2103186"/>
                  </a:lnTo>
                  <a:lnTo>
                    <a:pt x="1655535" y="2103186"/>
                  </a:lnTo>
                  <a:lnTo>
                    <a:pt x="1656380" y="2093063"/>
                  </a:lnTo>
                  <a:lnTo>
                    <a:pt x="1657225" y="2092507"/>
                  </a:lnTo>
                  <a:lnTo>
                    <a:pt x="1658070" y="2081984"/>
                  </a:lnTo>
                  <a:lnTo>
                    <a:pt x="1658915" y="2040415"/>
                  </a:lnTo>
                  <a:lnTo>
                    <a:pt x="1659760" y="2017488"/>
                  </a:lnTo>
                  <a:lnTo>
                    <a:pt x="1660606" y="1975660"/>
                  </a:lnTo>
                  <a:lnTo>
                    <a:pt x="1661451" y="1920760"/>
                  </a:lnTo>
                  <a:lnTo>
                    <a:pt x="1662296" y="1901367"/>
                  </a:lnTo>
                  <a:lnTo>
                    <a:pt x="1663141" y="1909944"/>
                  </a:lnTo>
                  <a:lnTo>
                    <a:pt x="1663986" y="1918033"/>
                  </a:lnTo>
                  <a:lnTo>
                    <a:pt x="1664831" y="1895172"/>
                  </a:lnTo>
                  <a:lnTo>
                    <a:pt x="1665676" y="1938894"/>
                  </a:lnTo>
                  <a:lnTo>
                    <a:pt x="1666521" y="2005293"/>
                  </a:lnTo>
                  <a:lnTo>
                    <a:pt x="1667366" y="1985018"/>
                  </a:lnTo>
                  <a:lnTo>
                    <a:pt x="1668211" y="1930165"/>
                  </a:lnTo>
                  <a:lnTo>
                    <a:pt x="1669056" y="1883617"/>
                  </a:lnTo>
                  <a:lnTo>
                    <a:pt x="1669902" y="1889437"/>
                  </a:lnTo>
                  <a:lnTo>
                    <a:pt x="1670747" y="1879570"/>
                  </a:lnTo>
                  <a:lnTo>
                    <a:pt x="1671592" y="1864417"/>
                  </a:lnTo>
                  <a:lnTo>
                    <a:pt x="1672437" y="1884987"/>
                  </a:lnTo>
                  <a:lnTo>
                    <a:pt x="1673282" y="1941789"/>
                  </a:lnTo>
                  <a:lnTo>
                    <a:pt x="1674127" y="2021816"/>
                  </a:lnTo>
                  <a:lnTo>
                    <a:pt x="1674972" y="2031514"/>
                  </a:lnTo>
                  <a:lnTo>
                    <a:pt x="1675817" y="1983172"/>
                  </a:lnTo>
                  <a:lnTo>
                    <a:pt x="1676662" y="1929902"/>
                  </a:lnTo>
                  <a:lnTo>
                    <a:pt x="1677507" y="1876325"/>
                  </a:lnTo>
                  <a:lnTo>
                    <a:pt x="1678352" y="1849393"/>
                  </a:lnTo>
                  <a:lnTo>
                    <a:pt x="1679198" y="1829435"/>
                  </a:lnTo>
                  <a:lnTo>
                    <a:pt x="1680043" y="1833848"/>
                  </a:lnTo>
                  <a:lnTo>
                    <a:pt x="1680888" y="1862549"/>
                  </a:lnTo>
                  <a:lnTo>
                    <a:pt x="1681733" y="1857232"/>
                  </a:lnTo>
                  <a:lnTo>
                    <a:pt x="1682578" y="1841510"/>
                  </a:lnTo>
                  <a:lnTo>
                    <a:pt x="1683423" y="1812808"/>
                  </a:lnTo>
                  <a:lnTo>
                    <a:pt x="1684268" y="1755481"/>
                  </a:lnTo>
                  <a:lnTo>
                    <a:pt x="1685113" y="1681128"/>
                  </a:lnTo>
                  <a:lnTo>
                    <a:pt x="1685958" y="1602820"/>
                  </a:lnTo>
                  <a:lnTo>
                    <a:pt x="1686803" y="1552118"/>
                  </a:lnTo>
                  <a:lnTo>
                    <a:pt x="1687648" y="1536817"/>
                  </a:lnTo>
                  <a:lnTo>
                    <a:pt x="1688494" y="1532394"/>
                  </a:lnTo>
                  <a:lnTo>
                    <a:pt x="1689339" y="1553936"/>
                  </a:lnTo>
                  <a:lnTo>
                    <a:pt x="1690184" y="1588801"/>
                  </a:lnTo>
                  <a:lnTo>
                    <a:pt x="1691029" y="1622515"/>
                  </a:lnTo>
                  <a:lnTo>
                    <a:pt x="1691874" y="1646586"/>
                  </a:lnTo>
                  <a:lnTo>
                    <a:pt x="1692719" y="1647336"/>
                  </a:lnTo>
                  <a:lnTo>
                    <a:pt x="1693564" y="1649570"/>
                  </a:lnTo>
                  <a:lnTo>
                    <a:pt x="1694409" y="1653967"/>
                  </a:lnTo>
                  <a:lnTo>
                    <a:pt x="1695254" y="1653148"/>
                  </a:lnTo>
                  <a:lnTo>
                    <a:pt x="1696099" y="1662366"/>
                  </a:lnTo>
                  <a:lnTo>
                    <a:pt x="1696944" y="1692634"/>
                  </a:lnTo>
                  <a:lnTo>
                    <a:pt x="1697790" y="1736975"/>
                  </a:lnTo>
                  <a:lnTo>
                    <a:pt x="1698635" y="1786360"/>
                  </a:lnTo>
                  <a:lnTo>
                    <a:pt x="1699480" y="1823574"/>
                  </a:lnTo>
                  <a:lnTo>
                    <a:pt x="1700325" y="1832081"/>
                  </a:lnTo>
                  <a:lnTo>
                    <a:pt x="1701170" y="1843049"/>
                  </a:lnTo>
                  <a:lnTo>
                    <a:pt x="1702015" y="1855255"/>
                  </a:lnTo>
                  <a:lnTo>
                    <a:pt x="1702860" y="1849830"/>
                  </a:lnTo>
                  <a:lnTo>
                    <a:pt x="1703705" y="1807676"/>
                  </a:lnTo>
                  <a:lnTo>
                    <a:pt x="1704550" y="1769221"/>
                  </a:lnTo>
                  <a:lnTo>
                    <a:pt x="1705395" y="1796037"/>
                  </a:lnTo>
                  <a:lnTo>
                    <a:pt x="1706241" y="1834733"/>
                  </a:lnTo>
                  <a:lnTo>
                    <a:pt x="1707086" y="1876989"/>
                  </a:lnTo>
                  <a:lnTo>
                    <a:pt x="1707931" y="1871654"/>
                  </a:lnTo>
                  <a:lnTo>
                    <a:pt x="1708776" y="1878722"/>
                  </a:lnTo>
                  <a:lnTo>
                    <a:pt x="1709621" y="1931014"/>
                  </a:lnTo>
                  <a:lnTo>
                    <a:pt x="1710466" y="1928729"/>
                  </a:lnTo>
                  <a:lnTo>
                    <a:pt x="1711311" y="1923455"/>
                  </a:lnTo>
                  <a:lnTo>
                    <a:pt x="1712156" y="1923945"/>
                  </a:lnTo>
                  <a:lnTo>
                    <a:pt x="1713001" y="1974213"/>
                  </a:lnTo>
                  <a:lnTo>
                    <a:pt x="1713846" y="2017738"/>
                  </a:lnTo>
                  <a:lnTo>
                    <a:pt x="1714691" y="2003233"/>
                  </a:lnTo>
                  <a:lnTo>
                    <a:pt x="1715537" y="1994196"/>
                  </a:lnTo>
                  <a:lnTo>
                    <a:pt x="1716382" y="1950724"/>
                  </a:lnTo>
                  <a:lnTo>
                    <a:pt x="1717227" y="1891569"/>
                  </a:lnTo>
                  <a:lnTo>
                    <a:pt x="1718072" y="1872973"/>
                  </a:lnTo>
                  <a:lnTo>
                    <a:pt x="1718917" y="1841280"/>
                  </a:lnTo>
                  <a:lnTo>
                    <a:pt x="1719762" y="1826265"/>
                  </a:lnTo>
                  <a:lnTo>
                    <a:pt x="1720607" y="1816694"/>
                  </a:lnTo>
                  <a:lnTo>
                    <a:pt x="1721452" y="1812449"/>
                  </a:lnTo>
                  <a:lnTo>
                    <a:pt x="1722297" y="1814701"/>
                  </a:lnTo>
                  <a:lnTo>
                    <a:pt x="1723142" y="1828411"/>
                  </a:lnTo>
                  <a:lnTo>
                    <a:pt x="1723987" y="1860105"/>
                  </a:lnTo>
                  <a:lnTo>
                    <a:pt x="1724833" y="1889922"/>
                  </a:lnTo>
                  <a:lnTo>
                    <a:pt x="1725678" y="1937961"/>
                  </a:lnTo>
                  <a:lnTo>
                    <a:pt x="1726523" y="1987797"/>
                  </a:lnTo>
                  <a:lnTo>
                    <a:pt x="1727368" y="2056262"/>
                  </a:lnTo>
                  <a:lnTo>
                    <a:pt x="1728213" y="2073484"/>
                  </a:lnTo>
                  <a:lnTo>
                    <a:pt x="1729058" y="2055622"/>
                  </a:lnTo>
                  <a:lnTo>
                    <a:pt x="1729903" y="1991868"/>
                  </a:lnTo>
                  <a:lnTo>
                    <a:pt x="1730748" y="1975624"/>
                  </a:lnTo>
                  <a:lnTo>
                    <a:pt x="1731593" y="2009436"/>
                  </a:lnTo>
                  <a:lnTo>
                    <a:pt x="1732438" y="2015497"/>
                  </a:lnTo>
                  <a:lnTo>
                    <a:pt x="1733283" y="2033145"/>
                  </a:lnTo>
                  <a:lnTo>
                    <a:pt x="1734129" y="2074102"/>
                  </a:lnTo>
                  <a:lnTo>
                    <a:pt x="1734974" y="2103286"/>
                  </a:lnTo>
                  <a:lnTo>
                    <a:pt x="1735819" y="2094502"/>
                  </a:lnTo>
                  <a:lnTo>
                    <a:pt x="1736664" y="2046696"/>
                  </a:lnTo>
                  <a:lnTo>
                    <a:pt x="1737509" y="2007899"/>
                  </a:lnTo>
                  <a:lnTo>
                    <a:pt x="1738354" y="1920840"/>
                  </a:lnTo>
                  <a:lnTo>
                    <a:pt x="1739199" y="1864457"/>
                  </a:lnTo>
                  <a:lnTo>
                    <a:pt x="1740044" y="1852739"/>
                  </a:lnTo>
                  <a:lnTo>
                    <a:pt x="1740889" y="1907296"/>
                  </a:lnTo>
                  <a:lnTo>
                    <a:pt x="1741734" y="1923825"/>
                  </a:lnTo>
                  <a:lnTo>
                    <a:pt x="1742579" y="1906263"/>
                  </a:lnTo>
                  <a:lnTo>
                    <a:pt x="1743425" y="1957350"/>
                  </a:lnTo>
                  <a:lnTo>
                    <a:pt x="1744270" y="1987583"/>
                  </a:lnTo>
                  <a:lnTo>
                    <a:pt x="1745115" y="1987017"/>
                  </a:lnTo>
                  <a:lnTo>
                    <a:pt x="1745960" y="1959651"/>
                  </a:lnTo>
                  <a:lnTo>
                    <a:pt x="1746805" y="1964528"/>
                  </a:lnTo>
                  <a:lnTo>
                    <a:pt x="1747650" y="1968430"/>
                  </a:lnTo>
                  <a:lnTo>
                    <a:pt x="1748495" y="1925978"/>
                  </a:lnTo>
                  <a:lnTo>
                    <a:pt x="1749340" y="1893591"/>
                  </a:lnTo>
                  <a:lnTo>
                    <a:pt x="1750185" y="1905822"/>
                  </a:lnTo>
                  <a:lnTo>
                    <a:pt x="1751030" y="1920664"/>
                  </a:lnTo>
                  <a:lnTo>
                    <a:pt x="1751875" y="1891331"/>
                  </a:lnTo>
                  <a:lnTo>
                    <a:pt x="1752721" y="1887902"/>
                  </a:lnTo>
                  <a:lnTo>
                    <a:pt x="1753566" y="1937622"/>
                  </a:lnTo>
                  <a:lnTo>
                    <a:pt x="1754411" y="1969616"/>
                  </a:lnTo>
                  <a:lnTo>
                    <a:pt x="1755256" y="1972211"/>
                  </a:lnTo>
                  <a:lnTo>
                    <a:pt x="1756101" y="1980380"/>
                  </a:lnTo>
                  <a:lnTo>
                    <a:pt x="1756946" y="1999769"/>
                  </a:lnTo>
                  <a:lnTo>
                    <a:pt x="1757791" y="2005535"/>
                  </a:lnTo>
                  <a:lnTo>
                    <a:pt x="1758636" y="1961415"/>
                  </a:lnTo>
                  <a:lnTo>
                    <a:pt x="1759481" y="1894493"/>
                  </a:lnTo>
                  <a:lnTo>
                    <a:pt x="1760326" y="1862458"/>
                  </a:lnTo>
                  <a:lnTo>
                    <a:pt x="1761171" y="1815576"/>
                  </a:lnTo>
                  <a:lnTo>
                    <a:pt x="1762017" y="1752889"/>
                  </a:lnTo>
                  <a:lnTo>
                    <a:pt x="1762862" y="1711357"/>
                  </a:lnTo>
                  <a:lnTo>
                    <a:pt x="1763707" y="1693867"/>
                  </a:lnTo>
                  <a:lnTo>
                    <a:pt x="1764552" y="1726108"/>
                  </a:lnTo>
                  <a:lnTo>
                    <a:pt x="1765397" y="1727214"/>
                  </a:lnTo>
                  <a:lnTo>
                    <a:pt x="1766242" y="1713765"/>
                  </a:lnTo>
                  <a:lnTo>
                    <a:pt x="1767087" y="1777591"/>
                  </a:lnTo>
                  <a:lnTo>
                    <a:pt x="1767932" y="1843512"/>
                  </a:lnTo>
                  <a:lnTo>
                    <a:pt x="1768777" y="1844660"/>
                  </a:lnTo>
                  <a:lnTo>
                    <a:pt x="1769622" y="1811748"/>
                  </a:lnTo>
                  <a:lnTo>
                    <a:pt x="1770468" y="1812916"/>
                  </a:lnTo>
                  <a:lnTo>
                    <a:pt x="1771313" y="1869493"/>
                  </a:lnTo>
                  <a:lnTo>
                    <a:pt x="1772158" y="1887367"/>
                  </a:lnTo>
                  <a:lnTo>
                    <a:pt x="1773003" y="1882894"/>
                  </a:lnTo>
                  <a:lnTo>
                    <a:pt x="1773848" y="1916120"/>
                  </a:lnTo>
                  <a:lnTo>
                    <a:pt x="1774693" y="1953947"/>
                  </a:lnTo>
                  <a:lnTo>
                    <a:pt x="1775538" y="1961463"/>
                  </a:lnTo>
                  <a:lnTo>
                    <a:pt x="1776383" y="1939095"/>
                  </a:lnTo>
                  <a:lnTo>
                    <a:pt x="1777228" y="1932444"/>
                  </a:lnTo>
                  <a:lnTo>
                    <a:pt x="1778073" y="1958020"/>
                  </a:lnTo>
                  <a:lnTo>
                    <a:pt x="1778918" y="1970280"/>
                  </a:lnTo>
                  <a:lnTo>
                    <a:pt x="1779764" y="1950410"/>
                  </a:lnTo>
                  <a:lnTo>
                    <a:pt x="1780609" y="1953454"/>
                  </a:lnTo>
                  <a:lnTo>
                    <a:pt x="1781454" y="1968888"/>
                  </a:lnTo>
                  <a:lnTo>
                    <a:pt x="1782299" y="1968394"/>
                  </a:lnTo>
                  <a:lnTo>
                    <a:pt x="1783144" y="1951609"/>
                  </a:lnTo>
                  <a:lnTo>
                    <a:pt x="1783989" y="1927441"/>
                  </a:lnTo>
                  <a:lnTo>
                    <a:pt x="1784834" y="1919176"/>
                  </a:lnTo>
                  <a:lnTo>
                    <a:pt x="1785679" y="1909977"/>
                  </a:lnTo>
                  <a:lnTo>
                    <a:pt x="1786524" y="1893440"/>
                  </a:lnTo>
                  <a:lnTo>
                    <a:pt x="1787369" y="1852900"/>
                  </a:lnTo>
                  <a:lnTo>
                    <a:pt x="1788214" y="1854844"/>
                  </a:lnTo>
                  <a:lnTo>
                    <a:pt x="1789060" y="1892708"/>
                  </a:lnTo>
                  <a:lnTo>
                    <a:pt x="1789905" y="1954057"/>
                  </a:lnTo>
                  <a:lnTo>
                    <a:pt x="1790750" y="1991736"/>
                  </a:lnTo>
                  <a:lnTo>
                    <a:pt x="1791595" y="2020223"/>
                  </a:lnTo>
                  <a:lnTo>
                    <a:pt x="1792440" y="2063348"/>
                  </a:lnTo>
                  <a:lnTo>
                    <a:pt x="1793285" y="2039327"/>
                  </a:lnTo>
                  <a:lnTo>
                    <a:pt x="1794130" y="2001237"/>
                  </a:lnTo>
                  <a:lnTo>
                    <a:pt x="1794975" y="2008235"/>
                  </a:lnTo>
                  <a:lnTo>
                    <a:pt x="1795820" y="2025777"/>
                  </a:lnTo>
                  <a:lnTo>
                    <a:pt x="1796665" y="2014625"/>
                  </a:lnTo>
                  <a:lnTo>
                    <a:pt x="1797510" y="2000311"/>
                  </a:lnTo>
                  <a:lnTo>
                    <a:pt x="1798356" y="1991425"/>
                  </a:lnTo>
                  <a:lnTo>
                    <a:pt x="1799201" y="2012258"/>
                  </a:lnTo>
                  <a:lnTo>
                    <a:pt x="1800046" y="1970788"/>
                  </a:lnTo>
                  <a:lnTo>
                    <a:pt x="1800891" y="1948191"/>
                  </a:lnTo>
                  <a:lnTo>
                    <a:pt x="1801736" y="1941555"/>
                  </a:lnTo>
                  <a:lnTo>
                    <a:pt x="1802581" y="1924206"/>
                  </a:lnTo>
                  <a:lnTo>
                    <a:pt x="1803426" y="1939376"/>
                  </a:lnTo>
                  <a:lnTo>
                    <a:pt x="1804271" y="1951832"/>
                  </a:lnTo>
                  <a:lnTo>
                    <a:pt x="1805116" y="1968777"/>
                  </a:lnTo>
                  <a:lnTo>
                    <a:pt x="1805961" y="1948798"/>
                  </a:lnTo>
                  <a:lnTo>
                    <a:pt x="1806806" y="1972487"/>
                  </a:lnTo>
                  <a:lnTo>
                    <a:pt x="1807652" y="1971422"/>
                  </a:lnTo>
                  <a:lnTo>
                    <a:pt x="1808497" y="1932038"/>
                  </a:lnTo>
                  <a:lnTo>
                    <a:pt x="1809342" y="1917198"/>
                  </a:lnTo>
                  <a:lnTo>
                    <a:pt x="1810187" y="1893399"/>
                  </a:lnTo>
                  <a:lnTo>
                    <a:pt x="1811032" y="1880555"/>
                  </a:lnTo>
                  <a:lnTo>
                    <a:pt x="1811877" y="1831357"/>
                  </a:lnTo>
                  <a:lnTo>
                    <a:pt x="1812722" y="1839840"/>
                  </a:lnTo>
                  <a:lnTo>
                    <a:pt x="1813567" y="1850231"/>
                  </a:lnTo>
                  <a:lnTo>
                    <a:pt x="1814412" y="1837297"/>
                  </a:lnTo>
                  <a:lnTo>
                    <a:pt x="1815257" y="1871468"/>
                  </a:lnTo>
                  <a:lnTo>
                    <a:pt x="1816102" y="1873760"/>
                  </a:lnTo>
                  <a:lnTo>
                    <a:pt x="1816948" y="1864863"/>
                  </a:lnTo>
                  <a:lnTo>
                    <a:pt x="1817793" y="1818393"/>
                  </a:lnTo>
                  <a:lnTo>
                    <a:pt x="1818638" y="1797247"/>
                  </a:lnTo>
                  <a:lnTo>
                    <a:pt x="1819483" y="1779170"/>
                  </a:lnTo>
                  <a:lnTo>
                    <a:pt x="1820328" y="1702770"/>
                  </a:lnTo>
                  <a:lnTo>
                    <a:pt x="1821173" y="1664894"/>
                  </a:lnTo>
                  <a:lnTo>
                    <a:pt x="1822018" y="1702966"/>
                  </a:lnTo>
                  <a:lnTo>
                    <a:pt x="1822863" y="1760923"/>
                  </a:lnTo>
                  <a:lnTo>
                    <a:pt x="1823708" y="1801587"/>
                  </a:lnTo>
                  <a:lnTo>
                    <a:pt x="1824553" y="1827849"/>
                  </a:lnTo>
                  <a:lnTo>
                    <a:pt x="1825398" y="1899870"/>
                  </a:lnTo>
                  <a:lnTo>
                    <a:pt x="1826244" y="1983381"/>
                  </a:lnTo>
                  <a:lnTo>
                    <a:pt x="1827089" y="1981673"/>
                  </a:lnTo>
                  <a:lnTo>
                    <a:pt x="1827934" y="1944784"/>
                  </a:lnTo>
                  <a:lnTo>
                    <a:pt x="1828779" y="1869048"/>
                  </a:lnTo>
                  <a:lnTo>
                    <a:pt x="1829624" y="1832110"/>
                  </a:lnTo>
                  <a:lnTo>
                    <a:pt x="1830469" y="1797695"/>
                  </a:lnTo>
                  <a:lnTo>
                    <a:pt x="1831314" y="1723686"/>
                  </a:lnTo>
                  <a:lnTo>
                    <a:pt x="1832159" y="1639414"/>
                  </a:lnTo>
                  <a:lnTo>
                    <a:pt x="1833004" y="1635984"/>
                  </a:lnTo>
                  <a:lnTo>
                    <a:pt x="1833849" y="1718917"/>
                  </a:lnTo>
                  <a:lnTo>
                    <a:pt x="1834695" y="1774095"/>
                  </a:lnTo>
                  <a:lnTo>
                    <a:pt x="1835540" y="1776312"/>
                  </a:lnTo>
                  <a:lnTo>
                    <a:pt x="1836385" y="1742516"/>
                  </a:lnTo>
                  <a:lnTo>
                    <a:pt x="1837230" y="1722228"/>
                  </a:lnTo>
                  <a:lnTo>
                    <a:pt x="1838075" y="1728229"/>
                  </a:lnTo>
                  <a:lnTo>
                    <a:pt x="1838920" y="1748768"/>
                  </a:lnTo>
                  <a:lnTo>
                    <a:pt x="1839765" y="1772744"/>
                  </a:lnTo>
                  <a:lnTo>
                    <a:pt x="1840610" y="1827019"/>
                  </a:lnTo>
                  <a:lnTo>
                    <a:pt x="1841455" y="1879472"/>
                  </a:lnTo>
                  <a:lnTo>
                    <a:pt x="1842300" y="1927896"/>
                  </a:lnTo>
                  <a:lnTo>
                    <a:pt x="1843145" y="1890032"/>
                  </a:lnTo>
                  <a:lnTo>
                    <a:pt x="1843991" y="1832604"/>
                  </a:lnTo>
                  <a:lnTo>
                    <a:pt x="1844836" y="1771723"/>
                  </a:lnTo>
                  <a:lnTo>
                    <a:pt x="1845681" y="1692964"/>
                  </a:lnTo>
                  <a:lnTo>
                    <a:pt x="1846526" y="1660747"/>
                  </a:lnTo>
                  <a:lnTo>
                    <a:pt x="1847371" y="1651132"/>
                  </a:lnTo>
                  <a:lnTo>
                    <a:pt x="1848216" y="1677435"/>
                  </a:lnTo>
                  <a:lnTo>
                    <a:pt x="1849061" y="1712833"/>
                  </a:lnTo>
                  <a:lnTo>
                    <a:pt x="1849906" y="1695032"/>
                  </a:lnTo>
                  <a:lnTo>
                    <a:pt x="1850751" y="1668574"/>
                  </a:lnTo>
                  <a:lnTo>
                    <a:pt x="1851596" y="1662404"/>
                  </a:lnTo>
                  <a:lnTo>
                    <a:pt x="1852441" y="1734707"/>
                  </a:lnTo>
                  <a:lnTo>
                    <a:pt x="1853287" y="1766363"/>
                  </a:lnTo>
                  <a:lnTo>
                    <a:pt x="1854132" y="1718598"/>
                  </a:lnTo>
                  <a:lnTo>
                    <a:pt x="1854977" y="1655072"/>
                  </a:lnTo>
                  <a:lnTo>
                    <a:pt x="1855822" y="1651133"/>
                  </a:lnTo>
                  <a:lnTo>
                    <a:pt x="1856667" y="1679662"/>
                  </a:lnTo>
                  <a:lnTo>
                    <a:pt x="1857512" y="1682453"/>
                  </a:lnTo>
                  <a:lnTo>
                    <a:pt x="1858357" y="1665340"/>
                  </a:lnTo>
                  <a:lnTo>
                    <a:pt x="1859202" y="1621978"/>
                  </a:lnTo>
                  <a:lnTo>
                    <a:pt x="1860047" y="1653684"/>
                  </a:lnTo>
                  <a:lnTo>
                    <a:pt x="1860892" y="1680965"/>
                  </a:lnTo>
                  <a:lnTo>
                    <a:pt x="1861737" y="1654177"/>
                  </a:lnTo>
                  <a:lnTo>
                    <a:pt x="1862583" y="1583269"/>
                  </a:lnTo>
                  <a:lnTo>
                    <a:pt x="1863428" y="1593880"/>
                  </a:lnTo>
                  <a:lnTo>
                    <a:pt x="1864273" y="1708262"/>
                  </a:lnTo>
                  <a:lnTo>
                    <a:pt x="1865118" y="1780741"/>
                  </a:lnTo>
                  <a:lnTo>
                    <a:pt x="1865963" y="1794455"/>
                  </a:lnTo>
                  <a:lnTo>
                    <a:pt x="1866808" y="1840578"/>
                  </a:lnTo>
                  <a:lnTo>
                    <a:pt x="1867653" y="1866403"/>
                  </a:lnTo>
                  <a:lnTo>
                    <a:pt x="1868498" y="1881941"/>
                  </a:lnTo>
                  <a:lnTo>
                    <a:pt x="1869343" y="1889870"/>
                  </a:lnTo>
                  <a:lnTo>
                    <a:pt x="1870188" y="1910069"/>
                  </a:lnTo>
                  <a:lnTo>
                    <a:pt x="1871033" y="1967690"/>
                  </a:lnTo>
                  <a:lnTo>
                    <a:pt x="1871879" y="1979667"/>
                  </a:lnTo>
                  <a:lnTo>
                    <a:pt x="1872724" y="2002908"/>
                  </a:lnTo>
                  <a:lnTo>
                    <a:pt x="1873569" y="2022245"/>
                  </a:lnTo>
                  <a:lnTo>
                    <a:pt x="1874414" y="1968979"/>
                  </a:lnTo>
                  <a:lnTo>
                    <a:pt x="1875259" y="1923025"/>
                  </a:lnTo>
                  <a:lnTo>
                    <a:pt x="1876104" y="1914834"/>
                  </a:lnTo>
                  <a:lnTo>
                    <a:pt x="1876949" y="1938682"/>
                  </a:lnTo>
                  <a:lnTo>
                    <a:pt x="1877794" y="1967006"/>
                  </a:lnTo>
                  <a:lnTo>
                    <a:pt x="1878639" y="1968328"/>
                  </a:lnTo>
                  <a:lnTo>
                    <a:pt x="1879484" y="1971544"/>
                  </a:lnTo>
                  <a:lnTo>
                    <a:pt x="1880329" y="1931476"/>
                  </a:lnTo>
                  <a:lnTo>
                    <a:pt x="1881175" y="1854446"/>
                  </a:lnTo>
                  <a:lnTo>
                    <a:pt x="1882020" y="1754582"/>
                  </a:lnTo>
                  <a:lnTo>
                    <a:pt x="1882865" y="1643575"/>
                  </a:lnTo>
                  <a:lnTo>
                    <a:pt x="1883710" y="1532275"/>
                  </a:lnTo>
                  <a:lnTo>
                    <a:pt x="1884555" y="1469417"/>
                  </a:lnTo>
                  <a:lnTo>
                    <a:pt x="1885400" y="1470744"/>
                  </a:lnTo>
                  <a:lnTo>
                    <a:pt x="1886245" y="1437932"/>
                  </a:lnTo>
                  <a:lnTo>
                    <a:pt x="1887090" y="1436732"/>
                  </a:lnTo>
                  <a:lnTo>
                    <a:pt x="1887935" y="1455331"/>
                  </a:lnTo>
                  <a:lnTo>
                    <a:pt x="1888780" y="1490154"/>
                  </a:lnTo>
                  <a:lnTo>
                    <a:pt x="1889625" y="1503150"/>
                  </a:lnTo>
                  <a:lnTo>
                    <a:pt x="1890471" y="1499470"/>
                  </a:lnTo>
                  <a:lnTo>
                    <a:pt x="1891316" y="1602827"/>
                  </a:lnTo>
                  <a:lnTo>
                    <a:pt x="1892161" y="1703893"/>
                  </a:lnTo>
                  <a:lnTo>
                    <a:pt x="1893006" y="1796301"/>
                  </a:lnTo>
                  <a:lnTo>
                    <a:pt x="1893851" y="1869698"/>
                  </a:lnTo>
                  <a:lnTo>
                    <a:pt x="1894696" y="1935845"/>
                  </a:lnTo>
                  <a:lnTo>
                    <a:pt x="1895541" y="2001963"/>
                  </a:lnTo>
                  <a:lnTo>
                    <a:pt x="1896386" y="2012164"/>
                  </a:lnTo>
                  <a:lnTo>
                    <a:pt x="1897231" y="1980247"/>
                  </a:lnTo>
                  <a:lnTo>
                    <a:pt x="1898076" y="1914522"/>
                  </a:lnTo>
                  <a:lnTo>
                    <a:pt x="1898922" y="1855143"/>
                  </a:lnTo>
                  <a:lnTo>
                    <a:pt x="1899767" y="1755010"/>
                  </a:lnTo>
                  <a:lnTo>
                    <a:pt x="1900612" y="1616998"/>
                  </a:lnTo>
                  <a:lnTo>
                    <a:pt x="1901457" y="1470538"/>
                  </a:lnTo>
                  <a:lnTo>
                    <a:pt x="1902302" y="1384560"/>
                  </a:lnTo>
                  <a:lnTo>
                    <a:pt x="1903147" y="1328207"/>
                  </a:lnTo>
                  <a:lnTo>
                    <a:pt x="1903992" y="1249745"/>
                  </a:lnTo>
                  <a:lnTo>
                    <a:pt x="1904837" y="1206469"/>
                  </a:lnTo>
                  <a:lnTo>
                    <a:pt x="1905682" y="1172810"/>
                  </a:lnTo>
                  <a:lnTo>
                    <a:pt x="1906527" y="1135233"/>
                  </a:lnTo>
                  <a:lnTo>
                    <a:pt x="1907372" y="1126410"/>
                  </a:lnTo>
                  <a:lnTo>
                    <a:pt x="1908218" y="1176141"/>
                  </a:lnTo>
                  <a:lnTo>
                    <a:pt x="1909063" y="1242213"/>
                  </a:lnTo>
                  <a:lnTo>
                    <a:pt x="1909908" y="1325515"/>
                  </a:lnTo>
                  <a:lnTo>
                    <a:pt x="1910753" y="1337264"/>
                  </a:lnTo>
                  <a:lnTo>
                    <a:pt x="1911598" y="1322448"/>
                  </a:lnTo>
                  <a:lnTo>
                    <a:pt x="1912443" y="1290452"/>
                  </a:lnTo>
                  <a:lnTo>
                    <a:pt x="1913288" y="1272559"/>
                  </a:lnTo>
                  <a:lnTo>
                    <a:pt x="1914133" y="1201693"/>
                  </a:lnTo>
                  <a:lnTo>
                    <a:pt x="1914978" y="1115374"/>
                  </a:lnTo>
                  <a:lnTo>
                    <a:pt x="1915823" y="1162258"/>
                  </a:lnTo>
                  <a:lnTo>
                    <a:pt x="1916668" y="1195584"/>
                  </a:lnTo>
                  <a:lnTo>
                    <a:pt x="1917514" y="1153748"/>
                  </a:lnTo>
                  <a:lnTo>
                    <a:pt x="1918359" y="1018403"/>
                  </a:lnTo>
                  <a:lnTo>
                    <a:pt x="1919204" y="983366"/>
                  </a:lnTo>
                  <a:lnTo>
                    <a:pt x="1920049" y="981938"/>
                  </a:lnTo>
                  <a:lnTo>
                    <a:pt x="1920894" y="872958"/>
                  </a:lnTo>
                  <a:lnTo>
                    <a:pt x="1921739" y="822363"/>
                  </a:lnTo>
                  <a:lnTo>
                    <a:pt x="1922584" y="846629"/>
                  </a:lnTo>
                  <a:lnTo>
                    <a:pt x="1923429" y="870808"/>
                  </a:lnTo>
                  <a:lnTo>
                    <a:pt x="1924274" y="851155"/>
                  </a:lnTo>
                  <a:lnTo>
                    <a:pt x="1925119" y="850041"/>
                  </a:lnTo>
                  <a:lnTo>
                    <a:pt x="1925964" y="923117"/>
                  </a:lnTo>
                  <a:lnTo>
                    <a:pt x="1926810" y="981012"/>
                  </a:lnTo>
                  <a:lnTo>
                    <a:pt x="1927655" y="1012216"/>
                  </a:lnTo>
                  <a:lnTo>
                    <a:pt x="1928500" y="1126472"/>
                  </a:lnTo>
                  <a:lnTo>
                    <a:pt x="1929345" y="1236228"/>
                  </a:lnTo>
                  <a:lnTo>
                    <a:pt x="1930190" y="1317073"/>
                  </a:lnTo>
                  <a:lnTo>
                    <a:pt x="1931035" y="1466735"/>
                  </a:lnTo>
                  <a:lnTo>
                    <a:pt x="1931880" y="1575056"/>
                  </a:lnTo>
                  <a:lnTo>
                    <a:pt x="1932725" y="1645425"/>
                  </a:lnTo>
                  <a:lnTo>
                    <a:pt x="1933570" y="1634612"/>
                  </a:lnTo>
                  <a:lnTo>
                    <a:pt x="1934415" y="1614597"/>
                  </a:lnTo>
                  <a:lnTo>
                    <a:pt x="1935260" y="1591028"/>
                  </a:lnTo>
                  <a:lnTo>
                    <a:pt x="1936106" y="1500742"/>
                  </a:lnTo>
                  <a:lnTo>
                    <a:pt x="1936951" y="1436286"/>
                  </a:lnTo>
                  <a:lnTo>
                    <a:pt x="1937796" y="1387474"/>
                  </a:lnTo>
                  <a:lnTo>
                    <a:pt x="1938641" y="1324567"/>
                  </a:lnTo>
                  <a:lnTo>
                    <a:pt x="1939486" y="1278438"/>
                  </a:lnTo>
                  <a:lnTo>
                    <a:pt x="1940331" y="1205176"/>
                  </a:lnTo>
                  <a:lnTo>
                    <a:pt x="1941176" y="1137085"/>
                  </a:lnTo>
                  <a:lnTo>
                    <a:pt x="1942021" y="1049888"/>
                  </a:lnTo>
                  <a:lnTo>
                    <a:pt x="1942866" y="954598"/>
                  </a:lnTo>
                  <a:lnTo>
                    <a:pt x="1943711" y="900985"/>
                  </a:lnTo>
                  <a:lnTo>
                    <a:pt x="1944556" y="839198"/>
                  </a:lnTo>
                  <a:lnTo>
                    <a:pt x="1945402" y="822886"/>
                  </a:lnTo>
                  <a:lnTo>
                    <a:pt x="1946247" y="845426"/>
                  </a:lnTo>
                  <a:lnTo>
                    <a:pt x="1947092" y="925447"/>
                  </a:lnTo>
                  <a:lnTo>
                    <a:pt x="1947937" y="931004"/>
                  </a:lnTo>
                  <a:lnTo>
                    <a:pt x="1948782" y="902149"/>
                  </a:lnTo>
                  <a:lnTo>
                    <a:pt x="1949627" y="890789"/>
                  </a:lnTo>
                  <a:lnTo>
                    <a:pt x="1950472" y="861644"/>
                  </a:lnTo>
                  <a:lnTo>
                    <a:pt x="1951317" y="794300"/>
                  </a:lnTo>
                  <a:lnTo>
                    <a:pt x="1952162" y="707491"/>
                  </a:lnTo>
                  <a:lnTo>
                    <a:pt x="1953007" y="816657"/>
                  </a:lnTo>
                  <a:lnTo>
                    <a:pt x="1953853" y="865152"/>
                  </a:lnTo>
                  <a:lnTo>
                    <a:pt x="1954698" y="828954"/>
                  </a:lnTo>
                  <a:lnTo>
                    <a:pt x="1955543" y="826007"/>
                  </a:lnTo>
                  <a:lnTo>
                    <a:pt x="1956388" y="799041"/>
                  </a:lnTo>
                  <a:lnTo>
                    <a:pt x="1957233" y="769998"/>
                  </a:lnTo>
                  <a:lnTo>
                    <a:pt x="1958078" y="727822"/>
                  </a:lnTo>
                  <a:lnTo>
                    <a:pt x="1958923" y="763667"/>
                  </a:lnTo>
                  <a:lnTo>
                    <a:pt x="1959768" y="826678"/>
                  </a:lnTo>
                  <a:lnTo>
                    <a:pt x="1960613" y="834995"/>
                  </a:lnTo>
                  <a:lnTo>
                    <a:pt x="1961458" y="821866"/>
                  </a:lnTo>
                  <a:lnTo>
                    <a:pt x="1962303" y="804364"/>
                  </a:lnTo>
                  <a:lnTo>
                    <a:pt x="1963149" y="690994"/>
                  </a:lnTo>
                  <a:lnTo>
                    <a:pt x="1963994" y="585956"/>
                  </a:lnTo>
                  <a:lnTo>
                    <a:pt x="1964839" y="555205"/>
                  </a:lnTo>
                  <a:lnTo>
                    <a:pt x="1965684" y="579420"/>
                  </a:lnTo>
                  <a:lnTo>
                    <a:pt x="1966529" y="631727"/>
                  </a:lnTo>
                  <a:lnTo>
                    <a:pt x="1967374" y="642582"/>
                  </a:lnTo>
                  <a:lnTo>
                    <a:pt x="1968219" y="609333"/>
                  </a:lnTo>
                  <a:lnTo>
                    <a:pt x="1969064" y="600738"/>
                  </a:lnTo>
                  <a:lnTo>
                    <a:pt x="1969909" y="637811"/>
                  </a:lnTo>
                  <a:lnTo>
                    <a:pt x="1970754" y="655088"/>
                  </a:lnTo>
                  <a:lnTo>
                    <a:pt x="1971599" y="660212"/>
                  </a:lnTo>
                  <a:lnTo>
                    <a:pt x="1972445" y="663111"/>
                  </a:lnTo>
                  <a:lnTo>
                    <a:pt x="1973290" y="706573"/>
                  </a:lnTo>
                  <a:lnTo>
                    <a:pt x="1974135" y="738247"/>
                  </a:lnTo>
                  <a:lnTo>
                    <a:pt x="1974980" y="664007"/>
                  </a:lnTo>
                  <a:lnTo>
                    <a:pt x="1975825" y="535161"/>
                  </a:lnTo>
                  <a:lnTo>
                    <a:pt x="1976670" y="433914"/>
                  </a:lnTo>
                  <a:lnTo>
                    <a:pt x="1977515" y="411174"/>
                  </a:lnTo>
                  <a:lnTo>
                    <a:pt x="1978360" y="450482"/>
                  </a:lnTo>
                  <a:lnTo>
                    <a:pt x="1979205" y="434060"/>
                  </a:lnTo>
                  <a:lnTo>
                    <a:pt x="1980050" y="411259"/>
                  </a:lnTo>
                  <a:lnTo>
                    <a:pt x="1980895" y="488665"/>
                  </a:lnTo>
                  <a:lnTo>
                    <a:pt x="1981741" y="564137"/>
                  </a:lnTo>
                  <a:lnTo>
                    <a:pt x="1982586" y="628372"/>
                  </a:lnTo>
                  <a:lnTo>
                    <a:pt x="1983431" y="658692"/>
                  </a:lnTo>
                  <a:lnTo>
                    <a:pt x="1984276" y="684877"/>
                  </a:lnTo>
                  <a:lnTo>
                    <a:pt x="1985121" y="728098"/>
                  </a:lnTo>
                  <a:lnTo>
                    <a:pt x="1985966" y="685855"/>
                  </a:lnTo>
                  <a:lnTo>
                    <a:pt x="1986811" y="589633"/>
                  </a:lnTo>
                  <a:lnTo>
                    <a:pt x="1987656" y="496530"/>
                  </a:lnTo>
                  <a:lnTo>
                    <a:pt x="1988501" y="383201"/>
                  </a:lnTo>
                  <a:lnTo>
                    <a:pt x="1989346" y="325187"/>
                  </a:lnTo>
                  <a:lnTo>
                    <a:pt x="1990191" y="294064"/>
                  </a:lnTo>
                  <a:lnTo>
                    <a:pt x="1991037" y="314144"/>
                  </a:lnTo>
                  <a:lnTo>
                    <a:pt x="1991882" y="429601"/>
                  </a:lnTo>
                  <a:lnTo>
                    <a:pt x="1992727" y="530771"/>
                  </a:lnTo>
                  <a:lnTo>
                    <a:pt x="1993572" y="592513"/>
                  </a:lnTo>
                  <a:lnTo>
                    <a:pt x="1994417" y="655626"/>
                  </a:lnTo>
                  <a:lnTo>
                    <a:pt x="1995262" y="730989"/>
                  </a:lnTo>
                  <a:lnTo>
                    <a:pt x="1996107" y="783057"/>
                  </a:lnTo>
                  <a:lnTo>
                    <a:pt x="1996952" y="825517"/>
                  </a:lnTo>
                  <a:lnTo>
                    <a:pt x="1997797" y="878277"/>
                  </a:lnTo>
                  <a:lnTo>
                    <a:pt x="1998642" y="913838"/>
                  </a:lnTo>
                  <a:lnTo>
                    <a:pt x="1999487" y="893069"/>
                  </a:lnTo>
                  <a:lnTo>
                    <a:pt x="2000333" y="845152"/>
                  </a:lnTo>
                  <a:lnTo>
                    <a:pt x="2001178" y="823737"/>
                  </a:lnTo>
                  <a:lnTo>
                    <a:pt x="2002023" y="782456"/>
                  </a:lnTo>
                  <a:lnTo>
                    <a:pt x="2002868" y="706581"/>
                  </a:lnTo>
                  <a:lnTo>
                    <a:pt x="2003713" y="655339"/>
                  </a:lnTo>
                  <a:lnTo>
                    <a:pt x="2004558" y="669397"/>
                  </a:lnTo>
                  <a:lnTo>
                    <a:pt x="2005403" y="757634"/>
                  </a:lnTo>
                  <a:lnTo>
                    <a:pt x="2006248" y="795838"/>
                  </a:lnTo>
                  <a:lnTo>
                    <a:pt x="2007093" y="823796"/>
                  </a:lnTo>
                  <a:lnTo>
                    <a:pt x="2007938" y="902214"/>
                  </a:lnTo>
                  <a:lnTo>
                    <a:pt x="2008783" y="1012925"/>
                  </a:lnTo>
                  <a:lnTo>
                    <a:pt x="2009629" y="1121134"/>
                  </a:lnTo>
                  <a:lnTo>
                    <a:pt x="2010474" y="1115375"/>
                  </a:lnTo>
                  <a:lnTo>
                    <a:pt x="2011319" y="1064274"/>
                  </a:lnTo>
                  <a:lnTo>
                    <a:pt x="2012164" y="1053304"/>
                  </a:lnTo>
                  <a:lnTo>
                    <a:pt x="2013009" y="976162"/>
                  </a:lnTo>
                  <a:lnTo>
                    <a:pt x="2013854" y="911971"/>
                  </a:lnTo>
                  <a:lnTo>
                    <a:pt x="2014699" y="850198"/>
                  </a:lnTo>
                  <a:lnTo>
                    <a:pt x="2015544" y="796441"/>
                  </a:lnTo>
                  <a:lnTo>
                    <a:pt x="2016389" y="806064"/>
                  </a:lnTo>
                  <a:lnTo>
                    <a:pt x="2017234" y="767693"/>
                  </a:lnTo>
                  <a:lnTo>
                    <a:pt x="2018080" y="791243"/>
                  </a:lnTo>
                  <a:lnTo>
                    <a:pt x="2018925" y="850870"/>
                  </a:lnTo>
                  <a:lnTo>
                    <a:pt x="2019770" y="862991"/>
                  </a:lnTo>
                  <a:lnTo>
                    <a:pt x="2020615" y="892819"/>
                  </a:lnTo>
                  <a:lnTo>
                    <a:pt x="2021460" y="937676"/>
                  </a:lnTo>
                  <a:lnTo>
                    <a:pt x="2022305" y="1034417"/>
                  </a:lnTo>
                  <a:lnTo>
                    <a:pt x="2023150" y="1036124"/>
                  </a:lnTo>
                  <a:lnTo>
                    <a:pt x="2023995" y="985508"/>
                  </a:lnTo>
                  <a:lnTo>
                    <a:pt x="2024840" y="1014476"/>
                  </a:lnTo>
                  <a:lnTo>
                    <a:pt x="2025685" y="1024963"/>
                  </a:lnTo>
                  <a:lnTo>
                    <a:pt x="2026530" y="1047310"/>
                  </a:lnTo>
                  <a:lnTo>
                    <a:pt x="2027376" y="1090535"/>
                  </a:lnTo>
                  <a:lnTo>
                    <a:pt x="2028221" y="1218432"/>
                  </a:lnTo>
                  <a:lnTo>
                    <a:pt x="2029066" y="1293468"/>
                  </a:lnTo>
                  <a:lnTo>
                    <a:pt x="2029911" y="1317897"/>
                  </a:lnTo>
                  <a:lnTo>
                    <a:pt x="2030756" y="1425987"/>
                  </a:lnTo>
                  <a:lnTo>
                    <a:pt x="2031601" y="1532549"/>
                  </a:lnTo>
                  <a:lnTo>
                    <a:pt x="2032446" y="1561306"/>
                  </a:lnTo>
                  <a:lnTo>
                    <a:pt x="2033291" y="1565014"/>
                  </a:lnTo>
                  <a:lnTo>
                    <a:pt x="2034136" y="1609208"/>
                  </a:lnTo>
                  <a:lnTo>
                    <a:pt x="2034981" y="1655340"/>
                  </a:lnTo>
                  <a:lnTo>
                    <a:pt x="2035826" y="1685355"/>
                  </a:lnTo>
                  <a:lnTo>
                    <a:pt x="2036672" y="1706518"/>
                  </a:lnTo>
                  <a:lnTo>
                    <a:pt x="2037517" y="1711601"/>
                  </a:lnTo>
                  <a:lnTo>
                    <a:pt x="2038362" y="1690187"/>
                  </a:lnTo>
                  <a:lnTo>
                    <a:pt x="2039207" y="1687923"/>
                  </a:lnTo>
                  <a:lnTo>
                    <a:pt x="2040052" y="1746383"/>
                  </a:lnTo>
                  <a:lnTo>
                    <a:pt x="2040897" y="1769352"/>
                  </a:lnTo>
                  <a:lnTo>
                    <a:pt x="2041742" y="1762752"/>
                  </a:lnTo>
                  <a:lnTo>
                    <a:pt x="2042587" y="1795368"/>
                  </a:lnTo>
                  <a:lnTo>
                    <a:pt x="2043432" y="1843125"/>
                  </a:lnTo>
                  <a:lnTo>
                    <a:pt x="2044277" y="1854676"/>
                  </a:lnTo>
                  <a:lnTo>
                    <a:pt x="2045122" y="1831866"/>
                  </a:lnTo>
                  <a:lnTo>
                    <a:pt x="2045968" y="1836214"/>
                  </a:lnTo>
                  <a:lnTo>
                    <a:pt x="2046813" y="1887761"/>
                  </a:lnTo>
                  <a:lnTo>
                    <a:pt x="2047658" y="1937231"/>
                  </a:lnTo>
                  <a:lnTo>
                    <a:pt x="2048503" y="1977163"/>
                  </a:lnTo>
                  <a:lnTo>
                    <a:pt x="2049348" y="1997383"/>
                  </a:lnTo>
                  <a:lnTo>
                    <a:pt x="2050193" y="1971736"/>
                  </a:lnTo>
                  <a:lnTo>
                    <a:pt x="2051038" y="1927252"/>
                  </a:lnTo>
                  <a:lnTo>
                    <a:pt x="2051883" y="1879244"/>
                  </a:lnTo>
                  <a:lnTo>
                    <a:pt x="2052728" y="1824309"/>
                  </a:lnTo>
                  <a:lnTo>
                    <a:pt x="2053573" y="1771258"/>
                  </a:lnTo>
                  <a:lnTo>
                    <a:pt x="2054418" y="1784460"/>
                  </a:lnTo>
                  <a:lnTo>
                    <a:pt x="2055264" y="1851031"/>
                  </a:lnTo>
                  <a:lnTo>
                    <a:pt x="2056109" y="1919163"/>
                  </a:lnTo>
                  <a:lnTo>
                    <a:pt x="2056954" y="1950698"/>
                  </a:lnTo>
                  <a:lnTo>
                    <a:pt x="2057799" y="1972389"/>
                  </a:lnTo>
                  <a:lnTo>
                    <a:pt x="2058644" y="2020197"/>
                  </a:lnTo>
                  <a:lnTo>
                    <a:pt x="2059489" y="2049793"/>
                  </a:lnTo>
                  <a:lnTo>
                    <a:pt x="2060334" y="2047936"/>
                  </a:lnTo>
                  <a:lnTo>
                    <a:pt x="2061179" y="2045978"/>
                  </a:lnTo>
                  <a:lnTo>
                    <a:pt x="2062024" y="2058281"/>
                  </a:lnTo>
                  <a:lnTo>
                    <a:pt x="2062869" y="2062929"/>
                  </a:lnTo>
                  <a:lnTo>
                    <a:pt x="2063714" y="2015130"/>
                  </a:lnTo>
                  <a:lnTo>
                    <a:pt x="2064560" y="1940456"/>
                  </a:lnTo>
                  <a:lnTo>
                    <a:pt x="2065405" y="1854859"/>
                  </a:lnTo>
                  <a:lnTo>
                    <a:pt x="2066250" y="1788016"/>
                  </a:lnTo>
                  <a:lnTo>
                    <a:pt x="2067095" y="1695195"/>
                  </a:lnTo>
                  <a:lnTo>
                    <a:pt x="2067940" y="1615227"/>
                  </a:lnTo>
                  <a:lnTo>
                    <a:pt x="2068785" y="1626537"/>
                  </a:lnTo>
                  <a:lnTo>
                    <a:pt x="2069630" y="1637141"/>
                  </a:lnTo>
                  <a:lnTo>
                    <a:pt x="2070475" y="1657978"/>
                  </a:lnTo>
                  <a:lnTo>
                    <a:pt x="2071320" y="1686573"/>
                  </a:lnTo>
                  <a:lnTo>
                    <a:pt x="2072165" y="1725211"/>
                  </a:lnTo>
                  <a:lnTo>
                    <a:pt x="2073010" y="1769940"/>
                  </a:lnTo>
                  <a:lnTo>
                    <a:pt x="2073856" y="1837093"/>
                  </a:lnTo>
                  <a:lnTo>
                    <a:pt x="2074701" y="1909978"/>
                  </a:lnTo>
                  <a:lnTo>
                    <a:pt x="2075546" y="1969993"/>
                  </a:lnTo>
                  <a:lnTo>
                    <a:pt x="2076391" y="1985044"/>
                  </a:lnTo>
                  <a:lnTo>
                    <a:pt x="2077236" y="2010712"/>
                  </a:lnTo>
                  <a:lnTo>
                    <a:pt x="2078081" y="2008199"/>
                  </a:lnTo>
                  <a:lnTo>
                    <a:pt x="2078926" y="1931765"/>
                  </a:lnTo>
                  <a:lnTo>
                    <a:pt x="2079771" y="1881856"/>
                  </a:lnTo>
                  <a:lnTo>
                    <a:pt x="2080616" y="1812381"/>
                  </a:lnTo>
                  <a:lnTo>
                    <a:pt x="2081461" y="1741239"/>
                  </a:lnTo>
                  <a:lnTo>
                    <a:pt x="2082307" y="1643985"/>
                  </a:lnTo>
                  <a:lnTo>
                    <a:pt x="2083152" y="1618857"/>
                  </a:lnTo>
                  <a:lnTo>
                    <a:pt x="2083997" y="1606234"/>
                  </a:lnTo>
                  <a:lnTo>
                    <a:pt x="2084842" y="1527520"/>
                  </a:lnTo>
                  <a:lnTo>
                    <a:pt x="2085687" y="1465689"/>
                  </a:lnTo>
                  <a:lnTo>
                    <a:pt x="2086532" y="1484737"/>
                  </a:lnTo>
                  <a:lnTo>
                    <a:pt x="2087377" y="1530654"/>
                  </a:lnTo>
                  <a:lnTo>
                    <a:pt x="2088222" y="1497448"/>
                  </a:lnTo>
                  <a:lnTo>
                    <a:pt x="2089067" y="1461952"/>
                  </a:lnTo>
                  <a:lnTo>
                    <a:pt x="2089912" y="1501675"/>
                  </a:lnTo>
                  <a:lnTo>
                    <a:pt x="2090757" y="1559779"/>
                  </a:lnTo>
                  <a:lnTo>
                    <a:pt x="2091603" y="1621109"/>
                  </a:lnTo>
                  <a:lnTo>
                    <a:pt x="2092448" y="1715866"/>
                  </a:lnTo>
                  <a:lnTo>
                    <a:pt x="2093293" y="1806211"/>
                  </a:lnTo>
                  <a:lnTo>
                    <a:pt x="2094138" y="1845502"/>
                  </a:lnTo>
                  <a:lnTo>
                    <a:pt x="2094983" y="1827027"/>
                  </a:lnTo>
                  <a:lnTo>
                    <a:pt x="2095828" y="1781179"/>
                  </a:lnTo>
                  <a:lnTo>
                    <a:pt x="2096673" y="1699731"/>
                  </a:lnTo>
                  <a:lnTo>
                    <a:pt x="2097518" y="1601332"/>
                  </a:lnTo>
                  <a:lnTo>
                    <a:pt x="2098363" y="1591159"/>
                  </a:lnTo>
                  <a:lnTo>
                    <a:pt x="2099208" y="1614586"/>
                  </a:lnTo>
                  <a:lnTo>
                    <a:pt x="2100053" y="1623855"/>
                  </a:lnTo>
                  <a:lnTo>
                    <a:pt x="2100899" y="1656925"/>
                  </a:lnTo>
                  <a:lnTo>
                    <a:pt x="2101744" y="1705484"/>
                  </a:lnTo>
                  <a:lnTo>
                    <a:pt x="2102589" y="1728602"/>
                  </a:lnTo>
                  <a:lnTo>
                    <a:pt x="2103434" y="1662943"/>
                  </a:lnTo>
                  <a:lnTo>
                    <a:pt x="2104279" y="1600964"/>
                  </a:lnTo>
                  <a:lnTo>
                    <a:pt x="2105124" y="1605198"/>
                  </a:lnTo>
                  <a:lnTo>
                    <a:pt x="2105969" y="1597401"/>
                  </a:lnTo>
                  <a:lnTo>
                    <a:pt x="2106814" y="1568262"/>
                  </a:lnTo>
                  <a:lnTo>
                    <a:pt x="2107659" y="1576335"/>
                  </a:lnTo>
                  <a:lnTo>
                    <a:pt x="2108504" y="1620131"/>
                  </a:lnTo>
                  <a:lnTo>
                    <a:pt x="2109349" y="1685901"/>
                  </a:lnTo>
                  <a:lnTo>
                    <a:pt x="2110195" y="1744399"/>
                  </a:lnTo>
                  <a:lnTo>
                    <a:pt x="2111040" y="1831195"/>
                  </a:lnTo>
                  <a:lnTo>
                    <a:pt x="2111885" y="1872715"/>
                  </a:lnTo>
                  <a:lnTo>
                    <a:pt x="2112730" y="1910939"/>
                  </a:lnTo>
                  <a:lnTo>
                    <a:pt x="2113575" y="1955544"/>
                  </a:lnTo>
                  <a:lnTo>
                    <a:pt x="2114420" y="1975922"/>
                  </a:lnTo>
                  <a:lnTo>
                    <a:pt x="2115265" y="1968007"/>
                  </a:lnTo>
                  <a:lnTo>
                    <a:pt x="2116110" y="1974329"/>
                  </a:lnTo>
                  <a:lnTo>
                    <a:pt x="2116955" y="1957093"/>
                  </a:lnTo>
                  <a:lnTo>
                    <a:pt x="2117800" y="1916969"/>
                  </a:lnTo>
                  <a:lnTo>
                    <a:pt x="2118645" y="1867010"/>
                  </a:lnTo>
                  <a:lnTo>
                    <a:pt x="2119491" y="1864177"/>
                  </a:lnTo>
                  <a:lnTo>
                    <a:pt x="2120336" y="1871085"/>
                  </a:lnTo>
                  <a:lnTo>
                    <a:pt x="2121181" y="1829886"/>
                  </a:lnTo>
                  <a:lnTo>
                    <a:pt x="2122026" y="1859008"/>
                  </a:lnTo>
                  <a:lnTo>
                    <a:pt x="2122871" y="1882527"/>
                  </a:lnTo>
                  <a:lnTo>
                    <a:pt x="2123716" y="1915449"/>
                  </a:lnTo>
                  <a:lnTo>
                    <a:pt x="2124561" y="1925286"/>
                  </a:lnTo>
                  <a:lnTo>
                    <a:pt x="2125406" y="1964306"/>
                  </a:lnTo>
                  <a:lnTo>
                    <a:pt x="2126251" y="2025114"/>
                  </a:lnTo>
                  <a:lnTo>
                    <a:pt x="2127096" y="2030069"/>
                  </a:lnTo>
                  <a:lnTo>
                    <a:pt x="2127941" y="2031654"/>
                  </a:lnTo>
                  <a:lnTo>
                    <a:pt x="2128787" y="2018229"/>
                  </a:lnTo>
                  <a:lnTo>
                    <a:pt x="2129632" y="2016818"/>
                  </a:lnTo>
                  <a:lnTo>
                    <a:pt x="2130477" y="2009843"/>
                  </a:lnTo>
                  <a:lnTo>
                    <a:pt x="2131322" y="1974592"/>
                  </a:lnTo>
                  <a:lnTo>
                    <a:pt x="2132167" y="1959868"/>
                  </a:lnTo>
                  <a:lnTo>
                    <a:pt x="2133012" y="1933827"/>
                  </a:lnTo>
                  <a:lnTo>
                    <a:pt x="2133857" y="1903929"/>
                  </a:lnTo>
                  <a:lnTo>
                    <a:pt x="2134702" y="1817948"/>
                  </a:lnTo>
                  <a:lnTo>
                    <a:pt x="2135547" y="1769046"/>
                  </a:lnTo>
                  <a:lnTo>
                    <a:pt x="2136392" y="1720127"/>
                  </a:lnTo>
                  <a:lnTo>
                    <a:pt x="2137237" y="1682956"/>
                  </a:lnTo>
                  <a:lnTo>
                    <a:pt x="2138083" y="1668121"/>
                  </a:lnTo>
                  <a:lnTo>
                    <a:pt x="2138928" y="1640689"/>
                  </a:lnTo>
                  <a:lnTo>
                    <a:pt x="2139773" y="1677078"/>
                  </a:lnTo>
                  <a:lnTo>
                    <a:pt x="2140618" y="1705838"/>
                  </a:lnTo>
                  <a:lnTo>
                    <a:pt x="2141463" y="1719065"/>
                  </a:lnTo>
                  <a:lnTo>
                    <a:pt x="2142308" y="1723939"/>
                  </a:lnTo>
                  <a:lnTo>
                    <a:pt x="2143153" y="1745685"/>
                  </a:lnTo>
                  <a:lnTo>
                    <a:pt x="2143998" y="1774077"/>
                  </a:lnTo>
                  <a:lnTo>
                    <a:pt x="2144843" y="1764933"/>
                  </a:lnTo>
                  <a:lnTo>
                    <a:pt x="2145688" y="1758727"/>
                  </a:lnTo>
                  <a:lnTo>
                    <a:pt x="2146534" y="1815463"/>
                  </a:lnTo>
                  <a:lnTo>
                    <a:pt x="2147379" y="1868258"/>
                  </a:lnTo>
                  <a:lnTo>
                    <a:pt x="2148224" y="1859285"/>
                  </a:lnTo>
                  <a:lnTo>
                    <a:pt x="2149069" y="1837102"/>
                  </a:lnTo>
                  <a:lnTo>
                    <a:pt x="2149914" y="1821066"/>
                  </a:lnTo>
                  <a:lnTo>
                    <a:pt x="2150759" y="1804835"/>
                  </a:lnTo>
                  <a:lnTo>
                    <a:pt x="2151604" y="1803513"/>
                  </a:lnTo>
                  <a:lnTo>
                    <a:pt x="2152449" y="1815370"/>
                  </a:lnTo>
                  <a:lnTo>
                    <a:pt x="2153294" y="1872568"/>
                  </a:lnTo>
                  <a:lnTo>
                    <a:pt x="2154139" y="1953569"/>
                  </a:lnTo>
                  <a:lnTo>
                    <a:pt x="2154984" y="1986129"/>
                  </a:lnTo>
                  <a:lnTo>
                    <a:pt x="2155830" y="1969558"/>
                  </a:lnTo>
                  <a:lnTo>
                    <a:pt x="2156675" y="1896844"/>
                  </a:lnTo>
                  <a:lnTo>
                    <a:pt x="2157520" y="1847714"/>
                  </a:lnTo>
                  <a:lnTo>
                    <a:pt x="2158365" y="1826954"/>
                  </a:lnTo>
                  <a:lnTo>
                    <a:pt x="2159210" y="1755908"/>
                  </a:lnTo>
                  <a:lnTo>
                    <a:pt x="2160055" y="1752312"/>
                  </a:lnTo>
                  <a:lnTo>
                    <a:pt x="2160900" y="1806980"/>
                  </a:lnTo>
                  <a:lnTo>
                    <a:pt x="2161745" y="1881016"/>
                  </a:lnTo>
                  <a:lnTo>
                    <a:pt x="2162590" y="1930148"/>
                  </a:lnTo>
                  <a:lnTo>
                    <a:pt x="2163435" y="1950908"/>
                  </a:lnTo>
                  <a:lnTo>
                    <a:pt x="2164280" y="2022538"/>
                  </a:lnTo>
                  <a:lnTo>
                    <a:pt x="2165126" y="2069756"/>
                  </a:lnTo>
                  <a:lnTo>
                    <a:pt x="2165971" y="2069756"/>
                  </a:lnTo>
                  <a:lnTo>
                    <a:pt x="2166816" y="2055866"/>
                  </a:lnTo>
                  <a:lnTo>
                    <a:pt x="2167661" y="2026761"/>
                  </a:lnTo>
                  <a:lnTo>
                    <a:pt x="2168506" y="1986203"/>
                  </a:lnTo>
                  <a:lnTo>
                    <a:pt x="2169351" y="1973147"/>
                  </a:lnTo>
                  <a:lnTo>
                    <a:pt x="2170196" y="1978942"/>
                  </a:lnTo>
                  <a:lnTo>
                    <a:pt x="2171041" y="1981144"/>
                  </a:lnTo>
                  <a:lnTo>
                    <a:pt x="2171886" y="1995033"/>
                  </a:lnTo>
                  <a:lnTo>
                    <a:pt x="2172731" y="2024139"/>
                  </a:lnTo>
                  <a:lnTo>
                    <a:pt x="2173576" y="2056797"/>
                  </a:lnTo>
                  <a:lnTo>
                    <a:pt x="2174422" y="2025703"/>
                  </a:lnTo>
                  <a:lnTo>
                    <a:pt x="2175267" y="1952634"/>
                  </a:lnTo>
                  <a:lnTo>
                    <a:pt x="2176112" y="1904386"/>
                  </a:lnTo>
                  <a:lnTo>
                    <a:pt x="2176957" y="1851402"/>
                  </a:lnTo>
                  <a:lnTo>
                    <a:pt x="2177802" y="1832787"/>
                  </a:lnTo>
                  <a:lnTo>
                    <a:pt x="2178647" y="1840687"/>
                  </a:lnTo>
                  <a:lnTo>
                    <a:pt x="2179492" y="1888303"/>
                  </a:lnTo>
                  <a:lnTo>
                    <a:pt x="2180337" y="1972980"/>
                  </a:lnTo>
                  <a:lnTo>
                    <a:pt x="2181182" y="2065812"/>
                  </a:lnTo>
                  <a:lnTo>
                    <a:pt x="2182027" y="2103286"/>
                  </a:lnTo>
                  <a:lnTo>
                    <a:pt x="2182872" y="2103286"/>
                  </a:lnTo>
                  <a:lnTo>
                    <a:pt x="2183718" y="2103286"/>
                  </a:lnTo>
                  <a:lnTo>
                    <a:pt x="2184563" y="2103286"/>
                  </a:lnTo>
                  <a:lnTo>
                    <a:pt x="2185408" y="2103286"/>
                  </a:lnTo>
                  <a:lnTo>
                    <a:pt x="2186253" y="2103286"/>
                  </a:lnTo>
                  <a:lnTo>
                    <a:pt x="2187098" y="2103286"/>
                  </a:lnTo>
                  <a:lnTo>
                    <a:pt x="2187943" y="2103286"/>
                  </a:lnTo>
                  <a:lnTo>
                    <a:pt x="2188788" y="1974575"/>
                  </a:lnTo>
                  <a:lnTo>
                    <a:pt x="2189633" y="1913684"/>
                  </a:lnTo>
                  <a:lnTo>
                    <a:pt x="2190478" y="1919019"/>
                  </a:lnTo>
                  <a:lnTo>
                    <a:pt x="2191323" y="1897867"/>
                  </a:lnTo>
                  <a:lnTo>
                    <a:pt x="2192168" y="1878167"/>
                  </a:lnTo>
                  <a:lnTo>
                    <a:pt x="2193014" y="1906715"/>
                  </a:lnTo>
                  <a:lnTo>
                    <a:pt x="2193859" y="1986947"/>
                  </a:lnTo>
                  <a:lnTo>
                    <a:pt x="2194704" y="2011953"/>
                  </a:lnTo>
                  <a:lnTo>
                    <a:pt x="2195549" y="2015323"/>
                  </a:lnTo>
                  <a:lnTo>
                    <a:pt x="2196394" y="2015323"/>
                  </a:lnTo>
                  <a:lnTo>
                    <a:pt x="2197239" y="1999255"/>
                  </a:lnTo>
                  <a:lnTo>
                    <a:pt x="2198084" y="1976296"/>
                  </a:lnTo>
                  <a:lnTo>
                    <a:pt x="2198929" y="1999224"/>
                  </a:lnTo>
                  <a:lnTo>
                    <a:pt x="2199774" y="2055154"/>
                  </a:lnTo>
                  <a:lnTo>
                    <a:pt x="2200619" y="2100790"/>
                  </a:lnTo>
                  <a:lnTo>
                    <a:pt x="2201464" y="2099001"/>
                  </a:lnTo>
                  <a:lnTo>
                    <a:pt x="2202310" y="2103286"/>
                  </a:lnTo>
                  <a:lnTo>
                    <a:pt x="2203155" y="2103286"/>
                  </a:lnTo>
                  <a:lnTo>
                    <a:pt x="2204000" y="2103286"/>
                  </a:lnTo>
                  <a:lnTo>
                    <a:pt x="2204845" y="2103286"/>
                  </a:lnTo>
                  <a:lnTo>
                    <a:pt x="2205690" y="2095840"/>
                  </a:lnTo>
                  <a:lnTo>
                    <a:pt x="2206535" y="2089736"/>
                  </a:lnTo>
                  <a:lnTo>
                    <a:pt x="2207380" y="2073361"/>
                  </a:lnTo>
                  <a:lnTo>
                    <a:pt x="2208225" y="2085379"/>
                  </a:lnTo>
                  <a:lnTo>
                    <a:pt x="2209070" y="2063087"/>
                  </a:lnTo>
                  <a:lnTo>
                    <a:pt x="2209915" y="2055522"/>
                  </a:lnTo>
                  <a:lnTo>
                    <a:pt x="2210761" y="2060846"/>
                  </a:lnTo>
                  <a:lnTo>
                    <a:pt x="2211606" y="2068740"/>
                  </a:lnTo>
                  <a:lnTo>
                    <a:pt x="2212451" y="2073042"/>
                  </a:lnTo>
                  <a:lnTo>
                    <a:pt x="2213296" y="2052950"/>
                  </a:lnTo>
                  <a:lnTo>
                    <a:pt x="2214141" y="2075241"/>
                  </a:lnTo>
                  <a:lnTo>
                    <a:pt x="2214986" y="2084409"/>
                  </a:lnTo>
                  <a:lnTo>
                    <a:pt x="2215831" y="2091789"/>
                  </a:lnTo>
                  <a:lnTo>
                    <a:pt x="2216676" y="2103244"/>
                  </a:lnTo>
                  <a:lnTo>
                    <a:pt x="2217521" y="2103244"/>
                  </a:lnTo>
                  <a:lnTo>
                    <a:pt x="2218366" y="2103245"/>
                  </a:lnTo>
                  <a:lnTo>
                    <a:pt x="2219211" y="2103245"/>
                  </a:lnTo>
                  <a:lnTo>
                    <a:pt x="2220057" y="2101641"/>
                  </a:lnTo>
                  <a:lnTo>
                    <a:pt x="2220902" y="2080439"/>
                  </a:lnTo>
                  <a:lnTo>
                    <a:pt x="2221747" y="2051681"/>
                  </a:lnTo>
                  <a:lnTo>
                    <a:pt x="2222592" y="2019760"/>
                  </a:lnTo>
                  <a:lnTo>
                    <a:pt x="2223437" y="2005069"/>
                  </a:lnTo>
                  <a:lnTo>
                    <a:pt x="2224282" y="1997633"/>
                  </a:lnTo>
                  <a:lnTo>
                    <a:pt x="2225127" y="2000156"/>
                  </a:lnTo>
                  <a:lnTo>
                    <a:pt x="2225972" y="2033098"/>
                  </a:lnTo>
                  <a:lnTo>
                    <a:pt x="2226817" y="2053825"/>
                  </a:lnTo>
                  <a:lnTo>
                    <a:pt x="2227662" y="2085746"/>
                  </a:lnTo>
                  <a:lnTo>
                    <a:pt x="2228507" y="2100437"/>
                  </a:lnTo>
                  <a:lnTo>
                    <a:pt x="2229353" y="2103286"/>
                  </a:lnTo>
                  <a:lnTo>
                    <a:pt x="2230198" y="2103286"/>
                  </a:lnTo>
                  <a:lnTo>
                    <a:pt x="2231043" y="2103286"/>
                  </a:lnTo>
                  <a:lnTo>
                    <a:pt x="2231888" y="2082937"/>
                  </a:lnTo>
                  <a:lnTo>
                    <a:pt x="2232733" y="2072485"/>
                  </a:lnTo>
                  <a:lnTo>
                    <a:pt x="2233578" y="2039409"/>
                  </a:lnTo>
                  <a:lnTo>
                    <a:pt x="2234423" y="2007064"/>
                  </a:lnTo>
                  <a:lnTo>
                    <a:pt x="2235268" y="1942440"/>
                  </a:lnTo>
                  <a:lnTo>
                    <a:pt x="2236113" y="1903712"/>
                  </a:lnTo>
                  <a:lnTo>
                    <a:pt x="2236958" y="1914639"/>
                  </a:lnTo>
                  <a:lnTo>
                    <a:pt x="2237803" y="1905808"/>
                  </a:lnTo>
                  <a:lnTo>
                    <a:pt x="2238649" y="1926408"/>
                  </a:lnTo>
                  <a:lnTo>
                    <a:pt x="2239494" y="1955328"/>
                  </a:lnTo>
                  <a:lnTo>
                    <a:pt x="2240339" y="1998940"/>
                  </a:lnTo>
                  <a:lnTo>
                    <a:pt x="2241184" y="1983214"/>
                  </a:lnTo>
                  <a:lnTo>
                    <a:pt x="2242029" y="1923379"/>
                  </a:lnTo>
                  <a:lnTo>
                    <a:pt x="2242874" y="1877696"/>
                  </a:lnTo>
                  <a:lnTo>
                    <a:pt x="2243719" y="1847727"/>
                  </a:lnTo>
                  <a:lnTo>
                    <a:pt x="2244564" y="1829619"/>
                  </a:lnTo>
                  <a:lnTo>
                    <a:pt x="2245409" y="1841246"/>
                  </a:lnTo>
                  <a:lnTo>
                    <a:pt x="2246254" y="1918283"/>
                  </a:lnTo>
                  <a:lnTo>
                    <a:pt x="2247099" y="1988519"/>
                  </a:lnTo>
                  <a:lnTo>
                    <a:pt x="2247945" y="2014615"/>
                  </a:lnTo>
                  <a:lnTo>
                    <a:pt x="2248790" y="2021325"/>
                  </a:lnTo>
                  <a:lnTo>
                    <a:pt x="2249635" y="1996440"/>
                  </a:lnTo>
                  <a:lnTo>
                    <a:pt x="2250480" y="1954888"/>
                  </a:lnTo>
                  <a:lnTo>
                    <a:pt x="2251325" y="1912009"/>
                  </a:lnTo>
                  <a:lnTo>
                    <a:pt x="2252170" y="1909153"/>
                  </a:lnTo>
                  <a:lnTo>
                    <a:pt x="2253015" y="1948022"/>
                  </a:lnTo>
                  <a:lnTo>
                    <a:pt x="2253860" y="1983759"/>
                  </a:lnTo>
                  <a:lnTo>
                    <a:pt x="2254705" y="2026752"/>
                  </a:lnTo>
                  <a:lnTo>
                    <a:pt x="2255550" y="2057262"/>
                  </a:lnTo>
                  <a:lnTo>
                    <a:pt x="2256395" y="2069756"/>
                  </a:lnTo>
                  <a:lnTo>
                    <a:pt x="2257241" y="2069756"/>
                  </a:lnTo>
                  <a:lnTo>
                    <a:pt x="2258086" y="2069756"/>
                  </a:lnTo>
                  <a:lnTo>
                    <a:pt x="2258931" y="2047271"/>
                  </a:lnTo>
                  <a:lnTo>
                    <a:pt x="2259776" y="2015004"/>
                  </a:lnTo>
                  <a:lnTo>
                    <a:pt x="2260621" y="1983524"/>
                  </a:lnTo>
                  <a:lnTo>
                    <a:pt x="2261466" y="1955874"/>
                  </a:lnTo>
                  <a:lnTo>
                    <a:pt x="2262311" y="1900383"/>
                  </a:lnTo>
                  <a:lnTo>
                    <a:pt x="2263156" y="1851922"/>
                  </a:lnTo>
                  <a:lnTo>
                    <a:pt x="2264001" y="1849032"/>
                  </a:lnTo>
                  <a:lnTo>
                    <a:pt x="2264846" y="1874482"/>
                  </a:lnTo>
                  <a:lnTo>
                    <a:pt x="2265691" y="1926118"/>
                  </a:lnTo>
                  <a:lnTo>
                    <a:pt x="2266537" y="1942504"/>
                  </a:lnTo>
                  <a:lnTo>
                    <a:pt x="2267382" y="1935793"/>
                  </a:lnTo>
                  <a:lnTo>
                    <a:pt x="2268227" y="1918041"/>
                  </a:lnTo>
                  <a:lnTo>
                    <a:pt x="2269072" y="1871454"/>
                  </a:lnTo>
                  <a:lnTo>
                    <a:pt x="2269917" y="1812175"/>
                  </a:lnTo>
                  <a:lnTo>
                    <a:pt x="2270762" y="1771892"/>
                  </a:lnTo>
                  <a:lnTo>
                    <a:pt x="2271607" y="1783155"/>
                  </a:lnTo>
                  <a:lnTo>
                    <a:pt x="2272452" y="1832600"/>
                  </a:lnTo>
                  <a:lnTo>
                    <a:pt x="2273297" y="1864656"/>
                  </a:lnTo>
                  <a:lnTo>
                    <a:pt x="2274142" y="1890856"/>
                  </a:lnTo>
                  <a:lnTo>
                    <a:pt x="2274988" y="1948093"/>
                  </a:lnTo>
                  <a:lnTo>
                    <a:pt x="2275833" y="1968221"/>
                  </a:lnTo>
                  <a:lnTo>
                    <a:pt x="2276678" y="1968221"/>
                  </a:lnTo>
                  <a:lnTo>
                    <a:pt x="2277523" y="1980979"/>
                  </a:lnTo>
                  <a:lnTo>
                    <a:pt x="2278368" y="2015136"/>
                  </a:lnTo>
                  <a:lnTo>
                    <a:pt x="2279213" y="2060898"/>
                  </a:lnTo>
                  <a:lnTo>
                    <a:pt x="2280058" y="2069756"/>
                  </a:lnTo>
                  <a:lnTo>
                    <a:pt x="2280903" y="2083965"/>
                  </a:lnTo>
                  <a:lnTo>
                    <a:pt x="2281748" y="2103286"/>
                  </a:lnTo>
                  <a:lnTo>
                    <a:pt x="2282593" y="2103286"/>
                  </a:lnTo>
                  <a:lnTo>
                    <a:pt x="2283438" y="2103286"/>
                  </a:lnTo>
                  <a:lnTo>
                    <a:pt x="2284284" y="2103286"/>
                  </a:lnTo>
                  <a:lnTo>
                    <a:pt x="2285129" y="2103286"/>
                  </a:lnTo>
                  <a:lnTo>
                    <a:pt x="2285974" y="2103286"/>
                  </a:lnTo>
                  <a:lnTo>
                    <a:pt x="2286819" y="2103286"/>
                  </a:lnTo>
                  <a:lnTo>
                    <a:pt x="2287664" y="2058807"/>
                  </a:lnTo>
                  <a:lnTo>
                    <a:pt x="2288509" y="1974566"/>
                  </a:lnTo>
                  <a:lnTo>
                    <a:pt x="2289354" y="1927531"/>
                  </a:lnTo>
                  <a:lnTo>
                    <a:pt x="2290199" y="1924333"/>
                  </a:lnTo>
                  <a:lnTo>
                    <a:pt x="2291044" y="1926280"/>
                  </a:lnTo>
                  <a:lnTo>
                    <a:pt x="2291889" y="1949972"/>
                  </a:lnTo>
                  <a:lnTo>
                    <a:pt x="2292734" y="1994087"/>
                  </a:lnTo>
                  <a:lnTo>
                    <a:pt x="2293580" y="2064843"/>
                  </a:lnTo>
                  <a:lnTo>
                    <a:pt x="2294425" y="2059325"/>
                  </a:lnTo>
                  <a:lnTo>
                    <a:pt x="2295270" y="2016918"/>
                  </a:lnTo>
                  <a:lnTo>
                    <a:pt x="2296115" y="1979514"/>
                  </a:lnTo>
                  <a:lnTo>
                    <a:pt x="2296960" y="1927168"/>
                  </a:lnTo>
                  <a:lnTo>
                    <a:pt x="2297805" y="1857009"/>
                  </a:lnTo>
                  <a:lnTo>
                    <a:pt x="2298650" y="1793658"/>
                  </a:lnTo>
                  <a:lnTo>
                    <a:pt x="2299495" y="1808235"/>
                  </a:lnTo>
                  <a:lnTo>
                    <a:pt x="2300340" y="1850641"/>
                  </a:lnTo>
                  <a:lnTo>
                    <a:pt x="2301185" y="1888046"/>
                  </a:lnTo>
                  <a:lnTo>
                    <a:pt x="2302030" y="1922914"/>
                  </a:lnTo>
                  <a:lnTo>
                    <a:pt x="2302876" y="1936767"/>
                  </a:lnTo>
                  <a:lnTo>
                    <a:pt x="2303721" y="1956856"/>
                  </a:lnTo>
                  <a:lnTo>
                    <a:pt x="2304566" y="1927362"/>
                  </a:lnTo>
                  <a:lnTo>
                    <a:pt x="2305411" y="1868837"/>
                  </a:lnTo>
                  <a:lnTo>
                    <a:pt x="2306256" y="1829620"/>
                  </a:lnTo>
                  <a:lnTo>
                    <a:pt x="2307101" y="1816504"/>
                  </a:lnTo>
                  <a:lnTo>
                    <a:pt x="2307946" y="1848794"/>
                  </a:lnTo>
                  <a:lnTo>
                    <a:pt x="2308791" y="1864602"/>
                  </a:lnTo>
                  <a:lnTo>
                    <a:pt x="2309636" y="1894352"/>
                  </a:lnTo>
                  <a:lnTo>
                    <a:pt x="2310481" y="1972971"/>
                  </a:lnTo>
                  <a:lnTo>
                    <a:pt x="2311326" y="2025629"/>
                  </a:lnTo>
                  <a:lnTo>
                    <a:pt x="2312172" y="2056222"/>
                  </a:lnTo>
                  <a:lnTo>
                    <a:pt x="2313017" y="2080237"/>
                  </a:lnTo>
                  <a:lnTo>
                    <a:pt x="2313862" y="2103286"/>
                  </a:lnTo>
                  <a:lnTo>
                    <a:pt x="2314707" y="2103286"/>
                  </a:lnTo>
                  <a:lnTo>
                    <a:pt x="2315552" y="2090640"/>
                  </a:lnTo>
                  <a:lnTo>
                    <a:pt x="2316397" y="2073111"/>
                  </a:lnTo>
                  <a:lnTo>
                    <a:pt x="2317242" y="2062898"/>
                  </a:lnTo>
                  <a:lnTo>
                    <a:pt x="2318087" y="2057700"/>
                  </a:lnTo>
                  <a:lnTo>
                    <a:pt x="2318932" y="2051382"/>
                  </a:lnTo>
                  <a:lnTo>
                    <a:pt x="2319777" y="2036687"/>
                  </a:lnTo>
                  <a:lnTo>
                    <a:pt x="2320622" y="1995079"/>
                  </a:lnTo>
                  <a:lnTo>
                    <a:pt x="2321468" y="1933231"/>
                  </a:lnTo>
                  <a:lnTo>
                    <a:pt x="2322313" y="1891867"/>
                  </a:lnTo>
                  <a:lnTo>
                    <a:pt x="2323158" y="1835559"/>
                  </a:lnTo>
                  <a:lnTo>
                    <a:pt x="2324003" y="1812113"/>
                  </a:lnTo>
                  <a:lnTo>
                    <a:pt x="2324848" y="1806304"/>
                  </a:lnTo>
                  <a:lnTo>
                    <a:pt x="2325693" y="1837043"/>
                  </a:lnTo>
                  <a:lnTo>
                    <a:pt x="2326538" y="1901497"/>
                  </a:lnTo>
                  <a:lnTo>
                    <a:pt x="2327383" y="1987677"/>
                  </a:lnTo>
                  <a:lnTo>
                    <a:pt x="2328228" y="2091441"/>
                  </a:lnTo>
                  <a:lnTo>
                    <a:pt x="2329073" y="2103286"/>
                  </a:lnTo>
                  <a:lnTo>
                    <a:pt x="2329918" y="2098762"/>
                  </a:lnTo>
                  <a:lnTo>
                    <a:pt x="2330764" y="2042781"/>
                  </a:lnTo>
                  <a:lnTo>
                    <a:pt x="2331609" y="2013618"/>
                  </a:lnTo>
                  <a:lnTo>
                    <a:pt x="2332454" y="1960679"/>
                  </a:lnTo>
                  <a:lnTo>
                    <a:pt x="2333299" y="1918186"/>
                  </a:lnTo>
                  <a:lnTo>
                    <a:pt x="2334144" y="1914029"/>
                  </a:lnTo>
                  <a:lnTo>
                    <a:pt x="2334989" y="1967579"/>
                  </a:lnTo>
                  <a:lnTo>
                    <a:pt x="2335834" y="2071184"/>
                  </a:lnTo>
                  <a:lnTo>
                    <a:pt x="2336679" y="2103286"/>
                  </a:lnTo>
                  <a:lnTo>
                    <a:pt x="2337524" y="2063203"/>
                  </a:lnTo>
                  <a:lnTo>
                    <a:pt x="2338369" y="1999167"/>
                  </a:lnTo>
                  <a:lnTo>
                    <a:pt x="2339215" y="1957752"/>
                  </a:lnTo>
                  <a:lnTo>
                    <a:pt x="2340060" y="1941602"/>
                  </a:lnTo>
                  <a:lnTo>
                    <a:pt x="2340905" y="1906916"/>
                  </a:lnTo>
                  <a:lnTo>
                    <a:pt x="2341750" y="1891683"/>
                  </a:lnTo>
                  <a:lnTo>
                    <a:pt x="2342595" y="1939882"/>
                  </a:lnTo>
                  <a:lnTo>
                    <a:pt x="2343440" y="1976025"/>
                  </a:lnTo>
                  <a:lnTo>
                    <a:pt x="2344285" y="2010497"/>
                  </a:lnTo>
                  <a:lnTo>
                    <a:pt x="2345130" y="2015691"/>
                  </a:lnTo>
                  <a:lnTo>
                    <a:pt x="2345975" y="1950748"/>
                  </a:lnTo>
                  <a:lnTo>
                    <a:pt x="2346820" y="1905897"/>
                  </a:lnTo>
                  <a:lnTo>
                    <a:pt x="2347665" y="1929888"/>
                  </a:lnTo>
                  <a:lnTo>
                    <a:pt x="2348511" y="1958015"/>
                  </a:lnTo>
                  <a:lnTo>
                    <a:pt x="2349356" y="1947256"/>
                  </a:lnTo>
                  <a:lnTo>
                    <a:pt x="2350201" y="1914017"/>
                  </a:lnTo>
                  <a:lnTo>
                    <a:pt x="2351046" y="1961739"/>
                  </a:lnTo>
                  <a:lnTo>
                    <a:pt x="2351891" y="1991312"/>
                  </a:lnTo>
                  <a:lnTo>
                    <a:pt x="2352736" y="1927517"/>
                  </a:lnTo>
                  <a:lnTo>
                    <a:pt x="2353581" y="1874082"/>
                  </a:lnTo>
                  <a:lnTo>
                    <a:pt x="2354426" y="1876715"/>
                  </a:lnTo>
                  <a:lnTo>
                    <a:pt x="2355271" y="1919133"/>
                  </a:lnTo>
                  <a:lnTo>
                    <a:pt x="2356116" y="1956847"/>
                  </a:lnTo>
                  <a:lnTo>
                    <a:pt x="2356961" y="1979354"/>
                  </a:lnTo>
                  <a:lnTo>
                    <a:pt x="2357807" y="2038682"/>
                  </a:lnTo>
                  <a:lnTo>
                    <a:pt x="2358652" y="2065227"/>
                  </a:lnTo>
                  <a:lnTo>
                    <a:pt x="2359497" y="2051132"/>
                  </a:lnTo>
                  <a:lnTo>
                    <a:pt x="2360342" y="2043900"/>
                  </a:lnTo>
                  <a:lnTo>
                    <a:pt x="2361187" y="2027780"/>
                  </a:lnTo>
                  <a:lnTo>
                    <a:pt x="2362032" y="2020742"/>
                  </a:lnTo>
                  <a:lnTo>
                    <a:pt x="2362877" y="2036567"/>
                  </a:lnTo>
                  <a:lnTo>
                    <a:pt x="2363722" y="2083886"/>
                  </a:lnTo>
                  <a:lnTo>
                    <a:pt x="2364567" y="2103286"/>
                  </a:lnTo>
                  <a:lnTo>
                    <a:pt x="2365412" y="2103286"/>
                  </a:lnTo>
                  <a:lnTo>
                    <a:pt x="2366257" y="2089155"/>
                  </a:lnTo>
                  <a:lnTo>
                    <a:pt x="2367103" y="2055033"/>
                  </a:lnTo>
                  <a:lnTo>
                    <a:pt x="2367948" y="2028612"/>
                  </a:lnTo>
                  <a:lnTo>
                    <a:pt x="2368793" y="2011442"/>
                  </a:lnTo>
                  <a:lnTo>
                    <a:pt x="2369638" y="2019287"/>
                  </a:lnTo>
                  <a:lnTo>
                    <a:pt x="2370483" y="2015775"/>
                  </a:lnTo>
                  <a:lnTo>
                    <a:pt x="2371328" y="2005280"/>
                  </a:lnTo>
                  <a:lnTo>
                    <a:pt x="2372173" y="2015050"/>
                  </a:lnTo>
                  <a:lnTo>
                    <a:pt x="2373018" y="2020878"/>
                  </a:lnTo>
                  <a:lnTo>
                    <a:pt x="2373863" y="2010311"/>
                  </a:lnTo>
                  <a:lnTo>
                    <a:pt x="2374708" y="2019441"/>
                  </a:lnTo>
                  <a:lnTo>
                    <a:pt x="2375553" y="2036767"/>
                  </a:lnTo>
                  <a:lnTo>
                    <a:pt x="2376399" y="2007276"/>
                  </a:lnTo>
                  <a:lnTo>
                    <a:pt x="2377244" y="1973707"/>
                  </a:lnTo>
                  <a:lnTo>
                    <a:pt x="2378089" y="1940824"/>
                  </a:lnTo>
                  <a:lnTo>
                    <a:pt x="2378934" y="1952444"/>
                  </a:lnTo>
                  <a:lnTo>
                    <a:pt x="2379779" y="1890311"/>
                  </a:lnTo>
                  <a:lnTo>
                    <a:pt x="2380624" y="1852425"/>
                  </a:lnTo>
                  <a:lnTo>
                    <a:pt x="2381469" y="1906598"/>
                  </a:lnTo>
                  <a:lnTo>
                    <a:pt x="2382314" y="1964324"/>
                  </a:lnTo>
                  <a:lnTo>
                    <a:pt x="2383159" y="1989800"/>
                  </a:lnTo>
                  <a:lnTo>
                    <a:pt x="2384004" y="1946888"/>
                  </a:lnTo>
                  <a:lnTo>
                    <a:pt x="2384849" y="1963839"/>
                  </a:lnTo>
                  <a:lnTo>
                    <a:pt x="2385695" y="1976380"/>
                  </a:lnTo>
                  <a:lnTo>
                    <a:pt x="2386540" y="1962066"/>
                  </a:lnTo>
                  <a:lnTo>
                    <a:pt x="2387385" y="1957618"/>
                  </a:lnTo>
                  <a:lnTo>
                    <a:pt x="2388230" y="1933995"/>
                  </a:lnTo>
                  <a:lnTo>
                    <a:pt x="2389075" y="1917365"/>
                  </a:lnTo>
                  <a:lnTo>
                    <a:pt x="2389920" y="1917114"/>
                  </a:lnTo>
                  <a:lnTo>
                    <a:pt x="2390765" y="1914063"/>
                  </a:lnTo>
                  <a:lnTo>
                    <a:pt x="2391610" y="1901233"/>
                  </a:lnTo>
                  <a:lnTo>
                    <a:pt x="2392455" y="1879432"/>
                  </a:lnTo>
                  <a:lnTo>
                    <a:pt x="2393300" y="1920211"/>
                  </a:lnTo>
                  <a:lnTo>
                    <a:pt x="2394145" y="1982019"/>
                  </a:lnTo>
                  <a:lnTo>
                    <a:pt x="2394991" y="2008870"/>
                  </a:lnTo>
                  <a:lnTo>
                    <a:pt x="2395836" y="2023452"/>
                  </a:lnTo>
                  <a:lnTo>
                    <a:pt x="2396681" y="2050597"/>
                  </a:lnTo>
                  <a:lnTo>
                    <a:pt x="2397526" y="2076371"/>
                  </a:lnTo>
                  <a:lnTo>
                    <a:pt x="2398371" y="2066793"/>
                  </a:lnTo>
                  <a:lnTo>
                    <a:pt x="2399216" y="2033082"/>
                  </a:lnTo>
                  <a:lnTo>
                    <a:pt x="2400061" y="1985589"/>
                  </a:lnTo>
                  <a:lnTo>
                    <a:pt x="2400906" y="1954912"/>
                  </a:lnTo>
                  <a:lnTo>
                    <a:pt x="2401751" y="1939753"/>
                  </a:lnTo>
                  <a:lnTo>
                    <a:pt x="2402596" y="1905758"/>
                  </a:lnTo>
                  <a:lnTo>
                    <a:pt x="2403442" y="1908077"/>
                  </a:lnTo>
                  <a:lnTo>
                    <a:pt x="2404287" y="1935212"/>
                  </a:lnTo>
                  <a:lnTo>
                    <a:pt x="2405132" y="1982705"/>
                  </a:lnTo>
                  <a:lnTo>
                    <a:pt x="2405977" y="2014865"/>
                  </a:lnTo>
                  <a:lnTo>
                    <a:pt x="2406822" y="2049844"/>
                  </a:lnTo>
                  <a:lnTo>
                    <a:pt x="2407667" y="2097922"/>
                  </a:lnTo>
                  <a:lnTo>
                    <a:pt x="2408512" y="2103286"/>
                  </a:lnTo>
                  <a:lnTo>
                    <a:pt x="2409357" y="2103286"/>
                  </a:lnTo>
                  <a:lnTo>
                    <a:pt x="2410202" y="2103286"/>
                  </a:lnTo>
                  <a:lnTo>
                    <a:pt x="2411047" y="2103286"/>
                  </a:lnTo>
                  <a:lnTo>
                    <a:pt x="2411892" y="2103286"/>
                  </a:lnTo>
                  <a:lnTo>
                    <a:pt x="2412738" y="2103286"/>
                  </a:lnTo>
                  <a:lnTo>
                    <a:pt x="2413583" y="2103286"/>
                  </a:lnTo>
                  <a:lnTo>
                    <a:pt x="2414428" y="2103286"/>
                  </a:lnTo>
                  <a:lnTo>
                    <a:pt x="2415273" y="2103286"/>
                  </a:lnTo>
                  <a:lnTo>
                    <a:pt x="2416118" y="2103286"/>
                  </a:lnTo>
                  <a:lnTo>
                    <a:pt x="2416963" y="2090956"/>
                  </a:lnTo>
                  <a:lnTo>
                    <a:pt x="2417808" y="2059067"/>
                  </a:lnTo>
                  <a:lnTo>
                    <a:pt x="2418653" y="2024381"/>
                  </a:lnTo>
                  <a:lnTo>
                    <a:pt x="2419498" y="1982541"/>
                  </a:lnTo>
                  <a:lnTo>
                    <a:pt x="2420343" y="1909859"/>
                  </a:lnTo>
                  <a:lnTo>
                    <a:pt x="2421188" y="1907647"/>
                  </a:lnTo>
                  <a:lnTo>
                    <a:pt x="2422034" y="1921414"/>
                  </a:lnTo>
                  <a:lnTo>
                    <a:pt x="2422879" y="1921416"/>
                  </a:lnTo>
                  <a:lnTo>
                    <a:pt x="2423724" y="1921417"/>
                  </a:lnTo>
                  <a:lnTo>
                    <a:pt x="2424569" y="1957510"/>
                  </a:lnTo>
                  <a:lnTo>
                    <a:pt x="2425414" y="2033952"/>
                  </a:lnTo>
                  <a:lnTo>
                    <a:pt x="2426259" y="2053756"/>
                  </a:lnTo>
                  <a:lnTo>
                    <a:pt x="2427104" y="2052316"/>
                  </a:lnTo>
                  <a:lnTo>
                    <a:pt x="2427949" y="2068144"/>
                  </a:lnTo>
                  <a:lnTo>
                    <a:pt x="2428794" y="2073551"/>
                  </a:lnTo>
                  <a:lnTo>
                    <a:pt x="2429639" y="1987900"/>
                  </a:lnTo>
                  <a:lnTo>
                    <a:pt x="2430484" y="1899583"/>
                  </a:lnTo>
                  <a:lnTo>
                    <a:pt x="2431330" y="1853363"/>
                  </a:lnTo>
                  <a:lnTo>
                    <a:pt x="2432175" y="1826901"/>
                  </a:lnTo>
                  <a:lnTo>
                    <a:pt x="2433020" y="1811075"/>
                  </a:lnTo>
                  <a:lnTo>
                    <a:pt x="2433865" y="1805666"/>
                  </a:lnTo>
                  <a:lnTo>
                    <a:pt x="2434710" y="1889833"/>
                  </a:lnTo>
                  <a:lnTo>
                    <a:pt x="2435555" y="1980323"/>
                  </a:lnTo>
                  <a:lnTo>
                    <a:pt x="2436400" y="2043194"/>
                  </a:lnTo>
                  <a:lnTo>
                    <a:pt x="2437245" y="2069756"/>
                  </a:lnTo>
                  <a:lnTo>
                    <a:pt x="2438090" y="2069756"/>
                  </a:lnTo>
                  <a:lnTo>
                    <a:pt x="2438935" y="2069756"/>
                  </a:lnTo>
                  <a:lnTo>
                    <a:pt x="2439780" y="2067420"/>
                  </a:lnTo>
                  <a:lnTo>
                    <a:pt x="2440626" y="2044375"/>
                  </a:lnTo>
                  <a:lnTo>
                    <a:pt x="2441471" y="2019883"/>
                  </a:lnTo>
                  <a:lnTo>
                    <a:pt x="2442316" y="2015894"/>
                  </a:lnTo>
                  <a:lnTo>
                    <a:pt x="2443161" y="1989257"/>
                  </a:lnTo>
                  <a:lnTo>
                    <a:pt x="2444006" y="1900369"/>
                  </a:lnTo>
                  <a:lnTo>
                    <a:pt x="2444851" y="1810177"/>
                  </a:lnTo>
                  <a:lnTo>
                    <a:pt x="2445696" y="1789652"/>
                  </a:lnTo>
                  <a:lnTo>
                    <a:pt x="2446541" y="1747076"/>
                  </a:lnTo>
                  <a:lnTo>
                    <a:pt x="2447386" y="1694523"/>
                  </a:lnTo>
                  <a:lnTo>
                    <a:pt x="2448231" y="1714829"/>
                  </a:lnTo>
                  <a:lnTo>
                    <a:pt x="2449076" y="1792907"/>
                  </a:lnTo>
                  <a:lnTo>
                    <a:pt x="2449922" y="1862356"/>
                  </a:lnTo>
                  <a:lnTo>
                    <a:pt x="2450767" y="1898015"/>
                  </a:lnTo>
                  <a:lnTo>
                    <a:pt x="2451612" y="1930675"/>
                  </a:lnTo>
                  <a:lnTo>
                    <a:pt x="2452457" y="1944455"/>
                  </a:lnTo>
                  <a:lnTo>
                    <a:pt x="2453302" y="1893192"/>
                  </a:lnTo>
                  <a:lnTo>
                    <a:pt x="2454147" y="1865080"/>
                  </a:lnTo>
                  <a:lnTo>
                    <a:pt x="2454992" y="1883028"/>
                  </a:lnTo>
                  <a:lnTo>
                    <a:pt x="2455837" y="1890938"/>
                  </a:lnTo>
                  <a:lnTo>
                    <a:pt x="2456682" y="1925345"/>
                  </a:lnTo>
                  <a:lnTo>
                    <a:pt x="2457527" y="1922313"/>
                  </a:lnTo>
                  <a:lnTo>
                    <a:pt x="2458373" y="1888627"/>
                  </a:lnTo>
                  <a:lnTo>
                    <a:pt x="2459218" y="1850537"/>
                  </a:lnTo>
                  <a:lnTo>
                    <a:pt x="2460063" y="1799906"/>
                  </a:lnTo>
                  <a:lnTo>
                    <a:pt x="2460908" y="1719671"/>
                  </a:lnTo>
                  <a:lnTo>
                    <a:pt x="2461753" y="1650153"/>
                  </a:lnTo>
                  <a:lnTo>
                    <a:pt x="2462598" y="1625431"/>
                  </a:lnTo>
                  <a:lnTo>
                    <a:pt x="2463443" y="1670226"/>
                  </a:lnTo>
                  <a:lnTo>
                    <a:pt x="2464288" y="1712050"/>
                  </a:lnTo>
                  <a:lnTo>
                    <a:pt x="2465133" y="1736773"/>
                  </a:lnTo>
                  <a:lnTo>
                    <a:pt x="2465978" y="1792755"/>
                  </a:lnTo>
                  <a:lnTo>
                    <a:pt x="2466823" y="1839951"/>
                  </a:lnTo>
                  <a:lnTo>
                    <a:pt x="2467669" y="1873555"/>
                  </a:lnTo>
                  <a:lnTo>
                    <a:pt x="2468514" y="1919900"/>
                  </a:lnTo>
                  <a:lnTo>
                    <a:pt x="2469359" y="1973819"/>
                  </a:lnTo>
                  <a:lnTo>
                    <a:pt x="2470204" y="1991178"/>
                  </a:lnTo>
                  <a:lnTo>
                    <a:pt x="2471049" y="1990473"/>
                  </a:lnTo>
                  <a:lnTo>
                    <a:pt x="2471894" y="2009363"/>
                  </a:lnTo>
                  <a:lnTo>
                    <a:pt x="2472739" y="2046278"/>
                  </a:lnTo>
                  <a:lnTo>
                    <a:pt x="2473584" y="2046417"/>
                  </a:lnTo>
                  <a:lnTo>
                    <a:pt x="2474429" y="2018503"/>
                  </a:lnTo>
                  <a:lnTo>
                    <a:pt x="2475274" y="1955684"/>
                  </a:lnTo>
                  <a:lnTo>
                    <a:pt x="2476119" y="1902849"/>
                  </a:lnTo>
                  <a:lnTo>
                    <a:pt x="2476965" y="1873829"/>
                  </a:lnTo>
                  <a:lnTo>
                    <a:pt x="2477810" y="1805852"/>
                  </a:lnTo>
                  <a:lnTo>
                    <a:pt x="2478655" y="1750706"/>
                  </a:lnTo>
                  <a:lnTo>
                    <a:pt x="2479500" y="1756292"/>
                  </a:lnTo>
                  <a:lnTo>
                    <a:pt x="2480345" y="1819352"/>
                  </a:lnTo>
                  <a:lnTo>
                    <a:pt x="2481190" y="1850901"/>
                  </a:lnTo>
                  <a:lnTo>
                    <a:pt x="2482035" y="1834151"/>
                  </a:lnTo>
                  <a:lnTo>
                    <a:pt x="2482880" y="1901448"/>
                  </a:lnTo>
                  <a:lnTo>
                    <a:pt x="2483725" y="1955096"/>
                  </a:lnTo>
                  <a:lnTo>
                    <a:pt x="2484570" y="1916880"/>
                  </a:lnTo>
                  <a:lnTo>
                    <a:pt x="2485415" y="1887876"/>
                  </a:lnTo>
                  <a:lnTo>
                    <a:pt x="2486261" y="1932804"/>
                  </a:lnTo>
                  <a:lnTo>
                    <a:pt x="2487106" y="1974703"/>
                  </a:lnTo>
                  <a:lnTo>
                    <a:pt x="2487951" y="1953045"/>
                  </a:lnTo>
                  <a:lnTo>
                    <a:pt x="2488796" y="1948709"/>
                  </a:lnTo>
                  <a:lnTo>
                    <a:pt x="2489641" y="1990523"/>
                  </a:lnTo>
                  <a:lnTo>
                    <a:pt x="2490486" y="2032965"/>
                  </a:lnTo>
                  <a:lnTo>
                    <a:pt x="2491331" y="2034278"/>
                  </a:lnTo>
                  <a:lnTo>
                    <a:pt x="2492176" y="2041582"/>
                  </a:lnTo>
                  <a:lnTo>
                    <a:pt x="2493021" y="2063919"/>
                  </a:lnTo>
                  <a:lnTo>
                    <a:pt x="2493866" y="2069756"/>
                  </a:lnTo>
                  <a:lnTo>
                    <a:pt x="2494711" y="2069756"/>
                  </a:lnTo>
                  <a:lnTo>
                    <a:pt x="2495557" y="2069756"/>
                  </a:lnTo>
                  <a:lnTo>
                    <a:pt x="2496402" y="2079038"/>
                  </a:lnTo>
                  <a:lnTo>
                    <a:pt x="2497247" y="2099530"/>
                  </a:lnTo>
                  <a:lnTo>
                    <a:pt x="2498092" y="2103286"/>
                  </a:lnTo>
                  <a:lnTo>
                    <a:pt x="2498937" y="2103286"/>
                  </a:lnTo>
                  <a:lnTo>
                    <a:pt x="2499782" y="2103286"/>
                  </a:lnTo>
                  <a:lnTo>
                    <a:pt x="2500627" y="2097410"/>
                  </a:lnTo>
                  <a:lnTo>
                    <a:pt x="2501472" y="2066608"/>
                  </a:lnTo>
                  <a:lnTo>
                    <a:pt x="2502317" y="2025958"/>
                  </a:lnTo>
                  <a:lnTo>
                    <a:pt x="2503162" y="2015036"/>
                  </a:lnTo>
                  <a:lnTo>
                    <a:pt x="2504007" y="2034413"/>
                  </a:lnTo>
                  <a:lnTo>
                    <a:pt x="2504853" y="2049689"/>
                  </a:lnTo>
                  <a:lnTo>
                    <a:pt x="2505698" y="2053140"/>
                  </a:lnTo>
                  <a:lnTo>
                    <a:pt x="2506543" y="2048518"/>
                  </a:lnTo>
                  <a:lnTo>
                    <a:pt x="2507388" y="2046140"/>
                  </a:lnTo>
                  <a:lnTo>
                    <a:pt x="2508233" y="2031574"/>
                  </a:lnTo>
                  <a:lnTo>
                    <a:pt x="2509078" y="2012207"/>
                  </a:lnTo>
                  <a:lnTo>
                    <a:pt x="2509923" y="2007700"/>
                  </a:lnTo>
                  <a:lnTo>
                    <a:pt x="2510768" y="2038700"/>
                  </a:lnTo>
                  <a:lnTo>
                    <a:pt x="2511613" y="2061371"/>
                  </a:lnTo>
                  <a:lnTo>
                    <a:pt x="2512458" y="2088069"/>
                  </a:lnTo>
                  <a:lnTo>
                    <a:pt x="2513303" y="2079297"/>
                  </a:lnTo>
                  <a:lnTo>
                    <a:pt x="2514149" y="2034406"/>
                  </a:lnTo>
                  <a:lnTo>
                    <a:pt x="2514994" y="2011874"/>
                  </a:lnTo>
                  <a:lnTo>
                    <a:pt x="2515839" y="1984726"/>
                  </a:lnTo>
                  <a:lnTo>
                    <a:pt x="2516684" y="1988197"/>
                  </a:lnTo>
                  <a:lnTo>
                    <a:pt x="2517529" y="1984034"/>
                  </a:lnTo>
                  <a:lnTo>
                    <a:pt x="2518374" y="2013113"/>
                  </a:lnTo>
                  <a:lnTo>
                    <a:pt x="2519219" y="2049926"/>
                  </a:lnTo>
                  <a:lnTo>
                    <a:pt x="2520064" y="2036396"/>
                  </a:lnTo>
                  <a:lnTo>
                    <a:pt x="2520909" y="2016860"/>
                  </a:lnTo>
                  <a:lnTo>
                    <a:pt x="2521754" y="2015449"/>
                  </a:lnTo>
                  <a:lnTo>
                    <a:pt x="2522600" y="2015450"/>
                  </a:lnTo>
                  <a:lnTo>
                    <a:pt x="2523445" y="2015450"/>
                  </a:lnTo>
                  <a:lnTo>
                    <a:pt x="2524290" y="2023518"/>
                  </a:lnTo>
                  <a:lnTo>
                    <a:pt x="2525135" y="2048810"/>
                  </a:lnTo>
                  <a:lnTo>
                    <a:pt x="2525980" y="2073652"/>
                  </a:lnTo>
                  <a:lnTo>
                    <a:pt x="2526825" y="2095556"/>
                  </a:lnTo>
                  <a:lnTo>
                    <a:pt x="2527670" y="2103286"/>
                  </a:lnTo>
                  <a:lnTo>
                    <a:pt x="2528515" y="2103286"/>
                  </a:lnTo>
                  <a:lnTo>
                    <a:pt x="2529360" y="2103286"/>
                  </a:lnTo>
                  <a:lnTo>
                    <a:pt x="2530205" y="2103286"/>
                  </a:lnTo>
                  <a:lnTo>
                    <a:pt x="2531050" y="2103286"/>
                  </a:lnTo>
                  <a:lnTo>
                    <a:pt x="2531896" y="2059733"/>
                  </a:lnTo>
                  <a:lnTo>
                    <a:pt x="2532741" y="2051937"/>
                  </a:lnTo>
                  <a:lnTo>
                    <a:pt x="2533586" y="2051938"/>
                  </a:lnTo>
                  <a:lnTo>
                    <a:pt x="2534431" y="2038437"/>
                  </a:lnTo>
                  <a:lnTo>
                    <a:pt x="2535276" y="1989153"/>
                  </a:lnTo>
                  <a:lnTo>
                    <a:pt x="2536121" y="1962961"/>
                  </a:lnTo>
                  <a:lnTo>
                    <a:pt x="2536966" y="1969081"/>
                  </a:lnTo>
                  <a:lnTo>
                    <a:pt x="2537811" y="1960106"/>
                  </a:lnTo>
                  <a:lnTo>
                    <a:pt x="2538656" y="1908207"/>
                  </a:lnTo>
                  <a:lnTo>
                    <a:pt x="2539501" y="1858294"/>
                  </a:lnTo>
                  <a:lnTo>
                    <a:pt x="2540346" y="1877638"/>
                  </a:lnTo>
                  <a:lnTo>
                    <a:pt x="2541192" y="1945265"/>
                  </a:lnTo>
                  <a:lnTo>
                    <a:pt x="2542037" y="1951582"/>
                  </a:lnTo>
                  <a:lnTo>
                    <a:pt x="2542882" y="1949650"/>
                  </a:lnTo>
                  <a:lnTo>
                    <a:pt x="2543727" y="1957829"/>
                  </a:lnTo>
                  <a:lnTo>
                    <a:pt x="2544572" y="1940814"/>
                  </a:lnTo>
                  <a:lnTo>
                    <a:pt x="2545417" y="1942057"/>
                  </a:lnTo>
                  <a:lnTo>
                    <a:pt x="2546262" y="1944138"/>
                  </a:lnTo>
                  <a:lnTo>
                    <a:pt x="2547107" y="1965876"/>
                  </a:lnTo>
                  <a:lnTo>
                    <a:pt x="2547952" y="1964567"/>
                  </a:lnTo>
                  <a:lnTo>
                    <a:pt x="2548797" y="2000783"/>
                  </a:lnTo>
                  <a:lnTo>
                    <a:pt x="2549642" y="2066469"/>
                  </a:lnTo>
                  <a:lnTo>
                    <a:pt x="2550488" y="2066223"/>
                  </a:lnTo>
                  <a:lnTo>
                    <a:pt x="2551333" y="2040526"/>
                  </a:lnTo>
                  <a:lnTo>
                    <a:pt x="2552178" y="2034124"/>
                  </a:lnTo>
                  <a:lnTo>
                    <a:pt x="2553023" y="2047950"/>
                  </a:lnTo>
                  <a:lnTo>
                    <a:pt x="2553868" y="2082635"/>
                  </a:lnTo>
                  <a:lnTo>
                    <a:pt x="2554713" y="2103286"/>
                  </a:lnTo>
                  <a:lnTo>
                    <a:pt x="2555558" y="2103286"/>
                  </a:lnTo>
                  <a:lnTo>
                    <a:pt x="2556403" y="2103286"/>
                  </a:lnTo>
                  <a:lnTo>
                    <a:pt x="2557248" y="2103286"/>
                  </a:lnTo>
                  <a:lnTo>
                    <a:pt x="2558093" y="2103286"/>
                  </a:lnTo>
                  <a:lnTo>
                    <a:pt x="2558938" y="2091717"/>
                  </a:lnTo>
                  <a:lnTo>
                    <a:pt x="2559784" y="2031046"/>
                  </a:lnTo>
                  <a:lnTo>
                    <a:pt x="2560629" y="2030913"/>
                  </a:lnTo>
                  <a:lnTo>
                    <a:pt x="2561474" y="2032079"/>
                  </a:lnTo>
                  <a:lnTo>
                    <a:pt x="2562319" y="2018992"/>
                  </a:lnTo>
                  <a:lnTo>
                    <a:pt x="2563164" y="2017388"/>
                  </a:lnTo>
                  <a:lnTo>
                    <a:pt x="2564009" y="2032082"/>
                  </a:lnTo>
                  <a:lnTo>
                    <a:pt x="2564854" y="2030906"/>
                  </a:lnTo>
                  <a:lnTo>
                    <a:pt x="2565699" y="1986130"/>
                  </a:lnTo>
                  <a:lnTo>
                    <a:pt x="2566544" y="1990066"/>
                  </a:lnTo>
                  <a:lnTo>
                    <a:pt x="2567389" y="2003447"/>
                  </a:lnTo>
                  <a:lnTo>
                    <a:pt x="2568234" y="2003448"/>
                  </a:lnTo>
                  <a:lnTo>
                    <a:pt x="2569080" y="2008730"/>
                  </a:lnTo>
                  <a:lnTo>
                    <a:pt x="2569925" y="2041432"/>
                  </a:lnTo>
                  <a:lnTo>
                    <a:pt x="2570770" y="2087073"/>
                  </a:lnTo>
                  <a:lnTo>
                    <a:pt x="2571615" y="2083136"/>
                  </a:lnTo>
                  <a:lnTo>
                    <a:pt x="2572460" y="2073346"/>
                  </a:lnTo>
                  <a:lnTo>
                    <a:pt x="2573305" y="2103286"/>
                  </a:lnTo>
                  <a:lnTo>
                    <a:pt x="2574150" y="2103286"/>
                  </a:lnTo>
                  <a:lnTo>
                    <a:pt x="2574995" y="2103286"/>
                  </a:lnTo>
                  <a:lnTo>
                    <a:pt x="2575840" y="2103286"/>
                  </a:lnTo>
                  <a:lnTo>
                    <a:pt x="2576685" y="2103286"/>
                  </a:lnTo>
                  <a:lnTo>
                    <a:pt x="2577530" y="2103286"/>
                  </a:lnTo>
                  <a:lnTo>
                    <a:pt x="2578376" y="2090734"/>
                  </a:lnTo>
                  <a:lnTo>
                    <a:pt x="2579221" y="2093507"/>
                  </a:lnTo>
                  <a:lnTo>
                    <a:pt x="2580066" y="2103286"/>
                  </a:lnTo>
                  <a:lnTo>
                    <a:pt x="2580911" y="2103286"/>
                  </a:lnTo>
                  <a:lnTo>
                    <a:pt x="2581756" y="2103286"/>
                  </a:lnTo>
                  <a:lnTo>
                    <a:pt x="2582601" y="2103286"/>
                  </a:lnTo>
                  <a:lnTo>
                    <a:pt x="2583446" y="2103286"/>
                  </a:lnTo>
                  <a:lnTo>
                    <a:pt x="2584291" y="2103286"/>
                  </a:lnTo>
                  <a:lnTo>
                    <a:pt x="2585136" y="2103286"/>
                  </a:lnTo>
                  <a:lnTo>
                    <a:pt x="2585981" y="2103286"/>
                  </a:lnTo>
                  <a:lnTo>
                    <a:pt x="2586827" y="2103286"/>
                  </a:lnTo>
                  <a:lnTo>
                    <a:pt x="2587672" y="2080042"/>
                  </a:lnTo>
                  <a:lnTo>
                    <a:pt x="2588517" y="2037842"/>
                  </a:lnTo>
                  <a:lnTo>
                    <a:pt x="2589362" y="2026354"/>
                  </a:lnTo>
                  <a:lnTo>
                    <a:pt x="2590207" y="2022157"/>
                  </a:lnTo>
                  <a:lnTo>
                    <a:pt x="2591052" y="2011050"/>
                  </a:lnTo>
                  <a:lnTo>
                    <a:pt x="2591897" y="2008153"/>
                  </a:lnTo>
                  <a:lnTo>
                    <a:pt x="2592742" y="2018538"/>
                  </a:lnTo>
                  <a:lnTo>
                    <a:pt x="2593587" y="2035599"/>
                  </a:lnTo>
                  <a:lnTo>
                    <a:pt x="2594432" y="2021793"/>
                  </a:lnTo>
                  <a:lnTo>
                    <a:pt x="2595277" y="2003334"/>
                  </a:lnTo>
                  <a:lnTo>
                    <a:pt x="2596123" y="2007939"/>
                  </a:lnTo>
                  <a:lnTo>
                    <a:pt x="2596968" y="1996859"/>
                  </a:lnTo>
                  <a:lnTo>
                    <a:pt x="2597813" y="1998445"/>
                  </a:lnTo>
                  <a:lnTo>
                    <a:pt x="2598658" y="2002914"/>
                  </a:lnTo>
                  <a:lnTo>
                    <a:pt x="2599503" y="2022367"/>
                  </a:lnTo>
                  <a:lnTo>
                    <a:pt x="2600348" y="2024126"/>
                  </a:lnTo>
                  <a:lnTo>
                    <a:pt x="2601193" y="2009183"/>
                  </a:lnTo>
                  <a:lnTo>
                    <a:pt x="2602038" y="2015889"/>
                  </a:lnTo>
                  <a:lnTo>
                    <a:pt x="2602883" y="2002406"/>
                  </a:lnTo>
                  <a:lnTo>
                    <a:pt x="2603728" y="1996002"/>
                  </a:lnTo>
                  <a:lnTo>
                    <a:pt x="2604573" y="2001840"/>
                  </a:lnTo>
                  <a:lnTo>
                    <a:pt x="2605419" y="2022738"/>
                  </a:lnTo>
                  <a:lnTo>
                    <a:pt x="2606264" y="2014906"/>
                  </a:lnTo>
                  <a:lnTo>
                    <a:pt x="2607109" y="1999112"/>
                  </a:lnTo>
                  <a:lnTo>
                    <a:pt x="2607954" y="2011008"/>
                  </a:lnTo>
                  <a:lnTo>
                    <a:pt x="2608799" y="2017412"/>
                  </a:lnTo>
                  <a:lnTo>
                    <a:pt x="2609644" y="2017412"/>
                  </a:lnTo>
                  <a:lnTo>
                    <a:pt x="2610489" y="2017412"/>
                  </a:lnTo>
                  <a:lnTo>
                    <a:pt x="2611334" y="2046687"/>
                  </a:lnTo>
                  <a:lnTo>
                    <a:pt x="2612179" y="2069756"/>
                  </a:lnTo>
                  <a:lnTo>
                    <a:pt x="2613024" y="2069756"/>
                  </a:lnTo>
                  <a:lnTo>
                    <a:pt x="2613869" y="2069756"/>
                  </a:lnTo>
                  <a:lnTo>
                    <a:pt x="2614715" y="2069756"/>
                  </a:lnTo>
                  <a:lnTo>
                    <a:pt x="2615560" y="2069756"/>
                  </a:lnTo>
                  <a:lnTo>
                    <a:pt x="2616405" y="2069756"/>
                  </a:lnTo>
                  <a:lnTo>
                    <a:pt x="2617250" y="2069756"/>
                  </a:lnTo>
                  <a:lnTo>
                    <a:pt x="2618095" y="2069756"/>
                  </a:lnTo>
                  <a:lnTo>
                    <a:pt x="2618940" y="2069756"/>
                  </a:lnTo>
                  <a:lnTo>
                    <a:pt x="2619785" y="2069756"/>
                  </a:lnTo>
                  <a:lnTo>
                    <a:pt x="2620630" y="2069756"/>
                  </a:lnTo>
                  <a:lnTo>
                    <a:pt x="2621475" y="2069756"/>
                  </a:lnTo>
                  <a:lnTo>
                    <a:pt x="2622320" y="2069756"/>
                  </a:lnTo>
                  <a:lnTo>
                    <a:pt x="2623165" y="2069756"/>
                  </a:lnTo>
                  <a:lnTo>
                    <a:pt x="2624011" y="2069756"/>
                  </a:lnTo>
                  <a:lnTo>
                    <a:pt x="2624856" y="2069756"/>
                  </a:lnTo>
                  <a:lnTo>
                    <a:pt x="2625701" y="2069756"/>
                  </a:lnTo>
                  <a:lnTo>
                    <a:pt x="2626546" y="2069756"/>
                  </a:lnTo>
                  <a:lnTo>
                    <a:pt x="2627391" y="2092441"/>
                  </a:lnTo>
                  <a:lnTo>
                    <a:pt x="2628236" y="2103286"/>
                  </a:lnTo>
                  <a:lnTo>
                    <a:pt x="2629081" y="2103286"/>
                  </a:lnTo>
                  <a:lnTo>
                    <a:pt x="2629926" y="2103286"/>
                  </a:lnTo>
                  <a:lnTo>
                    <a:pt x="2630771" y="2103286"/>
                  </a:lnTo>
                  <a:lnTo>
                    <a:pt x="2631616" y="2103286"/>
                  </a:lnTo>
                  <a:lnTo>
                    <a:pt x="2632461" y="2103286"/>
                  </a:lnTo>
                  <a:lnTo>
                    <a:pt x="2633307" y="2096588"/>
                  </a:lnTo>
                  <a:lnTo>
                    <a:pt x="2634152" y="2056452"/>
                  </a:lnTo>
                  <a:lnTo>
                    <a:pt x="2634997" y="2050873"/>
                  </a:lnTo>
                  <a:lnTo>
                    <a:pt x="2635842" y="2031220"/>
                  </a:lnTo>
                  <a:lnTo>
                    <a:pt x="2636687" y="2018615"/>
                  </a:lnTo>
                  <a:lnTo>
                    <a:pt x="2637532" y="2052152"/>
                  </a:lnTo>
                  <a:lnTo>
                    <a:pt x="2638377" y="2067056"/>
                  </a:lnTo>
                  <a:lnTo>
                    <a:pt x="2639222" y="2064661"/>
                  </a:lnTo>
                  <a:lnTo>
                    <a:pt x="2640067" y="2023049"/>
                  </a:lnTo>
                  <a:lnTo>
                    <a:pt x="2640912" y="1944768"/>
                  </a:lnTo>
                  <a:lnTo>
                    <a:pt x="2641757" y="1881906"/>
                  </a:lnTo>
                  <a:lnTo>
                    <a:pt x="2642603" y="1880856"/>
                  </a:lnTo>
                  <a:lnTo>
                    <a:pt x="2643448" y="1883557"/>
                  </a:lnTo>
                  <a:lnTo>
                    <a:pt x="2644293" y="1885952"/>
                  </a:lnTo>
                  <a:lnTo>
                    <a:pt x="2645138" y="1927563"/>
                  </a:lnTo>
                  <a:lnTo>
                    <a:pt x="2645983" y="2005843"/>
                  </a:lnTo>
                  <a:lnTo>
                    <a:pt x="2646828" y="2067746"/>
                  </a:lnTo>
                  <a:lnTo>
                    <a:pt x="2647673" y="2048222"/>
                  </a:lnTo>
                  <a:lnTo>
                    <a:pt x="2648518" y="2022524"/>
                  </a:lnTo>
                  <a:lnTo>
                    <a:pt x="2649363" y="2015661"/>
                  </a:lnTo>
                  <a:lnTo>
                    <a:pt x="2650208" y="2015661"/>
                  </a:lnTo>
                  <a:lnTo>
                    <a:pt x="2651054" y="2015662"/>
                  </a:lnTo>
                  <a:lnTo>
                    <a:pt x="2651899" y="2034664"/>
                  </a:lnTo>
                  <a:lnTo>
                    <a:pt x="2652744" y="2080322"/>
                  </a:lnTo>
                  <a:lnTo>
                    <a:pt x="2653589" y="2103286"/>
                  </a:lnTo>
                  <a:lnTo>
                    <a:pt x="2654434" y="2103286"/>
                  </a:lnTo>
                  <a:lnTo>
                    <a:pt x="2655279" y="2103286"/>
                  </a:lnTo>
                  <a:lnTo>
                    <a:pt x="2656124" y="2103286"/>
                  </a:lnTo>
                  <a:lnTo>
                    <a:pt x="2656969" y="2077796"/>
                  </a:lnTo>
                  <a:lnTo>
                    <a:pt x="2657814" y="2005857"/>
                  </a:lnTo>
                  <a:lnTo>
                    <a:pt x="2658659" y="1985968"/>
                  </a:lnTo>
                  <a:lnTo>
                    <a:pt x="2659504" y="2034731"/>
                  </a:lnTo>
                  <a:lnTo>
                    <a:pt x="2660350" y="2070210"/>
                  </a:lnTo>
                  <a:lnTo>
                    <a:pt x="2661195" y="2088964"/>
                  </a:lnTo>
                  <a:lnTo>
                    <a:pt x="2662040" y="2103286"/>
                  </a:lnTo>
                  <a:lnTo>
                    <a:pt x="2662885" y="2103286"/>
                  </a:lnTo>
                  <a:lnTo>
                    <a:pt x="2663730" y="2103286"/>
                  </a:lnTo>
                  <a:lnTo>
                    <a:pt x="2664575" y="2051201"/>
                  </a:lnTo>
                  <a:lnTo>
                    <a:pt x="2665420" y="1937491"/>
                  </a:lnTo>
                  <a:lnTo>
                    <a:pt x="2666265" y="1873044"/>
                  </a:lnTo>
                  <a:lnTo>
                    <a:pt x="2667110" y="1824826"/>
                  </a:lnTo>
                  <a:lnTo>
                    <a:pt x="2667955" y="1852653"/>
                  </a:lnTo>
                  <a:lnTo>
                    <a:pt x="2668800" y="1914215"/>
                  </a:lnTo>
                  <a:lnTo>
                    <a:pt x="2669646" y="2025648"/>
                  </a:lnTo>
                  <a:lnTo>
                    <a:pt x="2670491" y="2103286"/>
                  </a:lnTo>
                  <a:lnTo>
                    <a:pt x="2671336" y="2103286"/>
                  </a:lnTo>
                  <a:lnTo>
                    <a:pt x="2672181" y="2103286"/>
                  </a:lnTo>
                  <a:lnTo>
                    <a:pt x="2673026" y="2103286"/>
                  </a:lnTo>
                  <a:lnTo>
                    <a:pt x="2673871" y="2103286"/>
                  </a:lnTo>
                  <a:lnTo>
                    <a:pt x="2674716" y="2103286"/>
                  </a:lnTo>
                  <a:lnTo>
                    <a:pt x="2675561" y="2103286"/>
                  </a:lnTo>
                  <a:lnTo>
                    <a:pt x="2676406" y="2098368"/>
                  </a:lnTo>
                  <a:lnTo>
                    <a:pt x="2677251" y="2030198"/>
                  </a:lnTo>
                  <a:lnTo>
                    <a:pt x="2678096" y="2056540"/>
                  </a:lnTo>
                  <a:lnTo>
                    <a:pt x="2678942" y="2072810"/>
                  </a:lnTo>
                  <a:lnTo>
                    <a:pt x="2679787" y="2062514"/>
                  </a:lnTo>
                  <a:lnTo>
                    <a:pt x="2680632" y="2067941"/>
                  </a:lnTo>
                  <a:lnTo>
                    <a:pt x="2681477" y="2067478"/>
                  </a:lnTo>
                  <a:lnTo>
                    <a:pt x="2682322" y="2103286"/>
                  </a:lnTo>
                  <a:lnTo>
                    <a:pt x="2683167" y="2093380"/>
                  </a:lnTo>
                  <a:lnTo>
                    <a:pt x="2684012" y="2074046"/>
                  </a:lnTo>
                  <a:lnTo>
                    <a:pt x="2684857" y="2059846"/>
                  </a:lnTo>
                  <a:lnTo>
                    <a:pt x="2685702" y="2042492"/>
                  </a:lnTo>
                  <a:lnTo>
                    <a:pt x="2686547" y="2063576"/>
                  </a:lnTo>
                  <a:lnTo>
                    <a:pt x="2687392" y="2073507"/>
                  </a:lnTo>
                  <a:lnTo>
                    <a:pt x="2688238" y="2103286"/>
                  </a:lnTo>
                  <a:lnTo>
                    <a:pt x="2689083" y="2103286"/>
                  </a:lnTo>
                  <a:lnTo>
                    <a:pt x="2689928" y="2103286"/>
                  </a:lnTo>
                  <a:lnTo>
                    <a:pt x="2690773" y="2084199"/>
                  </a:lnTo>
                  <a:lnTo>
                    <a:pt x="2691618" y="2035822"/>
                  </a:lnTo>
                  <a:lnTo>
                    <a:pt x="2692463" y="1987912"/>
                  </a:lnTo>
                  <a:lnTo>
                    <a:pt x="2693308" y="1957386"/>
                  </a:lnTo>
                  <a:lnTo>
                    <a:pt x="2694153" y="1949737"/>
                  </a:lnTo>
                  <a:lnTo>
                    <a:pt x="2694998" y="1968644"/>
                  </a:lnTo>
                  <a:lnTo>
                    <a:pt x="2695843" y="1982749"/>
                  </a:lnTo>
                  <a:lnTo>
                    <a:pt x="2696688" y="1987622"/>
                  </a:lnTo>
                  <a:lnTo>
                    <a:pt x="2697534" y="2000779"/>
                  </a:lnTo>
                  <a:lnTo>
                    <a:pt x="2698379" y="2008257"/>
                  </a:lnTo>
                  <a:lnTo>
                    <a:pt x="2699224" y="1986004"/>
                  </a:lnTo>
                  <a:lnTo>
                    <a:pt x="2700069" y="1978134"/>
                  </a:lnTo>
                  <a:lnTo>
                    <a:pt x="2700914" y="2023667"/>
                  </a:lnTo>
                  <a:lnTo>
                    <a:pt x="2701759" y="2049281"/>
                  </a:lnTo>
                  <a:lnTo>
                    <a:pt x="2702604" y="2050956"/>
                  </a:lnTo>
                  <a:lnTo>
                    <a:pt x="2703449" y="2050957"/>
                  </a:lnTo>
                  <a:lnTo>
                    <a:pt x="2704294" y="2082452"/>
                  </a:lnTo>
                  <a:lnTo>
                    <a:pt x="2705139" y="2095431"/>
                  </a:lnTo>
                  <a:lnTo>
                    <a:pt x="2705984" y="2064521"/>
                  </a:lnTo>
                  <a:lnTo>
                    <a:pt x="2706830" y="2033685"/>
                  </a:lnTo>
                  <a:lnTo>
                    <a:pt x="2707675" y="2017963"/>
                  </a:lnTo>
                  <a:lnTo>
                    <a:pt x="2708520" y="1998359"/>
                  </a:lnTo>
                  <a:lnTo>
                    <a:pt x="2709365" y="1966531"/>
                  </a:lnTo>
                  <a:lnTo>
                    <a:pt x="2710210" y="1975477"/>
                  </a:lnTo>
                  <a:lnTo>
                    <a:pt x="2711055" y="2016277"/>
                  </a:lnTo>
                  <a:lnTo>
                    <a:pt x="2711900" y="2053197"/>
                  </a:lnTo>
                  <a:lnTo>
                    <a:pt x="2712745" y="2068920"/>
                  </a:lnTo>
                  <a:lnTo>
                    <a:pt x="2713590" y="2086092"/>
                  </a:lnTo>
                  <a:lnTo>
                    <a:pt x="2714435" y="2091090"/>
                  </a:lnTo>
                  <a:lnTo>
                    <a:pt x="2715281" y="2077042"/>
                  </a:lnTo>
                  <a:lnTo>
                    <a:pt x="2716126" y="2041434"/>
                  </a:lnTo>
                  <a:lnTo>
                    <a:pt x="2716971" y="2020581"/>
                  </a:lnTo>
                  <a:lnTo>
                    <a:pt x="2717816" y="2019440"/>
                  </a:lnTo>
                  <a:lnTo>
                    <a:pt x="2718661" y="1974125"/>
                  </a:lnTo>
                  <a:lnTo>
                    <a:pt x="2719506" y="1959092"/>
                  </a:lnTo>
                  <a:lnTo>
                    <a:pt x="2720351" y="1944883"/>
                  </a:lnTo>
                  <a:lnTo>
                    <a:pt x="2721196" y="1894643"/>
                  </a:lnTo>
                  <a:lnTo>
                    <a:pt x="2722041" y="1822933"/>
                  </a:lnTo>
                  <a:lnTo>
                    <a:pt x="2722886" y="1754646"/>
                  </a:lnTo>
                  <a:lnTo>
                    <a:pt x="2723731" y="1761843"/>
                  </a:lnTo>
                  <a:lnTo>
                    <a:pt x="2724577" y="1791981"/>
                  </a:lnTo>
                  <a:lnTo>
                    <a:pt x="2725422" y="1810929"/>
                  </a:lnTo>
                  <a:lnTo>
                    <a:pt x="2726267" y="1879837"/>
                  </a:lnTo>
                  <a:lnTo>
                    <a:pt x="2727112" y="1964580"/>
                  </a:lnTo>
                  <a:lnTo>
                    <a:pt x="2727957" y="1990881"/>
                  </a:lnTo>
                  <a:lnTo>
                    <a:pt x="2728802" y="1997647"/>
                  </a:lnTo>
                  <a:lnTo>
                    <a:pt x="2729647" y="1980495"/>
                  </a:lnTo>
                  <a:lnTo>
                    <a:pt x="2730492" y="1953197"/>
                  </a:lnTo>
                  <a:lnTo>
                    <a:pt x="2731337" y="1934559"/>
                  </a:lnTo>
                  <a:lnTo>
                    <a:pt x="2732182" y="1933099"/>
                  </a:lnTo>
                  <a:lnTo>
                    <a:pt x="2733027" y="1976227"/>
                  </a:lnTo>
                  <a:lnTo>
                    <a:pt x="2733873" y="2032502"/>
                  </a:lnTo>
                  <a:lnTo>
                    <a:pt x="2734718" y="2103286"/>
                  </a:lnTo>
                  <a:lnTo>
                    <a:pt x="2735563" y="2103286"/>
                  </a:lnTo>
                  <a:lnTo>
                    <a:pt x="2736408" y="2103286"/>
                  </a:lnTo>
                  <a:lnTo>
                    <a:pt x="2737253" y="2103286"/>
                  </a:lnTo>
                  <a:lnTo>
                    <a:pt x="2738098" y="2103286"/>
                  </a:lnTo>
                  <a:lnTo>
                    <a:pt x="2738943" y="2103286"/>
                  </a:lnTo>
                  <a:lnTo>
                    <a:pt x="2739788" y="2103286"/>
                  </a:lnTo>
                  <a:lnTo>
                    <a:pt x="2740633" y="2078105"/>
                  </a:lnTo>
                  <a:lnTo>
                    <a:pt x="2741478" y="2093672"/>
                  </a:lnTo>
                  <a:lnTo>
                    <a:pt x="2742323" y="2103286"/>
                  </a:lnTo>
                  <a:lnTo>
                    <a:pt x="2743169" y="2103286"/>
                  </a:lnTo>
                  <a:lnTo>
                    <a:pt x="2744014" y="2100156"/>
                  </a:lnTo>
                  <a:lnTo>
                    <a:pt x="2744859" y="2101667"/>
                  </a:lnTo>
                  <a:lnTo>
                    <a:pt x="2745704" y="2103286"/>
                  </a:lnTo>
                  <a:lnTo>
                    <a:pt x="2746549" y="2099319"/>
                  </a:lnTo>
                  <a:lnTo>
                    <a:pt x="2747394" y="2078826"/>
                  </a:lnTo>
                  <a:lnTo>
                    <a:pt x="2748239" y="2069756"/>
                  </a:lnTo>
                  <a:lnTo>
                    <a:pt x="2749084" y="2051594"/>
                  </a:lnTo>
                  <a:lnTo>
                    <a:pt x="2749929" y="2019258"/>
                  </a:lnTo>
                  <a:lnTo>
                    <a:pt x="2750774" y="2005515"/>
                  </a:lnTo>
                  <a:lnTo>
                    <a:pt x="2751619" y="1998764"/>
                  </a:lnTo>
                  <a:lnTo>
                    <a:pt x="2752465" y="2010647"/>
                  </a:lnTo>
                  <a:lnTo>
                    <a:pt x="2753310" y="2029057"/>
                  </a:lnTo>
                  <a:lnTo>
                    <a:pt x="2754155" y="2062798"/>
                  </a:lnTo>
                  <a:lnTo>
                    <a:pt x="2755000" y="2076661"/>
                  </a:lnTo>
                  <a:lnTo>
                    <a:pt x="2755845" y="2065183"/>
                  </a:lnTo>
                  <a:lnTo>
                    <a:pt x="2756690" y="2062501"/>
                  </a:lnTo>
                  <a:lnTo>
                    <a:pt x="2757535" y="2050619"/>
                  </a:lnTo>
                  <a:lnTo>
                    <a:pt x="2758380" y="2032208"/>
                  </a:lnTo>
                  <a:lnTo>
                    <a:pt x="2759225" y="2016628"/>
                  </a:lnTo>
                  <a:lnTo>
                    <a:pt x="2760070" y="2035099"/>
                  </a:lnTo>
                  <a:lnTo>
                    <a:pt x="2760915" y="2041611"/>
                  </a:lnTo>
                  <a:lnTo>
                    <a:pt x="2761761" y="2022719"/>
                  </a:lnTo>
                  <a:lnTo>
                    <a:pt x="2762606" y="2016127"/>
                  </a:lnTo>
                  <a:lnTo>
                    <a:pt x="2763451" y="2016127"/>
                  </a:lnTo>
                  <a:lnTo>
                    <a:pt x="2764296" y="1999675"/>
                  </a:lnTo>
                  <a:lnTo>
                    <a:pt x="2765141" y="1971434"/>
                  </a:lnTo>
                  <a:lnTo>
                    <a:pt x="2765986" y="1980909"/>
                  </a:lnTo>
                  <a:lnTo>
                    <a:pt x="2766831" y="2009235"/>
                  </a:lnTo>
                  <a:lnTo>
                    <a:pt x="2767676" y="2015828"/>
                  </a:lnTo>
                  <a:lnTo>
                    <a:pt x="2768521" y="2015828"/>
                  </a:lnTo>
                  <a:lnTo>
                    <a:pt x="2769366" y="2032279"/>
                  </a:lnTo>
                  <a:lnTo>
                    <a:pt x="2770211" y="2060520"/>
                  </a:lnTo>
                  <a:lnTo>
                    <a:pt x="2771057" y="2069756"/>
                  </a:lnTo>
                  <a:lnTo>
                    <a:pt x="2771902" y="2081271"/>
                  </a:lnTo>
                  <a:lnTo>
                    <a:pt x="2772747" y="2080716"/>
                  </a:lnTo>
                  <a:lnTo>
                    <a:pt x="2773592" y="2060506"/>
                  </a:lnTo>
                  <a:lnTo>
                    <a:pt x="2774437" y="2066374"/>
                  </a:lnTo>
                  <a:lnTo>
                    <a:pt x="2775282" y="2066375"/>
                  </a:lnTo>
                  <a:lnTo>
                    <a:pt x="2776127" y="2071742"/>
                  </a:lnTo>
                  <a:lnTo>
                    <a:pt x="2776972" y="2080720"/>
                  </a:lnTo>
                  <a:lnTo>
                    <a:pt x="2777817" y="2071140"/>
                  </a:lnTo>
                  <a:lnTo>
                    <a:pt x="2778662" y="2064428"/>
                  </a:lnTo>
                  <a:lnTo>
                    <a:pt x="2779508" y="2048742"/>
                  </a:lnTo>
                  <a:lnTo>
                    <a:pt x="2780353" y="2062078"/>
                  </a:lnTo>
                  <a:lnTo>
                    <a:pt x="2781198" y="2076531"/>
                  </a:lnTo>
                  <a:lnTo>
                    <a:pt x="2782043" y="2076066"/>
                  </a:lnTo>
                  <a:lnTo>
                    <a:pt x="2782888" y="2101355"/>
                  </a:lnTo>
                  <a:lnTo>
                    <a:pt x="2783733" y="2103286"/>
                  </a:lnTo>
                  <a:lnTo>
                    <a:pt x="2784578" y="2103286"/>
                  </a:lnTo>
                  <a:lnTo>
                    <a:pt x="2785423" y="2103286"/>
                  </a:lnTo>
                  <a:lnTo>
                    <a:pt x="2786268" y="2069269"/>
                  </a:lnTo>
                  <a:lnTo>
                    <a:pt x="2787113" y="2001385"/>
                  </a:lnTo>
                  <a:lnTo>
                    <a:pt x="2787958" y="1960136"/>
                  </a:lnTo>
                  <a:lnTo>
                    <a:pt x="2788804" y="1944210"/>
                  </a:lnTo>
                  <a:lnTo>
                    <a:pt x="2789649" y="1934714"/>
                  </a:lnTo>
                  <a:lnTo>
                    <a:pt x="2790494" y="1937963"/>
                  </a:lnTo>
                  <a:lnTo>
                    <a:pt x="2791339" y="1999911"/>
                  </a:lnTo>
                  <a:lnTo>
                    <a:pt x="2792184" y="2047767"/>
                  </a:lnTo>
                  <a:lnTo>
                    <a:pt x="2793029" y="2073858"/>
                  </a:lnTo>
                  <a:lnTo>
                    <a:pt x="2793874" y="2089785"/>
                  </a:lnTo>
                  <a:lnTo>
                    <a:pt x="2794719" y="2090203"/>
                  </a:lnTo>
                  <a:lnTo>
                    <a:pt x="2795564" y="2054592"/>
                  </a:lnTo>
                  <a:lnTo>
                    <a:pt x="2796409" y="2011045"/>
                  </a:lnTo>
                  <a:lnTo>
                    <a:pt x="2797254" y="1978750"/>
                  </a:lnTo>
                  <a:lnTo>
                    <a:pt x="2798100" y="1963676"/>
                  </a:lnTo>
                  <a:lnTo>
                    <a:pt x="2798945" y="1963678"/>
                  </a:lnTo>
                  <a:lnTo>
                    <a:pt x="2799790" y="1967472"/>
                  </a:lnTo>
                  <a:lnTo>
                    <a:pt x="2800635" y="1990128"/>
                  </a:lnTo>
                  <a:lnTo>
                    <a:pt x="2801480" y="2021709"/>
                  </a:lnTo>
                  <a:lnTo>
                    <a:pt x="2802325" y="1992934"/>
                  </a:lnTo>
                  <a:lnTo>
                    <a:pt x="2803170" y="1955171"/>
                  </a:lnTo>
                  <a:lnTo>
                    <a:pt x="2804015" y="1925524"/>
                  </a:lnTo>
                  <a:lnTo>
                    <a:pt x="2804860" y="1923936"/>
                  </a:lnTo>
                  <a:lnTo>
                    <a:pt x="2805705" y="1923937"/>
                  </a:lnTo>
                  <a:lnTo>
                    <a:pt x="2806550" y="1924617"/>
                  </a:lnTo>
                  <a:lnTo>
                    <a:pt x="2807396" y="1985687"/>
                  </a:lnTo>
                  <a:lnTo>
                    <a:pt x="2808241" y="2025938"/>
                  </a:lnTo>
                  <a:lnTo>
                    <a:pt x="2809086" y="2023339"/>
                  </a:lnTo>
                  <a:lnTo>
                    <a:pt x="2809931" y="1991775"/>
                  </a:lnTo>
                  <a:lnTo>
                    <a:pt x="2810776" y="1966172"/>
                  </a:lnTo>
                  <a:lnTo>
                    <a:pt x="2811621" y="1957022"/>
                  </a:lnTo>
                  <a:lnTo>
                    <a:pt x="2812466" y="1957024"/>
                  </a:lnTo>
                  <a:lnTo>
                    <a:pt x="2813311" y="1955625"/>
                  </a:lnTo>
                  <a:lnTo>
                    <a:pt x="2814156" y="1957757"/>
                  </a:lnTo>
                  <a:lnTo>
                    <a:pt x="2815001" y="1981279"/>
                  </a:lnTo>
                  <a:lnTo>
                    <a:pt x="2815846" y="2006883"/>
                  </a:lnTo>
                  <a:lnTo>
                    <a:pt x="2816692" y="2016032"/>
                  </a:lnTo>
                  <a:lnTo>
                    <a:pt x="2817537" y="2025543"/>
                  </a:lnTo>
                  <a:lnTo>
                    <a:pt x="2818382" y="2060015"/>
                  </a:lnTo>
                  <a:lnTo>
                    <a:pt x="2819227" y="2096752"/>
                  </a:lnTo>
                  <a:lnTo>
                    <a:pt x="2820072" y="2103286"/>
                  </a:lnTo>
                  <a:lnTo>
                    <a:pt x="2820917" y="2103286"/>
                  </a:lnTo>
                  <a:lnTo>
                    <a:pt x="2821762" y="2103286"/>
                  </a:lnTo>
                  <a:lnTo>
                    <a:pt x="2822607" y="2103286"/>
                  </a:lnTo>
                  <a:lnTo>
                    <a:pt x="2823452" y="2059130"/>
                  </a:lnTo>
                  <a:lnTo>
                    <a:pt x="2824297" y="1991177"/>
                  </a:lnTo>
                  <a:lnTo>
                    <a:pt x="2825142" y="1964317"/>
                  </a:lnTo>
                  <a:lnTo>
                    <a:pt x="2825988" y="1953162"/>
                  </a:lnTo>
                  <a:lnTo>
                    <a:pt x="2826833" y="1944900"/>
                  </a:lnTo>
                  <a:lnTo>
                    <a:pt x="2827678" y="1986343"/>
                  </a:lnTo>
                  <a:lnTo>
                    <a:pt x="2828523" y="2041062"/>
                  </a:lnTo>
                  <a:lnTo>
                    <a:pt x="2829368" y="2103286"/>
                  </a:lnTo>
                  <a:lnTo>
                    <a:pt x="2830213" y="2103286"/>
                  </a:lnTo>
                  <a:lnTo>
                    <a:pt x="2831058" y="2103286"/>
                  </a:lnTo>
                  <a:lnTo>
                    <a:pt x="2831903" y="2095481"/>
                  </a:lnTo>
                  <a:lnTo>
                    <a:pt x="2832748" y="2061577"/>
                  </a:lnTo>
                  <a:lnTo>
                    <a:pt x="2833593" y="2056537"/>
                  </a:lnTo>
                  <a:lnTo>
                    <a:pt x="2834438" y="2060419"/>
                  </a:lnTo>
                  <a:lnTo>
                    <a:pt x="2835284" y="2060420"/>
                  </a:lnTo>
                  <a:lnTo>
                    <a:pt x="2836129" y="2064408"/>
                  </a:lnTo>
                  <a:lnTo>
                    <a:pt x="2836974" y="2063152"/>
                  </a:lnTo>
                  <a:lnTo>
                    <a:pt x="2837819" y="2053104"/>
                  </a:lnTo>
                  <a:lnTo>
                    <a:pt x="2838664" y="2019681"/>
                  </a:lnTo>
                  <a:lnTo>
                    <a:pt x="2839509" y="2000334"/>
                  </a:lnTo>
                  <a:lnTo>
                    <a:pt x="2840354" y="1975097"/>
                  </a:lnTo>
                  <a:lnTo>
                    <a:pt x="2841199" y="1967318"/>
                  </a:lnTo>
                  <a:lnTo>
                    <a:pt x="2842044" y="1985790"/>
                  </a:lnTo>
                  <a:lnTo>
                    <a:pt x="2842889" y="1999163"/>
                  </a:lnTo>
                  <a:lnTo>
                    <a:pt x="2843735" y="1997940"/>
                  </a:lnTo>
                  <a:lnTo>
                    <a:pt x="2844580" y="2010107"/>
                  </a:lnTo>
                  <a:lnTo>
                    <a:pt x="2845425" y="2035344"/>
                  </a:lnTo>
                  <a:lnTo>
                    <a:pt x="2846270" y="2050610"/>
                  </a:lnTo>
                  <a:lnTo>
                    <a:pt x="2847115" y="2052095"/>
                  </a:lnTo>
                  <a:lnTo>
                    <a:pt x="2847960" y="2077910"/>
                  </a:lnTo>
                  <a:lnTo>
                    <a:pt x="2848805" y="2097080"/>
                  </a:lnTo>
                  <a:lnTo>
                    <a:pt x="2849650" y="2103286"/>
                  </a:lnTo>
                  <a:lnTo>
                    <a:pt x="2850495" y="2103286"/>
                  </a:lnTo>
                  <a:lnTo>
                    <a:pt x="2851340" y="2103286"/>
                  </a:lnTo>
                  <a:lnTo>
                    <a:pt x="2852185" y="2103286"/>
                  </a:lnTo>
                  <a:lnTo>
                    <a:pt x="2853031" y="2103286"/>
                  </a:lnTo>
                  <a:lnTo>
                    <a:pt x="2853876" y="2103286"/>
                  </a:lnTo>
                  <a:lnTo>
                    <a:pt x="2854721" y="2103286"/>
                  </a:lnTo>
                  <a:lnTo>
                    <a:pt x="2855566" y="2103286"/>
                  </a:lnTo>
                  <a:lnTo>
                    <a:pt x="2856411" y="2057182"/>
                  </a:lnTo>
                  <a:lnTo>
                    <a:pt x="2857256" y="1988507"/>
                  </a:lnTo>
                  <a:lnTo>
                    <a:pt x="2858101" y="1917301"/>
                  </a:lnTo>
                  <a:lnTo>
                    <a:pt x="2858946" y="1852091"/>
                  </a:lnTo>
                  <a:lnTo>
                    <a:pt x="2859791" y="1776975"/>
                  </a:lnTo>
                  <a:lnTo>
                    <a:pt x="2860636" y="1767469"/>
                  </a:lnTo>
                  <a:lnTo>
                    <a:pt x="2861481" y="1842639"/>
                  </a:lnTo>
                  <a:lnTo>
                    <a:pt x="2862327" y="1914036"/>
                  </a:lnTo>
                  <a:lnTo>
                    <a:pt x="2863172" y="1956316"/>
                  </a:lnTo>
                  <a:lnTo>
                    <a:pt x="2864017" y="1986898"/>
                  </a:lnTo>
                  <a:lnTo>
                    <a:pt x="2864862" y="2035521"/>
                  </a:lnTo>
                  <a:lnTo>
                    <a:pt x="2865707" y="2065023"/>
                  </a:lnTo>
                  <a:lnTo>
                    <a:pt x="2866552" y="2060463"/>
                  </a:lnTo>
                  <a:lnTo>
                    <a:pt x="2867397" y="2076512"/>
                  </a:lnTo>
                  <a:lnTo>
                    <a:pt x="2868242" y="2103286"/>
                  </a:lnTo>
                  <a:lnTo>
                    <a:pt x="2869087" y="2074568"/>
                  </a:lnTo>
                  <a:lnTo>
                    <a:pt x="2869932" y="2058843"/>
                  </a:lnTo>
                  <a:lnTo>
                    <a:pt x="2870777" y="2031579"/>
                  </a:lnTo>
                  <a:lnTo>
                    <a:pt x="2871623" y="1995434"/>
                  </a:lnTo>
                  <a:lnTo>
                    <a:pt x="2872468" y="1954732"/>
                  </a:lnTo>
                  <a:lnTo>
                    <a:pt x="2873313" y="1893541"/>
                  </a:lnTo>
                  <a:lnTo>
                    <a:pt x="2874158" y="1923129"/>
                  </a:lnTo>
                  <a:lnTo>
                    <a:pt x="2875003" y="1954044"/>
                  </a:lnTo>
                  <a:lnTo>
                    <a:pt x="2875848" y="1956553"/>
                  </a:lnTo>
                  <a:lnTo>
                    <a:pt x="2876693" y="1961599"/>
                  </a:lnTo>
                  <a:lnTo>
                    <a:pt x="2877538" y="1974923"/>
                  </a:lnTo>
                  <a:lnTo>
                    <a:pt x="2878383" y="1991143"/>
                  </a:lnTo>
                  <a:lnTo>
                    <a:pt x="2879228" y="1992005"/>
                  </a:lnTo>
                  <a:lnTo>
                    <a:pt x="2880073" y="2015500"/>
                  </a:lnTo>
                  <a:lnTo>
                    <a:pt x="2880919" y="2057691"/>
                  </a:lnTo>
                  <a:lnTo>
                    <a:pt x="2881764" y="2052473"/>
                  </a:lnTo>
                  <a:lnTo>
                    <a:pt x="2882609" y="2034941"/>
                  </a:lnTo>
                  <a:lnTo>
                    <a:pt x="2883454" y="2042387"/>
                  </a:lnTo>
                  <a:lnTo>
                    <a:pt x="2884299" y="2058044"/>
                  </a:lnTo>
                  <a:lnTo>
                    <a:pt x="2885144" y="2045370"/>
                  </a:lnTo>
                  <a:lnTo>
                    <a:pt x="2885989" y="2023381"/>
                  </a:lnTo>
                  <a:lnTo>
                    <a:pt x="2886834" y="1995241"/>
                  </a:lnTo>
                  <a:lnTo>
                    <a:pt x="2887679" y="1974679"/>
                  </a:lnTo>
                  <a:lnTo>
                    <a:pt x="2888524" y="1991280"/>
                  </a:lnTo>
                  <a:lnTo>
                    <a:pt x="2889369" y="2006694"/>
                  </a:lnTo>
                  <a:lnTo>
                    <a:pt x="2890215" y="1977796"/>
                  </a:lnTo>
                  <a:lnTo>
                    <a:pt x="2891060" y="1923340"/>
                  </a:lnTo>
                  <a:lnTo>
                    <a:pt x="2891905" y="1913881"/>
                  </a:lnTo>
                  <a:lnTo>
                    <a:pt x="2892750" y="1879769"/>
                  </a:lnTo>
                  <a:lnTo>
                    <a:pt x="2893595" y="1789002"/>
                  </a:lnTo>
                  <a:lnTo>
                    <a:pt x="2894440" y="1685535"/>
                  </a:lnTo>
                  <a:lnTo>
                    <a:pt x="2895285" y="1631272"/>
                  </a:lnTo>
                  <a:lnTo>
                    <a:pt x="2896130" y="1624543"/>
                  </a:lnTo>
                  <a:lnTo>
                    <a:pt x="2896975" y="1653631"/>
                  </a:lnTo>
                  <a:lnTo>
                    <a:pt x="2897820" y="1691670"/>
                  </a:lnTo>
                  <a:lnTo>
                    <a:pt x="2898666" y="1716012"/>
                  </a:lnTo>
                  <a:lnTo>
                    <a:pt x="2899511" y="1697589"/>
                  </a:lnTo>
                  <a:lnTo>
                    <a:pt x="2900356" y="1686369"/>
                  </a:lnTo>
                  <a:lnTo>
                    <a:pt x="2901201" y="1679343"/>
                  </a:lnTo>
                  <a:lnTo>
                    <a:pt x="2902046" y="1665203"/>
                  </a:lnTo>
                  <a:lnTo>
                    <a:pt x="2902891" y="1671092"/>
                  </a:lnTo>
                  <a:lnTo>
                    <a:pt x="2903736" y="1690326"/>
                  </a:lnTo>
                  <a:lnTo>
                    <a:pt x="2904581" y="1757922"/>
                  </a:lnTo>
                  <a:lnTo>
                    <a:pt x="2905426" y="1794501"/>
                  </a:lnTo>
                  <a:lnTo>
                    <a:pt x="2906271" y="1738532"/>
                  </a:lnTo>
                  <a:lnTo>
                    <a:pt x="2907116" y="1694747"/>
                  </a:lnTo>
                  <a:lnTo>
                    <a:pt x="2907962" y="1724453"/>
                  </a:lnTo>
                  <a:lnTo>
                    <a:pt x="2908807" y="1733887"/>
                  </a:lnTo>
                  <a:lnTo>
                    <a:pt x="2909652" y="1688024"/>
                  </a:lnTo>
                  <a:lnTo>
                    <a:pt x="2910497" y="1702349"/>
                  </a:lnTo>
                  <a:lnTo>
                    <a:pt x="2911342" y="1782073"/>
                  </a:lnTo>
                  <a:lnTo>
                    <a:pt x="2912187" y="1788609"/>
                  </a:lnTo>
                  <a:lnTo>
                    <a:pt x="2913032" y="1716263"/>
                  </a:lnTo>
                  <a:lnTo>
                    <a:pt x="2913877" y="1681907"/>
                  </a:lnTo>
                  <a:lnTo>
                    <a:pt x="2914722" y="1731746"/>
                  </a:lnTo>
                  <a:lnTo>
                    <a:pt x="2915567" y="1775220"/>
                  </a:lnTo>
                  <a:lnTo>
                    <a:pt x="2916412" y="1826620"/>
                  </a:lnTo>
                  <a:lnTo>
                    <a:pt x="2917258" y="1917794"/>
                  </a:lnTo>
                  <a:lnTo>
                    <a:pt x="2918103" y="1987250"/>
                  </a:lnTo>
                  <a:lnTo>
                    <a:pt x="2918948" y="2033482"/>
                  </a:lnTo>
                  <a:lnTo>
                    <a:pt x="2919793" y="2059729"/>
                  </a:lnTo>
                  <a:lnTo>
                    <a:pt x="2920638" y="2059730"/>
                  </a:lnTo>
                  <a:lnTo>
                    <a:pt x="2921483" y="2045907"/>
                  </a:lnTo>
                  <a:lnTo>
                    <a:pt x="2922328" y="2028461"/>
                  </a:lnTo>
                  <a:lnTo>
                    <a:pt x="2923173" y="2039986"/>
                  </a:lnTo>
                  <a:lnTo>
                    <a:pt x="2924018" y="2079930"/>
                  </a:lnTo>
                  <a:lnTo>
                    <a:pt x="2924863" y="2103286"/>
                  </a:lnTo>
                  <a:lnTo>
                    <a:pt x="2925708" y="2088811"/>
                  </a:lnTo>
                  <a:lnTo>
                    <a:pt x="2926554" y="2097755"/>
                  </a:lnTo>
                  <a:lnTo>
                    <a:pt x="2927399" y="2103286"/>
                  </a:lnTo>
                  <a:lnTo>
                    <a:pt x="2928244" y="2103286"/>
                  </a:lnTo>
                  <a:lnTo>
                    <a:pt x="2929089" y="2098094"/>
                  </a:lnTo>
                  <a:lnTo>
                    <a:pt x="2929934" y="2057345"/>
                  </a:lnTo>
                  <a:lnTo>
                    <a:pt x="2930779" y="2022264"/>
                  </a:lnTo>
                  <a:lnTo>
                    <a:pt x="2931624" y="1978886"/>
                  </a:lnTo>
                  <a:lnTo>
                    <a:pt x="2932469" y="1962598"/>
                  </a:lnTo>
                  <a:lnTo>
                    <a:pt x="2933314" y="1967432"/>
                  </a:lnTo>
                  <a:lnTo>
                    <a:pt x="2934159" y="1952063"/>
                  </a:lnTo>
                  <a:lnTo>
                    <a:pt x="2935004" y="1973787"/>
                  </a:lnTo>
                  <a:lnTo>
                    <a:pt x="2935850" y="2005819"/>
                  </a:lnTo>
                  <a:lnTo>
                    <a:pt x="2936695" y="2015599"/>
                  </a:lnTo>
                  <a:lnTo>
                    <a:pt x="2937540" y="2009382"/>
                  </a:lnTo>
                  <a:lnTo>
                    <a:pt x="2938385" y="2000525"/>
                  </a:lnTo>
                  <a:lnTo>
                    <a:pt x="2939230" y="1966053"/>
                  </a:lnTo>
                  <a:lnTo>
                    <a:pt x="2940075" y="1926329"/>
                  </a:lnTo>
                  <a:lnTo>
                    <a:pt x="2940920" y="1920431"/>
                  </a:lnTo>
                  <a:lnTo>
                    <a:pt x="2941765" y="1979000"/>
                  </a:lnTo>
                  <a:lnTo>
                    <a:pt x="2942610" y="2001436"/>
                  </a:lnTo>
                  <a:lnTo>
                    <a:pt x="2943455" y="2005460"/>
                  </a:lnTo>
                  <a:lnTo>
                    <a:pt x="2944300" y="2055181"/>
                  </a:lnTo>
                  <a:lnTo>
                    <a:pt x="2945146" y="2096082"/>
                  </a:lnTo>
                  <a:lnTo>
                    <a:pt x="2945991" y="2103286"/>
                  </a:lnTo>
                  <a:lnTo>
                    <a:pt x="2946836" y="2071137"/>
                  </a:lnTo>
                  <a:lnTo>
                    <a:pt x="2947681" y="2042576"/>
                  </a:lnTo>
                  <a:lnTo>
                    <a:pt x="2948526" y="2009663"/>
                  </a:lnTo>
                  <a:lnTo>
                    <a:pt x="2949371" y="1975005"/>
                  </a:lnTo>
                  <a:lnTo>
                    <a:pt x="2950216" y="1971028"/>
                  </a:lnTo>
                  <a:lnTo>
                    <a:pt x="2951061" y="2005139"/>
                  </a:lnTo>
                  <a:lnTo>
                    <a:pt x="2951906" y="2039121"/>
                  </a:lnTo>
                  <a:lnTo>
                    <a:pt x="2952751" y="2044434"/>
                  </a:lnTo>
                  <a:lnTo>
                    <a:pt x="2953596" y="2064724"/>
                  </a:lnTo>
                  <a:lnTo>
                    <a:pt x="2954442" y="2084133"/>
                  </a:lnTo>
                  <a:lnTo>
                    <a:pt x="2955287" y="2084133"/>
                  </a:lnTo>
                  <a:lnTo>
                    <a:pt x="2956132" y="2066471"/>
                  </a:lnTo>
                  <a:lnTo>
                    <a:pt x="2956977" y="2047326"/>
                  </a:lnTo>
                  <a:lnTo>
                    <a:pt x="2957822" y="2057133"/>
                  </a:lnTo>
                  <a:lnTo>
                    <a:pt x="2958667" y="2069756"/>
                  </a:lnTo>
                  <a:lnTo>
                    <a:pt x="2959512" y="2069756"/>
                  </a:lnTo>
                  <a:lnTo>
                    <a:pt x="2960357" y="2051310"/>
                  </a:lnTo>
                  <a:lnTo>
                    <a:pt x="2961202" y="2022735"/>
                  </a:lnTo>
                  <a:lnTo>
                    <a:pt x="2962047" y="2015353"/>
                  </a:lnTo>
                  <a:lnTo>
                    <a:pt x="2962893" y="2004939"/>
                  </a:lnTo>
                  <a:lnTo>
                    <a:pt x="2963738" y="1948812"/>
                  </a:lnTo>
                  <a:lnTo>
                    <a:pt x="2964583" y="1907832"/>
                  </a:lnTo>
                  <a:lnTo>
                    <a:pt x="2965428" y="1926278"/>
                  </a:lnTo>
                  <a:lnTo>
                    <a:pt x="2966273" y="1954852"/>
                  </a:lnTo>
                  <a:lnTo>
                    <a:pt x="2967118" y="1962235"/>
                  </a:lnTo>
                  <a:lnTo>
                    <a:pt x="2967963" y="1972649"/>
                  </a:lnTo>
                  <a:lnTo>
                    <a:pt x="2968808" y="2028776"/>
                  </a:lnTo>
                  <a:lnTo>
                    <a:pt x="2969653" y="2067613"/>
                  </a:lnTo>
                  <a:lnTo>
                    <a:pt x="2970498" y="2044087"/>
                  </a:lnTo>
                  <a:lnTo>
                    <a:pt x="2971343" y="2019442"/>
                  </a:lnTo>
                  <a:lnTo>
                    <a:pt x="2972189" y="2016008"/>
                  </a:lnTo>
                  <a:lnTo>
                    <a:pt x="2973034" y="2016009"/>
                  </a:lnTo>
                  <a:lnTo>
                    <a:pt x="2973879" y="2016009"/>
                  </a:lnTo>
                  <a:lnTo>
                    <a:pt x="2974724" y="2027726"/>
                  </a:lnTo>
                  <a:lnTo>
                    <a:pt x="2975569" y="2071743"/>
                  </a:lnTo>
                  <a:lnTo>
                    <a:pt x="2976414" y="2099812"/>
                  </a:lnTo>
                  <a:lnTo>
                    <a:pt x="2977259" y="2103247"/>
                  </a:lnTo>
                  <a:lnTo>
                    <a:pt x="2978104" y="2103248"/>
                  </a:lnTo>
                  <a:lnTo>
                    <a:pt x="2978949" y="2103286"/>
                  </a:lnTo>
                  <a:lnTo>
                    <a:pt x="2979794" y="2103286"/>
                  </a:lnTo>
                  <a:lnTo>
                    <a:pt x="2980639" y="2103286"/>
                  </a:lnTo>
                  <a:lnTo>
                    <a:pt x="2981485" y="2103286"/>
                  </a:lnTo>
                  <a:lnTo>
                    <a:pt x="2982330" y="2103286"/>
                  </a:lnTo>
                  <a:lnTo>
                    <a:pt x="2983175" y="2103286"/>
                  </a:lnTo>
                  <a:lnTo>
                    <a:pt x="2984020" y="2103286"/>
                  </a:lnTo>
                  <a:lnTo>
                    <a:pt x="2984865" y="2096448"/>
                  </a:lnTo>
                  <a:lnTo>
                    <a:pt x="2985710" y="2051140"/>
                  </a:lnTo>
                  <a:lnTo>
                    <a:pt x="2986555" y="2049383"/>
                  </a:lnTo>
                  <a:lnTo>
                    <a:pt x="2987400" y="2040524"/>
                  </a:lnTo>
                  <a:lnTo>
                    <a:pt x="2988245" y="2021192"/>
                  </a:lnTo>
                  <a:lnTo>
                    <a:pt x="2989090" y="2007856"/>
                  </a:lnTo>
                  <a:lnTo>
                    <a:pt x="2989935" y="2020787"/>
                  </a:lnTo>
                  <a:lnTo>
                    <a:pt x="2990781" y="2045431"/>
                  </a:lnTo>
                  <a:lnTo>
                    <a:pt x="2991626" y="2071682"/>
                  </a:lnTo>
                  <a:lnTo>
                    <a:pt x="2992471" y="2085351"/>
                  </a:lnTo>
                  <a:lnTo>
                    <a:pt x="2993316" y="2081117"/>
                  </a:lnTo>
                  <a:lnTo>
                    <a:pt x="2994161" y="2076237"/>
                  </a:lnTo>
                  <a:lnTo>
                    <a:pt x="2995006" y="2060970"/>
                  </a:lnTo>
                  <a:lnTo>
                    <a:pt x="2995851" y="2038300"/>
                  </a:lnTo>
                  <a:lnTo>
                    <a:pt x="2996696" y="1985522"/>
                  </a:lnTo>
                  <a:lnTo>
                    <a:pt x="2997541" y="1916771"/>
                  </a:lnTo>
                  <a:lnTo>
                    <a:pt x="2998386" y="1922915"/>
                  </a:lnTo>
                  <a:lnTo>
                    <a:pt x="2999231" y="1941131"/>
                  </a:lnTo>
                  <a:lnTo>
                    <a:pt x="3000077" y="1937387"/>
                  </a:lnTo>
                  <a:lnTo>
                    <a:pt x="3000922" y="1931986"/>
                  </a:lnTo>
                  <a:lnTo>
                    <a:pt x="3001767" y="1963020"/>
                  </a:lnTo>
                  <a:lnTo>
                    <a:pt x="3002612" y="2012245"/>
                  </a:lnTo>
                  <a:lnTo>
                    <a:pt x="3003457" y="1997442"/>
                  </a:lnTo>
                  <a:lnTo>
                    <a:pt x="3004302" y="1948095"/>
                  </a:lnTo>
                  <a:lnTo>
                    <a:pt x="3005147" y="1935196"/>
                  </a:lnTo>
                  <a:lnTo>
                    <a:pt x="3005992" y="1939933"/>
                  </a:lnTo>
                  <a:lnTo>
                    <a:pt x="3006837" y="1935554"/>
                  </a:lnTo>
                  <a:lnTo>
                    <a:pt x="3007682" y="1934835"/>
                  </a:lnTo>
                  <a:lnTo>
                    <a:pt x="3008527" y="1959618"/>
                  </a:lnTo>
                  <a:lnTo>
                    <a:pt x="3009373" y="2008966"/>
                  </a:lnTo>
                  <a:lnTo>
                    <a:pt x="3010218" y="2041074"/>
                  </a:lnTo>
                  <a:lnTo>
                    <a:pt x="3011063" y="2064409"/>
                  </a:lnTo>
                  <a:lnTo>
                    <a:pt x="3011908" y="2080470"/>
                  </a:lnTo>
                  <a:lnTo>
                    <a:pt x="3012753" y="2101681"/>
                  </a:lnTo>
                  <a:lnTo>
                    <a:pt x="3013598" y="2103030"/>
                  </a:lnTo>
                  <a:lnTo>
                    <a:pt x="3014443" y="2103030"/>
                  </a:lnTo>
                  <a:lnTo>
                    <a:pt x="3015288" y="2103286"/>
                  </a:lnTo>
                  <a:lnTo>
                    <a:pt x="3016133" y="2103286"/>
                  </a:lnTo>
                  <a:lnTo>
                    <a:pt x="3016978" y="2103286"/>
                  </a:lnTo>
                  <a:lnTo>
                    <a:pt x="3017823" y="2103286"/>
                  </a:lnTo>
                  <a:lnTo>
                    <a:pt x="3018669" y="2103286"/>
                  </a:lnTo>
                  <a:lnTo>
                    <a:pt x="3019514" y="2103286"/>
                  </a:lnTo>
                  <a:lnTo>
                    <a:pt x="3020359" y="2099437"/>
                  </a:lnTo>
                  <a:lnTo>
                    <a:pt x="3021204" y="2069756"/>
                  </a:lnTo>
                  <a:lnTo>
                    <a:pt x="3022049" y="2060525"/>
                  </a:lnTo>
                  <a:lnTo>
                    <a:pt x="3022894" y="2016627"/>
                  </a:lnTo>
                  <a:lnTo>
                    <a:pt x="3023739" y="1975850"/>
                  </a:lnTo>
                  <a:lnTo>
                    <a:pt x="3024584" y="1969819"/>
                  </a:lnTo>
                  <a:lnTo>
                    <a:pt x="3025429" y="1969820"/>
                  </a:lnTo>
                  <a:lnTo>
                    <a:pt x="3026274" y="1969820"/>
                  </a:lnTo>
                  <a:lnTo>
                    <a:pt x="3027120" y="1979051"/>
                  </a:lnTo>
                  <a:lnTo>
                    <a:pt x="3027965" y="2038563"/>
                  </a:lnTo>
                  <a:lnTo>
                    <a:pt x="3028810" y="2097109"/>
                  </a:lnTo>
                  <a:lnTo>
                    <a:pt x="3029655" y="2103139"/>
                  </a:lnTo>
                  <a:lnTo>
                    <a:pt x="3030500" y="2097302"/>
                  </a:lnTo>
                  <a:lnTo>
                    <a:pt x="3031345" y="2070113"/>
                  </a:lnTo>
                  <a:lnTo>
                    <a:pt x="3032190" y="2008879"/>
                  </a:lnTo>
                  <a:lnTo>
                    <a:pt x="3033035" y="1975465"/>
                  </a:lnTo>
                  <a:lnTo>
                    <a:pt x="3033880" y="1961717"/>
                  </a:lnTo>
                  <a:lnTo>
                    <a:pt x="3034725" y="1961717"/>
                  </a:lnTo>
                  <a:lnTo>
                    <a:pt x="3035570" y="1982603"/>
                  </a:lnTo>
                  <a:lnTo>
                    <a:pt x="3036416" y="2029277"/>
                  </a:lnTo>
                  <a:lnTo>
                    <a:pt x="3037261" y="2077487"/>
                  </a:lnTo>
                  <a:lnTo>
                    <a:pt x="3038106" y="2059432"/>
                  </a:lnTo>
                  <a:lnTo>
                    <a:pt x="3038951" y="2020478"/>
                  </a:lnTo>
                  <a:lnTo>
                    <a:pt x="3039796" y="2018335"/>
                  </a:lnTo>
                  <a:lnTo>
                    <a:pt x="3040641" y="2003285"/>
                  </a:lnTo>
                  <a:lnTo>
                    <a:pt x="3041486" y="1983803"/>
                  </a:lnTo>
                  <a:lnTo>
                    <a:pt x="3042331" y="1996826"/>
                  </a:lnTo>
                  <a:lnTo>
                    <a:pt x="3043176" y="2032680"/>
                  </a:lnTo>
                  <a:lnTo>
                    <a:pt x="3044021" y="2067613"/>
                  </a:lnTo>
                  <a:lnTo>
                    <a:pt x="3044866" y="2069756"/>
                  </a:lnTo>
                  <a:lnTo>
                    <a:pt x="3045712" y="2069756"/>
                  </a:lnTo>
                  <a:lnTo>
                    <a:pt x="3046557" y="2057440"/>
                  </a:lnTo>
                  <a:lnTo>
                    <a:pt x="3047402" y="2026358"/>
                  </a:lnTo>
                  <a:lnTo>
                    <a:pt x="3048247" y="2013923"/>
                  </a:lnTo>
                  <a:lnTo>
                    <a:pt x="3049092" y="1985035"/>
                  </a:lnTo>
                  <a:lnTo>
                    <a:pt x="3049937" y="1939302"/>
                  </a:lnTo>
                  <a:lnTo>
                    <a:pt x="3050782" y="1906169"/>
                  </a:lnTo>
                  <a:lnTo>
                    <a:pt x="3051627" y="1876859"/>
                  </a:lnTo>
                  <a:lnTo>
                    <a:pt x="3052472" y="1888890"/>
                  </a:lnTo>
                  <a:lnTo>
                    <a:pt x="3053317" y="1901325"/>
                  </a:lnTo>
                  <a:lnTo>
                    <a:pt x="3054162" y="1930213"/>
                  </a:lnTo>
                  <a:lnTo>
                    <a:pt x="3055008" y="1956213"/>
                  </a:lnTo>
                  <a:lnTo>
                    <a:pt x="3055853" y="1957473"/>
                  </a:lnTo>
                  <a:lnTo>
                    <a:pt x="3056698" y="1989048"/>
                  </a:lnTo>
                  <a:lnTo>
                    <a:pt x="3057543" y="2008099"/>
                  </a:lnTo>
                  <a:lnTo>
                    <a:pt x="3058388" y="2008100"/>
                  </a:lnTo>
                  <a:lnTo>
                    <a:pt x="3059233" y="2008101"/>
                  </a:lnTo>
                  <a:lnTo>
                    <a:pt x="3060078" y="2027835"/>
                  </a:lnTo>
                  <a:lnTo>
                    <a:pt x="3060923" y="2059706"/>
                  </a:lnTo>
                  <a:lnTo>
                    <a:pt x="3061768" y="2069756"/>
                  </a:lnTo>
                  <a:lnTo>
                    <a:pt x="3062613" y="2050879"/>
                  </a:lnTo>
                  <a:lnTo>
                    <a:pt x="3063458" y="2047045"/>
                  </a:lnTo>
                  <a:lnTo>
                    <a:pt x="3064304" y="2052348"/>
                  </a:lnTo>
                  <a:lnTo>
                    <a:pt x="3065149" y="2052349"/>
                  </a:lnTo>
                  <a:lnTo>
                    <a:pt x="3065994" y="2052349"/>
                  </a:lnTo>
                  <a:lnTo>
                    <a:pt x="3066839" y="2050762"/>
                  </a:lnTo>
                  <a:lnTo>
                    <a:pt x="3067684" y="2022503"/>
                  </a:lnTo>
                  <a:lnTo>
                    <a:pt x="3068529" y="1974614"/>
                  </a:lnTo>
                  <a:lnTo>
                    <a:pt x="3069374" y="1929045"/>
                  </a:lnTo>
                  <a:lnTo>
                    <a:pt x="3070219" y="1923166"/>
                  </a:lnTo>
                  <a:lnTo>
                    <a:pt x="3071064" y="1923167"/>
                  </a:lnTo>
                  <a:lnTo>
                    <a:pt x="3071909" y="1924755"/>
                  </a:lnTo>
                  <a:lnTo>
                    <a:pt x="3072754" y="1971891"/>
                  </a:lnTo>
                  <a:lnTo>
                    <a:pt x="3073600" y="2028750"/>
                  </a:lnTo>
                  <a:lnTo>
                    <a:pt x="3074445" y="2089508"/>
                  </a:lnTo>
                  <a:lnTo>
                    <a:pt x="3075290" y="2103286"/>
                  </a:lnTo>
                  <a:lnTo>
                    <a:pt x="3076135" y="2086932"/>
                  </a:lnTo>
                  <a:lnTo>
                    <a:pt x="3076980" y="2049112"/>
                  </a:lnTo>
                  <a:lnTo>
                    <a:pt x="3077825" y="1996705"/>
                  </a:lnTo>
                  <a:lnTo>
                    <a:pt x="3078670" y="1925848"/>
                  </a:lnTo>
                  <a:lnTo>
                    <a:pt x="3079515" y="1888804"/>
                  </a:lnTo>
                  <a:lnTo>
                    <a:pt x="3080360" y="1879566"/>
                  </a:lnTo>
                  <a:lnTo>
                    <a:pt x="3081205" y="1872344"/>
                  </a:lnTo>
                  <a:lnTo>
                    <a:pt x="3082050" y="1851967"/>
                  </a:lnTo>
                  <a:lnTo>
                    <a:pt x="3082896" y="1866480"/>
                  </a:lnTo>
                  <a:lnTo>
                    <a:pt x="3083741" y="1932197"/>
                  </a:lnTo>
                  <a:lnTo>
                    <a:pt x="3084586" y="1948749"/>
                  </a:lnTo>
                  <a:lnTo>
                    <a:pt x="3085431" y="1948750"/>
                  </a:lnTo>
                  <a:lnTo>
                    <a:pt x="3086276" y="1968736"/>
                  </a:lnTo>
                  <a:lnTo>
                    <a:pt x="3087121" y="2015696"/>
                  </a:lnTo>
                  <a:lnTo>
                    <a:pt x="3087966" y="2039255"/>
                  </a:lnTo>
                  <a:lnTo>
                    <a:pt x="3088811" y="2024704"/>
                  </a:lnTo>
                  <a:lnTo>
                    <a:pt x="3089656" y="2010650"/>
                  </a:lnTo>
                  <a:lnTo>
                    <a:pt x="3090501" y="1988715"/>
                  </a:lnTo>
                  <a:lnTo>
                    <a:pt x="3091347" y="1943755"/>
                  </a:lnTo>
                  <a:lnTo>
                    <a:pt x="3092192" y="1904064"/>
                  </a:lnTo>
                  <a:lnTo>
                    <a:pt x="3093037" y="1885023"/>
                  </a:lnTo>
                  <a:lnTo>
                    <a:pt x="3093882" y="1882175"/>
                  </a:lnTo>
                  <a:lnTo>
                    <a:pt x="3094727" y="1886039"/>
                  </a:lnTo>
                  <a:lnTo>
                    <a:pt x="3095572" y="1851209"/>
                  </a:lnTo>
                  <a:lnTo>
                    <a:pt x="3096417" y="1867953"/>
                  </a:lnTo>
                  <a:lnTo>
                    <a:pt x="3097262" y="1895610"/>
                  </a:lnTo>
                  <a:lnTo>
                    <a:pt x="3098107" y="1905460"/>
                  </a:lnTo>
                  <a:lnTo>
                    <a:pt x="3098952" y="1919164"/>
                  </a:lnTo>
                  <a:lnTo>
                    <a:pt x="3099797" y="1929358"/>
                  </a:lnTo>
                  <a:lnTo>
                    <a:pt x="3100643" y="1986123"/>
                  </a:lnTo>
                  <a:lnTo>
                    <a:pt x="3101488" y="2019266"/>
                  </a:lnTo>
                  <a:lnTo>
                    <a:pt x="3102333" y="2045963"/>
                  </a:lnTo>
                  <a:lnTo>
                    <a:pt x="3103178" y="2089980"/>
                  </a:lnTo>
                  <a:lnTo>
                    <a:pt x="3104023" y="2103139"/>
                  </a:lnTo>
                  <a:lnTo>
                    <a:pt x="3104868" y="2083508"/>
                  </a:lnTo>
                  <a:lnTo>
                    <a:pt x="3105713" y="2027772"/>
                  </a:lnTo>
                  <a:lnTo>
                    <a:pt x="3106558" y="2018008"/>
                  </a:lnTo>
                  <a:lnTo>
                    <a:pt x="3107403" y="2034402"/>
                  </a:lnTo>
                  <a:lnTo>
                    <a:pt x="3108248" y="2019048"/>
                  </a:lnTo>
                  <a:lnTo>
                    <a:pt x="3109093" y="2009582"/>
                  </a:lnTo>
                  <a:lnTo>
                    <a:pt x="3109939" y="2029214"/>
                  </a:lnTo>
                  <a:lnTo>
                    <a:pt x="3110784" y="2084951"/>
                  </a:lnTo>
                  <a:lnTo>
                    <a:pt x="3111629" y="2103286"/>
                  </a:lnTo>
                  <a:lnTo>
                    <a:pt x="3112474" y="2102130"/>
                  </a:lnTo>
                  <a:lnTo>
                    <a:pt x="3113319" y="2084103"/>
                  </a:lnTo>
                  <a:lnTo>
                    <a:pt x="3114164" y="2083250"/>
                  </a:lnTo>
                  <a:lnTo>
                    <a:pt x="3115009" y="2069632"/>
                  </a:lnTo>
                  <a:lnTo>
                    <a:pt x="3115854" y="2018909"/>
                  </a:lnTo>
                  <a:lnTo>
                    <a:pt x="3116699" y="1983230"/>
                  </a:lnTo>
                  <a:lnTo>
                    <a:pt x="3117544" y="1970112"/>
                  </a:lnTo>
                  <a:lnTo>
                    <a:pt x="3118389" y="1956680"/>
                  </a:lnTo>
                  <a:lnTo>
                    <a:pt x="3119235" y="1933677"/>
                  </a:lnTo>
                  <a:lnTo>
                    <a:pt x="3120080" y="1947099"/>
                  </a:lnTo>
                  <a:lnTo>
                    <a:pt x="3120925" y="2003580"/>
                  </a:lnTo>
                  <a:lnTo>
                    <a:pt x="3121770" y="2024701"/>
                  </a:lnTo>
                  <a:lnTo>
                    <a:pt x="3122615" y="2008462"/>
                  </a:lnTo>
                  <a:lnTo>
                    <a:pt x="3123460" y="2024963"/>
                  </a:lnTo>
                  <a:lnTo>
                    <a:pt x="3124305" y="2056236"/>
                  </a:lnTo>
                  <a:lnTo>
                    <a:pt x="3125150" y="2050944"/>
                  </a:lnTo>
                  <a:lnTo>
                    <a:pt x="3125995" y="2023710"/>
                  </a:lnTo>
                  <a:lnTo>
                    <a:pt x="3126840" y="2022441"/>
                  </a:lnTo>
                  <a:lnTo>
                    <a:pt x="3127685" y="2042101"/>
                  </a:lnTo>
                  <a:lnTo>
                    <a:pt x="3128531" y="2070419"/>
                  </a:lnTo>
                  <a:lnTo>
                    <a:pt x="3129376" y="2065209"/>
                  </a:lnTo>
                  <a:lnTo>
                    <a:pt x="3130221" y="2036211"/>
                  </a:lnTo>
                  <a:lnTo>
                    <a:pt x="3131066" y="2029705"/>
                  </a:lnTo>
                  <a:lnTo>
                    <a:pt x="3131911" y="2021295"/>
                  </a:lnTo>
                  <a:lnTo>
                    <a:pt x="3132756" y="2015092"/>
                  </a:lnTo>
                  <a:lnTo>
                    <a:pt x="3133601" y="1975662"/>
                  </a:lnTo>
                  <a:lnTo>
                    <a:pt x="3134446" y="1967140"/>
                  </a:lnTo>
                  <a:lnTo>
                    <a:pt x="3135291" y="1981231"/>
                  </a:lnTo>
                  <a:lnTo>
                    <a:pt x="3136136" y="2024491"/>
                  </a:lnTo>
                  <a:lnTo>
                    <a:pt x="3136981" y="2030364"/>
                  </a:lnTo>
                  <a:lnTo>
                    <a:pt x="3137827" y="1971700"/>
                  </a:lnTo>
                  <a:lnTo>
                    <a:pt x="3138672" y="1958807"/>
                  </a:lnTo>
                  <a:lnTo>
                    <a:pt x="3139517" y="1952652"/>
                  </a:lnTo>
                  <a:lnTo>
                    <a:pt x="3140362" y="1973048"/>
                  </a:lnTo>
                  <a:lnTo>
                    <a:pt x="3141207" y="1957770"/>
                  </a:lnTo>
                  <a:lnTo>
                    <a:pt x="3142052" y="1960307"/>
                  </a:lnTo>
                  <a:lnTo>
                    <a:pt x="3142897" y="2023461"/>
                  </a:lnTo>
                  <a:lnTo>
                    <a:pt x="3143742" y="2057286"/>
                  </a:lnTo>
                  <a:lnTo>
                    <a:pt x="3144587" y="2069756"/>
                  </a:lnTo>
                  <a:lnTo>
                    <a:pt x="3145432" y="2069756"/>
                  </a:lnTo>
                  <a:lnTo>
                    <a:pt x="3146277" y="2069756"/>
                  </a:lnTo>
                  <a:lnTo>
                    <a:pt x="3147123" y="2069756"/>
                  </a:lnTo>
                  <a:lnTo>
                    <a:pt x="3147968" y="2069756"/>
                  </a:lnTo>
                  <a:lnTo>
                    <a:pt x="3148813" y="2069756"/>
                  </a:lnTo>
                  <a:lnTo>
                    <a:pt x="3149658" y="2069756"/>
                  </a:lnTo>
                  <a:lnTo>
                    <a:pt x="3150503" y="2069756"/>
                  </a:lnTo>
                  <a:lnTo>
                    <a:pt x="3151348" y="2069756"/>
                  </a:lnTo>
                  <a:lnTo>
                    <a:pt x="3152193" y="2069756"/>
                  </a:lnTo>
                  <a:lnTo>
                    <a:pt x="3153038" y="2069756"/>
                  </a:lnTo>
                  <a:lnTo>
                    <a:pt x="3153883" y="2069756"/>
                  </a:lnTo>
                  <a:lnTo>
                    <a:pt x="3154728" y="2069756"/>
                  </a:lnTo>
                  <a:lnTo>
                    <a:pt x="3155574" y="2069756"/>
                  </a:lnTo>
                  <a:lnTo>
                    <a:pt x="3156419" y="2069756"/>
                  </a:lnTo>
                  <a:lnTo>
                    <a:pt x="3157264" y="2069756"/>
                  </a:lnTo>
                  <a:lnTo>
                    <a:pt x="3158109" y="2069756"/>
                  </a:lnTo>
                  <a:lnTo>
                    <a:pt x="3158954" y="2069756"/>
                  </a:lnTo>
                  <a:lnTo>
                    <a:pt x="3159799" y="2069756"/>
                  </a:lnTo>
                  <a:lnTo>
                    <a:pt x="3160644" y="2069756"/>
                  </a:lnTo>
                  <a:lnTo>
                    <a:pt x="3161489" y="2069756"/>
                  </a:lnTo>
                  <a:lnTo>
                    <a:pt x="3162334" y="2069756"/>
                  </a:lnTo>
                  <a:lnTo>
                    <a:pt x="3163179" y="2069756"/>
                  </a:lnTo>
                  <a:lnTo>
                    <a:pt x="3164024" y="2069756"/>
                  </a:lnTo>
                  <a:lnTo>
                    <a:pt x="3164870" y="2069756"/>
                  </a:lnTo>
                  <a:lnTo>
                    <a:pt x="3165715" y="2069756"/>
                  </a:lnTo>
                  <a:lnTo>
                    <a:pt x="3166560" y="2069756"/>
                  </a:lnTo>
                  <a:lnTo>
                    <a:pt x="3167405" y="2069756"/>
                  </a:lnTo>
                  <a:lnTo>
                    <a:pt x="3168250" y="2069756"/>
                  </a:lnTo>
                  <a:lnTo>
                    <a:pt x="3169095" y="2069756"/>
                  </a:lnTo>
                  <a:lnTo>
                    <a:pt x="3169940" y="2069756"/>
                  </a:lnTo>
                  <a:lnTo>
                    <a:pt x="3170785" y="2069756"/>
                  </a:lnTo>
                  <a:lnTo>
                    <a:pt x="3171630" y="2069756"/>
                  </a:lnTo>
                  <a:lnTo>
                    <a:pt x="3172475" y="2071361"/>
                  </a:lnTo>
                  <a:lnTo>
                    <a:pt x="3173320" y="2093712"/>
                  </a:lnTo>
                  <a:lnTo>
                    <a:pt x="3174166" y="2087431"/>
                  </a:lnTo>
                  <a:lnTo>
                    <a:pt x="3175011" y="2103286"/>
                  </a:lnTo>
                  <a:lnTo>
                    <a:pt x="3175856" y="2103286"/>
                  </a:lnTo>
                  <a:lnTo>
                    <a:pt x="3176701" y="2103286"/>
                  </a:lnTo>
                  <a:lnTo>
                    <a:pt x="3177546" y="2103286"/>
                  </a:lnTo>
                  <a:lnTo>
                    <a:pt x="3178391" y="2090366"/>
                  </a:lnTo>
                  <a:lnTo>
                    <a:pt x="3179236" y="2096646"/>
                  </a:lnTo>
                  <a:lnTo>
                    <a:pt x="3180081" y="2074063"/>
                  </a:lnTo>
                  <a:lnTo>
                    <a:pt x="3180926" y="2064348"/>
                  </a:lnTo>
                  <a:lnTo>
                    <a:pt x="3181771" y="2039882"/>
                  </a:lnTo>
                  <a:lnTo>
                    <a:pt x="3182616" y="1975787"/>
                  </a:lnTo>
                  <a:lnTo>
                    <a:pt x="3183462" y="1906667"/>
                  </a:lnTo>
                  <a:lnTo>
                    <a:pt x="3184307" y="1834808"/>
                  </a:lnTo>
                  <a:lnTo>
                    <a:pt x="3185152" y="1761257"/>
                  </a:lnTo>
                  <a:lnTo>
                    <a:pt x="3185997" y="1685209"/>
                  </a:lnTo>
                  <a:lnTo>
                    <a:pt x="3186842" y="1614773"/>
                  </a:lnTo>
                  <a:lnTo>
                    <a:pt x="3187687" y="1633764"/>
                  </a:lnTo>
                  <a:lnTo>
                    <a:pt x="3188532" y="1702884"/>
                  </a:lnTo>
                  <a:lnTo>
                    <a:pt x="3189377" y="1774744"/>
                  </a:lnTo>
                  <a:lnTo>
                    <a:pt x="3190222" y="1842460"/>
                  </a:lnTo>
                  <a:lnTo>
                    <a:pt x="3191067" y="1909455"/>
                  </a:lnTo>
                  <a:lnTo>
                    <a:pt x="3191912" y="2003145"/>
                  </a:lnTo>
                  <a:lnTo>
                    <a:pt x="3192758" y="2048051"/>
                  </a:lnTo>
                  <a:lnTo>
                    <a:pt x="3193603" y="2048051"/>
                  </a:lnTo>
                  <a:lnTo>
                    <a:pt x="3194448" y="2015908"/>
                  </a:lnTo>
                  <a:lnTo>
                    <a:pt x="3195293" y="2011671"/>
                  </a:lnTo>
                  <a:lnTo>
                    <a:pt x="3196138" y="2046524"/>
                  </a:lnTo>
                  <a:lnTo>
                    <a:pt x="3196983" y="2050993"/>
                  </a:lnTo>
                  <a:lnTo>
                    <a:pt x="3197828" y="2051191"/>
                  </a:lnTo>
                  <a:lnTo>
                    <a:pt x="3198673" y="2051192"/>
                  </a:lnTo>
                  <a:lnTo>
                    <a:pt x="3199518" y="2083336"/>
                  </a:lnTo>
                  <a:lnTo>
                    <a:pt x="3200363" y="2093507"/>
                  </a:lnTo>
                  <a:lnTo>
                    <a:pt x="3201208" y="2073015"/>
                  </a:lnTo>
                  <a:lnTo>
                    <a:pt x="3202054" y="2071361"/>
                  </a:lnTo>
                  <a:lnTo>
                    <a:pt x="3202899" y="2099974"/>
                  </a:lnTo>
                  <a:lnTo>
                    <a:pt x="3203744" y="2103286"/>
                  </a:lnTo>
                  <a:lnTo>
                    <a:pt x="3204589" y="2103286"/>
                  </a:lnTo>
                  <a:lnTo>
                    <a:pt x="3205434" y="2103286"/>
                  </a:lnTo>
                  <a:lnTo>
                    <a:pt x="3206279" y="2103286"/>
                  </a:lnTo>
                  <a:lnTo>
                    <a:pt x="3207124" y="2103286"/>
                  </a:lnTo>
                  <a:lnTo>
                    <a:pt x="3207969" y="2036439"/>
                  </a:lnTo>
                  <a:lnTo>
                    <a:pt x="3208814" y="1973751"/>
                  </a:lnTo>
                  <a:lnTo>
                    <a:pt x="3209659" y="1966971"/>
                  </a:lnTo>
                  <a:lnTo>
                    <a:pt x="3210504" y="1958172"/>
                  </a:lnTo>
                  <a:lnTo>
                    <a:pt x="3211350" y="1924573"/>
                  </a:lnTo>
                  <a:lnTo>
                    <a:pt x="3212195" y="1914771"/>
                  </a:lnTo>
                  <a:lnTo>
                    <a:pt x="3213040" y="1941202"/>
                  </a:lnTo>
                  <a:lnTo>
                    <a:pt x="3213885" y="1902011"/>
                  </a:lnTo>
                  <a:lnTo>
                    <a:pt x="3214730" y="1873038"/>
                  </a:lnTo>
                  <a:lnTo>
                    <a:pt x="3215575" y="1888786"/>
                  </a:lnTo>
                  <a:lnTo>
                    <a:pt x="3216420" y="1894843"/>
                  </a:lnTo>
                  <a:lnTo>
                    <a:pt x="3217265" y="1877513"/>
                  </a:lnTo>
                  <a:lnTo>
                    <a:pt x="3218110" y="1871116"/>
                  </a:lnTo>
                  <a:lnTo>
                    <a:pt x="3218955" y="1913772"/>
                  </a:lnTo>
                  <a:lnTo>
                    <a:pt x="3219801" y="1921592"/>
                  </a:lnTo>
                  <a:lnTo>
                    <a:pt x="3220646" y="1914644"/>
                  </a:lnTo>
                  <a:lnTo>
                    <a:pt x="3221491" y="1934599"/>
                  </a:lnTo>
                  <a:lnTo>
                    <a:pt x="3222336" y="1940156"/>
                  </a:lnTo>
                  <a:lnTo>
                    <a:pt x="3223181" y="1926744"/>
                  </a:lnTo>
                  <a:lnTo>
                    <a:pt x="3224026" y="1963229"/>
                  </a:lnTo>
                  <a:lnTo>
                    <a:pt x="3224871" y="2001578"/>
                  </a:lnTo>
                  <a:lnTo>
                    <a:pt x="3225716" y="2001578"/>
                  </a:lnTo>
                  <a:lnTo>
                    <a:pt x="3226561" y="2009165"/>
                  </a:lnTo>
                  <a:lnTo>
                    <a:pt x="3227406" y="2045550"/>
                  </a:lnTo>
                  <a:lnTo>
                    <a:pt x="3228251" y="2089774"/>
                  </a:lnTo>
                  <a:lnTo>
                    <a:pt x="3229097" y="2083429"/>
                  </a:lnTo>
                  <a:lnTo>
                    <a:pt x="3229942" y="2069756"/>
                  </a:lnTo>
                  <a:lnTo>
                    <a:pt x="3230787" y="2057806"/>
                  </a:lnTo>
                  <a:lnTo>
                    <a:pt x="3231632" y="2033890"/>
                  </a:lnTo>
                  <a:lnTo>
                    <a:pt x="3232477" y="2033887"/>
                  </a:lnTo>
                  <a:lnTo>
                    <a:pt x="3233322" y="2005575"/>
                  </a:lnTo>
                  <a:lnTo>
                    <a:pt x="3234167" y="1983920"/>
                  </a:lnTo>
                  <a:lnTo>
                    <a:pt x="3235012" y="1955109"/>
                  </a:lnTo>
                  <a:lnTo>
                    <a:pt x="3235857" y="1945264"/>
                  </a:lnTo>
                  <a:lnTo>
                    <a:pt x="3236702" y="1969181"/>
                  </a:lnTo>
                  <a:lnTo>
                    <a:pt x="3237547" y="1969184"/>
                  </a:lnTo>
                  <a:lnTo>
                    <a:pt x="3238393" y="2008490"/>
                  </a:lnTo>
                  <a:lnTo>
                    <a:pt x="3239238" y="2022683"/>
                  </a:lnTo>
                  <a:lnTo>
                    <a:pt x="3240083" y="1988676"/>
                  </a:lnTo>
                  <a:lnTo>
                    <a:pt x="3240928" y="1976917"/>
                  </a:lnTo>
                  <a:lnTo>
                    <a:pt x="3241773" y="1980414"/>
                  </a:lnTo>
                  <a:lnTo>
                    <a:pt x="3242618" y="1969678"/>
                  </a:lnTo>
                  <a:lnTo>
                    <a:pt x="3243463" y="1919585"/>
                  </a:lnTo>
                  <a:lnTo>
                    <a:pt x="3244308" y="1884344"/>
                  </a:lnTo>
                  <a:lnTo>
                    <a:pt x="3245153" y="1937911"/>
                  </a:lnTo>
                  <a:lnTo>
                    <a:pt x="3245998" y="1958927"/>
                  </a:lnTo>
                  <a:lnTo>
                    <a:pt x="3246843" y="1949528"/>
                  </a:lnTo>
                  <a:lnTo>
                    <a:pt x="3247689" y="1934095"/>
                  </a:lnTo>
                  <a:lnTo>
                    <a:pt x="3248534" y="1951676"/>
                  </a:lnTo>
                  <a:lnTo>
                    <a:pt x="3249379" y="2001833"/>
                  </a:lnTo>
                  <a:lnTo>
                    <a:pt x="3250224" y="1998449"/>
                  </a:lnTo>
                  <a:lnTo>
                    <a:pt x="3251069" y="2010876"/>
                  </a:lnTo>
                  <a:lnTo>
                    <a:pt x="3251914" y="2016779"/>
                  </a:lnTo>
                  <a:lnTo>
                    <a:pt x="3252759" y="2042948"/>
                  </a:lnTo>
                  <a:lnTo>
                    <a:pt x="3253604" y="2064467"/>
                  </a:lnTo>
                  <a:lnTo>
                    <a:pt x="3254449" y="2057014"/>
                  </a:lnTo>
                  <a:lnTo>
                    <a:pt x="3255294" y="2069647"/>
                  </a:lnTo>
                  <a:lnTo>
                    <a:pt x="3256139" y="2069756"/>
                  </a:lnTo>
                  <a:lnTo>
                    <a:pt x="3256985" y="2074787"/>
                  </a:lnTo>
                  <a:lnTo>
                    <a:pt x="3257830" y="2081253"/>
                  </a:lnTo>
                  <a:lnTo>
                    <a:pt x="3258675" y="2031662"/>
                  </a:lnTo>
                  <a:lnTo>
                    <a:pt x="3259520" y="1980067"/>
                  </a:lnTo>
                  <a:lnTo>
                    <a:pt x="3260365" y="1963955"/>
                  </a:lnTo>
                  <a:lnTo>
                    <a:pt x="3261210" y="1934977"/>
                  </a:lnTo>
                  <a:lnTo>
                    <a:pt x="3262055" y="1915664"/>
                  </a:lnTo>
                  <a:lnTo>
                    <a:pt x="3262900" y="1876580"/>
                  </a:lnTo>
                  <a:lnTo>
                    <a:pt x="3263745" y="1905948"/>
                  </a:lnTo>
                  <a:lnTo>
                    <a:pt x="3264590" y="1957542"/>
                  </a:lnTo>
                  <a:lnTo>
                    <a:pt x="3265435" y="1957466"/>
                  </a:lnTo>
                  <a:lnTo>
                    <a:pt x="3266281" y="1958256"/>
                  </a:lnTo>
                  <a:lnTo>
                    <a:pt x="3267126" y="1951223"/>
                  </a:lnTo>
                  <a:lnTo>
                    <a:pt x="3267971" y="1971739"/>
                  </a:lnTo>
                  <a:lnTo>
                    <a:pt x="3268816" y="1972642"/>
                  </a:lnTo>
                  <a:lnTo>
                    <a:pt x="3269661" y="1960908"/>
                  </a:lnTo>
                  <a:lnTo>
                    <a:pt x="3270506" y="1977559"/>
                  </a:lnTo>
                  <a:lnTo>
                    <a:pt x="3271351" y="1984358"/>
                  </a:lnTo>
                  <a:lnTo>
                    <a:pt x="3272196" y="1974973"/>
                  </a:lnTo>
                  <a:lnTo>
                    <a:pt x="3273041" y="1987076"/>
                  </a:lnTo>
                  <a:lnTo>
                    <a:pt x="3273886" y="2006395"/>
                  </a:lnTo>
                  <a:lnTo>
                    <a:pt x="3274731" y="2018129"/>
                  </a:lnTo>
                  <a:lnTo>
                    <a:pt x="3275577" y="2016986"/>
                  </a:lnTo>
                  <a:lnTo>
                    <a:pt x="3276422" y="2015878"/>
                  </a:lnTo>
                  <a:lnTo>
                    <a:pt x="3277267" y="2020643"/>
                  </a:lnTo>
                  <a:lnTo>
                    <a:pt x="3278112" y="2015990"/>
                  </a:lnTo>
                  <a:lnTo>
                    <a:pt x="3278957" y="1996535"/>
                  </a:lnTo>
                  <a:lnTo>
                    <a:pt x="3279802" y="1973137"/>
                  </a:lnTo>
                  <a:lnTo>
                    <a:pt x="3280647" y="1989485"/>
                  </a:lnTo>
                  <a:lnTo>
                    <a:pt x="3281492" y="1981860"/>
                  </a:lnTo>
                  <a:lnTo>
                    <a:pt x="3282337" y="1924738"/>
                  </a:lnTo>
                  <a:lnTo>
                    <a:pt x="3283182" y="1865709"/>
                  </a:lnTo>
                  <a:lnTo>
                    <a:pt x="3284028" y="1860886"/>
                  </a:lnTo>
                  <a:lnTo>
                    <a:pt x="3284873" y="1831966"/>
                  </a:lnTo>
                  <a:lnTo>
                    <a:pt x="3285718" y="1739747"/>
                  </a:lnTo>
                  <a:lnTo>
                    <a:pt x="3286563" y="1711454"/>
                  </a:lnTo>
                  <a:lnTo>
                    <a:pt x="3287408" y="1789821"/>
                  </a:lnTo>
                  <a:lnTo>
                    <a:pt x="3288253" y="1868319"/>
                  </a:lnTo>
                  <a:lnTo>
                    <a:pt x="3289098" y="1882217"/>
                  </a:lnTo>
                  <a:lnTo>
                    <a:pt x="3289943" y="1914476"/>
                  </a:lnTo>
                  <a:lnTo>
                    <a:pt x="3290788" y="1908078"/>
                  </a:lnTo>
                  <a:lnTo>
                    <a:pt x="3291633" y="1891572"/>
                  </a:lnTo>
                  <a:lnTo>
                    <a:pt x="3292478" y="1881049"/>
                  </a:lnTo>
                  <a:lnTo>
                    <a:pt x="3293324" y="1866233"/>
                  </a:lnTo>
                  <a:lnTo>
                    <a:pt x="3294169" y="1876615"/>
                  </a:lnTo>
                  <a:lnTo>
                    <a:pt x="3295014" y="1876305"/>
                  </a:lnTo>
                  <a:lnTo>
                    <a:pt x="3295859" y="1914278"/>
                  </a:lnTo>
                  <a:lnTo>
                    <a:pt x="3296704" y="1944487"/>
                  </a:lnTo>
                  <a:lnTo>
                    <a:pt x="3297549" y="1949790"/>
                  </a:lnTo>
                  <a:lnTo>
                    <a:pt x="3298394" y="1922712"/>
                  </a:lnTo>
                  <a:lnTo>
                    <a:pt x="3299239" y="1896171"/>
                  </a:lnTo>
                  <a:lnTo>
                    <a:pt x="3300084" y="1869917"/>
                  </a:lnTo>
                  <a:lnTo>
                    <a:pt x="3300929" y="1878109"/>
                  </a:lnTo>
                  <a:lnTo>
                    <a:pt x="3301774" y="1913671"/>
                  </a:lnTo>
                  <a:lnTo>
                    <a:pt x="3302620" y="1923582"/>
                  </a:lnTo>
                  <a:lnTo>
                    <a:pt x="3303465" y="1950661"/>
                  </a:lnTo>
                  <a:lnTo>
                    <a:pt x="3304310" y="1977202"/>
                  </a:lnTo>
                  <a:lnTo>
                    <a:pt x="3305155" y="2023827"/>
                  </a:lnTo>
                  <a:lnTo>
                    <a:pt x="3306000" y="2060606"/>
                  </a:lnTo>
                  <a:lnTo>
                    <a:pt x="3306845" y="2066225"/>
                  </a:lnTo>
                  <a:lnTo>
                    <a:pt x="3307690" y="2051284"/>
                  </a:lnTo>
                  <a:lnTo>
                    <a:pt x="3308535" y="2028512"/>
                  </a:lnTo>
                  <a:lnTo>
                    <a:pt x="3309380" y="2028512"/>
                  </a:lnTo>
                  <a:lnTo>
                    <a:pt x="3310225" y="2028513"/>
                  </a:lnTo>
                  <a:lnTo>
                    <a:pt x="3311070" y="2028513"/>
                  </a:lnTo>
                  <a:lnTo>
                    <a:pt x="3311916" y="2035303"/>
                  </a:lnTo>
                  <a:lnTo>
                    <a:pt x="3312761" y="2083005"/>
                  </a:lnTo>
                  <a:lnTo>
                    <a:pt x="3313606" y="2103286"/>
                  </a:lnTo>
                  <a:lnTo>
                    <a:pt x="3314451" y="2103286"/>
                  </a:lnTo>
                  <a:lnTo>
                    <a:pt x="3315296" y="2102195"/>
                  </a:lnTo>
                  <a:lnTo>
                    <a:pt x="3316141" y="2103286"/>
                  </a:lnTo>
                  <a:lnTo>
                    <a:pt x="3316986" y="2103286"/>
                  </a:lnTo>
                  <a:lnTo>
                    <a:pt x="3317831" y="2100978"/>
                  </a:lnTo>
                  <a:lnTo>
                    <a:pt x="3318676" y="2080536"/>
                  </a:lnTo>
                  <a:lnTo>
                    <a:pt x="3319521" y="2087282"/>
                  </a:lnTo>
                  <a:lnTo>
                    <a:pt x="3320366" y="2054847"/>
                  </a:lnTo>
                  <a:lnTo>
                    <a:pt x="3321212" y="2050715"/>
                  </a:lnTo>
                  <a:lnTo>
                    <a:pt x="3322057" y="2030623"/>
                  </a:lnTo>
                  <a:lnTo>
                    <a:pt x="3322902" y="2017515"/>
                  </a:lnTo>
                  <a:lnTo>
                    <a:pt x="3323747" y="2017515"/>
                  </a:lnTo>
                  <a:lnTo>
                    <a:pt x="3324592" y="2033294"/>
                  </a:lnTo>
                  <a:lnTo>
                    <a:pt x="3325437" y="2044280"/>
                  </a:lnTo>
                  <a:lnTo>
                    <a:pt x="3326282" y="2017828"/>
                  </a:lnTo>
                  <a:lnTo>
                    <a:pt x="3327127" y="2016962"/>
                  </a:lnTo>
                  <a:lnTo>
                    <a:pt x="3327972" y="2009882"/>
                  </a:lnTo>
                  <a:lnTo>
                    <a:pt x="3328817" y="2007420"/>
                  </a:lnTo>
                  <a:lnTo>
                    <a:pt x="3329662" y="1997260"/>
                  </a:lnTo>
                  <a:lnTo>
                    <a:pt x="3330508" y="2020210"/>
                  </a:lnTo>
                  <a:lnTo>
                    <a:pt x="3331353" y="2049188"/>
                  </a:lnTo>
                  <a:lnTo>
                    <a:pt x="3332198" y="2050055"/>
                  </a:lnTo>
                  <a:lnTo>
                    <a:pt x="3333043" y="2057134"/>
                  </a:lnTo>
                  <a:lnTo>
                    <a:pt x="3333888" y="2059596"/>
                  </a:lnTo>
                  <a:lnTo>
                    <a:pt x="3334733" y="2069756"/>
                  </a:lnTo>
                  <a:lnTo>
                    <a:pt x="3335578" y="2069756"/>
                  </a:lnTo>
                  <a:lnTo>
                    <a:pt x="3336423" y="2069756"/>
                  </a:lnTo>
                  <a:lnTo>
                    <a:pt x="3337268" y="2069756"/>
                  </a:lnTo>
                  <a:lnTo>
                    <a:pt x="3338113" y="2069756"/>
                  </a:lnTo>
                  <a:lnTo>
                    <a:pt x="3338958" y="2069756"/>
                  </a:lnTo>
                  <a:lnTo>
                    <a:pt x="3339804" y="2069756"/>
                  </a:lnTo>
                  <a:lnTo>
                    <a:pt x="3340649" y="2069756"/>
                  </a:lnTo>
                  <a:lnTo>
                    <a:pt x="3341494" y="2069756"/>
                  </a:lnTo>
                  <a:lnTo>
                    <a:pt x="3342339" y="2064974"/>
                  </a:lnTo>
                  <a:lnTo>
                    <a:pt x="3343184" y="2008895"/>
                  </a:lnTo>
                  <a:lnTo>
                    <a:pt x="3344029" y="1926312"/>
                  </a:lnTo>
                  <a:lnTo>
                    <a:pt x="3344874" y="1887248"/>
                  </a:lnTo>
                  <a:lnTo>
                    <a:pt x="3345719" y="1898941"/>
                  </a:lnTo>
                  <a:lnTo>
                    <a:pt x="3346564" y="1904125"/>
                  </a:lnTo>
                  <a:lnTo>
                    <a:pt x="3347409" y="1877700"/>
                  </a:lnTo>
                  <a:lnTo>
                    <a:pt x="3348255" y="1865271"/>
                  </a:lnTo>
                  <a:lnTo>
                    <a:pt x="3349100" y="1868925"/>
                  </a:lnTo>
                  <a:lnTo>
                    <a:pt x="3349945" y="1827680"/>
                  </a:lnTo>
                  <a:lnTo>
                    <a:pt x="3350790" y="1790240"/>
                  </a:lnTo>
                  <a:lnTo>
                    <a:pt x="3351635" y="1785057"/>
                  </a:lnTo>
                  <a:lnTo>
                    <a:pt x="3352480" y="1816263"/>
                  </a:lnTo>
                  <a:lnTo>
                    <a:pt x="3353325" y="1884771"/>
                  </a:lnTo>
                  <a:lnTo>
                    <a:pt x="3354170" y="1963701"/>
                  </a:lnTo>
                  <a:lnTo>
                    <a:pt x="3355015" y="2042335"/>
                  </a:lnTo>
                  <a:lnTo>
                    <a:pt x="3355860" y="2034789"/>
                  </a:lnTo>
                  <a:lnTo>
                    <a:pt x="3356705" y="2013011"/>
                  </a:lnTo>
                  <a:lnTo>
                    <a:pt x="3357551" y="1985476"/>
                  </a:lnTo>
                  <a:lnTo>
                    <a:pt x="3358396" y="1964065"/>
                  </a:lnTo>
                  <a:lnTo>
                    <a:pt x="3359241" y="1964066"/>
                  </a:lnTo>
                  <a:lnTo>
                    <a:pt x="3360086" y="1965742"/>
                  </a:lnTo>
                  <a:lnTo>
                    <a:pt x="3360931" y="1999034"/>
                  </a:lnTo>
                  <a:lnTo>
                    <a:pt x="3361776" y="2020811"/>
                  </a:lnTo>
                  <a:lnTo>
                    <a:pt x="3362621" y="2064170"/>
                  </a:lnTo>
                  <a:lnTo>
                    <a:pt x="3363466" y="2079825"/>
                  </a:lnTo>
                  <a:lnTo>
                    <a:pt x="3364311" y="2060060"/>
                  </a:lnTo>
                  <a:lnTo>
                    <a:pt x="3365156" y="2076796"/>
                  </a:lnTo>
                  <a:lnTo>
                    <a:pt x="3366001" y="2064295"/>
                  </a:lnTo>
                  <a:lnTo>
                    <a:pt x="3366847" y="2041726"/>
                  </a:lnTo>
                  <a:lnTo>
                    <a:pt x="3367692" y="2024491"/>
                  </a:lnTo>
                  <a:lnTo>
                    <a:pt x="3368537" y="2030245"/>
                  </a:lnTo>
                  <a:lnTo>
                    <a:pt x="3369382" y="2050010"/>
                  </a:lnTo>
                  <a:lnTo>
                    <a:pt x="3370227" y="2033275"/>
                  </a:lnTo>
                  <a:lnTo>
                    <a:pt x="3371072" y="2045776"/>
                  </a:lnTo>
                  <a:lnTo>
                    <a:pt x="3371917" y="2068345"/>
                  </a:lnTo>
                  <a:lnTo>
                    <a:pt x="3372762" y="2069756"/>
                  </a:lnTo>
                  <a:lnTo>
                    <a:pt x="3373607" y="2049058"/>
                  </a:lnTo>
                  <a:lnTo>
                    <a:pt x="3374452" y="2017676"/>
                  </a:lnTo>
                  <a:lnTo>
                    <a:pt x="3375297" y="2005055"/>
                  </a:lnTo>
                  <a:lnTo>
                    <a:pt x="3376143" y="2005056"/>
                  </a:lnTo>
                  <a:lnTo>
                    <a:pt x="3376988" y="2005057"/>
                  </a:lnTo>
                  <a:lnTo>
                    <a:pt x="3377833" y="1992295"/>
                  </a:lnTo>
                  <a:lnTo>
                    <a:pt x="3378678" y="1979022"/>
                  </a:lnTo>
                  <a:lnTo>
                    <a:pt x="3379523" y="1980583"/>
                  </a:lnTo>
                  <a:lnTo>
                    <a:pt x="3380368" y="1942403"/>
                  </a:lnTo>
                  <a:lnTo>
                    <a:pt x="3381213" y="1884532"/>
                  </a:lnTo>
                  <a:lnTo>
                    <a:pt x="3382058" y="1863166"/>
                  </a:lnTo>
                  <a:lnTo>
                    <a:pt x="3382903" y="1875929"/>
                  </a:lnTo>
                  <a:lnTo>
                    <a:pt x="3383748" y="1909900"/>
                  </a:lnTo>
                  <a:lnTo>
                    <a:pt x="3384593" y="1939621"/>
                  </a:lnTo>
                  <a:lnTo>
                    <a:pt x="3385439" y="1957929"/>
                  </a:lnTo>
                  <a:lnTo>
                    <a:pt x="3386284" y="1987890"/>
                  </a:lnTo>
                  <a:lnTo>
                    <a:pt x="3387129" y="2013212"/>
                  </a:lnTo>
                  <a:lnTo>
                    <a:pt x="3387974" y="2030480"/>
                  </a:lnTo>
                  <a:lnTo>
                    <a:pt x="3388819" y="2033739"/>
                  </a:lnTo>
                  <a:lnTo>
                    <a:pt x="3389664" y="2033840"/>
                  </a:lnTo>
                  <a:lnTo>
                    <a:pt x="3390509" y="2066232"/>
                  </a:lnTo>
                  <a:lnTo>
                    <a:pt x="3391354" y="2062203"/>
                  </a:lnTo>
                  <a:lnTo>
                    <a:pt x="3392199" y="2036509"/>
                  </a:lnTo>
                  <a:lnTo>
                    <a:pt x="3393044" y="1997398"/>
                  </a:lnTo>
                  <a:lnTo>
                    <a:pt x="3393889" y="1969015"/>
                  </a:lnTo>
                  <a:lnTo>
                    <a:pt x="3394735" y="1963646"/>
                  </a:lnTo>
                  <a:lnTo>
                    <a:pt x="3395580" y="1975475"/>
                  </a:lnTo>
                  <a:lnTo>
                    <a:pt x="3396425" y="2021065"/>
                  </a:lnTo>
                  <a:lnTo>
                    <a:pt x="3397270" y="2022979"/>
                  </a:lnTo>
                  <a:lnTo>
                    <a:pt x="3398115" y="2024165"/>
                  </a:lnTo>
                  <a:lnTo>
                    <a:pt x="3398960" y="2043357"/>
                  </a:lnTo>
                  <a:lnTo>
                    <a:pt x="3399805" y="2048727"/>
                  </a:lnTo>
                  <a:lnTo>
                    <a:pt x="3400650" y="2036999"/>
                  </a:lnTo>
                  <a:lnTo>
                    <a:pt x="3401495" y="1987043"/>
                  </a:lnTo>
                  <a:lnTo>
                    <a:pt x="3402340" y="1953909"/>
                  </a:lnTo>
                  <a:lnTo>
                    <a:pt x="3403186" y="1929209"/>
                  </a:lnTo>
                  <a:lnTo>
                    <a:pt x="3404031" y="1887219"/>
                  </a:lnTo>
                  <a:lnTo>
                    <a:pt x="3404876" y="1879777"/>
                  </a:lnTo>
                  <a:lnTo>
                    <a:pt x="3405721" y="1893159"/>
                  </a:lnTo>
                  <a:lnTo>
                    <a:pt x="3406566" y="1949553"/>
                  </a:lnTo>
                  <a:lnTo>
                    <a:pt x="3407411" y="2003992"/>
                  </a:lnTo>
                  <a:lnTo>
                    <a:pt x="3408256" y="2025368"/>
                  </a:lnTo>
                  <a:lnTo>
                    <a:pt x="3409101" y="2010096"/>
                  </a:lnTo>
                  <a:lnTo>
                    <a:pt x="3409946" y="1965371"/>
                  </a:lnTo>
                  <a:lnTo>
                    <a:pt x="3410791" y="1939819"/>
                  </a:lnTo>
                  <a:lnTo>
                    <a:pt x="3411636" y="1885256"/>
                  </a:lnTo>
                  <a:lnTo>
                    <a:pt x="3412482" y="1859476"/>
                  </a:lnTo>
                  <a:lnTo>
                    <a:pt x="3413327" y="1854805"/>
                  </a:lnTo>
                  <a:lnTo>
                    <a:pt x="3414172" y="1900544"/>
                  </a:lnTo>
                  <a:lnTo>
                    <a:pt x="3415017" y="1946928"/>
                  </a:lnTo>
                  <a:lnTo>
                    <a:pt x="3415862" y="1960672"/>
                  </a:lnTo>
                  <a:lnTo>
                    <a:pt x="3416707" y="1959369"/>
                  </a:lnTo>
                  <a:lnTo>
                    <a:pt x="3417552" y="1911623"/>
                  </a:lnTo>
                  <a:lnTo>
                    <a:pt x="3418397" y="1894127"/>
                  </a:lnTo>
                  <a:lnTo>
                    <a:pt x="3419242" y="1902253"/>
                  </a:lnTo>
                  <a:lnTo>
                    <a:pt x="3420087" y="1951180"/>
                  </a:lnTo>
                  <a:lnTo>
                    <a:pt x="3420932" y="1997198"/>
                  </a:lnTo>
                  <a:lnTo>
                    <a:pt x="3421778" y="2049177"/>
                  </a:lnTo>
                  <a:lnTo>
                    <a:pt x="3422623" y="2074183"/>
                  </a:lnTo>
                  <a:lnTo>
                    <a:pt x="3423468" y="2070540"/>
                  </a:lnTo>
                  <a:lnTo>
                    <a:pt x="3424313" y="2049893"/>
                  </a:lnTo>
                  <a:lnTo>
                    <a:pt x="3425158" y="2007613"/>
                  </a:lnTo>
                  <a:lnTo>
                    <a:pt x="3426003" y="1994479"/>
                  </a:lnTo>
                  <a:lnTo>
                    <a:pt x="3426848" y="2032528"/>
                  </a:lnTo>
                  <a:lnTo>
                    <a:pt x="3427693" y="2103286"/>
                  </a:lnTo>
                  <a:lnTo>
                    <a:pt x="3428538" y="2103286"/>
                  </a:lnTo>
                  <a:lnTo>
                    <a:pt x="3429383" y="2103286"/>
                  </a:lnTo>
                  <a:lnTo>
                    <a:pt x="3430228" y="2103286"/>
                  </a:lnTo>
                  <a:lnTo>
                    <a:pt x="3431074" y="2103286"/>
                  </a:lnTo>
                  <a:lnTo>
                    <a:pt x="3431919" y="2103286"/>
                  </a:lnTo>
                  <a:lnTo>
                    <a:pt x="3432764" y="2103286"/>
                  </a:lnTo>
                  <a:lnTo>
                    <a:pt x="3433609" y="2103286"/>
                  </a:lnTo>
                  <a:lnTo>
                    <a:pt x="3434454" y="2103286"/>
                  </a:lnTo>
                  <a:lnTo>
                    <a:pt x="3435299" y="2064396"/>
                  </a:lnTo>
                  <a:lnTo>
                    <a:pt x="3436144" y="2012743"/>
                  </a:lnTo>
                  <a:lnTo>
                    <a:pt x="3436989" y="1995611"/>
                  </a:lnTo>
                  <a:lnTo>
                    <a:pt x="3437834" y="1982635"/>
                  </a:lnTo>
                  <a:lnTo>
                    <a:pt x="3438679" y="1975804"/>
                  </a:lnTo>
                  <a:lnTo>
                    <a:pt x="3439524" y="2000438"/>
                  </a:lnTo>
                  <a:lnTo>
                    <a:pt x="3440370" y="2026214"/>
                  </a:lnTo>
                  <a:lnTo>
                    <a:pt x="3441215" y="2047192"/>
                  </a:lnTo>
                  <a:lnTo>
                    <a:pt x="3442060" y="2048833"/>
                  </a:lnTo>
                  <a:lnTo>
                    <a:pt x="3442905" y="2071089"/>
                  </a:lnTo>
                  <a:lnTo>
                    <a:pt x="3443750" y="2098366"/>
                  </a:lnTo>
                  <a:lnTo>
                    <a:pt x="3444595" y="2102835"/>
                  </a:lnTo>
                  <a:lnTo>
                    <a:pt x="3445440" y="2103286"/>
                  </a:lnTo>
                  <a:lnTo>
                    <a:pt x="3446285" y="2103286"/>
                  </a:lnTo>
                  <a:lnTo>
                    <a:pt x="3447130" y="2101113"/>
                  </a:lnTo>
                  <a:lnTo>
                    <a:pt x="3447975" y="2099942"/>
                  </a:lnTo>
                  <a:lnTo>
                    <a:pt x="3448820" y="2084404"/>
                  </a:lnTo>
                  <a:lnTo>
                    <a:pt x="3449666" y="2023373"/>
                  </a:lnTo>
                  <a:lnTo>
                    <a:pt x="3450511" y="1952404"/>
                  </a:lnTo>
                  <a:lnTo>
                    <a:pt x="3451356" y="1932133"/>
                  </a:lnTo>
                  <a:lnTo>
                    <a:pt x="3452201" y="1930414"/>
                  </a:lnTo>
                  <a:lnTo>
                    <a:pt x="3453046" y="1906788"/>
                  </a:lnTo>
                  <a:lnTo>
                    <a:pt x="3453891" y="1908174"/>
                  </a:lnTo>
                  <a:lnTo>
                    <a:pt x="3454736" y="1945516"/>
                  </a:lnTo>
                  <a:lnTo>
                    <a:pt x="3455581" y="1971351"/>
                  </a:lnTo>
                  <a:lnTo>
                    <a:pt x="3456426" y="1914355"/>
                  </a:lnTo>
                  <a:lnTo>
                    <a:pt x="3457271" y="1906330"/>
                  </a:lnTo>
                  <a:lnTo>
                    <a:pt x="3458116" y="1916131"/>
                  </a:lnTo>
                  <a:lnTo>
                    <a:pt x="3458962" y="1847430"/>
                  </a:lnTo>
                  <a:lnTo>
                    <a:pt x="3459807" y="1757223"/>
                  </a:lnTo>
                  <a:lnTo>
                    <a:pt x="3460652" y="1746551"/>
                  </a:lnTo>
                  <a:lnTo>
                    <a:pt x="3461497" y="1807203"/>
                  </a:lnTo>
                  <a:lnTo>
                    <a:pt x="3462342" y="1854201"/>
                  </a:lnTo>
                  <a:lnTo>
                    <a:pt x="3463187" y="1885281"/>
                  </a:lnTo>
                  <a:lnTo>
                    <a:pt x="3464032" y="1914078"/>
                  </a:lnTo>
                  <a:lnTo>
                    <a:pt x="3464877" y="1984535"/>
                  </a:lnTo>
                  <a:lnTo>
                    <a:pt x="3465722" y="2006315"/>
                  </a:lnTo>
                  <a:lnTo>
                    <a:pt x="3466567" y="1951960"/>
                  </a:lnTo>
                  <a:lnTo>
                    <a:pt x="3467413" y="1877663"/>
                  </a:lnTo>
                  <a:lnTo>
                    <a:pt x="3468258" y="1795688"/>
                  </a:lnTo>
                  <a:lnTo>
                    <a:pt x="3469103" y="1739447"/>
                  </a:lnTo>
                  <a:lnTo>
                    <a:pt x="3469948" y="1674028"/>
                  </a:lnTo>
                  <a:lnTo>
                    <a:pt x="3470793" y="1571627"/>
                  </a:lnTo>
                  <a:lnTo>
                    <a:pt x="3471638" y="1523066"/>
                  </a:lnTo>
                  <a:lnTo>
                    <a:pt x="3472483" y="1500724"/>
                  </a:lnTo>
                  <a:lnTo>
                    <a:pt x="3473328" y="1496669"/>
                  </a:lnTo>
                  <a:lnTo>
                    <a:pt x="3474173" y="1514406"/>
                  </a:lnTo>
                  <a:lnTo>
                    <a:pt x="3475018" y="1531754"/>
                  </a:lnTo>
                  <a:lnTo>
                    <a:pt x="3475863" y="1647155"/>
                  </a:lnTo>
                  <a:lnTo>
                    <a:pt x="3476709" y="1728223"/>
                  </a:lnTo>
                  <a:lnTo>
                    <a:pt x="3477554" y="1773755"/>
                  </a:lnTo>
                  <a:lnTo>
                    <a:pt x="3478399" y="1843701"/>
                  </a:lnTo>
                  <a:lnTo>
                    <a:pt x="3479244" y="1922882"/>
                  </a:lnTo>
                  <a:lnTo>
                    <a:pt x="3480089" y="1994694"/>
                  </a:lnTo>
                  <a:lnTo>
                    <a:pt x="3480934" y="2027059"/>
                  </a:lnTo>
                  <a:lnTo>
                    <a:pt x="3481779" y="2092564"/>
                  </a:lnTo>
                  <a:lnTo>
                    <a:pt x="3482624" y="2075067"/>
                  </a:lnTo>
                  <a:lnTo>
                    <a:pt x="3483469" y="1999653"/>
                  </a:lnTo>
                  <a:lnTo>
                    <a:pt x="3484314" y="1924513"/>
                  </a:lnTo>
                  <a:lnTo>
                    <a:pt x="3485159" y="1857692"/>
                  </a:lnTo>
                  <a:lnTo>
                    <a:pt x="3486005" y="1798381"/>
                  </a:lnTo>
                  <a:lnTo>
                    <a:pt x="3486850" y="1732731"/>
                  </a:lnTo>
                  <a:lnTo>
                    <a:pt x="3487695" y="1722574"/>
                  </a:lnTo>
                  <a:lnTo>
                    <a:pt x="3488540" y="1751118"/>
                  </a:lnTo>
                  <a:lnTo>
                    <a:pt x="3489385" y="1807017"/>
                  </a:lnTo>
                  <a:lnTo>
                    <a:pt x="3490230" y="1873838"/>
                  </a:lnTo>
                  <a:lnTo>
                    <a:pt x="3491075" y="1897440"/>
                  </a:lnTo>
                  <a:lnTo>
                    <a:pt x="3491920" y="1892310"/>
                  </a:lnTo>
                  <a:lnTo>
                    <a:pt x="3492765" y="1930666"/>
                  </a:lnTo>
                  <a:lnTo>
                    <a:pt x="3493610" y="1994207"/>
                  </a:lnTo>
                  <a:lnTo>
                    <a:pt x="3494455" y="2027667"/>
                  </a:lnTo>
                  <a:lnTo>
                    <a:pt x="3495301" y="2019212"/>
                  </a:lnTo>
                  <a:lnTo>
                    <a:pt x="3496146" y="2038776"/>
                  </a:lnTo>
                  <a:lnTo>
                    <a:pt x="3496991" y="2076233"/>
                  </a:lnTo>
                  <a:lnTo>
                    <a:pt x="3497836" y="2080716"/>
                  </a:lnTo>
                  <a:lnTo>
                    <a:pt x="3498681" y="2028875"/>
                  </a:lnTo>
                  <a:lnTo>
                    <a:pt x="3499526" y="1946660"/>
                  </a:lnTo>
                  <a:lnTo>
                    <a:pt x="3500371" y="1899005"/>
                  </a:lnTo>
                  <a:lnTo>
                    <a:pt x="3501216" y="1866454"/>
                  </a:lnTo>
                  <a:lnTo>
                    <a:pt x="3502061" y="1811278"/>
                  </a:lnTo>
                  <a:lnTo>
                    <a:pt x="3502906" y="1744388"/>
                  </a:lnTo>
                  <a:lnTo>
                    <a:pt x="3503751" y="1684552"/>
                  </a:lnTo>
                  <a:lnTo>
                    <a:pt x="3504597" y="1720803"/>
                  </a:lnTo>
                  <a:lnTo>
                    <a:pt x="3505442" y="1776913"/>
                  </a:lnTo>
                  <a:lnTo>
                    <a:pt x="3506287" y="1809465"/>
                  </a:lnTo>
                  <a:lnTo>
                    <a:pt x="3507132" y="1864643"/>
                  </a:lnTo>
                  <a:lnTo>
                    <a:pt x="3507977" y="1943007"/>
                  </a:lnTo>
                  <a:lnTo>
                    <a:pt x="3508822" y="2044864"/>
                  </a:lnTo>
                  <a:lnTo>
                    <a:pt x="3509667" y="2097100"/>
                  </a:lnTo>
                  <a:lnTo>
                    <a:pt x="3510512" y="2103286"/>
                  </a:lnTo>
                  <a:lnTo>
                    <a:pt x="3511357" y="2103286"/>
                  </a:lnTo>
                  <a:lnTo>
                    <a:pt x="3512202" y="2103286"/>
                  </a:lnTo>
                  <a:lnTo>
                    <a:pt x="3513047" y="2103286"/>
                  </a:lnTo>
                  <a:lnTo>
                    <a:pt x="3513893" y="2092724"/>
                  </a:lnTo>
                  <a:lnTo>
                    <a:pt x="3514738" y="2092661"/>
                  </a:lnTo>
                  <a:lnTo>
                    <a:pt x="3515583" y="2087065"/>
                  </a:lnTo>
                  <a:lnTo>
                    <a:pt x="3516428" y="2083487"/>
                  </a:lnTo>
                  <a:lnTo>
                    <a:pt x="3517273" y="2091806"/>
                  </a:lnTo>
                  <a:lnTo>
                    <a:pt x="3518118" y="2103286"/>
                  </a:lnTo>
                  <a:lnTo>
                    <a:pt x="3518963" y="2103286"/>
                  </a:lnTo>
                  <a:lnTo>
                    <a:pt x="3519808" y="2103286"/>
                  </a:lnTo>
                  <a:lnTo>
                    <a:pt x="3520653" y="2103286"/>
                  </a:lnTo>
                  <a:lnTo>
                    <a:pt x="3521498" y="2061556"/>
                  </a:lnTo>
                  <a:lnTo>
                    <a:pt x="3522343" y="1952309"/>
                  </a:lnTo>
                  <a:lnTo>
                    <a:pt x="3523189" y="1862833"/>
                  </a:lnTo>
                  <a:lnTo>
                    <a:pt x="3524034" y="1847387"/>
                  </a:lnTo>
                  <a:lnTo>
                    <a:pt x="3524879" y="1827294"/>
                  </a:lnTo>
                  <a:lnTo>
                    <a:pt x="3525724" y="1824671"/>
                  </a:lnTo>
                  <a:lnTo>
                    <a:pt x="3526569" y="1872876"/>
                  </a:lnTo>
                  <a:lnTo>
                    <a:pt x="3527414" y="1930190"/>
                  </a:lnTo>
                  <a:lnTo>
                    <a:pt x="3528259" y="1995306"/>
                  </a:lnTo>
                  <a:lnTo>
                    <a:pt x="3529104" y="2001041"/>
                  </a:lnTo>
                  <a:lnTo>
                    <a:pt x="3529949" y="2001041"/>
                  </a:lnTo>
                  <a:lnTo>
                    <a:pt x="3530794" y="1990044"/>
                  </a:lnTo>
                  <a:lnTo>
                    <a:pt x="3531640" y="1967088"/>
                  </a:lnTo>
                  <a:lnTo>
                    <a:pt x="3532485" y="1987618"/>
                  </a:lnTo>
                  <a:lnTo>
                    <a:pt x="3533330" y="2006611"/>
                  </a:lnTo>
                  <a:lnTo>
                    <a:pt x="3534175" y="2018035"/>
                  </a:lnTo>
                  <a:lnTo>
                    <a:pt x="3535020" y="2022427"/>
                  </a:lnTo>
                  <a:lnTo>
                    <a:pt x="3535865" y="2013300"/>
                  </a:lnTo>
                  <a:lnTo>
                    <a:pt x="3536710" y="2022643"/>
                  </a:lnTo>
                  <a:lnTo>
                    <a:pt x="3537555" y="1979513"/>
                  </a:lnTo>
                  <a:lnTo>
                    <a:pt x="3538400" y="1926984"/>
                  </a:lnTo>
                  <a:lnTo>
                    <a:pt x="3539245" y="1898250"/>
                  </a:lnTo>
                  <a:lnTo>
                    <a:pt x="3540090" y="1860722"/>
                  </a:lnTo>
                  <a:lnTo>
                    <a:pt x="3540936" y="1846090"/>
                  </a:lnTo>
                  <a:lnTo>
                    <a:pt x="3541781" y="1889423"/>
                  </a:lnTo>
                  <a:lnTo>
                    <a:pt x="3542626" y="1963175"/>
                  </a:lnTo>
                  <a:lnTo>
                    <a:pt x="3543471" y="2002550"/>
                  </a:lnTo>
                  <a:lnTo>
                    <a:pt x="3544316" y="2029571"/>
                  </a:lnTo>
                  <a:lnTo>
                    <a:pt x="3545161" y="2062708"/>
                  </a:lnTo>
                  <a:lnTo>
                    <a:pt x="3546006" y="2097464"/>
                  </a:lnTo>
                  <a:lnTo>
                    <a:pt x="3546851" y="2076313"/>
                  </a:lnTo>
                  <a:lnTo>
                    <a:pt x="3547696" y="2056602"/>
                  </a:lnTo>
                  <a:lnTo>
                    <a:pt x="3548541" y="2069756"/>
                  </a:lnTo>
                  <a:lnTo>
                    <a:pt x="3549386" y="2073074"/>
                  </a:lnTo>
                  <a:lnTo>
                    <a:pt x="3550232" y="2081788"/>
                  </a:lnTo>
                  <a:lnTo>
                    <a:pt x="3551077" y="2029132"/>
                  </a:lnTo>
                  <a:lnTo>
                    <a:pt x="3551922" y="1999213"/>
                  </a:lnTo>
                  <a:lnTo>
                    <a:pt x="3552767" y="2043970"/>
                  </a:lnTo>
                  <a:lnTo>
                    <a:pt x="3553612" y="2074588"/>
                  </a:lnTo>
                  <a:lnTo>
                    <a:pt x="3554457" y="2066344"/>
                  </a:lnTo>
                  <a:lnTo>
                    <a:pt x="3555302" y="2057629"/>
                  </a:lnTo>
                  <a:lnTo>
                    <a:pt x="3556147" y="2103286"/>
                  </a:lnTo>
                  <a:lnTo>
                    <a:pt x="3556992" y="2103286"/>
                  </a:lnTo>
                  <a:lnTo>
                    <a:pt x="3557837" y="2009946"/>
                  </a:lnTo>
                  <a:lnTo>
                    <a:pt x="3558682" y="1959502"/>
                  </a:lnTo>
                  <a:lnTo>
                    <a:pt x="3559528" y="1959876"/>
                  </a:lnTo>
                  <a:lnTo>
                    <a:pt x="3560373" y="1963840"/>
                  </a:lnTo>
                  <a:lnTo>
                    <a:pt x="3561218" y="1963841"/>
                  </a:lnTo>
                  <a:lnTo>
                    <a:pt x="3562063" y="2005936"/>
                  </a:lnTo>
                  <a:lnTo>
                    <a:pt x="3562908" y="2072608"/>
                  </a:lnTo>
                  <a:lnTo>
                    <a:pt x="3563753" y="2061813"/>
                  </a:lnTo>
                  <a:lnTo>
                    <a:pt x="3564598" y="2014127"/>
                  </a:lnTo>
                  <a:lnTo>
                    <a:pt x="3565443" y="1985791"/>
                  </a:lnTo>
                  <a:lnTo>
                    <a:pt x="3566288" y="1967787"/>
                  </a:lnTo>
                  <a:lnTo>
                    <a:pt x="3567133" y="1939565"/>
                  </a:lnTo>
                  <a:lnTo>
                    <a:pt x="3567978" y="1880642"/>
                  </a:lnTo>
                  <a:lnTo>
                    <a:pt x="3568824" y="1805489"/>
                  </a:lnTo>
                  <a:lnTo>
                    <a:pt x="3569669" y="1813207"/>
                  </a:lnTo>
                  <a:lnTo>
                    <a:pt x="3570514" y="1834919"/>
                  </a:lnTo>
                  <a:lnTo>
                    <a:pt x="3571359" y="1818453"/>
                  </a:lnTo>
                  <a:lnTo>
                    <a:pt x="3572204" y="1818126"/>
                  </a:lnTo>
                  <a:lnTo>
                    <a:pt x="3573049" y="1869396"/>
                  </a:lnTo>
                  <a:lnTo>
                    <a:pt x="3573894" y="1984114"/>
                  </a:lnTo>
                  <a:lnTo>
                    <a:pt x="3574739" y="2045868"/>
                  </a:lnTo>
                  <a:lnTo>
                    <a:pt x="3575584" y="2037012"/>
                  </a:lnTo>
                  <a:lnTo>
                    <a:pt x="3576429" y="2073217"/>
                  </a:lnTo>
                  <a:lnTo>
                    <a:pt x="3577274" y="2085417"/>
                  </a:lnTo>
                  <a:lnTo>
                    <a:pt x="3578120" y="2073454"/>
                  </a:lnTo>
                  <a:lnTo>
                    <a:pt x="3578965" y="2049132"/>
                  </a:lnTo>
                  <a:lnTo>
                    <a:pt x="3579810" y="2007123"/>
                  </a:lnTo>
                  <a:lnTo>
                    <a:pt x="3580655" y="1998507"/>
                  </a:lnTo>
                  <a:lnTo>
                    <a:pt x="3581500" y="1967755"/>
                  </a:lnTo>
                  <a:lnTo>
                    <a:pt x="3582345" y="1943119"/>
                  </a:lnTo>
                  <a:lnTo>
                    <a:pt x="3583190" y="1952370"/>
                  </a:lnTo>
                  <a:lnTo>
                    <a:pt x="3584035" y="1967747"/>
                  </a:lnTo>
                  <a:lnTo>
                    <a:pt x="3584880" y="1992521"/>
                  </a:lnTo>
                  <a:lnTo>
                    <a:pt x="3585725" y="2012651"/>
                  </a:lnTo>
                  <a:lnTo>
                    <a:pt x="3586570" y="2041668"/>
                  </a:lnTo>
                  <a:lnTo>
                    <a:pt x="3587416" y="2059008"/>
                  </a:lnTo>
                  <a:lnTo>
                    <a:pt x="3588261" y="2049723"/>
                  </a:lnTo>
                  <a:lnTo>
                    <a:pt x="3589106" y="2020604"/>
                  </a:lnTo>
                  <a:lnTo>
                    <a:pt x="3589951" y="1954969"/>
                  </a:lnTo>
                  <a:lnTo>
                    <a:pt x="3590796" y="1899315"/>
                  </a:lnTo>
                  <a:lnTo>
                    <a:pt x="3591641" y="1873726"/>
                  </a:lnTo>
                  <a:lnTo>
                    <a:pt x="3592486" y="1851712"/>
                  </a:lnTo>
                  <a:lnTo>
                    <a:pt x="3593331" y="1833537"/>
                  </a:lnTo>
                  <a:lnTo>
                    <a:pt x="3594176" y="1858188"/>
                  </a:lnTo>
                  <a:lnTo>
                    <a:pt x="3595021" y="1923824"/>
                  </a:lnTo>
                  <a:lnTo>
                    <a:pt x="3595867" y="1979477"/>
                  </a:lnTo>
                  <a:lnTo>
                    <a:pt x="3596712" y="2005067"/>
                  </a:lnTo>
                  <a:lnTo>
                    <a:pt x="3597557" y="2035114"/>
                  </a:lnTo>
                  <a:lnTo>
                    <a:pt x="3598402" y="2049961"/>
                  </a:lnTo>
                  <a:lnTo>
                    <a:pt x="3599247" y="2024337"/>
                  </a:lnTo>
                  <a:lnTo>
                    <a:pt x="3600092" y="2016175"/>
                  </a:lnTo>
                  <a:lnTo>
                    <a:pt x="3600937" y="2029681"/>
                  </a:lnTo>
                  <a:lnTo>
                    <a:pt x="3601782" y="2055785"/>
                  </a:lnTo>
                  <a:lnTo>
                    <a:pt x="3602627" y="2076277"/>
                  </a:lnTo>
                  <a:lnTo>
                    <a:pt x="3603472" y="2096970"/>
                  </a:lnTo>
                  <a:lnTo>
                    <a:pt x="3604317" y="2103286"/>
                  </a:lnTo>
                  <a:lnTo>
                    <a:pt x="3605163" y="2090193"/>
                  </a:lnTo>
                  <a:lnTo>
                    <a:pt x="3606008" y="2067800"/>
                  </a:lnTo>
                  <a:lnTo>
                    <a:pt x="3606853" y="2041695"/>
                  </a:lnTo>
                  <a:lnTo>
                    <a:pt x="3607698" y="2021203"/>
                  </a:lnTo>
                  <a:lnTo>
                    <a:pt x="3608543" y="2015836"/>
                  </a:lnTo>
                  <a:lnTo>
                    <a:pt x="3609388" y="2032711"/>
                  </a:lnTo>
                  <a:lnTo>
                    <a:pt x="3610233" y="2060868"/>
                  </a:lnTo>
                  <a:lnTo>
                    <a:pt x="3611078" y="2069756"/>
                  </a:lnTo>
                  <a:lnTo>
                    <a:pt x="3611923" y="2069756"/>
                  </a:lnTo>
                  <a:lnTo>
                    <a:pt x="3612768" y="2069756"/>
                  </a:lnTo>
                  <a:lnTo>
                    <a:pt x="3613613" y="2069756"/>
                  </a:lnTo>
                  <a:lnTo>
                    <a:pt x="3614459" y="2069756"/>
                  </a:lnTo>
                  <a:lnTo>
                    <a:pt x="3615304" y="2069756"/>
                  </a:lnTo>
                  <a:lnTo>
                    <a:pt x="3616149" y="2069756"/>
                  </a:lnTo>
                  <a:lnTo>
                    <a:pt x="3616994" y="2069756"/>
                  </a:lnTo>
                  <a:lnTo>
                    <a:pt x="3617839" y="2069756"/>
                  </a:lnTo>
                  <a:lnTo>
                    <a:pt x="3618684" y="2069756"/>
                  </a:lnTo>
                  <a:lnTo>
                    <a:pt x="3619529" y="2069756"/>
                  </a:lnTo>
                  <a:lnTo>
                    <a:pt x="3620374" y="2069756"/>
                  </a:lnTo>
                  <a:lnTo>
                    <a:pt x="3621219" y="2069756"/>
                  </a:lnTo>
                  <a:lnTo>
                    <a:pt x="3622064" y="2069756"/>
                  </a:lnTo>
                  <a:lnTo>
                    <a:pt x="3622909" y="2069756"/>
                  </a:lnTo>
                  <a:lnTo>
                    <a:pt x="3623755" y="2069756"/>
                  </a:lnTo>
                  <a:lnTo>
                    <a:pt x="3624600" y="2069756"/>
                  </a:lnTo>
                  <a:lnTo>
                    <a:pt x="3625445" y="2069756"/>
                  </a:lnTo>
                  <a:lnTo>
                    <a:pt x="3626290" y="2069756"/>
                  </a:lnTo>
                  <a:lnTo>
                    <a:pt x="3627135" y="2069756"/>
                  </a:lnTo>
                  <a:lnTo>
                    <a:pt x="3627980" y="2069756"/>
                  </a:lnTo>
                  <a:lnTo>
                    <a:pt x="3628825" y="2069756"/>
                  </a:lnTo>
                  <a:lnTo>
                    <a:pt x="3629670" y="2053836"/>
                  </a:lnTo>
                  <a:lnTo>
                    <a:pt x="3630515" y="2022990"/>
                  </a:lnTo>
                  <a:lnTo>
                    <a:pt x="3631360" y="1986022"/>
                  </a:lnTo>
                  <a:lnTo>
                    <a:pt x="3632205" y="1964438"/>
                  </a:lnTo>
                  <a:lnTo>
                    <a:pt x="3633051" y="1964439"/>
                  </a:lnTo>
                  <a:lnTo>
                    <a:pt x="3633896" y="1964439"/>
                  </a:lnTo>
                  <a:lnTo>
                    <a:pt x="3634741" y="1980358"/>
                  </a:lnTo>
                  <a:lnTo>
                    <a:pt x="3635586" y="2011205"/>
                  </a:lnTo>
                  <a:lnTo>
                    <a:pt x="3636431" y="2048172"/>
                  </a:lnTo>
                  <a:lnTo>
                    <a:pt x="3637276" y="2069756"/>
                  </a:lnTo>
                  <a:lnTo>
                    <a:pt x="3638121" y="2054299"/>
                  </a:lnTo>
                  <a:lnTo>
                    <a:pt x="3638966" y="2025700"/>
                  </a:lnTo>
                  <a:lnTo>
                    <a:pt x="3639811" y="2015785"/>
                  </a:lnTo>
                  <a:lnTo>
                    <a:pt x="3640656" y="2015785"/>
                  </a:lnTo>
                  <a:lnTo>
                    <a:pt x="3641501" y="2015786"/>
                  </a:lnTo>
                  <a:lnTo>
                    <a:pt x="3642347" y="2015786"/>
                  </a:lnTo>
                  <a:lnTo>
                    <a:pt x="3643192" y="2031242"/>
                  </a:lnTo>
                  <a:lnTo>
                    <a:pt x="3644037" y="2059841"/>
                  </a:lnTo>
                  <a:lnTo>
                    <a:pt x="3644882" y="2069756"/>
                  </a:lnTo>
                  <a:lnTo>
                    <a:pt x="3645727" y="2069756"/>
                  </a:lnTo>
                  <a:lnTo>
                    <a:pt x="3646572" y="2069756"/>
                  </a:lnTo>
                  <a:lnTo>
                    <a:pt x="3647417" y="2069756"/>
                  </a:lnTo>
                  <a:lnTo>
                    <a:pt x="3648262" y="2069756"/>
                  </a:lnTo>
                  <a:lnTo>
                    <a:pt x="3649107" y="2069756"/>
                  </a:lnTo>
                  <a:lnTo>
                    <a:pt x="3649952" y="2069756"/>
                  </a:lnTo>
                  <a:lnTo>
                    <a:pt x="3650797" y="2069756"/>
                  </a:lnTo>
                  <a:lnTo>
                    <a:pt x="3651643" y="2069756"/>
                  </a:lnTo>
                  <a:lnTo>
                    <a:pt x="3652488" y="2069756"/>
                  </a:lnTo>
                  <a:lnTo>
                    <a:pt x="3653333" y="2069756"/>
                  </a:lnTo>
                  <a:lnTo>
                    <a:pt x="3654178" y="2069756"/>
                  </a:lnTo>
                  <a:lnTo>
                    <a:pt x="3655023" y="2069756"/>
                  </a:lnTo>
                  <a:lnTo>
                    <a:pt x="3655868" y="2069756"/>
                  </a:lnTo>
                  <a:lnTo>
                    <a:pt x="3656713" y="2069756"/>
                  </a:lnTo>
                  <a:lnTo>
                    <a:pt x="3657558" y="2069756"/>
                  </a:lnTo>
                  <a:lnTo>
                    <a:pt x="3658403" y="2069756"/>
                  </a:lnTo>
                  <a:lnTo>
                    <a:pt x="3659248" y="2069756"/>
                  </a:lnTo>
                  <a:lnTo>
                    <a:pt x="3660094" y="2069756"/>
                  </a:lnTo>
                  <a:lnTo>
                    <a:pt x="3660939" y="2069756"/>
                  </a:lnTo>
                  <a:lnTo>
                    <a:pt x="3661784" y="2069756"/>
                  </a:lnTo>
                  <a:lnTo>
                    <a:pt x="3662629" y="2069756"/>
                  </a:lnTo>
                  <a:lnTo>
                    <a:pt x="3663474" y="2069756"/>
                  </a:lnTo>
                  <a:lnTo>
                    <a:pt x="3664319" y="2069756"/>
                  </a:lnTo>
                  <a:lnTo>
                    <a:pt x="3665164" y="2069756"/>
                  </a:lnTo>
                  <a:lnTo>
                    <a:pt x="3666009" y="2069756"/>
                  </a:lnTo>
                  <a:lnTo>
                    <a:pt x="3666854" y="2069756"/>
                  </a:lnTo>
                  <a:lnTo>
                    <a:pt x="3667699" y="2069756"/>
                  </a:lnTo>
                  <a:lnTo>
                    <a:pt x="3668544" y="2069756"/>
                  </a:lnTo>
                  <a:lnTo>
                    <a:pt x="3669390" y="2063744"/>
                  </a:lnTo>
                  <a:lnTo>
                    <a:pt x="3670235" y="2029272"/>
                  </a:lnTo>
                  <a:lnTo>
                    <a:pt x="3671080" y="2048986"/>
                  </a:lnTo>
                  <a:lnTo>
                    <a:pt x="3671925" y="2075385"/>
                  </a:lnTo>
                  <a:lnTo>
                    <a:pt x="3672770" y="2095542"/>
                  </a:lnTo>
                  <a:lnTo>
                    <a:pt x="3673615" y="2103286"/>
                  </a:lnTo>
                  <a:lnTo>
                    <a:pt x="3674460" y="2103286"/>
                  </a:lnTo>
                  <a:lnTo>
                    <a:pt x="3675305" y="2103286"/>
                  </a:lnTo>
                  <a:lnTo>
                    <a:pt x="3676150" y="2103286"/>
                  </a:lnTo>
                  <a:lnTo>
                    <a:pt x="3676995" y="2101536"/>
                  </a:lnTo>
                  <a:lnTo>
                    <a:pt x="3677840" y="2081379"/>
                  </a:lnTo>
                  <a:lnTo>
                    <a:pt x="3678686" y="2064131"/>
                  </a:lnTo>
                  <a:lnTo>
                    <a:pt x="3679531" y="2045654"/>
                  </a:lnTo>
                  <a:lnTo>
                    <a:pt x="3680376" y="2064134"/>
                  </a:lnTo>
                  <a:lnTo>
                    <a:pt x="3681221" y="2049914"/>
                  </a:lnTo>
                  <a:lnTo>
                    <a:pt x="3682066" y="2005739"/>
                  </a:lnTo>
                  <a:lnTo>
                    <a:pt x="3682911" y="1986513"/>
                  </a:lnTo>
                  <a:lnTo>
                    <a:pt x="3683756" y="1987393"/>
                  </a:lnTo>
                  <a:lnTo>
                    <a:pt x="3684601" y="1988123"/>
                  </a:lnTo>
                  <a:lnTo>
                    <a:pt x="3685446" y="1950919"/>
                  </a:lnTo>
                  <a:lnTo>
                    <a:pt x="3686291" y="1934483"/>
                  </a:lnTo>
                  <a:lnTo>
                    <a:pt x="3687136" y="1976729"/>
                  </a:lnTo>
                  <a:lnTo>
                    <a:pt x="3687982" y="2012169"/>
                  </a:lnTo>
                  <a:lnTo>
                    <a:pt x="3688827" y="2001452"/>
                  </a:lnTo>
                  <a:lnTo>
                    <a:pt x="3689672" y="1996386"/>
                  </a:lnTo>
                  <a:lnTo>
                    <a:pt x="3690517" y="2025854"/>
                  </a:lnTo>
                  <a:lnTo>
                    <a:pt x="3691362" y="2091220"/>
                  </a:lnTo>
                  <a:lnTo>
                    <a:pt x="3692207" y="2103286"/>
                  </a:lnTo>
                  <a:lnTo>
                    <a:pt x="3693052" y="2078530"/>
                  </a:lnTo>
                  <a:lnTo>
                    <a:pt x="3693897" y="2064928"/>
                  </a:lnTo>
                  <a:lnTo>
                    <a:pt x="3694742" y="2071257"/>
                  </a:lnTo>
                  <a:lnTo>
                    <a:pt x="3695587" y="2003588"/>
                  </a:lnTo>
                  <a:lnTo>
                    <a:pt x="3696432" y="1932808"/>
                  </a:lnTo>
                  <a:lnTo>
                    <a:pt x="3697278" y="1893626"/>
                  </a:lnTo>
                  <a:lnTo>
                    <a:pt x="3698123" y="1896016"/>
                  </a:lnTo>
                  <a:lnTo>
                    <a:pt x="3698968" y="1942266"/>
                  </a:lnTo>
                  <a:lnTo>
                    <a:pt x="3699813" y="1958750"/>
                  </a:lnTo>
                  <a:lnTo>
                    <a:pt x="3700658" y="2015676"/>
                  </a:lnTo>
                  <a:lnTo>
                    <a:pt x="3701503" y="2051747"/>
                  </a:lnTo>
                  <a:lnTo>
                    <a:pt x="3702348" y="2077760"/>
                  </a:lnTo>
                  <a:lnTo>
                    <a:pt x="3703193" y="2086942"/>
                  </a:lnTo>
                  <a:lnTo>
                    <a:pt x="3704038" y="2047606"/>
                  </a:lnTo>
                  <a:lnTo>
                    <a:pt x="3704883" y="2017526"/>
                  </a:lnTo>
                  <a:lnTo>
                    <a:pt x="3705728" y="2017526"/>
                  </a:lnTo>
                  <a:lnTo>
                    <a:pt x="3706574" y="2017526"/>
                  </a:lnTo>
                  <a:lnTo>
                    <a:pt x="3707419" y="2008726"/>
                  </a:lnTo>
                  <a:lnTo>
                    <a:pt x="3708264" y="1984952"/>
                  </a:lnTo>
                  <a:lnTo>
                    <a:pt x="3709109" y="1988209"/>
                  </a:lnTo>
                  <a:lnTo>
                    <a:pt x="3709954" y="2015121"/>
                  </a:lnTo>
                  <a:lnTo>
                    <a:pt x="3710799" y="2010285"/>
                  </a:lnTo>
                  <a:lnTo>
                    <a:pt x="3711644" y="1990516"/>
                  </a:lnTo>
                  <a:lnTo>
                    <a:pt x="3712489" y="1976979"/>
                  </a:lnTo>
                  <a:lnTo>
                    <a:pt x="3713334" y="1992972"/>
                  </a:lnTo>
                  <a:lnTo>
                    <a:pt x="3714179" y="2010542"/>
                  </a:lnTo>
                  <a:lnTo>
                    <a:pt x="3715024" y="1993639"/>
                  </a:lnTo>
                  <a:lnTo>
                    <a:pt x="3715870" y="1973102"/>
                  </a:lnTo>
                  <a:lnTo>
                    <a:pt x="3716715" y="1974397"/>
                  </a:lnTo>
                  <a:lnTo>
                    <a:pt x="3717560" y="1954990"/>
                  </a:lnTo>
                  <a:lnTo>
                    <a:pt x="3718405" y="1919685"/>
                  </a:lnTo>
                  <a:lnTo>
                    <a:pt x="3719250" y="1916446"/>
                  </a:lnTo>
                  <a:lnTo>
                    <a:pt x="3720095" y="1936518"/>
                  </a:lnTo>
                  <a:lnTo>
                    <a:pt x="3720940" y="1961893"/>
                  </a:lnTo>
                  <a:lnTo>
                    <a:pt x="3721785" y="1980365"/>
                  </a:lnTo>
                  <a:lnTo>
                    <a:pt x="3722630" y="2022111"/>
                  </a:lnTo>
                  <a:lnTo>
                    <a:pt x="3723475" y="2080473"/>
                  </a:lnTo>
                  <a:lnTo>
                    <a:pt x="3724321" y="2103286"/>
                  </a:lnTo>
                  <a:lnTo>
                    <a:pt x="3725166" y="2103286"/>
                  </a:lnTo>
                  <a:lnTo>
                    <a:pt x="3726011" y="2103286"/>
                  </a:lnTo>
                  <a:lnTo>
                    <a:pt x="3726856" y="2103286"/>
                  </a:lnTo>
                  <a:lnTo>
                    <a:pt x="3727701" y="2103286"/>
                  </a:lnTo>
                  <a:lnTo>
                    <a:pt x="3728546" y="2072352"/>
                  </a:lnTo>
                  <a:lnTo>
                    <a:pt x="3729391" y="2008888"/>
                  </a:lnTo>
                  <a:lnTo>
                    <a:pt x="3730236" y="1959340"/>
                  </a:lnTo>
                  <a:lnTo>
                    <a:pt x="3731081" y="1922944"/>
                  </a:lnTo>
                  <a:lnTo>
                    <a:pt x="3731926" y="1919598"/>
                  </a:lnTo>
                  <a:lnTo>
                    <a:pt x="3732771" y="1919599"/>
                  </a:lnTo>
                  <a:lnTo>
                    <a:pt x="3733617" y="1936486"/>
                  </a:lnTo>
                  <a:lnTo>
                    <a:pt x="3734462" y="1980467"/>
                  </a:lnTo>
                  <a:lnTo>
                    <a:pt x="3735307" y="2049602"/>
                  </a:lnTo>
                  <a:lnTo>
                    <a:pt x="3736152" y="2101426"/>
                  </a:lnTo>
                  <a:lnTo>
                    <a:pt x="3736997" y="2096610"/>
                  </a:lnTo>
                  <a:lnTo>
                    <a:pt x="3737842" y="2069725"/>
                  </a:lnTo>
                  <a:lnTo>
                    <a:pt x="3738687" y="2072708"/>
                  </a:lnTo>
                  <a:lnTo>
                    <a:pt x="3739532" y="2084223"/>
                  </a:lnTo>
                  <a:lnTo>
                    <a:pt x="3740377" y="2064634"/>
                  </a:lnTo>
                  <a:lnTo>
                    <a:pt x="3741222" y="2049205"/>
                  </a:lnTo>
                  <a:lnTo>
                    <a:pt x="3742067" y="2057368"/>
                  </a:lnTo>
                  <a:lnTo>
                    <a:pt x="3742913" y="2077753"/>
                  </a:lnTo>
                  <a:lnTo>
                    <a:pt x="3743758" y="2046362"/>
                  </a:lnTo>
                  <a:lnTo>
                    <a:pt x="3744603" y="2016142"/>
                  </a:lnTo>
                  <a:lnTo>
                    <a:pt x="3745448" y="2016143"/>
                  </a:lnTo>
                  <a:lnTo>
                    <a:pt x="3746293" y="2016143"/>
                  </a:lnTo>
                  <a:lnTo>
                    <a:pt x="3747138" y="2016143"/>
                  </a:lnTo>
                  <a:lnTo>
                    <a:pt x="3747983" y="2015515"/>
                  </a:lnTo>
                  <a:lnTo>
                    <a:pt x="3748828" y="2040926"/>
                  </a:lnTo>
                  <a:lnTo>
                    <a:pt x="3749673" y="2071844"/>
                  </a:lnTo>
                  <a:lnTo>
                    <a:pt x="3750518" y="2071845"/>
                  </a:lnTo>
                  <a:lnTo>
                    <a:pt x="3751363" y="2071845"/>
                  </a:lnTo>
                  <a:lnTo>
                    <a:pt x="3752209" y="2071845"/>
                  </a:lnTo>
                  <a:lnTo>
                    <a:pt x="3753054" y="2103286"/>
                  </a:lnTo>
                  <a:lnTo>
                    <a:pt x="3753899" y="2103286"/>
                  </a:lnTo>
                  <a:lnTo>
                    <a:pt x="3754744" y="2103286"/>
                  </a:lnTo>
                  <a:lnTo>
                    <a:pt x="3755589" y="2103286"/>
                  </a:lnTo>
                  <a:lnTo>
                    <a:pt x="3756434" y="2103286"/>
                  </a:lnTo>
                  <a:lnTo>
                    <a:pt x="3757279" y="2103286"/>
                  </a:lnTo>
                  <a:lnTo>
                    <a:pt x="3758124" y="2096985"/>
                  </a:lnTo>
                  <a:lnTo>
                    <a:pt x="3758969" y="2052094"/>
                  </a:lnTo>
                  <a:lnTo>
                    <a:pt x="3759814" y="2057090"/>
                  </a:lnTo>
                  <a:lnTo>
                    <a:pt x="3760659" y="2058244"/>
                  </a:lnTo>
                  <a:lnTo>
                    <a:pt x="3761505" y="2065006"/>
                  </a:lnTo>
                  <a:lnTo>
                    <a:pt x="3762350" y="2029835"/>
                  </a:lnTo>
                  <a:lnTo>
                    <a:pt x="3763195" y="2032097"/>
                  </a:lnTo>
                  <a:lnTo>
                    <a:pt x="3764040" y="2049207"/>
                  </a:lnTo>
                  <a:lnTo>
                    <a:pt x="3764885" y="2052465"/>
                  </a:lnTo>
                  <a:lnTo>
                    <a:pt x="3765730" y="2052465"/>
                  </a:lnTo>
                  <a:lnTo>
                    <a:pt x="3766575" y="2064176"/>
                  </a:lnTo>
                  <a:lnTo>
                    <a:pt x="3767420" y="2098647"/>
                  </a:lnTo>
                  <a:lnTo>
                    <a:pt x="3768265" y="2093443"/>
                  </a:lnTo>
                  <a:lnTo>
                    <a:pt x="3769110" y="2073015"/>
                  </a:lnTo>
                  <a:lnTo>
                    <a:pt x="3769955" y="2069756"/>
                  </a:lnTo>
                  <a:lnTo>
                    <a:pt x="3770801" y="2069756"/>
                  </a:lnTo>
                  <a:lnTo>
                    <a:pt x="3771646" y="2069756"/>
                  </a:lnTo>
                  <a:lnTo>
                    <a:pt x="3772491" y="2071805"/>
                  </a:lnTo>
                  <a:lnTo>
                    <a:pt x="3773336" y="2103286"/>
                  </a:lnTo>
                  <a:lnTo>
                    <a:pt x="3774181" y="2103286"/>
                  </a:lnTo>
                  <a:lnTo>
                    <a:pt x="3775026" y="2103286"/>
                  </a:lnTo>
                  <a:lnTo>
                    <a:pt x="3775871" y="2103286"/>
                  </a:lnTo>
                  <a:lnTo>
                    <a:pt x="3776716" y="2103286"/>
                  </a:lnTo>
                  <a:lnTo>
                    <a:pt x="3777561" y="2103286"/>
                  </a:lnTo>
                  <a:lnTo>
                    <a:pt x="3778406" y="2103286"/>
                  </a:lnTo>
                  <a:lnTo>
                    <a:pt x="3779251" y="2093117"/>
                  </a:lnTo>
                  <a:lnTo>
                    <a:pt x="3780097" y="2103286"/>
                  </a:lnTo>
                  <a:lnTo>
                    <a:pt x="3780942" y="2103286"/>
                  </a:lnTo>
                  <a:lnTo>
                    <a:pt x="3781787" y="2103286"/>
                  </a:lnTo>
                  <a:lnTo>
                    <a:pt x="3782632" y="2103286"/>
                  </a:lnTo>
                  <a:lnTo>
                    <a:pt x="3783477" y="2103286"/>
                  </a:lnTo>
                  <a:lnTo>
                    <a:pt x="3784322" y="2103286"/>
                  </a:lnTo>
                  <a:lnTo>
                    <a:pt x="3785167" y="2103286"/>
                  </a:lnTo>
                  <a:lnTo>
                    <a:pt x="3786012" y="2103286"/>
                  </a:lnTo>
                  <a:lnTo>
                    <a:pt x="3786857" y="2044441"/>
                  </a:lnTo>
                  <a:lnTo>
                    <a:pt x="3787702" y="2013881"/>
                  </a:lnTo>
                  <a:lnTo>
                    <a:pt x="3788548" y="1968165"/>
                  </a:lnTo>
                  <a:lnTo>
                    <a:pt x="3789393" y="1945601"/>
                  </a:lnTo>
                  <a:lnTo>
                    <a:pt x="3790238" y="1971174"/>
                  </a:lnTo>
                  <a:lnTo>
                    <a:pt x="3791083" y="2047620"/>
                  </a:lnTo>
                  <a:lnTo>
                    <a:pt x="3791928" y="2103286"/>
                  </a:lnTo>
                  <a:lnTo>
                    <a:pt x="3792773" y="2103286"/>
                  </a:lnTo>
                  <a:lnTo>
                    <a:pt x="3793618" y="2077541"/>
                  </a:lnTo>
                  <a:lnTo>
                    <a:pt x="3794463" y="2051800"/>
                  </a:lnTo>
                  <a:lnTo>
                    <a:pt x="3795308" y="2076900"/>
                  </a:lnTo>
                  <a:lnTo>
                    <a:pt x="3796153" y="2050591"/>
                  </a:lnTo>
                  <a:lnTo>
                    <a:pt x="3796998" y="2032587"/>
                  </a:lnTo>
                  <a:lnTo>
                    <a:pt x="3797844" y="2060234"/>
                  </a:lnTo>
                  <a:lnTo>
                    <a:pt x="3798689" y="2098272"/>
                  </a:lnTo>
                  <a:lnTo>
                    <a:pt x="3799534" y="2086672"/>
                  </a:lnTo>
                  <a:lnTo>
                    <a:pt x="3800379" y="2016185"/>
                  </a:lnTo>
                  <a:lnTo>
                    <a:pt x="3801224" y="2008064"/>
                  </a:lnTo>
                  <a:lnTo>
                    <a:pt x="3802069" y="2019275"/>
                  </a:lnTo>
                  <a:lnTo>
                    <a:pt x="3802914" y="2002208"/>
                  </a:lnTo>
                  <a:lnTo>
                    <a:pt x="3803759" y="2008612"/>
                  </a:lnTo>
                  <a:lnTo>
                    <a:pt x="3804604" y="2044367"/>
                  </a:lnTo>
                  <a:lnTo>
                    <a:pt x="3805449" y="2069067"/>
                  </a:lnTo>
                  <a:lnTo>
                    <a:pt x="3806294" y="2040841"/>
                  </a:lnTo>
                  <a:lnTo>
                    <a:pt x="3807140" y="1985435"/>
                  </a:lnTo>
                  <a:lnTo>
                    <a:pt x="3807985" y="1963705"/>
                  </a:lnTo>
                  <a:lnTo>
                    <a:pt x="3808830" y="1963706"/>
                  </a:lnTo>
                  <a:lnTo>
                    <a:pt x="3809675" y="1965294"/>
                  </a:lnTo>
                  <a:lnTo>
                    <a:pt x="3810520" y="1972600"/>
                  </a:lnTo>
                  <a:lnTo>
                    <a:pt x="3811365" y="1973974"/>
                  </a:lnTo>
                  <a:lnTo>
                    <a:pt x="3812210" y="1997889"/>
                  </a:lnTo>
                  <a:lnTo>
                    <a:pt x="3813055" y="2016193"/>
                  </a:lnTo>
                  <a:lnTo>
                    <a:pt x="3813900" y="2016194"/>
                  </a:lnTo>
                  <a:lnTo>
                    <a:pt x="3814745" y="2016194"/>
                  </a:lnTo>
                  <a:lnTo>
                    <a:pt x="3815590" y="2027861"/>
                  </a:lnTo>
                  <a:lnTo>
                    <a:pt x="3816436" y="2058759"/>
                  </a:lnTo>
                  <a:lnTo>
                    <a:pt x="3817281" y="2058081"/>
                  </a:lnTo>
                  <a:lnTo>
                    <a:pt x="3818126" y="2030474"/>
                  </a:lnTo>
                  <a:lnTo>
                    <a:pt x="3818971" y="2033541"/>
                  </a:lnTo>
                  <a:lnTo>
                    <a:pt x="3819816" y="2035087"/>
                  </a:lnTo>
                  <a:lnTo>
                    <a:pt x="3820661" y="2035087"/>
                  </a:lnTo>
                  <a:lnTo>
                    <a:pt x="3821506" y="2035088"/>
                  </a:lnTo>
                  <a:lnTo>
                    <a:pt x="3822351" y="2046763"/>
                  </a:lnTo>
                  <a:lnTo>
                    <a:pt x="3823196" y="2074370"/>
                  </a:lnTo>
                  <a:lnTo>
                    <a:pt x="3824041" y="2058173"/>
                  </a:lnTo>
                  <a:lnTo>
                    <a:pt x="3824886" y="2029165"/>
                  </a:lnTo>
                  <a:lnTo>
                    <a:pt x="3825732" y="2015650"/>
                  </a:lnTo>
                  <a:lnTo>
                    <a:pt x="3826577" y="2015651"/>
                  </a:lnTo>
                  <a:lnTo>
                    <a:pt x="3827422" y="2000380"/>
                  </a:lnTo>
                  <a:lnTo>
                    <a:pt x="3828267" y="1970540"/>
                  </a:lnTo>
                  <a:lnTo>
                    <a:pt x="3829112" y="1973725"/>
                  </a:lnTo>
                  <a:lnTo>
                    <a:pt x="3829957" y="1968062"/>
                  </a:lnTo>
                  <a:lnTo>
                    <a:pt x="3830802" y="1963933"/>
                  </a:lnTo>
                  <a:lnTo>
                    <a:pt x="3831647" y="1963933"/>
                  </a:lnTo>
                  <a:lnTo>
                    <a:pt x="3832492" y="1979204"/>
                  </a:lnTo>
                  <a:lnTo>
                    <a:pt x="3833337" y="2009045"/>
                  </a:lnTo>
                  <a:lnTo>
                    <a:pt x="3834182" y="2018987"/>
                  </a:lnTo>
                  <a:lnTo>
                    <a:pt x="3835028" y="2052112"/>
                  </a:lnTo>
                  <a:lnTo>
                    <a:pt x="3835873" y="2069756"/>
                  </a:lnTo>
                  <a:lnTo>
                    <a:pt x="3836718" y="2081212"/>
                  </a:lnTo>
                  <a:lnTo>
                    <a:pt x="3837563" y="2102942"/>
                  </a:lnTo>
                  <a:lnTo>
                    <a:pt x="3838408" y="2103286"/>
                  </a:lnTo>
                  <a:lnTo>
                    <a:pt x="3839253" y="2103286"/>
                  </a:lnTo>
                  <a:lnTo>
                    <a:pt x="3840098" y="2103286"/>
                  </a:lnTo>
                  <a:lnTo>
                    <a:pt x="3840943" y="2103286"/>
                  </a:lnTo>
                  <a:lnTo>
                    <a:pt x="3841788" y="2103286"/>
                  </a:lnTo>
                  <a:lnTo>
                    <a:pt x="3842633" y="2103286"/>
                  </a:lnTo>
                  <a:lnTo>
                    <a:pt x="3843478" y="2103286"/>
                  </a:lnTo>
                  <a:lnTo>
                    <a:pt x="3844324" y="2103286"/>
                  </a:lnTo>
                  <a:lnTo>
                    <a:pt x="3845169" y="2098401"/>
                  </a:lnTo>
                  <a:lnTo>
                    <a:pt x="3846014" y="2060653"/>
                  </a:lnTo>
                  <a:lnTo>
                    <a:pt x="3846859" y="1993648"/>
                  </a:lnTo>
                  <a:lnTo>
                    <a:pt x="3847704" y="1976178"/>
                  </a:lnTo>
                  <a:lnTo>
                    <a:pt x="3848549" y="1967390"/>
                  </a:lnTo>
                  <a:lnTo>
                    <a:pt x="3849394" y="1939278"/>
                  </a:lnTo>
                  <a:lnTo>
                    <a:pt x="3850239" y="1884651"/>
                  </a:lnTo>
                  <a:lnTo>
                    <a:pt x="3851084" y="1867238"/>
                  </a:lnTo>
                  <a:lnTo>
                    <a:pt x="3851929" y="1893758"/>
                  </a:lnTo>
                  <a:lnTo>
                    <a:pt x="3852775" y="1913105"/>
                  </a:lnTo>
                  <a:lnTo>
                    <a:pt x="3853620" y="1925593"/>
                  </a:lnTo>
                  <a:lnTo>
                    <a:pt x="3854465" y="1953705"/>
                  </a:lnTo>
                  <a:lnTo>
                    <a:pt x="3855310" y="2009474"/>
                  </a:lnTo>
                  <a:lnTo>
                    <a:pt x="3856155" y="2054501"/>
                  </a:lnTo>
                  <a:lnTo>
                    <a:pt x="3857000" y="2075332"/>
                  </a:lnTo>
                  <a:lnTo>
                    <a:pt x="3857845" y="2073454"/>
                  </a:lnTo>
                  <a:lnTo>
                    <a:pt x="3858690" y="2069756"/>
                  </a:lnTo>
                  <a:lnTo>
                    <a:pt x="3859535" y="2069756"/>
                  </a:lnTo>
                  <a:lnTo>
                    <a:pt x="3860380" y="2069756"/>
                  </a:lnTo>
                  <a:lnTo>
                    <a:pt x="3861225" y="2069756"/>
                  </a:lnTo>
                  <a:lnTo>
                    <a:pt x="3862071" y="2057085"/>
                  </a:lnTo>
                  <a:lnTo>
                    <a:pt x="3862916" y="2024044"/>
                  </a:lnTo>
                  <a:lnTo>
                    <a:pt x="3863761" y="1992017"/>
                  </a:lnTo>
                  <a:lnTo>
                    <a:pt x="3864606" y="1960318"/>
                  </a:lnTo>
                  <a:lnTo>
                    <a:pt x="3865451" y="1905769"/>
                  </a:lnTo>
                  <a:lnTo>
                    <a:pt x="3866296" y="1850429"/>
                  </a:lnTo>
                  <a:lnTo>
                    <a:pt x="3867141" y="1827732"/>
                  </a:lnTo>
                  <a:lnTo>
                    <a:pt x="3867986" y="1838719"/>
                  </a:lnTo>
                  <a:lnTo>
                    <a:pt x="3868831" y="1829938"/>
                  </a:lnTo>
                  <a:lnTo>
                    <a:pt x="3869676" y="1837991"/>
                  </a:lnTo>
                  <a:lnTo>
                    <a:pt x="3870521" y="1887692"/>
                  </a:lnTo>
                  <a:lnTo>
                    <a:pt x="3871367" y="1944723"/>
                  </a:lnTo>
                  <a:lnTo>
                    <a:pt x="3872212" y="1980091"/>
                  </a:lnTo>
                  <a:lnTo>
                    <a:pt x="3873057" y="1956690"/>
                  </a:lnTo>
                  <a:lnTo>
                    <a:pt x="3873902" y="1917153"/>
                  </a:lnTo>
                  <a:lnTo>
                    <a:pt x="3874747" y="1917271"/>
                  </a:lnTo>
                  <a:lnTo>
                    <a:pt x="3875592" y="1898043"/>
                  </a:lnTo>
                  <a:lnTo>
                    <a:pt x="3876437" y="1881238"/>
                  </a:lnTo>
                  <a:lnTo>
                    <a:pt x="3877282" y="1880023"/>
                  </a:lnTo>
                  <a:lnTo>
                    <a:pt x="3878127" y="1926023"/>
                  </a:lnTo>
                  <a:lnTo>
                    <a:pt x="3878972" y="1957667"/>
                  </a:lnTo>
                  <a:lnTo>
                    <a:pt x="3879817" y="1909450"/>
                  </a:lnTo>
                  <a:lnTo>
                    <a:pt x="3880663" y="1911069"/>
                  </a:lnTo>
                  <a:lnTo>
                    <a:pt x="3881508" y="1879746"/>
                  </a:lnTo>
                  <a:lnTo>
                    <a:pt x="3882353" y="1797776"/>
                  </a:lnTo>
                  <a:lnTo>
                    <a:pt x="3883198" y="1729400"/>
                  </a:lnTo>
                  <a:lnTo>
                    <a:pt x="3884043" y="1721332"/>
                  </a:lnTo>
                  <a:lnTo>
                    <a:pt x="3884888" y="1779533"/>
                  </a:lnTo>
                  <a:lnTo>
                    <a:pt x="3885733" y="1801990"/>
                  </a:lnTo>
                  <a:lnTo>
                    <a:pt x="3886578" y="1848428"/>
                  </a:lnTo>
                  <a:lnTo>
                    <a:pt x="3887423" y="1931613"/>
                  </a:lnTo>
                  <a:lnTo>
                    <a:pt x="3888268" y="1999444"/>
                  </a:lnTo>
                  <a:lnTo>
                    <a:pt x="3889113" y="2056212"/>
                  </a:lnTo>
                  <a:lnTo>
                    <a:pt x="3889959" y="2067613"/>
                  </a:lnTo>
                  <a:lnTo>
                    <a:pt x="3890804" y="2041150"/>
                  </a:lnTo>
                  <a:lnTo>
                    <a:pt x="3891649" y="1993173"/>
                  </a:lnTo>
                  <a:lnTo>
                    <a:pt x="3892494" y="1968720"/>
                  </a:lnTo>
                  <a:lnTo>
                    <a:pt x="3893339" y="1968721"/>
                  </a:lnTo>
                  <a:lnTo>
                    <a:pt x="3894184" y="1968722"/>
                  </a:lnTo>
                  <a:lnTo>
                    <a:pt x="3895029" y="1942357"/>
                  </a:lnTo>
                  <a:lnTo>
                    <a:pt x="3895874" y="1929285"/>
                  </a:lnTo>
                  <a:lnTo>
                    <a:pt x="3896719" y="1984020"/>
                  </a:lnTo>
                  <a:lnTo>
                    <a:pt x="3897564" y="2007641"/>
                  </a:lnTo>
                  <a:lnTo>
                    <a:pt x="3898409" y="2005036"/>
                  </a:lnTo>
                  <a:lnTo>
                    <a:pt x="3899255" y="2005037"/>
                  </a:lnTo>
                  <a:lnTo>
                    <a:pt x="3900100" y="1988300"/>
                  </a:lnTo>
                  <a:lnTo>
                    <a:pt x="3900945" y="1952539"/>
                  </a:lnTo>
                  <a:lnTo>
                    <a:pt x="3901790" y="1932401"/>
                  </a:lnTo>
                  <a:lnTo>
                    <a:pt x="3902635" y="1919699"/>
                  </a:lnTo>
                  <a:lnTo>
                    <a:pt x="3903480" y="1887834"/>
                  </a:lnTo>
                  <a:lnTo>
                    <a:pt x="3904325" y="1883040"/>
                  </a:lnTo>
                  <a:lnTo>
                    <a:pt x="3905170" y="1883077"/>
                  </a:lnTo>
                  <a:lnTo>
                    <a:pt x="3906015" y="1872422"/>
                  </a:lnTo>
                  <a:lnTo>
                    <a:pt x="3906860" y="1796417"/>
                  </a:lnTo>
                  <a:lnTo>
                    <a:pt x="3907706" y="1764949"/>
                  </a:lnTo>
                  <a:lnTo>
                    <a:pt x="3908551" y="1770846"/>
                  </a:lnTo>
                  <a:lnTo>
                    <a:pt x="3909396" y="1735029"/>
                  </a:lnTo>
                  <a:lnTo>
                    <a:pt x="3910241" y="1773922"/>
                  </a:lnTo>
                  <a:lnTo>
                    <a:pt x="3911086" y="1859872"/>
                  </a:lnTo>
                  <a:lnTo>
                    <a:pt x="3911931" y="1930840"/>
                  </a:lnTo>
                  <a:lnTo>
                    <a:pt x="3912776" y="1920050"/>
                  </a:lnTo>
                  <a:lnTo>
                    <a:pt x="3913621" y="1857683"/>
                  </a:lnTo>
                  <a:lnTo>
                    <a:pt x="3914466" y="1833558"/>
                  </a:lnTo>
                  <a:lnTo>
                    <a:pt x="3915311" y="1860366"/>
                  </a:lnTo>
                  <a:lnTo>
                    <a:pt x="3916156" y="1867722"/>
                  </a:lnTo>
                  <a:lnTo>
                    <a:pt x="3917002" y="1886136"/>
                  </a:lnTo>
                  <a:lnTo>
                    <a:pt x="3917847" y="1941929"/>
                  </a:lnTo>
                  <a:lnTo>
                    <a:pt x="3918692" y="2032871"/>
                  </a:lnTo>
                  <a:lnTo>
                    <a:pt x="3919537" y="2097606"/>
                  </a:lnTo>
                  <a:lnTo>
                    <a:pt x="3920382" y="2077113"/>
                  </a:lnTo>
                  <a:lnTo>
                    <a:pt x="3921227" y="2069756"/>
                  </a:lnTo>
                  <a:lnTo>
                    <a:pt x="3922072" y="2069756"/>
                  </a:lnTo>
                  <a:lnTo>
                    <a:pt x="3922917" y="2069756"/>
                  </a:lnTo>
                  <a:lnTo>
                    <a:pt x="3923762" y="2069756"/>
                  </a:lnTo>
                  <a:lnTo>
                    <a:pt x="3924607" y="2069756"/>
                  </a:lnTo>
                  <a:lnTo>
                    <a:pt x="3925452" y="2069756"/>
                  </a:lnTo>
                  <a:lnTo>
                    <a:pt x="3926298" y="2069756"/>
                  </a:lnTo>
                  <a:lnTo>
                    <a:pt x="3927143" y="2069756"/>
                  </a:lnTo>
                  <a:lnTo>
                    <a:pt x="3927988" y="2069756"/>
                  </a:lnTo>
                  <a:lnTo>
                    <a:pt x="3928833" y="2069756"/>
                  </a:lnTo>
                  <a:lnTo>
                    <a:pt x="3929678" y="2069756"/>
                  </a:lnTo>
                  <a:lnTo>
                    <a:pt x="3930523" y="2069656"/>
                  </a:lnTo>
                  <a:lnTo>
                    <a:pt x="3931368" y="2051184"/>
                  </a:lnTo>
                  <a:lnTo>
                    <a:pt x="3932213" y="2010626"/>
                  </a:lnTo>
                  <a:lnTo>
                    <a:pt x="3933058" y="1941535"/>
                  </a:lnTo>
                  <a:lnTo>
                    <a:pt x="3933903" y="1853636"/>
                  </a:lnTo>
                  <a:lnTo>
                    <a:pt x="3934748" y="1824249"/>
                  </a:lnTo>
                  <a:lnTo>
                    <a:pt x="3935594" y="1823576"/>
                  </a:lnTo>
                  <a:lnTo>
                    <a:pt x="3936439" y="1807626"/>
                  </a:lnTo>
                  <a:lnTo>
                    <a:pt x="3937284" y="1809656"/>
                  </a:lnTo>
                  <a:lnTo>
                    <a:pt x="3938129" y="1861254"/>
                  </a:lnTo>
                  <a:lnTo>
                    <a:pt x="3938974" y="1958657"/>
                  </a:lnTo>
                  <a:lnTo>
                    <a:pt x="3939819" y="1975599"/>
                  </a:lnTo>
                  <a:lnTo>
                    <a:pt x="3940664" y="1955601"/>
                  </a:lnTo>
                  <a:lnTo>
                    <a:pt x="3941509" y="1989678"/>
                  </a:lnTo>
                  <a:lnTo>
                    <a:pt x="3942354" y="2028209"/>
                  </a:lnTo>
                  <a:lnTo>
                    <a:pt x="3943199" y="2045700"/>
                  </a:lnTo>
                  <a:lnTo>
                    <a:pt x="3944044" y="2036196"/>
                  </a:lnTo>
                  <a:lnTo>
                    <a:pt x="3944890" y="2048641"/>
                  </a:lnTo>
                  <a:lnTo>
                    <a:pt x="3945735" y="2069413"/>
                  </a:lnTo>
                  <a:lnTo>
                    <a:pt x="3946580" y="2081207"/>
                  </a:lnTo>
                  <a:lnTo>
                    <a:pt x="3947425" y="2101363"/>
                  </a:lnTo>
                  <a:lnTo>
                    <a:pt x="3948270" y="2103286"/>
                  </a:lnTo>
                  <a:lnTo>
                    <a:pt x="3949115" y="2103286"/>
                  </a:lnTo>
                  <a:lnTo>
                    <a:pt x="3949960" y="2103286"/>
                  </a:lnTo>
                  <a:lnTo>
                    <a:pt x="3950805" y="2103286"/>
                  </a:lnTo>
                  <a:lnTo>
                    <a:pt x="3951650" y="2103286"/>
                  </a:lnTo>
                  <a:lnTo>
                    <a:pt x="3952495" y="2103286"/>
                  </a:lnTo>
                  <a:lnTo>
                    <a:pt x="3953340" y="2089802"/>
                  </a:lnTo>
                  <a:lnTo>
                    <a:pt x="3954186" y="2040582"/>
                  </a:lnTo>
                  <a:lnTo>
                    <a:pt x="3955031" y="1977597"/>
                  </a:lnTo>
                  <a:lnTo>
                    <a:pt x="3955876" y="1935353"/>
                  </a:lnTo>
                  <a:lnTo>
                    <a:pt x="3956721" y="1911080"/>
                  </a:lnTo>
                  <a:lnTo>
                    <a:pt x="3957566" y="1884714"/>
                  </a:lnTo>
                  <a:lnTo>
                    <a:pt x="3958411" y="1885708"/>
                  </a:lnTo>
                  <a:lnTo>
                    <a:pt x="3959256" y="1929807"/>
                  </a:lnTo>
                  <a:lnTo>
                    <a:pt x="3960101" y="1948554"/>
                  </a:lnTo>
                  <a:lnTo>
                    <a:pt x="3960946" y="1906054"/>
                  </a:lnTo>
                  <a:lnTo>
                    <a:pt x="3961791" y="1854185"/>
                  </a:lnTo>
                  <a:lnTo>
                    <a:pt x="3962636" y="1857573"/>
                  </a:lnTo>
                  <a:lnTo>
                    <a:pt x="3963482" y="1856609"/>
                  </a:lnTo>
                  <a:lnTo>
                    <a:pt x="3964327" y="1786142"/>
                  </a:lnTo>
                  <a:lnTo>
                    <a:pt x="3965172" y="1760831"/>
                  </a:lnTo>
                  <a:lnTo>
                    <a:pt x="3966017" y="1801067"/>
                  </a:lnTo>
                  <a:lnTo>
                    <a:pt x="3966862" y="1861860"/>
                  </a:lnTo>
                  <a:lnTo>
                    <a:pt x="3967707" y="1880338"/>
                  </a:lnTo>
                  <a:lnTo>
                    <a:pt x="3968552" y="1881752"/>
                  </a:lnTo>
                  <a:lnTo>
                    <a:pt x="3969397" y="1908458"/>
                  </a:lnTo>
                  <a:lnTo>
                    <a:pt x="3970242" y="1899043"/>
                  </a:lnTo>
                  <a:lnTo>
                    <a:pt x="3971087" y="1894780"/>
                  </a:lnTo>
                  <a:lnTo>
                    <a:pt x="3971933" y="1903453"/>
                  </a:lnTo>
                  <a:lnTo>
                    <a:pt x="3972778" y="1923947"/>
                  </a:lnTo>
                  <a:lnTo>
                    <a:pt x="3973623" y="1949728"/>
                  </a:lnTo>
                  <a:lnTo>
                    <a:pt x="3974468" y="1978270"/>
                  </a:lnTo>
                  <a:lnTo>
                    <a:pt x="3975313" y="2006246"/>
                  </a:lnTo>
                  <a:lnTo>
                    <a:pt x="3976158" y="2050811"/>
                  </a:lnTo>
                  <a:lnTo>
                    <a:pt x="3977003" y="2077912"/>
                  </a:lnTo>
                  <a:lnTo>
                    <a:pt x="3977848" y="2059024"/>
                  </a:lnTo>
                  <a:lnTo>
                    <a:pt x="3978693" y="2049742"/>
                  </a:lnTo>
                  <a:lnTo>
                    <a:pt x="3979538" y="2064774"/>
                  </a:lnTo>
                  <a:lnTo>
                    <a:pt x="3980383" y="2088399"/>
                  </a:lnTo>
                  <a:lnTo>
                    <a:pt x="3981229" y="2057999"/>
                  </a:lnTo>
                  <a:lnTo>
                    <a:pt x="3982074" y="1985305"/>
                  </a:lnTo>
                  <a:lnTo>
                    <a:pt x="3982919" y="1950063"/>
                  </a:lnTo>
                  <a:lnTo>
                    <a:pt x="3983764" y="1908535"/>
                  </a:lnTo>
                  <a:lnTo>
                    <a:pt x="3984609" y="1872272"/>
                  </a:lnTo>
                  <a:lnTo>
                    <a:pt x="3985454" y="1847742"/>
                  </a:lnTo>
                  <a:lnTo>
                    <a:pt x="3986299" y="1864463"/>
                  </a:lnTo>
                  <a:lnTo>
                    <a:pt x="3987144" y="1916730"/>
                  </a:lnTo>
                  <a:lnTo>
                    <a:pt x="3987989" y="1931631"/>
                  </a:lnTo>
                  <a:lnTo>
                    <a:pt x="3988834" y="1939950"/>
                  </a:lnTo>
                  <a:lnTo>
                    <a:pt x="3989679" y="1976213"/>
                  </a:lnTo>
                  <a:lnTo>
                    <a:pt x="3990525" y="1993754"/>
                  </a:lnTo>
                  <a:lnTo>
                    <a:pt x="3991370" y="1969477"/>
                  </a:lnTo>
                  <a:lnTo>
                    <a:pt x="3992215" y="1965613"/>
                  </a:lnTo>
                  <a:lnTo>
                    <a:pt x="3993060" y="1984348"/>
                  </a:lnTo>
                  <a:lnTo>
                    <a:pt x="3993905" y="2028336"/>
                  </a:lnTo>
                  <a:lnTo>
                    <a:pt x="3994750" y="2048492"/>
                  </a:lnTo>
                  <a:lnTo>
                    <a:pt x="3995595" y="2065604"/>
                  </a:lnTo>
                  <a:lnTo>
                    <a:pt x="3996440" y="2072462"/>
                  </a:lnTo>
                  <a:lnTo>
                    <a:pt x="3997285" y="2054064"/>
                  </a:lnTo>
                  <a:lnTo>
                    <a:pt x="3998130" y="2054065"/>
                  </a:lnTo>
                  <a:lnTo>
                    <a:pt x="3998975" y="2043287"/>
                  </a:lnTo>
                  <a:lnTo>
                    <a:pt x="3999821" y="2023130"/>
                  </a:lnTo>
                  <a:lnTo>
                    <a:pt x="4000666" y="2019880"/>
                  </a:lnTo>
                  <a:lnTo>
                    <a:pt x="4001511" y="2047493"/>
                  </a:lnTo>
                  <a:lnTo>
                    <a:pt x="4002356" y="2069756"/>
                  </a:lnTo>
                  <a:lnTo>
                    <a:pt x="4003201" y="2069756"/>
                  </a:lnTo>
                  <a:lnTo>
                    <a:pt x="4004046" y="2069756"/>
                  </a:lnTo>
                  <a:lnTo>
                    <a:pt x="4004891" y="2069756"/>
                  </a:lnTo>
                  <a:lnTo>
                    <a:pt x="4005736" y="2069756"/>
                  </a:lnTo>
                  <a:lnTo>
                    <a:pt x="4006581" y="2069756"/>
                  </a:lnTo>
                  <a:lnTo>
                    <a:pt x="4007426" y="2069756"/>
                  </a:lnTo>
                  <a:lnTo>
                    <a:pt x="4008271" y="2069756"/>
                  </a:lnTo>
                  <a:lnTo>
                    <a:pt x="4009117" y="2069756"/>
                  </a:lnTo>
                  <a:lnTo>
                    <a:pt x="4009962" y="2069756"/>
                  </a:lnTo>
                  <a:lnTo>
                    <a:pt x="4010807" y="2069756"/>
                  </a:lnTo>
                  <a:lnTo>
                    <a:pt x="4011652" y="2069756"/>
                  </a:lnTo>
                  <a:lnTo>
                    <a:pt x="4012497" y="2069756"/>
                  </a:lnTo>
                  <a:lnTo>
                    <a:pt x="4013342" y="2069756"/>
                  </a:lnTo>
                  <a:lnTo>
                    <a:pt x="4014187" y="2069756"/>
                  </a:lnTo>
                  <a:lnTo>
                    <a:pt x="4015032" y="2069756"/>
                  </a:lnTo>
                  <a:lnTo>
                    <a:pt x="4015877" y="2069756"/>
                  </a:lnTo>
                  <a:lnTo>
                    <a:pt x="4016722" y="2069756"/>
                  </a:lnTo>
                  <a:lnTo>
                    <a:pt x="4017567" y="2069756"/>
                  </a:lnTo>
                  <a:lnTo>
                    <a:pt x="4018413" y="2069756"/>
                  </a:lnTo>
                  <a:lnTo>
                    <a:pt x="4019258" y="2069756"/>
                  </a:lnTo>
                  <a:lnTo>
                    <a:pt x="4020103" y="2069756"/>
                  </a:lnTo>
                  <a:lnTo>
                    <a:pt x="4020948" y="2069756"/>
                  </a:lnTo>
                  <a:lnTo>
                    <a:pt x="4021793" y="2074661"/>
                  </a:lnTo>
                  <a:lnTo>
                    <a:pt x="4022638" y="2061100"/>
                  </a:lnTo>
                  <a:lnTo>
                    <a:pt x="4023483" y="2044349"/>
                  </a:lnTo>
                  <a:lnTo>
                    <a:pt x="4024328" y="2018222"/>
                  </a:lnTo>
                  <a:lnTo>
                    <a:pt x="4025173" y="2009062"/>
                  </a:lnTo>
                  <a:lnTo>
                    <a:pt x="4026018" y="1965388"/>
                  </a:lnTo>
                  <a:lnTo>
                    <a:pt x="4026863" y="1936192"/>
                  </a:lnTo>
                  <a:lnTo>
                    <a:pt x="4027709" y="1922139"/>
                  </a:lnTo>
                  <a:lnTo>
                    <a:pt x="4028554" y="1919334"/>
                  </a:lnTo>
                  <a:lnTo>
                    <a:pt x="4029399" y="1945463"/>
                  </a:lnTo>
                  <a:lnTo>
                    <a:pt x="4030244" y="1954623"/>
                  </a:lnTo>
                  <a:lnTo>
                    <a:pt x="4031089" y="1998299"/>
                  </a:lnTo>
                  <a:lnTo>
                    <a:pt x="4031934" y="2022588"/>
                  </a:lnTo>
                  <a:lnTo>
                    <a:pt x="4032779" y="2050201"/>
                  </a:lnTo>
                  <a:lnTo>
                    <a:pt x="4033624" y="2069756"/>
                  </a:lnTo>
                  <a:lnTo>
                    <a:pt x="4034469" y="2049347"/>
                  </a:lnTo>
                  <a:lnTo>
                    <a:pt x="4035314" y="2019675"/>
                  </a:lnTo>
                  <a:lnTo>
                    <a:pt x="4036160" y="1989805"/>
                  </a:lnTo>
                  <a:lnTo>
                    <a:pt x="4037005" y="1961313"/>
                  </a:lnTo>
                  <a:lnTo>
                    <a:pt x="4037850" y="1936245"/>
                  </a:lnTo>
                  <a:lnTo>
                    <a:pt x="4038695" y="1897837"/>
                  </a:lnTo>
                  <a:lnTo>
                    <a:pt x="4039540" y="1878788"/>
                  </a:lnTo>
                  <a:lnTo>
                    <a:pt x="4040385" y="1878534"/>
                  </a:lnTo>
                  <a:lnTo>
                    <a:pt x="4041230" y="1893231"/>
                  </a:lnTo>
                  <a:lnTo>
                    <a:pt x="4042075" y="1908966"/>
                  </a:lnTo>
                  <a:lnTo>
                    <a:pt x="4042920" y="1934034"/>
                  </a:lnTo>
                  <a:lnTo>
                    <a:pt x="4043765" y="1972444"/>
                  </a:lnTo>
                  <a:lnTo>
                    <a:pt x="4044610" y="2017145"/>
                  </a:lnTo>
                  <a:lnTo>
                    <a:pt x="4045456" y="2061628"/>
                  </a:lnTo>
                  <a:lnTo>
                    <a:pt x="4046301" y="2074556"/>
                  </a:lnTo>
                  <a:lnTo>
                    <a:pt x="4047146" y="2069259"/>
                  </a:lnTo>
                  <a:lnTo>
                    <a:pt x="4047991" y="2034048"/>
                  </a:lnTo>
                  <a:lnTo>
                    <a:pt x="4048836" y="2033090"/>
                  </a:lnTo>
                  <a:lnTo>
                    <a:pt x="4049681" y="2027846"/>
                  </a:lnTo>
                  <a:lnTo>
                    <a:pt x="4050526" y="2009298"/>
                  </a:lnTo>
                  <a:lnTo>
                    <a:pt x="4051371" y="1984649"/>
                  </a:lnTo>
                  <a:lnTo>
                    <a:pt x="4052216" y="1968609"/>
                  </a:lnTo>
                  <a:lnTo>
                    <a:pt x="4053061" y="1972463"/>
                  </a:lnTo>
                  <a:lnTo>
                    <a:pt x="4053906" y="1964535"/>
                  </a:lnTo>
                  <a:lnTo>
                    <a:pt x="4054752" y="1964535"/>
                  </a:lnTo>
                  <a:lnTo>
                    <a:pt x="4055597" y="1968525"/>
                  </a:lnTo>
                  <a:lnTo>
                    <a:pt x="4056442" y="1995417"/>
                  </a:lnTo>
                  <a:lnTo>
                    <a:pt x="4057287" y="2029511"/>
                  </a:lnTo>
                  <a:lnTo>
                    <a:pt x="4058132" y="2041972"/>
                  </a:lnTo>
                  <a:lnTo>
                    <a:pt x="4058977" y="2024362"/>
                  </a:lnTo>
                  <a:lnTo>
                    <a:pt x="4059822" y="1998358"/>
                  </a:lnTo>
                  <a:lnTo>
                    <a:pt x="4060667" y="1962587"/>
                  </a:lnTo>
                  <a:lnTo>
                    <a:pt x="4061512" y="1952613"/>
                  </a:lnTo>
                  <a:lnTo>
                    <a:pt x="4062357" y="1952614"/>
                  </a:lnTo>
                  <a:lnTo>
                    <a:pt x="4063202" y="1971508"/>
                  </a:lnTo>
                  <a:lnTo>
                    <a:pt x="4064048" y="2001325"/>
                  </a:lnTo>
                  <a:lnTo>
                    <a:pt x="4064893" y="2047821"/>
                  </a:lnTo>
                  <a:lnTo>
                    <a:pt x="4065738" y="2093057"/>
                  </a:lnTo>
                  <a:lnTo>
                    <a:pt x="4066583" y="2103030"/>
                  </a:lnTo>
                  <a:lnTo>
                    <a:pt x="4067428" y="2103032"/>
                  </a:lnTo>
                  <a:lnTo>
                    <a:pt x="4068273" y="2103033"/>
                  </a:lnTo>
                  <a:lnTo>
                    <a:pt x="4069118" y="2092235"/>
                  </a:lnTo>
                  <a:lnTo>
                    <a:pt x="4069963" y="2068367"/>
                  </a:lnTo>
                  <a:lnTo>
                    <a:pt x="4070808" y="2078514"/>
                  </a:lnTo>
                  <a:lnTo>
                    <a:pt x="4071653" y="2090255"/>
                  </a:lnTo>
                  <a:lnTo>
                    <a:pt x="4072498" y="2096834"/>
                  </a:lnTo>
                  <a:lnTo>
                    <a:pt x="4073344" y="2096835"/>
                  </a:lnTo>
                  <a:lnTo>
                    <a:pt x="4074189" y="2103286"/>
                  </a:lnTo>
                  <a:lnTo>
                    <a:pt x="4075034" y="2103286"/>
                  </a:lnTo>
                  <a:lnTo>
                    <a:pt x="4075879" y="2103286"/>
                  </a:lnTo>
                  <a:lnTo>
                    <a:pt x="4076724" y="2103286"/>
                  </a:lnTo>
                  <a:lnTo>
                    <a:pt x="4077569" y="2103286"/>
                  </a:lnTo>
                  <a:lnTo>
                    <a:pt x="4078414" y="2103286"/>
                  </a:lnTo>
                  <a:lnTo>
                    <a:pt x="4079259" y="2103286"/>
                  </a:lnTo>
                  <a:lnTo>
                    <a:pt x="4080104" y="2103286"/>
                  </a:lnTo>
                  <a:lnTo>
                    <a:pt x="4080949" y="2103286"/>
                  </a:lnTo>
                  <a:lnTo>
                    <a:pt x="4081794" y="2095646"/>
                  </a:lnTo>
                  <a:lnTo>
                    <a:pt x="4082640" y="2067949"/>
                  </a:lnTo>
                  <a:lnTo>
                    <a:pt x="4083485" y="2046683"/>
                  </a:lnTo>
                  <a:lnTo>
                    <a:pt x="4084330" y="2019447"/>
                  </a:lnTo>
                  <a:lnTo>
                    <a:pt x="4085175" y="2001320"/>
                  </a:lnTo>
                  <a:lnTo>
                    <a:pt x="4086020" y="2001320"/>
                  </a:lnTo>
                  <a:lnTo>
                    <a:pt x="4086865" y="2000234"/>
                  </a:lnTo>
                  <a:lnTo>
                    <a:pt x="4087710" y="1993765"/>
                  </a:lnTo>
                  <a:lnTo>
                    <a:pt x="4088555" y="2006190"/>
                  </a:lnTo>
                  <a:lnTo>
                    <a:pt x="4089400" y="2030977"/>
                  </a:lnTo>
                  <a:lnTo>
                    <a:pt x="4090245" y="2053375"/>
                  </a:lnTo>
                  <a:lnTo>
                    <a:pt x="4091090" y="2054920"/>
                  </a:lnTo>
                  <a:lnTo>
                    <a:pt x="4091936" y="2067674"/>
                  </a:lnTo>
                  <a:lnTo>
                    <a:pt x="4092781" y="2098164"/>
                  </a:lnTo>
                  <a:lnTo>
                    <a:pt x="4093626" y="2069333"/>
                  </a:lnTo>
                  <a:lnTo>
                    <a:pt x="4094471" y="2038278"/>
                  </a:lnTo>
                  <a:lnTo>
                    <a:pt x="4095316" y="2019131"/>
                  </a:lnTo>
                  <a:lnTo>
                    <a:pt x="4096161" y="2009237"/>
                  </a:lnTo>
                  <a:lnTo>
                    <a:pt x="4097006" y="1994946"/>
                  </a:lnTo>
                  <a:lnTo>
                    <a:pt x="4097851" y="2002510"/>
                  </a:lnTo>
                  <a:lnTo>
                    <a:pt x="4098696" y="2036981"/>
                  </a:lnTo>
                  <a:lnTo>
                    <a:pt x="4099541" y="2051002"/>
                  </a:lnTo>
                  <a:lnTo>
                    <a:pt x="4100387" y="2051003"/>
                  </a:lnTo>
                  <a:lnTo>
                    <a:pt x="4101232" y="2059350"/>
                  </a:lnTo>
                  <a:lnTo>
                    <a:pt x="4102077" y="2073642"/>
                  </a:lnTo>
                  <a:lnTo>
                    <a:pt x="4102922" y="2067516"/>
                  </a:lnTo>
                  <a:lnTo>
                    <a:pt x="4103767" y="2005867"/>
                  </a:lnTo>
                  <a:lnTo>
                    <a:pt x="4104612" y="1948377"/>
                  </a:lnTo>
                  <a:lnTo>
                    <a:pt x="4105457" y="1928840"/>
                  </a:lnTo>
                  <a:lnTo>
                    <a:pt x="4106302" y="1906083"/>
                  </a:lnTo>
                  <a:lnTo>
                    <a:pt x="4107147" y="1880629"/>
                  </a:lnTo>
                  <a:lnTo>
                    <a:pt x="4107992" y="1886740"/>
                  </a:lnTo>
                  <a:lnTo>
                    <a:pt x="4108837" y="1983222"/>
                  </a:lnTo>
                  <a:lnTo>
                    <a:pt x="4109683" y="2052572"/>
                  </a:lnTo>
                  <a:lnTo>
                    <a:pt x="4110528" y="2072107"/>
                  </a:lnTo>
                  <a:lnTo>
                    <a:pt x="4111373" y="2087648"/>
                  </a:lnTo>
                  <a:lnTo>
                    <a:pt x="4112218" y="2092295"/>
                  </a:lnTo>
                  <a:lnTo>
                    <a:pt x="4113063" y="2088761"/>
                  </a:lnTo>
                  <a:lnTo>
                    <a:pt x="4113908" y="2072338"/>
                  </a:lnTo>
                  <a:lnTo>
                    <a:pt x="4114753" y="2078826"/>
                  </a:lnTo>
                  <a:lnTo>
                    <a:pt x="4115598" y="2084680"/>
                  </a:lnTo>
                  <a:lnTo>
                    <a:pt x="4116443" y="2057425"/>
                  </a:lnTo>
                  <a:lnTo>
                    <a:pt x="4117288" y="2069698"/>
                  </a:lnTo>
                  <a:lnTo>
                    <a:pt x="4118133" y="2069361"/>
                  </a:lnTo>
                  <a:lnTo>
                    <a:pt x="4118979" y="2050950"/>
                  </a:lnTo>
                  <a:lnTo>
                    <a:pt x="4119824" y="2032602"/>
                  </a:lnTo>
                  <a:lnTo>
                    <a:pt x="4120669" y="2026747"/>
                  </a:lnTo>
                  <a:lnTo>
                    <a:pt x="4121514" y="2061218"/>
                  </a:lnTo>
                  <a:lnTo>
                    <a:pt x="4122359" y="2069756"/>
                  </a:lnTo>
                  <a:lnTo>
                    <a:pt x="4123204" y="2077457"/>
                  </a:lnTo>
                  <a:lnTo>
                    <a:pt x="4124049" y="2072012"/>
                  </a:lnTo>
                  <a:lnTo>
                    <a:pt x="4124894" y="2052037"/>
                  </a:lnTo>
                  <a:lnTo>
                    <a:pt x="4125739" y="2050896"/>
                  </a:lnTo>
                  <a:lnTo>
                    <a:pt x="4126584" y="2050896"/>
                  </a:lnTo>
                  <a:lnTo>
                    <a:pt x="4127429" y="2050897"/>
                  </a:lnTo>
                  <a:lnTo>
                    <a:pt x="4128275" y="2043195"/>
                  </a:lnTo>
                  <a:lnTo>
                    <a:pt x="4129120" y="2048639"/>
                  </a:lnTo>
                  <a:lnTo>
                    <a:pt x="4129965" y="2063078"/>
                  </a:lnTo>
                  <a:lnTo>
                    <a:pt x="4130810" y="2036787"/>
                  </a:lnTo>
                  <a:lnTo>
                    <a:pt x="4131655" y="2059214"/>
                  </a:lnTo>
                  <a:lnTo>
                    <a:pt x="4132500" y="2074935"/>
                  </a:lnTo>
                  <a:lnTo>
                    <a:pt x="4133345" y="2092475"/>
                  </a:lnTo>
                  <a:lnTo>
                    <a:pt x="4134190" y="2081963"/>
                  </a:lnTo>
                  <a:lnTo>
                    <a:pt x="4135035" y="2029315"/>
                  </a:lnTo>
                  <a:lnTo>
                    <a:pt x="4135880" y="2047513"/>
                  </a:lnTo>
                  <a:lnTo>
                    <a:pt x="4136725" y="2025086"/>
                  </a:lnTo>
                  <a:lnTo>
                    <a:pt x="4137571" y="2009365"/>
                  </a:lnTo>
                  <a:lnTo>
                    <a:pt x="4138416" y="1991825"/>
                  </a:lnTo>
                  <a:lnTo>
                    <a:pt x="4139261" y="2028832"/>
                  </a:lnTo>
                  <a:lnTo>
                    <a:pt x="4140106" y="2103286"/>
                  </a:lnTo>
                  <a:lnTo>
                    <a:pt x="4140951" y="2103286"/>
                  </a:lnTo>
                  <a:lnTo>
                    <a:pt x="4141796" y="2077574"/>
                  </a:lnTo>
                  <a:lnTo>
                    <a:pt x="4142641" y="2060586"/>
                  </a:lnTo>
                  <a:lnTo>
                    <a:pt x="4143486" y="2026115"/>
                  </a:lnTo>
                  <a:lnTo>
                    <a:pt x="4144331" y="1952749"/>
                  </a:lnTo>
                  <a:lnTo>
                    <a:pt x="4145176" y="1865061"/>
                  </a:lnTo>
                  <a:lnTo>
                    <a:pt x="4146021" y="1848319"/>
                  </a:lnTo>
                  <a:lnTo>
                    <a:pt x="4146867" y="1881254"/>
                  </a:lnTo>
                  <a:lnTo>
                    <a:pt x="4147712" y="1864545"/>
                  </a:lnTo>
                  <a:lnTo>
                    <a:pt x="4148557" y="1910195"/>
                  </a:lnTo>
                  <a:lnTo>
                    <a:pt x="4149402" y="1952981"/>
                  </a:lnTo>
                  <a:lnTo>
                    <a:pt x="4150247" y="1977012"/>
                  </a:lnTo>
                  <a:lnTo>
                    <a:pt x="4151092" y="1995320"/>
                  </a:lnTo>
                  <a:lnTo>
                    <a:pt x="4151937" y="2008037"/>
                  </a:lnTo>
                  <a:lnTo>
                    <a:pt x="4152782" y="2010513"/>
                  </a:lnTo>
                  <a:lnTo>
                    <a:pt x="4153627" y="1986664"/>
                  </a:lnTo>
                  <a:lnTo>
                    <a:pt x="4154472" y="1984404"/>
                  </a:lnTo>
                  <a:lnTo>
                    <a:pt x="4155317" y="1953743"/>
                  </a:lnTo>
                  <a:lnTo>
                    <a:pt x="4156163" y="1937430"/>
                  </a:lnTo>
                  <a:lnTo>
                    <a:pt x="4157008" y="1927110"/>
                  </a:lnTo>
                  <a:lnTo>
                    <a:pt x="4157853" y="1954899"/>
                  </a:lnTo>
                  <a:lnTo>
                    <a:pt x="4158698" y="1931923"/>
                  </a:lnTo>
                  <a:lnTo>
                    <a:pt x="4159543" y="1877405"/>
                  </a:lnTo>
                  <a:lnTo>
                    <a:pt x="4160388" y="1888787"/>
                  </a:lnTo>
                  <a:lnTo>
                    <a:pt x="4161233" y="1870886"/>
                  </a:lnTo>
                  <a:lnTo>
                    <a:pt x="4162078" y="1826865"/>
                  </a:lnTo>
                  <a:lnTo>
                    <a:pt x="4162923" y="1792418"/>
                  </a:lnTo>
                  <a:lnTo>
                    <a:pt x="4163768" y="1833627"/>
                  </a:lnTo>
                  <a:lnTo>
                    <a:pt x="4164614" y="1921394"/>
                  </a:lnTo>
                  <a:lnTo>
                    <a:pt x="4165459" y="1974309"/>
                  </a:lnTo>
                  <a:lnTo>
                    <a:pt x="4166304" y="1991589"/>
                  </a:lnTo>
                  <a:lnTo>
                    <a:pt x="4167149" y="2029166"/>
                  </a:lnTo>
                  <a:lnTo>
                    <a:pt x="4167994" y="2059525"/>
                  </a:lnTo>
                  <a:lnTo>
                    <a:pt x="4168839" y="2052891"/>
                  </a:lnTo>
                  <a:lnTo>
                    <a:pt x="4169684" y="2034992"/>
                  </a:lnTo>
                  <a:lnTo>
                    <a:pt x="4170529" y="2004415"/>
                  </a:lnTo>
                  <a:lnTo>
                    <a:pt x="4171374" y="2000992"/>
                  </a:lnTo>
                  <a:lnTo>
                    <a:pt x="4172219" y="2016092"/>
                  </a:lnTo>
                  <a:lnTo>
                    <a:pt x="4173064" y="2025815"/>
                  </a:lnTo>
                  <a:lnTo>
                    <a:pt x="4173910" y="1978544"/>
                  </a:lnTo>
                  <a:lnTo>
                    <a:pt x="4174755" y="1938847"/>
                  </a:lnTo>
                  <a:lnTo>
                    <a:pt x="4175600" y="1966775"/>
                  </a:lnTo>
                  <a:lnTo>
                    <a:pt x="4176445" y="1961537"/>
                  </a:lnTo>
                  <a:lnTo>
                    <a:pt x="4177290" y="1922729"/>
                  </a:lnTo>
                  <a:lnTo>
                    <a:pt x="4178135" y="1888020"/>
                  </a:lnTo>
                  <a:lnTo>
                    <a:pt x="4178980" y="1914320"/>
                  </a:lnTo>
                  <a:lnTo>
                    <a:pt x="4179825" y="1945010"/>
                  </a:lnTo>
                  <a:lnTo>
                    <a:pt x="4180670" y="1919371"/>
                  </a:lnTo>
                  <a:lnTo>
                    <a:pt x="4181515" y="1923973"/>
                  </a:lnTo>
                  <a:lnTo>
                    <a:pt x="4182360" y="1972688"/>
                  </a:lnTo>
                  <a:lnTo>
                    <a:pt x="4183206" y="2075425"/>
                  </a:lnTo>
                  <a:lnTo>
                    <a:pt x="4184051" y="2103286"/>
                  </a:lnTo>
                  <a:lnTo>
                    <a:pt x="4184896" y="2103286"/>
                  </a:lnTo>
                  <a:lnTo>
                    <a:pt x="4185741" y="2103286"/>
                  </a:lnTo>
                  <a:lnTo>
                    <a:pt x="4186586" y="2103286"/>
                  </a:lnTo>
                  <a:lnTo>
                    <a:pt x="4187431" y="2103286"/>
                  </a:lnTo>
                  <a:lnTo>
                    <a:pt x="4188276" y="2072156"/>
                  </a:lnTo>
                  <a:lnTo>
                    <a:pt x="4189121" y="2019039"/>
                  </a:lnTo>
                  <a:lnTo>
                    <a:pt x="4189966" y="1982863"/>
                  </a:lnTo>
                  <a:lnTo>
                    <a:pt x="4190811" y="1937760"/>
                  </a:lnTo>
                  <a:lnTo>
                    <a:pt x="4191656" y="1951806"/>
                  </a:lnTo>
                  <a:lnTo>
                    <a:pt x="4192502" y="1972048"/>
                  </a:lnTo>
                  <a:lnTo>
                    <a:pt x="4193347" y="1972048"/>
                  </a:lnTo>
                  <a:lnTo>
                    <a:pt x="4194192" y="1905864"/>
                  </a:lnTo>
                  <a:lnTo>
                    <a:pt x="4195037" y="1868228"/>
                  </a:lnTo>
                  <a:lnTo>
                    <a:pt x="4195882" y="1905221"/>
                  </a:lnTo>
                  <a:lnTo>
                    <a:pt x="4196727" y="1900805"/>
                  </a:lnTo>
                  <a:lnTo>
                    <a:pt x="4197572" y="1901040"/>
                  </a:lnTo>
                  <a:lnTo>
                    <a:pt x="4198417" y="1912914"/>
                  </a:lnTo>
                  <a:lnTo>
                    <a:pt x="4199262" y="1996901"/>
                  </a:lnTo>
                  <a:lnTo>
                    <a:pt x="4200107" y="2077363"/>
                  </a:lnTo>
                  <a:lnTo>
                    <a:pt x="4200952" y="2094235"/>
                  </a:lnTo>
                  <a:lnTo>
                    <a:pt x="4201798" y="2103286"/>
                  </a:lnTo>
                  <a:lnTo>
                    <a:pt x="4202643" y="2103286"/>
                  </a:lnTo>
                  <a:lnTo>
                    <a:pt x="4203488" y="2103286"/>
                  </a:lnTo>
                  <a:lnTo>
                    <a:pt x="4204333" y="2090748"/>
                  </a:lnTo>
                  <a:lnTo>
                    <a:pt x="4205178" y="2060105"/>
                  </a:lnTo>
                  <a:lnTo>
                    <a:pt x="4206023" y="2053778"/>
                  </a:lnTo>
                  <a:lnTo>
                    <a:pt x="4206868" y="2023707"/>
                  </a:lnTo>
                  <a:lnTo>
                    <a:pt x="4207713" y="2001805"/>
                  </a:lnTo>
                  <a:lnTo>
                    <a:pt x="4208558" y="2012425"/>
                  </a:lnTo>
                  <a:lnTo>
                    <a:pt x="4209403" y="2054193"/>
                  </a:lnTo>
                  <a:lnTo>
                    <a:pt x="4210248" y="2103286"/>
                  </a:lnTo>
                  <a:lnTo>
                    <a:pt x="4211094" y="2103286"/>
                  </a:lnTo>
                  <a:lnTo>
                    <a:pt x="4211939" y="2103286"/>
                  </a:lnTo>
                  <a:lnTo>
                    <a:pt x="4212784" y="2103286"/>
                  </a:lnTo>
                  <a:lnTo>
                    <a:pt x="4213629" y="2103286"/>
                  </a:lnTo>
                  <a:lnTo>
                    <a:pt x="4214474" y="2103286"/>
                  </a:lnTo>
                  <a:lnTo>
                    <a:pt x="4215319" y="2078576"/>
                  </a:lnTo>
                  <a:lnTo>
                    <a:pt x="4216164" y="2050761"/>
                  </a:lnTo>
                  <a:lnTo>
                    <a:pt x="4217009" y="2050762"/>
                  </a:lnTo>
                  <a:lnTo>
                    <a:pt x="4217854" y="2019035"/>
                  </a:lnTo>
                  <a:lnTo>
                    <a:pt x="4218699" y="1973485"/>
                  </a:lnTo>
                  <a:lnTo>
                    <a:pt x="4219544" y="1992656"/>
                  </a:lnTo>
                  <a:lnTo>
                    <a:pt x="4220390" y="2016279"/>
                  </a:lnTo>
                  <a:lnTo>
                    <a:pt x="4221235" y="2016279"/>
                  </a:lnTo>
                  <a:lnTo>
                    <a:pt x="4222080" y="2016280"/>
                  </a:lnTo>
                  <a:lnTo>
                    <a:pt x="4222925" y="2039864"/>
                  </a:lnTo>
                  <a:lnTo>
                    <a:pt x="4223770" y="2092007"/>
                  </a:lnTo>
                  <a:lnTo>
                    <a:pt x="4224615" y="2103286"/>
                  </a:lnTo>
                  <a:lnTo>
                    <a:pt x="4225460" y="2103286"/>
                  </a:lnTo>
                  <a:lnTo>
                    <a:pt x="4226305" y="2103286"/>
                  </a:lnTo>
                  <a:lnTo>
                    <a:pt x="4227150" y="2103286"/>
                  </a:lnTo>
                  <a:lnTo>
                    <a:pt x="4227995" y="2103286"/>
                  </a:lnTo>
                  <a:lnTo>
                    <a:pt x="4228841" y="2103286"/>
                  </a:lnTo>
                  <a:lnTo>
                    <a:pt x="4229686" y="2103286"/>
                  </a:lnTo>
                  <a:lnTo>
                    <a:pt x="4230531" y="2049018"/>
                  </a:lnTo>
                  <a:lnTo>
                    <a:pt x="4231376" y="2041222"/>
                  </a:lnTo>
                  <a:lnTo>
                    <a:pt x="4232221" y="2035988"/>
                  </a:lnTo>
                  <a:lnTo>
                    <a:pt x="4233066" y="2001328"/>
                  </a:lnTo>
                  <a:lnTo>
                    <a:pt x="4233911" y="1944765"/>
                  </a:lnTo>
                  <a:lnTo>
                    <a:pt x="4234756" y="1882212"/>
                  </a:lnTo>
                  <a:lnTo>
                    <a:pt x="4235601" y="1787658"/>
                  </a:lnTo>
                  <a:lnTo>
                    <a:pt x="4236446" y="1715154"/>
                  </a:lnTo>
                  <a:lnTo>
                    <a:pt x="4237291" y="1642029"/>
                  </a:lnTo>
                  <a:lnTo>
                    <a:pt x="4238137" y="1579294"/>
                  </a:lnTo>
                  <a:lnTo>
                    <a:pt x="4238982" y="1517003"/>
                  </a:lnTo>
                  <a:lnTo>
                    <a:pt x="4239827" y="1512047"/>
                  </a:lnTo>
                  <a:lnTo>
                    <a:pt x="4240672" y="1542630"/>
                  </a:lnTo>
                  <a:lnTo>
                    <a:pt x="4241517" y="1565149"/>
                  </a:lnTo>
                  <a:lnTo>
                    <a:pt x="4242362" y="1628596"/>
                  </a:lnTo>
                  <a:lnTo>
                    <a:pt x="4243207" y="1661792"/>
                  </a:lnTo>
                  <a:lnTo>
                    <a:pt x="4244052" y="1731066"/>
                  </a:lnTo>
                  <a:lnTo>
                    <a:pt x="4244897" y="1819971"/>
                  </a:lnTo>
                  <a:lnTo>
                    <a:pt x="4245742" y="1884061"/>
                  </a:lnTo>
                  <a:lnTo>
                    <a:pt x="4246587" y="1904752"/>
                  </a:lnTo>
                  <a:lnTo>
                    <a:pt x="4247433" y="1904826"/>
                  </a:lnTo>
                  <a:lnTo>
                    <a:pt x="4248278" y="1925982"/>
                  </a:lnTo>
                  <a:lnTo>
                    <a:pt x="4249123" y="1922916"/>
                  </a:lnTo>
                  <a:lnTo>
                    <a:pt x="4249968" y="1885764"/>
                  </a:lnTo>
                  <a:lnTo>
                    <a:pt x="4250813" y="1875163"/>
                  </a:lnTo>
                  <a:lnTo>
                    <a:pt x="4251658" y="1828273"/>
                  </a:lnTo>
                  <a:lnTo>
                    <a:pt x="4252503" y="1792987"/>
                  </a:lnTo>
                  <a:lnTo>
                    <a:pt x="4253348" y="1815603"/>
                  </a:lnTo>
                  <a:lnTo>
                    <a:pt x="4254193" y="1867366"/>
                  </a:lnTo>
                  <a:lnTo>
                    <a:pt x="4255038" y="1926538"/>
                  </a:lnTo>
                  <a:lnTo>
                    <a:pt x="4255883" y="1986099"/>
                  </a:lnTo>
                  <a:lnTo>
                    <a:pt x="4256729" y="2086146"/>
                  </a:lnTo>
                  <a:lnTo>
                    <a:pt x="4257574" y="2103286"/>
                  </a:lnTo>
                  <a:lnTo>
                    <a:pt x="4258419" y="2103286"/>
                  </a:lnTo>
                  <a:lnTo>
                    <a:pt x="4259264" y="2103286"/>
                  </a:lnTo>
                  <a:lnTo>
                    <a:pt x="4260109" y="2103286"/>
                  </a:lnTo>
                  <a:lnTo>
                    <a:pt x="4260954" y="2103286"/>
                  </a:lnTo>
                  <a:lnTo>
                    <a:pt x="4261799" y="2103286"/>
                  </a:lnTo>
                  <a:lnTo>
                    <a:pt x="4262644" y="2102092"/>
                  </a:lnTo>
                  <a:lnTo>
                    <a:pt x="4263489" y="2077445"/>
                  </a:lnTo>
                  <a:lnTo>
                    <a:pt x="4264334" y="2069756"/>
                  </a:lnTo>
                  <a:lnTo>
                    <a:pt x="4265179" y="2057181"/>
                  </a:lnTo>
                  <a:lnTo>
                    <a:pt x="4266025" y="2051207"/>
                  </a:lnTo>
                  <a:lnTo>
                    <a:pt x="4266870" y="2051207"/>
                  </a:lnTo>
                  <a:lnTo>
                    <a:pt x="4267715" y="2047120"/>
                  </a:lnTo>
                  <a:lnTo>
                    <a:pt x="4268560" y="2025675"/>
                  </a:lnTo>
                  <a:lnTo>
                    <a:pt x="4269405" y="2002707"/>
                  </a:lnTo>
                  <a:lnTo>
                    <a:pt x="4270250" y="2009445"/>
                  </a:lnTo>
                  <a:lnTo>
                    <a:pt x="4271095" y="2007566"/>
                  </a:lnTo>
                  <a:lnTo>
                    <a:pt x="4271940" y="1953528"/>
                  </a:lnTo>
                  <a:lnTo>
                    <a:pt x="4272785" y="1921981"/>
                  </a:lnTo>
                  <a:lnTo>
                    <a:pt x="4273630" y="1905802"/>
                  </a:lnTo>
                  <a:lnTo>
                    <a:pt x="4274475" y="1884400"/>
                  </a:lnTo>
                  <a:lnTo>
                    <a:pt x="4275321" y="1840335"/>
                  </a:lnTo>
                  <a:lnTo>
                    <a:pt x="4276166" y="1832366"/>
                  </a:lnTo>
                  <a:lnTo>
                    <a:pt x="4277011" y="1886405"/>
                  </a:lnTo>
                  <a:lnTo>
                    <a:pt x="4277856" y="1922039"/>
                  </a:lnTo>
                  <a:lnTo>
                    <a:pt x="4278701" y="1959663"/>
                  </a:lnTo>
                  <a:lnTo>
                    <a:pt x="4279546" y="2004032"/>
                  </a:lnTo>
                  <a:lnTo>
                    <a:pt x="4280391" y="2035462"/>
                  </a:lnTo>
                  <a:lnTo>
                    <a:pt x="4281236" y="2025747"/>
                  </a:lnTo>
                  <a:lnTo>
                    <a:pt x="4282081" y="2015369"/>
                  </a:lnTo>
                  <a:lnTo>
                    <a:pt x="4282926" y="2005433"/>
                  </a:lnTo>
                  <a:lnTo>
                    <a:pt x="4283771" y="1981837"/>
                  </a:lnTo>
                  <a:lnTo>
                    <a:pt x="4284617" y="1983574"/>
                  </a:lnTo>
                  <a:lnTo>
                    <a:pt x="4285462" y="1943992"/>
                  </a:lnTo>
                  <a:lnTo>
                    <a:pt x="4286307" y="1914574"/>
                  </a:lnTo>
                  <a:lnTo>
                    <a:pt x="4287152" y="1914665"/>
                  </a:lnTo>
                  <a:lnTo>
                    <a:pt x="4287997" y="1924404"/>
                  </a:lnTo>
                  <a:lnTo>
                    <a:pt x="4288842" y="1934913"/>
                  </a:lnTo>
                  <a:lnTo>
                    <a:pt x="4289687" y="1926197"/>
                  </a:lnTo>
                  <a:lnTo>
                    <a:pt x="4290532" y="1997630"/>
                  </a:lnTo>
                  <a:lnTo>
                    <a:pt x="4291377" y="2072676"/>
                  </a:lnTo>
                  <a:lnTo>
                    <a:pt x="4292222" y="2080129"/>
                  </a:lnTo>
                  <a:lnTo>
                    <a:pt x="4293068" y="2083235"/>
                  </a:lnTo>
                  <a:lnTo>
                    <a:pt x="4293913" y="2103286"/>
                  </a:lnTo>
                  <a:lnTo>
                    <a:pt x="4294758" y="2103286"/>
                  </a:lnTo>
                  <a:lnTo>
                    <a:pt x="4295603" y="2098965"/>
                  </a:lnTo>
                  <a:lnTo>
                    <a:pt x="4296448" y="2078873"/>
                  </a:lnTo>
                  <a:lnTo>
                    <a:pt x="4297293" y="2081706"/>
                  </a:lnTo>
                  <a:lnTo>
                    <a:pt x="4298138" y="2078799"/>
                  </a:lnTo>
                  <a:lnTo>
                    <a:pt x="4298983" y="2069756"/>
                  </a:lnTo>
                  <a:lnTo>
                    <a:pt x="4299828" y="2033452"/>
                  </a:lnTo>
                  <a:lnTo>
                    <a:pt x="4300673" y="1968888"/>
                  </a:lnTo>
                  <a:lnTo>
                    <a:pt x="4301518" y="1946595"/>
                  </a:lnTo>
                  <a:lnTo>
                    <a:pt x="4302364" y="1902534"/>
                  </a:lnTo>
                  <a:lnTo>
                    <a:pt x="4303209" y="1860926"/>
                  </a:lnTo>
                  <a:lnTo>
                    <a:pt x="4304054" y="1832634"/>
                  </a:lnTo>
                  <a:lnTo>
                    <a:pt x="4304899" y="1835982"/>
                  </a:lnTo>
                  <a:lnTo>
                    <a:pt x="4305744" y="1887837"/>
                  </a:lnTo>
                  <a:lnTo>
                    <a:pt x="4306589" y="1879742"/>
                  </a:lnTo>
                  <a:lnTo>
                    <a:pt x="4307434" y="1860918"/>
                  </a:lnTo>
                  <a:lnTo>
                    <a:pt x="4308279" y="1858298"/>
                  </a:lnTo>
                  <a:lnTo>
                    <a:pt x="4309124" y="1843110"/>
                  </a:lnTo>
                  <a:lnTo>
                    <a:pt x="4309969" y="1803396"/>
                  </a:lnTo>
                  <a:lnTo>
                    <a:pt x="4310814" y="1767488"/>
                  </a:lnTo>
                  <a:lnTo>
                    <a:pt x="4311660" y="1786828"/>
                  </a:lnTo>
                  <a:lnTo>
                    <a:pt x="4312505" y="1849713"/>
                  </a:lnTo>
                  <a:lnTo>
                    <a:pt x="4313350" y="1874144"/>
                  </a:lnTo>
                  <a:lnTo>
                    <a:pt x="4314195" y="1909100"/>
                  </a:lnTo>
                  <a:lnTo>
                    <a:pt x="4315040" y="1991176"/>
                  </a:lnTo>
                  <a:lnTo>
                    <a:pt x="4315885" y="2039792"/>
                  </a:lnTo>
                  <a:lnTo>
                    <a:pt x="4316730" y="2048263"/>
                  </a:lnTo>
                  <a:lnTo>
                    <a:pt x="4317575" y="2034221"/>
                  </a:lnTo>
                  <a:lnTo>
                    <a:pt x="4318420" y="2026616"/>
                  </a:lnTo>
                  <a:lnTo>
                    <a:pt x="4319265" y="2017003"/>
                  </a:lnTo>
                  <a:lnTo>
                    <a:pt x="4320110" y="1998863"/>
                  </a:lnTo>
                  <a:lnTo>
                    <a:pt x="4320956" y="1985444"/>
                  </a:lnTo>
                  <a:lnTo>
                    <a:pt x="4321801" y="1987726"/>
                  </a:lnTo>
                  <a:lnTo>
                    <a:pt x="4322646" y="1962491"/>
                  </a:lnTo>
                  <a:lnTo>
                    <a:pt x="4323491" y="1943217"/>
                  </a:lnTo>
                  <a:lnTo>
                    <a:pt x="4324336" y="1949771"/>
                  </a:lnTo>
                  <a:lnTo>
                    <a:pt x="4325181" y="1978662"/>
                  </a:lnTo>
                  <a:lnTo>
                    <a:pt x="4326026" y="2003976"/>
                  </a:lnTo>
                  <a:lnTo>
                    <a:pt x="4326871" y="2004272"/>
                  </a:lnTo>
                  <a:lnTo>
                    <a:pt x="4327716" y="2043551"/>
                  </a:lnTo>
                  <a:lnTo>
                    <a:pt x="4328561" y="2090226"/>
                  </a:lnTo>
                  <a:lnTo>
                    <a:pt x="4329406" y="2088198"/>
                  </a:lnTo>
                  <a:lnTo>
                    <a:pt x="4330252" y="2035194"/>
                  </a:lnTo>
                  <a:lnTo>
                    <a:pt x="4331097" y="1979149"/>
                  </a:lnTo>
                  <a:lnTo>
                    <a:pt x="4331942" y="1967472"/>
                  </a:lnTo>
                  <a:lnTo>
                    <a:pt x="4332787" y="1967472"/>
                  </a:lnTo>
                  <a:lnTo>
                    <a:pt x="4333632" y="1967473"/>
                  </a:lnTo>
                  <a:lnTo>
                    <a:pt x="4334477" y="1990091"/>
                  </a:lnTo>
                  <a:lnTo>
                    <a:pt x="4335322" y="2043431"/>
                  </a:lnTo>
                  <a:lnTo>
                    <a:pt x="4336167" y="2092882"/>
                  </a:lnTo>
                  <a:lnTo>
                    <a:pt x="4337012" y="2103286"/>
                  </a:lnTo>
                  <a:lnTo>
                    <a:pt x="4337857" y="2103286"/>
                  </a:lnTo>
                  <a:lnTo>
                    <a:pt x="4338702" y="2103286"/>
                  </a:lnTo>
                  <a:lnTo>
                    <a:pt x="4339548" y="2095552"/>
                  </a:lnTo>
                  <a:lnTo>
                    <a:pt x="4340393" y="2064217"/>
                  </a:lnTo>
                  <a:lnTo>
                    <a:pt x="4341238" y="2026446"/>
                  </a:lnTo>
                  <a:lnTo>
                    <a:pt x="4342083" y="2027794"/>
                  </a:lnTo>
                  <a:lnTo>
                    <a:pt x="4342928" y="2031581"/>
                  </a:lnTo>
                  <a:lnTo>
                    <a:pt x="4343773" y="2031447"/>
                  </a:lnTo>
                  <a:lnTo>
                    <a:pt x="4344618" y="2031447"/>
                  </a:lnTo>
                  <a:lnTo>
                    <a:pt x="4345463" y="2061607"/>
                  </a:lnTo>
                  <a:lnTo>
                    <a:pt x="4346308" y="2103286"/>
                  </a:lnTo>
                  <a:lnTo>
                    <a:pt x="4347153" y="2101930"/>
                  </a:lnTo>
                  <a:lnTo>
                    <a:pt x="4347999" y="2103286"/>
                  </a:lnTo>
                  <a:lnTo>
                    <a:pt x="4348844" y="2103286"/>
                  </a:lnTo>
                  <a:lnTo>
                    <a:pt x="4349689" y="2072935"/>
                  </a:lnTo>
                  <a:lnTo>
                    <a:pt x="4350534" y="2045242"/>
                  </a:lnTo>
                  <a:lnTo>
                    <a:pt x="4351379" y="2013821"/>
                  </a:lnTo>
                  <a:lnTo>
                    <a:pt x="4352224" y="1973027"/>
                  </a:lnTo>
                  <a:lnTo>
                    <a:pt x="4353069" y="1940231"/>
                  </a:lnTo>
                  <a:lnTo>
                    <a:pt x="4353914" y="1922954"/>
                  </a:lnTo>
                  <a:lnTo>
                    <a:pt x="4354759" y="1940225"/>
                  </a:lnTo>
                  <a:lnTo>
                    <a:pt x="4355604" y="1935424"/>
                  </a:lnTo>
                  <a:lnTo>
                    <a:pt x="4356449" y="1910237"/>
                  </a:lnTo>
                  <a:lnTo>
                    <a:pt x="4357295" y="1889336"/>
                  </a:lnTo>
                  <a:lnTo>
                    <a:pt x="4358140" y="1849678"/>
                  </a:lnTo>
                  <a:lnTo>
                    <a:pt x="4358985" y="1855965"/>
                  </a:lnTo>
                  <a:lnTo>
                    <a:pt x="4359830" y="1860427"/>
                  </a:lnTo>
                  <a:lnTo>
                    <a:pt x="4360675" y="1843174"/>
                  </a:lnTo>
                  <a:lnTo>
                    <a:pt x="4361520" y="1842272"/>
                  </a:lnTo>
                  <a:lnTo>
                    <a:pt x="4362365" y="1884288"/>
                  </a:lnTo>
                  <a:lnTo>
                    <a:pt x="4363210" y="1910258"/>
                  </a:lnTo>
                  <a:lnTo>
                    <a:pt x="4364055" y="1899106"/>
                  </a:lnTo>
                  <a:lnTo>
                    <a:pt x="4364900" y="1860712"/>
                  </a:lnTo>
                  <a:lnTo>
                    <a:pt x="4365745" y="1860608"/>
                  </a:lnTo>
                  <a:lnTo>
                    <a:pt x="4366591" y="1898494"/>
                  </a:lnTo>
                  <a:lnTo>
                    <a:pt x="4367436" y="1909575"/>
                  </a:lnTo>
                  <a:lnTo>
                    <a:pt x="4368281" y="1879747"/>
                  </a:lnTo>
                  <a:lnTo>
                    <a:pt x="4369126" y="1832036"/>
                  </a:lnTo>
                  <a:lnTo>
                    <a:pt x="4369971" y="1835911"/>
                  </a:lnTo>
                  <a:lnTo>
                    <a:pt x="4370816" y="1842277"/>
                  </a:lnTo>
                  <a:lnTo>
                    <a:pt x="4371661" y="1842277"/>
                  </a:lnTo>
                  <a:lnTo>
                    <a:pt x="4372506" y="1861292"/>
                  </a:lnTo>
                  <a:lnTo>
                    <a:pt x="4373351" y="1925592"/>
                  </a:lnTo>
                  <a:lnTo>
                    <a:pt x="4374196" y="1996637"/>
                  </a:lnTo>
                  <a:lnTo>
                    <a:pt x="4375041" y="2045585"/>
                  </a:lnTo>
                  <a:lnTo>
                    <a:pt x="4375887" y="2069756"/>
                  </a:lnTo>
                  <a:lnTo>
                    <a:pt x="4376732" y="2069756"/>
                  </a:lnTo>
                  <a:lnTo>
                    <a:pt x="4377577" y="2069756"/>
                  </a:lnTo>
                  <a:lnTo>
                    <a:pt x="4378422" y="2069756"/>
                  </a:lnTo>
                  <a:lnTo>
                    <a:pt x="4379267" y="2069756"/>
                  </a:lnTo>
                  <a:lnTo>
                    <a:pt x="4380112" y="2069756"/>
                  </a:lnTo>
                  <a:lnTo>
                    <a:pt x="4380957" y="2069756"/>
                  </a:lnTo>
                  <a:lnTo>
                    <a:pt x="4381802" y="2069756"/>
                  </a:lnTo>
                  <a:lnTo>
                    <a:pt x="4382647" y="2069756"/>
                  </a:lnTo>
                  <a:lnTo>
                    <a:pt x="4383492" y="2069756"/>
                  </a:lnTo>
                  <a:lnTo>
                    <a:pt x="4384337" y="2069756"/>
                  </a:lnTo>
                  <a:lnTo>
                    <a:pt x="4385183" y="2069756"/>
                  </a:lnTo>
                  <a:lnTo>
                    <a:pt x="4386028" y="2069756"/>
                  </a:lnTo>
                  <a:lnTo>
                    <a:pt x="4386873" y="2069756"/>
                  </a:lnTo>
                  <a:lnTo>
                    <a:pt x="4387718" y="2069756"/>
                  </a:lnTo>
                  <a:lnTo>
                    <a:pt x="4388563" y="2069756"/>
                  </a:lnTo>
                  <a:lnTo>
                    <a:pt x="4389408" y="2069756"/>
                  </a:lnTo>
                  <a:lnTo>
                    <a:pt x="4390253" y="2069756"/>
                  </a:lnTo>
                  <a:lnTo>
                    <a:pt x="4391098" y="2069756"/>
                  </a:lnTo>
                  <a:lnTo>
                    <a:pt x="4391943" y="2069756"/>
                  </a:lnTo>
                  <a:lnTo>
                    <a:pt x="4392788" y="2069756"/>
                  </a:lnTo>
                  <a:lnTo>
                    <a:pt x="4393633" y="2069756"/>
                  </a:lnTo>
                  <a:lnTo>
                    <a:pt x="4394479" y="2069756"/>
                  </a:lnTo>
                  <a:lnTo>
                    <a:pt x="4395324" y="2069756"/>
                  </a:lnTo>
                  <a:lnTo>
                    <a:pt x="4396169" y="2069756"/>
                  </a:lnTo>
                  <a:lnTo>
                    <a:pt x="4397014" y="2069756"/>
                  </a:lnTo>
                  <a:lnTo>
                    <a:pt x="4397859" y="2069756"/>
                  </a:lnTo>
                  <a:lnTo>
                    <a:pt x="4398704" y="2069756"/>
                  </a:lnTo>
                  <a:lnTo>
                    <a:pt x="4399549" y="2069756"/>
                  </a:lnTo>
                  <a:lnTo>
                    <a:pt x="4400394" y="2069756"/>
                  </a:lnTo>
                  <a:lnTo>
                    <a:pt x="4401239" y="2069756"/>
                  </a:lnTo>
                  <a:lnTo>
                    <a:pt x="4402084" y="2069756"/>
                  </a:lnTo>
                  <a:lnTo>
                    <a:pt x="4402929" y="2063434"/>
                  </a:lnTo>
                  <a:lnTo>
                    <a:pt x="4403775" y="2028963"/>
                  </a:lnTo>
                  <a:lnTo>
                    <a:pt x="4404620" y="2001046"/>
                  </a:lnTo>
                  <a:lnTo>
                    <a:pt x="4405465" y="1927435"/>
                  </a:lnTo>
                  <a:lnTo>
                    <a:pt x="4406310" y="1829639"/>
                  </a:lnTo>
                  <a:lnTo>
                    <a:pt x="4407155" y="1739504"/>
                  </a:lnTo>
                  <a:lnTo>
                    <a:pt x="4408000" y="1711853"/>
                  </a:lnTo>
                  <a:lnTo>
                    <a:pt x="4408845" y="1766818"/>
                  </a:lnTo>
                  <a:lnTo>
                    <a:pt x="4409690" y="1774815"/>
                  </a:lnTo>
                  <a:lnTo>
                    <a:pt x="4410535" y="1770366"/>
                  </a:lnTo>
                  <a:lnTo>
                    <a:pt x="4411380" y="1818102"/>
                  </a:lnTo>
                  <a:lnTo>
                    <a:pt x="4412226" y="1885041"/>
                  </a:lnTo>
                  <a:lnTo>
                    <a:pt x="4413071" y="1911626"/>
                  </a:lnTo>
                  <a:lnTo>
                    <a:pt x="4413916" y="1875687"/>
                  </a:lnTo>
                  <a:lnTo>
                    <a:pt x="4414761" y="1862314"/>
                  </a:lnTo>
                  <a:lnTo>
                    <a:pt x="4415606" y="1951988"/>
                  </a:lnTo>
                  <a:lnTo>
                    <a:pt x="4416451" y="2020185"/>
                  </a:lnTo>
                  <a:lnTo>
                    <a:pt x="4417296" y="2012866"/>
                  </a:lnTo>
                  <a:lnTo>
                    <a:pt x="4418141" y="1971904"/>
                  </a:lnTo>
                  <a:lnTo>
                    <a:pt x="4418986" y="1974842"/>
                  </a:lnTo>
                  <a:lnTo>
                    <a:pt x="4419831" y="2008135"/>
                  </a:lnTo>
                  <a:lnTo>
                    <a:pt x="4420676" y="1996520"/>
                  </a:lnTo>
                  <a:lnTo>
                    <a:pt x="4421522" y="1978382"/>
                  </a:lnTo>
                  <a:lnTo>
                    <a:pt x="4422367" y="2008896"/>
                  </a:lnTo>
                  <a:lnTo>
                    <a:pt x="4423212" y="2057247"/>
                  </a:lnTo>
                  <a:lnTo>
                    <a:pt x="4424057" y="2054837"/>
                  </a:lnTo>
                  <a:lnTo>
                    <a:pt x="4424902" y="2008385"/>
                  </a:lnTo>
                  <a:lnTo>
                    <a:pt x="4425747" y="1979914"/>
                  </a:lnTo>
                  <a:lnTo>
                    <a:pt x="4426592" y="1966508"/>
                  </a:lnTo>
                  <a:lnTo>
                    <a:pt x="4427437" y="1952463"/>
                  </a:lnTo>
                  <a:lnTo>
                    <a:pt x="4428282" y="1916531"/>
                  </a:lnTo>
                  <a:lnTo>
                    <a:pt x="4429127" y="1922627"/>
                  </a:lnTo>
                  <a:lnTo>
                    <a:pt x="4429972" y="1981389"/>
                  </a:lnTo>
                  <a:lnTo>
                    <a:pt x="4430818" y="2009860"/>
                  </a:lnTo>
                  <a:lnTo>
                    <a:pt x="4431663" y="2023265"/>
                  </a:lnTo>
                  <a:lnTo>
                    <a:pt x="4432508" y="2037312"/>
                  </a:lnTo>
                  <a:lnTo>
                    <a:pt x="4433353" y="2073244"/>
                  </a:lnTo>
                  <a:lnTo>
                    <a:pt x="4434198" y="2082066"/>
                  </a:lnTo>
                  <a:lnTo>
                    <a:pt x="4435043" y="2069756"/>
                  </a:lnTo>
                  <a:lnTo>
                    <a:pt x="4435888" y="2075167"/>
                  </a:lnTo>
                  <a:lnTo>
                    <a:pt x="4436733" y="2095660"/>
                  </a:lnTo>
                  <a:lnTo>
                    <a:pt x="4437578" y="2102296"/>
                  </a:lnTo>
                  <a:lnTo>
                    <a:pt x="4438423" y="2071507"/>
                  </a:lnTo>
                  <a:lnTo>
                    <a:pt x="4439268" y="2041879"/>
                  </a:lnTo>
                  <a:lnTo>
                    <a:pt x="4440114" y="2019992"/>
                  </a:lnTo>
                  <a:lnTo>
                    <a:pt x="4440959" y="1988803"/>
                  </a:lnTo>
                  <a:lnTo>
                    <a:pt x="4441804" y="1964977"/>
                  </a:lnTo>
                  <a:lnTo>
                    <a:pt x="4442649" y="1978433"/>
                  </a:lnTo>
                  <a:lnTo>
                    <a:pt x="4443494" y="2022325"/>
                  </a:lnTo>
                  <a:lnTo>
                    <a:pt x="4444339" y="2028765"/>
                  </a:lnTo>
                  <a:lnTo>
                    <a:pt x="4445184" y="2015474"/>
                  </a:lnTo>
                  <a:lnTo>
                    <a:pt x="4446029" y="2037418"/>
                  </a:lnTo>
                  <a:lnTo>
                    <a:pt x="4446874" y="2040752"/>
                  </a:lnTo>
                  <a:lnTo>
                    <a:pt x="4447719" y="2020660"/>
                  </a:lnTo>
                  <a:lnTo>
                    <a:pt x="4448564" y="2001026"/>
                  </a:lnTo>
                  <a:lnTo>
                    <a:pt x="4449410" y="1989743"/>
                  </a:lnTo>
                  <a:lnTo>
                    <a:pt x="4450255" y="2013909"/>
                  </a:lnTo>
                  <a:lnTo>
                    <a:pt x="4451100" y="2017742"/>
                  </a:lnTo>
                  <a:lnTo>
                    <a:pt x="4451945" y="2017743"/>
                  </a:lnTo>
                  <a:lnTo>
                    <a:pt x="4452790" y="2017743"/>
                  </a:lnTo>
                  <a:lnTo>
                    <a:pt x="4453635" y="2024273"/>
                  </a:lnTo>
                  <a:lnTo>
                    <a:pt x="4454480" y="2058744"/>
                  </a:lnTo>
                  <a:lnTo>
                    <a:pt x="4455325" y="2069756"/>
                  </a:lnTo>
                  <a:lnTo>
                    <a:pt x="4456170" y="2069756"/>
                  </a:lnTo>
                  <a:lnTo>
                    <a:pt x="4457015" y="2069756"/>
                  </a:lnTo>
                  <a:lnTo>
                    <a:pt x="4457860" y="2069756"/>
                  </a:lnTo>
                  <a:lnTo>
                    <a:pt x="4458706" y="2069756"/>
                  </a:lnTo>
                  <a:lnTo>
                    <a:pt x="4459551" y="2069756"/>
                  </a:lnTo>
                  <a:lnTo>
                    <a:pt x="4460396" y="2069756"/>
                  </a:lnTo>
                  <a:lnTo>
                    <a:pt x="4461241" y="2069756"/>
                  </a:lnTo>
                  <a:lnTo>
                    <a:pt x="4462086" y="2069756"/>
                  </a:lnTo>
                  <a:lnTo>
                    <a:pt x="4462931" y="2069756"/>
                  </a:lnTo>
                  <a:lnTo>
                    <a:pt x="4463776" y="2069756"/>
                  </a:lnTo>
                  <a:lnTo>
                    <a:pt x="4464621" y="2069756"/>
                  </a:lnTo>
                  <a:lnTo>
                    <a:pt x="4465466" y="2069756"/>
                  </a:lnTo>
                  <a:lnTo>
                    <a:pt x="4466311" y="2069756"/>
                  </a:lnTo>
                  <a:lnTo>
                    <a:pt x="4467156" y="2069756"/>
                  </a:lnTo>
                  <a:lnTo>
                    <a:pt x="4468002" y="2069756"/>
                  </a:lnTo>
                  <a:lnTo>
                    <a:pt x="4468847" y="2069756"/>
                  </a:lnTo>
                  <a:lnTo>
                    <a:pt x="4469692" y="2069756"/>
                  </a:lnTo>
                  <a:lnTo>
                    <a:pt x="4470537" y="2069756"/>
                  </a:lnTo>
                  <a:lnTo>
                    <a:pt x="4471382" y="2069756"/>
                  </a:lnTo>
                  <a:lnTo>
                    <a:pt x="4472227" y="2069756"/>
                  </a:lnTo>
                  <a:lnTo>
                    <a:pt x="4473072" y="2069756"/>
                  </a:lnTo>
                  <a:lnTo>
                    <a:pt x="4473917" y="2069756"/>
                  </a:lnTo>
                  <a:lnTo>
                    <a:pt x="4474762" y="2069756"/>
                  </a:lnTo>
                  <a:lnTo>
                    <a:pt x="4475607" y="2069756"/>
                  </a:lnTo>
                  <a:lnTo>
                    <a:pt x="4476453" y="2069756"/>
                  </a:lnTo>
                  <a:lnTo>
                    <a:pt x="4477298" y="2069756"/>
                  </a:lnTo>
                  <a:lnTo>
                    <a:pt x="4478143" y="2069756"/>
                  </a:lnTo>
                  <a:lnTo>
                    <a:pt x="4478988" y="2069756"/>
                  </a:lnTo>
                  <a:lnTo>
                    <a:pt x="4479833" y="2069756"/>
                  </a:lnTo>
                  <a:lnTo>
                    <a:pt x="4480678" y="2069756"/>
                  </a:lnTo>
                  <a:lnTo>
                    <a:pt x="4481523" y="2077280"/>
                  </a:lnTo>
                  <a:lnTo>
                    <a:pt x="4482368" y="2097772"/>
                  </a:lnTo>
                  <a:lnTo>
                    <a:pt x="4483213" y="2103246"/>
                  </a:lnTo>
                  <a:lnTo>
                    <a:pt x="4484058" y="2096030"/>
                  </a:lnTo>
                  <a:lnTo>
                    <a:pt x="4484903" y="2069390"/>
                  </a:lnTo>
                  <a:lnTo>
                    <a:pt x="4485749" y="2049322"/>
                  </a:lnTo>
                  <a:lnTo>
                    <a:pt x="4486594" y="2041798"/>
                  </a:lnTo>
                  <a:lnTo>
                    <a:pt x="4487439" y="2032484"/>
                  </a:lnTo>
                  <a:lnTo>
                    <a:pt x="4488284" y="2036639"/>
                  </a:lnTo>
                  <a:lnTo>
                    <a:pt x="4489129" y="2037831"/>
                  </a:lnTo>
                  <a:lnTo>
                    <a:pt x="4489974" y="2061772"/>
                  </a:lnTo>
                  <a:lnTo>
                    <a:pt x="4490819" y="2081841"/>
                  </a:lnTo>
                  <a:lnTo>
                    <a:pt x="4491664" y="2081842"/>
                  </a:lnTo>
                  <a:lnTo>
                    <a:pt x="4492509" y="2070773"/>
                  </a:lnTo>
                  <a:lnTo>
                    <a:pt x="4493354" y="2051743"/>
                  </a:lnTo>
                  <a:lnTo>
                    <a:pt x="4494199" y="2049127"/>
                  </a:lnTo>
                  <a:lnTo>
                    <a:pt x="4495045" y="2055722"/>
                  </a:lnTo>
                  <a:lnTo>
                    <a:pt x="4495890" y="2040746"/>
                  </a:lnTo>
                  <a:lnTo>
                    <a:pt x="4496735" y="2011921"/>
                  </a:lnTo>
                  <a:lnTo>
                    <a:pt x="4497580" y="2000476"/>
                  </a:lnTo>
                  <a:lnTo>
                    <a:pt x="4498425" y="1985857"/>
                  </a:lnTo>
                  <a:lnTo>
                    <a:pt x="4499270" y="1969040"/>
                  </a:lnTo>
                  <a:lnTo>
                    <a:pt x="4500115" y="1962248"/>
                  </a:lnTo>
                  <a:lnTo>
                    <a:pt x="4500960" y="1988083"/>
                  </a:lnTo>
                  <a:lnTo>
                    <a:pt x="4501805" y="2051743"/>
                  </a:lnTo>
                  <a:lnTo>
                    <a:pt x="4502650" y="2058496"/>
                  </a:lnTo>
                  <a:lnTo>
                    <a:pt x="4503495" y="2043995"/>
                  </a:lnTo>
                  <a:lnTo>
                    <a:pt x="4504341" y="2023268"/>
                  </a:lnTo>
                  <a:lnTo>
                    <a:pt x="4505186" y="2031830"/>
                  </a:lnTo>
                  <a:lnTo>
                    <a:pt x="4506031" y="2040575"/>
                  </a:lnTo>
                  <a:lnTo>
                    <a:pt x="4506876" y="1990923"/>
                  </a:lnTo>
                  <a:lnTo>
                    <a:pt x="4507721" y="2005507"/>
                  </a:lnTo>
                  <a:lnTo>
                    <a:pt x="4508566" y="2008241"/>
                  </a:lnTo>
                  <a:lnTo>
                    <a:pt x="4509411" y="1980554"/>
                  </a:lnTo>
                  <a:lnTo>
                    <a:pt x="4510256" y="1923926"/>
                  </a:lnTo>
                  <a:lnTo>
                    <a:pt x="4511101" y="1877006"/>
                  </a:lnTo>
                  <a:lnTo>
                    <a:pt x="4511946" y="1894313"/>
                  </a:lnTo>
                  <a:lnTo>
                    <a:pt x="4512791" y="1853655"/>
                  </a:lnTo>
                  <a:lnTo>
                    <a:pt x="4513637" y="1864817"/>
                  </a:lnTo>
                  <a:lnTo>
                    <a:pt x="4514482" y="1898920"/>
                  </a:lnTo>
                  <a:lnTo>
                    <a:pt x="4515327" y="1872332"/>
                  </a:lnTo>
                  <a:lnTo>
                    <a:pt x="4516172" y="1843204"/>
                  </a:lnTo>
                  <a:lnTo>
                    <a:pt x="4517017" y="1836919"/>
                  </a:lnTo>
                  <a:lnTo>
                    <a:pt x="4517862" y="1867577"/>
                  </a:lnTo>
                  <a:lnTo>
                    <a:pt x="4518707" y="1892201"/>
                  </a:lnTo>
                  <a:lnTo>
                    <a:pt x="4519552" y="1931967"/>
                  </a:lnTo>
                  <a:lnTo>
                    <a:pt x="4520397" y="1984316"/>
                  </a:lnTo>
                  <a:lnTo>
                    <a:pt x="4521242" y="2013822"/>
                  </a:lnTo>
                  <a:lnTo>
                    <a:pt x="4522087" y="2017616"/>
                  </a:lnTo>
                  <a:lnTo>
                    <a:pt x="4522933" y="2015473"/>
                  </a:lnTo>
                  <a:lnTo>
                    <a:pt x="4523778" y="1974911"/>
                  </a:lnTo>
                  <a:lnTo>
                    <a:pt x="4524623" y="1927509"/>
                  </a:lnTo>
                  <a:lnTo>
                    <a:pt x="4525468" y="1944448"/>
                  </a:lnTo>
                  <a:lnTo>
                    <a:pt x="4526313" y="1960657"/>
                  </a:lnTo>
                  <a:lnTo>
                    <a:pt x="4527158" y="1912073"/>
                  </a:lnTo>
                  <a:lnTo>
                    <a:pt x="4528003" y="1863276"/>
                  </a:lnTo>
                  <a:lnTo>
                    <a:pt x="4528848" y="1867225"/>
                  </a:lnTo>
                  <a:lnTo>
                    <a:pt x="4529693" y="1914627"/>
                  </a:lnTo>
                  <a:lnTo>
                    <a:pt x="4530538" y="1922894"/>
                  </a:lnTo>
                  <a:lnTo>
                    <a:pt x="4531383" y="1933621"/>
                  </a:lnTo>
                  <a:lnTo>
                    <a:pt x="4532229" y="1982206"/>
                  </a:lnTo>
                  <a:lnTo>
                    <a:pt x="4533074" y="2042490"/>
                  </a:lnTo>
                  <a:lnTo>
                    <a:pt x="4533919" y="2103286"/>
                  </a:lnTo>
                  <a:lnTo>
                    <a:pt x="4534764" y="2103286"/>
                  </a:lnTo>
                  <a:lnTo>
                    <a:pt x="4535609" y="2103286"/>
                  </a:lnTo>
                  <a:lnTo>
                    <a:pt x="4536454" y="2100326"/>
                  </a:lnTo>
                  <a:lnTo>
                    <a:pt x="4537299" y="2046242"/>
                  </a:lnTo>
                  <a:lnTo>
                    <a:pt x="4538144" y="1981414"/>
                  </a:lnTo>
                  <a:lnTo>
                    <a:pt x="4538989" y="1900490"/>
                  </a:lnTo>
                  <a:lnTo>
                    <a:pt x="4539834" y="1863192"/>
                  </a:lnTo>
                  <a:lnTo>
                    <a:pt x="4540680" y="1858696"/>
                  </a:lnTo>
                  <a:lnTo>
                    <a:pt x="4541525" y="1881945"/>
                  </a:lnTo>
                  <a:lnTo>
                    <a:pt x="4542370" y="1896569"/>
                  </a:lnTo>
                  <a:lnTo>
                    <a:pt x="4543215" y="1924176"/>
                  </a:lnTo>
                  <a:lnTo>
                    <a:pt x="4544060" y="1947770"/>
                  </a:lnTo>
                  <a:lnTo>
                    <a:pt x="4544905" y="1904654"/>
                  </a:lnTo>
                  <a:lnTo>
                    <a:pt x="4545750" y="1864045"/>
                  </a:lnTo>
                  <a:lnTo>
                    <a:pt x="4546595" y="1837766"/>
                  </a:lnTo>
                  <a:lnTo>
                    <a:pt x="4547440" y="1861103"/>
                  </a:lnTo>
                  <a:lnTo>
                    <a:pt x="4548285" y="1880091"/>
                  </a:lnTo>
                  <a:lnTo>
                    <a:pt x="4549130" y="1871651"/>
                  </a:lnTo>
                  <a:lnTo>
                    <a:pt x="4549976" y="1903907"/>
                  </a:lnTo>
                  <a:lnTo>
                    <a:pt x="4550821" y="1922986"/>
                  </a:lnTo>
                  <a:lnTo>
                    <a:pt x="4551666" y="1953153"/>
                  </a:lnTo>
                  <a:lnTo>
                    <a:pt x="4552511" y="1934807"/>
                  </a:lnTo>
                  <a:lnTo>
                    <a:pt x="4553356" y="1941650"/>
                  </a:lnTo>
                  <a:lnTo>
                    <a:pt x="4554201" y="1981362"/>
                  </a:lnTo>
                  <a:lnTo>
                    <a:pt x="4555046" y="2006110"/>
                  </a:lnTo>
                  <a:lnTo>
                    <a:pt x="4555891" y="2027931"/>
                  </a:lnTo>
                  <a:lnTo>
                    <a:pt x="4556736" y="2035551"/>
                  </a:lnTo>
                  <a:lnTo>
                    <a:pt x="4557581" y="2062359"/>
                  </a:lnTo>
                  <a:lnTo>
                    <a:pt x="4558426" y="2047865"/>
                  </a:lnTo>
                  <a:lnTo>
                    <a:pt x="4559272" y="2047867"/>
                  </a:lnTo>
                  <a:lnTo>
                    <a:pt x="4560117" y="2047867"/>
                  </a:lnTo>
                  <a:lnTo>
                    <a:pt x="4560962" y="2050894"/>
                  </a:lnTo>
                  <a:lnTo>
                    <a:pt x="4561807" y="2069365"/>
                  </a:lnTo>
                  <a:lnTo>
                    <a:pt x="4562652" y="2075934"/>
                  </a:lnTo>
                  <a:lnTo>
                    <a:pt x="4563497" y="2036945"/>
                  </a:lnTo>
                  <a:lnTo>
                    <a:pt x="4564342" y="1979137"/>
                  </a:lnTo>
                  <a:lnTo>
                    <a:pt x="4565187" y="1963493"/>
                  </a:lnTo>
                  <a:lnTo>
                    <a:pt x="4566032" y="1950243"/>
                  </a:lnTo>
                  <a:lnTo>
                    <a:pt x="4566877" y="1917080"/>
                  </a:lnTo>
                  <a:lnTo>
                    <a:pt x="4567722" y="1918173"/>
                  </a:lnTo>
                  <a:lnTo>
                    <a:pt x="4568568" y="1957582"/>
                  </a:lnTo>
                  <a:lnTo>
                    <a:pt x="4569413" y="1985871"/>
                  </a:lnTo>
                  <a:lnTo>
                    <a:pt x="4570258" y="1993542"/>
                  </a:lnTo>
                  <a:lnTo>
                    <a:pt x="4571103" y="2003475"/>
                  </a:lnTo>
                  <a:lnTo>
                    <a:pt x="4571948" y="2027969"/>
                  </a:lnTo>
                  <a:lnTo>
                    <a:pt x="4572793" y="2047325"/>
                  </a:lnTo>
                  <a:lnTo>
                    <a:pt x="4573638" y="2076916"/>
                  </a:lnTo>
                  <a:lnTo>
                    <a:pt x="4574483" y="2103286"/>
                  </a:lnTo>
                  <a:lnTo>
                    <a:pt x="4575328" y="2103286"/>
                  </a:lnTo>
                  <a:lnTo>
                    <a:pt x="4576173" y="2103286"/>
                  </a:lnTo>
                  <a:lnTo>
                    <a:pt x="4577018" y="2102588"/>
                  </a:lnTo>
                  <a:lnTo>
                    <a:pt x="4577864" y="2086491"/>
                  </a:lnTo>
                  <a:lnTo>
                    <a:pt x="4578709" y="2103286"/>
                  </a:lnTo>
                  <a:lnTo>
                    <a:pt x="4579554" y="2103286"/>
                  </a:lnTo>
                  <a:lnTo>
                    <a:pt x="4580399" y="2103286"/>
                  </a:lnTo>
                  <a:lnTo>
                    <a:pt x="4581244" y="2103286"/>
                  </a:lnTo>
                  <a:lnTo>
                    <a:pt x="4582089" y="2097940"/>
                  </a:lnTo>
                  <a:lnTo>
                    <a:pt x="4582934" y="2045110"/>
                  </a:lnTo>
                  <a:lnTo>
                    <a:pt x="4583779" y="1974363"/>
                  </a:lnTo>
                  <a:lnTo>
                    <a:pt x="4584624" y="1960314"/>
                  </a:lnTo>
                  <a:lnTo>
                    <a:pt x="4585469" y="1960314"/>
                  </a:lnTo>
                  <a:lnTo>
                    <a:pt x="4586314" y="1960413"/>
                  </a:lnTo>
                  <a:lnTo>
                    <a:pt x="4587160" y="1993897"/>
                  </a:lnTo>
                  <a:lnTo>
                    <a:pt x="4588005" y="2063625"/>
                  </a:lnTo>
                  <a:lnTo>
                    <a:pt x="4588850" y="2103286"/>
                  </a:lnTo>
                  <a:lnTo>
                    <a:pt x="4589695" y="2103286"/>
                  </a:lnTo>
                  <a:lnTo>
                    <a:pt x="4590540" y="2103286"/>
                  </a:lnTo>
                  <a:lnTo>
                    <a:pt x="4591385" y="2103286"/>
                  </a:lnTo>
                  <a:lnTo>
                    <a:pt x="4592230" y="2103286"/>
                  </a:lnTo>
                  <a:lnTo>
                    <a:pt x="4593075" y="2103286"/>
                  </a:lnTo>
                  <a:lnTo>
                    <a:pt x="4593920" y="2103286"/>
                  </a:lnTo>
                  <a:lnTo>
                    <a:pt x="4594765" y="2103286"/>
                  </a:lnTo>
                  <a:lnTo>
                    <a:pt x="4595610" y="2103286"/>
                  </a:lnTo>
                  <a:lnTo>
                    <a:pt x="4596456" y="2103286"/>
                  </a:lnTo>
                  <a:lnTo>
                    <a:pt x="4597301" y="2103286"/>
                  </a:lnTo>
                  <a:lnTo>
                    <a:pt x="4598146" y="2103286"/>
                  </a:lnTo>
                  <a:lnTo>
                    <a:pt x="4598991" y="2103286"/>
                  </a:lnTo>
                  <a:lnTo>
                    <a:pt x="4599836" y="2102864"/>
                  </a:lnTo>
                  <a:lnTo>
                    <a:pt x="4600681" y="2075144"/>
                  </a:lnTo>
                  <a:lnTo>
                    <a:pt x="4601526" y="2060569"/>
                  </a:lnTo>
                  <a:lnTo>
                    <a:pt x="4602371" y="2076030"/>
                  </a:lnTo>
                  <a:lnTo>
                    <a:pt x="4603216" y="2085100"/>
                  </a:lnTo>
                  <a:lnTo>
                    <a:pt x="4604061" y="2101724"/>
                  </a:lnTo>
                  <a:lnTo>
                    <a:pt x="4604907" y="2103286"/>
                  </a:lnTo>
                  <a:lnTo>
                    <a:pt x="4605752" y="2101849"/>
                  </a:lnTo>
                  <a:lnTo>
                    <a:pt x="4606597" y="2063809"/>
                  </a:lnTo>
                  <a:lnTo>
                    <a:pt x="4607442" y="2026427"/>
                  </a:lnTo>
                  <a:lnTo>
                    <a:pt x="4608287" y="2017357"/>
                  </a:lnTo>
                  <a:lnTo>
                    <a:pt x="4609132" y="2017358"/>
                  </a:lnTo>
                  <a:lnTo>
                    <a:pt x="4609977" y="2018546"/>
                  </a:lnTo>
                  <a:lnTo>
                    <a:pt x="4610822" y="2016358"/>
                  </a:lnTo>
                  <a:lnTo>
                    <a:pt x="4611667" y="2058391"/>
                  </a:lnTo>
                  <a:lnTo>
                    <a:pt x="4612512" y="2080310"/>
                  </a:lnTo>
                  <a:lnTo>
                    <a:pt x="4613357" y="2080311"/>
                  </a:lnTo>
                  <a:lnTo>
                    <a:pt x="4614203" y="2080311"/>
                  </a:lnTo>
                  <a:lnTo>
                    <a:pt x="4615048" y="2079123"/>
                  </a:lnTo>
                  <a:lnTo>
                    <a:pt x="4615893" y="2087451"/>
                  </a:lnTo>
                  <a:lnTo>
                    <a:pt x="4616738" y="2098641"/>
                  </a:lnTo>
                  <a:lnTo>
                    <a:pt x="4617583" y="2103286"/>
                  </a:lnTo>
                  <a:lnTo>
                    <a:pt x="4618428" y="2103286"/>
                  </a:lnTo>
                  <a:lnTo>
                    <a:pt x="4619273" y="2103286"/>
                  </a:lnTo>
                  <a:lnTo>
                    <a:pt x="4620118" y="2103286"/>
                  </a:lnTo>
                  <a:lnTo>
                    <a:pt x="4620963" y="2103286"/>
                  </a:lnTo>
                  <a:lnTo>
                    <a:pt x="4621808" y="2099928"/>
                  </a:lnTo>
                  <a:lnTo>
                    <a:pt x="4622653" y="2026734"/>
                  </a:lnTo>
                  <a:lnTo>
                    <a:pt x="4623499" y="1948346"/>
                  </a:lnTo>
                  <a:lnTo>
                    <a:pt x="4624344" y="1908750"/>
                  </a:lnTo>
                  <a:lnTo>
                    <a:pt x="4625189" y="1904907"/>
                  </a:lnTo>
                  <a:lnTo>
                    <a:pt x="4626034" y="1904274"/>
                  </a:lnTo>
                  <a:lnTo>
                    <a:pt x="4626879" y="1891033"/>
                  </a:lnTo>
                  <a:lnTo>
                    <a:pt x="4627724" y="1940037"/>
                  </a:lnTo>
                  <a:lnTo>
                    <a:pt x="4628569" y="1983954"/>
                  </a:lnTo>
                  <a:lnTo>
                    <a:pt x="4629414" y="2019098"/>
                  </a:lnTo>
                  <a:lnTo>
                    <a:pt x="4630259" y="2022941"/>
                  </a:lnTo>
                  <a:lnTo>
                    <a:pt x="4631104" y="2017763"/>
                  </a:lnTo>
                  <a:lnTo>
                    <a:pt x="4631949" y="2011079"/>
                  </a:lnTo>
                  <a:lnTo>
                    <a:pt x="4632795" y="1989100"/>
                  </a:lnTo>
                  <a:lnTo>
                    <a:pt x="4633640" y="1976640"/>
                  </a:lnTo>
                  <a:lnTo>
                    <a:pt x="4634485" y="1969381"/>
                  </a:lnTo>
                  <a:lnTo>
                    <a:pt x="4635330" y="1969382"/>
                  </a:lnTo>
                  <a:lnTo>
                    <a:pt x="4636175" y="1969382"/>
                  </a:lnTo>
                  <a:lnTo>
                    <a:pt x="4637020" y="1947031"/>
                  </a:lnTo>
                  <a:lnTo>
                    <a:pt x="4637865" y="1959071"/>
                  </a:lnTo>
                  <a:lnTo>
                    <a:pt x="4638710" y="2006002"/>
                  </a:lnTo>
                  <a:lnTo>
                    <a:pt x="4639555" y="2017713"/>
                  </a:lnTo>
                  <a:lnTo>
                    <a:pt x="4640400" y="2017713"/>
                  </a:lnTo>
                  <a:lnTo>
                    <a:pt x="4641245" y="2013245"/>
                  </a:lnTo>
                  <a:lnTo>
                    <a:pt x="4642091" y="2016267"/>
                  </a:lnTo>
                  <a:lnTo>
                    <a:pt x="4642936" y="2016617"/>
                  </a:lnTo>
                  <a:lnTo>
                    <a:pt x="4643781" y="2016033"/>
                  </a:lnTo>
                  <a:lnTo>
                    <a:pt x="4644626" y="2016034"/>
                  </a:lnTo>
                  <a:lnTo>
                    <a:pt x="4645471" y="2016034"/>
                  </a:lnTo>
                  <a:lnTo>
                    <a:pt x="4646316" y="2020502"/>
                  </a:lnTo>
                  <a:lnTo>
                    <a:pt x="4647161" y="2046515"/>
                  </a:lnTo>
                  <a:lnTo>
                    <a:pt x="4648006" y="2062856"/>
                  </a:lnTo>
                  <a:lnTo>
                    <a:pt x="4648851" y="2037350"/>
                  </a:lnTo>
                  <a:lnTo>
                    <a:pt x="4649696" y="2001713"/>
                  </a:lnTo>
                  <a:lnTo>
                    <a:pt x="4650541" y="1938467"/>
                  </a:lnTo>
                  <a:lnTo>
                    <a:pt x="4651387" y="1887142"/>
                  </a:lnTo>
                  <a:lnTo>
                    <a:pt x="4652232" y="1854220"/>
                  </a:lnTo>
                  <a:lnTo>
                    <a:pt x="4653077" y="1834101"/>
                  </a:lnTo>
                  <a:lnTo>
                    <a:pt x="4653922" y="1806298"/>
                  </a:lnTo>
                  <a:lnTo>
                    <a:pt x="4654767" y="1794932"/>
                  </a:lnTo>
                  <a:lnTo>
                    <a:pt x="4655612" y="1830984"/>
                  </a:lnTo>
                  <a:lnTo>
                    <a:pt x="4656457" y="1821342"/>
                  </a:lnTo>
                  <a:lnTo>
                    <a:pt x="4657302" y="1841700"/>
                  </a:lnTo>
                  <a:lnTo>
                    <a:pt x="4658147" y="1868134"/>
                  </a:lnTo>
                  <a:lnTo>
                    <a:pt x="4658992" y="1911996"/>
                  </a:lnTo>
                  <a:lnTo>
                    <a:pt x="4659837" y="1919636"/>
                  </a:lnTo>
                  <a:lnTo>
                    <a:pt x="4660683" y="1909775"/>
                  </a:lnTo>
                  <a:lnTo>
                    <a:pt x="4661528" y="1954073"/>
                  </a:lnTo>
                  <a:lnTo>
                    <a:pt x="4662373" y="1966637"/>
                  </a:lnTo>
                  <a:lnTo>
                    <a:pt x="4663218" y="1966638"/>
                  </a:lnTo>
                  <a:lnTo>
                    <a:pt x="4664063" y="1982853"/>
                  </a:lnTo>
                  <a:lnTo>
                    <a:pt x="4664908" y="2020049"/>
                  </a:lnTo>
                  <a:lnTo>
                    <a:pt x="4665753" y="2038719"/>
                  </a:lnTo>
                  <a:lnTo>
                    <a:pt x="4666598" y="2037824"/>
                  </a:lnTo>
                  <a:lnTo>
                    <a:pt x="4667443" y="2006384"/>
                  </a:lnTo>
                  <a:lnTo>
                    <a:pt x="4668288" y="1989148"/>
                  </a:lnTo>
                  <a:lnTo>
                    <a:pt x="4669134" y="1953754"/>
                  </a:lnTo>
                  <a:lnTo>
                    <a:pt x="4669979" y="1959522"/>
                  </a:lnTo>
                  <a:lnTo>
                    <a:pt x="4670824" y="1990428"/>
                  </a:lnTo>
                  <a:lnTo>
                    <a:pt x="4671669" y="1985779"/>
                  </a:lnTo>
                  <a:lnTo>
                    <a:pt x="4672514" y="2011765"/>
                  </a:lnTo>
                  <a:lnTo>
                    <a:pt x="4673359" y="2029001"/>
                  </a:lnTo>
                  <a:lnTo>
                    <a:pt x="4674204" y="2058214"/>
                  </a:lnTo>
                  <a:lnTo>
                    <a:pt x="4675049" y="2052467"/>
                  </a:lnTo>
                  <a:lnTo>
                    <a:pt x="4675894" y="2021473"/>
                  </a:lnTo>
                  <a:lnTo>
                    <a:pt x="4676739" y="2029302"/>
                  </a:lnTo>
                  <a:lnTo>
                    <a:pt x="4677584" y="2036379"/>
                  </a:lnTo>
                  <a:lnTo>
                    <a:pt x="4678430" y="2049271"/>
                  </a:lnTo>
                  <a:lnTo>
                    <a:pt x="4679275" y="2035474"/>
                  </a:lnTo>
                  <a:lnTo>
                    <a:pt x="4680120" y="1986856"/>
                  </a:lnTo>
                  <a:lnTo>
                    <a:pt x="4680965" y="1973098"/>
                  </a:lnTo>
                  <a:lnTo>
                    <a:pt x="4681810" y="2008202"/>
                  </a:lnTo>
                  <a:lnTo>
                    <a:pt x="4682655" y="2038689"/>
                  </a:lnTo>
                  <a:lnTo>
                    <a:pt x="4683500" y="2038905"/>
                  </a:lnTo>
                  <a:lnTo>
                    <a:pt x="4684345" y="2052702"/>
                  </a:lnTo>
                  <a:lnTo>
                    <a:pt x="4685190" y="2103286"/>
                  </a:lnTo>
                  <a:lnTo>
                    <a:pt x="4686035" y="2103286"/>
                  </a:lnTo>
                  <a:lnTo>
                    <a:pt x="4686880" y="2091540"/>
                  </a:lnTo>
                  <a:lnTo>
                    <a:pt x="4687726" y="2032706"/>
                  </a:lnTo>
                  <a:lnTo>
                    <a:pt x="4688571" y="2016340"/>
                  </a:lnTo>
                  <a:lnTo>
                    <a:pt x="4689416" y="2016340"/>
                  </a:lnTo>
                  <a:lnTo>
                    <a:pt x="4690261" y="2016340"/>
                  </a:lnTo>
                  <a:lnTo>
                    <a:pt x="4691106" y="2016340"/>
                  </a:lnTo>
                  <a:lnTo>
                    <a:pt x="4691951" y="2052144"/>
                  </a:lnTo>
                  <a:lnTo>
                    <a:pt x="4692796" y="2098961"/>
                  </a:lnTo>
                  <a:lnTo>
                    <a:pt x="4693641" y="2103286"/>
                  </a:lnTo>
                  <a:lnTo>
                    <a:pt x="4694486" y="2103286"/>
                  </a:lnTo>
                  <a:lnTo>
                    <a:pt x="4695331" y="2103286"/>
                  </a:lnTo>
                  <a:lnTo>
                    <a:pt x="4696176" y="2103286"/>
                  </a:lnTo>
                  <a:lnTo>
                    <a:pt x="4697022" y="2096472"/>
                  </a:lnTo>
                  <a:lnTo>
                    <a:pt x="4697867" y="2076380"/>
                  </a:lnTo>
                  <a:lnTo>
                    <a:pt x="4698712" y="2065234"/>
                  </a:lnTo>
                  <a:lnTo>
                    <a:pt x="4699557" y="2055821"/>
                  </a:lnTo>
                  <a:lnTo>
                    <a:pt x="4700402" y="2049850"/>
                  </a:lnTo>
                  <a:lnTo>
                    <a:pt x="4701247" y="2037092"/>
                  </a:lnTo>
                  <a:lnTo>
                    <a:pt x="4702092" y="2006997"/>
                  </a:lnTo>
                  <a:lnTo>
                    <a:pt x="4702937" y="1985383"/>
                  </a:lnTo>
                  <a:lnTo>
                    <a:pt x="4703782" y="1971951"/>
                  </a:lnTo>
                  <a:lnTo>
                    <a:pt x="4704627" y="1990721"/>
                  </a:lnTo>
                  <a:lnTo>
                    <a:pt x="4705472" y="1996692"/>
                  </a:lnTo>
                  <a:lnTo>
                    <a:pt x="4706318" y="2009450"/>
                  </a:lnTo>
                  <a:lnTo>
                    <a:pt x="4707163" y="2039546"/>
                  </a:lnTo>
                  <a:lnTo>
                    <a:pt x="4708008" y="2061161"/>
                  </a:lnTo>
                  <a:lnTo>
                    <a:pt x="4708853" y="2079113"/>
                  </a:lnTo>
                  <a:lnTo>
                    <a:pt x="4709698" y="2069756"/>
                  </a:lnTo>
                  <a:lnTo>
                    <a:pt x="4710543" y="2060979"/>
                  </a:lnTo>
                  <a:lnTo>
                    <a:pt x="4711388" y="2051800"/>
                  </a:lnTo>
                  <a:lnTo>
                    <a:pt x="4712233" y="2087505"/>
                  </a:lnTo>
                  <a:lnTo>
                    <a:pt x="4713078" y="2067598"/>
                  </a:lnTo>
                  <a:lnTo>
                    <a:pt x="4713923" y="2016902"/>
                  </a:lnTo>
                  <a:lnTo>
                    <a:pt x="4714768" y="1981965"/>
                  </a:lnTo>
                  <a:lnTo>
                    <a:pt x="4715614" y="1974135"/>
                  </a:lnTo>
                  <a:lnTo>
                    <a:pt x="4716459" y="1981258"/>
                  </a:lnTo>
                  <a:lnTo>
                    <a:pt x="4717304" y="1963145"/>
                  </a:lnTo>
                  <a:lnTo>
                    <a:pt x="4718149" y="2014338"/>
                  </a:lnTo>
                  <a:lnTo>
                    <a:pt x="4718994" y="2067098"/>
                  </a:lnTo>
                  <a:lnTo>
                    <a:pt x="4719839" y="2103286"/>
                  </a:lnTo>
                  <a:lnTo>
                    <a:pt x="4720684" y="2103286"/>
                  </a:lnTo>
                  <a:lnTo>
                    <a:pt x="4721529" y="2091509"/>
                  </a:lnTo>
                  <a:lnTo>
                    <a:pt x="4722374" y="2069253"/>
                  </a:lnTo>
                  <a:lnTo>
                    <a:pt x="4723219" y="2037968"/>
                  </a:lnTo>
                  <a:lnTo>
                    <a:pt x="4724064" y="2035903"/>
                  </a:lnTo>
                  <a:lnTo>
                    <a:pt x="4724910" y="2028797"/>
                  </a:lnTo>
                  <a:lnTo>
                    <a:pt x="4725755" y="2030621"/>
                  </a:lnTo>
                  <a:lnTo>
                    <a:pt x="4726600" y="2058318"/>
                  </a:lnTo>
                  <a:lnTo>
                    <a:pt x="4727445" y="2043255"/>
                  </a:lnTo>
                  <a:lnTo>
                    <a:pt x="4728290" y="2041746"/>
                  </a:lnTo>
                  <a:lnTo>
                    <a:pt x="4729135" y="2054074"/>
                  </a:lnTo>
                  <a:lnTo>
                    <a:pt x="4729980" y="2054075"/>
                  </a:lnTo>
                  <a:lnTo>
                    <a:pt x="4730825" y="2054075"/>
                  </a:lnTo>
                  <a:lnTo>
                    <a:pt x="4731670" y="2051124"/>
                  </a:lnTo>
                  <a:lnTo>
                    <a:pt x="4732515" y="2044590"/>
                  </a:lnTo>
                  <a:lnTo>
                    <a:pt x="4733361" y="2022807"/>
                  </a:lnTo>
                  <a:lnTo>
                    <a:pt x="4734206" y="1995541"/>
                  </a:lnTo>
                  <a:lnTo>
                    <a:pt x="4735051" y="1994436"/>
                  </a:lnTo>
                  <a:lnTo>
                    <a:pt x="4735896" y="1995923"/>
                  </a:lnTo>
                  <a:lnTo>
                    <a:pt x="4736741" y="2005648"/>
                  </a:lnTo>
                  <a:lnTo>
                    <a:pt x="4737586" y="2031908"/>
                  </a:lnTo>
                  <a:lnTo>
                    <a:pt x="4738431" y="2045863"/>
                  </a:lnTo>
                  <a:lnTo>
                    <a:pt x="4739276" y="2033031"/>
                  </a:lnTo>
                  <a:lnTo>
                    <a:pt x="4740121" y="2017215"/>
                  </a:lnTo>
                  <a:lnTo>
                    <a:pt x="4740966" y="2020642"/>
                  </a:lnTo>
                  <a:lnTo>
                    <a:pt x="4741811" y="2041135"/>
                  </a:lnTo>
                  <a:lnTo>
                    <a:pt x="4742657" y="2050536"/>
                  </a:lnTo>
                  <a:lnTo>
                    <a:pt x="4743502" y="2059871"/>
                  </a:lnTo>
                  <a:lnTo>
                    <a:pt x="4744347" y="2079479"/>
                  </a:lnTo>
                  <a:lnTo>
                    <a:pt x="4745192" y="2066390"/>
                  </a:lnTo>
                  <a:lnTo>
                    <a:pt x="4746037" y="2040152"/>
                  </a:lnTo>
                  <a:lnTo>
                    <a:pt x="4746882" y="2006464"/>
                  </a:lnTo>
                  <a:lnTo>
                    <a:pt x="4747727" y="1983804"/>
                  </a:lnTo>
                  <a:lnTo>
                    <a:pt x="4748572" y="1978464"/>
                  </a:lnTo>
                  <a:lnTo>
                    <a:pt x="4749417" y="1986626"/>
                  </a:lnTo>
                  <a:lnTo>
                    <a:pt x="4750262" y="2016636"/>
                  </a:lnTo>
                  <a:lnTo>
                    <a:pt x="4751107" y="2037962"/>
                  </a:lnTo>
                  <a:lnTo>
                    <a:pt x="4751953" y="2051158"/>
                  </a:lnTo>
                  <a:lnTo>
                    <a:pt x="4752798" y="2064416"/>
                  </a:lnTo>
                  <a:lnTo>
                    <a:pt x="4753643" y="2085369"/>
                  </a:lnTo>
                  <a:lnTo>
                    <a:pt x="4754488" y="2103031"/>
                  </a:lnTo>
                  <a:lnTo>
                    <a:pt x="4755333" y="2103030"/>
                  </a:lnTo>
                  <a:lnTo>
                    <a:pt x="4756178" y="2093795"/>
                  </a:lnTo>
                  <a:lnTo>
                    <a:pt x="4757023" y="2066659"/>
                  </a:lnTo>
                  <a:lnTo>
                    <a:pt x="4757868" y="2048893"/>
                  </a:lnTo>
                  <a:lnTo>
                    <a:pt x="4758713" y="2033280"/>
                  </a:lnTo>
                  <a:lnTo>
                    <a:pt x="4759558" y="2012096"/>
                  </a:lnTo>
                  <a:lnTo>
                    <a:pt x="4760403" y="1990929"/>
                  </a:lnTo>
                  <a:lnTo>
                    <a:pt x="4761249" y="1969714"/>
                  </a:lnTo>
                  <a:lnTo>
                    <a:pt x="4762094" y="1969605"/>
                  </a:lnTo>
                  <a:lnTo>
                    <a:pt x="4762939" y="1973559"/>
                  </a:lnTo>
                  <a:lnTo>
                    <a:pt x="4763784" y="1948509"/>
                  </a:lnTo>
                  <a:lnTo>
                    <a:pt x="4764629" y="1933559"/>
                  </a:lnTo>
                  <a:lnTo>
                    <a:pt x="4765474" y="1954627"/>
                  </a:lnTo>
                  <a:lnTo>
                    <a:pt x="4766319" y="1963599"/>
                  </a:lnTo>
                  <a:lnTo>
                    <a:pt x="4767164" y="1960225"/>
                  </a:lnTo>
                  <a:lnTo>
                    <a:pt x="4768009" y="1974038"/>
                  </a:lnTo>
                  <a:lnTo>
                    <a:pt x="4768854" y="1999088"/>
                  </a:lnTo>
                  <a:lnTo>
                    <a:pt x="4769699" y="2017559"/>
                  </a:lnTo>
                  <a:lnTo>
                    <a:pt x="4770545" y="1988027"/>
                  </a:lnTo>
                  <a:lnTo>
                    <a:pt x="4771390" y="1956474"/>
                  </a:lnTo>
                  <a:lnTo>
                    <a:pt x="4772235" y="1954198"/>
                  </a:lnTo>
                  <a:lnTo>
                    <a:pt x="4773080" y="1954198"/>
                  </a:lnTo>
                  <a:lnTo>
                    <a:pt x="4773925" y="1953566"/>
                  </a:lnTo>
                  <a:lnTo>
                    <a:pt x="4774770" y="1953567"/>
                  </a:lnTo>
                  <a:lnTo>
                    <a:pt x="4775615" y="1983199"/>
                  </a:lnTo>
                  <a:lnTo>
                    <a:pt x="4776460" y="2036232"/>
                  </a:lnTo>
                  <a:lnTo>
                    <a:pt x="4777305" y="2069124"/>
                  </a:lnTo>
                  <a:lnTo>
                    <a:pt x="4778150" y="2088771"/>
                  </a:lnTo>
                  <a:lnTo>
                    <a:pt x="4778995" y="2103286"/>
                  </a:lnTo>
                  <a:lnTo>
                    <a:pt x="4779841" y="2103286"/>
                  </a:lnTo>
                  <a:lnTo>
                    <a:pt x="4780686" y="2103286"/>
                  </a:lnTo>
                  <a:lnTo>
                    <a:pt x="4781531" y="2103286"/>
                  </a:lnTo>
                  <a:lnTo>
                    <a:pt x="4782376" y="2103286"/>
                  </a:lnTo>
                  <a:lnTo>
                    <a:pt x="4783221" y="2069307"/>
                  </a:lnTo>
                  <a:lnTo>
                    <a:pt x="4784066" y="2038989"/>
                  </a:lnTo>
                  <a:lnTo>
                    <a:pt x="4784911" y="2040595"/>
                  </a:lnTo>
                  <a:lnTo>
                    <a:pt x="4785756" y="2040595"/>
                  </a:lnTo>
                  <a:lnTo>
                    <a:pt x="4786601" y="2032735"/>
                  </a:lnTo>
                  <a:lnTo>
                    <a:pt x="4787446" y="2015322"/>
                  </a:lnTo>
                  <a:lnTo>
                    <a:pt x="4788291" y="2056200"/>
                  </a:lnTo>
                  <a:lnTo>
                    <a:pt x="4789137" y="2071361"/>
                  </a:lnTo>
                  <a:lnTo>
                    <a:pt x="4789982" y="2069756"/>
                  </a:lnTo>
                  <a:lnTo>
                    <a:pt x="4790827" y="2069756"/>
                  </a:lnTo>
                  <a:lnTo>
                    <a:pt x="4791672" y="2069756"/>
                  </a:lnTo>
                  <a:lnTo>
                    <a:pt x="4792517" y="2056389"/>
                  </a:lnTo>
                  <a:lnTo>
                    <a:pt x="4793362" y="2025192"/>
                  </a:lnTo>
                  <a:lnTo>
                    <a:pt x="4794207" y="2016304"/>
                  </a:lnTo>
                  <a:lnTo>
                    <a:pt x="4795052" y="2016305"/>
                  </a:lnTo>
                  <a:lnTo>
                    <a:pt x="4795897" y="2023662"/>
                  </a:lnTo>
                  <a:lnTo>
                    <a:pt x="4796742" y="2044155"/>
                  </a:lnTo>
                  <a:lnTo>
                    <a:pt x="4797588" y="2063268"/>
                  </a:lnTo>
                  <a:lnTo>
                    <a:pt x="4798433" y="2094464"/>
                  </a:lnTo>
                  <a:lnTo>
                    <a:pt x="4799278" y="2103286"/>
                  </a:lnTo>
                  <a:lnTo>
                    <a:pt x="4800123" y="2101870"/>
                  </a:lnTo>
                  <a:lnTo>
                    <a:pt x="4800968" y="2077549"/>
                  </a:lnTo>
                  <a:lnTo>
                    <a:pt x="4801813" y="2031426"/>
                  </a:lnTo>
                  <a:lnTo>
                    <a:pt x="4802658" y="2003972"/>
                  </a:lnTo>
                  <a:lnTo>
                    <a:pt x="4803503" y="2024465"/>
                  </a:lnTo>
                  <a:lnTo>
                    <a:pt x="4804348" y="2028562"/>
                  </a:lnTo>
                  <a:lnTo>
                    <a:pt x="4805193" y="2037169"/>
                  </a:lnTo>
                  <a:lnTo>
                    <a:pt x="4806038" y="2086122"/>
                  </a:lnTo>
                  <a:lnTo>
                    <a:pt x="4806884" y="2103286"/>
                  </a:lnTo>
                  <a:lnTo>
                    <a:pt x="4807729" y="2103286"/>
                  </a:lnTo>
                  <a:lnTo>
                    <a:pt x="4808574" y="2103286"/>
                  </a:lnTo>
                  <a:lnTo>
                    <a:pt x="4809419" y="2103286"/>
                  </a:lnTo>
                  <a:lnTo>
                    <a:pt x="4810264" y="2103286"/>
                  </a:lnTo>
                  <a:lnTo>
                    <a:pt x="4811109" y="2103286"/>
                  </a:lnTo>
                  <a:lnTo>
                    <a:pt x="4811954" y="2103286"/>
                  </a:lnTo>
                  <a:lnTo>
                    <a:pt x="4812799" y="2103286"/>
                  </a:lnTo>
                  <a:lnTo>
                    <a:pt x="4813644" y="2103286"/>
                  </a:lnTo>
                  <a:lnTo>
                    <a:pt x="4814489" y="2103286"/>
                  </a:lnTo>
                  <a:lnTo>
                    <a:pt x="4815334" y="2103286"/>
                  </a:lnTo>
                  <a:lnTo>
                    <a:pt x="4816180" y="2053981"/>
                  </a:lnTo>
                  <a:lnTo>
                    <a:pt x="4817025" y="1981742"/>
                  </a:lnTo>
                  <a:lnTo>
                    <a:pt x="4817870" y="1970010"/>
                  </a:lnTo>
                  <a:lnTo>
                    <a:pt x="4818715" y="1970010"/>
                  </a:lnTo>
                  <a:lnTo>
                    <a:pt x="4819560" y="1982801"/>
                  </a:lnTo>
                  <a:lnTo>
                    <a:pt x="4820405" y="2005710"/>
                  </a:lnTo>
                  <a:lnTo>
                    <a:pt x="4821250" y="2032306"/>
                  </a:lnTo>
                  <a:lnTo>
                    <a:pt x="4822095" y="2067470"/>
                  </a:lnTo>
                  <a:lnTo>
                    <a:pt x="4822940" y="2072014"/>
                  </a:lnTo>
                  <a:lnTo>
                    <a:pt x="4823785" y="2073917"/>
                  </a:lnTo>
                  <a:lnTo>
                    <a:pt x="4824630" y="2067538"/>
                  </a:lnTo>
                  <a:lnTo>
                    <a:pt x="4825476" y="2042675"/>
                  </a:lnTo>
                  <a:lnTo>
                    <a:pt x="4826321" y="2052482"/>
                  </a:lnTo>
                  <a:lnTo>
                    <a:pt x="4827166" y="2042157"/>
                  </a:lnTo>
                  <a:lnTo>
                    <a:pt x="4828011" y="2007837"/>
                  </a:lnTo>
                  <a:lnTo>
                    <a:pt x="4828856" y="1996432"/>
                  </a:lnTo>
                  <a:lnTo>
                    <a:pt x="4829701" y="1980390"/>
                  </a:lnTo>
                  <a:lnTo>
                    <a:pt x="4830546" y="1993089"/>
                  </a:lnTo>
                  <a:lnTo>
                    <a:pt x="4831391" y="1978009"/>
                  </a:lnTo>
                  <a:lnTo>
                    <a:pt x="4832236" y="1975654"/>
                  </a:lnTo>
                  <a:lnTo>
                    <a:pt x="4833081" y="1975961"/>
                  </a:lnTo>
                  <a:lnTo>
                    <a:pt x="4833926" y="1983223"/>
                  </a:lnTo>
                  <a:lnTo>
                    <a:pt x="4834772" y="1992856"/>
                  </a:lnTo>
                  <a:lnTo>
                    <a:pt x="4835617" y="1992109"/>
                  </a:lnTo>
                  <a:lnTo>
                    <a:pt x="4836462" y="2015541"/>
                  </a:lnTo>
                  <a:lnTo>
                    <a:pt x="4837307" y="2033503"/>
                  </a:lnTo>
                  <a:lnTo>
                    <a:pt x="4838152" y="2067516"/>
                  </a:lnTo>
                  <a:lnTo>
                    <a:pt x="4838997" y="2071469"/>
                  </a:lnTo>
                  <a:lnTo>
                    <a:pt x="4839842" y="2091625"/>
                  </a:lnTo>
                  <a:lnTo>
                    <a:pt x="4840687" y="2103247"/>
                  </a:lnTo>
                  <a:lnTo>
                    <a:pt x="4841532" y="2103246"/>
                  </a:lnTo>
                  <a:lnTo>
                    <a:pt x="4842377" y="2103248"/>
                  </a:lnTo>
                  <a:lnTo>
                    <a:pt x="4843222" y="2103249"/>
                  </a:lnTo>
                  <a:lnTo>
                    <a:pt x="4844068" y="2101536"/>
                  </a:lnTo>
                  <a:lnTo>
                    <a:pt x="4844913" y="2081379"/>
                  </a:lnTo>
                  <a:lnTo>
                    <a:pt x="4845758" y="2069756"/>
                  </a:lnTo>
                  <a:lnTo>
                    <a:pt x="4846603" y="2069756"/>
                  </a:lnTo>
                  <a:lnTo>
                    <a:pt x="4847448" y="2069756"/>
                  </a:lnTo>
                  <a:lnTo>
                    <a:pt x="4848293" y="2064988"/>
                  </a:lnTo>
                  <a:lnTo>
                    <a:pt x="4849138" y="2067683"/>
                  </a:lnTo>
                  <a:lnTo>
                    <a:pt x="4849983" y="2049211"/>
                  </a:lnTo>
                  <a:lnTo>
                    <a:pt x="4850828" y="2047801"/>
                  </a:lnTo>
                  <a:lnTo>
                    <a:pt x="4851673" y="2047801"/>
                  </a:lnTo>
                  <a:lnTo>
                    <a:pt x="4852519" y="2047802"/>
                  </a:lnTo>
                  <a:lnTo>
                    <a:pt x="4853364" y="2052569"/>
                  </a:lnTo>
                  <a:lnTo>
                    <a:pt x="4854209" y="2049874"/>
                  </a:lnTo>
                  <a:lnTo>
                    <a:pt x="4855054" y="2068345"/>
                  </a:lnTo>
                  <a:lnTo>
                    <a:pt x="4855899" y="2069756"/>
                  </a:lnTo>
                  <a:lnTo>
                    <a:pt x="4856744" y="2069756"/>
                  </a:lnTo>
                  <a:lnTo>
                    <a:pt x="4857589" y="2069756"/>
                  </a:lnTo>
                  <a:lnTo>
                    <a:pt x="4858434" y="2069756"/>
                  </a:lnTo>
                  <a:lnTo>
                    <a:pt x="4859279" y="2069756"/>
                  </a:lnTo>
                  <a:lnTo>
                    <a:pt x="4860124" y="2069756"/>
                  </a:lnTo>
                  <a:lnTo>
                    <a:pt x="4860969" y="2069756"/>
                  </a:lnTo>
                  <a:lnTo>
                    <a:pt x="4861815" y="2069756"/>
                  </a:lnTo>
                  <a:lnTo>
                    <a:pt x="4862660" y="2069363"/>
                  </a:lnTo>
                  <a:lnTo>
                    <a:pt x="4863505" y="2048929"/>
                  </a:lnTo>
                  <a:lnTo>
                    <a:pt x="4864350" y="2036663"/>
                  </a:lnTo>
                  <a:lnTo>
                    <a:pt x="4865195" y="1991173"/>
                  </a:lnTo>
                  <a:lnTo>
                    <a:pt x="4866040" y="1958827"/>
                  </a:lnTo>
                  <a:lnTo>
                    <a:pt x="4866885" y="1957402"/>
                  </a:lnTo>
                  <a:lnTo>
                    <a:pt x="4867730" y="1943136"/>
                  </a:lnTo>
                  <a:lnTo>
                    <a:pt x="4868575" y="1966225"/>
                  </a:lnTo>
                  <a:lnTo>
                    <a:pt x="4869420" y="1985741"/>
                  </a:lnTo>
                  <a:lnTo>
                    <a:pt x="4870265" y="2030476"/>
                  </a:lnTo>
                  <a:lnTo>
                    <a:pt x="4871111" y="2057422"/>
                  </a:lnTo>
                  <a:lnTo>
                    <a:pt x="4871956" y="2042571"/>
                  </a:lnTo>
                  <a:lnTo>
                    <a:pt x="4872801" y="2078547"/>
                  </a:lnTo>
                  <a:lnTo>
                    <a:pt x="4873646" y="2103286"/>
                  </a:lnTo>
                  <a:lnTo>
                    <a:pt x="4874491" y="2103286"/>
                  </a:lnTo>
                  <a:lnTo>
                    <a:pt x="4875336" y="2103286"/>
                  </a:lnTo>
                  <a:lnTo>
                    <a:pt x="4876181" y="2103286"/>
                  </a:lnTo>
                  <a:lnTo>
                    <a:pt x="4877026" y="2103286"/>
                  </a:lnTo>
                  <a:lnTo>
                    <a:pt x="4877871" y="2103286"/>
                  </a:lnTo>
                  <a:lnTo>
                    <a:pt x="4878716" y="2103286"/>
                  </a:lnTo>
                  <a:lnTo>
                    <a:pt x="4879561" y="2101289"/>
                  </a:lnTo>
                  <a:lnTo>
                    <a:pt x="4880407" y="2080797"/>
                  </a:lnTo>
                  <a:lnTo>
                    <a:pt x="4881252" y="2083239"/>
                  </a:lnTo>
                  <a:lnTo>
                    <a:pt x="4882097" y="2080243"/>
                  </a:lnTo>
                  <a:lnTo>
                    <a:pt x="4882942" y="2069756"/>
                  </a:lnTo>
                  <a:lnTo>
                    <a:pt x="4883787" y="2069756"/>
                  </a:lnTo>
                  <a:lnTo>
                    <a:pt x="4884632" y="2069756"/>
                  </a:lnTo>
                  <a:lnTo>
                    <a:pt x="4885477" y="2069756"/>
                  </a:lnTo>
                  <a:lnTo>
                    <a:pt x="4886322" y="2069756"/>
                  </a:lnTo>
                  <a:lnTo>
                    <a:pt x="4887167" y="2069756"/>
                  </a:lnTo>
                  <a:lnTo>
                    <a:pt x="4888012" y="2069756"/>
                  </a:lnTo>
                  <a:lnTo>
                    <a:pt x="4888857" y="2069756"/>
                  </a:lnTo>
                  <a:lnTo>
                    <a:pt x="4889703" y="2069756"/>
                  </a:lnTo>
                  <a:lnTo>
                    <a:pt x="4890548" y="2069756"/>
                  </a:lnTo>
                  <a:lnTo>
                    <a:pt x="4891393" y="2075865"/>
                  </a:lnTo>
                  <a:lnTo>
                    <a:pt x="4892238" y="2092731"/>
                  </a:lnTo>
                  <a:lnTo>
                    <a:pt x="4893083" y="2103286"/>
                  </a:lnTo>
                  <a:lnTo>
                    <a:pt x="4893928" y="2103286"/>
                  </a:lnTo>
                  <a:lnTo>
                    <a:pt x="4894773" y="2103286"/>
                  </a:lnTo>
                  <a:lnTo>
                    <a:pt x="4895618" y="2103286"/>
                  </a:lnTo>
                  <a:lnTo>
                    <a:pt x="4896463" y="2098562"/>
                  </a:lnTo>
                  <a:lnTo>
                    <a:pt x="4897308" y="2080924"/>
                  </a:lnTo>
                  <a:lnTo>
                    <a:pt x="4898153" y="2022246"/>
                  </a:lnTo>
                  <a:lnTo>
                    <a:pt x="4898999" y="1987361"/>
                  </a:lnTo>
                  <a:lnTo>
                    <a:pt x="4899844" y="1950389"/>
                  </a:lnTo>
                  <a:lnTo>
                    <a:pt x="4900689" y="1944313"/>
                  </a:lnTo>
                  <a:lnTo>
                    <a:pt x="4901534" y="1964113"/>
                  </a:lnTo>
                  <a:lnTo>
                    <a:pt x="4902379" y="1952203"/>
                  </a:lnTo>
                  <a:lnTo>
                    <a:pt x="4903224" y="1950222"/>
                  </a:lnTo>
                  <a:lnTo>
                    <a:pt x="4904069" y="1967598"/>
                  </a:lnTo>
                  <a:lnTo>
                    <a:pt x="4904914" y="1994490"/>
                  </a:lnTo>
                  <a:lnTo>
                    <a:pt x="4905759" y="2017325"/>
                  </a:lnTo>
                  <a:lnTo>
                    <a:pt x="4906604" y="2003528"/>
                  </a:lnTo>
                  <a:lnTo>
                    <a:pt x="4907449" y="1987850"/>
                  </a:lnTo>
                  <a:lnTo>
                    <a:pt x="4908295" y="2010464"/>
                  </a:lnTo>
                  <a:lnTo>
                    <a:pt x="4909140" y="2015740"/>
                  </a:lnTo>
                  <a:lnTo>
                    <a:pt x="4909985" y="2015741"/>
                  </a:lnTo>
                  <a:lnTo>
                    <a:pt x="4910830" y="2015741"/>
                  </a:lnTo>
                  <a:lnTo>
                    <a:pt x="4911675" y="2024255"/>
                  </a:lnTo>
                  <a:lnTo>
                    <a:pt x="4912520" y="2025481"/>
                  </a:lnTo>
                  <a:lnTo>
                    <a:pt x="4913365" y="2007279"/>
                  </a:lnTo>
                  <a:lnTo>
                    <a:pt x="4914210" y="1953325"/>
                  </a:lnTo>
                  <a:lnTo>
                    <a:pt x="4915055" y="1920407"/>
                  </a:lnTo>
                  <a:lnTo>
                    <a:pt x="4915900" y="1920406"/>
                  </a:lnTo>
                  <a:lnTo>
                    <a:pt x="4916746" y="1925688"/>
                  </a:lnTo>
                  <a:lnTo>
                    <a:pt x="4917591" y="1952826"/>
                  </a:lnTo>
                  <a:lnTo>
                    <a:pt x="4918436" y="1982884"/>
                  </a:lnTo>
                  <a:lnTo>
                    <a:pt x="4919281" y="2036838"/>
                  </a:lnTo>
                  <a:lnTo>
                    <a:pt x="4920126" y="2032397"/>
                  </a:lnTo>
                  <a:lnTo>
                    <a:pt x="4920971" y="1969897"/>
                  </a:lnTo>
                  <a:lnTo>
                    <a:pt x="4921816" y="1930094"/>
                  </a:lnTo>
                  <a:lnTo>
                    <a:pt x="4922661" y="1906623"/>
                  </a:lnTo>
                  <a:lnTo>
                    <a:pt x="4923506" y="1894188"/>
                  </a:lnTo>
                  <a:lnTo>
                    <a:pt x="4924351" y="1875717"/>
                  </a:lnTo>
                  <a:lnTo>
                    <a:pt x="4925196" y="1906576"/>
                  </a:lnTo>
                  <a:lnTo>
                    <a:pt x="4926042" y="1969076"/>
                  </a:lnTo>
                  <a:lnTo>
                    <a:pt x="4926887" y="2008880"/>
                  </a:lnTo>
                  <a:lnTo>
                    <a:pt x="4927732" y="2032350"/>
                  </a:lnTo>
                  <a:lnTo>
                    <a:pt x="4928577" y="2018754"/>
                  </a:lnTo>
                  <a:lnTo>
                    <a:pt x="4929422" y="2020698"/>
                  </a:lnTo>
                  <a:lnTo>
                    <a:pt x="4930267" y="2047691"/>
                  </a:lnTo>
                  <a:lnTo>
                    <a:pt x="4931112" y="2050949"/>
                  </a:lnTo>
                  <a:lnTo>
                    <a:pt x="4931957" y="2050949"/>
                  </a:lnTo>
                  <a:lnTo>
                    <a:pt x="4932802" y="2050950"/>
                  </a:lnTo>
                  <a:lnTo>
                    <a:pt x="4933647" y="2076981"/>
                  </a:lnTo>
                  <a:lnTo>
                    <a:pt x="4934492" y="2079690"/>
                  </a:lnTo>
                  <a:lnTo>
                    <a:pt x="4935338" y="2026241"/>
                  </a:lnTo>
                  <a:lnTo>
                    <a:pt x="4936183" y="2016952"/>
                  </a:lnTo>
                  <a:lnTo>
                    <a:pt x="4937028" y="2016952"/>
                  </a:lnTo>
                  <a:lnTo>
                    <a:pt x="4937873" y="2016953"/>
                  </a:lnTo>
                  <a:lnTo>
                    <a:pt x="4938718" y="2016953"/>
                  </a:lnTo>
                  <a:lnTo>
                    <a:pt x="4939563" y="2030769"/>
                  </a:lnTo>
                  <a:lnTo>
                    <a:pt x="4940408" y="2063725"/>
                  </a:lnTo>
                  <a:lnTo>
                    <a:pt x="4941253" y="2069756"/>
                  </a:lnTo>
                  <a:lnTo>
                    <a:pt x="4942098" y="2069756"/>
                  </a:lnTo>
                  <a:lnTo>
                    <a:pt x="4942943" y="2069756"/>
                  </a:lnTo>
                  <a:lnTo>
                    <a:pt x="4943788" y="2069756"/>
                  </a:lnTo>
                  <a:lnTo>
                    <a:pt x="4944634" y="2069756"/>
                  </a:lnTo>
                  <a:lnTo>
                    <a:pt x="4945479" y="2060867"/>
                  </a:lnTo>
                  <a:lnTo>
                    <a:pt x="4946324" y="2020638"/>
                  </a:lnTo>
                  <a:lnTo>
                    <a:pt x="4947169" y="1974256"/>
                  </a:lnTo>
                  <a:lnTo>
                    <a:pt x="4948014" y="1970908"/>
                  </a:lnTo>
                  <a:lnTo>
                    <a:pt x="4948859" y="1952420"/>
                  </a:lnTo>
                  <a:lnTo>
                    <a:pt x="4949704" y="1920008"/>
                  </a:lnTo>
                  <a:lnTo>
                    <a:pt x="4950549" y="1927486"/>
                  </a:lnTo>
                  <a:lnTo>
                    <a:pt x="4951394" y="1961780"/>
                  </a:lnTo>
                  <a:lnTo>
                    <a:pt x="4952239" y="1953819"/>
                  </a:lnTo>
                  <a:lnTo>
                    <a:pt x="4953084" y="1887585"/>
                  </a:lnTo>
                  <a:lnTo>
                    <a:pt x="4953930" y="1900845"/>
                  </a:lnTo>
                  <a:lnTo>
                    <a:pt x="4954775" y="1933259"/>
                  </a:lnTo>
                  <a:lnTo>
                    <a:pt x="4955620" y="1931236"/>
                  </a:lnTo>
                  <a:lnTo>
                    <a:pt x="4956465" y="1911157"/>
                  </a:lnTo>
                  <a:lnTo>
                    <a:pt x="4957310" y="1921480"/>
                  </a:lnTo>
                  <a:lnTo>
                    <a:pt x="4958155" y="1940069"/>
                  </a:lnTo>
                  <a:lnTo>
                    <a:pt x="4959000" y="1902321"/>
                  </a:lnTo>
                  <a:lnTo>
                    <a:pt x="4959845" y="1875889"/>
                  </a:lnTo>
                  <a:lnTo>
                    <a:pt x="4960690" y="1873486"/>
                  </a:lnTo>
                  <a:lnTo>
                    <a:pt x="4961535" y="1899501"/>
                  </a:lnTo>
                  <a:lnTo>
                    <a:pt x="4962380" y="1943521"/>
                  </a:lnTo>
                  <a:lnTo>
                    <a:pt x="4963226" y="1994513"/>
                  </a:lnTo>
                  <a:lnTo>
                    <a:pt x="4964071" y="2037488"/>
                  </a:lnTo>
                  <a:lnTo>
                    <a:pt x="4964916" y="2045922"/>
                  </a:lnTo>
                  <a:lnTo>
                    <a:pt x="4965761" y="1995401"/>
                  </a:lnTo>
                  <a:lnTo>
                    <a:pt x="4966606" y="1958699"/>
                  </a:lnTo>
                  <a:lnTo>
                    <a:pt x="4967451" y="1948892"/>
                  </a:lnTo>
                  <a:lnTo>
                    <a:pt x="4968296" y="1969727"/>
                  </a:lnTo>
                  <a:lnTo>
                    <a:pt x="4969141" y="1971272"/>
                  </a:lnTo>
                  <a:lnTo>
                    <a:pt x="4969986" y="1989270"/>
                  </a:lnTo>
                  <a:lnTo>
                    <a:pt x="4970831" y="2045627"/>
                  </a:lnTo>
                  <a:lnTo>
                    <a:pt x="4971676" y="2077955"/>
                  </a:lnTo>
                  <a:lnTo>
                    <a:pt x="4972522" y="2060071"/>
                  </a:lnTo>
                  <a:lnTo>
                    <a:pt x="4973367" y="1999729"/>
                  </a:lnTo>
                  <a:lnTo>
                    <a:pt x="4974212" y="1967291"/>
                  </a:lnTo>
                  <a:lnTo>
                    <a:pt x="4975057" y="1966150"/>
                  </a:lnTo>
                  <a:lnTo>
                    <a:pt x="4975902" y="1959869"/>
                  </a:lnTo>
                  <a:lnTo>
                    <a:pt x="4976747" y="1942333"/>
                  </a:lnTo>
                  <a:lnTo>
                    <a:pt x="4977592" y="1960749"/>
                  </a:lnTo>
                  <a:lnTo>
                    <a:pt x="4978437" y="2000257"/>
                  </a:lnTo>
                  <a:lnTo>
                    <a:pt x="4979282" y="2031149"/>
                  </a:lnTo>
                  <a:lnTo>
                    <a:pt x="4980127" y="2032292"/>
                  </a:lnTo>
                  <a:lnTo>
                    <a:pt x="4980973" y="2042270"/>
                  </a:lnTo>
                  <a:lnTo>
                    <a:pt x="4981818" y="2084673"/>
                  </a:lnTo>
                  <a:lnTo>
                    <a:pt x="4982663" y="2103286"/>
                  </a:lnTo>
                  <a:lnTo>
                    <a:pt x="4983508" y="2103286"/>
                  </a:lnTo>
                  <a:lnTo>
                    <a:pt x="4984353" y="2103286"/>
                  </a:lnTo>
                  <a:lnTo>
                    <a:pt x="4985198" y="2103286"/>
                  </a:lnTo>
                  <a:lnTo>
                    <a:pt x="4986043" y="2103286"/>
                  </a:lnTo>
                  <a:lnTo>
                    <a:pt x="4986888" y="2103286"/>
                  </a:lnTo>
                  <a:lnTo>
                    <a:pt x="4987733" y="2070436"/>
                  </a:lnTo>
                  <a:lnTo>
                    <a:pt x="4988578" y="2050966"/>
                  </a:lnTo>
                  <a:lnTo>
                    <a:pt x="4989423" y="2050966"/>
                  </a:lnTo>
                  <a:lnTo>
                    <a:pt x="4990269" y="2037461"/>
                  </a:lnTo>
                  <a:lnTo>
                    <a:pt x="4991114" y="2017369"/>
                  </a:lnTo>
                  <a:lnTo>
                    <a:pt x="4991959" y="2018511"/>
                  </a:lnTo>
                  <a:lnTo>
                    <a:pt x="4992804" y="2050285"/>
                  </a:lnTo>
                  <a:lnTo>
                    <a:pt x="4993649" y="2069756"/>
                  </a:lnTo>
                  <a:lnTo>
                    <a:pt x="4994494" y="2028122"/>
                  </a:lnTo>
                  <a:lnTo>
                    <a:pt x="4995339" y="1995735"/>
                  </a:lnTo>
                  <a:lnTo>
                    <a:pt x="4996184" y="1995734"/>
                  </a:lnTo>
                  <a:lnTo>
                    <a:pt x="4997029" y="1958020"/>
                  </a:lnTo>
                  <a:lnTo>
                    <a:pt x="4997874" y="1870824"/>
                  </a:lnTo>
                  <a:lnTo>
                    <a:pt x="4998719" y="1818206"/>
                  </a:lnTo>
                  <a:lnTo>
                    <a:pt x="4999565" y="1812767"/>
                  </a:lnTo>
                  <a:lnTo>
                    <a:pt x="5000410" y="1834937"/>
                  </a:lnTo>
                  <a:lnTo>
                    <a:pt x="5001255" y="1854649"/>
                  </a:lnTo>
                  <a:lnTo>
                    <a:pt x="5002100" y="1892363"/>
                  </a:lnTo>
                  <a:lnTo>
                    <a:pt x="5002945" y="1979561"/>
                  </a:lnTo>
                  <a:lnTo>
                    <a:pt x="5003790" y="2032180"/>
                  </a:lnTo>
                  <a:lnTo>
                    <a:pt x="5004635" y="2079253"/>
                  </a:lnTo>
                  <a:lnTo>
                    <a:pt x="5005480" y="2089468"/>
                  </a:lnTo>
                  <a:lnTo>
                    <a:pt x="5006325" y="2053131"/>
                  </a:lnTo>
                  <a:lnTo>
                    <a:pt x="5007170" y="2036309"/>
                  </a:lnTo>
                  <a:lnTo>
                    <a:pt x="5008015" y="2017837"/>
                  </a:lnTo>
                  <a:lnTo>
                    <a:pt x="5008861" y="2014317"/>
                  </a:lnTo>
                  <a:lnTo>
                    <a:pt x="5009706" y="2014317"/>
                  </a:lnTo>
                  <a:lnTo>
                    <a:pt x="5010551" y="2014317"/>
                  </a:lnTo>
                  <a:lnTo>
                    <a:pt x="5011396" y="2030942"/>
                  </a:lnTo>
                  <a:lnTo>
                    <a:pt x="5012241" y="2047763"/>
                  </a:lnTo>
                  <a:lnTo>
                    <a:pt x="5013086" y="2066234"/>
                  </a:lnTo>
                  <a:lnTo>
                    <a:pt x="5013931" y="2069756"/>
                  </a:lnTo>
                  <a:lnTo>
                    <a:pt x="5014776" y="2069756"/>
                  </a:lnTo>
                  <a:lnTo>
                    <a:pt x="5015621" y="2069756"/>
                  </a:lnTo>
                  <a:lnTo>
                    <a:pt x="5016466" y="2069756"/>
                  </a:lnTo>
                  <a:lnTo>
                    <a:pt x="5017311" y="2069756"/>
                  </a:lnTo>
                  <a:lnTo>
                    <a:pt x="5018157" y="2069756"/>
                  </a:lnTo>
                  <a:lnTo>
                    <a:pt x="5019002" y="2069756"/>
                  </a:lnTo>
                  <a:lnTo>
                    <a:pt x="5019847" y="2069756"/>
                  </a:lnTo>
                  <a:lnTo>
                    <a:pt x="5020692" y="2069756"/>
                  </a:lnTo>
                  <a:lnTo>
                    <a:pt x="5021537" y="2069756"/>
                  </a:lnTo>
                  <a:lnTo>
                    <a:pt x="5022382" y="2069756"/>
                  </a:lnTo>
                  <a:lnTo>
                    <a:pt x="5023227" y="2069756"/>
                  </a:lnTo>
                  <a:lnTo>
                    <a:pt x="5024072" y="2069756"/>
                  </a:lnTo>
                  <a:lnTo>
                    <a:pt x="5024917" y="2069756"/>
                  </a:lnTo>
                  <a:lnTo>
                    <a:pt x="5025762" y="2069756"/>
                  </a:lnTo>
                  <a:lnTo>
                    <a:pt x="5026607" y="2069756"/>
                  </a:lnTo>
                  <a:lnTo>
                    <a:pt x="5027453" y="2069756"/>
                  </a:lnTo>
                  <a:lnTo>
                    <a:pt x="5028298" y="2069756"/>
                  </a:lnTo>
                  <a:lnTo>
                    <a:pt x="5029143" y="2069756"/>
                  </a:lnTo>
                  <a:lnTo>
                    <a:pt x="5029988" y="2069756"/>
                  </a:lnTo>
                  <a:lnTo>
                    <a:pt x="5030833" y="2069756"/>
                  </a:lnTo>
                  <a:lnTo>
                    <a:pt x="5031678" y="2069756"/>
                  </a:lnTo>
                  <a:lnTo>
                    <a:pt x="5032523" y="2069756"/>
                  </a:lnTo>
                  <a:lnTo>
                    <a:pt x="5033368" y="2069756"/>
                  </a:lnTo>
                  <a:lnTo>
                    <a:pt x="5034213" y="2069756"/>
                  </a:lnTo>
                  <a:lnTo>
                    <a:pt x="5035058" y="2069756"/>
                  </a:lnTo>
                  <a:lnTo>
                    <a:pt x="5035903" y="2070134"/>
                  </a:lnTo>
                  <a:lnTo>
                    <a:pt x="5036749" y="2066528"/>
                  </a:lnTo>
                  <a:lnTo>
                    <a:pt x="5037594" y="2053100"/>
                  </a:lnTo>
                  <a:lnTo>
                    <a:pt x="5038439" y="2062082"/>
                  </a:lnTo>
                  <a:lnTo>
                    <a:pt x="5039284" y="2082238"/>
                  </a:lnTo>
                  <a:lnTo>
                    <a:pt x="5040129" y="2083722"/>
                  </a:lnTo>
                  <a:lnTo>
                    <a:pt x="5040974" y="2069945"/>
                  </a:lnTo>
                  <a:lnTo>
                    <a:pt x="5041819" y="1998445"/>
                  </a:lnTo>
                  <a:lnTo>
                    <a:pt x="5042664" y="1917109"/>
                  </a:lnTo>
                  <a:lnTo>
                    <a:pt x="5043509" y="1863135"/>
                  </a:lnTo>
                  <a:lnTo>
                    <a:pt x="5044354" y="1829913"/>
                  </a:lnTo>
                  <a:lnTo>
                    <a:pt x="5045200" y="1809091"/>
                  </a:lnTo>
                  <a:lnTo>
                    <a:pt x="5046045" y="1769304"/>
                  </a:lnTo>
                  <a:lnTo>
                    <a:pt x="5046890" y="1839193"/>
                  </a:lnTo>
                  <a:lnTo>
                    <a:pt x="5047735" y="1957451"/>
                  </a:lnTo>
                  <a:lnTo>
                    <a:pt x="5048580" y="1969891"/>
                  </a:lnTo>
                  <a:lnTo>
                    <a:pt x="5049425" y="1929285"/>
                  </a:lnTo>
                  <a:lnTo>
                    <a:pt x="5050270" y="1892909"/>
                  </a:lnTo>
                  <a:lnTo>
                    <a:pt x="5051115" y="1887963"/>
                  </a:lnTo>
                  <a:lnTo>
                    <a:pt x="5051960" y="1875320"/>
                  </a:lnTo>
                  <a:lnTo>
                    <a:pt x="5052805" y="1851826"/>
                  </a:lnTo>
                  <a:lnTo>
                    <a:pt x="5053650" y="1858986"/>
                  </a:lnTo>
                  <a:lnTo>
                    <a:pt x="5054496" y="1885715"/>
                  </a:lnTo>
                  <a:lnTo>
                    <a:pt x="5055341" y="1941429"/>
                  </a:lnTo>
                  <a:lnTo>
                    <a:pt x="5056186" y="1999563"/>
                  </a:lnTo>
                  <a:lnTo>
                    <a:pt x="5057031" y="2017421"/>
                  </a:lnTo>
                  <a:lnTo>
                    <a:pt x="5057876" y="2017422"/>
                  </a:lnTo>
                  <a:lnTo>
                    <a:pt x="5058721" y="2042815"/>
                  </a:lnTo>
                  <a:lnTo>
                    <a:pt x="5059566" y="2069756"/>
                  </a:lnTo>
                  <a:lnTo>
                    <a:pt x="5060411" y="2069756"/>
                  </a:lnTo>
                  <a:lnTo>
                    <a:pt x="5061256" y="2069756"/>
                  </a:lnTo>
                  <a:lnTo>
                    <a:pt x="5062101" y="2069756"/>
                  </a:lnTo>
                  <a:lnTo>
                    <a:pt x="5062946" y="2069756"/>
                  </a:lnTo>
                  <a:lnTo>
                    <a:pt x="5063792" y="2069756"/>
                  </a:lnTo>
                  <a:lnTo>
                    <a:pt x="5064637" y="2069756"/>
                  </a:lnTo>
                  <a:lnTo>
                    <a:pt x="5065482" y="2069756"/>
                  </a:lnTo>
                  <a:lnTo>
                    <a:pt x="5066327" y="2069756"/>
                  </a:lnTo>
                  <a:lnTo>
                    <a:pt x="5067172" y="2073182"/>
                  </a:lnTo>
                  <a:lnTo>
                    <a:pt x="5068017" y="2093674"/>
                  </a:lnTo>
                  <a:lnTo>
                    <a:pt x="5068862" y="2103139"/>
                  </a:lnTo>
                  <a:lnTo>
                    <a:pt x="5069707" y="2103139"/>
                  </a:lnTo>
                  <a:lnTo>
                    <a:pt x="5070552" y="2103140"/>
                  </a:lnTo>
                  <a:lnTo>
                    <a:pt x="5071397" y="2086839"/>
                  </a:lnTo>
                  <a:lnTo>
                    <a:pt x="5072242" y="2028393"/>
                  </a:lnTo>
                  <a:lnTo>
                    <a:pt x="5073088" y="1972917"/>
                  </a:lnTo>
                  <a:lnTo>
                    <a:pt x="5073933" y="1903223"/>
                  </a:lnTo>
                  <a:lnTo>
                    <a:pt x="5074778" y="1841862"/>
                  </a:lnTo>
                  <a:lnTo>
                    <a:pt x="5075623" y="1834373"/>
                  </a:lnTo>
                  <a:lnTo>
                    <a:pt x="5076468" y="1850676"/>
                  </a:lnTo>
                  <a:lnTo>
                    <a:pt x="5077313" y="1899013"/>
                  </a:lnTo>
                  <a:lnTo>
                    <a:pt x="5078158" y="1909505"/>
                  </a:lnTo>
                  <a:lnTo>
                    <a:pt x="5079003" y="1942092"/>
                  </a:lnTo>
                  <a:lnTo>
                    <a:pt x="5079848" y="1973807"/>
                  </a:lnTo>
                  <a:lnTo>
                    <a:pt x="5080693" y="1925198"/>
                  </a:lnTo>
                  <a:lnTo>
                    <a:pt x="5081538" y="1838008"/>
                  </a:lnTo>
                  <a:lnTo>
                    <a:pt x="5082384" y="1781635"/>
                  </a:lnTo>
                  <a:lnTo>
                    <a:pt x="5083229" y="1782525"/>
                  </a:lnTo>
                  <a:lnTo>
                    <a:pt x="5084074" y="1806175"/>
                  </a:lnTo>
                  <a:lnTo>
                    <a:pt x="5084919" y="1826845"/>
                  </a:lnTo>
                  <a:lnTo>
                    <a:pt x="5085764" y="1830615"/>
                  </a:lnTo>
                  <a:lnTo>
                    <a:pt x="5086609" y="1870271"/>
                  </a:lnTo>
                  <a:lnTo>
                    <a:pt x="5087454" y="1919427"/>
                  </a:lnTo>
                  <a:lnTo>
                    <a:pt x="5088299" y="1944326"/>
                  </a:lnTo>
                  <a:lnTo>
                    <a:pt x="5089144" y="1948317"/>
                  </a:lnTo>
                  <a:lnTo>
                    <a:pt x="5089989" y="1957294"/>
                  </a:lnTo>
                  <a:lnTo>
                    <a:pt x="5090834" y="2023573"/>
                  </a:lnTo>
                  <a:lnTo>
                    <a:pt x="5091680" y="2103286"/>
                  </a:lnTo>
                  <a:lnTo>
                    <a:pt x="5092525" y="2103286"/>
                  </a:lnTo>
                  <a:lnTo>
                    <a:pt x="5093370" y="2103286"/>
                  </a:lnTo>
                  <a:lnTo>
                    <a:pt x="5094215" y="2103286"/>
                  </a:lnTo>
                  <a:lnTo>
                    <a:pt x="5095060" y="2103286"/>
                  </a:lnTo>
                  <a:lnTo>
                    <a:pt x="5095905" y="2103286"/>
                  </a:lnTo>
                  <a:lnTo>
                    <a:pt x="5096750" y="2103286"/>
                  </a:lnTo>
                  <a:lnTo>
                    <a:pt x="5097595" y="2062097"/>
                  </a:lnTo>
                  <a:lnTo>
                    <a:pt x="5098440" y="2049515"/>
                  </a:lnTo>
                  <a:lnTo>
                    <a:pt x="5099285" y="2044148"/>
                  </a:lnTo>
                  <a:lnTo>
                    <a:pt x="5100130" y="2023656"/>
                  </a:lnTo>
                  <a:lnTo>
                    <a:pt x="5100976" y="2016132"/>
                  </a:lnTo>
                  <a:lnTo>
                    <a:pt x="5101821" y="2008281"/>
                  </a:lnTo>
                  <a:lnTo>
                    <a:pt x="5102666" y="2012508"/>
                  </a:lnTo>
                  <a:lnTo>
                    <a:pt x="5103511" y="2002402"/>
                  </a:lnTo>
                  <a:lnTo>
                    <a:pt x="5104356" y="2018016"/>
                  </a:lnTo>
                  <a:lnTo>
                    <a:pt x="5105201" y="2035678"/>
                  </a:lnTo>
                  <a:lnTo>
                    <a:pt x="5106046" y="2035677"/>
                  </a:lnTo>
                  <a:lnTo>
                    <a:pt x="5106891" y="2053815"/>
                  </a:lnTo>
                  <a:lnTo>
                    <a:pt x="5107736" y="2080344"/>
                  </a:lnTo>
                  <a:lnTo>
                    <a:pt x="5108581" y="2103033"/>
                  </a:lnTo>
                  <a:lnTo>
                    <a:pt x="5109427" y="2087419"/>
                  </a:lnTo>
                  <a:lnTo>
                    <a:pt x="5110272" y="2069756"/>
                  </a:lnTo>
                  <a:lnTo>
                    <a:pt x="5111117" y="2058672"/>
                  </a:lnTo>
                  <a:lnTo>
                    <a:pt x="5111962" y="2029229"/>
                  </a:lnTo>
                  <a:lnTo>
                    <a:pt x="5112807" y="2001795"/>
                  </a:lnTo>
                  <a:lnTo>
                    <a:pt x="5113652" y="1898914"/>
                  </a:lnTo>
                  <a:lnTo>
                    <a:pt x="5114497" y="1792395"/>
                  </a:lnTo>
                  <a:lnTo>
                    <a:pt x="5115342" y="1753733"/>
                  </a:lnTo>
                  <a:lnTo>
                    <a:pt x="5116187" y="1756015"/>
                  </a:lnTo>
                  <a:lnTo>
                    <a:pt x="5117032" y="1759185"/>
                  </a:lnTo>
                  <a:lnTo>
                    <a:pt x="5117877" y="1760515"/>
                  </a:lnTo>
                  <a:lnTo>
                    <a:pt x="5118723" y="1863396"/>
                  </a:lnTo>
                  <a:lnTo>
                    <a:pt x="5119568" y="1969915"/>
                  </a:lnTo>
                  <a:lnTo>
                    <a:pt x="5120413" y="2007710"/>
                  </a:lnTo>
                  <a:lnTo>
                    <a:pt x="5121258" y="1941090"/>
                  </a:lnTo>
                  <a:lnTo>
                    <a:pt x="5122103" y="1865865"/>
                  </a:lnTo>
                  <a:lnTo>
                    <a:pt x="5122948" y="1868152"/>
                  </a:lnTo>
                  <a:lnTo>
                    <a:pt x="5123793" y="1868153"/>
                  </a:lnTo>
                  <a:lnTo>
                    <a:pt x="5124638" y="1857155"/>
                  </a:lnTo>
                  <a:lnTo>
                    <a:pt x="5125483" y="1827360"/>
                  </a:lnTo>
                  <a:lnTo>
                    <a:pt x="5126328" y="1905238"/>
                  </a:lnTo>
                  <a:lnTo>
                    <a:pt x="5127173" y="2041591"/>
                  </a:lnTo>
                  <a:lnTo>
                    <a:pt x="5128019" y="2103286"/>
                  </a:lnTo>
                  <a:lnTo>
                    <a:pt x="5128864" y="2103286"/>
                  </a:lnTo>
                  <a:lnTo>
                    <a:pt x="5129709" y="2103286"/>
                  </a:lnTo>
                  <a:lnTo>
                    <a:pt x="5130554" y="2103286"/>
                  </a:lnTo>
                  <a:lnTo>
                    <a:pt x="5131399" y="2103286"/>
                  </a:lnTo>
                  <a:lnTo>
                    <a:pt x="5132244" y="2101509"/>
                  </a:lnTo>
                  <a:lnTo>
                    <a:pt x="5133089" y="1994335"/>
                  </a:lnTo>
                  <a:lnTo>
                    <a:pt x="5133934" y="1905382"/>
                  </a:lnTo>
                  <a:lnTo>
                    <a:pt x="5134779" y="1898843"/>
                  </a:lnTo>
                  <a:lnTo>
                    <a:pt x="5135624" y="1927763"/>
                  </a:lnTo>
                  <a:lnTo>
                    <a:pt x="5136469" y="1971233"/>
                  </a:lnTo>
                  <a:lnTo>
                    <a:pt x="5137315" y="2003448"/>
                  </a:lnTo>
                  <a:lnTo>
                    <a:pt x="5138160" y="2053308"/>
                  </a:lnTo>
                  <a:lnTo>
                    <a:pt x="5139005" y="2101379"/>
                  </a:lnTo>
                  <a:lnTo>
                    <a:pt x="5139850" y="2103140"/>
                  </a:lnTo>
                  <a:lnTo>
                    <a:pt x="5140695" y="2091625"/>
                  </a:lnTo>
                  <a:lnTo>
                    <a:pt x="5141540" y="2071469"/>
                  </a:lnTo>
                  <a:lnTo>
                    <a:pt x="5142385" y="2069756"/>
                  </a:lnTo>
                  <a:lnTo>
                    <a:pt x="5143230" y="2069756"/>
                  </a:lnTo>
                  <a:lnTo>
                    <a:pt x="5144075" y="2069756"/>
                  </a:lnTo>
                  <a:lnTo>
                    <a:pt x="5144920" y="2073015"/>
                  </a:lnTo>
                  <a:lnTo>
                    <a:pt x="5145765" y="2093507"/>
                  </a:lnTo>
                  <a:lnTo>
                    <a:pt x="5146611" y="2103244"/>
                  </a:lnTo>
                  <a:lnTo>
                    <a:pt x="5147456" y="2103244"/>
                  </a:lnTo>
                  <a:lnTo>
                    <a:pt x="5148301" y="2103245"/>
                  </a:lnTo>
                  <a:lnTo>
                    <a:pt x="5149146" y="2103246"/>
                  </a:lnTo>
                  <a:lnTo>
                    <a:pt x="5149991" y="2099987"/>
                  </a:lnTo>
                  <a:lnTo>
                    <a:pt x="5150836" y="2079494"/>
                  </a:lnTo>
                  <a:lnTo>
                    <a:pt x="5151681" y="2069756"/>
                  </a:lnTo>
                  <a:lnTo>
                    <a:pt x="5152526" y="2069756"/>
                  </a:lnTo>
                  <a:lnTo>
                    <a:pt x="5153371" y="2069756"/>
                  </a:lnTo>
                  <a:lnTo>
                    <a:pt x="5154216" y="2069756"/>
                  </a:lnTo>
                  <a:lnTo>
                    <a:pt x="5155061" y="2059108"/>
                  </a:lnTo>
                  <a:lnTo>
                    <a:pt x="5155907" y="2029017"/>
                  </a:lnTo>
                  <a:lnTo>
                    <a:pt x="5156752" y="2016086"/>
                  </a:lnTo>
                  <a:lnTo>
                    <a:pt x="5157597" y="2016087"/>
                  </a:lnTo>
                  <a:lnTo>
                    <a:pt x="5158442" y="2007199"/>
                  </a:lnTo>
                  <a:lnTo>
                    <a:pt x="5159287" y="1982243"/>
                  </a:lnTo>
                  <a:lnTo>
                    <a:pt x="5160132" y="1974080"/>
                  </a:lnTo>
                  <a:lnTo>
                    <a:pt x="5160977" y="2002411"/>
                  </a:lnTo>
                  <a:lnTo>
                    <a:pt x="5161822" y="2015342"/>
                  </a:lnTo>
                  <a:lnTo>
                    <a:pt x="5162667" y="2015342"/>
                  </a:lnTo>
                  <a:lnTo>
                    <a:pt x="5163512" y="2025943"/>
                  </a:lnTo>
                  <a:lnTo>
                    <a:pt x="5164357" y="2071055"/>
                  </a:lnTo>
                  <a:lnTo>
                    <a:pt x="5165203" y="2101486"/>
                  </a:lnTo>
                  <a:lnTo>
                    <a:pt x="5166048" y="2103246"/>
                  </a:lnTo>
                  <a:lnTo>
                    <a:pt x="5166893" y="2103248"/>
                  </a:lnTo>
                  <a:lnTo>
                    <a:pt x="5167738" y="2103249"/>
                  </a:lnTo>
                  <a:lnTo>
                    <a:pt x="5168583" y="2101536"/>
                  </a:lnTo>
                  <a:lnTo>
                    <a:pt x="5169428" y="2070158"/>
                  </a:lnTo>
                  <a:lnTo>
                    <a:pt x="5170273" y="1982270"/>
                  </a:lnTo>
                  <a:lnTo>
                    <a:pt x="5171118" y="1936696"/>
                  </a:lnTo>
                  <a:lnTo>
                    <a:pt x="5171963" y="1936696"/>
                  </a:lnTo>
                  <a:lnTo>
                    <a:pt x="5172808" y="1936696"/>
                  </a:lnTo>
                  <a:lnTo>
                    <a:pt x="5173654" y="1936697"/>
                  </a:lnTo>
                  <a:lnTo>
                    <a:pt x="5174499" y="1947918"/>
                  </a:lnTo>
                  <a:lnTo>
                    <a:pt x="5175344" y="2024182"/>
                  </a:lnTo>
                  <a:lnTo>
                    <a:pt x="5176189" y="2069756"/>
                  </a:lnTo>
                  <a:lnTo>
                    <a:pt x="5177034" y="2069756"/>
                  </a:lnTo>
                  <a:lnTo>
                    <a:pt x="5177879" y="2069756"/>
                  </a:lnTo>
                  <a:lnTo>
                    <a:pt x="5178724" y="2069756"/>
                  </a:lnTo>
                  <a:lnTo>
                    <a:pt x="5179569" y="2069756"/>
                  </a:lnTo>
                  <a:lnTo>
                    <a:pt x="5180414" y="2040571"/>
                  </a:lnTo>
                  <a:lnTo>
                    <a:pt x="5181259" y="2017243"/>
                  </a:lnTo>
                  <a:lnTo>
                    <a:pt x="5182104" y="2003740"/>
                  </a:lnTo>
                  <a:lnTo>
                    <a:pt x="5182950" y="1955373"/>
                  </a:lnTo>
                  <a:lnTo>
                    <a:pt x="5183795" y="1920886"/>
                  </a:lnTo>
                  <a:lnTo>
                    <a:pt x="5184640" y="1922400"/>
                  </a:lnTo>
                  <a:lnTo>
                    <a:pt x="5185485" y="1938342"/>
                  </a:lnTo>
                  <a:lnTo>
                    <a:pt x="5186330" y="1932409"/>
                  </a:lnTo>
                  <a:lnTo>
                    <a:pt x="5187175" y="1952667"/>
                  </a:lnTo>
                  <a:lnTo>
                    <a:pt x="5188020" y="2001036"/>
                  </a:lnTo>
                  <a:lnTo>
                    <a:pt x="5188865" y="2035522"/>
                  </a:lnTo>
                  <a:lnTo>
                    <a:pt x="5189710" y="2034008"/>
                  </a:lnTo>
                  <a:lnTo>
                    <a:pt x="5190555" y="2047250"/>
                  </a:lnTo>
                  <a:lnTo>
                    <a:pt x="5191400" y="2076511"/>
                  </a:lnTo>
                  <a:lnTo>
                    <a:pt x="5192246" y="2069756"/>
                  </a:lnTo>
                  <a:lnTo>
                    <a:pt x="5193091" y="2069756"/>
                  </a:lnTo>
                  <a:lnTo>
                    <a:pt x="5193936" y="2058573"/>
                  </a:lnTo>
                  <a:lnTo>
                    <a:pt x="5194781" y="2010891"/>
                  </a:lnTo>
                  <a:lnTo>
                    <a:pt x="5195626" y="1956379"/>
                  </a:lnTo>
                  <a:lnTo>
                    <a:pt x="5196471" y="1932705"/>
                  </a:lnTo>
                  <a:lnTo>
                    <a:pt x="5197316" y="1882907"/>
                  </a:lnTo>
                  <a:lnTo>
                    <a:pt x="5198161" y="1814839"/>
                  </a:lnTo>
                  <a:lnTo>
                    <a:pt x="5199006" y="1812450"/>
                  </a:lnTo>
                  <a:lnTo>
                    <a:pt x="5199851" y="1860134"/>
                  </a:lnTo>
                  <a:lnTo>
                    <a:pt x="5200696" y="1914645"/>
                  </a:lnTo>
                  <a:lnTo>
                    <a:pt x="5201542" y="1938319"/>
                  </a:lnTo>
                  <a:lnTo>
                    <a:pt x="5202387" y="1988118"/>
                  </a:lnTo>
                  <a:lnTo>
                    <a:pt x="5203232" y="2056185"/>
                  </a:lnTo>
                  <a:lnTo>
                    <a:pt x="5204077" y="2064387"/>
                  </a:lnTo>
                  <a:lnTo>
                    <a:pt x="5204922" y="2041030"/>
                  </a:lnTo>
                  <a:lnTo>
                    <a:pt x="5205767" y="2019188"/>
                  </a:lnTo>
                  <a:lnTo>
                    <a:pt x="5206612" y="2015581"/>
                  </a:lnTo>
                  <a:lnTo>
                    <a:pt x="5207457" y="2015581"/>
                  </a:lnTo>
                  <a:lnTo>
                    <a:pt x="5208302" y="2015582"/>
                  </a:lnTo>
                  <a:lnTo>
                    <a:pt x="5209147" y="2008456"/>
                  </a:lnTo>
                  <a:lnTo>
                    <a:pt x="5209992" y="2015404"/>
                  </a:lnTo>
                  <a:lnTo>
                    <a:pt x="5210838" y="2018773"/>
                  </a:lnTo>
                  <a:lnTo>
                    <a:pt x="5211683" y="2014220"/>
                  </a:lnTo>
                  <a:lnTo>
                    <a:pt x="5212528" y="2014221"/>
                  </a:lnTo>
                  <a:lnTo>
                    <a:pt x="5213373" y="2014221"/>
                  </a:lnTo>
                  <a:lnTo>
                    <a:pt x="5214218" y="1994071"/>
                  </a:lnTo>
                  <a:lnTo>
                    <a:pt x="5215063" y="1991100"/>
                  </a:lnTo>
                  <a:lnTo>
                    <a:pt x="5215908" y="2009571"/>
                  </a:lnTo>
                  <a:lnTo>
                    <a:pt x="5216753" y="2017733"/>
                  </a:lnTo>
                  <a:lnTo>
                    <a:pt x="5217598" y="2017733"/>
                  </a:lnTo>
                  <a:lnTo>
                    <a:pt x="5218443" y="2013701"/>
                  </a:lnTo>
                  <a:lnTo>
                    <a:pt x="5219288" y="1994525"/>
                  </a:lnTo>
                  <a:lnTo>
                    <a:pt x="5220134" y="1975407"/>
                  </a:lnTo>
                  <a:lnTo>
                    <a:pt x="5220979" y="1972694"/>
                  </a:lnTo>
                  <a:lnTo>
                    <a:pt x="5221824" y="1972695"/>
                  </a:lnTo>
                  <a:lnTo>
                    <a:pt x="5222669" y="1972695"/>
                  </a:lnTo>
                  <a:lnTo>
                    <a:pt x="5223514" y="1963882"/>
                  </a:lnTo>
                  <a:lnTo>
                    <a:pt x="5224359" y="1971025"/>
                  </a:lnTo>
                  <a:lnTo>
                    <a:pt x="5225204" y="1976604"/>
                  </a:lnTo>
                  <a:lnTo>
                    <a:pt x="5226049" y="1982224"/>
                  </a:lnTo>
                  <a:lnTo>
                    <a:pt x="5226894" y="1980446"/>
                  </a:lnTo>
                  <a:lnTo>
                    <a:pt x="5227739" y="1980447"/>
                  </a:lnTo>
                  <a:lnTo>
                    <a:pt x="5228584" y="1993292"/>
                  </a:lnTo>
                  <a:lnTo>
                    <a:pt x="5229430" y="2037969"/>
                  </a:lnTo>
                  <a:lnTo>
                    <a:pt x="5230275" y="2037962"/>
                  </a:lnTo>
                  <a:lnTo>
                    <a:pt x="5231120" y="1984123"/>
                  </a:lnTo>
                  <a:lnTo>
                    <a:pt x="5231965" y="1968480"/>
                  </a:lnTo>
                  <a:lnTo>
                    <a:pt x="5232810" y="1908733"/>
                  </a:lnTo>
                  <a:lnTo>
                    <a:pt x="5233655" y="1846765"/>
                  </a:lnTo>
                  <a:lnTo>
                    <a:pt x="5234500" y="1833992"/>
                  </a:lnTo>
                  <a:lnTo>
                    <a:pt x="5235345" y="1866915"/>
                  </a:lnTo>
                  <a:lnTo>
                    <a:pt x="5236190" y="1917848"/>
                  </a:lnTo>
                  <a:lnTo>
                    <a:pt x="5237035" y="1935269"/>
                  </a:lnTo>
                  <a:lnTo>
                    <a:pt x="5237881" y="1995015"/>
                  </a:lnTo>
                  <a:lnTo>
                    <a:pt x="5238726" y="2062014"/>
                  </a:lnTo>
                  <a:lnTo>
                    <a:pt x="5239571" y="2093870"/>
                  </a:lnTo>
                  <a:lnTo>
                    <a:pt x="5240416" y="2103286"/>
                  </a:lnTo>
                  <a:lnTo>
                    <a:pt x="5241261" y="2098849"/>
                  </a:lnTo>
                  <a:lnTo>
                    <a:pt x="5242106" y="2031032"/>
                  </a:lnTo>
                  <a:lnTo>
                    <a:pt x="5242951" y="1978411"/>
                  </a:lnTo>
                  <a:lnTo>
                    <a:pt x="5243796" y="1979032"/>
                  </a:lnTo>
                  <a:lnTo>
                    <a:pt x="5244641" y="1980441"/>
                  </a:lnTo>
                  <a:lnTo>
                    <a:pt x="5245486" y="1966003"/>
                  </a:lnTo>
                  <a:lnTo>
                    <a:pt x="5246331" y="1990280"/>
                  </a:lnTo>
                  <a:lnTo>
                    <a:pt x="5247177" y="2078255"/>
                  </a:lnTo>
                  <a:lnTo>
                    <a:pt x="5248022" y="2103286"/>
                  </a:lnTo>
                  <a:lnTo>
                    <a:pt x="5248867" y="2103286"/>
                  </a:lnTo>
                  <a:lnTo>
                    <a:pt x="5249712" y="2103286"/>
                  </a:lnTo>
                  <a:lnTo>
                    <a:pt x="5250557" y="2092911"/>
                  </a:lnTo>
                  <a:lnTo>
                    <a:pt x="5251402" y="2070106"/>
                  </a:lnTo>
                  <a:lnTo>
                    <a:pt x="5252247" y="2049950"/>
                  </a:lnTo>
                  <a:lnTo>
                    <a:pt x="5253092" y="2019753"/>
                  </a:lnTo>
                  <a:lnTo>
                    <a:pt x="5253937" y="1997412"/>
                  </a:lnTo>
                  <a:lnTo>
                    <a:pt x="5254782" y="2008888"/>
                  </a:lnTo>
                  <a:lnTo>
                    <a:pt x="5255627" y="2039781"/>
                  </a:lnTo>
                  <a:lnTo>
                    <a:pt x="5256473" y="2044099"/>
                  </a:lnTo>
                  <a:lnTo>
                    <a:pt x="5257318" y="2014964"/>
                  </a:lnTo>
                  <a:lnTo>
                    <a:pt x="5258163" y="2003967"/>
                  </a:lnTo>
                  <a:lnTo>
                    <a:pt x="5259008" y="1999105"/>
                  </a:lnTo>
                  <a:lnTo>
                    <a:pt x="5259853" y="1983765"/>
                  </a:lnTo>
                  <a:lnTo>
                    <a:pt x="5260698" y="1951032"/>
                  </a:lnTo>
                  <a:lnTo>
                    <a:pt x="5261543" y="1953151"/>
                  </a:lnTo>
                  <a:lnTo>
                    <a:pt x="5262388" y="1982286"/>
                  </a:lnTo>
                  <a:lnTo>
                    <a:pt x="5263233" y="2003114"/>
                  </a:lnTo>
                  <a:lnTo>
                    <a:pt x="5264078" y="2016937"/>
                  </a:lnTo>
                  <a:lnTo>
                    <a:pt x="5264923" y="2038026"/>
                  </a:lnTo>
                  <a:lnTo>
                    <a:pt x="5265769" y="2091250"/>
                  </a:lnTo>
                  <a:lnTo>
                    <a:pt x="5266614" y="2090421"/>
                  </a:lnTo>
                  <a:lnTo>
                    <a:pt x="5267459" y="2072655"/>
                  </a:lnTo>
                  <a:lnTo>
                    <a:pt x="5268304" y="2054185"/>
                  </a:lnTo>
                  <a:lnTo>
                    <a:pt x="5269149" y="2047871"/>
                  </a:lnTo>
                  <a:lnTo>
                    <a:pt x="5269994" y="2042124"/>
                  </a:lnTo>
                  <a:lnTo>
                    <a:pt x="5270839" y="2021632"/>
                  </a:lnTo>
                  <a:lnTo>
                    <a:pt x="5271684" y="2027205"/>
                  </a:lnTo>
                  <a:lnTo>
                    <a:pt x="5272529" y="2044970"/>
                  </a:lnTo>
                  <a:lnTo>
                    <a:pt x="5273374" y="2063441"/>
                  </a:lnTo>
                  <a:lnTo>
                    <a:pt x="5274219" y="2069756"/>
                  </a:lnTo>
                  <a:lnTo>
                    <a:pt x="5275065" y="2043912"/>
                  </a:lnTo>
                  <a:lnTo>
                    <a:pt x="5275910" y="2016100"/>
                  </a:lnTo>
                  <a:lnTo>
                    <a:pt x="5276755" y="1976810"/>
                  </a:lnTo>
                  <a:lnTo>
                    <a:pt x="5277600" y="1928933"/>
                  </a:lnTo>
                  <a:lnTo>
                    <a:pt x="5278445" y="1906248"/>
                  </a:lnTo>
                  <a:lnTo>
                    <a:pt x="5279290" y="1872236"/>
                  </a:lnTo>
                  <a:lnTo>
                    <a:pt x="5280135" y="1891306"/>
                  </a:lnTo>
                  <a:lnTo>
                    <a:pt x="5280980" y="1910587"/>
                  </a:lnTo>
                  <a:lnTo>
                    <a:pt x="5281825" y="1909003"/>
                  </a:lnTo>
                  <a:lnTo>
                    <a:pt x="5282670" y="1914242"/>
                  </a:lnTo>
                  <a:lnTo>
                    <a:pt x="5283515" y="1928669"/>
                  </a:lnTo>
                  <a:lnTo>
                    <a:pt x="5284361" y="1962683"/>
                  </a:lnTo>
                  <a:lnTo>
                    <a:pt x="5285206" y="1969458"/>
                  </a:lnTo>
                  <a:lnTo>
                    <a:pt x="5286051" y="1934383"/>
                  </a:lnTo>
                  <a:lnTo>
                    <a:pt x="5286896" y="1920841"/>
                  </a:lnTo>
                  <a:lnTo>
                    <a:pt x="5287741" y="1943764"/>
                  </a:lnTo>
                  <a:lnTo>
                    <a:pt x="5288586" y="1913867"/>
                  </a:lnTo>
                  <a:lnTo>
                    <a:pt x="5289431" y="1854076"/>
                  </a:lnTo>
                  <a:lnTo>
                    <a:pt x="5290276" y="1807206"/>
                  </a:lnTo>
                  <a:lnTo>
                    <a:pt x="5291121" y="1819015"/>
                  </a:lnTo>
                  <a:lnTo>
                    <a:pt x="5291966" y="1863144"/>
                  </a:lnTo>
                  <a:lnTo>
                    <a:pt x="5292812" y="1882859"/>
                  </a:lnTo>
                  <a:lnTo>
                    <a:pt x="5293657" y="1921011"/>
                  </a:lnTo>
                  <a:lnTo>
                    <a:pt x="5294502" y="1980801"/>
                  </a:lnTo>
                  <a:lnTo>
                    <a:pt x="5295347" y="2027673"/>
                  </a:lnTo>
                  <a:lnTo>
                    <a:pt x="5296192" y="2060109"/>
                  </a:lnTo>
                  <a:lnTo>
                    <a:pt x="5297037" y="2075376"/>
                  </a:lnTo>
                  <a:lnTo>
                    <a:pt x="5297882" y="2084006"/>
                  </a:lnTo>
                  <a:lnTo>
                    <a:pt x="5298727" y="2090750"/>
                  </a:lnTo>
                  <a:lnTo>
                    <a:pt x="5299572" y="2090751"/>
                  </a:lnTo>
                  <a:lnTo>
                    <a:pt x="5300417" y="2090751"/>
                  </a:lnTo>
                  <a:lnTo>
                    <a:pt x="5301262" y="2090112"/>
                  </a:lnTo>
                  <a:lnTo>
                    <a:pt x="5302108" y="2066398"/>
                  </a:lnTo>
                  <a:lnTo>
                    <a:pt x="5302953" y="2025723"/>
                  </a:lnTo>
                  <a:lnTo>
                    <a:pt x="5303798" y="2004030"/>
                  </a:lnTo>
                  <a:lnTo>
                    <a:pt x="5304643" y="1992319"/>
                  </a:lnTo>
                  <a:lnTo>
                    <a:pt x="5305488" y="1957849"/>
                  </a:lnTo>
                  <a:lnTo>
                    <a:pt x="5306333" y="1951823"/>
                  </a:lnTo>
                  <a:lnTo>
                    <a:pt x="5307178" y="1970556"/>
                  </a:lnTo>
                  <a:lnTo>
                    <a:pt x="5308023" y="2002600"/>
                  </a:lnTo>
                  <a:lnTo>
                    <a:pt x="5308868" y="2017547"/>
                  </a:lnTo>
                  <a:lnTo>
                    <a:pt x="5309713" y="2029258"/>
                  </a:lnTo>
                  <a:lnTo>
                    <a:pt x="5310558" y="2063729"/>
                  </a:lnTo>
                  <a:lnTo>
                    <a:pt x="5311404" y="2069756"/>
                  </a:lnTo>
                  <a:lnTo>
                    <a:pt x="5312249" y="2069756"/>
                  </a:lnTo>
                  <a:lnTo>
                    <a:pt x="5313094" y="2069756"/>
                  </a:lnTo>
                  <a:lnTo>
                    <a:pt x="5313939" y="2069756"/>
                  </a:lnTo>
                  <a:lnTo>
                    <a:pt x="5314784" y="2069756"/>
                  </a:lnTo>
                  <a:lnTo>
                    <a:pt x="5315629" y="2069756"/>
                  </a:lnTo>
                  <a:lnTo>
                    <a:pt x="5316474" y="2069756"/>
                  </a:lnTo>
                  <a:lnTo>
                    <a:pt x="5317319" y="2069756"/>
                  </a:lnTo>
                  <a:lnTo>
                    <a:pt x="5318164" y="2069756"/>
                  </a:lnTo>
                  <a:lnTo>
                    <a:pt x="5319009" y="2069756"/>
                  </a:lnTo>
                  <a:lnTo>
                    <a:pt x="5319854" y="2089072"/>
                  </a:lnTo>
                  <a:lnTo>
                    <a:pt x="5320700" y="2103286"/>
                  </a:lnTo>
                  <a:lnTo>
                    <a:pt x="5321545" y="2103286"/>
                  </a:lnTo>
                  <a:lnTo>
                    <a:pt x="5322390" y="2078838"/>
                  </a:lnTo>
                  <a:lnTo>
                    <a:pt x="5323235" y="2030728"/>
                  </a:lnTo>
                  <a:lnTo>
                    <a:pt x="5324080" y="2004462"/>
                  </a:lnTo>
                  <a:lnTo>
                    <a:pt x="5324925" y="1973383"/>
                  </a:lnTo>
                  <a:lnTo>
                    <a:pt x="5325770" y="1932563"/>
                  </a:lnTo>
                  <a:lnTo>
                    <a:pt x="5326615" y="1914979"/>
                  </a:lnTo>
                  <a:lnTo>
                    <a:pt x="5327460" y="1940872"/>
                  </a:lnTo>
                  <a:lnTo>
                    <a:pt x="5328305" y="1988984"/>
                  </a:lnTo>
                  <a:lnTo>
                    <a:pt x="5329150" y="2026705"/>
                  </a:lnTo>
                  <a:lnTo>
                    <a:pt x="5329996" y="2033448"/>
                  </a:lnTo>
                  <a:lnTo>
                    <a:pt x="5330841" y="2024904"/>
                  </a:lnTo>
                  <a:lnTo>
                    <a:pt x="5331686" y="2017544"/>
                  </a:lnTo>
                  <a:lnTo>
                    <a:pt x="5332531" y="1957786"/>
                  </a:lnTo>
                  <a:lnTo>
                    <a:pt x="5333376" y="1912416"/>
                  </a:lnTo>
                  <a:lnTo>
                    <a:pt x="5334221" y="1890912"/>
                  </a:lnTo>
                  <a:lnTo>
                    <a:pt x="5335066" y="1895932"/>
                  </a:lnTo>
                  <a:lnTo>
                    <a:pt x="5335911" y="1929636"/>
                  </a:lnTo>
                  <a:lnTo>
                    <a:pt x="5336756" y="1954579"/>
                  </a:lnTo>
                  <a:lnTo>
                    <a:pt x="5337601" y="2014338"/>
                  </a:lnTo>
                  <a:lnTo>
                    <a:pt x="5338446" y="2045145"/>
                  </a:lnTo>
                  <a:lnTo>
                    <a:pt x="5339292" y="2020850"/>
                  </a:lnTo>
                  <a:lnTo>
                    <a:pt x="5340137" y="2023331"/>
                  </a:lnTo>
                  <a:lnTo>
                    <a:pt x="5340982" y="2024104"/>
                  </a:lnTo>
                  <a:lnTo>
                    <a:pt x="5341827" y="1980660"/>
                  </a:lnTo>
                  <a:lnTo>
                    <a:pt x="5342672" y="1947379"/>
                  </a:lnTo>
                  <a:lnTo>
                    <a:pt x="5343517" y="1892949"/>
                  </a:lnTo>
                  <a:lnTo>
                    <a:pt x="5344362" y="1880905"/>
                  </a:lnTo>
                  <a:lnTo>
                    <a:pt x="5345207" y="1851368"/>
                  </a:lnTo>
                  <a:lnTo>
                    <a:pt x="5346052" y="1844375"/>
                  </a:lnTo>
                  <a:lnTo>
                    <a:pt x="5346897" y="1887821"/>
                  </a:lnTo>
                  <a:lnTo>
                    <a:pt x="5347742" y="1921102"/>
                  </a:lnTo>
                  <a:lnTo>
                    <a:pt x="5348588" y="1990092"/>
                  </a:lnTo>
                  <a:lnTo>
                    <a:pt x="5349433" y="2036480"/>
                  </a:lnTo>
                  <a:lnTo>
                    <a:pt x="5350278" y="2063535"/>
                  </a:lnTo>
                  <a:lnTo>
                    <a:pt x="5351123" y="2069756"/>
                  </a:lnTo>
                  <a:lnTo>
                    <a:pt x="5351968" y="2069756"/>
                  </a:lnTo>
                  <a:lnTo>
                    <a:pt x="5352813" y="2069756"/>
                  </a:lnTo>
                  <a:lnTo>
                    <a:pt x="5353658" y="2069756"/>
                  </a:lnTo>
                  <a:lnTo>
                    <a:pt x="5354503" y="2069756"/>
                  </a:lnTo>
                  <a:lnTo>
                    <a:pt x="5355348" y="2069756"/>
                  </a:lnTo>
                  <a:lnTo>
                    <a:pt x="5356193" y="2069756"/>
                  </a:lnTo>
                  <a:lnTo>
                    <a:pt x="5357039" y="2069756"/>
                  </a:lnTo>
                  <a:lnTo>
                    <a:pt x="5357884" y="2069756"/>
                  </a:lnTo>
                  <a:lnTo>
                    <a:pt x="5358729" y="2073801"/>
                  </a:lnTo>
                  <a:lnTo>
                    <a:pt x="5359574" y="2068149"/>
                  </a:lnTo>
                  <a:lnTo>
                    <a:pt x="5360419" y="2057533"/>
                  </a:lnTo>
                  <a:lnTo>
                    <a:pt x="5361264" y="2026488"/>
                  </a:lnTo>
                  <a:lnTo>
                    <a:pt x="5362109" y="2022572"/>
                  </a:lnTo>
                  <a:lnTo>
                    <a:pt x="5362954" y="2022573"/>
                  </a:lnTo>
                  <a:lnTo>
                    <a:pt x="5363799" y="2018528"/>
                  </a:lnTo>
                  <a:lnTo>
                    <a:pt x="5364644" y="2024180"/>
                  </a:lnTo>
                  <a:lnTo>
                    <a:pt x="5365489" y="2034795"/>
                  </a:lnTo>
                  <a:lnTo>
                    <a:pt x="5366335" y="2065840"/>
                  </a:lnTo>
                  <a:lnTo>
                    <a:pt x="5367180" y="2052772"/>
                  </a:lnTo>
                  <a:lnTo>
                    <a:pt x="5368025" y="2019772"/>
                  </a:lnTo>
                  <a:lnTo>
                    <a:pt x="5368870" y="1966598"/>
                  </a:lnTo>
                  <a:lnTo>
                    <a:pt x="5369715" y="1921738"/>
                  </a:lnTo>
                  <a:lnTo>
                    <a:pt x="5370560" y="1921249"/>
                  </a:lnTo>
                  <a:lnTo>
                    <a:pt x="5371405" y="1919749"/>
                  </a:lnTo>
                  <a:lnTo>
                    <a:pt x="5372250" y="1915914"/>
                  </a:lnTo>
                  <a:lnTo>
                    <a:pt x="5373095" y="1923707"/>
                  </a:lnTo>
                  <a:lnTo>
                    <a:pt x="5373940" y="1969895"/>
                  </a:lnTo>
                  <a:lnTo>
                    <a:pt x="5374785" y="1981884"/>
                  </a:lnTo>
                  <a:lnTo>
                    <a:pt x="5375631" y="1963594"/>
                  </a:lnTo>
                  <a:lnTo>
                    <a:pt x="5376476" y="1965094"/>
                  </a:lnTo>
                  <a:lnTo>
                    <a:pt x="5377321" y="1985911"/>
                  </a:lnTo>
                  <a:lnTo>
                    <a:pt x="5378166" y="2009798"/>
                  </a:lnTo>
                  <a:lnTo>
                    <a:pt x="5379011" y="1995647"/>
                  </a:lnTo>
                  <a:lnTo>
                    <a:pt x="5379856" y="1984619"/>
                  </a:lnTo>
                  <a:lnTo>
                    <a:pt x="5380701" y="1957537"/>
                  </a:lnTo>
                  <a:lnTo>
                    <a:pt x="5381546" y="1892141"/>
                  </a:lnTo>
                  <a:lnTo>
                    <a:pt x="5382391" y="1797291"/>
                  </a:lnTo>
                  <a:lnTo>
                    <a:pt x="5383236" y="1709484"/>
                  </a:lnTo>
                  <a:lnTo>
                    <a:pt x="5384081" y="1686053"/>
                  </a:lnTo>
                  <a:lnTo>
                    <a:pt x="5384927" y="1686803"/>
                  </a:lnTo>
                  <a:lnTo>
                    <a:pt x="5385772" y="1682533"/>
                  </a:lnTo>
                  <a:lnTo>
                    <a:pt x="5386617" y="1727172"/>
                  </a:lnTo>
                  <a:lnTo>
                    <a:pt x="5387462" y="1831627"/>
                  </a:lnTo>
                  <a:lnTo>
                    <a:pt x="5388307" y="1896232"/>
                  </a:lnTo>
                  <a:lnTo>
                    <a:pt x="5389152" y="1904050"/>
                  </a:lnTo>
                  <a:lnTo>
                    <a:pt x="5389997" y="1943925"/>
                  </a:lnTo>
                  <a:lnTo>
                    <a:pt x="5390842" y="1967012"/>
                  </a:lnTo>
                  <a:lnTo>
                    <a:pt x="5391687" y="1915113"/>
                  </a:lnTo>
                  <a:lnTo>
                    <a:pt x="5392532" y="1879620"/>
                  </a:lnTo>
                  <a:lnTo>
                    <a:pt x="5393377" y="1873132"/>
                  </a:lnTo>
                  <a:lnTo>
                    <a:pt x="5394223" y="1861365"/>
                  </a:lnTo>
                  <a:lnTo>
                    <a:pt x="5395068" y="1846397"/>
                  </a:lnTo>
                  <a:lnTo>
                    <a:pt x="5395913" y="1892971"/>
                  </a:lnTo>
                  <a:lnTo>
                    <a:pt x="5396758" y="1981056"/>
                  </a:lnTo>
                  <a:lnTo>
                    <a:pt x="5397603" y="2006942"/>
                  </a:lnTo>
                  <a:lnTo>
                    <a:pt x="5398448" y="2037956"/>
                  </a:lnTo>
                  <a:lnTo>
                    <a:pt x="5399293" y="2086474"/>
                  </a:lnTo>
                  <a:lnTo>
                    <a:pt x="5400138" y="2103286"/>
                  </a:lnTo>
                  <a:lnTo>
                    <a:pt x="5400983" y="2103286"/>
                  </a:lnTo>
                  <a:lnTo>
                    <a:pt x="5401828" y="2103286"/>
                  </a:lnTo>
                  <a:lnTo>
                    <a:pt x="5402673" y="2095337"/>
                  </a:lnTo>
                  <a:lnTo>
                    <a:pt x="5403519" y="2066939"/>
                  </a:lnTo>
                  <a:lnTo>
                    <a:pt x="5404364" y="2009865"/>
                  </a:lnTo>
                  <a:lnTo>
                    <a:pt x="5405209" y="1954607"/>
                  </a:lnTo>
                  <a:lnTo>
                    <a:pt x="5406054" y="1915475"/>
                  </a:lnTo>
                  <a:lnTo>
                    <a:pt x="5406899" y="1910566"/>
                  </a:lnTo>
                  <a:lnTo>
                    <a:pt x="5407744" y="1903158"/>
                  </a:lnTo>
                  <a:lnTo>
                    <a:pt x="5408589" y="1857527"/>
                  </a:lnTo>
                  <a:lnTo>
                    <a:pt x="5409434" y="1845865"/>
                  </a:lnTo>
                  <a:lnTo>
                    <a:pt x="5410279" y="1844231"/>
                  </a:lnTo>
                  <a:lnTo>
                    <a:pt x="5411124" y="1829484"/>
                  </a:lnTo>
                  <a:lnTo>
                    <a:pt x="5411969" y="1800150"/>
                  </a:lnTo>
                  <a:lnTo>
                    <a:pt x="5412815" y="1792943"/>
                  </a:lnTo>
                  <a:lnTo>
                    <a:pt x="5413660" y="1815730"/>
                  </a:lnTo>
                  <a:lnTo>
                    <a:pt x="5414505" y="1840444"/>
                  </a:lnTo>
                  <a:lnTo>
                    <a:pt x="5415350" y="1885860"/>
                  </a:lnTo>
                  <a:lnTo>
                    <a:pt x="5416195" y="1874584"/>
                  </a:lnTo>
                  <a:lnTo>
                    <a:pt x="5417040" y="1806015"/>
                  </a:lnTo>
                  <a:lnTo>
                    <a:pt x="5417885" y="1783751"/>
                  </a:lnTo>
                  <a:lnTo>
                    <a:pt x="5418730" y="1786271"/>
                  </a:lnTo>
                  <a:lnTo>
                    <a:pt x="5419575" y="1779235"/>
                  </a:lnTo>
                  <a:lnTo>
                    <a:pt x="5420420" y="1745993"/>
                  </a:lnTo>
                  <a:lnTo>
                    <a:pt x="5421266" y="1780974"/>
                  </a:lnTo>
                  <a:lnTo>
                    <a:pt x="5422111" y="1849208"/>
                  </a:lnTo>
                  <a:lnTo>
                    <a:pt x="5422956" y="1881952"/>
                  </a:lnTo>
                  <a:lnTo>
                    <a:pt x="5423801" y="1930676"/>
                  </a:lnTo>
                  <a:lnTo>
                    <a:pt x="5424646" y="1981733"/>
                  </a:lnTo>
                  <a:lnTo>
                    <a:pt x="5425491" y="2015396"/>
                  </a:lnTo>
                  <a:lnTo>
                    <a:pt x="5426336" y="2025138"/>
                  </a:lnTo>
                  <a:lnTo>
                    <a:pt x="5427181" y="2054809"/>
                  </a:lnTo>
                  <a:lnTo>
                    <a:pt x="5428026" y="2069756"/>
                  </a:lnTo>
                  <a:lnTo>
                    <a:pt x="5428871" y="2069756"/>
                  </a:lnTo>
                  <a:lnTo>
                    <a:pt x="5429716" y="2069756"/>
                  </a:lnTo>
                  <a:lnTo>
                    <a:pt x="5430562" y="2069756"/>
                  </a:lnTo>
                  <a:lnTo>
                    <a:pt x="5431407" y="2069756"/>
                  </a:lnTo>
                  <a:lnTo>
                    <a:pt x="5432252" y="2069756"/>
                  </a:lnTo>
                  <a:lnTo>
                    <a:pt x="5433097" y="2077486"/>
                  </a:lnTo>
                  <a:lnTo>
                    <a:pt x="5433942" y="2078652"/>
                  </a:lnTo>
                  <a:lnTo>
                    <a:pt x="5434787" y="2045338"/>
                  </a:lnTo>
                  <a:lnTo>
                    <a:pt x="5435632" y="2004526"/>
                  </a:lnTo>
                  <a:lnTo>
                    <a:pt x="5436477" y="1971109"/>
                  </a:lnTo>
                  <a:lnTo>
                    <a:pt x="5437322" y="1948217"/>
                  </a:lnTo>
                  <a:lnTo>
                    <a:pt x="5438167" y="1955919"/>
                  </a:lnTo>
                  <a:lnTo>
                    <a:pt x="5439012" y="1972590"/>
                  </a:lnTo>
                  <a:lnTo>
                    <a:pt x="5439858" y="1996809"/>
                  </a:lnTo>
                  <a:lnTo>
                    <a:pt x="5440703" y="1997363"/>
                  </a:lnTo>
                  <a:lnTo>
                    <a:pt x="5441548" y="1978506"/>
                  </a:lnTo>
                  <a:lnTo>
                    <a:pt x="5442393" y="1982036"/>
                  </a:lnTo>
                  <a:lnTo>
                    <a:pt x="5443238" y="1966607"/>
                  </a:lnTo>
                  <a:lnTo>
                    <a:pt x="5444083" y="1948768"/>
                  </a:lnTo>
                  <a:lnTo>
                    <a:pt x="5444928" y="1957863"/>
                  </a:lnTo>
                  <a:lnTo>
                    <a:pt x="5445773" y="1978314"/>
                  </a:lnTo>
                  <a:lnTo>
                    <a:pt x="5446618" y="2003698"/>
                  </a:lnTo>
                  <a:lnTo>
                    <a:pt x="5447463" y="1992474"/>
                  </a:lnTo>
                  <a:lnTo>
                    <a:pt x="5448308" y="1963970"/>
                  </a:lnTo>
                  <a:lnTo>
                    <a:pt x="5449154" y="1948326"/>
                  </a:lnTo>
                  <a:lnTo>
                    <a:pt x="5449999" y="1895487"/>
                  </a:lnTo>
                  <a:lnTo>
                    <a:pt x="5450844" y="1857584"/>
                  </a:lnTo>
                  <a:lnTo>
                    <a:pt x="5451689" y="1848729"/>
                  </a:lnTo>
                  <a:lnTo>
                    <a:pt x="5452534" y="1846887"/>
                  </a:lnTo>
                  <a:lnTo>
                    <a:pt x="5453379" y="1842167"/>
                  </a:lnTo>
                  <a:lnTo>
                    <a:pt x="5454224" y="1838662"/>
                  </a:lnTo>
                  <a:lnTo>
                    <a:pt x="5455069" y="1891503"/>
                  </a:lnTo>
                  <a:lnTo>
                    <a:pt x="5455914" y="1927404"/>
                  </a:lnTo>
                  <a:lnTo>
                    <a:pt x="5456759" y="1924682"/>
                  </a:lnTo>
                  <a:lnTo>
                    <a:pt x="5457604" y="1914925"/>
                  </a:lnTo>
                  <a:lnTo>
                    <a:pt x="5458450" y="1912866"/>
                  </a:lnTo>
                  <a:lnTo>
                    <a:pt x="5459295" y="1915723"/>
                  </a:lnTo>
                  <a:lnTo>
                    <a:pt x="5460140" y="1902407"/>
                  </a:lnTo>
                  <a:lnTo>
                    <a:pt x="5460985" y="1901858"/>
                  </a:lnTo>
                  <a:lnTo>
                    <a:pt x="5461830" y="1937792"/>
                  </a:lnTo>
                  <a:lnTo>
                    <a:pt x="5462675" y="1981521"/>
                  </a:lnTo>
                  <a:lnTo>
                    <a:pt x="5463520" y="2004469"/>
                  </a:lnTo>
                  <a:lnTo>
                    <a:pt x="5464365" y="1986290"/>
                  </a:lnTo>
                  <a:lnTo>
                    <a:pt x="5465210" y="2008013"/>
                  </a:lnTo>
                  <a:lnTo>
                    <a:pt x="5466055" y="2050187"/>
                  </a:lnTo>
                  <a:lnTo>
                    <a:pt x="5466900" y="2052722"/>
                  </a:lnTo>
                  <a:lnTo>
                    <a:pt x="5467746" y="2051176"/>
                  </a:lnTo>
                  <a:lnTo>
                    <a:pt x="5468591" y="2073565"/>
                  </a:lnTo>
                  <a:lnTo>
                    <a:pt x="5469436" y="2103286"/>
                  </a:lnTo>
                  <a:lnTo>
                    <a:pt x="5470281" y="2103286"/>
                  </a:lnTo>
                  <a:lnTo>
                    <a:pt x="5471126" y="2103286"/>
                  </a:lnTo>
                  <a:lnTo>
                    <a:pt x="5471971" y="2103286"/>
                  </a:lnTo>
                  <a:lnTo>
                    <a:pt x="5472816" y="2103286"/>
                  </a:lnTo>
                  <a:lnTo>
                    <a:pt x="5473661" y="2086869"/>
                  </a:lnTo>
                  <a:lnTo>
                    <a:pt x="5474506" y="2041387"/>
                  </a:lnTo>
                  <a:lnTo>
                    <a:pt x="5475351" y="2050470"/>
                  </a:lnTo>
                  <a:lnTo>
                    <a:pt x="5476196" y="2056553"/>
                  </a:lnTo>
                  <a:lnTo>
                    <a:pt x="5477042" y="2059188"/>
                  </a:lnTo>
                  <a:lnTo>
                    <a:pt x="5477887" y="2051542"/>
                  </a:lnTo>
                  <a:lnTo>
                    <a:pt x="5478732" y="2040949"/>
                  </a:lnTo>
                  <a:lnTo>
                    <a:pt x="5479577" y="2072122"/>
                  </a:lnTo>
                  <a:lnTo>
                    <a:pt x="5480422" y="2087903"/>
                  </a:lnTo>
                  <a:lnTo>
                    <a:pt x="5481267" y="2075207"/>
                  </a:lnTo>
                  <a:lnTo>
                    <a:pt x="5482112" y="2073249"/>
                  </a:lnTo>
                  <a:lnTo>
                    <a:pt x="5482957" y="2080896"/>
                  </a:lnTo>
                  <a:lnTo>
                    <a:pt x="5483802" y="2070978"/>
                  </a:lnTo>
                  <a:lnTo>
                    <a:pt x="5484647" y="2014839"/>
                  </a:lnTo>
                  <a:lnTo>
                    <a:pt x="5485493" y="1977988"/>
                  </a:lnTo>
                  <a:lnTo>
                    <a:pt x="5486338" y="1971028"/>
                  </a:lnTo>
                  <a:lnTo>
                    <a:pt x="5487183" y="1971029"/>
                  </a:lnTo>
                  <a:lnTo>
                    <a:pt x="5488028" y="1971030"/>
                  </a:lnTo>
                  <a:lnTo>
                    <a:pt x="5488873" y="2017354"/>
                  </a:lnTo>
                  <a:lnTo>
                    <a:pt x="5489718" y="2086887"/>
                  </a:lnTo>
                  <a:lnTo>
                    <a:pt x="5490563" y="2103244"/>
                  </a:lnTo>
                  <a:lnTo>
                    <a:pt x="5491408" y="2086541"/>
                  </a:lnTo>
                  <a:lnTo>
                    <a:pt x="5492253" y="2058217"/>
                  </a:lnTo>
                  <a:lnTo>
                    <a:pt x="5493098" y="2031064"/>
                  </a:lnTo>
                  <a:lnTo>
                    <a:pt x="5493943" y="1985057"/>
                  </a:lnTo>
                  <a:lnTo>
                    <a:pt x="5494789" y="1963189"/>
                  </a:lnTo>
                  <a:lnTo>
                    <a:pt x="5495634" y="1963189"/>
                  </a:lnTo>
                  <a:lnTo>
                    <a:pt x="5496479" y="1952143"/>
                  </a:lnTo>
                  <a:lnTo>
                    <a:pt x="5497324" y="1895529"/>
                  </a:lnTo>
                  <a:lnTo>
                    <a:pt x="5498169" y="1862433"/>
                  </a:lnTo>
                  <a:lnTo>
                    <a:pt x="5499014" y="1890307"/>
                  </a:lnTo>
                  <a:lnTo>
                    <a:pt x="5499859" y="1896622"/>
                  </a:lnTo>
                  <a:lnTo>
                    <a:pt x="5500704" y="1896623"/>
                  </a:lnTo>
                  <a:lnTo>
                    <a:pt x="5501549" y="1929278"/>
                  </a:lnTo>
                  <a:lnTo>
                    <a:pt x="5502394" y="1977567"/>
                  </a:lnTo>
                  <a:lnTo>
                    <a:pt x="5503239" y="2006027"/>
                  </a:lnTo>
                  <a:lnTo>
                    <a:pt x="5504085" y="2006226"/>
                  </a:lnTo>
                  <a:lnTo>
                    <a:pt x="5504930" y="2006226"/>
                  </a:lnTo>
                  <a:lnTo>
                    <a:pt x="5505775" y="2006227"/>
                  </a:lnTo>
                  <a:lnTo>
                    <a:pt x="5506620" y="1997797"/>
                  </a:lnTo>
                  <a:lnTo>
                    <a:pt x="5507465" y="2015762"/>
                  </a:lnTo>
                  <a:lnTo>
                    <a:pt x="5508310" y="2046250"/>
                  </a:lnTo>
                  <a:lnTo>
                    <a:pt x="5509155" y="2051223"/>
                  </a:lnTo>
                  <a:lnTo>
                    <a:pt x="5510000" y="2051223"/>
                  </a:lnTo>
                  <a:lnTo>
                    <a:pt x="5510845" y="2044340"/>
                  </a:lnTo>
                  <a:lnTo>
                    <a:pt x="5511690" y="2035711"/>
                  </a:lnTo>
                  <a:lnTo>
                    <a:pt x="5512535" y="2038139"/>
                  </a:lnTo>
                  <a:lnTo>
                    <a:pt x="5513381" y="1994743"/>
                  </a:lnTo>
                  <a:lnTo>
                    <a:pt x="5514226" y="1952562"/>
                  </a:lnTo>
                  <a:lnTo>
                    <a:pt x="5515071" y="1949303"/>
                  </a:lnTo>
                  <a:lnTo>
                    <a:pt x="5515916" y="1956187"/>
                  </a:lnTo>
                  <a:lnTo>
                    <a:pt x="5516761" y="1958144"/>
                  </a:lnTo>
                  <a:lnTo>
                    <a:pt x="5517606" y="1945178"/>
                  </a:lnTo>
                  <a:lnTo>
                    <a:pt x="5518451" y="1941721"/>
                  </a:lnTo>
                  <a:lnTo>
                    <a:pt x="5519296" y="1929273"/>
                  </a:lnTo>
                  <a:lnTo>
                    <a:pt x="5520141" y="1920780"/>
                  </a:lnTo>
                  <a:lnTo>
                    <a:pt x="5520986" y="1920780"/>
                  </a:lnTo>
                  <a:lnTo>
                    <a:pt x="5521831" y="1930975"/>
                  </a:lnTo>
                  <a:lnTo>
                    <a:pt x="5522677" y="1960196"/>
                  </a:lnTo>
                  <a:lnTo>
                    <a:pt x="5523522" y="1980035"/>
                  </a:lnTo>
                  <a:lnTo>
                    <a:pt x="5524367" y="1980774"/>
                  </a:lnTo>
                  <a:lnTo>
                    <a:pt x="5525212" y="1984031"/>
                  </a:lnTo>
                  <a:lnTo>
                    <a:pt x="5526057" y="1979584"/>
                  </a:lnTo>
                  <a:lnTo>
                    <a:pt x="5526902" y="1974391"/>
                  </a:lnTo>
                  <a:lnTo>
                    <a:pt x="5527747" y="1974392"/>
                  </a:lnTo>
                  <a:lnTo>
                    <a:pt x="5528592" y="1972622"/>
                  </a:lnTo>
                  <a:lnTo>
                    <a:pt x="5529437" y="1991371"/>
                  </a:lnTo>
                  <a:lnTo>
                    <a:pt x="5530282" y="1984069"/>
                  </a:lnTo>
                  <a:lnTo>
                    <a:pt x="5531127" y="1937417"/>
                  </a:lnTo>
                  <a:lnTo>
                    <a:pt x="5531973" y="1885541"/>
                  </a:lnTo>
                  <a:lnTo>
                    <a:pt x="5532818" y="1833351"/>
                  </a:lnTo>
                  <a:lnTo>
                    <a:pt x="5533663" y="1820461"/>
                  </a:lnTo>
                  <a:lnTo>
                    <a:pt x="5534508" y="1810464"/>
                  </a:lnTo>
                  <a:lnTo>
                    <a:pt x="5535353" y="1818479"/>
                  </a:lnTo>
                  <a:lnTo>
                    <a:pt x="5536198" y="1854046"/>
                  </a:lnTo>
                  <a:lnTo>
                    <a:pt x="5537043" y="1872063"/>
                  </a:lnTo>
                  <a:lnTo>
                    <a:pt x="5537888" y="1821456"/>
                  </a:lnTo>
                  <a:lnTo>
                    <a:pt x="5538733" y="1736211"/>
                  </a:lnTo>
                  <a:lnTo>
                    <a:pt x="5539578" y="1708673"/>
                  </a:lnTo>
                  <a:lnTo>
                    <a:pt x="5540423" y="1713649"/>
                  </a:lnTo>
                  <a:lnTo>
                    <a:pt x="5541269" y="1729181"/>
                  </a:lnTo>
                  <a:lnTo>
                    <a:pt x="5542114" y="1768235"/>
                  </a:lnTo>
                  <a:lnTo>
                    <a:pt x="5542959" y="1871035"/>
                  </a:lnTo>
                  <a:lnTo>
                    <a:pt x="5543804" y="2012357"/>
                  </a:lnTo>
                  <a:lnTo>
                    <a:pt x="5544649" y="2100149"/>
                  </a:lnTo>
                  <a:lnTo>
                    <a:pt x="5545494" y="2103286"/>
                  </a:lnTo>
                  <a:lnTo>
                    <a:pt x="5546339" y="2103286"/>
                  </a:lnTo>
                  <a:lnTo>
                    <a:pt x="5547184" y="2103286"/>
                  </a:lnTo>
                  <a:lnTo>
                    <a:pt x="5548029" y="2103286"/>
                  </a:lnTo>
                  <a:lnTo>
                    <a:pt x="5548874" y="2091453"/>
                  </a:lnTo>
                  <a:lnTo>
                    <a:pt x="5549720" y="2071361"/>
                  </a:lnTo>
                  <a:lnTo>
                    <a:pt x="5550565" y="2069756"/>
                  </a:lnTo>
                  <a:lnTo>
                    <a:pt x="5551410" y="2050722"/>
                  </a:lnTo>
                  <a:lnTo>
                    <a:pt x="5552255" y="2023425"/>
                  </a:lnTo>
                  <a:lnTo>
                    <a:pt x="5553100" y="2012144"/>
                  </a:lnTo>
                  <a:lnTo>
                    <a:pt x="5553945" y="1968660"/>
                  </a:lnTo>
                  <a:lnTo>
                    <a:pt x="5554790" y="1908431"/>
                  </a:lnTo>
                  <a:lnTo>
                    <a:pt x="5555635" y="1871984"/>
                  </a:lnTo>
                  <a:lnTo>
                    <a:pt x="5556480" y="1890243"/>
                  </a:lnTo>
                  <a:lnTo>
                    <a:pt x="5557325" y="1917541"/>
                  </a:lnTo>
                  <a:lnTo>
                    <a:pt x="5558170" y="1940337"/>
                  </a:lnTo>
                  <a:lnTo>
                    <a:pt x="5559016" y="2003977"/>
                  </a:lnTo>
                  <a:lnTo>
                    <a:pt x="5559861" y="2065811"/>
                  </a:lnTo>
                  <a:lnTo>
                    <a:pt x="5560706" y="2092744"/>
                  </a:lnTo>
                  <a:lnTo>
                    <a:pt x="5561551" y="2089338"/>
                  </a:lnTo>
                  <a:lnTo>
                    <a:pt x="5562396" y="2103286"/>
                  </a:lnTo>
                  <a:lnTo>
                    <a:pt x="5563241" y="2103286"/>
                  </a:lnTo>
                  <a:lnTo>
                    <a:pt x="5564086" y="2103286"/>
                  </a:lnTo>
                  <a:lnTo>
                    <a:pt x="5564931" y="2103286"/>
                  </a:lnTo>
                  <a:lnTo>
                    <a:pt x="5565776" y="2103286"/>
                  </a:lnTo>
                  <a:lnTo>
                    <a:pt x="5566621" y="2102899"/>
                  </a:lnTo>
                  <a:lnTo>
                    <a:pt x="5567466" y="2036233"/>
                  </a:lnTo>
                  <a:lnTo>
                    <a:pt x="5568312" y="2010413"/>
                  </a:lnTo>
                  <a:lnTo>
                    <a:pt x="5569157" y="2004666"/>
                  </a:lnTo>
                  <a:lnTo>
                    <a:pt x="5570002" y="1999028"/>
                  </a:lnTo>
                  <a:lnTo>
                    <a:pt x="5570847" y="2001248"/>
                  </a:lnTo>
                  <a:lnTo>
                    <a:pt x="5571692" y="1998574"/>
                  </a:lnTo>
                  <a:lnTo>
                    <a:pt x="5572537" y="2003812"/>
                  </a:lnTo>
                  <a:lnTo>
                    <a:pt x="5573382" y="2001099"/>
                  </a:lnTo>
                  <a:lnTo>
                    <a:pt x="5574227" y="1941999"/>
                  </a:lnTo>
                  <a:lnTo>
                    <a:pt x="5575072" y="1876016"/>
                  </a:lnTo>
                  <a:lnTo>
                    <a:pt x="5575917" y="1884756"/>
                  </a:lnTo>
                  <a:lnTo>
                    <a:pt x="5576762" y="1935502"/>
                  </a:lnTo>
                  <a:lnTo>
                    <a:pt x="5577608" y="1947901"/>
                  </a:lnTo>
                  <a:lnTo>
                    <a:pt x="5578453" y="1917744"/>
                  </a:lnTo>
                  <a:lnTo>
                    <a:pt x="5579298" y="1951525"/>
                  </a:lnTo>
                  <a:lnTo>
                    <a:pt x="5580143" y="2003140"/>
                  </a:lnTo>
                  <a:lnTo>
                    <a:pt x="5580988" y="2017570"/>
                  </a:lnTo>
                  <a:lnTo>
                    <a:pt x="5581833" y="2025104"/>
                  </a:lnTo>
                  <a:lnTo>
                    <a:pt x="5582678" y="2017991"/>
                  </a:lnTo>
                  <a:lnTo>
                    <a:pt x="5583523" y="2041879"/>
                  </a:lnTo>
                  <a:lnTo>
                    <a:pt x="5584368" y="2042102"/>
                  </a:lnTo>
                  <a:lnTo>
                    <a:pt x="5585213" y="2033663"/>
                  </a:lnTo>
                  <a:lnTo>
                    <a:pt x="5586058" y="2033664"/>
                  </a:lnTo>
                  <a:lnTo>
                    <a:pt x="5586904" y="2026130"/>
                  </a:lnTo>
                  <a:lnTo>
                    <a:pt x="5587749" y="2002637"/>
                  </a:lnTo>
                  <a:lnTo>
                    <a:pt x="5588594" y="1987206"/>
                  </a:lnTo>
                  <a:lnTo>
                    <a:pt x="5589439" y="1982960"/>
                  </a:lnTo>
                  <a:lnTo>
                    <a:pt x="5590284" y="1968586"/>
                  </a:lnTo>
                  <a:lnTo>
                    <a:pt x="5591129" y="1963304"/>
                  </a:lnTo>
                  <a:lnTo>
                    <a:pt x="5591974" y="1963305"/>
                  </a:lnTo>
                  <a:lnTo>
                    <a:pt x="5592819" y="1997748"/>
                  </a:lnTo>
                  <a:lnTo>
                    <a:pt x="5593664" y="2009036"/>
                  </a:lnTo>
                  <a:lnTo>
                    <a:pt x="5594509" y="2023027"/>
                  </a:lnTo>
                  <a:lnTo>
                    <a:pt x="5595354" y="2045839"/>
                  </a:lnTo>
                  <a:lnTo>
                    <a:pt x="5596200" y="2051121"/>
                  </a:lnTo>
                  <a:lnTo>
                    <a:pt x="5597045" y="2051121"/>
                  </a:lnTo>
                  <a:lnTo>
                    <a:pt x="5597890" y="2048697"/>
                  </a:lnTo>
                  <a:lnTo>
                    <a:pt x="5598735" y="2061822"/>
                  </a:lnTo>
                  <a:lnTo>
                    <a:pt x="5599580" y="2069756"/>
                  </a:lnTo>
                  <a:lnTo>
                    <a:pt x="5600425" y="2076988"/>
                  </a:lnTo>
                  <a:lnTo>
                    <a:pt x="5601270" y="2097480"/>
                  </a:lnTo>
                  <a:lnTo>
                    <a:pt x="5602115" y="2103286"/>
                  </a:lnTo>
                  <a:lnTo>
                    <a:pt x="5602960" y="2103286"/>
                  </a:lnTo>
                  <a:lnTo>
                    <a:pt x="5603805" y="2103286"/>
                  </a:lnTo>
                  <a:lnTo>
                    <a:pt x="5604650" y="2103286"/>
                  </a:lnTo>
                  <a:lnTo>
                    <a:pt x="5605496" y="2085787"/>
                  </a:lnTo>
                  <a:lnTo>
                    <a:pt x="5606341" y="2009975"/>
                  </a:lnTo>
                  <a:lnTo>
                    <a:pt x="5607186" y="1961701"/>
                  </a:lnTo>
                  <a:lnTo>
                    <a:pt x="5608031" y="1954136"/>
                  </a:lnTo>
                  <a:lnTo>
                    <a:pt x="5608876" y="1956093"/>
                  </a:lnTo>
                  <a:lnTo>
                    <a:pt x="5609721" y="1938500"/>
                  </a:lnTo>
                  <a:lnTo>
                    <a:pt x="5610566" y="1915874"/>
                  </a:lnTo>
                  <a:lnTo>
                    <a:pt x="5611411" y="1940672"/>
                  </a:lnTo>
                  <a:lnTo>
                    <a:pt x="5612256" y="1926998"/>
                  </a:lnTo>
                  <a:lnTo>
                    <a:pt x="5613101" y="1922228"/>
                  </a:lnTo>
                  <a:lnTo>
                    <a:pt x="5613947" y="1940427"/>
                  </a:lnTo>
                  <a:lnTo>
                    <a:pt x="5614792" y="1977776"/>
                  </a:lnTo>
                  <a:lnTo>
                    <a:pt x="5615637" y="2032526"/>
                  </a:lnTo>
                  <a:lnTo>
                    <a:pt x="5616482" y="2066363"/>
                  </a:lnTo>
                  <a:lnTo>
                    <a:pt x="5617327" y="2103286"/>
                  </a:lnTo>
                  <a:lnTo>
                    <a:pt x="5618172" y="2103286"/>
                  </a:lnTo>
                  <a:lnTo>
                    <a:pt x="5619017" y="2103286"/>
                  </a:lnTo>
                  <a:lnTo>
                    <a:pt x="5619862" y="2093503"/>
                  </a:lnTo>
                  <a:lnTo>
                    <a:pt x="5620707" y="2073074"/>
                  </a:lnTo>
                  <a:lnTo>
                    <a:pt x="5621552" y="2069756"/>
                  </a:lnTo>
                  <a:lnTo>
                    <a:pt x="5622397" y="2069756"/>
                  </a:lnTo>
                  <a:lnTo>
                    <a:pt x="5623243" y="2069756"/>
                  </a:lnTo>
                  <a:lnTo>
                    <a:pt x="5624088" y="2069756"/>
                  </a:lnTo>
                  <a:lnTo>
                    <a:pt x="5624933" y="2069756"/>
                  </a:lnTo>
                  <a:lnTo>
                    <a:pt x="5625778" y="2069756"/>
                  </a:lnTo>
                  <a:lnTo>
                    <a:pt x="5626623" y="2069756"/>
                  </a:lnTo>
                  <a:lnTo>
                    <a:pt x="5627468" y="2069756"/>
                  </a:lnTo>
                  <a:lnTo>
                    <a:pt x="5628313" y="2069756"/>
                  </a:lnTo>
                  <a:lnTo>
                    <a:pt x="5629158" y="2069756"/>
                  </a:lnTo>
                  <a:lnTo>
                    <a:pt x="5630003" y="2069756"/>
                  </a:lnTo>
                  <a:lnTo>
                    <a:pt x="5630848" y="2069756"/>
                  </a:lnTo>
                  <a:lnTo>
                    <a:pt x="5631693" y="2069756"/>
                  </a:lnTo>
                  <a:lnTo>
                    <a:pt x="5632539" y="2069756"/>
                  </a:lnTo>
                  <a:lnTo>
                    <a:pt x="5633384" y="2069756"/>
                  </a:lnTo>
                  <a:lnTo>
                    <a:pt x="5634229" y="2069756"/>
                  </a:lnTo>
                  <a:lnTo>
                    <a:pt x="5635074" y="2069756"/>
                  </a:lnTo>
                  <a:lnTo>
                    <a:pt x="5635919" y="2069756"/>
                  </a:lnTo>
                  <a:lnTo>
                    <a:pt x="5636764" y="2069756"/>
                  </a:lnTo>
                  <a:lnTo>
                    <a:pt x="5637609" y="2069756"/>
                  </a:lnTo>
                  <a:lnTo>
                    <a:pt x="5638454" y="2069756"/>
                  </a:lnTo>
                  <a:lnTo>
                    <a:pt x="5639299" y="2069756"/>
                  </a:lnTo>
                  <a:lnTo>
                    <a:pt x="5640144" y="2069756"/>
                  </a:lnTo>
                  <a:lnTo>
                    <a:pt x="5640989" y="2063725"/>
                  </a:lnTo>
                  <a:lnTo>
                    <a:pt x="5641835" y="2045253"/>
                  </a:lnTo>
                  <a:lnTo>
                    <a:pt x="5642680" y="2051941"/>
                  </a:lnTo>
                  <a:lnTo>
                    <a:pt x="5643525" y="2075650"/>
                  </a:lnTo>
                  <a:lnTo>
                    <a:pt x="5644370" y="2086466"/>
                  </a:lnTo>
                  <a:lnTo>
                    <a:pt x="5645215" y="2080116"/>
                  </a:lnTo>
                  <a:lnTo>
                    <a:pt x="5646060" y="2086147"/>
                  </a:lnTo>
                  <a:lnTo>
                    <a:pt x="5646905" y="2103286"/>
                  </a:lnTo>
                  <a:lnTo>
                    <a:pt x="5647750" y="2101130"/>
                  </a:lnTo>
                  <a:lnTo>
                    <a:pt x="5648595" y="2097553"/>
                  </a:lnTo>
                  <a:lnTo>
                    <a:pt x="5649440" y="2076470"/>
                  </a:lnTo>
                  <a:lnTo>
                    <a:pt x="5650285" y="2055909"/>
                  </a:lnTo>
                  <a:lnTo>
                    <a:pt x="5651131" y="2028803"/>
                  </a:lnTo>
                  <a:lnTo>
                    <a:pt x="5651976" y="1957076"/>
                  </a:lnTo>
                  <a:lnTo>
                    <a:pt x="5652821" y="1888920"/>
                  </a:lnTo>
                  <a:lnTo>
                    <a:pt x="5653666" y="1844163"/>
                  </a:lnTo>
                  <a:lnTo>
                    <a:pt x="5654511" y="1854429"/>
                  </a:lnTo>
                  <a:lnTo>
                    <a:pt x="5655356" y="1893856"/>
                  </a:lnTo>
                  <a:lnTo>
                    <a:pt x="5656201" y="1955868"/>
                  </a:lnTo>
                  <a:lnTo>
                    <a:pt x="5657046" y="2043847"/>
                  </a:lnTo>
                  <a:lnTo>
                    <a:pt x="5657891" y="2103286"/>
                  </a:lnTo>
                  <a:lnTo>
                    <a:pt x="5658736" y="2103286"/>
                  </a:lnTo>
                  <a:lnTo>
                    <a:pt x="5659581" y="2103286"/>
                  </a:lnTo>
                  <a:lnTo>
                    <a:pt x="5660427" y="2103286"/>
                  </a:lnTo>
                  <a:lnTo>
                    <a:pt x="5661272" y="2038583"/>
                  </a:lnTo>
                  <a:lnTo>
                    <a:pt x="5662117" y="2017659"/>
                  </a:lnTo>
                  <a:lnTo>
                    <a:pt x="5662962" y="2017659"/>
                  </a:lnTo>
                  <a:lnTo>
                    <a:pt x="5663807" y="2017659"/>
                  </a:lnTo>
                  <a:lnTo>
                    <a:pt x="5664652" y="2017659"/>
                  </a:lnTo>
                  <a:lnTo>
                    <a:pt x="5665497" y="2030612"/>
                  </a:lnTo>
                  <a:lnTo>
                    <a:pt x="5666342" y="2084987"/>
                  </a:lnTo>
                  <a:lnTo>
                    <a:pt x="5667187" y="2103286"/>
                  </a:lnTo>
                  <a:lnTo>
                    <a:pt x="5668032" y="2103286"/>
                  </a:lnTo>
                  <a:lnTo>
                    <a:pt x="5668877" y="2103286"/>
                  </a:lnTo>
                  <a:lnTo>
                    <a:pt x="5669723" y="2091743"/>
                  </a:lnTo>
                  <a:lnTo>
                    <a:pt x="5670568" y="2081053"/>
                  </a:lnTo>
                  <a:lnTo>
                    <a:pt x="5671413" y="2016713"/>
                  </a:lnTo>
                  <a:lnTo>
                    <a:pt x="5672258" y="1939468"/>
                  </a:lnTo>
                  <a:lnTo>
                    <a:pt x="5673103" y="1904554"/>
                  </a:lnTo>
                  <a:lnTo>
                    <a:pt x="5673948" y="1899716"/>
                  </a:lnTo>
                  <a:lnTo>
                    <a:pt x="5674793" y="1867009"/>
                  </a:lnTo>
                  <a:lnTo>
                    <a:pt x="5675638" y="1822267"/>
                  </a:lnTo>
                  <a:lnTo>
                    <a:pt x="5676483" y="1813047"/>
                  </a:lnTo>
                  <a:lnTo>
                    <a:pt x="5677328" y="1817991"/>
                  </a:lnTo>
                  <a:lnTo>
                    <a:pt x="5678174" y="1812259"/>
                  </a:lnTo>
                  <a:lnTo>
                    <a:pt x="5679019" y="1805917"/>
                  </a:lnTo>
                  <a:lnTo>
                    <a:pt x="5679864" y="1854359"/>
                  </a:lnTo>
                  <a:lnTo>
                    <a:pt x="5680709" y="1934527"/>
                  </a:lnTo>
                  <a:lnTo>
                    <a:pt x="5681554" y="1990975"/>
                  </a:lnTo>
                  <a:lnTo>
                    <a:pt x="5682399" y="1978483"/>
                  </a:lnTo>
                  <a:lnTo>
                    <a:pt x="5683244" y="1942778"/>
                  </a:lnTo>
                  <a:lnTo>
                    <a:pt x="5684089" y="1924713"/>
                  </a:lnTo>
                  <a:lnTo>
                    <a:pt x="5684934" y="1883452"/>
                  </a:lnTo>
                  <a:lnTo>
                    <a:pt x="5685779" y="1853076"/>
                  </a:lnTo>
                  <a:lnTo>
                    <a:pt x="5686624" y="1854381"/>
                  </a:lnTo>
                  <a:lnTo>
                    <a:pt x="5687470" y="1914530"/>
                  </a:lnTo>
                  <a:lnTo>
                    <a:pt x="5688315" y="1976026"/>
                  </a:lnTo>
                  <a:lnTo>
                    <a:pt x="5689160" y="2025830"/>
                  </a:lnTo>
                  <a:lnTo>
                    <a:pt x="5690005" y="2073112"/>
                  </a:lnTo>
                  <a:lnTo>
                    <a:pt x="5690850" y="2075687"/>
                  </a:lnTo>
                  <a:lnTo>
                    <a:pt x="5691695" y="2032095"/>
                  </a:lnTo>
                  <a:lnTo>
                    <a:pt x="5692540" y="1941609"/>
                  </a:lnTo>
                  <a:lnTo>
                    <a:pt x="5693385" y="1912800"/>
                  </a:lnTo>
                  <a:lnTo>
                    <a:pt x="5694230" y="1864580"/>
                  </a:lnTo>
                  <a:lnTo>
                    <a:pt x="5695075" y="1834515"/>
                  </a:lnTo>
                  <a:lnTo>
                    <a:pt x="5695920" y="1859553"/>
                  </a:lnTo>
                  <a:lnTo>
                    <a:pt x="5696766" y="1912092"/>
                  </a:lnTo>
                  <a:lnTo>
                    <a:pt x="5697611" y="1995505"/>
                  </a:lnTo>
                  <a:lnTo>
                    <a:pt x="5698456" y="2026486"/>
                  </a:lnTo>
                  <a:lnTo>
                    <a:pt x="5699301" y="2074707"/>
                  </a:lnTo>
                  <a:lnTo>
                    <a:pt x="5700146" y="2091643"/>
                  </a:lnTo>
                  <a:lnTo>
                    <a:pt x="5700991" y="2039485"/>
                  </a:lnTo>
                  <a:lnTo>
                    <a:pt x="5701836" y="2016063"/>
                  </a:lnTo>
                  <a:lnTo>
                    <a:pt x="5702681" y="2016064"/>
                  </a:lnTo>
                  <a:lnTo>
                    <a:pt x="5703526" y="2016064"/>
                  </a:lnTo>
                  <a:lnTo>
                    <a:pt x="5704371" y="2016065"/>
                  </a:lnTo>
                  <a:lnTo>
                    <a:pt x="5705216" y="2029192"/>
                  </a:lnTo>
                  <a:lnTo>
                    <a:pt x="5706062" y="2059379"/>
                  </a:lnTo>
                  <a:lnTo>
                    <a:pt x="5706907" y="2078180"/>
                  </a:lnTo>
                  <a:lnTo>
                    <a:pt x="5707752" y="2063010"/>
                  </a:lnTo>
                  <a:lnTo>
                    <a:pt x="5708597" y="2032982"/>
                  </a:lnTo>
                  <a:lnTo>
                    <a:pt x="5709442" y="2032687"/>
                  </a:lnTo>
                  <a:lnTo>
                    <a:pt x="5710287" y="2030926"/>
                  </a:lnTo>
                  <a:lnTo>
                    <a:pt x="5711132" y="1996681"/>
                  </a:lnTo>
                  <a:lnTo>
                    <a:pt x="5711977" y="1972241"/>
                  </a:lnTo>
                  <a:lnTo>
                    <a:pt x="5712822" y="1971398"/>
                  </a:lnTo>
                  <a:lnTo>
                    <a:pt x="5713667" y="1941824"/>
                  </a:lnTo>
                  <a:lnTo>
                    <a:pt x="5714512" y="1872975"/>
                  </a:lnTo>
                  <a:lnTo>
                    <a:pt x="5715358" y="1818115"/>
                  </a:lnTo>
                  <a:lnTo>
                    <a:pt x="5716203" y="1835023"/>
                  </a:lnTo>
                  <a:lnTo>
                    <a:pt x="5717048" y="1850524"/>
                  </a:lnTo>
                  <a:lnTo>
                    <a:pt x="5717893" y="1866537"/>
                  </a:lnTo>
                  <a:lnTo>
                    <a:pt x="5718738" y="1906495"/>
                  </a:lnTo>
                  <a:lnTo>
                    <a:pt x="5719583" y="1919799"/>
                  </a:lnTo>
                  <a:lnTo>
                    <a:pt x="5720428" y="1921945"/>
                  </a:lnTo>
                  <a:lnTo>
                    <a:pt x="5721273" y="1921599"/>
                  </a:lnTo>
                  <a:lnTo>
                    <a:pt x="5722118" y="1898917"/>
                  </a:lnTo>
                  <a:lnTo>
                    <a:pt x="5722963" y="1872598"/>
                  </a:lnTo>
                  <a:lnTo>
                    <a:pt x="5723808" y="1888448"/>
                  </a:lnTo>
                  <a:lnTo>
                    <a:pt x="5724654" y="1944289"/>
                  </a:lnTo>
                  <a:lnTo>
                    <a:pt x="5725499" y="1998764"/>
                  </a:lnTo>
                  <a:lnTo>
                    <a:pt x="5726344" y="2016446"/>
                  </a:lnTo>
                  <a:lnTo>
                    <a:pt x="5727189" y="2039642"/>
                  </a:lnTo>
                  <a:lnTo>
                    <a:pt x="5728034" y="2062354"/>
                  </a:lnTo>
                  <a:lnTo>
                    <a:pt x="5728879" y="2017426"/>
                  </a:lnTo>
                  <a:lnTo>
                    <a:pt x="5729724" y="1973899"/>
                  </a:lnTo>
                  <a:lnTo>
                    <a:pt x="5730569" y="1973220"/>
                  </a:lnTo>
                  <a:lnTo>
                    <a:pt x="5731414" y="1982000"/>
                  </a:lnTo>
                  <a:lnTo>
                    <a:pt x="5732259" y="1993353"/>
                  </a:lnTo>
                  <a:lnTo>
                    <a:pt x="5733104" y="1978810"/>
                  </a:lnTo>
                  <a:lnTo>
                    <a:pt x="5733950" y="1990982"/>
                  </a:lnTo>
                  <a:lnTo>
                    <a:pt x="5734795" y="2022529"/>
                  </a:lnTo>
                  <a:lnTo>
                    <a:pt x="5735640" y="2023209"/>
                  </a:lnTo>
                  <a:lnTo>
                    <a:pt x="5736485" y="2014428"/>
                  </a:lnTo>
                  <a:lnTo>
                    <a:pt x="5737330" y="2003076"/>
                  </a:lnTo>
                  <a:lnTo>
                    <a:pt x="5738175" y="2021229"/>
                  </a:lnTo>
                  <a:lnTo>
                    <a:pt x="5739020" y="2055831"/>
                  </a:lnTo>
                  <a:lnTo>
                    <a:pt x="5739865" y="2064602"/>
                  </a:lnTo>
                  <a:lnTo>
                    <a:pt x="5740710" y="2055420"/>
                  </a:lnTo>
                  <a:lnTo>
                    <a:pt x="5741555" y="2049012"/>
                  </a:lnTo>
                  <a:lnTo>
                    <a:pt x="5742401" y="2017369"/>
                  </a:lnTo>
                  <a:lnTo>
                    <a:pt x="5743246" y="1970533"/>
                  </a:lnTo>
                  <a:lnTo>
                    <a:pt x="5744091" y="1965190"/>
                  </a:lnTo>
                  <a:lnTo>
                    <a:pt x="5744936" y="1960863"/>
                  </a:lnTo>
                  <a:lnTo>
                    <a:pt x="5745781" y="1971966"/>
                  </a:lnTo>
                  <a:lnTo>
                    <a:pt x="5746626" y="1974849"/>
                  </a:lnTo>
                  <a:lnTo>
                    <a:pt x="5747471" y="1990346"/>
                  </a:lnTo>
                  <a:lnTo>
                    <a:pt x="5748316" y="2034286"/>
                  </a:lnTo>
                  <a:lnTo>
                    <a:pt x="5749161" y="2043181"/>
                  </a:lnTo>
                  <a:lnTo>
                    <a:pt x="5750006" y="2070805"/>
                  </a:lnTo>
                  <a:lnTo>
                    <a:pt x="5750851" y="2087192"/>
                  </a:lnTo>
                  <a:lnTo>
                    <a:pt x="5751697" y="2103286"/>
                  </a:lnTo>
                  <a:lnTo>
                    <a:pt x="5752542" y="2103286"/>
                  </a:lnTo>
                  <a:lnTo>
                    <a:pt x="5753387" y="2103286"/>
                  </a:lnTo>
                  <a:lnTo>
                    <a:pt x="5754232" y="2103286"/>
                  </a:lnTo>
                  <a:lnTo>
                    <a:pt x="5755077" y="2103286"/>
                  </a:lnTo>
                  <a:lnTo>
                    <a:pt x="5755922" y="2102068"/>
                  </a:lnTo>
                  <a:lnTo>
                    <a:pt x="5756767" y="2097677"/>
                  </a:lnTo>
                  <a:lnTo>
                    <a:pt x="5757612" y="2103286"/>
                  </a:lnTo>
                  <a:lnTo>
                    <a:pt x="5758457" y="2103286"/>
                  </a:lnTo>
                  <a:lnTo>
                    <a:pt x="5759302" y="2103286"/>
                  </a:lnTo>
                  <a:lnTo>
                    <a:pt x="5760147" y="2092525"/>
                  </a:lnTo>
                  <a:lnTo>
                    <a:pt x="5760993" y="2058054"/>
                  </a:lnTo>
                  <a:lnTo>
                    <a:pt x="5761838" y="2037330"/>
                  </a:lnTo>
                  <a:lnTo>
                    <a:pt x="5762683" y="2017802"/>
                  </a:lnTo>
                  <a:lnTo>
                    <a:pt x="5763528" y="2017802"/>
                  </a:lnTo>
                  <a:lnTo>
                    <a:pt x="5764373" y="2017802"/>
                  </a:lnTo>
                  <a:lnTo>
                    <a:pt x="5765218" y="2029991"/>
                  </a:lnTo>
                  <a:lnTo>
                    <a:pt x="5766063" y="2059645"/>
                  </a:lnTo>
                  <a:lnTo>
                    <a:pt x="5766908" y="2030468"/>
                  </a:lnTo>
                  <a:lnTo>
                    <a:pt x="5767753" y="2017447"/>
                  </a:lnTo>
                  <a:lnTo>
                    <a:pt x="5768598" y="1991405"/>
                  </a:lnTo>
                  <a:lnTo>
                    <a:pt x="5769443" y="1950515"/>
                  </a:lnTo>
                  <a:lnTo>
                    <a:pt x="5770289" y="1911876"/>
                  </a:lnTo>
                  <a:lnTo>
                    <a:pt x="5771134" y="1903351"/>
                  </a:lnTo>
                  <a:lnTo>
                    <a:pt x="5771979" y="1914626"/>
                  </a:lnTo>
                  <a:lnTo>
                    <a:pt x="5772824" y="1902731"/>
                  </a:lnTo>
                  <a:lnTo>
                    <a:pt x="5773669" y="1897567"/>
                  </a:lnTo>
                  <a:lnTo>
                    <a:pt x="5774514" y="1918892"/>
                  </a:lnTo>
                  <a:lnTo>
                    <a:pt x="5775359" y="1957532"/>
                  </a:lnTo>
                  <a:lnTo>
                    <a:pt x="5776204" y="1970874"/>
                  </a:lnTo>
                  <a:lnTo>
                    <a:pt x="5777049" y="1987849"/>
                  </a:lnTo>
                  <a:lnTo>
                    <a:pt x="5777894" y="1978119"/>
                  </a:lnTo>
                  <a:lnTo>
                    <a:pt x="5778739" y="1952872"/>
                  </a:lnTo>
                  <a:lnTo>
                    <a:pt x="5779585" y="1937040"/>
                  </a:lnTo>
                  <a:lnTo>
                    <a:pt x="5780430" y="1920415"/>
                  </a:lnTo>
                  <a:lnTo>
                    <a:pt x="5781275" y="1920417"/>
                  </a:lnTo>
                  <a:lnTo>
                    <a:pt x="5782120" y="1925959"/>
                  </a:lnTo>
                  <a:lnTo>
                    <a:pt x="5782965" y="1954447"/>
                  </a:lnTo>
                  <a:lnTo>
                    <a:pt x="5783810" y="1984345"/>
                  </a:lnTo>
                  <a:lnTo>
                    <a:pt x="5784655" y="1989207"/>
                  </a:lnTo>
                  <a:lnTo>
                    <a:pt x="5785500" y="2016952"/>
                  </a:lnTo>
                  <a:lnTo>
                    <a:pt x="5786345" y="2051905"/>
                  </a:lnTo>
                  <a:lnTo>
                    <a:pt x="5787190" y="2072975"/>
                  </a:lnTo>
                  <a:lnTo>
                    <a:pt x="5788035" y="2070332"/>
                  </a:lnTo>
                  <a:lnTo>
                    <a:pt x="5788881" y="2038661"/>
                  </a:lnTo>
                  <a:lnTo>
                    <a:pt x="5789726" y="1987600"/>
                  </a:lnTo>
                  <a:lnTo>
                    <a:pt x="5790571" y="1949619"/>
                  </a:lnTo>
                  <a:lnTo>
                    <a:pt x="5791416" y="1934486"/>
                  </a:lnTo>
                  <a:lnTo>
                    <a:pt x="5792261" y="1927702"/>
                  </a:lnTo>
                  <a:lnTo>
                    <a:pt x="5793106" y="1936502"/>
                  </a:lnTo>
                  <a:lnTo>
                    <a:pt x="5793951" y="1974385"/>
                  </a:lnTo>
                  <a:lnTo>
                    <a:pt x="5794796" y="2027981"/>
                  </a:lnTo>
                  <a:lnTo>
                    <a:pt x="5795641" y="2049739"/>
                  </a:lnTo>
                  <a:lnTo>
                    <a:pt x="5796486" y="2029919"/>
                  </a:lnTo>
                  <a:lnTo>
                    <a:pt x="5797332" y="2022122"/>
                  </a:lnTo>
                  <a:lnTo>
                    <a:pt x="5798177" y="2042479"/>
                  </a:lnTo>
                  <a:lnTo>
                    <a:pt x="5799022" y="2040900"/>
                  </a:lnTo>
                  <a:lnTo>
                    <a:pt x="5799867" y="2033082"/>
                  </a:lnTo>
                  <a:lnTo>
                    <a:pt x="5800712" y="1967371"/>
                  </a:lnTo>
                  <a:lnTo>
                    <a:pt x="5801557" y="1922111"/>
                  </a:lnTo>
                  <a:lnTo>
                    <a:pt x="5802402" y="1847989"/>
                  </a:lnTo>
                  <a:lnTo>
                    <a:pt x="5803247" y="1768601"/>
                  </a:lnTo>
                  <a:lnTo>
                    <a:pt x="5804092" y="1798070"/>
                  </a:lnTo>
                  <a:lnTo>
                    <a:pt x="5804937" y="1830369"/>
                  </a:lnTo>
                  <a:lnTo>
                    <a:pt x="5805782" y="1856318"/>
                  </a:lnTo>
                  <a:lnTo>
                    <a:pt x="5806628" y="1872699"/>
                  </a:lnTo>
                  <a:lnTo>
                    <a:pt x="5807473" y="1949611"/>
                  </a:lnTo>
                  <a:lnTo>
                    <a:pt x="5808318" y="2026685"/>
                  </a:lnTo>
                  <a:lnTo>
                    <a:pt x="5809163" y="2001646"/>
                  </a:lnTo>
                  <a:lnTo>
                    <a:pt x="5810008" y="1978964"/>
                  </a:lnTo>
                  <a:lnTo>
                    <a:pt x="5810853" y="2030790"/>
                  </a:lnTo>
                  <a:lnTo>
                    <a:pt x="5811698" y="2078479"/>
                  </a:lnTo>
                  <a:lnTo>
                    <a:pt x="5812543" y="2063760"/>
                  </a:lnTo>
                  <a:lnTo>
                    <a:pt x="5813388" y="1999493"/>
                  </a:lnTo>
                  <a:lnTo>
                    <a:pt x="5814233" y="2005629"/>
                  </a:lnTo>
                  <a:lnTo>
                    <a:pt x="5815078" y="2023665"/>
                  </a:lnTo>
                  <a:lnTo>
                    <a:pt x="5815924" y="1991912"/>
                  </a:lnTo>
                  <a:lnTo>
                    <a:pt x="5816769" y="1952978"/>
                  </a:lnTo>
                  <a:lnTo>
                    <a:pt x="5817614" y="1924109"/>
                  </a:lnTo>
                  <a:lnTo>
                    <a:pt x="5818459" y="1952389"/>
                  </a:lnTo>
                  <a:lnTo>
                    <a:pt x="5819304" y="1963014"/>
                  </a:lnTo>
                  <a:lnTo>
                    <a:pt x="5820149" y="1971522"/>
                  </a:lnTo>
                  <a:lnTo>
                    <a:pt x="5820994" y="1986769"/>
                  </a:lnTo>
                  <a:lnTo>
                    <a:pt x="5821839" y="1998360"/>
                  </a:lnTo>
                  <a:lnTo>
                    <a:pt x="5822684" y="2033348"/>
                  </a:lnTo>
                  <a:lnTo>
                    <a:pt x="5823529" y="2051291"/>
                  </a:lnTo>
                  <a:lnTo>
                    <a:pt x="5824374" y="2052023"/>
                  </a:lnTo>
                  <a:lnTo>
                    <a:pt x="5825220" y="2053210"/>
                  </a:lnTo>
                  <a:lnTo>
                    <a:pt x="5826065" y="2062454"/>
                  </a:lnTo>
                  <a:lnTo>
                    <a:pt x="5826910" y="2056261"/>
                  </a:lnTo>
                  <a:lnTo>
                    <a:pt x="5827755" y="2008041"/>
                  </a:lnTo>
                  <a:lnTo>
                    <a:pt x="5828600" y="1941263"/>
                  </a:lnTo>
                  <a:lnTo>
                    <a:pt x="5829445" y="1925472"/>
                  </a:lnTo>
                  <a:lnTo>
                    <a:pt x="5830290" y="1915682"/>
                  </a:lnTo>
                  <a:lnTo>
                    <a:pt x="5831135" y="1890289"/>
                  </a:lnTo>
                  <a:lnTo>
                    <a:pt x="5831980" y="1862661"/>
                  </a:lnTo>
                  <a:lnTo>
                    <a:pt x="5832825" y="1884523"/>
                  </a:lnTo>
                  <a:lnTo>
                    <a:pt x="5833670" y="1951302"/>
                  </a:lnTo>
                  <a:lnTo>
                    <a:pt x="5834516" y="1966701"/>
                  </a:lnTo>
                  <a:lnTo>
                    <a:pt x="5835361" y="1944753"/>
                  </a:lnTo>
                  <a:lnTo>
                    <a:pt x="5836206" y="1908832"/>
                  </a:lnTo>
                  <a:lnTo>
                    <a:pt x="5837051" y="1903712"/>
                  </a:lnTo>
                  <a:lnTo>
                    <a:pt x="5837896" y="1949354"/>
                  </a:lnTo>
                  <a:lnTo>
                    <a:pt x="5838741" y="1954779"/>
                  </a:lnTo>
                  <a:lnTo>
                    <a:pt x="5839586" y="1923688"/>
                  </a:lnTo>
                  <a:lnTo>
                    <a:pt x="5840431" y="1905378"/>
                  </a:lnTo>
                  <a:lnTo>
                    <a:pt x="5841276" y="1952029"/>
                  </a:lnTo>
                  <a:lnTo>
                    <a:pt x="5842121" y="1999503"/>
                  </a:lnTo>
                  <a:lnTo>
                    <a:pt x="5842966" y="1980217"/>
                  </a:lnTo>
                  <a:lnTo>
                    <a:pt x="5843812" y="1974792"/>
                  </a:lnTo>
                  <a:lnTo>
                    <a:pt x="5844657" y="2011187"/>
                  </a:lnTo>
                  <a:lnTo>
                    <a:pt x="5845502" y="2079792"/>
                  </a:lnTo>
                  <a:lnTo>
                    <a:pt x="5846347" y="2103286"/>
                  </a:lnTo>
                  <a:lnTo>
                    <a:pt x="5847192" y="2103286"/>
                  </a:lnTo>
                  <a:lnTo>
                    <a:pt x="5848037" y="2103286"/>
                  </a:lnTo>
                  <a:lnTo>
                    <a:pt x="5848882" y="2100039"/>
                  </a:lnTo>
                  <a:lnTo>
                    <a:pt x="5849727" y="2068404"/>
                  </a:lnTo>
                  <a:lnTo>
                    <a:pt x="5850572" y="2030371"/>
                  </a:lnTo>
                  <a:lnTo>
                    <a:pt x="5851417" y="1997778"/>
                  </a:lnTo>
                  <a:lnTo>
                    <a:pt x="5852262" y="1954704"/>
                  </a:lnTo>
                  <a:lnTo>
                    <a:pt x="5853108" y="1951357"/>
                  </a:lnTo>
                  <a:lnTo>
                    <a:pt x="5853953" y="1974230"/>
                  </a:lnTo>
                  <a:lnTo>
                    <a:pt x="5854798" y="2005430"/>
                  </a:lnTo>
                  <a:lnTo>
                    <a:pt x="5855643" y="1974351"/>
                  </a:lnTo>
                  <a:lnTo>
                    <a:pt x="5856488" y="1960840"/>
                  </a:lnTo>
                  <a:lnTo>
                    <a:pt x="5857333" y="1996961"/>
                  </a:lnTo>
                  <a:lnTo>
                    <a:pt x="5858178" y="2000309"/>
                  </a:lnTo>
                  <a:lnTo>
                    <a:pt x="5859023" y="1984924"/>
                  </a:lnTo>
                  <a:lnTo>
                    <a:pt x="5859868" y="1980450"/>
                  </a:lnTo>
                  <a:lnTo>
                    <a:pt x="5860713" y="2029469"/>
                  </a:lnTo>
                  <a:lnTo>
                    <a:pt x="5861559" y="2062803"/>
                  </a:lnTo>
                  <a:lnTo>
                    <a:pt x="5862404" y="2069756"/>
                  </a:lnTo>
                  <a:lnTo>
                    <a:pt x="5863249" y="2069756"/>
                  </a:lnTo>
                  <a:lnTo>
                    <a:pt x="5864094" y="2070238"/>
                  </a:lnTo>
                  <a:lnTo>
                    <a:pt x="5864939" y="2060638"/>
                  </a:lnTo>
                  <a:lnTo>
                    <a:pt x="5865784" y="2051121"/>
                  </a:lnTo>
                  <a:lnTo>
                    <a:pt x="5866629" y="2038294"/>
                  </a:lnTo>
                  <a:lnTo>
                    <a:pt x="5867474" y="2021457"/>
                  </a:lnTo>
                  <a:lnTo>
                    <a:pt x="5868319" y="2015283"/>
                  </a:lnTo>
                  <a:lnTo>
                    <a:pt x="5869164" y="1998842"/>
                  </a:lnTo>
                  <a:lnTo>
                    <a:pt x="5870009" y="2000837"/>
                  </a:lnTo>
                  <a:lnTo>
                    <a:pt x="5870855" y="2002486"/>
                  </a:lnTo>
                  <a:lnTo>
                    <a:pt x="5871700" y="1980840"/>
                  </a:lnTo>
                  <a:lnTo>
                    <a:pt x="5872545" y="1932113"/>
                  </a:lnTo>
                  <a:lnTo>
                    <a:pt x="5873390" y="1894046"/>
                  </a:lnTo>
                  <a:lnTo>
                    <a:pt x="5874235" y="1902790"/>
                  </a:lnTo>
                  <a:lnTo>
                    <a:pt x="5875080" y="1910394"/>
                  </a:lnTo>
                  <a:lnTo>
                    <a:pt x="5875925" y="1938632"/>
                  </a:lnTo>
                  <a:lnTo>
                    <a:pt x="5876770" y="1986138"/>
                  </a:lnTo>
                  <a:lnTo>
                    <a:pt x="5877615" y="2028181"/>
                  </a:lnTo>
                  <a:lnTo>
                    <a:pt x="5878460" y="2067955"/>
                  </a:lnTo>
                  <a:lnTo>
                    <a:pt x="5879305" y="2050935"/>
                  </a:lnTo>
                  <a:lnTo>
                    <a:pt x="5880151" y="1997523"/>
                  </a:lnTo>
                  <a:lnTo>
                    <a:pt x="5880996" y="1955984"/>
                  </a:lnTo>
                  <a:lnTo>
                    <a:pt x="5881841" y="1948674"/>
                  </a:lnTo>
                  <a:lnTo>
                    <a:pt x="5882686" y="1966974"/>
                  </a:lnTo>
                  <a:lnTo>
                    <a:pt x="5883531" y="1955712"/>
                  </a:lnTo>
                  <a:lnTo>
                    <a:pt x="5884376" y="1953512"/>
                  </a:lnTo>
                  <a:lnTo>
                    <a:pt x="5885221" y="1973853"/>
                  </a:lnTo>
                  <a:lnTo>
                    <a:pt x="5886066" y="1979049"/>
                  </a:lnTo>
                  <a:lnTo>
                    <a:pt x="5886911" y="1938855"/>
                  </a:lnTo>
                  <a:lnTo>
                    <a:pt x="5887756" y="1921912"/>
                  </a:lnTo>
                  <a:lnTo>
                    <a:pt x="5888601" y="1903172"/>
                  </a:lnTo>
                  <a:lnTo>
                    <a:pt x="5889447" y="1922086"/>
                  </a:lnTo>
                  <a:lnTo>
                    <a:pt x="5890292" y="1955156"/>
                  </a:lnTo>
                  <a:lnTo>
                    <a:pt x="5891137" y="1974671"/>
                  </a:lnTo>
                  <a:lnTo>
                    <a:pt x="5891982" y="2019186"/>
                  </a:lnTo>
                  <a:lnTo>
                    <a:pt x="5892827" y="2054588"/>
                  </a:lnTo>
                  <a:lnTo>
                    <a:pt x="5893672" y="2074251"/>
                  </a:lnTo>
                  <a:lnTo>
                    <a:pt x="5894517" y="2065553"/>
                  </a:lnTo>
                  <a:lnTo>
                    <a:pt x="5895362" y="2038132"/>
                  </a:lnTo>
                  <a:lnTo>
                    <a:pt x="5896207" y="1951871"/>
                  </a:lnTo>
                  <a:lnTo>
                    <a:pt x="5897052" y="1918669"/>
                  </a:lnTo>
                  <a:lnTo>
                    <a:pt x="5897897" y="1920476"/>
                  </a:lnTo>
                  <a:lnTo>
                    <a:pt x="5898743" y="1939448"/>
                  </a:lnTo>
                  <a:lnTo>
                    <a:pt x="5899588" y="1929576"/>
                  </a:lnTo>
                  <a:lnTo>
                    <a:pt x="5900433" y="1920625"/>
                  </a:lnTo>
                  <a:lnTo>
                    <a:pt x="5901278" y="1995964"/>
                  </a:lnTo>
                  <a:lnTo>
                    <a:pt x="5902123" y="2024941"/>
                  </a:lnTo>
                  <a:lnTo>
                    <a:pt x="5902968" y="2011245"/>
                  </a:lnTo>
                  <a:lnTo>
                    <a:pt x="5903813" y="2013989"/>
                  </a:lnTo>
                  <a:lnTo>
                    <a:pt x="5904658" y="2008516"/>
                  </a:lnTo>
                  <a:lnTo>
                    <a:pt x="5905503" y="2003993"/>
                  </a:lnTo>
                  <a:lnTo>
                    <a:pt x="5906348" y="2022246"/>
                  </a:lnTo>
                  <a:lnTo>
                    <a:pt x="5907193" y="2016428"/>
                  </a:lnTo>
                  <a:lnTo>
                    <a:pt x="5908039" y="2015076"/>
                  </a:lnTo>
                  <a:lnTo>
                    <a:pt x="5908884" y="2008167"/>
                  </a:lnTo>
                  <a:lnTo>
                    <a:pt x="5909729" y="2042931"/>
                  </a:lnTo>
                  <a:lnTo>
                    <a:pt x="5910574" y="2103286"/>
                  </a:lnTo>
                  <a:lnTo>
                    <a:pt x="5911419" y="2103286"/>
                  </a:lnTo>
                  <a:lnTo>
                    <a:pt x="5912264" y="2103286"/>
                  </a:lnTo>
                  <a:lnTo>
                    <a:pt x="5913109" y="2067838"/>
                  </a:lnTo>
                  <a:lnTo>
                    <a:pt x="5913954" y="2052485"/>
                  </a:lnTo>
                  <a:lnTo>
                    <a:pt x="5914799" y="2051848"/>
                  </a:lnTo>
                  <a:lnTo>
                    <a:pt x="5915644" y="1964445"/>
                  </a:lnTo>
                  <a:lnTo>
                    <a:pt x="5916489" y="1884220"/>
                  </a:lnTo>
                  <a:lnTo>
                    <a:pt x="5917335" y="1920121"/>
                  </a:lnTo>
                  <a:lnTo>
                    <a:pt x="5918180" y="1992994"/>
                  </a:lnTo>
                  <a:lnTo>
                    <a:pt x="5919025" y="2009910"/>
                  </a:lnTo>
                  <a:lnTo>
                    <a:pt x="5919870" y="1953840"/>
                  </a:lnTo>
                  <a:lnTo>
                    <a:pt x="5920715" y="1933939"/>
                  </a:lnTo>
                  <a:lnTo>
                    <a:pt x="5921560" y="1951424"/>
                  </a:lnTo>
                  <a:lnTo>
                    <a:pt x="5922405" y="1934421"/>
                  </a:lnTo>
                  <a:lnTo>
                    <a:pt x="5923250" y="1922295"/>
                  </a:lnTo>
                  <a:lnTo>
                    <a:pt x="5924095" y="1883985"/>
                  </a:lnTo>
                  <a:lnTo>
                    <a:pt x="5924940" y="1905840"/>
                  </a:lnTo>
                  <a:lnTo>
                    <a:pt x="5925786" y="1933366"/>
                  </a:lnTo>
                  <a:lnTo>
                    <a:pt x="5926631" y="1929454"/>
                  </a:lnTo>
                  <a:lnTo>
                    <a:pt x="5927476" y="1891040"/>
                  </a:lnTo>
                  <a:lnTo>
                    <a:pt x="5928321" y="1857217"/>
                  </a:lnTo>
                  <a:lnTo>
                    <a:pt x="5929166" y="1892115"/>
                  </a:lnTo>
                  <a:lnTo>
                    <a:pt x="5930011" y="1889450"/>
                  </a:lnTo>
                  <a:lnTo>
                    <a:pt x="5930856" y="1904733"/>
                  </a:lnTo>
                  <a:lnTo>
                    <a:pt x="5931701" y="1940591"/>
                  </a:lnTo>
                  <a:lnTo>
                    <a:pt x="5932546" y="1980947"/>
                  </a:lnTo>
                  <a:lnTo>
                    <a:pt x="5933391" y="2001011"/>
                  </a:lnTo>
                  <a:lnTo>
                    <a:pt x="5934236" y="1979201"/>
                  </a:lnTo>
                  <a:lnTo>
                    <a:pt x="5935082" y="1985677"/>
                  </a:lnTo>
                  <a:lnTo>
                    <a:pt x="5935927" y="2018195"/>
                  </a:lnTo>
                  <a:lnTo>
                    <a:pt x="5936772" y="2022122"/>
                  </a:lnTo>
                  <a:lnTo>
                    <a:pt x="5937617" y="2016754"/>
                  </a:lnTo>
                  <a:lnTo>
                    <a:pt x="5938462" y="2016754"/>
                  </a:lnTo>
                  <a:lnTo>
                    <a:pt x="5939307" y="2040412"/>
                  </a:lnTo>
                  <a:lnTo>
                    <a:pt x="5940152" y="2068256"/>
                  </a:lnTo>
                  <a:lnTo>
                    <a:pt x="5940997" y="2069756"/>
                  </a:lnTo>
                  <a:lnTo>
                    <a:pt x="5941842" y="2069756"/>
                  </a:lnTo>
                  <a:lnTo>
                    <a:pt x="5942687" y="2046737"/>
                  </a:lnTo>
                  <a:lnTo>
                    <a:pt x="5943532" y="2017693"/>
                  </a:lnTo>
                  <a:lnTo>
                    <a:pt x="5944378" y="2017693"/>
                  </a:lnTo>
                  <a:lnTo>
                    <a:pt x="5945223" y="1992660"/>
                  </a:lnTo>
                  <a:lnTo>
                    <a:pt x="5946068" y="1958273"/>
                  </a:lnTo>
                  <a:lnTo>
                    <a:pt x="5946913" y="1881241"/>
                  </a:lnTo>
                  <a:lnTo>
                    <a:pt x="5947758" y="1843553"/>
                  </a:lnTo>
                  <a:lnTo>
                    <a:pt x="5948603" y="1880345"/>
                  </a:lnTo>
                  <a:lnTo>
                    <a:pt x="5949448" y="1900616"/>
                  </a:lnTo>
                  <a:lnTo>
                    <a:pt x="5950293" y="1921906"/>
                  </a:lnTo>
                  <a:lnTo>
                    <a:pt x="5951138" y="1934497"/>
                  </a:lnTo>
                  <a:lnTo>
                    <a:pt x="5951983" y="1951631"/>
                  </a:lnTo>
                  <a:lnTo>
                    <a:pt x="5952828" y="1944647"/>
                  </a:lnTo>
                  <a:lnTo>
                    <a:pt x="5953674" y="1883145"/>
                  </a:lnTo>
                  <a:lnTo>
                    <a:pt x="5954519" y="1834634"/>
                  </a:lnTo>
                  <a:lnTo>
                    <a:pt x="5955364" y="1819654"/>
                  </a:lnTo>
                  <a:lnTo>
                    <a:pt x="5956209" y="1822533"/>
                  </a:lnTo>
                  <a:lnTo>
                    <a:pt x="5957054" y="1859745"/>
                  </a:lnTo>
                  <a:lnTo>
                    <a:pt x="5957899" y="1882044"/>
                  </a:lnTo>
                  <a:lnTo>
                    <a:pt x="5958744" y="1879223"/>
                  </a:lnTo>
                  <a:lnTo>
                    <a:pt x="5959589" y="1864667"/>
                  </a:lnTo>
                  <a:lnTo>
                    <a:pt x="5960434" y="1840647"/>
                  </a:lnTo>
                  <a:lnTo>
                    <a:pt x="5961279" y="1780121"/>
                  </a:lnTo>
                  <a:lnTo>
                    <a:pt x="5962124" y="1708945"/>
                  </a:lnTo>
                  <a:lnTo>
                    <a:pt x="5962970" y="1742146"/>
                  </a:lnTo>
                  <a:lnTo>
                    <a:pt x="5963815" y="1800204"/>
                  </a:lnTo>
                  <a:lnTo>
                    <a:pt x="5964660" y="1841155"/>
                  </a:lnTo>
                  <a:lnTo>
                    <a:pt x="5965505" y="1859719"/>
                  </a:lnTo>
                  <a:lnTo>
                    <a:pt x="5966350" y="1914291"/>
                  </a:lnTo>
                  <a:lnTo>
                    <a:pt x="5967195" y="2005440"/>
                  </a:lnTo>
                  <a:lnTo>
                    <a:pt x="5968040" y="2017631"/>
                  </a:lnTo>
                  <a:lnTo>
                    <a:pt x="5968885" y="2016147"/>
                  </a:lnTo>
                  <a:lnTo>
                    <a:pt x="5969730" y="2017994"/>
                  </a:lnTo>
                  <a:lnTo>
                    <a:pt x="5970575" y="2040497"/>
                  </a:lnTo>
                  <a:lnTo>
                    <a:pt x="5971420" y="2015320"/>
                  </a:lnTo>
                  <a:lnTo>
                    <a:pt x="5972266" y="1969257"/>
                  </a:lnTo>
                  <a:lnTo>
                    <a:pt x="5973111" y="1894505"/>
                  </a:lnTo>
                  <a:lnTo>
                    <a:pt x="5973956" y="1839574"/>
                  </a:lnTo>
                  <a:lnTo>
                    <a:pt x="5974801" y="1800865"/>
                  </a:lnTo>
                  <a:lnTo>
                    <a:pt x="5975646" y="1740995"/>
                  </a:lnTo>
                  <a:lnTo>
                    <a:pt x="5976491" y="1748641"/>
                  </a:lnTo>
                  <a:lnTo>
                    <a:pt x="5977336" y="1773706"/>
                  </a:lnTo>
                  <a:lnTo>
                    <a:pt x="5978181" y="1800201"/>
                  </a:lnTo>
                  <a:lnTo>
                    <a:pt x="5979026" y="1803427"/>
                  </a:lnTo>
                  <a:lnTo>
                    <a:pt x="5979871" y="1800459"/>
                  </a:lnTo>
                  <a:lnTo>
                    <a:pt x="5980716" y="1804631"/>
                  </a:lnTo>
                  <a:lnTo>
                    <a:pt x="5981562" y="1776943"/>
                  </a:lnTo>
                  <a:lnTo>
                    <a:pt x="5982407" y="1774878"/>
                  </a:lnTo>
                  <a:lnTo>
                    <a:pt x="5983252" y="1823135"/>
                  </a:lnTo>
                  <a:lnTo>
                    <a:pt x="5984097" y="1878160"/>
                  </a:lnTo>
                  <a:lnTo>
                    <a:pt x="5984942" y="1920374"/>
                  </a:lnTo>
                  <a:lnTo>
                    <a:pt x="5985787" y="1936003"/>
                  </a:lnTo>
                  <a:lnTo>
                    <a:pt x="5986632" y="1975730"/>
                  </a:lnTo>
                  <a:lnTo>
                    <a:pt x="5987477" y="1975890"/>
                  </a:lnTo>
                  <a:lnTo>
                    <a:pt x="5988322" y="1930393"/>
                  </a:lnTo>
                  <a:lnTo>
                    <a:pt x="5989167" y="1920171"/>
                  </a:lnTo>
                  <a:lnTo>
                    <a:pt x="5990013" y="1915266"/>
                  </a:lnTo>
                  <a:lnTo>
                    <a:pt x="5990858" y="1961856"/>
                  </a:lnTo>
                  <a:lnTo>
                    <a:pt x="5991703" y="1974427"/>
                  </a:lnTo>
                  <a:lnTo>
                    <a:pt x="5992548" y="1960670"/>
                  </a:lnTo>
                  <a:lnTo>
                    <a:pt x="5993393" y="1962880"/>
                  </a:lnTo>
                  <a:lnTo>
                    <a:pt x="5994238" y="1965375"/>
                  </a:lnTo>
                  <a:lnTo>
                    <a:pt x="5995083" y="2005714"/>
                  </a:lnTo>
                  <a:lnTo>
                    <a:pt x="5995928" y="1998660"/>
                  </a:lnTo>
                  <a:lnTo>
                    <a:pt x="5996773" y="1964020"/>
                  </a:lnTo>
                  <a:lnTo>
                    <a:pt x="5997618" y="2021991"/>
                  </a:lnTo>
                  <a:lnTo>
                    <a:pt x="5998463" y="2083010"/>
                  </a:lnTo>
                  <a:lnTo>
                    <a:pt x="5999309" y="2087419"/>
                  </a:lnTo>
                  <a:lnTo>
                    <a:pt x="6000154" y="2048827"/>
                  </a:lnTo>
                  <a:lnTo>
                    <a:pt x="6000999" y="2044086"/>
                  </a:lnTo>
                  <a:lnTo>
                    <a:pt x="6001844" y="2087981"/>
                  </a:lnTo>
                  <a:lnTo>
                    <a:pt x="6002689" y="2067336"/>
                  </a:lnTo>
                  <a:lnTo>
                    <a:pt x="6003534" y="2037216"/>
                  </a:lnTo>
                  <a:lnTo>
                    <a:pt x="6004379" y="1988695"/>
                  </a:lnTo>
                  <a:lnTo>
                    <a:pt x="6005224" y="1968286"/>
                  </a:lnTo>
                  <a:lnTo>
                    <a:pt x="6006069" y="1960253"/>
                  </a:lnTo>
                  <a:lnTo>
                    <a:pt x="6006914" y="1951205"/>
                  </a:lnTo>
                  <a:lnTo>
                    <a:pt x="6007759" y="1929052"/>
                  </a:lnTo>
                  <a:lnTo>
                    <a:pt x="6008605" y="1913453"/>
                  </a:lnTo>
                  <a:lnTo>
                    <a:pt x="6009450" y="1961974"/>
                  </a:lnTo>
                  <a:lnTo>
                    <a:pt x="6010295" y="1985003"/>
                  </a:lnTo>
                  <a:lnTo>
                    <a:pt x="6011140" y="1964018"/>
                  </a:lnTo>
                  <a:lnTo>
                    <a:pt x="6011985" y="1926183"/>
                  </a:lnTo>
                  <a:lnTo>
                    <a:pt x="6012830" y="1864313"/>
                  </a:lnTo>
                  <a:lnTo>
                    <a:pt x="6013675" y="1830957"/>
                  </a:lnTo>
                  <a:lnTo>
                    <a:pt x="6014520" y="1824032"/>
                  </a:lnTo>
                  <a:lnTo>
                    <a:pt x="6015365" y="1798686"/>
                  </a:lnTo>
                  <a:lnTo>
                    <a:pt x="6016210" y="1807920"/>
                  </a:lnTo>
                  <a:lnTo>
                    <a:pt x="6017055" y="1883198"/>
                  </a:lnTo>
                  <a:lnTo>
                    <a:pt x="6017901" y="1983931"/>
                  </a:lnTo>
                  <a:lnTo>
                    <a:pt x="6018746" y="2051967"/>
                  </a:lnTo>
                  <a:lnTo>
                    <a:pt x="6019591" y="2037817"/>
                  </a:lnTo>
                  <a:lnTo>
                    <a:pt x="6020436" y="2049554"/>
                  </a:lnTo>
                  <a:lnTo>
                    <a:pt x="6021281" y="2042871"/>
                  </a:lnTo>
                  <a:lnTo>
                    <a:pt x="6022126" y="1972222"/>
                  </a:lnTo>
                  <a:lnTo>
                    <a:pt x="6022971" y="1921950"/>
                  </a:lnTo>
                  <a:lnTo>
                    <a:pt x="6023816" y="1901608"/>
                  </a:lnTo>
                  <a:lnTo>
                    <a:pt x="6024661" y="1916560"/>
                  </a:lnTo>
                  <a:lnTo>
                    <a:pt x="6025506" y="1928323"/>
                  </a:lnTo>
                  <a:lnTo>
                    <a:pt x="6026351" y="1961739"/>
                  </a:lnTo>
                  <a:lnTo>
                    <a:pt x="6027197" y="2012049"/>
                  </a:lnTo>
                  <a:lnTo>
                    <a:pt x="6028042" y="2041206"/>
                  </a:lnTo>
                  <a:lnTo>
                    <a:pt x="6028887" y="2021181"/>
                  </a:lnTo>
                  <a:lnTo>
                    <a:pt x="6029732" y="2002460"/>
                  </a:lnTo>
                  <a:lnTo>
                    <a:pt x="6030577" y="1976694"/>
                  </a:lnTo>
                  <a:lnTo>
                    <a:pt x="6031422" y="1953917"/>
                  </a:lnTo>
                  <a:lnTo>
                    <a:pt x="6032267" y="1912426"/>
                  </a:lnTo>
                  <a:lnTo>
                    <a:pt x="6033112" y="1874631"/>
                  </a:lnTo>
                  <a:lnTo>
                    <a:pt x="6033957" y="1897308"/>
                  </a:lnTo>
                  <a:lnTo>
                    <a:pt x="6034802" y="1904317"/>
                  </a:lnTo>
                  <a:lnTo>
                    <a:pt x="6035647" y="1883006"/>
                  </a:lnTo>
                  <a:lnTo>
                    <a:pt x="6036493" y="1900796"/>
                  </a:lnTo>
                  <a:lnTo>
                    <a:pt x="6037338" y="1947896"/>
                  </a:lnTo>
                  <a:lnTo>
                    <a:pt x="6038183" y="1984034"/>
                  </a:lnTo>
                  <a:lnTo>
                    <a:pt x="6039028" y="1984291"/>
                  </a:lnTo>
                  <a:lnTo>
                    <a:pt x="6039873" y="2002128"/>
                  </a:lnTo>
                  <a:lnTo>
                    <a:pt x="6040718" y="2051052"/>
                  </a:lnTo>
                  <a:lnTo>
                    <a:pt x="6041563" y="2051386"/>
                  </a:lnTo>
                  <a:lnTo>
                    <a:pt x="6042408" y="2012241"/>
                  </a:lnTo>
                  <a:lnTo>
                    <a:pt x="6043253" y="2005360"/>
                  </a:lnTo>
                  <a:lnTo>
                    <a:pt x="6044098" y="1992581"/>
                  </a:lnTo>
                  <a:lnTo>
                    <a:pt x="6044943" y="1940686"/>
                  </a:lnTo>
                  <a:lnTo>
                    <a:pt x="6045789" y="1904052"/>
                  </a:lnTo>
                  <a:lnTo>
                    <a:pt x="6046634" y="1889993"/>
                  </a:lnTo>
                  <a:lnTo>
                    <a:pt x="6047479" y="1858761"/>
                  </a:lnTo>
                  <a:lnTo>
                    <a:pt x="6048324" y="1846454"/>
                  </a:lnTo>
                  <a:lnTo>
                    <a:pt x="6049169" y="1869973"/>
                  </a:lnTo>
                  <a:lnTo>
                    <a:pt x="6050014" y="1921869"/>
                  </a:lnTo>
                  <a:lnTo>
                    <a:pt x="6050859" y="1958502"/>
                  </a:lnTo>
                  <a:lnTo>
                    <a:pt x="6051704" y="1977214"/>
                  </a:lnTo>
                  <a:lnTo>
                    <a:pt x="6052549" y="2057525"/>
                  </a:lnTo>
                  <a:lnTo>
                    <a:pt x="6053394" y="2091306"/>
                  </a:lnTo>
                  <a:lnTo>
                    <a:pt x="6054240" y="2075072"/>
                  </a:lnTo>
                  <a:lnTo>
                    <a:pt x="6055085" y="2063596"/>
                  </a:lnTo>
                  <a:lnTo>
                    <a:pt x="6055930" y="2033165"/>
                  </a:lnTo>
                  <a:lnTo>
                    <a:pt x="6056775" y="2001241"/>
                  </a:lnTo>
                  <a:lnTo>
                    <a:pt x="6057620" y="1952699"/>
                  </a:lnTo>
                  <a:lnTo>
                    <a:pt x="6058465" y="1924205"/>
                  </a:lnTo>
                  <a:lnTo>
                    <a:pt x="6059310" y="1896103"/>
                  </a:lnTo>
                  <a:lnTo>
                    <a:pt x="6060155" y="1843810"/>
                  </a:lnTo>
                  <a:lnTo>
                    <a:pt x="6061000" y="1824853"/>
                  </a:lnTo>
                  <a:lnTo>
                    <a:pt x="6061845" y="1847599"/>
                  </a:lnTo>
                  <a:lnTo>
                    <a:pt x="6062690" y="1881075"/>
                  </a:lnTo>
                  <a:lnTo>
                    <a:pt x="6063536" y="1903085"/>
                  </a:lnTo>
                  <a:lnTo>
                    <a:pt x="6064381" y="1947421"/>
                  </a:lnTo>
                  <a:lnTo>
                    <a:pt x="6065226" y="2011189"/>
                  </a:lnTo>
                  <a:lnTo>
                    <a:pt x="6066071" y="2060578"/>
                  </a:lnTo>
                  <a:lnTo>
                    <a:pt x="6066916" y="2063435"/>
                  </a:lnTo>
                  <a:lnTo>
                    <a:pt x="6067761" y="2031981"/>
                  </a:lnTo>
                  <a:lnTo>
                    <a:pt x="6068606" y="2013905"/>
                  </a:lnTo>
                  <a:lnTo>
                    <a:pt x="6069451" y="2024572"/>
                  </a:lnTo>
                  <a:lnTo>
                    <a:pt x="6070296" y="2010053"/>
                  </a:lnTo>
                  <a:lnTo>
                    <a:pt x="6071141" y="1972979"/>
                  </a:lnTo>
                  <a:lnTo>
                    <a:pt x="6071986" y="1941974"/>
                  </a:lnTo>
                  <a:lnTo>
                    <a:pt x="6072832" y="1958452"/>
                  </a:lnTo>
                  <a:lnTo>
                    <a:pt x="6073677" y="1976529"/>
                  </a:lnTo>
                  <a:lnTo>
                    <a:pt x="6074522" y="1973215"/>
                  </a:lnTo>
                  <a:lnTo>
                    <a:pt x="6075367" y="1997244"/>
                  </a:lnTo>
                  <a:lnTo>
                    <a:pt x="6076212" y="2006869"/>
                  </a:lnTo>
                  <a:lnTo>
                    <a:pt x="6077057" y="2029015"/>
                  </a:lnTo>
                  <a:lnTo>
                    <a:pt x="6077902" y="2014320"/>
                  </a:lnTo>
                  <a:lnTo>
                    <a:pt x="6078747" y="1998557"/>
                  </a:lnTo>
                  <a:lnTo>
                    <a:pt x="6079592" y="1974223"/>
                  </a:lnTo>
                  <a:lnTo>
                    <a:pt x="6080437" y="1935578"/>
                  </a:lnTo>
                  <a:lnTo>
                    <a:pt x="6081282" y="1955539"/>
                  </a:lnTo>
                  <a:lnTo>
                    <a:pt x="6082128" y="1970718"/>
                  </a:lnTo>
                  <a:lnTo>
                    <a:pt x="6082973" y="1983225"/>
                  </a:lnTo>
                  <a:lnTo>
                    <a:pt x="6083818" y="1970414"/>
                  </a:lnTo>
                  <a:lnTo>
                    <a:pt x="6084663" y="1979327"/>
                  </a:lnTo>
                  <a:lnTo>
                    <a:pt x="6085508" y="2008463"/>
                  </a:lnTo>
                  <a:lnTo>
                    <a:pt x="6086353" y="2030314"/>
                  </a:lnTo>
                  <a:lnTo>
                    <a:pt x="6087198" y="2053843"/>
                  </a:lnTo>
                  <a:lnTo>
                    <a:pt x="6088043" y="2093771"/>
                  </a:lnTo>
                  <a:lnTo>
                    <a:pt x="6088888" y="2103286"/>
                  </a:lnTo>
                  <a:lnTo>
                    <a:pt x="6089733" y="2067155"/>
                  </a:lnTo>
                  <a:lnTo>
                    <a:pt x="6090578" y="2003604"/>
                  </a:lnTo>
                  <a:lnTo>
                    <a:pt x="6091424" y="1913374"/>
                  </a:lnTo>
                  <a:lnTo>
                    <a:pt x="6092269" y="1841459"/>
                  </a:lnTo>
                  <a:lnTo>
                    <a:pt x="6093114" y="1775353"/>
                  </a:lnTo>
                  <a:lnTo>
                    <a:pt x="6093959" y="1764443"/>
                  </a:lnTo>
                  <a:lnTo>
                    <a:pt x="6094804" y="1784942"/>
                  </a:lnTo>
                  <a:lnTo>
                    <a:pt x="6095649" y="1824783"/>
                  </a:lnTo>
                  <a:lnTo>
                    <a:pt x="6096494" y="1891788"/>
                  </a:lnTo>
                  <a:lnTo>
                    <a:pt x="6097339" y="1975010"/>
                  </a:lnTo>
                  <a:lnTo>
                    <a:pt x="6098184" y="2024088"/>
                  </a:lnTo>
                  <a:lnTo>
                    <a:pt x="6099029" y="1996204"/>
                  </a:lnTo>
                  <a:lnTo>
                    <a:pt x="6099874" y="1957490"/>
                  </a:lnTo>
                  <a:lnTo>
                    <a:pt x="6100720" y="1962888"/>
                  </a:lnTo>
                  <a:lnTo>
                    <a:pt x="6101565" y="1939755"/>
                  </a:lnTo>
                  <a:lnTo>
                    <a:pt x="6102410" y="1859692"/>
                  </a:lnTo>
                  <a:lnTo>
                    <a:pt x="6103255" y="1801360"/>
                  </a:lnTo>
                  <a:lnTo>
                    <a:pt x="6104100" y="1832008"/>
                  </a:lnTo>
                  <a:lnTo>
                    <a:pt x="6104945" y="1884699"/>
                  </a:lnTo>
                  <a:lnTo>
                    <a:pt x="6105790" y="1863051"/>
                  </a:lnTo>
                  <a:lnTo>
                    <a:pt x="6106635" y="1864616"/>
                  </a:lnTo>
                  <a:lnTo>
                    <a:pt x="6107480" y="1877078"/>
                  </a:lnTo>
                  <a:lnTo>
                    <a:pt x="6108325" y="1919424"/>
                  </a:lnTo>
                  <a:lnTo>
                    <a:pt x="6109170" y="1920107"/>
                  </a:lnTo>
                  <a:lnTo>
                    <a:pt x="6110016" y="1872011"/>
                  </a:lnTo>
                  <a:lnTo>
                    <a:pt x="6110861" y="1852372"/>
                  </a:lnTo>
                  <a:lnTo>
                    <a:pt x="6111706" y="1837638"/>
                  </a:lnTo>
                  <a:lnTo>
                    <a:pt x="6112551" y="1841818"/>
                  </a:lnTo>
                  <a:lnTo>
                    <a:pt x="6113396" y="1774436"/>
                  </a:lnTo>
                  <a:lnTo>
                    <a:pt x="6114241" y="1689096"/>
                  </a:lnTo>
                  <a:lnTo>
                    <a:pt x="6115086" y="1656561"/>
                  </a:lnTo>
                  <a:lnTo>
                    <a:pt x="6115931" y="1649951"/>
                  </a:lnTo>
                  <a:lnTo>
                    <a:pt x="6116776" y="1659538"/>
                  </a:lnTo>
                  <a:lnTo>
                    <a:pt x="6117621" y="1573673"/>
                  </a:lnTo>
                  <a:lnTo>
                    <a:pt x="6118467" y="1509135"/>
                  </a:lnTo>
                  <a:lnTo>
                    <a:pt x="6119312" y="1530003"/>
                  </a:lnTo>
                  <a:lnTo>
                    <a:pt x="6120157" y="1576498"/>
                  </a:lnTo>
                  <a:lnTo>
                    <a:pt x="6121002" y="1593434"/>
                  </a:lnTo>
                  <a:lnTo>
                    <a:pt x="6121847" y="1538216"/>
                  </a:lnTo>
                  <a:lnTo>
                    <a:pt x="6122692" y="1562759"/>
                  </a:lnTo>
                  <a:lnTo>
                    <a:pt x="6123537" y="1634337"/>
                  </a:lnTo>
                  <a:lnTo>
                    <a:pt x="6124382" y="1646256"/>
                  </a:lnTo>
                  <a:lnTo>
                    <a:pt x="6125227" y="1601451"/>
                  </a:lnTo>
                  <a:lnTo>
                    <a:pt x="6126072" y="1582365"/>
                  </a:lnTo>
                  <a:lnTo>
                    <a:pt x="6126917" y="1556421"/>
                  </a:lnTo>
                  <a:lnTo>
                    <a:pt x="6127763" y="1511030"/>
                  </a:lnTo>
                  <a:lnTo>
                    <a:pt x="6128608" y="1457216"/>
                  </a:lnTo>
                  <a:lnTo>
                    <a:pt x="6129453" y="1407269"/>
                  </a:lnTo>
                  <a:lnTo>
                    <a:pt x="6130298" y="1409861"/>
                  </a:lnTo>
                  <a:lnTo>
                    <a:pt x="6131143" y="1359580"/>
                  </a:lnTo>
                  <a:lnTo>
                    <a:pt x="6131988" y="1375395"/>
                  </a:lnTo>
                  <a:lnTo>
                    <a:pt x="6132833" y="1393973"/>
                  </a:lnTo>
                  <a:lnTo>
                    <a:pt x="6133678" y="1362176"/>
                  </a:lnTo>
                  <a:lnTo>
                    <a:pt x="6134523" y="1334611"/>
                  </a:lnTo>
                  <a:lnTo>
                    <a:pt x="6135368" y="1302133"/>
                  </a:lnTo>
                  <a:lnTo>
                    <a:pt x="6136213" y="1295692"/>
                  </a:lnTo>
                  <a:lnTo>
                    <a:pt x="6137059" y="1214766"/>
                  </a:lnTo>
                  <a:lnTo>
                    <a:pt x="6137904" y="1147578"/>
                  </a:lnTo>
                  <a:lnTo>
                    <a:pt x="6138749" y="1157619"/>
                  </a:lnTo>
                  <a:lnTo>
                    <a:pt x="6139594" y="1170523"/>
                  </a:lnTo>
                  <a:lnTo>
                    <a:pt x="6140439" y="1184360"/>
                  </a:lnTo>
                  <a:lnTo>
                    <a:pt x="6141284" y="1228078"/>
                  </a:lnTo>
                  <a:lnTo>
                    <a:pt x="6142129" y="1314357"/>
                  </a:lnTo>
                  <a:lnTo>
                    <a:pt x="6142974" y="1419419"/>
                  </a:lnTo>
                  <a:lnTo>
                    <a:pt x="6143819" y="1540459"/>
                  </a:lnTo>
                  <a:lnTo>
                    <a:pt x="6144664" y="1660126"/>
                  </a:lnTo>
                  <a:lnTo>
                    <a:pt x="6145509" y="1648950"/>
                  </a:lnTo>
                  <a:lnTo>
                    <a:pt x="6146355" y="1598077"/>
                  </a:lnTo>
                  <a:lnTo>
                    <a:pt x="6147200" y="1589039"/>
                  </a:lnTo>
                  <a:lnTo>
                    <a:pt x="6148045" y="1594042"/>
                  </a:lnTo>
                  <a:lnTo>
                    <a:pt x="6148890" y="1564407"/>
                  </a:lnTo>
                  <a:lnTo>
                    <a:pt x="6149735" y="1543910"/>
                  </a:lnTo>
                  <a:lnTo>
                    <a:pt x="6150580" y="1616438"/>
                  </a:lnTo>
                  <a:lnTo>
                    <a:pt x="6151425" y="1687316"/>
                  </a:lnTo>
                  <a:lnTo>
                    <a:pt x="6152270" y="1738724"/>
                  </a:lnTo>
                  <a:lnTo>
                    <a:pt x="6153115" y="1765413"/>
                  </a:lnTo>
                  <a:lnTo>
                    <a:pt x="6153960" y="1776601"/>
                  </a:lnTo>
                  <a:lnTo>
                    <a:pt x="6154805" y="1779852"/>
                  </a:lnTo>
                  <a:lnTo>
                    <a:pt x="6155651" y="1789128"/>
                  </a:lnTo>
                  <a:lnTo>
                    <a:pt x="6156496" y="1792026"/>
                  </a:lnTo>
                  <a:lnTo>
                    <a:pt x="6157341" y="1750656"/>
                  </a:lnTo>
                  <a:lnTo>
                    <a:pt x="6158186" y="1734203"/>
                  </a:lnTo>
                  <a:lnTo>
                    <a:pt x="6159031" y="1719090"/>
                  </a:lnTo>
                  <a:lnTo>
                    <a:pt x="6159876" y="1715769"/>
                  </a:lnTo>
                  <a:lnTo>
                    <a:pt x="6160721" y="1703134"/>
                  </a:lnTo>
                  <a:lnTo>
                    <a:pt x="6161566" y="1718621"/>
                  </a:lnTo>
                  <a:lnTo>
                    <a:pt x="6162411" y="1805093"/>
                  </a:lnTo>
                  <a:lnTo>
                    <a:pt x="6163256" y="1825462"/>
                  </a:lnTo>
                  <a:lnTo>
                    <a:pt x="6164101" y="1837245"/>
                  </a:lnTo>
                  <a:lnTo>
                    <a:pt x="6164947" y="1821057"/>
                  </a:lnTo>
                  <a:lnTo>
                    <a:pt x="6165792" y="1798822"/>
                  </a:lnTo>
                  <a:lnTo>
                    <a:pt x="6166637" y="1727630"/>
                  </a:lnTo>
                  <a:lnTo>
                    <a:pt x="6167482" y="1629548"/>
                  </a:lnTo>
                  <a:lnTo>
                    <a:pt x="6168327" y="1585349"/>
                  </a:lnTo>
                  <a:lnTo>
                    <a:pt x="6169172" y="1548994"/>
                  </a:lnTo>
                  <a:lnTo>
                    <a:pt x="6170017" y="1475821"/>
                  </a:lnTo>
                  <a:lnTo>
                    <a:pt x="6170862" y="1418650"/>
                  </a:lnTo>
                  <a:lnTo>
                    <a:pt x="6171707" y="1443486"/>
                  </a:lnTo>
                  <a:lnTo>
                    <a:pt x="6172552" y="1449631"/>
                  </a:lnTo>
                  <a:lnTo>
                    <a:pt x="6173397" y="1435992"/>
                  </a:lnTo>
                  <a:lnTo>
                    <a:pt x="6174243" y="1422166"/>
                  </a:lnTo>
                  <a:lnTo>
                    <a:pt x="6175088" y="1464445"/>
                  </a:lnTo>
                  <a:lnTo>
                    <a:pt x="6175933" y="1581620"/>
                  </a:lnTo>
                  <a:lnTo>
                    <a:pt x="6176778" y="1632932"/>
                  </a:lnTo>
                  <a:lnTo>
                    <a:pt x="6177623" y="1679310"/>
                  </a:lnTo>
                  <a:lnTo>
                    <a:pt x="6178468" y="1746601"/>
                  </a:lnTo>
                  <a:lnTo>
                    <a:pt x="6179313" y="1832016"/>
                  </a:lnTo>
                  <a:lnTo>
                    <a:pt x="6180158" y="1900463"/>
                  </a:lnTo>
                  <a:lnTo>
                    <a:pt x="6181003" y="1862206"/>
                  </a:lnTo>
                  <a:lnTo>
                    <a:pt x="6181848" y="1858586"/>
                  </a:lnTo>
                  <a:lnTo>
                    <a:pt x="6182694" y="1927434"/>
                  </a:lnTo>
                  <a:lnTo>
                    <a:pt x="6183539" y="1978665"/>
                  </a:lnTo>
                  <a:lnTo>
                    <a:pt x="6184384" y="1965906"/>
                  </a:lnTo>
                  <a:lnTo>
                    <a:pt x="6185229" y="1931118"/>
                  </a:lnTo>
                  <a:lnTo>
                    <a:pt x="6186074" y="1946390"/>
                  </a:lnTo>
                  <a:lnTo>
                    <a:pt x="6186919" y="1899523"/>
                  </a:lnTo>
                  <a:lnTo>
                    <a:pt x="6187764" y="1801773"/>
                  </a:lnTo>
                  <a:lnTo>
                    <a:pt x="6188609" y="1747037"/>
                  </a:lnTo>
                  <a:lnTo>
                    <a:pt x="6189454" y="1707448"/>
                  </a:lnTo>
                  <a:lnTo>
                    <a:pt x="6190299" y="1718691"/>
                  </a:lnTo>
                  <a:lnTo>
                    <a:pt x="6191144" y="1710097"/>
                  </a:lnTo>
                  <a:lnTo>
                    <a:pt x="6191990" y="1738271"/>
                  </a:lnTo>
                  <a:lnTo>
                    <a:pt x="6192835" y="1743650"/>
                  </a:lnTo>
                  <a:lnTo>
                    <a:pt x="6193680" y="1741808"/>
                  </a:lnTo>
                  <a:lnTo>
                    <a:pt x="6194525" y="1784944"/>
                  </a:lnTo>
                  <a:lnTo>
                    <a:pt x="6195370" y="1817072"/>
                  </a:lnTo>
                  <a:lnTo>
                    <a:pt x="6196215" y="1858709"/>
                  </a:lnTo>
                  <a:lnTo>
                    <a:pt x="6197060" y="1934839"/>
                  </a:lnTo>
                  <a:lnTo>
                    <a:pt x="6197905" y="2006779"/>
                  </a:lnTo>
                  <a:lnTo>
                    <a:pt x="6198750" y="2016450"/>
                  </a:lnTo>
                  <a:lnTo>
                    <a:pt x="6199595" y="2027506"/>
                  </a:lnTo>
                  <a:lnTo>
                    <a:pt x="6200440" y="2038120"/>
                  </a:lnTo>
                  <a:lnTo>
                    <a:pt x="6201286" y="1995121"/>
                  </a:lnTo>
                  <a:lnTo>
                    <a:pt x="6202131" y="1943865"/>
                  </a:lnTo>
                  <a:lnTo>
                    <a:pt x="6202976" y="1949404"/>
                  </a:lnTo>
                  <a:lnTo>
                    <a:pt x="6203821" y="1961097"/>
                  </a:lnTo>
                  <a:lnTo>
                    <a:pt x="6204666" y="1937461"/>
                  </a:lnTo>
                  <a:lnTo>
                    <a:pt x="6205511" y="1936989"/>
                  </a:lnTo>
                  <a:lnTo>
                    <a:pt x="6206356" y="1976474"/>
                  </a:lnTo>
                  <a:lnTo>
                    <a:pt x="6207201" y="1988323"/>
                  </a:lnTo>
                  <a:lnTo>
                    <a:pt x="6208046" y="1954862"/>
                  </a:lnTo>
                  <a:lnTo>
                    <a:pt x="6208891" y="1946953"/>
                  </a:lnTo>
                  <a:lnTo>
                    <a:pt x="6209736" y="1945283"/>
                  </a:lnTo>
                  <a:lnTo>
                    <a:pt x="6210582" y="1919779"/>
                  </a:lnTo>
                  <a:lnTo>
                    <a:pt x="6211427" y="1917370"/>
                  </a:lnTo>
                  <a:lnTo>
                    <a:pt x="6212272" y="1940980"/>
                  </a:lnTo>
                  <a:lnTo>
                    <a:pt x="6213117" y="1974137"/>
                  </a:lnTo>
                  <a:lnTo>
                    <a:pt x="6213962" y="2004731"/>
                  </a:lnTo>
                  <a:lnTo>
                    <a:pt x="6214807" y="2060350"/>
                  </a:lnTo>
                  <a:lnTo>
                    <a:pt x="6215652" y="2088436"/>
                  </a:lnTo>
                  <a:lnTo>
                    <a:pt x="6216497" y="2093649"/>
                  </a:lnTo>
                  <a:lnTo>
                    <a:pt x="6217342" y="2103286"/>
                  </a:lnTo>
                  <a:lnTo>
                    <a:pt x="6218187" y="2103286"/>
                  </a:lnTo>
                  <a:lnTo>
                    <a:pt x="6219032" y="2103286"/>
                  </a:lnTo>
                  <a:lnTo>
                    <a:pt x="6219878" y="2077983"/>
                  </a:lnTo>
                  <a:lnTo>
                    <a:pt x="6220723" y="2072830"/>
                  </a:lnTo>
                  <a:lnTo>
                    <a:pt x="6221568" y="2076057"/>
                  </a:lnTo>
                  <a:lnTo>
                    <a:pt x="6222413" y="2065989"/>
                  </a:lnTo>
                  <a:lnTo>
                    <a:pt x="6223258" y="2103286"/>
                  </a:lnTo>
                  <a:lnTo>
                    <a:pt x="6224103" y="2103286"/>
                  </a:lnTo>
                  <a:lnTo>
                    <a:pt x="6224948" y="2103286"/>
                  </a:lnTo>
                  <a:lnTo>
                    <a:pt x="6225793" y="2103286"/>
                  </a:lnTo>
                  <a:lnTo>
                    <a:pt x="6226638" y="2103286"/>
                  </a:lnTo>
                  <a:lnTo>
                    <a:pt x="6227483" y="2103286"/>
                  </a:lnTo>
                  <a:lnTo>
                    <a:pt x="6228328" y="2103286"/>
                  </a:lnTo>
                  <a:lnTo>
                    <a:pt x="6229174" y="2103286"/>
                  </a:lnTo>
                  <a:lnTo>
                    <a:pt x="6230019" y="2103286"/>
                  </a:lnTo>
                  <a:lnTo>
                    <a:pt x="6230864" y="2085020"/>
                  </a:lnTo>
                  <a:lnTo>
                    <a:pt x="6231709" y="2043646"/>
                  </a:lnTo>
                  <a:lnTo>
                    <a:pt x="6232554" y="2025571"/>
                  </a:lnTo>
                  <a:lnTo>
                    <a:pt x="6233399" y="2009161"/>
                  </a:lnTo>
                  <a:lnTo>
                    <a:pt x="6234244" y="1994490"/>
                  </a:lnTo>
                  <a:lnTo>
                    <a:pt x="6235089" y="1970304"/>
                  </a:lnTo>
                  <a:lnTo>
                    <a:pt x="6235934" y="1992304"/>
                  </a:lnTo>
                  <a:lnTo>
                    <a:pt x="6236779" y="2015877"/>
                  </a:lnTo>
                  <a:lnTo>
                    <a:pt x="6237624" y="2014202"/>
                  </a:lnTo>
                  <a:lnTo>
                    <a:pt x="6238470" y="1992784"/>
                  </a:lnTo>
                  <a:lnTo>
                    <a:pt x="6239315" y="1994794"/>
                  </a:lnTo>
                  <a:lnTo>
                    <a:pt x="6240160" y="1973838"/>
                  </a:lnTo>
                  <a:lnTo>
                    <a:pt x="6241005" y="1965115"/>
                  </a:lnTo>
                  <a:lnTo>
                    <a:pt x="6241850" y="1940044"/>
                  </a:lnTo>
                  <a:lnTo>
                    <a:pt x="6242695" y="1887837"/>
                  </a:lnTo>
                  <a:lnTo>
                    <a:pt x="6243540" y="1890384"/>
                  </a:lnTo>
                  <a:lnTo>
                    <a:pt x="6244385" y="1884792"/>
                  </a:lnTo>
                  <a:lnTo>
                    <a:pt x="6245230" y="1905467"/>
                  </a:lnTo>
                  <a:lnTo>
                    <a:pt x="6246075" y="1880022"/>
                  </a:lnTo>
                  <a:lnTo>
                    <a:pt x="6246921" y="1891358"/>
                  </a:lnTo>
                  <a:lnTo>
                    <a:pt x="6247766" y="1945240"/>
                  </a:lnTo>
                  <a:lnTo>
                    <a:pt x="6248611" y="1975489"/>
                  </a:lnTo>
                  <a:lnTo>
                    <a:pt x="6249456" y="2008057"/>
                  </a:lnTo>
                  <a:lnTo>
                    <a:pt x="6250301" y="1997221"/>
                  </a:lnTo>
                  <a:lnTo>
                    <a:pt x="6251146" y="1951611"/>
                  </a:lnTo>
                  <a:lnTo>
                    <a:pt x="6251991" y="1930550"/>
                  </a:lnTo>
                  <a:lnTo>
                    <a:pt x="6252836" y="1915782"/>
                  </a:lnTo>
                  <a:lnTo>
                    <a:pt x="6253681" y="1893106"/>
                  </a:lnTo>
                  <a:lnTo>
                    <a:pt x="6254526" y="1885692"/>
                  </a:lnTo>
                  <a:lnTo>
                    <a:pt x="6255371" y="1910326"/>
                  </a:lnTo>
                  <a:lnTo>
                    <a:pt x="6256217" y="1990104"/>
                  </a:lnTo>
                  <a:lnTo>
                    <a:pt x="6257062" y="2044216"/>
                  </a:lnTo>
                  <a:lnTo>
                    <a:pt x="6257907" y="2074532"/>
                  </a:lnTo>
                  <a:lnTo>
                    <a:pt x="6258752" y="2097208"/>
                  </a:lnTo>
                  <a:lnTo>
                    <a:pt x="6259597" y="2094152"/>
                  </a:lnTo>
                  <a:lnTo>
                    <a:pt x="6260442" y="2050538"/>
                  </a:lnTo>
                  <a:lnTo>
                    <a:pt x="6261287" y="1994028"/>
                  </a:lnTo>
                  <a:lnTo>
                    <a:pt x="6262132" y="1945842"/>
                  </a:lnTo>
                  <a:lnTo>
                    <a:pt x="6262977" y="1927269"/>
                  </a:lnTo>
                  <a:lnTo>
                    <a:pt x="6263822" y="1947762"/>
                  </a:lnTo>
                  <a:lnTo>
                    <a:pt x="6264667" y="1967359"/>
                  </a:lnTo>
                  <a:lnTo>
                    <a:pt x="6265513" y="2010975"/>
                  </a:lnTo>
                  <a:lnTo>
                    <a:pt x="6266358" y="2082153"/>
                  </a:lnTo>
                  <a:lnTo>
                    <a:pt x="6267203" y="2103286"/>
                  </a:lnTo>
                  <a:lnTo>
                    <a:pt x="6268048" y="2081480"/>
                  </a:lnTo>
                  <a:lnTo>
                    <a:pt x="6268893" y="2043510"/>
                  </a:lnTo>
                  <a:lnTo>
                    <a:pt x="6269738" y="2013167"/>
                  </a:lnTo>
                  <a:lnTo>
                    <a:pt x="6270583" y="1992032"/>
                  </a:lnTo>
                  <a:lnTo>
                    <a:pt x="6271428" y="1974709"/>
                  </a:lnTo>
                  <a:lnTo>
                    <a:pt x="6272273" y="1976431"/>
                  </a:lnTo>
                  <a:lnTo>
                    <a:pt x="6273118" y="1966445"/>
                  </a:lnTo>
                  <a:lnTo>
                    <a:pt x="6273963" y="1954761"/>
                  </a:lnTo>
                  <a:lnTo>
                    <a:pt x="6274809" y="1948372"/>
                  </a:lnTo>
                  <a:lnTo>
                    <a:pt x="6275654" y="1923052"/>
                  </a:lnTo>
                  <a:lnTo>
                    <a:pt x="6276499" y="1896122"/>
                  </a:lnTo>
                  <a:lnTo>
                    <a:pt x="6277344" y="1873807"/>
                  </a:lnTo>
                  <a:lnTo>
                    <a:pt x="6278189" y="1888837"/>
                  </a:lnTo>
                  <a:lnTo>
                    <a:pt x="6279034" y="1899962"/>
                  </a:lnTo>
                  <a:lnTo>
                    <a:pt x="6279879" y="1901235"/>
                  </a:lnTo>
                  <a:lnTo>
                    <a:pt x="6280724" y="1934846"/>
                  </a:lnTo>
                  <a:lnTo>
                    <a:pt x="6281569" y="1964603"/>
                  </a:lnTo>
                  <a:lnTo>
                    <a:pt x="6282414" y="1979024"/>
                  </a:lnTo>
                  <a:lnTo>
                    <a:pt x="6283259" y="1992470"/>
                  </a:lnTo>
                  <a:lnTo>
                    <a:pt x="6284105" y="2010506"/>
                  </a:lnTo>
                  <a:lnTo>
                    <a:pt x="6284950" y="2036836"/>
                  </a:lnTo>
                  <a:lnTo>
                    <a:pt x="6285795" y="2049680"/>
                  </a:lnTo>
                  <a:lnTo>
                    <a:pt x="6286640" y="2049509"/>
                  </a:lnTo>
                  <a:lnTo>
                    <a:pt x="6287485" y="2056161"/>
                  </a:lnTo>
                  <a:lnTo>
                    <a:pt x="6288330" y="2028388"/>
                  </a:lnTo>
                  <a:lnTo>
                    <a:pt x="6289175" y="1974913"/>
                  </a:lnTo>
                  <a:lnTo>
                    <a:pt x="6290020" y="1915347"/>
                  </a:lnTo>
                  <a:lnTo>
                    <a:pt x="6290865" y="1911223"/>
                  </a:lnTo>
                  <a:lnTo>
                    <a:pt x="6291710" y="1916467"/>
                  </a:lnTo>
                  <a:lnTo>
                    <a:pt x="6292555" y="1919331"/>
                  </a:lnTo>
                  <a:lnTo>
                    <a:pt x="6293401" y="1957836"/>
                  </a:lnTo>
                  <a:lnTo>
                    <a:pt x="6294246" y="2014570"/>
                  </a:lnTo>
                  <a:lnTo>
                    <a:pt x="6295091" y="2076114"/>
                  </a:lnTo>
                  <a:lnTo>
                    <a:pt x="6295936" y="2091695"/>
                  </a:lnTo>
                  <a:lnTo>
                    <a:pt x="6296781" y="2103286"/>
                  </a:lnTo>
                  <a:lnTo>
                    <a:pt x="6297626" y="2102280"/>
                  </a:lnTo>
                  <a:lnTo>
                    <a:pt x="6298471" y="2090534"/>
                  </a:lnTo>
                  <a:lnTo>
                    <a:pt x="6299316" y="2049106"/>
                  </a:lnTo>
                  <a:lnTo>
                    <a:pt x="6300161" y="2042483"/>
                  </a:lnTo>
                  <a:lnTo>
                    <a:pt x="6301006" y="2043799"/>
                  </a:lnTo>
                  <a:lnTo>
                    <a:pt x="6301852" y="2006490"/>
                  </a:lnTo>
                  <a:lnTo>
                    <a:pt x="6302697" y="1978729"/>
                  </a:lnTo>
                  <a:lnTo>
                    <a:pt x="6303542" y="1963207"/>
                  </a:lnTo>
                  <a:lnTo>
                    <a:pt x="6304387" y="2001376"/>
                  </a:lnTo>
                  <a:lnTo>
                    <a:pt x="6305232" y="2006019"/>
                  </a:lnTo>
                  <a:lnTo>
                    <a:pt x="6306077" y="1993247"/>
                  </a:lnTo>
                  <a:lnTo>
                    <a:pt x="6306922" y="2002047"/>
                  </a:lnTo>
                  <a:lnTo>
                    <a:pt x="6307767" y="2042488"/>
                  </a:lnTo>
                  <a:lnTo>
                    <a:pt x="6308612" y="2055864"/>
                  </a:lnTo>
                  <a:lnTo>
                    <a:pt x="6309457" y="2024819"/>
                  </a:lnTo>
                  <a:lnTo>
                    <a:pt x="6310302" y="2033952"/>
                  </a:lnTo>
                  <a:lnTo>
                    <a:pt x="6311148" y="2058379"/>
                  </a:lnTo>
                  <a:lnTo>
                    <a:pt x="6311993" y="2078871"/>
                  </a:lnTo>
                  <a:lnTo>
                    <a:pt x="6312838" y="2082189"/>
                  </a:lnTo>
                  <a:lnTo>
                    <a:pt x="6313683" y="2096081"/>
                  </a:lnTo>
                  <a:lnTo>
                    <a:pt x="6314528" y="2103286"/>
                  </a:lnTo>
                  <a:lnTo>
                    <a:pt x="6315373" y="2103286"/>
                  </a:lnTo>
                  <a:lnTo>
                    <a:pt x="6316218" y="2093567"/>
                  </a:lnTo>
                  <a:lnTo>
                    <a:pt x="6317063" y="2073074"/>
                  </a:lnTo>
                  <a:lnTo>
                    <a:pt x="6317908" y="2069756"/>
                  </a:lnTo>
                  <a:lnTo>
                    <a:pt x="6318753" y="2069756"/>
                  </a:lnTo>
                  <a:lnTo>
                    <a:pt x="6319598" y="2069756"/>
                  </a:lnTo>
                  <a:lnTo>
                    <a:pt x="6320444" y="2038870"/>
                  </a:lnTo>
                  <a:lnTo>
                    <a:pt x="6321289" y="2017638"/>
                  </a:lnTo>
                  <a:lnTo>
                    <a:pt x="6322134" y="2002143"/>
                  </a:lnTo>
                  <a:lnTo>
                    <a:pt x="6322979" y="1972135"/>
                  </a:lnTo>
                  <a:lnTo>
                    <a:pt x="6323824" y="1964067"/>
                  </a:lnTo>
                  <a:lnTo>
                    <a:pt x="6324669" y="1963388"/>
                  </a:lnTo>
                  <a:lnTo>
                    <a:pt x="6325514" y="1979965"/>
                  </a:lnTo>
                  <a:lnTo>
                    <a:pt x="6326359" y="1957947"/>
                  </a:lnTo>
                  <a:lnTo>
                    <a:pt x="6327204" y="1935827"/>
                  </a:lnTo>
                  <a:lnTo>
                    <a:pt x="6328049" y="1959388"/>
                  </a:lnTo>
                  <a:lnTo>
                    <a:pt x="6328894" y="1949156"/>
                  </a:lnTo>
                  <a:lnTo>
                    <a:pt x="6329740" y="1948695"/>
                  </a:lnTo>
                  <a:lnTo>
                    <a:pt x="6330585" y="1963005"/>
                  </a:lnTo>
                  <a:lnTo>
                    <a:pt x="6331430" y="2006255"/>
                  </a:lnTo>
                  <a:lnTo>
                    <a:pt x="6332275" y="2016823"/>
                  </a:lnTo>
                  <a:lnTo>
                    <a:pt x="6333120" y="1967592"/>
                  </a:lnTo>
                  <a:lnTo>
                    <a:pt x="6333965" y="1971135"/>
                  </a:lnTo>
                  <a:lnTo>
                    <a:pt x="6334810" y="1972278"/>
                  </a:lnTo>
                  <a:lnTo>
                    <a:pt x="6335655" y="1954013"/>
                  </a:lnTo>
                  <a:lnTo>
                    <a:pt x="6336500" y="1921293"/>
                  </a:lnTo>
                  <a:lnTo>
                    <a:pt x="6337345" y="1947106"/>
                  </a:lnTo>
                  <a:lnTo>
                    <a:pt x="6338190" y="2002783"/>
                  </a:lnTo>
                  <a:lnTo>
                    <a:pt x="6339036" y="2033389"/>
                  </a:lnTo>
                  <a:lnTo>
                    <a:pt x="6339881" y="2054462"/>
                  </a:lnTo>
                  <a:lnTo>
                    <a:pt x="6340726" y="2057726"/>
                  </a:lnTo>
                  <a:lnTo>
                    <a:pt x="6341571" y="2080962"/>
                  </a:lnTo>
                  <a:lnTo>
                    <a:pt x="6342416" y="2055386"/>
                  </a:lnTo>
                  <a:lnTo>
                    <a:pt x="6343261" y="2039400"/>
                  </a:lnTo>
                  <a:lnTo>
                    <a:pt x="6344106" y="1986506"/>
                  </a:lnTo>
                  <a:lnTo>
                    <a:pt x="6344951" y="1927361"/>
                  </a:lnTo>
                  <a:lnTo>
                    <a:pt x="6345796" y="1914516"/>
                  </a:lnTo>
                  <a:lnTo>
                    <a:pt x="6346641" y="1920604"/>
                  </a:lnTo>
                  <a:lnTo>
                    <a:pt x="6347486" y="1967067"/>
                  </a:lnTo>
                  <a:lnTo>
                    <a:pt x="6348332" y="1983054"/>
                  </a:lnTo>
                  <a:lnTo>
                    <a:pt x="6349177" y="2023414"/>
                  </a:lnTo>
                  <a:lnTo>
                    <a:pt x="6350022" y="2081915"/>
                  </a:lnTo>
                  <a:lnTo>
                    <a:pt x="6350867" y="2103286"/>
                  </a:lnTo>
                  <a:lnTo>
                    <a:pt x="6351712" y="2103286"/>
                  </a:lnTo>
                  <a:lnTo>
                    <a:pt x="6352557" y="2093256"/>
                  </a:lnTo>
                  <a:lnTo>
                    <a:pt x="6353402" y="2058785"/>
                  </a:lnTo>
                  <a:lnTo>
                    <a:pt x="6354247" y="2038064"/>
                  </a:lnTo>
                  <a:lnTo>
                    <a:pt x="6355092" y="1975850"/>
                  </a:lnTo>
                  <a:lnTo>
                    <a:pt x="6355937" y="1925230"/>
                  </a:lnTo>
                  <a:lnTo>
                    <a:pt x="6356782" y="1916949"/>
                  </a:lnTo>
                  <a:lnTo>
                    <a:pt x="6357628" y="1919454"/>
                  </a:lnTo>
                  <a:lnTo>
                    <a:pt x="6358473" y="1925352"/>
                  </a:lnTo>
                  <a:lnTo>
                    <a:pt x="6359318" y="1926234"/>
                  </a:lnTo>
                  <a:lnTo>
                    <a:pt x="6360163" y="1968020"/>
                  </a:lnTo>
                  <a:lnTo>
                    <a:pt x="6361008" y="2025353"/>
                  </a:lnTo>
                  <a:lnTo>
                    <a:pt x="6361853" y="2017604"/>
                  </a:lnTo>
                  <a:lnTo>
                    <a:pt x="6362698" y="2003723"/>
                  </a:lnTo>
                  <a:lnTo>
                    <a:pt x="6363543" y="2012999"/>
                  </a:lnTo>
                  <a:lnTo>
                    <a:pt x="6364388" y="1981658"/>
                  </a:lnTo>
                  <a:lnTo>
                    <a:pt x="6365233" y="1922645"/>
                  </a:lnTo>
                  <a:lnTo>
                    <a:pt x="6366079" y="1878309"/>
                  </a:lnTo>
                  <a:lnTo>
                    <a:pt x="6366924" y="1879094"/>
                  </a:lnTo>
                  <a:lnTo>
                    <a:pt x="6367769" y="1892242"/>
                  </a:lnTo>
                  <a:lnTo>
                    <a:pt x="6368614" y="1911542"/>
                  </a:lnTo>
                  <a:lnTo>
                    <a:pt x="6369459" y="1959403"/>
                  </a:lnTo>
                  <a:lnTo>
                    <a:pt x="6370304" y="2018416"/>
                  </a:lnTo>
                  <a:lnTo>
                    <a:pt x="6371149" y="2042525"/>
                  </a:lnTo>
                  <a:lnTo>
                    <a:pt x="6371994" y="2023213"/>
                  </a:lnTo>
                  <a:lnTo>
                    <a:pt x="6372839" y="2004569"/>
                  </a:lnTo>
                  <a:lnTo>
                    <a:pt x="6373684" y="2025780"/>
                  </a:lnTo>
                  <a:lnTo>
                    <a:pt x="6374529" y="2058968"/>
                  </a:lnTo>
                  <a:lnTo>
                    <a:pt x="6375375" y="2079124"/>
                  </a:lnTo>
                  <a:lnTo>
                    <a:pt x="6376220" y="2099839"/>
                  </a:lnTo>
                  <a:lnTo>
                    <a:pt x="6377065" y="2103286"/>
                  </a:lnTo>
                  <a:lnTo>
                    <a:pt x="6377910" y="2103286"/>
                  </a:lnTo>
                  <a:lnTo>
                    <a:pt x="6378755" y="2103286"/>
                  </a:lnTo>
                  <a:lnTo>
                    <a:pt x="6379600" y="2103286"/>
                  </a:lnTo>
                  <a:lnTo>
                    <a:pt x="6380445" y="2103286"/>
                  </a:lnTo>
                  <a:lnTo>
                    <a:pt x="6381290" y="2103286"/>
                  </a:lnTo>
                  <a:lnTo>
                    <a:pt x="6382135" y="2103286"/>
                  </a:lnTo>
                  <a:lnTo>
                    <a:pt x="6382980" y="2103286"/>
                  </a:lnTo>
                  <a:lnTo>
                    <a:pt x="6383825" y="2103286"/>
                  </a:lnTo>
                  <a:lnTo>
                    <a:pt x="6384671" y="2100232"/>
                  </a:lnTo>
                  <a:lnTo>
                    <a:pt x="6385516" y="2052565"/>
                  </a:lnTo>
                  <a:lnTo>
                    <a:pt x="6386361" y="2056543"/>
                  </a:lnTo>
                  <a:lnTo>
                    <a:pt x="6387206" y="2061361"/>
                  </a:lnTo>
                  <a:lnTo>
                    <a:pt x="6388051" y="2079214"/>
                  </a:lnTo>
                  <a:lnTo>
                    <a:pt x="6388896" y="2103286"/>
                  </a:lnTo>
                  <a:lnTo>
                    <a:pt x="6389741" y="2103286"/>
                  </a:lnTo>
                  <a:lnTo>
                    <a:pt x="6390586" y="2103286"/>
                  </a:lnTo>
                  <a:lnTo>
                    <a:pt x="6391431" y="2103286"/>
                  </a:lnTo>
                  <a:lnTo>
                    <a:pt x="6392276" y="2103286"/>
                  </a:lnTo>
                  <a:lnTo>
                    <a:pt x="6393121" y="2091200"/>
                  </a:lnTo>
                  <a:lnTo>
                    <a:pt x="6393967" y="2028937"/>
                  </a:lnTo>
                  <a:lnTo>
                    <a:pt x="6394812" y="1986350"/>
                  </a:lnTo>
                  <a:lnTo>
                    <a:pt x="6395657" y="1921834"/>
                  </a:lnTo>
                  <a:lnTo>
                    <a:pt x="6396502" y="1868557"/>
                  </a:lnTo>
                  <a:lnTo>
                    <a:pt x="6397347" y="1838197"/>
                  </a:lnTo>
                  <a:lnTo>
                    <a:pt x="6398192" y="1857032"/>
                  </a:lnTo>
                  <a:lnTo>
                    <a:pt x="6399037" y="1899203"/>
                  </a:lnTo>
                  <a:lnTo>
                    <a:pt x="6399882" y="1942870"/>
                  </a:lnTo>
                  <a:lnTo>
                    <a:pt x="6400727" y="1985124"/>
                  </a:lnTo>
                  <a:lnTo>
                    <a:pt x="6401572" y="1950829"/>
                  </a:lnTo>
                  <a:lnTo>
                    <a:pt x="6402417" y="1911689"/>
                  </a:lnTo>
                  <a:lnTo>
                    <a:pt x="6403263" y="1906715"/>
                  </a:lnTo>
                  <a:lnTo>
                    <a:pt x="6404108" y="1906716"/>
                  </a:lnTo>
                  <a:lnTo>
                    <a:pt x="6404953" y="1898597"/>
                  </a:lnTo>
                  <a:lnTo>
                    <a:pt x="6405798" y="1895321"/>
                  </a:lnTo>
                  <a:lnTo>
                    <a:pt x="6406643" y="1950543"/>
                  </a:lnTo>
                  <a:lnTo>
                    <a:pt x="6407488" y="1994330"/>
                  </a:lnTo>
                  <a:lnTo>
                    <a:pt x="6408333" y="1987122"/>
                  </a:lnTo>
                  <a:lnTo>
                    <a:pt x="6409178" y="1953711"/>
                  </a:lnTo>
                  <a:lnTo>
                    <a:pt x="6410023" y="1954336"/>
                  </a:lnTo>
                  <a:lnTo>
                    <a:pt x="6410868" y="1979872"/>
                  </a:lnTo>
                  <a:lnTo>
                    <a:pt x="6411713" y="2001501"/>
                  </a:lnTo>
                  <a:lnTo>
                    <a:pt x="6412559" y="2015134"/>
                  </a:lnTo>
                  <a:lnTo>
                    <a:pt x="6413404" y="2029928"/>
                  </a:lnTo>
                  <a:lnTo>
                    <a:pt x="6414249" y="2063339"/>
                  </a:lnTo>
                  <a:lnTo>
                    <a:pt x="6415094" y="2058424"/>
                  </a:lnTo>
                  <a:lnTo>
                    <a:pt x="6415939" y="2026639"/>
                  </a:lnTo>
                  <a:lnTo>
                    <a:pt x="6416784" y="2017629"/>
                  </a:lnTo>
                  <a:lnTo>
                    <a:pt x="6417629" y="2001900"/>
                  </a:lnTo>
                  <a:lnTo>
                    <a:pt x="6418474" y="2002019"/>
                  </a:lnTo>
                  <a:lnTo>
                    <a:pt x="6419319" y="2022448"/>
                  </a:lnTo>
                  <a:lnTo>
                    <a:pt x="6420164" y="2045170"/>
                  </a:lnTo>
                  <a:lnTo>
                    <a:pt x="6421009" y="2076955"/>
                  </a:lnTo>
                  <a:lnTo>
                    <a:pt x="6421855" y="2081404"/>
                  </a:lnTo>
                  <a:lnTo>
                    <a:pt x="6422700" y="2064362"/>
                  </a:lnTo>
                  <a:lnTo>
                    <a:pt x="6423545" y="2024820"/>
                  </a:lnTo>
                  <a:lnTo>
                    <a:pt x="6424390" y="1994812"/>
                  </a:lnTo>
                  <a:lnTo>
                    <a:pt x="6425235" y="1969412"/>
                  </a:lnTo>
                  <a:lnTo>
                    <a:pt x="6426080" y="1950940"/>
                  </a:lnTo>
                  <a:lnTo>
                    <a:pt x="6426925" y="1953360"/>
                  </a:lnTo>
                  <a:lnTo>
                    <a:pt x="6427770" y="1986132"/>
                  </a:lnTo>
                  <a:lnTo>
                    <a:pt x="6428615" y="2025555"/>
                  </a:lnTo>
                  <a:lnTo>
                    <a:pt x="6429460" y="2016515"/>
                  </a:lnTo>
                  <a:lnTo>
                    <a:pt x="6430306" y="2012074"/>
                  </a:lnTo>
                  <a:lnTo>
                    <a:pt x="6431151" y="2050183"/>
                  </a:lnTo>
                  <a:lnTo>
                    <a:pt x="6431996" y="2078431"/>
                  </a:lnTo>
                  <a:lnTo>
                    <a:pt x="6432841" y="2049561"/>
                  </a:lnTo>
                  <a:lnTo>
                    <a:pt x="6433686" y="2013496"/>
                  </a:lnTo>
                  <a:lnTo>
                    <a:pt x="6434531" y="2011892"/>
                  </a:lnTo>
                  <a:lnTo>
                    <a:pt x="6435376" y="1981461"/>
                  </a:lnTo>
                  <a:lnTo>
                    <a:pt x="6436221" y="1928585"/>
                  </a:lnTo>
                  <a:lnTo>
                    <a:pt x="6437066" y="1880782"/>
                  </a:lnTo>
                  <a:lnTo>
                    <a:pt x="6437911" y="1867587"/>
                  </a:lnTo>
                  <a:lnTo>
                    <a:pt x="6438756" y="1805007"/>
                  </a:lnTo>
                  <a:lnTo>
                    <a:pt x="6439602" y="1744383"/>
                  </a:lnTo>
                  <a:lnTo>
                    <a:pt x="6440447" y="1743894"/>
                  </a:lnTo>
                  <a:lnTo>
                    <a:pt x="6441292" y="1704262"/>
                  </a:lnTo>
                  <a:lnTo>
                    <a:pt x="6442137" y="1643966"/>
                  </a:lnTo>
                  <a:lnTo>
                    <a:pt x="6442982" y="1595218"/>
                  </a:lnTo>
                  <a:lnTo>
                    <a:pt x="6443827" y="1649131"/>
                  </a:lnTo>
                  <a:lnTo>
                    <a:pt x="6444672" y="1698015"/>
                  </a:lnTo>
                  <a:lnTo>
                    <a:pt x="6445517" y="1720560"/>
                  </a:lnTo>
                  <a:lnTo>
                    <a:pt x="6446362" y="1760719"/>
                  </a:lnTo>
                  <a:lnTo>
                    <a:pt x="6447207" y="1811797"/>
                  </a:lnTo>
                  <a:lnTo>
                    <a:pt x="6448052" y="1878710"/>
                  </a:lnTo>
                  <a:lnTo>
                    <a:pt x="6448898" y="1923443"/>
                  </a:lnTo>
                  <a:lnTo>
                    <a:pt x="6449743" y="1926789"/>
                  </a:lnTo>
                  <a:lnTo>
                    <a:pt x="6450588" y="1890292"/>
                  </a:lnTo>
                  <a:lnTo>
                    <a:pt x="6451433" y="1883807"/>
                  </a:lnTo>
                  <a:lnTo>
                    <a:pt x="6452278" y="1904244"/>
                  </a:lnTo>
                  <a:lnTo>
                    <a:pt x="6453123" y="1925166"/>
                  </a:lnTo>
                  <a:lnTo>
                    <a:pt x="6453968" y="1876314"/>
                  </a:lnTo>
                  <a:lnTo>
                    <a:pt x="6454813" y="1812973"/>
                  </a:lnTo>
                  <a:lnTo>
                    <a:pt x="6455658" y="1789251"/>
                  </a:lnTo>
                  <a:lnTo>
                    <a:pt x="6456503" y="1758315"/>
                  </a:lnTo>
                  <a:lnTo>
                    <a:pt x="6457348" y="1691619"/>
                  </a:lnTo>
                  <a:lnTo>
                    <a:pt x="6458194" y="1620887"/>
                  </a:lnTo>
                  <a:lnTo>
                    <a:pt x="6459039" y="1596846"/>
                  </a:lnTo>
                  <a:lnTo>
                    <a:pt x="6459884" y="1640993"/>
                  </a:lnTo>
                  <a:lnTo>
                    <a:pt x="6460729" y="1737071"/>
                  </a:lnTo>
                  <a:lnTo>
                    <a:pt x="6461574" y="1778900"/>
                  </a:lnTo>
                  <a:lnTo>
                    <a:pt x="6462419" y="1827607"/>
                  </a:lnTo>
                  <a:lnTo>
                    <a:pt x="6463264" y="1896876"/>
                  </a:lnTo>
                  <a:lnTo>
                    <a:pt x="6464109" y="1987273"/>
                  </a:lnTo>
                  <a:lnTo>
                    <a:pt x="6464954" y="2010364"/>
                  </a:lnTo>
                  <a:lnTo>
                    <a:pt x="6465799" y="1986532"/>
                  </a:lnTo>
                  <a:lnTo>
                    <a:pt x="6466644" y="2014834"/>
                  </a:lnTo>
                  <a:lnTo>
                    <a:pt x="6467490" y="2043299"/>
                  </a:lnTo>
                  <a:lnTo>
                    <a:pt x="6468335" y="2047741"/>
                  </a:lnTo>
                  <a:lnTo>
                    <a:pt x="6469180" y="2030238"/>
                  </a:lnTo>
                  <a:lnTo>
                    <a:pt x="6470025" y="2054955"/>
                  </a:lnTo>
                  <a:lnTo>
                    <a:pt x="6470870" y="2069756"/>
                  </a:lnTo>
                  <a:lnTo>
                    <a:pt x="6471715" y="2064665"/>
                  </a:lnTo>
                  <a:lnTo>
                    <a:pt x="6472560" y="2030194"/>
                  </a:lnTo>
                  <a:lnTo>
                    <a:pt x="6473405" y="2017688"/>
                  </a:lnTo>
                  <a:lnTo>
                    <a:pt x="6474250" y="2017687"/>
                  </a:lnTo>
                  <a:lnTo>
                    <a:pt x="6475095" y="2017688"/>
                  </a:lnTo>
                  <a:lnTo>
                    <a:pt x="6475940" y="2009810"/>
                  </a:lnTo>
                  <a:lnTo>
                    <a:pt x="6476786" y="1984087"/>
                  </a:lnTo>
                  <a:lnTo>
                    <a:pt x="6477631" y="2003823"/>
                  </a:lnTo>
                  <a:lnTo>
                    <a:pt x="6478476" y="2016330"/>
                  </a:lnTo>
                  <a:lnTo>
                    <a:pt x="6479321" y="2015746"/>
                  </a:lnTo>
                  <a:lnTo>
                    <a:pt x="6480166" y="1991890"/>
                  </a:lnTo>
                  <a:lnTo>
                    <a:pt x="6481011" y="1951785"/>
                  </a:lnTo>
                  <a:lnTo>
                    <a:pt x="6481856" y="1952474"/>
                  </a:lnTo>
                  <a:lnTo>
                    <a:pt x="6482701" y="1944240"/>
                  </a:lnTo>
                  <a:lnTo>
                    <a:pt x="6483546" y="1919032"/>
                  </a:lnTo>
                  <a:lnTo>
                    <a:pt x="6484391" y="1915530"/>
                  </a:lnTo>
                  <a:lnTo>
                    <a:pt x="6485236" y="1923762"/>
                  </a:lnTo>
                  <a:lnTo>
                    <a:pt x="6486082" y="1912797"/>
                  </a:lnTo>
                  <a:lnTo>
                    <a:pt x="6486927" y="1912273"/>
                  </a:lnTo>
                  <a:lnTo>
                    <a:pt x="6487772" y="1929977"/>
                  </a:lnTo>
                  <a:lnTo>
                    <a:pt x="6488617" y="1943370"/>
                  </a:lnTo>
                  <a:lnTo>
                    <a:pt x="6489462" y="1884023"/>
                  </a:lnTo>
                  <a:lnTo>
                    <a:pt x="6490307" y="1843259"/>
                  </a:lnTo>
                  <a:lnTo>
                    <a:pt x="6491152" y="1860012"/>
                  </a:lnTo>
                  <a:lnTo>
                    <a:pt x="6491997" y="1865406"/>
                  </a:lnTo>
                  <a:lnTo>
                    <a:pt x="6492842" y="1864126"/>
                  </a:lnTo>
                  <a:lnTo>
                    <a:pt x="6493687" y="1875943"/>
                  </a:lnTo>
                  <a:lnTo>
                    <a:pt x="6494533" y="1939379"/>
                  </a:lnTo>
                  <a:lnTo>
                    <a:pt x="6495378" y="1979490"/>
                  </a:lnTo>
                  <a:lnTo>
                    <a:pt x="6496223" y="1997211"/>
                  </a:lnTo>
                  <a:lnTo>
                    <a:pt x="6497068" y="1955655"/>
                  </a:lnTo>
                  <a:lnTo>
                    <a:pt x="6497913" y="1888593"/>
                  </a:lnTo>
                  <a:lnTo>
                    <a:pt x="6498758" y="1869558"/>
                  </a:lnTo>
                  <a:lnTo>
                    <a:pt x="6499603" y="1871345"/>
                  </a:lnTo>
                  <a:lnTo>
                    <a:pt x="6500448" y="1881170"/>
                  </a:lnTo>
                  <a:lnTo>
                    <a:pt x="6501293" y="1880707"/>
                  </a:lnTo>
                  <a:lnTo>
                    <a:pt x="6502138" y="1922628"/>
                  </a:lnTo>
                  <a:lnTo>
                    <a:pt x="6502983" y="1953986"/>
                  </a:lnTo>
                  <a:lnTo>
                    <a:pt x="6503829" y="1969701"/>
                  </a:lnTo>
                  <a:lnTo>
                    <a:pt x="6504674" y="1988408"/>
                  </a:lnTo>
                  <a:lnTo>
                    <a:pt x="6505519" y="1985349"/>
                  </a:lnTo>
                  <a:lnTo>
                    <a:pt x="6506364" y="1982366"/>
                  </a:lnTo>
                  <a:lnTo>
                    <a:pt x="6507209" y="1992079"/>
                  </a:lnTo>
                  <a:lnTo>
                    <a:pt x="6508054" y="2015855"/>
                  </a:lnTo>
                  <a:lnTo>
                    <a:pt x="6508899" y="1980898"/>
                  </a:lnTo>
                  <a:lnTo>
                    <a:pt x="6509744" y="1912905"/>
                  </a:lnTo>
                  <a:lnTo>
                    <a:pt x="6510589" y="1822872"/>
                  </a:lnTo>
                  <a:lnTo>
                    <a:pt x="6511434" y="1764147"/>
                  </a:lnTo>
                  <a:lnTo>
                    <a:pt x="6512279" y="1757736"/>
                  </a:lnTo>
                  <a:lnTo>
                    <a:pt x="6513125" y="1766319"/>
                  </a:lnTo>
                  <a:lnTo>
                    <a:pt x="6513970" y="1774587"/>
                  </a:lnTo>
                  <a:lnTo>
                    <a:pt x="6514815" y="1807320"/>
                  </a:lnTo>
                  <a:lnTo>
                    <a:pt x="6515660" y="1886770"/>
                  </a:lnTo>
                  <a:lnTo>
                    <a:pt x="6516505" y="1919446"/>
                  </a:lnTo>
                  <a:lnTo>
                    <a:pt x="6517350" y="1890409"/>
                  </a:lnTo>
                  <a:lnTo>
                    <a:pt x="6518195" y="1862004"/>
                  </a:lnTo>
                  <a:lnTo>
                    <a:pt x="6519040" y="1835206"/>
                  </a:lnTo>
                  <a:lnTo>
                    <a:pt x="6519885" y="1812149"/>
                  </a:lnTo>
                  <a:lnTo>
                    <a:pt x="6520730" y="1798228"/>
                  </a:lnTo>
                  <a:lnTo>
                    <a:pt x="6521575" y="1850611"/>
                  </a:lnTo>
                  <a:lnTo>
                    <a:pt x="6522421" y="1884507"/>
                  </a:lnTo>
                  <a:lnTo>
                    <a:pt x="6523266" y="1907430"/>
                  </a:lnTo>
                  <a:lnTo>
                    <a:pt x="6524111" y="1951070"/>
                  </a:lnTo>
                  <a:lnTo>
                    <a:pt x="6524956" y="1996581"/>
                  </a:lnTo>
                  <a:lnTo>
                    <a:pt x="6525801" y="2007868"/>
                  </a:lnTo>
                  <a:lnTo>
                    <a:pt x="6526646" y="1934312"/>
                  </a:lnTo>
                  <a:lnTo>
                    <a:pt x="6527491" y="1855153"/>
                  </a:lnTo>
                  <a:lnTo>
                    <a:pt x="6528336" y="1812170"/>
                  </a:lnTo>
                  <a:lnTo>
                    <a:pt x="6529181" y="1821826"/>
                  </a:lnTo>
                  <a:lnTo>
                    <a:pt x="6530026" y="1786915"/>
                  </a:lnTo>
                  <a:lnTo>
                    <a:pt x="6530871" y="1723286"/>
                  </a:lnTo>
                  <a:lnTo>
                    <a:pt x="6531717" y="1706302"/>
                  </a:lnTo>
                  <a:lnTo>
                    <a:pt x="6532562" y="1726892"/>
                  </a:lnTo>
                  <a:lnTo>
                    <a:pt x="6533407" y="1750863"/>
                  </a:lnTo>
                  <a:lnTo>
                    <a:pt x="6534252" y="1721265"/>
                  </a:lnTo>
                  <a:lnTo>
                    <a:pt x="6535097" y="1693421"/>
                  </a:lnTo>
                  <a:lnTo>
                    <a:pt x="6535942" y="1749128"/>
                  </a:lnTo>
                  <a:lnTo>
                    <a:pt x="6536787" y="1826055"/>
                  </a:lnTo>
                  <a:lnTo>
                    <a:pt x="6537632" y="1868356"/>
                  </a:lnTo>
                  <a:lnTo>
                    <a:pt x="6538477" y="1887147"/>
                  </a:lnTo>
                  <a:lnTo>
                    <a:pt x="6539322" y="1921956"/>
                  </a:lnTo>
                  <a:lnTo>
                    <a:pt x="6540167" y="1977023"/>
                  </a:lnTo>
                  <a:lnTo>
                    <a:pt x="6541013" y="1992590"/>
                  </a:lnTo>
                  <a:lnTo>
                    <a:pt x="6541858" y="1991071"/>
                  </a:lnTo>
                  <a:lnTo>
                    <a:pt x="6542703" y="2000127"/>
                  </a:lnTo>
                  <a:lnTo>
                    <a:pt x="6543548" y="1961669"/>
                  </a:lnTo>
                  <a:lnTo>
                    <a:pt x="6544393" y="1903340"/>
                  </a:lnTo>
                  <a:lnTo>
                    <a:pt x="6545238" y="1872072"/>
                  </a:lnTo>
                  <a:lnTo>
                    <a:pt x="6546083" y="1867834"/>
                  </a:lnTo>
                  <a:lnTo>
                    <a:pt x="6546928" y="1848350"/>
                  </a:lnTo>
                  <a:lnTo>
                    <a:pt x="6547773" y="1832889"/>
                  </a:lnTo>
                  <a:lnTo>
                    <a:pt x="6548618" y="1841296"/>
                  </a:lnTo>
                  <a:lnTo>
                    <a:pt x="6549463" y="1862633"/>
                  </a:lnTo>
                  <a:lnTo>
                    <a:pt x="6550309" y="1872880"/>
                  </a:lnTo>
                  <a:lnTo>
                    <a:pt x="6551154" y="1890722"/>
                  </a:lnTo>
                  <a:lnTo>
                    <a:pt x="6551999" y="1909634"/>
                  </a:lnTo>
                  <a:lnTo>
                    <a:pt x="6552844" y="1931432"/>
                  </a:lnTo>
                  <a:lnTo>
                    <a:pt x="6553689" y="1980718"/>
                  </a:lnTo>
                  <a:lnTo>
                    <a:pt x="6554534" y="2004089"/>
                  </a:lnTo>
                  <a:lnTo>
                    <a:pt x="6555379" y="1993976"/>
                  </a:lnTo>
                  <a:lnTo>
                    <a:pt x="6556224" y="1973247"/>
                  </a:lnTo>
                  <a:lnTo>
                    <a:pt x="6557069" y="1979142"/>
                  </a:lnTo>
                  <a:lnTo>
                    <a:pt x="6557914" y="1967041"/>
                  </a:lnTo>
                  <a:lnTo>
                    <a:pt x="6558760" y="1941744"/>
                  </a:lnTo>
                  <a:lnTo>
                    <a:pt x="6559605" y="1949770"/>
                  </a:lnTo>
                  <a:lnTo>
                    <a:pt x="6560450" y="1975978"/>
                  </a:lnTo>
                  <a:lnTo>
                    <a:pt x="6561295" y="1955010"/>
                  </a:lnTo>
                  <a:lnTo>
                    <a:pt x="6562140" y="1908668"/>
                  </a:lnTo>
                  <a:lnTo>
                    <a:pt x="6562985" y="1876040"/>
                  </a:lnTo>
                  <a:lnTo>
                    <a:pt x="6563830" y="1818534"/>
                  </a:lnTo>
                  <a:lnTo>
                    <a:pt x="6564675" y="1741487"/>
                  </a:lnTo>
                  <a:lnTo>
                    <a:pt x="6565520" y="1658370"/>
                  </a:lnTo>
                  <a:lnTo>
                    <a:pt x="6566365" y="1638486"/>
                  </a:lnTo>
                  <a:lnTo>
                    <a:pt x="6567210" y="1668929"/>
                  </a:lnTo>
                  <a:lnTo>
                    <a:pt x="6568056" y="1687027"/>
                  </a:lnTo>
                  <a:lnTo>
                    <a:pt x="6568901" y="1679008"/>
                  </a:lnTo>
                  <a:lnTo>
                    <a:pt x="6569746" y="1670678"/>
                  </a:lnTo>
                  <a:lnTo>
                    <a:pt x="6570591" y="1738949"/>
                  </a:lnTo>
                  <a:lnTo>
                    <a:pt x="6571436" y="1748787"/>
                  </a:lnTo>
                  <a:lnTo>
                    <a:pt x="6572281" y="1698464"/>
                  </a:lnTo>
                  <a:lnTo>
                    <a:pt x="6573126" y="1675027"/>
                  </a:lnTo>
                  <a:lnTo>
                    <a:pt x="6573971" y="1738753"/>
                  </a:lnTo>
                  <a:lnTo>
                    <a:pt x="6574816" y="1820047"/>
                  </a:lnTo>
                  <a:lnTo>
                    <a:pt x="6575661" y="1799986"/>
                  </a:lnTo>
                  <a:lnTo>
                    <a:pt x="6576506" y="1809334"/>
                  </a:lnTo>
                  <a:lnTo>
                    <a:pt x="6577352" y="1857174"/>
                  </a:lnTo>
                  <a:lnTo>
                    <a:pt x="6578197" y="1890907"/>
                  </a:lnTo>
                  <a:lnTo>
                    <a:pt x="6579042" y="1897145"/>
                  </a:lnTo>
                  <a:lnTo>
                    <a:pt x="6579887" y="1917060"/>
                  </a:lnTo>
                  <a:lnTo>
                    <a:pt x="6580732" y="1951929"/>
                  </a:lnTo>
                  <a:lnTo>
                    <a:pt x="6581577" y="1981884"/>
                  </a:lnTo>
                  <a:lnTo>
                    <a:pt x="6582422" y="1974168"/>
                  </a:lnTo>
                  <a:lnTo>
                    <a:pt x="6583267" y="1899697"/>
                  </a:lnTo>
                  <a:lnTo>
                    <a:pt x="6584112" y="1809505"/>
                  </a:lnTo>
                  <a:lnTo>
                    <a:pt x="6584957" y="1751148"/>
                  </a:lnTo>
                  <a:lnTo>
                    <a:pt x="6585802" y="1737826"/>
                  </a:lnTo>
                  <a:lnTo>
                    <a:pt x="6586648" y="1695297"/>
                  </a:lnTo>
                  <a:lnTo>
                    <a:pt x="6587493" y="1694928"/>
                  </a:lnTo>
                  <a:lnTo>
                    <a:pt x="6588338" y="1729616"/>
                  </a:lnTo>
                  <a:lnTo>
                    <a:pt x="6589183" y="1715413"/>
                  </a:lnTo>
                  <a:lnTo>
                    <a:pt x="6590028" y="1722039"/>
                  </a:lnTo>
                  <a:lnTo>
                    <a:pt x="6590873" y="1736967"/>
                  </a:lnTo>
                  <a:lnTo>
                    <a:pt x="6591718" y="1783259"/>
                  </a:lnTo>
                  <a:lnTo>
                    <a:pt x="6592563" y="1815766"/>
                  </a:lnTo>
                  <a:lnTo>
                    <a:pt x="6593408" y="1864194"/>
                  </a:lnTo>
                  <a:lnTo>
                    <a:pt x="6594253" y="1969351"/>
                  </a:lnTo>
                  <a:lnTo>
                    <a:pt x="6595098" y="2009039"/>
                  </a:lnTo>
                  <a:lnTo>
                    <a:pt x="6595944" y="1956183"/>
                  </a:lnTo>
                  <a:lnTo>
                    <a:pt x="6596789" y="1882841"/>
                  </a:lnTo>
                  <a:lnTo>
                    <a:pt x="6597634" y="1839803"/>
                  </a:lnTo>
                  <a:lnTo>
                    <a:pt x="6598479" y="1815270"/>
                  </a:lnTo>
                  <a:lnTo>
                    <a:pt x="6599324" y="1815563"/>
                  </a:lnTo>
                  <a:lnTo>
                    <a:pt x="6600169" y="1784212"/>
                  </a:lnTo>
                  <a:lnTo>
                    <a:pt x="6601014" y="1819527"/>
                  </a:lnTo>
                  <a:lnTo>
                    <a:pt x="6601859" y="1897488"/>
                  </a:lnTo>
                  <a:lnTo>
                    <a:pt x="6602704" y="1945884"/>
                  </a:lnTo>
                  <a:lnTo>
                    <a:pt x="6603549" y="1978924"/>
                  </a:lnTo>
                  <a:lnTo>
                    <a:pt x="6604394" y="1941430"/>
                  </a:lnTo>
                  <a:lnTo>
                    <a:pt x="6605240" y="1915428"/>
                  </a:lnTo>
                  <a:lnTo>
                    <a:pt x="6606085" y="1902759"/>
                  </a:lnTo>
                  <a:lnTo>
                    <a:pt x="6606930" y="1920269"/>
                  </a:lnTo>
                  <a:lnTo>
                    <a:pt x="6607775" y="1934106"/>
                  </a:lnTo>
                  <a:lnTo>
                    <a:pt x="6608620" y="1950889"/>
                  </a:lnTo>
                  <a:lnTo>
                    <a:pt x="6609465" y="2004542"/>
                  </a:lnTo>
                  <a:lnTo>
                    <a:pt x="6610310" y="2061996"/>
                  </a:lnTo>
                  <a:lnTo>
                    <a:pt x="6611155" y="2095561"/>
                  </a:lnTo>
                  <a:lnTo>
                    <a:pt x="6612000" y="2083593"/>
                  </a:lnTo>
                  <a:lnTo>
                    <a:pt x="6612845" y="2069756"/>
                  </a:lnTo>
                  <a:lnTo>
                    <a:pt x="6613690" y="2064780"/>
                  </a:lnTo>
                  <a:lnTo>
                    <a:pt x="6614536" y="2030309"/>
                  </a:lnTo>
                  <a:lnTo>
                    <a:pt x="6615381" y="2017574"/>
                  </a:lnTo>
                  <a:lnTo>
                    <a:pt x="6616226" y="2007471"/>
                  </a:lnTo>
                  <a:lnTo>
                    <a:pt x="6617071" y="1966172"/>
                  </a:lnTo>
                  <a:lnTo>
                    <a:pt x="6617916" y="1925171"/>
                  </a:lnTo>
                  <a:lnTo>
                    <a:pt x="6618761" y="1943266"/>
                  </a:lnTo>
                  <a:lnTo>
                    <a:pt x="6619606" y="1995940"/>
                  </a:lnTo>
                  <a:lnTo>
                    <a:pt x="6620451" y="1984583"/>
                  </a:lnTo>
                  <a:lnTo>
                    <a:pt x="6621296" y="1985886"/>
                  </a:lnTo>
                  <a:lnTo>
                    <a:pt x="6622141" y="2027185"/>
                  </a:lnTo>
                  <a:lnTo>
                    <a:pt x="6622987" y="2068185"/>
                  </a:lnTo>
                  <a:lnTo>
                    <a:pt x="6623832" y="2055565"/>
                  </a:lnTo>
                  <a:lnTo>
                    <a:pt x="6624677" y="1995088"/>
                  </a:lnTo>
                  <a:lnTo>
                    <a:pt x="6625522" y="1935344"/>
                  </a:lnTo>
                  <a:lnTo>
                    <a:pt x="6626367" y="1864835"/>
                  </a:lnTo>
                  <a:lnTo>
                    <a:pt x="6627212" y="1837792"/>
                  </a:lnTo>
                  <a:lnTo>
                    <a:pt x="6628057" y="1809234"/>
                  </a:lnTo>
                  <a:lnTo>
                    <a:pt x="6628902" y="1721167"/>
                  </a:lnTo>
                  <a:lnTo>
                    <a:pt x="6629747" y="1709363"/>
                  </a:lnTo>
                  <a:lnTo>
                    <a:pt x="6630592" y="1764566"/>
                  </a:lnTo>
                  <a:lnTo>
                    <a:pt x="6631437" y="1819618"/>
                  </a:lnTo>
                  <a:lnTo>
                    <a:pt x="6632283" y="1832176"/>
                  </a:lnTo>
                  <a:lnTo>
                    <a:pt x="6633128" y="1853478"/>
                  </a:lnTo>
                  <a:lnTo>
                    <a:pt x="6633973" y="1901751"/>
                  </a:lnTo>
                  <a:lnTo>
                    <a:pt x="6634818" y="1909098"/>
                  </a:lnTo>
                  <a:lnTo>
                    <a:pt x="6635663" y="1853279"/>
                  </a:lnTo>
                  <a:lnTo>
                    <a:pt x="6636508" y="1804009"/>
                  </a:lnTo>
                  <a:lnTo>
                    <a:pt x="6637353" y="1753376"/>
                  </a:lnTo>
                  <a:lnTo>
                    <a:pt x="6638198" y="1748230"/>
                  </a:lnTo>
                  <a:lnTo>
                    <a:pt x="6639043" y="1802960"/>
                  </a:lnTo>
                  <a:lnTo>
                    <a:pt x="6639888" y="1827806"/>
                  </a:lnTo>
                  <a:lnTo>
                    <a:pt x="6640733" y="1837459"/>
                  </a:lnTo>
                  <a:lnTo>
                    <a:pt x="6641579" y="1792298"/>
                  </a:lnTo>
                  <a:lnTo>
                    <a:pt x="6642424" y="1786832"/>
                  </a:lnTo>
                  <a:lnTo>
                    <a:pt x="6643269" y="1790348"/>
                  </a:lnTo>
                  <a:lnTo>
                    <a:pt x="6644114" y="1753775"/>
                  </a:lnTo>
                  <a:lnTo>
                    <a:pt x="6644959" y="1725842"/>
                  </a:lnTo>
                  <a:lnTo>
                    <a:pt x="6645804" y="1747980"/>
                  </a:lnTo>
                  <a:lnTo>
                    <a:pt x="6646649" y="1842232"/>
                  </a:lnTo>
                  <a:lnTo>
                    <a:pt x="6647494" y="1912815"/>
                  </a:lnTo>
                  <a:lnTo>
                    <a:pt x="6648339" y="1893617"/>
                  </a:lnTo>
                  <a:lnTo>
                    <a:pt x="6649184" y="1874898"/>
                  </a:lnTo>
                  <a:lnTo>
                    <a:pt x="6650029" y="1923115"/>
                  </a:lnTo>
                  <a:lnTo>
                    <a:pt x="6650875" y="1949784"/>
                  </a:lnTo>
                  <a:lnTo>
                    <a:pt x="6651720" y="1924985"/>
                  </a:lnTo>
                  <a:lnTo>
                    <a:pt x="6652565" y="1904307"/>
                  </a:lnTo>
                  <a:lnTo>
                    <a:pt x="6653410" y="1927458"/>
                  </a:lnTo>
                  <a:lnTo>
                    <a:pt x="6654255" y="1921234"/>
                  </a:lnTo>
                  <a:lnTo>
                    <a:pt x="6655100" y="1883092"/>
                  </a:lnTo>
                  <a:lnTo>
                    <a:pt x="6655945" y="1900556"/>
                  </a:lnTo>
                  <a:lnTo>
                    <a:pt x="6656790" y="1944510"/>
                  </a:lnTo>
                  <a:lnTo>
                    <a:pt x="6657635" y="1942434"/>
                  </a:lnTo>
                  <a:lnTo>
                    <a:pt x="6658480" y="1910718"/>
                  </a:lnTo>
                  <a:lnTo>
                    <a:pt x="6659325" y="1892276"/>
                  </a:lnTo>
                  <a:lnTo>
                    <a:pt x="6660171" y="1885178"/>
                  </a:lnTo>
                  <a:lnTo>
                    <a:pt x="6661016" y="1884275"/>
                  </a:lnTo>
                  <a:lnTo>
                    <a:pt x="6661861" y="1870273"/>
                  </a:lnTo>
                  <a:lnTo>
                    <a:pt x="6662706" y="1821049"/>
                  </a:lnTo>
                  <a:lnTo>
                    <a:pt x="6663551" y="1786589"/>
                  </a:lnTo>
                  <a:lnTo>
                    <a:pt x="6664396" y="1812047"/>
                  </a:lnTo>
                  <a:lnTo>
                    <a:pt x="6665241" y="1835767"/>
                  </a:lnTo>
                  <a:lnTo>
                    <a:pt x="6666086" y="1833472"/>
                  </a:lnTo>
                  <a:lnTo>
                    <a:pt x="6666931" y="1825464"/>
                  </a:lnTo>
                  <a:lnTo>
                    <a:pt x="6667776" y="1807760"/>
                  </a:lnTo>
                  <a:lnTo>
                    <a:pt x="6668621" y="1755535"/>
                  </a:lnTo>
                  <a:lnTo>
                    <a:pt x="6669467" y="1720057"/>
                  </a:lnTo>
                  <a:lnTo>
                    <a:pt x="6670312" y="1728939"/>
                  </a:lnTo>
                  <a:lnTo>
                    <a:pt x="6671157" y="1714147"/>
                  </a:lnTo>
                  <a:lnTo>
                    <a:pt x="6672002" y="1700566"/>
                  </a:lnTo>
                  <a:lnTo>
                    <a:pt x="6672847" y="1718220"/>
                  </a:lnTo>
                  <a:lnTo>
                    <a:pt x="6673692" y="1811352"/>
                  </a:lnTo>
                  <a:lnTo>
                    <a:pt x="6674537" y="1885897"/>
                  </a:lnTo>
                  <a:lnTo>
                    <a:pt x="6675382" y="1913503"/>
                  </a:lnTo>
                  <a:lnTo>
                    <a:pt x="6676227" y="1921581"/>
                  </a:lnTo>
                  <a:lnTo>
                    <a:pt x="6677072" y="1891356"/>
                  </a:lnTo>
                  <a:lnTo>
                    <a:pt x="6677917" y="1910727"/>
                  </a:lnTo>
                  <a:lnTo>
                    <a:pt x="6678763" y="1935455"/>
                  </a:lnTo>
                  <a:lnTo>
                    <a:pt x="6679608" y="1935455"/>
                  </a:lnTo>
                  <a:lnTo>
                    <a:pt x="6680453" y="1906624"/>
                  </a:lnTo>
                  <a:lnTo>
                    <a:pt x="6681298" y="1855742"/>
                  </a:lnTo>
                  <a:lnTo>
                    <a:pt x="6682143" y="1866973"/>
                  </a:lnTo>
                  <a:lnTo>
                    <a:pt x="6682988" y="1877016"/>
                  </a:lnTo>
                  <a:lnTo>
                    <a:pt x="6683833" y="1844955"/>
                  </a:lnTo>
                  <a:lnTo>
                    <a:pt x="6684678" y="1807615"/>
                  </a:lnTo>
                  <a:lnTo>
                    <a:pt x="6685523" y="1784498"/>
                  </a:lnTo>
                  <a:lnTo>
                    <a:pt x="6686368" y="1842909"/>
                  </a:lnTo>
                  <a:lnTo>
                    <a:pt x="6687214" y="1909585"/>
                  </a:lnTo>
                  <a:lnTo>
                    <a:pt x="6688059" y="1943704"/>
                  </a:lnTo>
                  <a:lnTo>
                    <a:pt x="6688904" y="1971464"/>
                  </a:lnTo>
                  <a:lnTo>
                    <a:pt x="6689749" y="1990725"/>
                  </a:lnTo>
                  <a:lnTo>
                    <a:pt x="6690594" y="1986037"/>
                  </a:lnTo>
                  <a:lnTo>
                    <a:pt x="6691439" y="1940444"/>
                  </a:lnTo>
                  <a:lnTo>
                    <a:pt x="6692284" y="1901875"/>
                  </a:lnTo>
                  <a:lnTo>
                    <a:pt x="6693129" y="1879948"/>
                  </a:lnTo>
                  <a:lnTo>
                    <a:pt x="6693974" y="1875576"/>
                  </a:lnTo>
                  <a:lnTo>
                    <a:pt x="6694819" y="1886441"/>
                  </a:lnTo>
                  <a:lnTo>
                    <a:pt x="6695664" y="1895511"/>
                  </a:lnTo>
                  <a:lnTo>
                    <a:pt x="6696510" y="1926112"/>
                  </a:lnTo>
                  <a:lnTo>
                    <a:pt x="6697355" y="1960125"/>
                  </a:lnTo>
                  <a:lnTo>
                    <a:pt x="6698200" y="1957903"/>
                  </a:lnTo>
                  <a:lnTo>
                    <a:pt x="6699045" y="1907777"/>
                  </a:lnTo>
                  <a:lnTo>
                    <a:pt x="6699890" y="1846410"/>
                  </a:lnTo>
                  <a:lnTo>
                    <a:pt x="6700735" y="1840537"/>
                  </a:lnTo>
                  <a:lnTo>
                    <a:pt x="6701580" y="1862197"/>
                  </a:lnTo>
                  <a:lnTo>
                    <a:pt x="6702425" y="1871400"/>
                  </a:lnTo>
                  <a:lnTo>
                    <a:pt x="6703270" y="1924470"/>
                  </a:lnTo>
                  <a:lnTo>
                    <a:pt x="6704115" y="1992045"/>
                  </a:lnTo>
                  <a:lnTo>
                    <a:pt x="6704960" y="2044902"/>
                  </a:lnTo>
                  <a:lnTo>
                    <a:pt x="6705806" y="2087329"/>
                  </a:lnTo>
                  <a:lnTo>
                    <a:pt x="6706651" y="2103286"/>
                  </a:lnTo>
                  <a:lnTo>
                    <a:pt x="6707496" y="2103286"/>
                  </a:lnTo>
                  <a:lnTo>
                    <a:pt x="6708341" y="2083440"/>
                  </a:lnTo>
                  <a:lnTo>
                    <a:pt x="6709186" y="2080139"/>
                  </a:lnTo>
                  <a:lnTo>
                    <a:pt x="6710031" y="2095866"/>
                  </a:lnTo>
                  <a:lnTo>
                    <a:pt x="6710876" y="2093507"/>
                  </a:lnTo>
                  <a:lnTo>
                    <a:pt x="6711721" y="2073015"/>
                  </a:lnTo>
                  <a:lnTo>
                    <a:pt x="6712566" y="2068578"/>
                  </a:lnTo>
                  <a:lnTo>
                    <a:pt x="6713411" y="2057887"/>
                  </a:lnTo>
                  <a:lnTo>
                    <a:pt x="6714256" y="2048068"/>
                  </a:lnTo>
                  <a:lnTo>
                    <a:pt x="6715102" y="2031837"/>
                  </a:lnTo>
                  <a:lnTo>
                    <a:pt x="6715947" y="2030548"/>
                  </a:lnTo>
                  <a:lnTo>
                    <a:pt x="6716792" y="2038750"/>
                  </a:lnTo>
                  <a:lnTo>
                    <a:pt x="6717637" y="2026225"/>
                  </a:lnTo>
                  <a:lnTo>
                    <a:pt x="6718482" y="1987939"/>
                  </a:lnTo>
                  <a:lnTo>
                    <a:pt x="6719327" y="1968031"/>
                  </a:lnTo>
                  <a:lnTo>
                    <a:pt x="6720172" y="1966303"/>
                  </a:lnTo>
                  <a:lnTo>
                    <a:pt x="6721017" y="1933942"/>
                  </a:lnTo>
                  <a:lnTo>
                    <a:pt x="6721862" y="1923296"/>
                  </a:lnTo>
                  <a:lnTo>
                    <a:pt x="6722707" y="1930548"/>
                  </a:lnTo>
                  <a:lnTo>
                    <a:pt x="6723552" y="1967483"/>
                  </a:lnTo>
                  <a:lnTo>
                    <a:pt x="6724398" y="1965874"/>
                  </a:lnTo>
                  <a:lnTo>
                    <a:pt x="6725243" y="1956296"/>
                  </a:lnTo>
                  <a:lnTo>
                    <a:pt x="6726088" y="1955232"/>
                  </a:lnTo>
                  <a:lnTo>
                    <a:pt x="6726933" y="1913648"/>
                  </a:lnTo>
                  <a:lnTo>
                    <a:pt x="6727778" y="1877745"/>
                  </a:lnTo>
                  <a:lnTo>
                    <a:pt x="6728623" y="1869761"/>
                  </a:lnTo>
                  <a:lnTo>
                    <a:pt x="6729468" y="1901098"/>
                  </a:lnTo>
                  <a:lnTo>
                    <a:pt x="6730313" y="1928634"/>
                  </a:lnTo>
                  <a:lnTo>
                    <a:pt x="6731158" y="1963347"/>
                  </a:lnTo>
                  <a:lnTo>
                    <a:pt x="6732003" y="2007377"/>
                  </a:lnTo>
                  <a:lnTo>
                    <a:pt x="6732848" y="2049730"/>
                  </a:lnTo>
                  <a:lnTo>
                    <a:pt x="6733694" y="2069756"/>
                  </a:lnTo>
                  <a:lnTo>
                    <a:pt x="6734539" y="2069756"/>
                  </a:lnTo>
                  <a:lnTo>
                    <a:pt x="6735384" y="2058376"/>
                  </a:lnTo>
                  <a:lnTo>
                    <a:pt x="6736229" y="2027868"/>
                  </a:lnTo>
                  <a:lnTo>
                    <a:pt x="6737074" y="2002716"/>
                  </a:lnTo>
                  <a:lnTo>
                    <a:pt x="6737919" y="1939058"/>
                  </a:lnTo>
                  <a:lnTo>
                    <a:pt x="6738764" y="1869182"/>
                  </a:lnTo>
                  <a:lnTo>
                    <a:pt x="6739609" y="1859429"/>
                  </a:lnTo>
                  <a:lnTo>
                    <a:pt x="6740454" y="1870808"/>
                  </a:lnTo>
                  <a:lnTo>
                    <a:pt x="6741299" y="1896421"/>
                  </a:lnTo>
                  <a:lnTo>
                    <a:pt x="6742145" y="1875074"/>
                  </a:lnTo>
                  <a:lnTo>
                    <a:pt x="6742990" y="1889412"/>
                  </a:lnTo>
                  <a:lnTo>
                    <a:pt x="6743835" y="1935340"/>
                  </a:lnTo>
                  <a:lnTo>
                    <a:pt x="6744680" y="1911256"/>
                  </a:lnTo>
                  <a:lnTo>
                    <a:pt x="6745525" y="1899363"/>
                  </a:lnTo>
                  <a:lnTo>
                    <a:pt x="6746370" y="1906276"/>
                  </a:lnTo>
                  <a:lnTo>
                    <a:pt x="6747215" y="1941252"/>
                  </a:lnTo>
                  <a:lnTo>
                    <a:pt x="6748060" y="1971033"/>
                  </a:lnTo>
                  <a:lnTo>
                    <a:pt x="6748905" y="1967223"/>
                  </a:lnTo>
                  <a:lnTo>
                    <a:pt x="6749750" y="1949177"/>
                  </a:lnTo>
                  <a:lnTo>
                    <a:pt x="6750595" y="1945561"/>
                  </a:lnTo>
                  <a:lnTo>
                    <a:pt x="6751441" y="1943544"/>
                  </a:lnTo>
                  <a:lnTo>
                    <a:pt x="6752286" y="1955070"/>
                  </a:lnTo>
                  <a:lnTo>
                    <a:pt x="6753131" y="1974608"/>
                  </a:lnTo>
                  <a:lnTo>
                    <a:pt x="6753976" y="2002365"/>
                  </a:lnTo>
                  <a:lnTo>
                    <a:pt x="6754821" y="2054248"/>
                  </a:lnTo>
                  <a:lnTo>
                    <a:pt x="6755666" y="2069756"/>
                  </a:lnTo>
                  <a:lnTo>
                    <a:pt x="6756511" y="2051543"/>
                  </a:lnTo>
                  <a:lnTo>
                    <a:pt x="6757356" y="2022694"/>
                  </a:lnTo>
                  <a:lnTo>
                    <a:pt x="6758201" y="1997990"/>
                  </a:lnTo>
                  <a:lnTo>
                    <a:pt x="6759046" y="1979514"/>
                  </a:lnTo>
                  <a:lnTo>
                    <a:pt x="6759891" y="1979515"/>
                  </a:lnTo>
                  <a:lnTo>
                    <a:pt x="6760737" y="1968039"/>
                  </a:lnTo>
                  <a:lnTo>
                    <a:pt x="6761582" y="1967306"/>
                  </a:lnTo>
                  <a:lnTo>
                    <a:pt x="6762427" y="2002485"/>
                  </a:lnTo>
                  <a:lnTo>
                    <a:pt x="6763272" y="2030780"/>
                  </a:lnTo>
                  <a:lnTo>
                    <a:pt x="6764117" y="2046448"/>
                  </a:lnTo>
                  <a:lnTo>
                    <a:pt x="6764962" y="1996283"/>
                  </a:lnTo>
                  <a:lnTo>
                    <a:pt x="6765807" y="1922078"/>
                  </a:lnTo>
                  <a:lnTo>
                    <a:pt x="6766652" y="1898378"/>
                  </a:lnTo>
                  <a:lnTo>
                    <a:pt x="6767497" y="1904840"/>
                  </a:lnTo>
                  <a:lnTo>
                    <a:pt x="6768342" y="1853384"/>
                  </a:lnTo>
                  <a:lnTo>
                    <a:pt x="6769187" y="1814272"/>
                  </a:lnTo>
                  <a:lnTo>
                    <a:pt x="6770033" y="1880823"/>
                  </a:lnTo>
                  <a:lnTo>
                    <a:pt x="6770878" y="1974955"/>
                  </a:lnTo>
                  <a:lnTo>
                    <a:pt x="6771723" y="2008329"/>
                  </a:lnTo>
                  <a:lnTo>
                    <a:pt x="6772568" y="1976048"/>
                  </a:lnTo>
                  <a:lnTo>
                    <a:pt x="6773413" y="1993074"/>
                  </a:lnTo>
                  <a:lnTo>
                    <a:pt x="6774258" y="1981625"/>
                  </a:lnTo>
                  <a:lnTo>
                    <a:pt x="6775103" y="1902781"/>
                  </a:lnTo>
                  <a:lnTo>
                    <a:pt x="6775948" y="1848230"/>
                  </a:lnTo>
                  <a:lnTo>
                    <a:pt x="6776793" y="1833037"/>
                  </a:lnTo>
                  <a:lnTo>
                    <a:pt x="6777638" y="1798825"/>
                  </a:lnTo>
                  <a:lnTo>
                    <a:pt x="6778483" y="1749171"/>
                  </a:lnTo>
                  <a:lnTo>
                    <a:pt x="6779329" y="1651109"/>
                  </a:lnTo>
                  <a:lnTo>
                    <a:pt x="6780174" y="1546937"/>
                  </a:lnTo>
                  <a:lnTo>
                    <a:pt x="6781019" y="1511975"/>
                  </a:lnTo>
                  <a:lnTo>
                    <a:pt x="6781864" y="1492869"/>
                  </a:lnTo>
                  <a:lnTo>
                    <a:pt x="6782709" y="1463875"/>
                  </a:lnTo>
                  <a:lnTo>
                    <a:pt x="6783554" y="1417828"/>
                  </a:lnTo>
                  <a:lnTo>
                    <a:pt x="6784399" y="1462678"/>
                  </a:lnTo>
                  <a:lnTo>
                    <a:pt x="6785244" y="1548573"/>
                  </a:lnTo>
                  <a:lnTo>
                    <a:pt x="6786089" y="1565206"/>
                  </a:lnTo>
                  <a:lnTo>
                    <a:pt x="6786934" y="1591651"/>
                  </a:lnTo>
                  <a:lnTo>
                    <a:pt x="6787779" y="1670549"/>
                  </a:lnTo>
                  <a:lnTo>
                    <a:pt x="6788625" y="1789114"/>
                  </a:lnTo>
                  <a:lnTo>
                    <a:pt x="6789470" y="1834609"/>
                  </a:lnTo>
                  <a:lnTo>
                    <a:pt x="6790315" y="1824236"/>
                  </a:lnTo>
                  <a:lnTo>
                    <a:pt x="6791160" y="1850942"/>
                  </a:lnTo>
                  <a:lnTo>
                    <a:pt x="6792005" y="1849785"/>
                  </a:lnTo>
                  <a:lnTo>
                    <a:pt x="6792850" y="1802075"/>
                  </a:lnTo>
                  <a:lnTo>
                    <a:pt x="6793695" y="1756610"/>
                  </a:lnTo>
                  <a:lnTo>
                    <a:pt x="6794540" y="1744530"/>
                  </a:lnTo>
                  <a:lnTo>
                    <a:pt x="6795385" y="1795198"/>
                  </a:lnTo>
                  <a:lnTo>
                    <a:pt x="6796230" y="1801640"/>
                  </a:lnTo>
                  <a:lnTo>
                    <a:pt x="6797075" y="1820597"/>
                  </a:lnTo>
                  <a:lnTo>
                    <a:pt x="6797921" y="1889144"/>
                  </a:lnTo>
                  <a:lnTo>
                    <a:pt x="6798766" y="1901946"/>
                  </a:lnTo>
                  <a:lnTo>
                    <a:pt x="6799611" y="1943492"/>
                  </a:lnTo>
                  <a:lnTo>
                    <a:pt x="6800456" y="1956476"/>
                  </a:lnTo>
                  <a:lnTo>
                    <a:pt x="6801301" y="1935991"/>
                  </a:lnTo>
                  <a:lnTo>
                    <a:pt x="6802146" y="1910227"/>
                  </a:lnTo>
                  <a:lnTo>
                    <a:pt x="6802991" y="1893189"/>
                  </a:lnTo>
                  <a:lnTo>
                    <a:pt x="6803836" y="1926236"/>
                  </a:lnTo>
                  <a:lnTo>
                    <a:pt x="6804681" y="1937125"/>
                  </a:lnTo>
                  <a:lnTo>
                    <a:pt x="6805526" y="1950644"/>
                  </a:lnTo>
                  <a:lnTo>
                    <a:pt x="6806372" y="2002412"/>
                  </a:lnTo>
                  <a:lnTo>
                    <a:pt x="6807217" y="2027303"/>
                  </a:lnTo>
                  <a:lnTo>
                    <a:pt x="6808062" y="2005889"/>
                  </a:lnTo>
                  <a:lnTo>
                    <a:pt x="6808907" y="1942713"/>
                  </a:lnTo>
                  <a:lnTo>
                    <a:pt x="6809752" y="1906880"/>
                  </a:lnTo>
                  <a:lnTo>
                    <a:pt x="6810597" y="1913133"/>
                  </a:lnTo>
                  <a:lnTo>
                    <a:pt x="6811442" y="1844259"/>
                  </a:lnTo>
                  <a:lnTo>
                    <a:pt x="6812287" y="1817097"/>
                  </a:lnTo>
                  <a:lnTo>
                    <a:pt x="6813132" y="1824901"/>
                  </a:lnTo>
                  <a:lnTo>
                    <a:pt x="6813977" y="1888016"/>
                  </a:lnTo>
                  <a:lnTo>
                    <a:pt x="6814822" y="1930318"/>
                  </a:lnTo>
                  <a:lnTo>
                    <a:pt x="6815668" y="1903813"/>
                  </a:lnTo>
                  <a:lnTo>
                    <a:pt x="6816513" y="1955313"/>
                  </a:lnTo>
                  <a:lnTo>
                    <a:pt x="6817358" y="1974309"/>
                  </a:lnTo>
                  <a:lnTo>
                    <a:pt x="6818203" y="1958077"/>
                  </a:lnTo>
                  <a:lnTo>
                    <a:pt x="6819048" y="1950063"/>
                  </a:lnTo>
                  <a:lnTo>
                    <a:pt x="6819893" y="1954101"/>
                  </a:lnTo>
                  <a:lnTo>
                    <a:pt x="6820738" y="1962181"/>
                  </a:lnTo>
                  <a:lnTo>
                    <a:pt x="6821583" y="1972158"/>
                  </a:lnTo>
                  <a:lnTo>
                    <a:pt x="6822428" y="1943230"/>
                  </a:lnTo>
                  <a:lnTo>
                    <a:pt x="6823273" y="1927170"/>
                  </a:lnTo>
                  <a:lnTo>
                    <a:pt x="6824118" y="1908862"/>
                  </a:lnTo>
                  <a:lnTo>
                    <a:pt x="6824964" y="1912180"/>
                  </a:lnTo>
                  <a:lnTo>
                    <a:pt x="6825809" y="1931335"/>
                  </a:lnTo>
                  <a:lnTo>
                    <a:pt x="6826654" y="1905471"/>
                  </a:lnTo>
                  <a:lnTo>
                    <a:pt x="6827499" y="1926290"/>
                  </a:lnTo>
                  <a:lnTo>
                    <a:pt x="6828344" y="1960986"/>
                  </a:lnTo>
                  <a:lnTo>
                    <a:pt x="6829189" y="2004833"/>
                  </a:lnTo>
                  <a:lnTo>
                    <a:pt x="6830034" y="2013467"/>
                  </a:lnTo>
                  <a:lnTo>
                    <a:pt x="6830879" y="1986159"/>
                  </a:lnTo>
                  <a:lnTo>
                    <a:pt x="6831724" y="2003127"/>
                  </a:lnTo>
                  <a:lnTo>
                    <a:pt x="6832569" y="2017556"/>
                  </a:lnTo>
                  <a:lnTo>
                    <a:pt x="6833414" y="2000360"/>
                  </a:lnTo>
                  <a:lnTo>
                    <a:pt x="6834260" y="1924637"/>
                  </a:lnTo>
                  <a:lnTo>
                    <a:pt x="6835105" y="1817416"/>
                  </a:lnTo>
                  <a:lnTo>
                    <a:pt x="6835950" y="1813263"/>
                  </a:lnTo>
                  <a:lnTo>
                    <a:pt x="6836795" y="1846185"/>
                  </a:lnTo>
                  <a:lnTo>
                    <a:pt x="6837640" y="1846185"/>
                  </a:lnTo>
                  <a:lnTo>
                    <a:pt x="6838485" y="1845510"/>
                  </a:lnTo>
                  <a:lnTo>
                    <a:pt x="6839330" y="1854323"/>
                  </a:lnTo>
                  <a:lnTo>
                    <a:pt x="6840175" y="1879102"/>
                  </a:lnTo>
                  <a:lnTo>
                    <a:pt x="6841020" y="1826790"/>
                  </a:lnTo>
                  <a:lnTo>
                    <a:pt x="6841865" y="1707625"/>
                  </a:lnTo>
                  <a:lnTo>
                    <a:pt x="6842710" y="1608980"/>
                  </a:lnTo>
                  <a:lnTo>
                    <a:pt x="6843556" y="1534078"/>
                  </a:lnTo>
                  <a:lnTo>
                    <a:pt x="6844401" y="1520201"/>
                  </a:lnTo>
                  <a:lnTo>
                    <a:pt x="6845246" y="1525431"/>
                  </a:lnTo>
                  <a:lnTo>
                    <a:pt x="6846091" y="1553717"/>
                  </a:lnTo>
                  <a:lnTo>
                    <a:pt x="6846936" y="1579768"/>
                  </a:lnTo>
                  <a:lnTo>
                    <a:pt x="6847781" y="1622434"/>
                  </a:lnTo>
                  <a:lnTo>
                    <a:pt x="6848626" y="1711792"/>
                  </a:lnTo>
                  <a:lnTo>
                    <a:pt x="6849471" y="1754440"/>
                  </a:lnTo>
                  <a:lnTo>
                    <a:pt x="6850316" y="1761970"/>
                  </a:lnTo>
                  <a:lnTo>
                    <a:pt x="6851161" y="1744817"/>
                  </a:lnTo>
                  <a:lnTo>
                    <a:pt x="6852006" y="1742658"/>
                  </a:lnTo>
                  <a:lnTo>
                    <a:pt x="6852852" y="1719069"/>
                  </a:lnTo>
                  <a:lnTo>
                    <a:pt x="6853697" y="1637974"/>
                  </a:lnTo>
                  <a:lnTo>
                    <a:pt x="6854542" y="1621637"/>
                  </a:lnTo>
                  <a:lnTo>
                    <a:pt x="6855387" y="1612991"/>
                  </a:lnTo>
                  <a:lnTo>
                    <a:pt x="6856232" y="1603431"/>
                  </a:lnTo>
                  <a:lnTo>
                    <a:pt x="6857077" y="1659263"/>
                  </a:lnTo>
                  <a:lnTo>
                    <a:pt x="6857922" y="1773467"/>
                  </a:lnTo>
                  <a:lnTo>
                    <a:pt x="6858767" y="1886919"/>
                  </a:lnTo>
                  <a:lnTo>
                    <a:pt x="6859612" y="1929677"/>
                  </a:lnTo>
                  <a:lnTo>
                    <a:pt x="6860457" y="1993586"/>
                  </a:lnTo>
                  <a:lnTo>
                    <a:pt x="6861302" y="2077625"/>
                  </a:lnTo>
                  <a:lnTo>
                    <a:pt x="6862148" y="2103286"/>
                  </a:lnTo>
                  <a:lnTo>
                    <a:pt x="6862993" y="2074845"/>
                  </a:lnTo>
                  <a:lnTo>
                    <a:pt x="6863838" y="2042294"/>
                  </a:lnTo>
                  <a:lnTo>
                    <a:pt x="6864683" y="2004859"/>
                  </a:lnTo>
                  <a:lnTo>
                    <a:pt x="6865528" y="1950052"/>
                  </a:lnTo>
                  <a:lnTo>
                    <a:pt x="6866373" y="1870038"/>
                  </a:lnTo>
                  <a:lnTo>
                    <a:pt x="6867218" y="1772684"/>
                  </a:lnTo>
                  <a:lnTo>
                    <a:pt x="6868063" y="1712519"/>
                  </a:lnTo>
                  <a:lnTo>
                    <a:pt x="6868908" y="1669423"/>
                  </a:lnTo>
                  <a:lnTo>
                    <a:pt x="6869753" y="1627191"/>
                  </a:lnTo>
                  <a:lnTo>
                    <a:pt x="6870599" y="1587289"/>
                  </a:lnTo>
                  <a:lnTo>
                    <a:pt x="6871444" y="1598607"/>
                  </a:lnTo>
                  <a:lnTo>
                    <a:pt x="6872289" y="1639995"/>
                  </a:lnTo>
                  <a:lnTo>
                    <a:pt x="6873134" y="1657404"/>
                  </a:lnTo>
                  <a:lnTo>
                    <a:pt x="6873979" y="1670808"/>
                  </a:lnTo>
                  <a:lnTo>
                    <a:pt x="6874824" y="1703030"/>
                  </a:lnTo>
                  <a:lnTo>
                    <a:pt x="6875669" y="1792468"/>
                  </a:lnTo>
                  <a:lnTo>
                    <a:pt x="6876514" y="1813217"/>
                  </a:lnTo>
                  <a:lnTo>
                    <a:pt x="6877359" y="1833504"/>
                  </a:lnTo>
                  <a:lnTo>
                    <a:pt x="6878204" y="1833668"/>
                  </a:lnTo>
                  <a:lnTo>
                    <a:pt x="6879049" y="1746782"/>
                  </a:lnTo>
                  <a:lnTo>
                    <a:pt x="6879895" y="1685391"/>
                  </a:lnTo>
                  <a:lnTo>
                    <a:pt x="6880740" y="1627759"/>
                  </a:lnTo>
                  <a:lnTo>
                    <a:pt x="6881585" y="1587089"/>
                  </a:lnTo>
                  <a:lnTo>
                    <a:pt x="6882430" y="1485098"/>
                  </a:lnTo>
                  <a:lnTo>
                    <a:pt x="6883275" y="1380787"/>
                  </a:lnTo>
                  <a:lnTo>
                    <a:pt x="6884120" y="1432107"/>
                  </a:lnTo>
                  <a:lnTo>
                    <a:pt x="6884965" y="1534304"/>
                  </a:lnTo>
                  <a:lnTo>
                    <a:pt x="6885810" y="1545429"/>
                  </a:lnTo>
                  <a:lnTo>
                    <a:pt x="6886655" y="1562546"/>
                  </a:lnTo>
                  <a:lnTo>
                    <a:pt x="6887500" y="1660769"/>
                  </a:lnTo>
                  <a:lnTo>
                    <a:pt x="6888345" y="1765144"/>
                  </a:lnTo>
                  <a:lnTo>
                    <a:pt x="6889191" y="1786912"/>
                  </a:lnTo>
                  <a:lnTo>
                    <a:pt x="6890036" y="1731429"/>
                  </a:lnTo>
                  <a:lnTo>
                    <a:pt x="6890881" y="1730648"/>
                  </a:lnTo>
                  <a:lnTo>
                    <a:pt x="6891726" y="1776712"/>
                  </a:lnTo>
                  <a:lnTo>
                    <a:pt x="6892571" y="1775942"/>
                  </a:lnTo>
                  <a:lnTo>
                    <a:pt x="6893416" y="1790045"/>
                  </a:lnTo>
                  <a:lnTo>
                    <a:pt x="6894261" y="1848347"/>
                  </a:lnTo>
                  <a:lnTo>
                    <a:pt x="6895106" y="1899278"/>
                  </a:lnTo>
                  <a:lnTo>
                    <a:pt x="6895951" y="1919354"/>
                  </a:lnTo>
                  <a:lnTo>
                    <a:pt x="6896796" y="1888650"/>
                  </a:lnTo>
                  <a:lnTo>
                    <a:pt x="6897641" y="1857353"/>
                  </a:lnTo>
                  <a:lnTo>
                    <a:pt x="6898487" y="1818555"/>
                  </a:lnTo>
                  <a:lnTo>
                    <a:pt x="6899332" y="1788227"/>
                  </a:lnTo>
                  <a:lnTo>
                    <a:pt x="6900177" y="1772028"/>
                  </a:lnTo>
                  <a:lnTo>
                    <a:pt x="6901022" y="1791379"/>
                  </a:lnTo>
                  <a:lnTo>
                    <a:pt x="6901867" y="1828594"/>
                  </a:lnTo>
                  <a:lnTo>
                    <a:pt x="6902712" y="1822892"/>
                  </a:lnTo>
                  <a:lnTo>
                    <a:pt x="6903557" y="1807832"/>
                  </a:lnTo>
                  <a:lnTo>
                    <a:pt x="6904402" y="1778026"/>
                  </a:lnTo>
                  <a:lnTo>
                    <a:pt x="6905247" y="1761757"/>
                  </a:lnTo>
                  <a:lnTo>
                    <a:pt x="6906092" y="1730681"/>
                  </a:lnTo>
                  <a:lnTo>
                    <a:pt x="6906937" y="1681297"/>
                  </a:lnTo>
                  <a:lnTo>
                    <a:pt x="6907783" y="1675607"/>
                  </a:lnTo>
                  <a:lnTo>
                    <a:pt x="6908628" y="1695235"/>
                  </a:lnTo>
                  <a:lnTo>
                    <a:pt x="6909473" y="1678364"/>
                  </a:lnTo>
                  <a:lnTo>
                    <a:pt x="6910318" y="1630665"/>
                  </a:lnTo>
                  <a:lnTo>
                    <a:pt x="6911163" y="1596938"/>
                  </a:lnTo>
                  <a:lnTo>
                    <a:pt x="6912008" y="1619656"/>
                  </a:lnTo>
                  <a:lnTo>
                    <a:pt x="6912853" y="1633818"/>
                  </a:lnTo>
                  <a:lnTo>
                    <a:pt x="6913698" y="1635253"/>
                  </a:lnTo>
                  <a:lnTo>
                    <a:pt x="6914543" y="1676018"/>
                  </a:lnTo>
                  <a:lnTo>
                    <a:pt x="6915388" y="1729073"/>
                  </a:lnTo>
                  <a:lnTo>
                    <a:pt x="6916233" y="1798497"/>
                  </a:lnTo>
                  <a:lnTo>
                    <a:pt x="6917079" y="1829271"/>
                  </a:lnTo>
                  <a:lnTo>
                    <a:pt x="6917924" y="1875349"/>
                  </a:lnTo>
                  <a:lnTo>
                    <a:pt x="6918769" y="1925563"/>
                  </a:lnTo>
                  <a:lnTo>
                    <a:pt x="6919614" y="1980084"/>
                  </a:lnTo>
                  <a:lnTo>
                    <a:pt x="6920459" y="2016844"/>
                  </a:lnTo>
                  <a:lnTo>
                    <a:pt x="6921304" y="1977952"/>
                  </a:lnTo>
                  <a:lnTo>
                    <a:pt x="6922149" y="1932589"/>
                  </a:lnTo>
                  <a:lnTo>
                    <a:pt x="6922994" y="1879630"/>
                  </a:lnTo>
                  <a:lnTo>
                    <a:pt x="6923839" y="1742003"/>
                  </a:lnTo>
                  <a:lnTo>
                    <a:pt x="6924684" y="1594697"/>
                  </a:lnTo>
                  <a:lnTo>
                    <a:pt x="6925529" y="1485400"/>
                  </a:lnTo>
                  <a:lnTo>
                    <a:pt x="6926375" y="1456861"/>
                  </a:lnTo>
                  <a:lnTo>
                    <a:pt x="6927220" y="1474616"/>
                  </a:lnTo>
                  <a:lnTo>
                    <a:pt x="6928065" y="1491833"/>
                  </a:lnTo>
                  <a:lnTo>
                    <a:pt x="6928910" y="1577870"/>
                  </a:lnTo>
                  <a:lnTo>
                    <a:pt x="6929755" y="1683416"/>
                  </a:lnTo>
                  <a:lnTo>
                    <a:pt x="6930600" y="1758114"/>
                  </a:lnTo>
                  <a:lnTo>
                    <a:pt x="6931445" y="1775249"/>
                  </a:lnTo>
                  <a:lnTo>
                    <a:pt x="6932290" y="1767351"/>
                  </a:lnTo>
                  <a:lnTo>
                    <a:pt x="6933135" y="1802007"/>
                  </a:lnTo>
                  <a:lnTo>
                    <a:pt x="6933980" y="1835997"/>
                  </a:lnTo>
                  <a:lnTo>
                    <a:pt x="6934826" y="1805131"/>
                  </a:lnTo>
                  <a:lnTo>
                    <a:pt x="6935671" y="1809717"/>
                  </a:lnTo>
                  <a:lnTo>
                    <a:pt x="6936516" y="1822970"/>
                  </a:lnTo>
                  <a:lnTo>
                    <a:pt x="6937361" y="1860101"/>
                  </a:lnTo>
                  <a:lnTo>
                    <a:pt x="6938206" y="1847165"/>
                  </a:lnTo>
                  <a:lnTo>
                    <a:pt x="6939051" y="1858994"/>
                  </a:lnTo>
                  <a:lnTo>
                    <a:pt x="6939896" y="1891766"/>
                  </a:lnTo>
                  <a:lnTo>
                    <a:pt x="6940741" y="1889554"/>
                  </a:lnTo>
                  <a:lnTo>
                    <a:pt x="6941586" y="1898064"/>
                  </a:lnTo>
                  <a:lnTo>
                    <a:pt x="6942431" y="1846008"/>
                  </a:lnTo>
                  <a:lnTo>
                    <a:pt x="6943276" y="1783967"/>
                  </a:lnTo>
                  <a:lnTo>
                    <a:pt x="6944122" y="1735053"/>
                  </a:lnTo>
                  <a:lnTo>
                    <a:pt x="6944967" y="1702239"/>
                  </a:lnTo>
                  <a:lnTo>
                    <a:pt x="6945812" y="1681971"/>
                  </a:lnTo>
                  <a:lnTo>
                    <a:pt x="6946657" y="1663228"/>
                  </a:lnTo>
                  <a:lnTo>
                    <a:pt x="6947502" y="1696073"/>
                  </a:lnTo>
                  <a:lnTo>
                    <a:pt x="6948347" y="1728666"/>
                  </a:lnTo>
                  <a:lnTo>
                    <a:pt x="6949192" y="1701431"/>
                  </a:lnTo>
                  <a:lnTo>
                    <a:pt x="6950037" y="1694332"/>
                  </a:lnTo>
                  <a:lnTo>
                    <a:pt x="6950882" y="1722772"/>
                  </a:lnTo>
                  <a:lnTo>
                    <a:pt x="6951727" y="1740088"/>
                  </a:lnTo>
                  <a:lnTo>
                    <a:pt x="6952572" y="1718085"/>
                  </a:lnTo>
                  <a:lnTo>
                    <a:pt x="6953418" y="1699999"/>
                  </a:lnTo>
                  <a:lnTo>
                    <a:pt x="6954263" y="1701163"/>
                  </a:lnTo>
                  <a:lnTo>
                    <a:pt x="6955108" y="1731163"/>
                  </a:lnTo>
                  <a:lnTo>
                    <a:pt x="6955953" y="1763006"/>
                  </a:lnTo>
                  <a:lnTo>
                    <a:pt x="6956798" y="1760349"/>
                  </a:lnTo>
                  <a:lnTo>
                    <a:pt x="6957643" y="1733073"/>
                  </a:lnTo>
                  <a:lnTo>
                    <a:pt x="6958488" y="1715904"/>
                  </a:lnTo>
                  <a:lnTo>
                    <a:pt x="6959333" y="1689348"/>
                  </a:lnTo>
                  <a:lnTo>
                    <a:pt x="6960178" y="1608797"/>
                  </a:lnTo>
                  <a:lnTo>
                    <a:pt x="6961023" y="1525239"/>
                  </a:lnTo>
                  <a:lnTo>
                    <a:pt x="6961868" y="1543104"/>
                  </a:lnTo>
                  <a:lnTo>
                    <a:pt x="6962714" y="1598247"/>
                  </a:lnTo>
                  <a:lnTo>
                    <a:pt x="6963559" y="1643947"/>
                  </a:lnTo>
                  <a:lnTo>
                    <a:pt x="6964404" y="1706627"/>
                  </a:lnTo>
                  <a:lnTo>
                    <a:pt x="6965249" y="1772803"/>
                  </a:lnTo>
                  <a:lnTo>
                    <a:pt x="6966094" y="1837590"/>
                  </a:lnTo>
                  <a:lnTo>
                    <a:pt x="6966939" y="1827496"/>
                  </a:lnTo>
                  <a:lnTo>
                    <a:pt x="6967784" y="1794594"/>
                  </a:lnTo>
                  <a:lnTo>
                    <a:pt x="6968629" y="1791579"/>
                  </a:lnTo>
                  <a:lnTo>
                    <a:pt x="6969474" y="1836644"/>
                  </a:lnTo>
                  <a:lnTo>
                    <a:pt x="6970319" y="1882504"/>
                  </a:lnTo>
                  <a:lnTo>
                    <a:pt x="6971164" y="1896875"/>
                  </a:lnTo>
                  <a:lnTo>
                    <a:pt x="6972010" y="1932209"/>
                  </a:lnTo>
                  <a:lnTo>
                    <a:pt x="6972855" y="1944943"/>
                  </a:lnTo>
                  <a:lnTo>
                    <a:pt x="6973700" y="1926118"/>
                  </a:lnTo>
                  <a:lnTo>
                    <a:pt x="6974545" y="1871025"/>
                  </a:lnTo>
                  <a:lnTo>
                    <a:pt x="6975390" y="1810101"/>
                  </a:lnTo>
                  <a:lnTo>
                    <a:pt x="6976235" y="1787586"/>
                  </a:lnTo>
                  <a:lnTo>
                    <a:pt x="6977080" y="1796956"/>
                  </a:lnTo>
                  <a:lnTo>
                    <a:pt x="6977925" y="1842694"/>
                  </a:lnTo>
                  <a:lnTo>
                    <a:pt x="6978770" y="1911342"/>
                  </a:lnTo>
                  <a:lnTo>
                    <a:pt x="6979615" y="1977883"/>
                  </a:lnTo>
                  <a:lnTo>
                    <a:pt x="6980460" y="2018468"/>
                  </a:lnTo>
                  <a:lnTo>
                    <a:pt x="6981306" y="2009383"/>
                  </a:lnTo>
                  <a:lnTo>
                    <a:pt x="6982151" y="1968628"/>
                  </a:lnTo>
                  <a:lnTo>
                    <a:pt x="6982996" y="1916223"/>
                  </a:lnTo>
                  <a:lnTo>
                    <a:pt x="6983841" y="1866342"/>
                  </a:lnTo>
                  <a:lnTo>
                    <a:pt x="6984686" y="1827293"/>
                  </a:lnTo>
                  <a:lnTo>
                    <a:pt x="6985531" y="1771012"/>
                  </a:lnTo>
                  <a:lnTo>
                    <a:pt x="6986376" y="1712378"/>
                  </a:lnTo>
                  <a:lnTo>
                    <a:pt x="6987221" y="1667853"/>
                  </a:lnTo>
                  <a:lnTo>
                    <a:pt x="6988066" y="1672629"/>
                  </a:lnTo>
                  <a:lnTo>
                    <a:pt x="6988911" y="1695140"/>
                  </a:lnTo>
                  <a:lnTo>
                    <a:pt x="6989756" y="1666899"/>
                  </a:lnTo>
                  <a:lnTo>
                    <a:pt x="6990602" y="1675884"/>
                  </a:lnTo>
                  <a:lnTo>
                    <a:pt x="6991447" y="1711336"/>
                  </a:lnTo>
                  <a:lnTo>
                    <a:pt x="6992292" y="1761122"/>
                  </a:lnTo>
                  <a:lnTo>
                    <a:pt x="6993137" y="1796360"/>
                  </a:lnTo>
                  <a:lnTo>
                    <a:pt x="6993982" y="1800378"/>
                  </a:lnTo>
                  <a:lnTo>
                    <a:pt x="6994827" y="1840292"/>
                  </a:lnTo>
                  <a:lnTo>
                    <a:pt x="6995672" y="1861215"/>
                  </a:lnTo>
                  <a:lnTo>
                    <a:pt x="6996517" y="1831458"/>
                  </a:lnTo>
                  <a:lnTo>
                    <a:pt x="6997362" y="1793156"/>
                  </a:lnTo>
                  <a:lnTo>
                    <a:pt x="6998207" y="1747886"/>
                  </a:lnTo>
                  <a:lnTo>
                    <a:pt x="6999053" y="1687521"/>
                  </a:lnTo>
                  <a:lnTo>
                    <a:pt x="6999898" y="1653665"/>
                  </a:lnTo>
                  <a:lnTo>
                    <a:pt x="7000743" y="1621834"/>
                  </a:lnTo>
                  <a:lnTo>
                    <a:pt x="7001588" y="1618636"/>
                  </a:lnTo>
                  <a:lnTo>
                    <a:pt x="7002433" y="1647756"/>
                  </a:lnTo>
                  <a:lnTo>
                    <a:pt x="7003278" y="1705758"/>
                  </a:lnTo>
                  <a:lnTo>
                    <a:pt x="7004123" y="1790488"/>
                  </a:lnTo>
                  <a:lnTo>
                    <a:pt x="7004968" y="1851721"/>
                  </a:lnTo>
                  <a:lnTo>
                    <a:pt x="7005813" y="1930264"/>
                  </a:lnTo>
                  <a:lnTo>
                    <a:pt x="7006658" y="2018001"/>
                  </a:lnTo>
                  <a:lnTo>
                    <a:pt x="7007503" y="2034077"/>
                  </a:lnTo>
                  <a:lnTo>
                    <a:pt x="7008349" y="1957686"/>
                  </a:lnTo>
                  <a:lnTo>
                    <a:pt x="7009194" y="1925146"/>
                  </a:lnTo>
                  <a:lnTo>
                    <a:pt x="7010039" y="1855712"/>
                  </a:lnTo>
                  <a:lnTo>
                    <a:pt x="7010884" y="1736535"/>
                  </a:lnTo>
                  <a:lnTo>
                    <a:pt x="7011729" y="1632091"/>
                  </a:lnTo>
                  <a:lnTo>
                    <a:pt x="7012574" y="1572251"/>
                  </a:lnTo>
                  <a:lnTo>
                    <a:pt x="7013419" y="1580544"/>
                  </a:lnTo>
                  <a:lnTo>
                    <a:pt x="7014264" y="1571563"/>
                  </a:lnTo>
                  <a:lnTo>
                    <a:pt x="7015109" y="1563238"/>
                  </a:lnTo>
                  <a:lnTo>
                    <a:pt x="7015954" y="1605618"/>
                  </a:lnTo>
                  <a:lnTo>
                    <a:pt x="7016799" y="1656563"/>
                  </a:lnTo>
                  <a:lnTo>
                    <a:pt x="7017645" y="1706632"/>
                  </a:lnTo>
                  <a:lnTo>
                    <a:pt x="7018490" y="1708880"/>
                  </a:lnTo>
                  <a:lnTo>
                    <a:pt x="7019335" y="1668131"/>
                  </a:lnTo>
                  <a:lnTo>
                    <a:pt x="7020180" y="1664480"/>
                  </a:lnTo>
                  <a:lnTo>
                    <a:pt x="7021025" y="1629753"/>
                  </a:lnTo>
                  <a:lnTo>
                    <a:pt x="7021870" y="1589839"/>
                  </a:lnTo>
                  <a:lnTo>
                    <a:pt x="7022715" y="1560702"/>
                  </a:lnTo>
                  <a:lnTo>
                    <a:pt x="7023560" y="1602224"/>
                  </a:lnTo>
                  <a:lnTo>
                    <a:pt x="7024405" y="1626147"/>
                  </a:lnTo>
                  <a:lnTo>
                    <a:pt x="7025250" y="1633318"/>
                  </a:lnTo>
                  <a:lnTo>
                    <a:pt x="7026095" y="1695982"/>
                  </a:lnTo>
                  <a:lnTo>
                    <a:pt x="7026941" y="1750022"/>
                  </a:lnTo>
                  <a:lnTo>
                    <a:pt x="7027786" y="1793210"/>
                  </a:lnTo>
                  <a:lnTo>
                    <a:pt x="7028631" y="1786651"/>
                  </a:lnTo>
                  <a:lnTo>
                    <a:pt x="7029476" y="1781399"/>
                  </a:lnTo>
                  <a:lnTo>
                    <a:pt x="7030321" y="1766881"/>
                  </a:lnTo>
                  <a:lnTo>
                    <a:pt x="7031166" y="1709537"/>
                  </a:lnTo>
                  <a:lnTo>
                    <a:pt x="7032011" y="1680268"/>
                  </a:lnTo>
                  <a:lnTo>
                    <a:pt x="7032856" y="1637226"/>
                  </a:lnTo>
                  <a:lnTo>
                    <a:pt x="7033701" y="1590081"/>
                  </a:lnTo>
                  <a:lnTo>
                    <a:pt x="7034546" y="1565383"/>
                  </a:lnTo>
                  <a:lnTo>
                    <a:pt x="7035391" y="1550731"/>
                  </a:lnTo>
                  <a:lnTo>
                    <a:pt x="7036237" y="1544966"/>
                  </a:lnTo>
                  <a:lnTo>
                    <a:pt x="7037082" y="1490677"/>
                  </a:lnTo>
                  <a:lnTo>
                    <a:pt x="7037927" y="1436856"/>
                  </a:lnTo>
                  <a:lnTo>
                    <a:pt x="7038772" y="1443970"/>
                  </a:lnTo>
                  <a:lnTo>
                    <a:pt x="7039617" y="1464031"/>
                  </a:lnTo>
                  <a:lnTo>
                    <a:pt x="7040462" y="1486151"/>
                  </a:lnTo>
                  <a:lnTo>
                    <a:pt x="7041307" y="1526362"/>
                  </a:lnTo>
                  <a:lnTo>
                    <a:pt x="7042152" y="1566914"/>
                  </a:lnTo>
                  <a:lnTo>
                    <a:pt x="7042997" y="1658801"/>
                  </a:lnTo>
                  <a:lnTo>
                    <a:pt x="7043842" y="1681442"/>
                  </a:lnTo>
                  <a:lnTo>
                    <a:pt x="7044687" y="1678806"/>
                  </a:lnTo>
                  <a:lnTo>
                    <a:pt x="7045533" y="1699416"/>
                  </a:lnTo>
                  <a:lnTo>
                    <a:pt x="7046378" y="1623470"/>
                  </a:lnTo>
                  <a:lnTo>
                    <a:pt x="7047223" y="1523824"/>
                  </a:lnTo>
                  <a:lnTo>
                    <a:pt x="7048068" y="1454151"/>
                  </a:lnTo>
                  <a:lnTo>
                    <a:pt x="7048913" y="1487232"/>
                  </a:lnTo>
                  <a:lnTo>
                    <a:pt x="7049758" y="1532234"/>
                  </a:lnTo>
                  <a:lnTo>
                    <a:pt x="7050603" y="1555252"/>
                  </a:lnTo>
                  <a:lnTo>
                    <a:pt x="7051448" y="1599980"/>
                  </a:lnTo>
                  <a:lnTo>
                    <a:pt x="7052293" y="1655343"/>
                  </a:lnTo>
                  <a:lnTo>
                    <a:pt x="7053138" y="1659479"/>
                  </a:lnTo>
                  <a:lnTo>
                    <a:pt x="7053983" y="1569573"/>
                  </a:lnTo>
                  <a:lnTo>
                    <a:pt x="7054829" y="1473025"/>
                  </a:lnTo>
                  <a:lnTo>
                    <a:pt x="7055674" y="1388813"/>
                  </a:lnTo>
                  <a:lnTo>
                    <a:pt x="7056519" y="1410035"/>
                  </a:lnTo>
                  <a:lnTo>
                    <a:pt x="7057364" y="1466242"/>
                  </a:lnTo>
                  <a:lnTo>
                    <a:pt x="7058209" y="1505856"/>
                  </a:lnTo>
                  <a:lnTo>
                    <a:pt x="7059054" y="1582301"/>
                  </a:lnTo>
                  <a:lnTo>
                    <a:pt x="7059899" y="1686903"/>
                  </a:lnTo>
                  <a:lnTo>
                    <a:pt x="7060744" y="1783079"/>
                  </a:lnTo>
                  <a:lnTo>
                    <a:pt x="7061589" y="1843241"/>
                  </a:lnTo>
                  <a:lnTo>
                    <a:pt x="7062434" y="1911063"/>
                  </a:lnTo>
                  <a:lnTo>
                    <a:pt x="7063280" y="1933574"/>
                  </a:lnTo>
                  <a:lnTo>
                    <a:pt x="7064125" y="1919845"/>
                  </a:lnTo>
                  <a:lnTo>
                    <a:pt x="7064970" y="1920962"/>
                  </a:lnTo>
                  <a:lnTo>
                    <a:pt x="7065815" y="1905074"/>
                  </a:lnTo>
                  <a:lnTo>
                    <a:pt x="7066660" y="1845769"/>
                  </a:lnTo>
                  <a:lnTo>
                    <a:pt x="7067505" y="1781063"/>
                  </a:lnTo>
                  <a:lnTo>
                    <a:pt x="7068350" y="1786424"/>
                  </a:lnTo>
                  <a:lnTo>
                    <a:pt x="7069195" y="1822703"/>
                  </a:lnTo>
                  <a:lnTo>
                    <a:pt x="7070040" y="1797755"/>
                  </a:lnTo>
                  <a:lnTo>
                    <a:pt x="7070885" y="1819450"/>
                  </a:lnTo>
                  <a:lnTo>
                    <a:pt x="7071730" y="1871671"/>
                  </a:lnTo>
                  <a:lnTo>
                    <a:pt x="7072576" y="1893116"/>
                  </a:lnTo>
                  <a:lnTo>
                    <a:pt x="7073421" y="1850521"/>
                  </a:lnTo>
                  <a:lnTo>
                    <a:pt x="7074266" y="1753554"/>
                  </a:lnTo>
                  <a:lnTo>
                    <a:pt x="7075111" y="1656963"/>
                  </a:lnTo>
                  <a:lnTo>
                    <a:pt x="7075956" y="1529005"/>
                  </a:lnTo>
                  <a:lnTo>
                    <a:pt x="7076801" y="1426516"/>
                  </a:lnTo>
                  <a:lnTo>
                    <a:pt x="7077646" y="1379141"/>
                  </a:lnTo>
                  <a:lnTo>
                    <a:pt x="7078491" y="1394034"/>
                  </a:lnTo>
                  <a:lnTo>
                    <a:pt x="7079336" y="1469400"/>
                  </a:lnTo>
                  <a:lnTo>
                    <a:pt x="7080181" y="1586806"/>
                  </a:lnTo>
                  <a:lnTo>
                    <a:pt x="7081026" y="1707036"/>
                  </a:lnTo>
                  <a:lnTo>
                    <a:pt x="7081872" y="1818051"/>
                  </a:lnTo>
                  <a:lnTo>
                    <a:pt x="7082717" y="1872526"/>
                  </a:lnTo>
                  <a:lnTo>
                    <a:pt x="7083562" y="1914291"/>
                  </a:lnTo>
                  <a:lnTo>
                    <a:pt x="7084407" y="1922864"/>
                  </a:lnTo>
                  <a:lnTo>
                    <a:pt x="7085252" y="1836407"/>
                  </a:lnTo>
                  <a:lnTo>
                    <a:pt x="7086097" y="1716287"/>
                  </a:lnTo>
                  <a:lnTo>
                    <a:pt x="7086942" y="1639749"/>
                  </a:lnTo>
                  <a:lnTo>
                    <a:pt x="7087787" y="1645066"/>
                  </a:lnTo>
                  <a:lnTo>
                    <a:pt x="7088632" y="1636362"/>
                  </a:lnTo>
                  <a:lnTo>
                    <a:pt x="7089477" y="1640321"/>
                  </a:lnTo>
                  <a:lnTo>
                    <a:pt x="7090322" y="1742860"/>
                  </a:lnTo>
                  <a:lnTo>
                    <a:pt x="7091168" y="1890603"/>
                  </a:lnTo>
                  <a:lnTo>
                    <a:pt x="7092013" y="1987297"/>
                  </a:lnTo>
                  <a:lnTo>
                    <a:pt x="7092858" y="2020095"/>
                  </a:lnTo>
                  <a:lnTo>
                    <a:pt x="7093703" y="2029719"/>
                  </a:lnTo>
                  <a:lnTo>
                    <a:pt x="7094548" y="1988586"/>
                  </a:lnTo>
                  <a:lnTo>
                    <a:pt x="7095393" y="1894533"/>
                  </a:lnTo>
                  <a:lnTo>
                    <a:pt x="7096238" y="1814604"/>
                  </a:lnTo>
                  <a:lnTo>
                    <a:pt x="7097083" y="1782563"/>
                  </a:lnTo>
                  <a:lnTo>
                    <a:pt x="7097928" y="1751766"/>
                  </a:lnTo>
                  <a:lnTo>
                    <a:pt x="7098773" y="1753893"/>
                  </a:lnTo>
                  <a:lnTo>
                    <a:pt x="7099618" y="1802302"/>
                  </a:lnTo>
                  <a:lnTo>
                    <a:pt x="7100464" y="1836394"/>
                  </a:lnTo>
                  <a:lnTo>
                    <a:pt x="7101309" y="1840977"/>
                  </a:lnTo>
                  <a:lnTo>
                    <a:pt x="7102154" y="1818945"/>
                  </a:lnTo>
                  <a:lnTo>
                    <a:pt x="7102999" y="1831896"/>
                  </a:lnTo>
                  <a:lnTo>
                    <a:pt x="7103844" y="1846786"/>
                  </a:lnTo>
                  <a:lnTo>
                    <a:pt x="7104689" y="1880853"/>
                  </a:lnTo>
                  <a:lnTo>
                    <a:pt x="7105534" y="1944934"/>
                  </a:lnTo>
                  <a:lnTo>
                    <a:pt x="7106379" y="1960993"/>
                  </a:lnTo>
                  <a:lnTo>
                    <a:pt x="7107224" y="1946725"/>
                  </a:lnTo>
                  <a:lnTo>
                    <a:pt x="7108069" y="1899897"/>
                  </a:lnTo>
                  <a:lnTo>
                    <a:pt x="7108914" y="1866817"/>
                  </a:lnTo>
                  <a:lnTo>
                    <a:pt x="7109760" y="1782532"/>
                  </a:lnTo>
                  <a:lnTo>
                    <a:pt x="7110605" y="1732693"/>
                  </a:lnTo>
                  <a:lnTo>
                    <a:pt x="7111450" y="1764496"/>
                  </a:lnTo>
                  <a:lnTo>
                    <a:pt x="7112295" y="1804064"/>
                  </a:lnTo>
                  <a:lnTo>
                    <a:pt x="7113140" y="1824317"/>
                  </a:lnTo>
                  <a:lnTo>
                    <a:pt x="7113985" y="1832235"/>
                  </a:lnTo>
                  <a:lnTo>
                    <a:pt x="7114830" y="1862800"/>
                  </a:lnTo>
                  <a:lnTo>
                    <a:pt x="7115675" y="1902744"/>
                  </a:lnTo>
                  <a:lnTo>
                    <a:pt x="7116520" y="1948958"/>
                  </a:lnTo>
                  <a:lnTo>
                    <a:pt x="7117365" y="1964618"/>
                  </a:lnTo>
                  <a:lnTo>
                    <a:pt x="7118210" y="1962501"/>
                  </a:lnTo>
                  <a:lnTo>
                    <a:pt x="7119056" y="1927531"/>
                  </a:lnTo>
                  <a:lnTo>
                    <a:pt x="7119901" y="1869396"/>
                  </a:lnTo>
                  <a:lnTo>
                    <a:pt x="7120746" y="1817152"/>
                  </a:lnTo>
                  <a:lnTo>
                    <a:pt x="7121591" y="1768537"/>
                  </a:lnTo>
                  <a:lnTo>
                    <a:pt x="7122436" y="1716396"/>
                  </a:lnTo>
                  <a:lnTo>
                    <a:pt x="7123281" y="1678838"/>
                  </a:lnTo>
                  <a:lnTo>
                    <a:pt x="7124126" y="1663909"/>
                  </a:lnTo>
                  <a:lnTo>
                    <a:pt x="7124971" y="1713229"/>
                  </a:lnTo>
                  <a:lnTo>
                    <a:pt x="7125816" y="1773004"/>
                  </a:lnTo>
                  <a:lnTo>
                    <a:pt x="7126661" y="1790196"/>
                  </a:lnTo>
                  <a:lnTo>
                    <a:pt x="7127507" y="1847589"/>
                  </a:lnTo>
                  <a:lnTo>
                    <a:pt x="7128352" y="1932310"/>
                  </a:lnTo>
                  <a:lnTo>
                    <a:pt x="7129197" y="2004053"/>
                  </a:lnTo>
                  <a:lnTo>
                    <a:pt x="7130042" y="2046161"/>
                  </a:lnTo>
                  <a:lnTo>
                    <a:pt x="7130887" y="2049151"/>
                  </a:lnTo>
                  <a:lnTo>
                    <a:pt x="7131732" y="2061842"/>
                  </a:lnTo>
                  <a:lnTo>
                    <a:pt x="7132577" y="2069701"/>
                  </a:lnTo>
                  <a:lnTo>
                    <a:pt x="7133422" y="2069756"/>
                  </a:lnTo>
                  <a:lnTo>
                    <a:pt x="7134267" y="2069756"/>
                  </a:lnTo>
                  <a:lnTo>
                    <a:pt x="7135112" y="2069756"/>
                  </a:lnTo>
                  <a:lnTo>
                    <a:pt x="7135957" y="2069756"/>
                  </a:lnTo>
                  <a:lnTo>
                    <a:pt x="7136803" y="2069756"/>
                  </a:lnTo>
                  <a:lnTo>
                    <a:pt x="7137648" y="2065572"/>
                  </a:lnTo>
                  <a:lnTo>
                    <a:pt x="7138493" y="2034418"/>
                  </a:lnTo>
                  <a:lnTo>
                    <a:pt x="7139338" y="1987339"/>
                  </a:lnTo>
                  <a:lnTo>
                    <a:pt x="7140183" y="1906236"/>
                  </a:lnTo>
                  <a:lnTo>
                    <a:pt x="7141028" y="1806419"/>
                  </a:lnTo>
                  <a:lnTo>
                    <a:pt x="7141873" y="1723461"/>
                  </a:lnTo>
                  <a:lnTo>
                    <a:pt x="7142718" y="1640326"/>
                  </a:lnTo>
                  <a:lnTo>
                    <a:pt x="7143563" y="1602473"/>
                  </a:lnTo>
                  <a:lnTo>
                    <a:pt x="7144408" y="1613937"/>
                  </a:lnTo>
                  <a:lnTo>
                    <a:pt x="7145253" y="1679531"/>
                  </a:lnTo>
                  <a:lnTo>
                    <a:pt x="7146099" y="1761762"/>
                  </a:lnTo>
                  <a:lnTo>
                    <a:pt x="7146944" y="1801584"/>
                  </a:lnTo>
                  <a:lnTo>
                    <a:pt x="7147789" y="1855797"/>
                  </a:lnTo>
                  <a:lnTo>
                    <a:pt x="7148634" y="1911169"/>
                  </a:lnTo>
                  <a:lnTo>
                    <a:pt x="7149479" y="1929958"/>
                  </a:lnTo>
                  <a:lnTo>
                    <a:pt x="7150324" y="1899711"/>
                  </a:lnTo>
                  <a:lnTo>
                    <a:pt x="7151169" y="1857081"/>
                  </a:lnTo>
                  <a:lnTo>
                    <a:pt x="7152014" y="1876675"/>
                  </a:lnTo>
                  <a:lnTo>
                    <a:pt x="7152859" y="1909782"/>
                  </a:lnTo>
                  <a:lnTo>
                    <a:pt x="7153704" y="1939309"/>
                  </a:lnTo>
                  <a:lnTo>
                    <a:pt x="7154549" y="1923590"/>
                  </a:lnTo>
                  <a:lnTo>
                    <a:pt x="7155395" y="1925810"/>
                  </a:lnTo>
                  <a:lnTo>
                    <a:pt x="7156240" y="1985539"/>
                  </a:lnTo>
                  <a:lnTo>
                    <a:pt x="7157085" y="2008507"/>
                  </a:lnTo>
                  <a:lnTo>
                    <a:pt x="7157930" y="1960799"/>
                  </a:lnTo>
                  <a:lnTo>
                    <a:pt x="7158775" y="1886513"/>
                  </a:lnTo>
                  <a:lnTo>
                    <a:pt x="7159620" y="1912427"/>
                  </a:lnTo>
                  <a:lnTo>
                    <a:pt x="7160465" y="1931032"/>
                  </a:lnTo>
                  <a:lnTo>
                    <a:pt x="7161310" y="1889257"/>
                  </a:lnTo>
                  <a:lnTo>
                    <a:pt x="7162155" y="1843069"/>
                  </a:lnTo>
                  <a:lnTo>
                    <a:pt x="7163000" y="1826220"/>
                  </a:lnTo>
                  <a:lnTo>
                    <a:pt x="7163845" y="1868173"/>
                  </a:lnTo>
                  <a:lnTo>
                    <a:pt x="7164691" y="1851712"/>
                  </a:lnTo>
                  <a:lnTo>
                    <a:pt x="7165536" y="1799522"/>
                  </a:lnTo>
                  <a:lnTo>
                    <a:pt x="7166381" y="1779887"/>
                  </a:lnTo>
                  <a:lnTo>
                    <a:pt x="7167226" y="1816035"/>
                  </a:lnTo>
                  <a:lnTo>
                    <a:pt x="7168071" y="1845294"/>
                  </a:lnTo>
                  <a:lnTo>
                    <a:pt x="7168916" y="1779090"/>
                  </a:lnTo>
                  <a:lnTo>
                    <a:pt x="7169761" y="1772723"/>
                  </a:lnTo>
                  <a:lnTo>
                    <a:pt x="7170606" y="1856382"/>
                  </a:lnTo>
                  <a:lnTo>
                    <a:pt x="7171451" y="1872101"/>
                  </a:lnTo>
                  <a:lnTo>
                    <a:pt x="7172296" y="1815596"/>
                  </a:lnTo>
                  <a:lnTo>
                    <a:pt x="7173141" y="1841551"/>
                  </a:lnTo>
                  <a:lnTo>
                    <a:pt x="7173987" y="1920014"/>
                  </a:lnTo>
                  <a:lnTo>
                    <a:pt x="7174832" y="1924147"/>
                  </a:lnTo>
                  <a:lnTo>
                    <a:pt x="7175677" y="1866995"/>
                  </a:lnTo>
                  <a:lnTo>
                    <a:pt x="7176522" y="1842395"/>
                  </a:lnTo>
                  <a:lnTo>
                    <a:pt x="7177367" y="1842585"/>
                  </a:lnTo>
                  <a:lnTo>
                    <a:pt x="7178212" y="1844288"/>
                  </a:lnTo>
                  <a:lnTo>
                    <a:pt x="7179057" y="1846685"/>
                  </a:lnTo>
                  <a:lnTo>
                    <a:pt x="7179902" y="1858027"/>
                  </a:lnTo>
                  <a:lnTo>
                    <a:pt x="7180747" y="1906475"/>
                  </a:lnTo>
                  <a:lnTo>
                    <a:pt x="7181592" y="1977257"/>
                  </a:lnTo>
                  <a:lnTo>
                    <a:pt x="7182437" y="2044185"/>
                  </a:lnTo>
                  <a:lnTo>
                    <a:pt x="7183283" y="2063720"/>
                  </a:lnTo>
                  <a:lnTo>
                    <a:pt x="7184128" y="2085662"/>
                  </a:lnTo>
                  <a:lnTo>
                    <a:pt x="7184973" y="2101185"/>
                  </a:lnTo>
                  <a:lnTo>
                    <a:pt x="7185818" y="2103286"/>
                  </a:lnTo>
                  <a:lnTo>
                    <a:pt x="7186663" y="2097897"/>
                  </a:lnTo>
                  <a:lnTo>
                    <a:pt x="7187508" y="2073568"/>
                  </a:lnTo>
                  <a:lnTo>
                    <a:pt x="7188353" y="2012745"/>
                  </a:lnTo>
                  <a:lnTo>
                    <a:pt x="7189198" y="1912871"/>
                  </a:lnTo>
                  <a:lnTo>
                    <a:pt x="7190043" y="1848259"/>
                  </a:lnTo>
                  <a:lnTo>
                    <a:pt x="7190888" y="1837796"/>
                  </a:lnTo>
                  <a:lnTo>
                    <a:pt x="7191734" y="1832444"/>
                  </a:lnTo>
                  <a:lnTo>
                    <a:pt x="7192579" y="1843157"/>
                  </a:lnTo>
                  <a:lnTo>
                    <a:pt x="7193424" y="1899776"/>
                  </a:lnTo>
                  <a:lnTo>
                    <a:pt x="7194269" y="1979494"/>
                  </a:lnTo>
                  <a:lnTo>
                    <a:pt x="7195114" y="2042560"/>
                  </a:lnTo>
                  <a:lnTo>
                    <a:pt x="7195959" y="2049854"/>
                  </a:lnTo>
                  <a:lnTo>
                    <a:pt x="7196804" y="2035205"/>
                  </a:lnTo>
                  <a:lnTo>
                    <a:pt x="7197649" y="2024730"/>
                  </a:lnTo>
                  <a:lnTo>
                    <a:pt x="7198494" y="2006794"/>
                  </a:lnTo>
                  <a:lnTo>
                    <a:pt x="7199339" y="1997388"/>
                  </a:lnTo>
                  <a:lnTo>
                    <a:pt x="7200184" y="1997388"/>
                  </a:lnTo>
                  <a:lnTo>
                    <a:pt x="7201030" y="2000558"/>
                  </a:lnTo>
                  <a:lnTo>
                    <a:pt x="7201875" y="2009308"/>
                  </a:lnTo>
                  <a:lnTo>
                    <a:pt x="7202720" y="1986550"/>
                  </a:lnTo>
                  <a:lnTo>
                    <a:pt x="7203565" y="1965983"/>
                  </a:lnTo>
                  <a:lnTo>
                    <a:pt x="7204410" y="1952553"/>
                  </a:lnTo>
                  <a:lnTo>
                    <a:pt x="7205255" y="1898267"/>
                  </a:lnTo>
                  <a:lnTo>
                    <a:pt x="7206100" y="1870597"/>
                  </a:lnTo>
                  <a:lnTo>
                    <a:pt x="7206945" y="1895148"/>
                  </a:lnTo>
                  <a:lnTo>
                    <a:pt x="7207790" y="1929646"/>
                  </a:lnTo>
                  <a:lnTo>
                    <a:pt x="7208635" y="1938160"/>
                  </a:lnTo>
                  <a:lnTo>
                    <a:pt x="7209480" y="1908241"/>
                  </a:lnTo>
                  <a:lnTo>
                    <a:pt x="7210326" y="1877913"/>
                  </a:lnTo>
                  <a:lnTo>
                    <a:pt x="7211171" y="1784004"/>
                  </a:lnTo>
                  <a:lnTo>
                    <a:pt x="7212016" y="1670276"/>
                  </a:lnTo>
                  <a:lnTo>
                    <a:pt x="7212861" y="1603108"/>
                  </a:lnTo>
                  <a:lnTo>
                    <a:pt x="7213706" y="1539417"/>
                  </a:lnTo>
                  <a:lnTo>
                    <a:pt x="7214551" y="1564689"/>
                  </a:lnTo>
                  <a:lnTo>
                    <a:pt x="7215396" y="1596688"/>
                  </a:lnTo>
                  <a:lnTo>
                    <a:pt x="7216241" y="1682678"/>
                  </a:lnTo>
                  <a:lnTo>
                    <a:pt x="7217086" y="1770086"/>
                  </a:lnTo>
                  <a:lnTo>
                    <a:pt x="7217931" y="1842022"/>
                  </a:lnTo>
                  <a:lnTo>
                    <a:pt x="7218776" y="1928008"/>
                  </a:lnTo>
                  <a:lnTo>
                    <a:pt x="7219622" y="1954081"/>
                  </a:lnTo>
                  <a:lnTo>
                    <a:pt x="7220467" y="1969336"/>
                  </a:lnTo>
                  <a:lnTo>
                    <a:pt x="7221312" y="1894955"/>
                  </a:lnTo>
                  <a:lnTo>
                    <a:pt x="7222157" y="1825709"/>
                  </a:lnTo>
                  <a:lnTo>
                    <a:pt x="7223002" y="1810516"/>
                  </a:lnTo>
                  <a:lnTo>
                    <a:pt x="7223847" y="1800224"/>
                  </a:lnTo>
                  <a:lnTo>
                    <a:pt x="7224692" y="1734656"/>
                  </a:lnTo>
                  <a:lnTo>
                    <a:pt x="7225537" y="1690718"/>
                  </a:lnTo>
                  <a:lnTo>
                    <a:pt x="7226382" y="1695480"/>
                  </a:lnTo>
                  <a:lnTo>
                    <a:pt x="7227227" y="1657916"/>
                  </a:lnTo>
                  <a:lnTo>
                    <a:pt x="7228072" y="1589425"/>
                  </a:lnTo>
                  <a:lnTo>
                    <a:pt x="7228918" y="1494414"/>
                  </a:lnTo>
                  <a:lnTo>
                    <a:pt x="7229763" y="1450099"/>
                  </a:lnTo>
                  <a:lnTo>
                    <a:pt x="7230608" y="1453059"/>
                  </a:lnTo>
                  <a:lnTo>
                    <a:pt x="7231453" y="1490059"/>
                  </a:lnTo>
                  <a:lnTo>
                    <a:pt x="7232298" y="1571321"/>
                  </a:lnTo>
                  <a:lnTo>
                    <a:pt x="7233143" y="1612214"/>
                  </a:lnTo>
                  <a:lnTo>
                    <a:pt x="7233988" y="1668770"/>
                  </a:lnTo>
                  <a:lnTo>
                    <a:pt x="7234833" y="1699938"/>
                  </a:lnTo>
                  <a:lnTo>
                    <a:pt x="7235678" y="1721840"/>
                  </a:lnTo>
                  <a:lnTo>
                    <a:pt x="7236523" y="1771158"/>
                  </a:lnTo>
                  <a:lnTo>
                    <a:pt x="7237368" y="1780521"/>
                  </a:lnTo>
                  <a:lnTo>
                    <a:pt x="7238214" y="1755815"/>
                  </a:lnTo>
                  <a:lnTo>
                    <a:pt x="7239059" y="1695883"/>
                  </a:lnTo>
                  <a:lnTo>
                    <a:pt x="7239904" y="1690311"/>
                  </a:lnTo>
                  <a:lnTo>
                    <a:pt x="7240749" y="1686330"/>
                  </a:lnTo>
                  <a:lnTo>
                    <a:pt x="7241594" y="1664390"/>
                  </a:lnTo>
                  <a:lnTo>
                    <a:pt x="7242439" y="1666815"/>
                  </a:lnTo>
                  <a:lnTo>
                    <a:pt x="7243284" y="1705355"/>
                  </a:lnTo>
                  <a:lnTo>
                    <a:pt x="7244129" y="1800514"/>
                  </a:lnTo>
                  <a:lnTo>
                    <a:pt x="7244974" y="1865537"/>
                  </a:lnTo>
                  <a:lnTo>
                    <a:pt x="7245819" y="1865537"/>
                  </a:lnTo>
                  <a:lnTo>
                    <a:pt x="7246665" y="1801959"/>
                  </a:lnTo>
                  <a:lnTo>
                    <a:pt x="7247510" y="1771794"/>
                  </a:lnTo>
                  <a:lnTo>
                    <a:pt x="7248355" y="1790719"/>
                  </a:lnTo>
                  <a:lnTo>
                    <a:pt x="7249200" y="1765749"/>
                  </a:lnTo>
                  <a:lnTo>
                    <a:pt x="7250045" y="1719417"/>
                  </a:lnTo>
                  <a:lnTo>
                    <a:pt x="7250890" y="1735509"/>
                  </a:lnTo>
                  <a:lnTo>
                    <a:pt x="7251735" y="1800291"/>
                  </a:lnTo>
                  <a:lnTo>
                    <a:pt x="7252580" y="1800699"/>
                  </a:lnTo>
                  <a:lnTo>
                    <a:pt x="7253425" y="1793368"/>
                  </a:lnTo>
                  <a:lnTo>
                    <a:pt x="7254270" y="1812144"/>
                  </a:lnTo>
                  <a:lnTo>
                    <a:pt x="7255115" y="1845780"/>
                  </a:lnTo>
                  <a:lnTo>
                    <a:pt x="7255961" y="1852734"/>
                  </a:lnTo>
                  <a:lnTo>
                    <a:pt x="7256806" y="1799384"/>
                  </a:lnTo>
                  <a:lnTo>
                    <a:pt x="7257651" y="1775792"/>
                  </a:lnTo>
                  <a:lnTo>
                    <a:pt x="7258496" y="1781987"/>
                  </a:lnTo>
                  <a:lnTo>
                    <a:pt x="7259341" y="1758880"/>
                  </a:lnTo>
                  <a:lnTo>
                    <a:pt x="7260186" y="1773276"/>
                  </a:lnTo>
                  <a:lnTo>
                    <a:pt x="7261031" y="1808800"/>
                  </a:lnTo>
                  <a:lnTo>
                    <a:pt x="7261876" y="1870169"/>
                  </a:lnTo>
                  <a:lnTo>
                    <a:pt x="7262721" y="1921170"/>
                  </a:lnTo>
                  <a:lnTo>
                    <a:pt x="7263566" y="1851249"/>
                  </a:lnTo>
                  <a:lnTo>
                    <a:pt x="7264411" y="1802877"/>
                  </a:lnTo>
                  <a:lnTo>
                    <a:pt x="7265257" y="1773515"/>
                  </a:lnTo>
                  <a:lnTo>
                    <a:pt x="7266102" y="1750332"/>
                  </a:lnTo>
                  <a:lnTo>
                    <a:pt x="7266947" y="1704871"/>
                  </a:lnTo>
                  <a:lnTo>
                    <a:pt x="7267792" y="1642672"/>
                  </a:lnTo>
                  <a:lnTo>
                    <a:pt x="7268637" y="1600559"/>
                  </a:lnTo>
                  <a:lnTo>
                    <a:pt x="7269482" y="1592265"/>
                  </a:lnTo>
                  <a:lnTo>
                    <a:pt x="7270327" y="1550058"/>
                  </a:lnTo>
                  <a:lnTo>
                    <a:pt x="7271172" y="1476585"/>
                  </a:lnTo>
                  <a:lnTo>
                    <a:pt x="7272017" y="1528984"/>
                  </a:lnTo>
                  <a:lnTo>
                    <a:pt x="7272862" y="1605691"/>
                  </a:lnTo>
                  <a:lnTo>
                    <a:pt x="7273707" y="1662218"/>
                  </a:lnTo>
                  <a:lnTo>
                    <a:pt x="7274553" y="1706654"/>
                  </a:lnTo>
                  <a:lnTo>
                    <a:pt x="7275398" y="1788490"/>
                  </a:lnTo>
                  <a:lnTo>
                    <a:pt x="7276243" y="1865236"/>
                  </a:lnTo>
                  <a:lnTo>
                    <a:pt x="7277088" y="1855021"/>
                  </a:lnTo>
                  <a:lnTo>
                    <a:pt x="7277933" y="1829747"/>
                  </a:lnTo>
                  <a:lnTo>
                    <a:pt x="7278778" y="1858687"/>
                  </a:lnTo>
                  <a:lnTo>
                    <a:pt x="7279623" y="1876032"/>
                  </a:lnTo>
                  <a:lnTo>
                    <a:pt x="7280468" y="1866341"/>
                  </a:lnTo>
                  <a:lnTo>
                    <a:pt x="7281313" y="1810145"/>
                  </a:lnTo>
                  <a:lnTo>
                    <a:pt x="7282158" y="1767611"/>
                  </a:lnTo>
                  <a:lnTo>
                    <a:pt x="7283003" y="1788842"/>
                  </a:lnTo>
                  <a:lnTo>
                    <a:pt x="7283849" y="1834163"/>
                  </a:lnTo>
                  <a:lnTo>
                    <a:pt x="7284694" y="1858839"/>
                  </a:lnTo>
                  <a:lnTo>
                    <a:pt x="7285539" y="1803784"/>
                  </a:lnTo>
                  <a:lnTo>
                    <a:pt x="7286384" y="1748384"/>
                  </a:lnTo>
                  <a:lnTo>
                    <a:pt x="7287229" y="1721087"/>
                  </a:lnTo>
                  <a:lnTo>
                    <a:pt x="7288074" y="1709227"/>
                  </a:lnTo>
                  <a:lnTo>
                    <a:pt x="7288919" y="1643239"/>
                  </a:lnTo>
                  <a:lnTo>
                    <a:pt x="7289764" y="1567441"/>
                  </a:lnTo>
                  <a:lnTo>
                    <a:pt x="7290609" y="1545511"/>
                  </a:lnTo>
                  <a:lnTo>
                    <a:pt x="7291454" y="1622629"/>
                  </a:lnTo>
                  <a:lnTo>
                    <a:pt x="7292299" y="1679068"/>
                  </a:lnTo>
                  <a:lnTo>
                    <a:pt x="7293145" y="1683258"/>
                  </a:lnTo>
                  <a:lnTo>
                    <a:pt x="7293990" y="1738024"/>
                  </a:lnTo>
                  <a:lnTo>
                    <a:pt x="7294835" y="1783454"/>
                  </a:lnTo>
                  <a:lnTo>
                    <a:pt x="7295680" y="1830300"/>
                  </a:lnTo>
                  <a:lnTo>
                    <a:pt x="7296525" y="1857103"/>
                  </a:lnTo>
                  <a:lnTo>
                    <a:pt x="7297370" y="1807172"/>
                  </a:lnTo>
                  <a:lnTo>
                    <a:pt x="7298215" y="1749139"/>
                  </a:lnTo>
                  <a:lnTo>
                    <a:pt x="7299060" y="1710464"/>
                  </a:lnTo>
                  <a:lnTo>
                    <a:pt x="7299905" y="1736591"/>
                  </a:lnTo>
                  <a:lnTo>
                    <a:pt x="7300750" y="1758902"/>
                  </a:lnTo>
                  <a:lnTo>
                    <a:pt x="7301595" y="1767849"/>
                  </a:lnTo>
                  <a:lnTo>
                    <a:pt x="7302441" y="1861132"/>
                  </a:lnTo>
                  <a:lnTo>
                    <a:pt x="7303286" y="1913816"/>
                  </a:lnTo>
                  <a:lnTo>
                    <a:pt x="7304131" y="1888662"/>
                  </a:lnTo>
                  <a:lnTo>
                    <a:pt x="7304976" y="1850520"/>
                  </a:lnTo>
                  <a:lnTo>
                    <a:pt x="7305821" y="1813618"/>
                  </a:lnTo>
                  <a:lnTo>
                    <a:pt x="7306666" y="1769700"/>
                  </a:lnTo>
                  <a:lnTo>
                    <a:pt x="7307511" y="1718844"/>
                  </a:lnTo>
                  <a:lnTo>
                    <a:pt x="7308356" y="1705967"/>
                  </a:lnTo>
                  <a:lnTo>
                    <a:pt x="7309201" y="1720135"/>
                  </a:lnTo>
                  <a:lnTo>
                    <a:pt x="7310046" y="1629979"/>
                  </a:lnTo>
                  <a:lnTo>
                    <a:pt x="7310892" y="1532057"/>
                  </a:lnTo>
                  <a:lnTo>
                    <a:pt x="7311737" y="1470079"/>
                  </a:lnTo>
                  <a:lnTo>
                    <a:pt x="7312582" y="1418423"/>
                  </a:lnTo>
                  <a:lnTo>
                    <a:pt x="7313427" y="1413918"/>
                  </a:lnTo>
                  <a:lnTo>
                    <a:pt x="7314272" y="1422974"/>
                  </a:lnTo>
                  <a:lnTo>
                    <a:pt x="7315117" y="1429250"/>
                  </a:lnTo>
                  <a:lnTo>
                    <a:pt x="7315962" y="1460876"/>
                  </a:lnTo>
                  <a:lnTo>
                    <a:pt x="7316807" y="1494671"/>
                  </a:lnTo>
                  <a:lnTo>
                    <a:pt x="7317652" y="1556461"/>
                  </a:lnTo>
                  <a:lnTo>
                    <a:pt x="7318497" y="1587492"/>
                  </a:lnTo>
                  <a:lnTo>
                    <a:pt x="7319342" y="1574549"/>
                  </a:lnTo>
                  <a:lnTo>
                    <a:pt x="7320188" y="1642039"/>
                  </a:lnTo>
                  <a:lnTo>
                    <a:pt x="7321033" y="1734785"/>
                  </a:lnTo>
                  <a:lnTo>
                    <a:pt x="7321878" y="1800939"/>
                  </a:lnTo>
                  <a:lnTo>
                    <a:pt x="7322723" y="1804933"/>
                  </a:lnTo>
                  <a:lnTo>
                    <a:pt x="7323568" y="1752924"/>
                  </a:lnTo>
                  <a:lnTo>
                    <a:pt x="7324413" y="1705636"/>
                  </a:lnTo>
                  <a:lnTo>
                    <a:pt x="7325258" y="1693984"/>
                  </a:lnTo>
                  <a:lnTo>
                    <a:pt x="7326103" y="1679203"/>
                  </a:lnTo>
                  <a:lnTo>
                    <a:pt x="7326948" y="1638279"/>
                  </a:lnTo>
                  <a:lnTo>
                    <a:pt x="7327793" y="1573815"/>
                  </a:lnTo>
                  <a:lnTo>
                    <a:pt x="7328638" y="1512285"/>
                  </a:lnTo>
                  <a:lnTo>
                    <a:pt x="7329484" y="1492710"/>
                  </a:lnTo>
                  <a:lnTo>
                    <a:pt x="7330329" y="1445769"/>
                  </a:lnTo>
                  <a:lnTo>
                    <a:pt x="7331174" y="1381185"/>
                  </a:lnTo>
                  <a:lnTo>
                    <a:pt x="7332019" y="1367289"/>
                  </a:lnTo>
                  <a:lnTo>
                    <a:pt x="7332864" y="1387750"/>
                  </a:lnTo>
                  <a:lnTo>
                    <a:pt x="7333709" y="1439852"/>
                  </a:lnTo>
                  <a:lnTo>
                    <a:pt x="7334554" y="1483429"/>
                  </a:lnTo>
                  <a:lnTo>
                    <a:pt x="7335399" y="1508359"/>
                  </a:lnTo>
                  <a:lnTo>
                    <a:pt x="7336244" y="1590364"/>
                  </a:lnTo>
                  <a:lnTo>
                    <a:pt x="7337089" y="1625143"/>
                  </a:lnTo>
                  <a:lnTo>
                    <a:pt x="7337934" y="1691267"/>
                  </a:lnTo>
                  <a:lnTo>
                    <a:pt x="7338780" y="1749259"/>
                  </a:lnTo>
                  <a:lnTo>
                    <a:pt x="7339625" y="1789075"/>
                  </a:lnTo>
                  <a:lnTo>
                    <a:pt x="7340470" y="1818614"/>
                  </a:lnTo>
                  <a:lnTo>
                    <a:pt x="7341315" y="1782002"/>
                  </a:lnTo>
                  <a:lnTo>
                    <a:pt x="7342160" y="1762369"/>
                  </a:lnTo>
                  <a:lnTo>
                    <a:pt x="7343005" y="1712198"/>
                  </a:lnTo>
                  <a:lnTo>
                    <a:pt x="7343850" y="1659485"/>
                  </a:lnTo>
                  <a:lnTo>
                    <a:pt x="7344695" y="1626917"/>
                  </a:lnTo>
                  <a:lnTo>
                    <a:pt x="7345540" y="1636588"/>
                  </a:lnTo>
                  <a:lnTo>
                    <a:pt x="7346385" y="1673298"/>
                  </a:lnTo>
                  <a:lnTo>
                    <a:pt x="7347230" y="1710617"/>
                  </a:lnTo>
                  <a:lnTo>
                    <a:pt x="7348076" y="1741180"/>
                  </a:lnTo>
                  <a:lnTo>
                    <a:pt x="7348921" y="1783685"/>
                  </a:lnTo>
                  <a:lnTo>
                    <a:pt x="7349766" y="1851164"/>
                  </a:lnTo>
                  <a:lnTo>
                    <a:pt x="7350611" y="1905185"/>
                  </a:lnTo>
                  <a:lnTo>
                    <a:pt x="7351456" y="1883851"/>
                  </a:lnTo>
                  <a:lnTo>
                    <a:pt x="7352301" y="1810907"/>
                  </a:lnTo>
                  <a:lnTo>
                    <a:pt x="7353146" y="1752272"/>
                  </a:lnTo>
                  <a:lnTo>
                    <a:pt x="7353991" y="1704535"/>
                  </a:lnTo>
                  <a:lnTo>
                    <a:pt x="7354836" y="1607348"/>
                  </a:lnTo>
                  <a:lnTo>
                    <a:pt x="7355681" y="1513006"/>
                  </a:lnTo>
                  <a:lnTo>
                    <a:pt x="7356526" y="1465918"/>
                  </a:lnTo>
                  <a:lnTo>
                    <a:pt x="7357372" y="1488382"/>
                  </a:lnTo>
                  <a:lnTo>
                    <a:pt x="7358217" y="1520424"/>
                  </a:lnTo>
                  <a:lnTo>
                    <a:pt x="7359062" y="1493726"/>
                  </a:lnTo>
                  <a:lnTo>
                    <a:pt x="7359907" y="1550850"/>
                  </a:lnTo>
                  <a:lnTo>
                    <a:pt x="7360752" y="1640463"/>
                  </a:lnTo>
                  <a:lnTo>
                    <a:pt x="7361597" y="1728051"/>
                  </a:lnTo>
                  <a:lnTo>
                    <a:pt x="7362442" y="1784354"/>
                  </a:lnTo>
                  <a:lnTo>
                    <a:pt x="7363287" y="1776490"/>
                  </a:lnTo>
                  <a:lnTo>
                    <a:pt x="7364132" y="1845734"/>
                  </a:lnTo>
                  <a:lnTo>
                    <a:pt x="7364977" y="1856132"/>
                  </a:lnTo>
                  <a:lnTo>
                    <a:pt x="7365822" y="1771262"/>
                  </a:lnTo>
                  <a:lnTo>
                    <a:pt x="7366668" y="1669114"/>
                  </a:lnTo>
                  <a:lnTo>
                    <a:pt x="7367513" y="1590596"/>
                  </a:lnTo>
                  <a:lnTo>
                    <a:pt x="7368358" y="1564445"/>
                  </a:lnTo>
                  <a:lnTo>
                    <a:pt x="7369203" y="1552234"/>
                  </a:lnTo>
                  <a:lnTo>
                    <a:pt x="7370048" y="1561364"/>
                  </a:lnTo>
                  <a:lnTo>
                    <a:pt x="7370893" y="1621241"/>
                  </a:lnTo>
                  <a:lnTo>
                    <a:pt x="7371738" y="1673734"/>
                  </a:lnTo>
                  <a:lnTo>
                    <a:pt x="7372583" y="1731920"/>
                  </a:lnTo>
                  <a:lnTo>
                    <a:pt x="7373428" y="1821840"/>
                  </a:lnTo>
                  <a:lnTo>
                    <a:pt x="7374273" y="1832725"/>
                  </a:lnTo>
                  <a:lnTo>
                    <a:pt x="7375119" y="1786516"/>
                  </a:lnTo>
                  <a:lnTo>
                    <a:pt x="7375964" y="1766814"/>
                  </a:lnTo>
                  <a:lnTo>
                    <a:pt x="7376809" y="1775060"/>
                  </a:lnTo>
                  <a:lnTo>
                    <a:pt x="7377654" y="1786850"/>
                  </a:lnTo>
                  <a:lnTo>
                    <a:pt x="7378499" y="1725956"/>
                  </a:lnTo>
                  <a:lnTo>
                    <a:pt x="7379344" y="1661394"/>
                  </a:lnTo>
                  <a:lnTo>
                    <a:pt x="7380189" y="1664822"/>
                  </a:lnTo>
                  <a:lnTo>
                    <a:pt x="7381034" y="1656040"/>
                  </a:lnTo>
                  <a:lnTo>
                    <a:pt x="7381879" y="1624513"/>
                  </a:lnTo>
                  <a:lnTo>
                    <a:pt x="7382724" y="1617220"/>
                  </a:lnTo>
                  <a:lnTo>
                    <a:pt x="7383569" y="1664782"/>
                  </a:lnTo>
                  <a:lnTo>
                    <a:pt x="7384415" y="1710609"/>
                  </a:lnTo>
                  <a:lnTo>
                    <a:pt x="7385260" y="1701249"/>
                  </a:lnTo>
                  <a:lnTo>
                    <a:pt x="7386105" y="1681371"/>
                  </a:lnTo>
                  <a:lnTo>
                    <a:pt x="7386950" y="1728687"/>
                  </a:lnTo>
                  <a:lnTo>
                    <a:pt x="7387795" y="1699886"/>
                  </a:lnTo>
                  <a:lnTo>
                    <a:pt x="7388640" y="1706858"/>
                  </a:lnTo>
                  <a:lnTo>
                    <a:pt x="7389485" y="1753089"/>
                  </a:lnTo>
                  <a:lnTo>
                    <a:pt x="7390330" y="1794896"/>
                  </a:lnTo>
                  <a:lnTo>
                    <a:pt x="7391175" y="1799017"/>
                  </a:lnTo>
                  <a:lnTo>
                    <a:pt x="7392020" y="1737807"/>
                  </a:lnTo>
                  <a:lnTo>
                    <a:pt x="7392865" y="1685043"/>
                  </a:lnTo>
                  <a:lnTo>
                    <a:pt x="7393711" y="1610599"/>
                  </a:lnTo>
                  <a:lnTo>
                    <a:pt x="7394556" y="1547558"/>
                  </a:lnTo>
                  <a:lnTo>
                    <a:pt x="7395401" y="1518575"/>
                  </a:lnTo>
                  <a:lnTo>
                    <a:pt x="7396246" y="1531263"/>
                  </a:lnTo>
                  <a:lnTo>
                    <a:pt x="7397091" y="1604718"/>
                  </a:lnTo>
                  <a:lnTo>
                    <a:pt x="7397936" y="1678621"/>
                  </a:lnTo>
                  <a:lnTo>
                    <a:pt x="7398781" y="1712297"/>
                  </a:lnTo>
                  <a:lnTo>
                    <a:pt x="7399626" y="1753925"/>
                  </a:lnTo>
                  <a:lnTo>
                    <a:pt x="7400471" y="1810188"/>
                  </a:lnTo>
                  <a:lnTo>
                    <a:pt x="7401316" y="1865044"/>
                  </a:lnTo>
                  <a:lnTo>
                    <a:pt x="7402161" y="1890419"/>
                  </a:lnTo>
                  <a:lnTo>
                    <a:pt x="7403007" y="1911949"/>
                  </a:lnTo>
                  <a:lnTo>
                    <a:pt x="7403852" y="1891464"/>
                  </a:lnTo>
                  <a:lnTo>
                    <a:pt x="7404697" y="1846665"/>
                  </a:lnTo>
                  <a:lnTo>
                    <a:pt x="7405542" y="1786974"/>
                  </a:lnTo>
                  <a:lnTo>
                    <a:pt x="7406387" y="1771872"/>
                  </a:lnTo>
                  <a:lnTo>
                    <a:pt x="7407232" y="1710826"/>
                  </a:lnTo>
                  <a:lnTo>
                    <a:pt x="7408077" y="1587923"/>
                  </a:lnTo>
                  <a:lnTo>
                    <a:pt x="7408922" y="1517163"/>
                  </a:lnTo>
                  <a:lnTo>
                    <a:pt x="7409767" y="1472071"/>
                  </a:lnTo>
                  <a:lnTo>
                    <a:pt x="7410612" y="1433231"/>
                  </a:lnTo>
                  <a:lnTo>
                    <a:pt x="7411457" y="1313138"/>
                  </a:lnTo>
                  <a:lnTo>
                    <a:pt x="7412303" y="1192861"/>
                  </a:lnTo>
                  <a:lnTo>
                    <a:pt x="7413148" y="1149847"/>
                  </a:lnTo>
                  <a:lnTo>
                    <a:pt x="7413993" y="1087740"/>
                  </a:lnTo>
                  <a:lnTo>
                    <a:pt x="7414838" y="997165"/>
                  </a:lnTo>
                  <a:lnTo>
                    <a:pt x="7415683" y="874947"/>
                  </a:lnTo>
                  <a:lnTo>
                    <a:pt x="7416528" y="849496"/>
                  </a:lnTo>
                  <a:lnTo>
                    <a:pt x="7417373" y="872027"/>
                  </a:lnTo>
                  <a:lnTo>
                    <a:pt x="7418218" y="885577"/>
                  </a:lnTo>
                  <a:lnTo>
                    <a:pt x="7419063" y="892819"/>
                  </a:lnTo>
                  <a:lnTo>
                    <a:pt x="7419908" y="937204"/>
                  </a:lnTo>
                  <a:lnTo>
                    <a:pt x="7420753" y="991028"/>
                  </a:lnTo>
                  <a:lnTo>
                    <a:pt x="7421599" y="1045778"/>
                  </a:lnTo>
                  <a:lnTo>
                    <a:pt x="7422444" y="1117191"/>
                  </a:lnTo>
                  <a:lnTo>
                    <a:pt x="7423289" y="1156859"/>
                  </a:lnTo>
                  <a:lnTo>
                    <a:pt x="7424134" y="1258846"/>
                  </a:lnTo>
                  <a:lnTo>
                    <a:pt x="7424979" y="1332076"/>
                  </a:lnTo>
                  <a:lnTo>
                    <a:pt x="7425824" y="1375819"/>
                  </a:lnTo>
                  <a:lnTo>
                    <a:pt x="7426669" y="1310992"/>
                  </a:lnTo>
                  <a:lnTo>
                    <a:pt x="7427514" y="1185510"/>
                  </a:lnTo>
                  <a:lnTo>
                    <a:pt x="7428359" y="1131959"/>
                  </a:lnTo>
                  <a:lnTo>
                    <a:pt x="7429204" y="990864"/>
                  </a:lnTo>
                  <a:lnTo>
                    <a:pt x="7430049" y="832074"/>
                  </a:lnTo>
                  <a:lnTo>
                    <a:pt x="7430895" y="688406"/>
                  </a:lnTo>
                  <a:lnTo>
                    <a:pt x="7431740" y="561128"/>
                  </a:lnTo>
                  <a:lnTo>
                    <a:pt x="7432585" y="456046"/>
                  </a:lnTo>
                  <a:lnTo>
                    <a:pt x="7433430" y="343934"/>
                  </a:lnTo>
                  <a:lnTo>
                    <a:pt x="7434275" y="309971"/>
                  </a:lnTo>
                  <a:lnTo>
                    <a:pt x="7435120" y="254367"/>
                  </a:lnTo>
                  <a:lnTo>
                    <a:pt x="7435965" y="176584"/>
                  </a:lnTo>
                  <a:lnTo>
                    <a:pt x="7436810" y="143148"/>
                  </a:lnTo>
                  <a:lnTo>
                    <a:pt x="7437655" y="130422"/>
                  </a:lnTo>
                  <a:lnTo>
                    <a:pt x="7438500" y="104588"/>
                  </a:lnTo>
                  <a:lnTo>
                    <a:pt x="7439346" y="91127"/>
                  </a:lnTo>
                  <a:lnTo>
                    <a:pt x="7440191" y="246777"/>
                  </a:lnTo>
                  <a:lnTo>
                    <a:pt x="7441036" y="435306"/>
                  </a:lnTo>
                  <a:lnTo>
                    <a:pt x="7441881" y="495217"/>
                  </a:lnTo>
                  <a:lnTo>
                    <a:pt x="7442726" y="527214"/>
                  </a:lnTo>
                  <a:lnTo>
                    <a:pt x="7443571" y="542279"/>
                  </a:lnTo>
                  <a:lnTo>
                    <a:pt x="7444416" y="555067"/>
                  </a:lnTo>
                  <a:lnTo>
                    <a:pt x="7445261" y="477365"/>
                  </a:lnTo>
                  <a:lnTo>
                    <a:pt x="7446106" y="439810"/>
                  </a:lnTo>
                  <a:lnTo>
                    <a:pt x="7446951" y="478657"/>
                  </a:lnTo>
                  <a:lnTo>
                    <a:pt x="7447796" y="549276"/>
                  </a:lnTo>
                  <a:lnTo>
                    <a:pt x="7448642" y="635531"/>
                  </a:lnTo>
                  <a:lnTo>
                    <a:pt x="7449487" y="622409"/>
                  </a:lnTo>
                  <a:lnTo>
                    <a:pt x="7450332" y="566056"/>
                  </a:lnTo>
                  <a:lnTo>
                    <a:pt x="7451177" y="534059"/>
                  </a:lnTo>
                  <a:lnTo>
                    <a:pt x="7452022" y="558993"/>
                  </a:lnTo>
                  <a:lnTo>
                    <a:pt x="7452867" y="573278"/>
                  </a:lnTo>
                  <a:lnTo>
                    <a:pt x="7453712" y="625339"/>
                  </a:lnTo>
                  <a:lnTo>
                    <a:pt x="7454557" y="730796"/>
                  </a:lnTo>
                  <a:lnTo>
                    <a:pt x="7455402" y="840015"/>
                  </a:lnTo>
                  <a:lnTo>
                    <a:pt x="7456247" y="874283"/>
                  </a:lnTo>
                  <a:lnTo>
                    <a:pt x="7457092" y="895422"/>
                  </a:lnTo>
                  <a:lnTo>
                    <a:pt x="7457938" y="911683"/>
                  </a:lnTo>
                  <a:lnTo>
                    <a:pt x="7458783" y="872134"/>
                  </a:lnTo>
                  <a:lnTo>
                    <a:pt x="7459628" y="749358"/>
                  </a:lnTo>
                  <a:lnTo>
                    <a:pt x="7460473" y="659352"/>
                  </a:lnTo>
                  <a:lnTo>
                    <a:pt x="7461318" y="591959"/>
                  </a:lnTo>
                  <a:lnTo>
                    <a:pt x="7462163" y="529644"/>
                  </a:lnTo>
                  <a:lnTo>
                    <a:pt x="7463008" y="461315"/>
                  </a:lnTo>
                  <a:lnTo>
                    <a:pt x="7463853" y="369895"/>
                  </a:lnTo>
                  <a:lnTo>
                    <a:pt x="7464698" y="357766"/>
                  </a:lnTo>
                  <a:lnTo>
                    <a:pt x="7465543" y="341736"/>
                  </a:lnTo>
                  <a:lnTo>
                    <a:pt x="7466388" y="325081"/>
                  </a:lnTo>
                  <a:lnTo>
                    <a:pt x="7467234" y="289206"/>
                  </a:lnTo>
                  <a:lnTo>
                    <a:pt x="7468079" y="258976"/>
                  </a:lnTo>
                  <a:lnTo>
                    <a:pt x="7468924" y="238522"/>
                  </a:lnTo>
                  <a:lnTo>
                    <a:pt x="7469769" y="216828"/>
                  </a:lnTo>
                  <a:lnTo>
                    <a:pt x="7470614" y="188022"/>
                  </a:lnTo>
                  <a:lnTo>
                    <a:pt x="7471459" y="171720"/>
                  </a:lnTo>
                  <a:lnTo>
                    <a:pt x="7472304" y="127294"/>
                  </a:lnTo>
                  <a:lnTo>
                    <a:pt x="7473149" y="66873"/>
                  </a:lnTo>
                  <a:lnTo>
                    <a:pt x="7473994" y="68031"/>
                  </a:lnTo>
                  <a:lnTo>
                    <a:pt x="7474839" y="92476"/>
                  </a:lnTo>
                  <a:lnTo>
                    <a:pt x="7475684" y="98650"/>
                  </a:lnTo>
                  <a:lnTo>
                    <a:pt x="7476530" y="103201"/>
                  </a:lnTo>
                  <a:lnTo>
                    <a:pt x="7477375" y="164229"/>
                  </a:lnTo>
                  <a:lnTo>
                    <a:pt x="7478220" y="261968"/>
                  </a:lnTo>
                  <a:lnTo>
                    <a:pt x="7479065" y="349223"/>
                  </a:lnTo>
                  <a:lnTo>
                    <a:pt x="7479910" y="430287"/>
                  </a:lnTo>
                  <a:lnTo>
                    <a:pt x="7480755" y="547747"/>
                  </a:lnTo>
                  <a:lnTo>
                    <a:pt x="7481600" y="692944"/>
                  </a:lnTo>
                  <a:lnTo>
                    <a:pt x="7482445" y="764498"/>
                  </a:lnTo>
                  <a:lnTo>
                    <a:pt x="7483290" y="745231"/>
                  </a:lnTo>
                  <a:lnTo>
                    <a:pt x="7484135" y="683813"/>
                  </a:lnTo>
                  <a:lnTo>
                    <a:pt x="7484980" y="622639"/>
                  </a:lnTo>
                  <a:lnTo>
                    <a:pt x="7485826" y="545590"/>
                  </a:lnTo>
                  <a:lnTo>
                    <a:pt x="7486671" y="451841"/>
                  </a:lnTo>
                  <a:lnTo>
                    <a:pt x="7487516" y="439818"/>
                  </a:lnTo>
                  <a:lnTo>
                    <a:pt x="7488361" y="485347"/>
                  </a:lnTo>
                  <a:lnTo>
                    <a:pt x="7489206" y="531664"/>
                  </a:lnTo>
                  <a:lnTo>
                    <a:pt x="7490051" y="609980"/>
                  </a:lnTo>
                  <a:lnTo>
                    <a:pt x="7490896" y="716189"/>
                  </a:lnTo>
                  <a:lnTo>
                    <a:pt x="7491741" y="778226"/>
                  </a:lnTo>
                  <a:lnTo>
                    <a:pt x="7492586" y="820006"/>
                  </a:lnTo>
                  <a:lnTo>
                    <a:pt x="7493431" y="919578"/>
                  </a:lnTo>
                  <a:lnTo>
                    <a:pt x="7494276" y="1054773"/>
                  </a:lnTo>
                  <a:lnTo>
                    <a:pt x="7495122" y="1132942"/>
                  </a:lnTo>
                  <a:lnTo>
                    <a:pt x="7495967" y="1162095"/>
                  </a:lnTo>
                  <a:lnTo>
                    <a:pt x="7496812" y="1173630"/>
                  </a:lnTo>
                  <a:lnTo>
                    <a:pt x="7497657" y="1158773"/>
                  </a:lnTo>
                  <a:lnTo>
                    <a:pt x="7498502" y="1112351"/>
                  </a:lnTo>
                  <a:lnTo>
                    <a:pt x="7499347" y="1097875"/>
                  </a:lnTo>
                  <a:lnTo>
                    <a:pt x="7500192" y="1099256"/>
                  </a:lnTo>
                  <a:lnTo>
                    <a:pt x="7501037" y="1062233"/>
                  </a:lnTo>
                  <a:lnTo>
                    <a:pt x="7501882" y="1014287"/>
                  </a:lnTo>
                  <a:lnTo>
                    <a:pt x="7502727" y="998610"/>
                  </a:lnTo>
                  <a:lnTo>
                    <a:pt x="7503573" y="1009453"/>
                  </a:lnTo>
                  <a:lnTo>
                    <a:pt x="7504418" y="1021210"/>
                  </a:lnTo>
                  <a:lnTo>
                    <a:pt x="7505263" y="1055448"/>
                  </a:lnTo>
                  <a:lnTo>
                    <a:pt x="7506108" y="1182361"/>
                  </a:lnTo>
                  <a:lnTo>
                    <a:pt x="7506953" y="1352949"/>
                  </a:lnTo>
                  <a:lnTo>
                    <a:pt x="7507798" y="1491072"/>
                  </a:lnTo>
                  <a:lnTo>
                    <a:pt x="7508643" y="1555133"/>
                  </a:lnTo>
                  <a:lnTo>
                    <a:pt x="7509488" y="1557494"/>
                  </a:lnTo>
                  <a:lnTo>
                    <a:pt x="7510333" y="1564928"/>
                  </a:lnTo>
                  <a:lnTo>
                    <a:pt x="7511178" y="1509993"/>
                  </a:lnTo>
                  <a:lnTo>
                    <a:pt x="7512023" y="1483705"/>
                  </a:lnTo>
                  <a:lnTo>
                    <a:pt x="7512869" y="1502014"/>
                  </a:lnTo>
                  <a:lnTo>
                    <a:pt x="7513714" y="1487483"/>
                  </a:lnTo>
                  <a:lnTo>
                    <a:pt x="7514559" y="1469507"/>
                  </a:lnTo>
                  <a:lnTo>
                    <a:pt x="7515404" y="1471980"/>
                  </a:lnTo>
                  <a:lnTo>
                    <a:pt x="7516249" y="1545662"/>
                  </a:lnTo>
                  <a:lnTo>
                    <a:pt x="7517094" y="1575715"/>
                  </a:lnTo>
                  <a:lnTo>
                    <a:pt x="7517939" y="1527609"/>
                  </a:lnTo>
                  <a:lnTo>
                    <a:pt x="7518784" y="1545873"/>
                  </a:lnTo>
                  <a:lnTo>
                    <a:pt x="7519629" y="1596349"/>
                  </a:lnTo>
                  <a:lnTo>
                    <a:pt x="7520474" y="1554224"/>
                  </a:lnTo>
                  <a:lnTo>
                    <a:pt x="7521319" y="1405149"/>
                  </a:lnTo>
                  <a:lnTo>
                    <a:pt x="7522165" y="1288383"/>
                  </a:lnTo>
                  <a:lnTo>
                    <a:pt x="7523010" y="1280858"/>
                  </a:lnTo>
                  <a:lnTo>
                    <a:pt x="7523855" y="1270267"/>
                  </a:lnTo>
                  <a:lnTo>
                    <a:pt x="7524700" y="1282712"/>
                  </a:lnTo>
                  <a:lnTo>
                    <a:pt x="7525545" y="1349117"/>
                  </a:lnTo>
                  <a:lnTo>
                    <a:pt x="7526390" y="1463337"/>
                  </a:lnTo>
                  <a:lnTo>
                    <a:pt x="7527235" y="1603047"/>
                  </a:lnTo>
                  <a:lnTo>
                    <a:pt x="7528080" y="1631000"/>
                  </a:lnTo>
                  <a:lnTo>
                    <a:pt x="7528925" y="1652763"/>
                  </a:lnTo>
                  <a:lnTo>
                    <a:pt x="7529770" y="1640796"/>
                  </a:lnTo>
                  <a:lnTo>
                    <a:pt x="7530615" y="1605922"/>
                  </a:lnTo>
                  <a:lnTo>
                    <a:pt x="7531461" y="1602736"/>
                  </a:lnTo>
                  <a:lnTo>
                    <a:pt x="7532306" y="1558736"/>
                  </a:lnTo>
                  <a:lnTo>
                    <a:pt x="7533151" y="1565108"/>
                  </a:lnTo>
                  <a:lnTo>
                    <a:pt x="7533996" y="1628718"/>
                  </a:lnTo>
                  <a:lnTo>
                    <a:pt x="7534841" y="1713983"/>
                  </a:lnTo>
                  <a:lnTo>
                    <a:pt x="7535686" y="1819311"/>
                  </a:lnTo>
                  <a:lnTo>
                    <a:pt x="7536531" y="1844927"/>
                  </a:lnTo>
                  <a:lnTo>
                    <a:pt x="7537376" y="1825449"/>
                  </a:lnTo>
                  <a:lnTo>
                    <a:pt x="7538221" y="1827517"/>
                  </a:lnTo>
                  <a:lnTo>
                    <a:pt x="7539066" y="1814831"/>
                  </a:lnTo>
                  <a:lnTo>
                    <a:pt x="7539911" y="1776458"/>
                  </a:lnTo>
                  <a:lnTo>
                    <a:pt x="7540757" y="1764420"/>
                  </a:lnTo>
                  <a:lnTo>
                    <a:pt x="7541602" y="1745343"/>
                  </a:lnTo>
                  <a:lnTo>
                    <a:pt x="7542447" y="1761478"/>
                  </a:lnTo>
                  <a:lnTo>
                    <a:pt x="7543292" y="1769509"/>
                  </a:lnTo>
                  <a:lnTo>
                    <a:pt x="7544137" y="1691659"/>
                  </a:lnTo>
                  <a:lnTo>
                    <a:pt x="7544982" y="1578687"/>
                  </a:lnTo>
                  <a:lnTo>
                    <a:pt x="7545827" y="1443794"/>
                  </a:lnTo>
                  <a:lnTo>
                    <a:pt x="7546672" y="1438628"/>
                  </a:lnTo>
                  <a:lnTo>
                    <a:pt x="7547517" y="1436754"/>
                  </a:lnTo>
                  <a:lnTo>
                    <a:pt x="7548362" y="1402353"/>
                  </a:lnTo>
                  <a:lnTo>
                    <a:pt x="7549207" y="1441477"/>
                  </a:lnTo>
                  <a:lnTo>
                    <a:pt x="7550053" y="1561416"/>
                  </a:lnTo>
                  <a:lnTo>
                    <a:pt x="7550898" y="1625143"/>
                  </a:lnTo>
                  <a:lnTo>
                    <a:pt x="7551743" y="1558824"/>
                  </a:lnTo>
                  <a:lnTo>
                    <a:pt x="7552588" y="1464602"/>
                  </a:lnTo>
                  <a:lnTo>
                    <a:pt x="7553433" y="1390077"/>
                  </a:lnTo>
                  <a:lnTo>
                    <a:pt x="7554278" y="1312031"/>
                  </a:lnTo>
                  <a:lnTo>
                    <a:pt x="7555123" y="1184417"/>
                  </a:lnTo>
                  <a:lnTo>
                    <a:pt x="7555968" y="1147952"/>
                  </a:lnTo>
                  <a:lnTo>
                    <a:pt x="7556813" y="1151505"/>
                  </a:lnTo>
                  <a:lnTo>
                    <a:pt x="7557658" y="1182243"/>
                  </a:lnTo>
                  <a:lnTo>
                    <a:pt x="7558503" y="1300830"/>
                  </a:lnTo>
                  <a:lnTo>
                    <a:pt x="7559349" y="1384471"/>
                  </a:lnTo>
                  <a:lnTo>
                    <a:pt x="7560194" y="1419336"/>
                  </a:lnTo>
                  <a:lnTo>
                    <a:pt x="7561039" y="1388298"/>
                  </a:lnTo>
                  <a:lnTo>
                    <a:pt x="7561884" y="1404137"/>
                  </a:lnTo>
                  <a:lnTo>
                    <a:pt x="7562729" y="1423746"/>
                  </a:lnTo>
                  <a:lnTo>
                    <a:pt x="7563574" y="1332266"/>
                  </a:lnTo>
                  <a:lnTo>
                    <a:pt x="7564419" y="1263491"/>
                  </a:lnTo>
                  <a:lnTo>
                    <a:pt x="7565264" y="1310021"/>
                  </a:lnTo>
                  <a:lnTo>
                    <a:pt x="7566109" y="1405407"/>
                  </a:lnTo>
                  <a:lnTo>
                    <a:pt x="7566954" y="1420431"/>
                  </a:lnTo>
                  <a:lnTo>
                    <a:pt x="7567800" y="1451158"/>
                  </a:lnTo>
                  <a:lnTo>
                    <a:pt x="7568645" y="1526743"/>
                  </a:lnTo>
                  <a:lnTo>
                    <a:pt x="7569490" y="1613865"/>
                  </a:lnTo>
                  <a:lnTo>
                    <a:pt x="7570335" y="1579782"/>
                  </a:lnTo>
                  <a:lnTo>
                    <a:pt x="7571180" y="1484731"/>
                  </a:lnTo>
                  <a:lnTo>
                    <a:pt x="7572025" y="1500856"/>
                  </a:lnTo>
                  <a:lnTo>
                    <a:pt x="7572870" y="1586382"/>
                  </a:lnTo>
                  <a:lnTo>
                    <a:pt x="7573715" y="1665685"/>
                  </a:lnTo>
                  <a:lnTo>
                    <a:pt x="7574560" y="1707854"/>
                  </a:lnTo>
                  <a:lnTo>
                    <a:pt x="7575405" y="1798847"/>
                  </a:lnTo>
                  <a:lnTo>
                    <a:pt x="7576250" y="1930226"/>
                  </a:lnTo>
                  <a:lnTo>
                    <a:pt x="7577096" y="1994934"/>
                  </a:lnTo>
                  <a:lnTo>
                    <a:pt x="7577941" y="1961899"/>
                  </a:lnTo>
                  <a:lnTo>
                    <a:pt x="7578786" y="1907468"/>
                  </a:lnTo>
                  <a:lnTo>
                    <a:pt x="7579631" y="1873171"/>
                  </a:lnTo>
                  <a:lnTo>
                    <a:pt x="7580476" y="1820135"/>
                  </a:lnTo>
                  <a:lnTo>
                    <a:pt x="7581321" y="1755642"/>
                  </a:lnTo>
                  <a:lnTo>
                    <a:pt x="7582166" y="1707592"/>
                  </a:lnTo>
                  <a:lnTo>
                    <a:pt x="7583011" y="1635052"/>
                  </a:lnTo>
                  <a:lnTo>
                    <a:pt x="7583856" y="1562764"/>
                  </a:lnTo>
                  <a:lnTo>
                    <a:pt x="7584701" y="1514045"/>
                  </a:lnTo>
                  <a:lnTo>
                    <a:pt x="7585546" y="1512107"/>
                  </a:lnTo>
                  <a:lnTo>
                    <a:pt x="7586392" y="1490850"/>
                  </a:lnTo>
                  <a:lnTo>
                    <a:pt x="7587237" y="1409667"/>
                  </a:lnTo>
                  <a:lnTo>
                    <a:pt x="7588082" y="1406869"/>
                  </a:lnTo>
                  <a:lnTo>
                    <a:pt x="7588927" y="1485418"/>
                  </a:lnTo>
                  <a:lnTo>
                    <a:pt x="7589772" y="1525563"/>
                  </a:lnTo>
                  <a:lnTo>
                    <a:pt x="7590617" y="1539595"/>
                  </a:lnTo>
                  <a:lnTo>
                    <a:pt x="7591462" y="1556432"/>
                  </a:lnTo>
                  <a:lnTo>
                    <a:pt x="7592307" y="1639213"/>
                  </a:lnTo>
                  <a:lnTo>
                    <a:pt x="7593152" y="1729693"/>
                  </a:lnTo>
                  <a:lnTo>
                    <a:pt x="7593997" y="1738743"/>
                  </a:lnTo>
                  <a:lnTo>
                    <a:pt x="7594842" y="1754662"/>
                  </a:lnTo>
                  <a:lnTo>
                    <a:pt x="7595688" y="1742177"/>
                  </a:lnTo>
                  <a:lnTo>
                    <a:pt x="7596533" y="1767111"/>
                  </a:lnTo>
                  <a:lnTo>
                    <a:pt x="7597378" y="1801289"/>
                  </a:lnTo>
                  <a:lnTo>
                    <a:pt x="7598223" y="1815540"/>
                  </a:lnTo>
                  <a:lnTo>
                    <a:pt x="7599068" y="1818369"/>
                  </a:lnTo>
                  <a:lnTo>
                    <a:pt x="7599913" y="1778996"/>
                  </a:lnTo>
                  <a:lnTo>
                    <a:pt x="7600758" y="1793052"/>
                  </a:lnTo>
                  <a:lnTo>
                    <a:pt x="7601603" y="1813832"/>
                  </a:lnTo>
                  <a:lnTo>
                    <a:pt x="7602448" y="1796972"/>
                  </a:lnTo>
                  <a:lnTo>
                    <a:pt x="7603293" y="1734672"/>
                  </a:lnTo>
                  <a:lnTo>
                    <a:pt x="7604138" y="1642295"/>
                  </a:lnTo>
                  <a:lnTo>
                    <a:pt x="7604984" y="1593577"/>
                  </a:lnTo>
                  <a:lnTo>
                    <a:pt x="7605829" y="1529730"/>
                  </a:lnTo>
                  <a:lnTo>
                    <a:pt x="7606674" y="1469378"/>
                  </a:lnTo>
                  <a:lnTo>
                    <a:pt x="7607519" y="1466830"/>
                  </a:lnTo>
                  <a:lnTo>
                    <a:pt x="7608364" y="1448157"/>
                  </a:lnTo>
                  <a:lnTo>
                    <a:pt x="7609209" y="1507915"/>
                  </a:lnTo>
                  <a:lnTo>
                    <a:pt x="7610054" y="1636957"/>
                  </a:lnTo>
                  <a:lnTo>
                    <a:pt x="7610899" y="1755824"/>
                  </a:lnTo>
                  <a:lnTo>
                    <a:pt x="7611744" y="1834431"/>
                  </a:lnTo>
                  <a:lnTo>
                    <a:pt x="7612589" y="1860663"/>
                  </a:lnTo>
                  <a:lnTo>
                    <a:pt x="7613434" y="1969551"/>
                  </a:lnTo>
                  <a:lnTo>
                    <a:pt x="7614280" y="2074650"/>
                  </a:lnTo>
                  <a:lnTo>
                    <a:pt x="7615125" y="2096601"/>
                  </a:lnTo>
                  <a:lnTo>
                    <a:pt x="7615970" y="2096710"/>
                  </a:lnTo>
                  <a:lnTo>
                    <a:pt x="7616815" y="2085612"/>
                  </a:lnTo>
                  <a:lnTo>
                    <a:pt x="7617660" y="2066439"/>
                  </a:lnTo>
                  <a:lnTo>
                    <a:pt x="7618505" y="1982352"/>
                  </a:lnTo>
                  <a:lnTo>
                    <a:pt x="7619350" y="1877421"/>
                  </a:lnTo>
                  <a:lnTo>
                    <a:pt x="7620195" y="1817089"/>
                  </a:lnTo>
                  <a:lnTo>
                    <a:pt x="7621040" y="1747447"/>
                  </a:lnTo>
                  <a:lnTo>
                    <a:pt x="7621885" y="1708214"/>
                  </a:lnTo>
                  <a:lnTo>
                    <a:pt x="7622730" y="1708835"/>
                  </a:lnTo>
                  <a:lnTo>
                    <a:pt x="7623576" y="1773699"/>
                  </a:lnTo>
                  <a:lnTo>
                    <a:pt x="7624421" y="1812863"/>
                  </a:lnTo>
                  <a:lnTo>
                    <a:pt x="7625266" y="1733893"/>
                  </a:lnTo>
                  <a:lnTo>
                    <a:pt x="7626111" y="1638344"/>
                  </a:lnTo>
                  <a:lnTo>
                    <a:pt x="7626956" y="1538526"/>
                  </a:lnTo>
                  <a:lnTo>
                    <a:pt x="7627801" y="1407197"/>
                  </a:lnTo>
                  <a:lnTo>
                    <a:pt x="7628646" y="1269392"/>
                  </a:lnTo>
                  <a:lnTo>
                    <a:pt x="7629491" y="1183364"/>
                  </a:lnTo>
                  <a:lnTo>
                    <a:pt x="7630336" y="1190048"/>
                  </a:lnTo>
                  <a:lnTo>
                    <a:pt x="7631181" y="1249113"/>
                  </a:lnTo>
                  <a:lnTo>
                    <a:pt x="7632027" y="1293088"/>
                  </a:lnTo>
                  <a:lnTo>
                    <a:pt x="7632872" y="1353005"/>
                  </a:lnTo>
                  <a:lnTo>
                    <a:pt x="7633717" y="1439214"/>
                  </a:lnTo>
                  <a:lnTo>
                    <a:pt x="7634562" y="1550046"/>
                  </a:lnTo>
                  <a:lnTo>
                    <a:pt x="7635407" y="1622279"/>
                  </a:lnTo>
                  <a:lnTo>
                    <a:pt x="7636252" y="1684034"/>
                  </a:lnTo>
                  <a:lnTo>
                    <a:pt x="7637097" y="1769150"/>
                  </a:lnTo>
                  <a:lnTo>
                    <a:pt x="7637942" y="1832252"/>
                  </a:lnTo>
                  <a:lnTo>
                    <a:pt x="7638787" y="1866909"/>
                  </a:lnTo>
                  <a:lnTo>
                    <a:pt x="7639632" y="1869460"/>
                  </a:lnTo>
                  <a:lnTo>
                    <a:pt x="7640477" y="1899010"/>
                  </a:lnTo>
                  <a:lnTo>
                    <a:pt x="7641323" y="1912324"/>
                  </a:lnTo>
                  <a:lnTo>
                    <a:pt x="7642168" y="1905383"/>
                  </a:lnTo>
                  <a:lnTo>
                    <a:pt x="7643013" y="1906768"/>
                  </a:lnTo>
                  <a:lnTo>
                    <a:pt x="7643858" y="1910450"/>
                  </a:lnTo>
                  <a:lnTo>
                    <a:pt x="7644703" y="1907655"/>
                  </a:lnTo>
                  <a:lnTo>
                    <a:pt x="7645548" y="1904213"/>
                  </a:lnTo>
                  <a:lnTo>
                    <a:pt x="7646393" y="1920362"/>
                  </a:lnTo>
                  <a:lnTo>
                    <a:pt x="7647238" y="1919815"/>
                  </a:lnTo>
                  <a:lnTo>
                    <a:pt x="7648083" y="1909704"/>
                  </a:lnTo>
                  <a:lnTo>
                    <a:pt x="7648928" y="1877586"/>
                  </a:lnTo>
                  <a:lnTo>
                    <a:pt x="7649773" y="1836833"/>
                  </a:lnTo>
                  <a:lnTo>
                    <a:pt x="7650619" y="1843285"/>
                  </a:lnTo>
                  <a:lnTo>
                    <a:pt x="7651464" y="1868829"/>
                  </a:lnTo>
                  <a:lnTo>
                    <a:pt x="7652309" y="1865255"/>
                  </a:lnTo>
                  <a:lnTo>
                    <a:pt x="7653154" y="1834449"/>
                  </a:lnTo>
                  <a:lnTo>
                    <a:pt x="7653999" y="1850431"/>
                  </a:lnTo>
                  <a:lnTo>
                    <a:pt x="7654844" y="1848738"/>
                  </a:lnTo>
                  <a:lnTo>
                    <a:pt x="7655689" y="1839472"/>
                  </a:lnTo>
                  <a:lnTo>
                    <a:pt x="7656534" y="1863257"/>
                  </a:lnTo>
                  <a:lnTo>
                    <a:pt x="7657379" y="1845849"/>
                  </a:lnTo>
                  <a:lnTo>
                    <a:pt x="7658224" y="1860991"/>
                  </a:lnTo>
                  <a:lnTo>
                    <a:pt x="7659069" y="1861555"/>
                  </a:lnTo>
                  <a:lnTo>
                    <a:pt x="7659915" y="1873684"/>
                  </a:lnTo>
                  <a:lnTo>
                    <a:pt x="7660760" y="1866710"/>
                  </a:lnTo>
                  <a:lnTo>
                    <a:pt x="7661605" y="1774183"/>
                  </a:lnTo>
                  <a:lnTo>
                    <a:pt x="7662450" y="1825664"/>
                  </a:lnTo>
                  <a:lnTo>
                    <a:pt x="7663295" y="1853923"/>
                  </a:lnTo>
                  <a:lnTo>
                    <a:pt x="7664140" y="1859197"/>
                  </a:lnTo>
                  <a:lnTo>
                    <a:pt x="7664985" y="1827478"/>
                  </a:lnTo>
                  <a:lnTo>
                    <a:pt x="7665830" y="1765154"/>
                  </a:lnTo>
                  <a:lnTo>
                    <a:pt x="7666675" y="1748693"/>
                  </a:lnTo>
                  <a:lnTo>
                    <a:pt x="7667520" y="1717120"/>
                  </a:lnTo>
                  <a:lnTo>
                    <a:pt x="7668365" y="1661871"/>
                  </a:lnTo>
                  <a:lnTo>
                    <a:pt x="7669211" y="1584631"/>
                  </a:lnTo>
                  <a:lnTo>
                    <a:pt x="7670056" y="1535943"/>
                  </a:lnTo>
                  <a:lnTo>
                    <a:pt x="7670901" y="1507873"/>
                  </a:lnTo>
                  <a:lnTo>
                    <a:pt x="7671746" y="1562120"/>
                  </a:lnTo>
                  <a:lnTo>
                    <a:pt x="7672591" y="1589800"/>
                  </a:lnTo>
                  <a:lnTo>
                    <a:pt x="7673436" y="1661035"/>
                  </a:lnTo>
                  <a:lnTo>
                    <a:pt x="7674281" y="1749490"/>
                  </a:lnTo>
                  <a:lnTo>
                    <a:pt x="7675126" y="1788834"/>
                  </a:lnTo>
                  <a:lnTo>
                    <a:pt x="7675971" y="1802323"/>
                  </a:lnTo>
                  <a:lnTo>
                    <a:pt x="7676816" y="1756938"/>
                  </a:lnTo>
                  <a:lnTo>
                    <a:pt x="7677661" y="1754725"/>
                  </a:lnTo>
                  <a:lnTo>
                    <a:pt x="7678507" y="1736668"/>
                  </a:lnTo>
                  <a:lnTo>
                    <a:pt x="7679352" y="1709011"/>
                  </a:lnTo>
                  <a:lnTo>
                    <a:pt x="7680197" y="1773184"/>
                  </a:lnTo>
                  <a:lnTo>
                    <a:pt x="7681042" y="1881804"/>
                  </a:lnTo>
                  <a:lnTo>
                    <a:pt x="7681887" y="1914386"/>
                  </a:lnTo>
                  <a:lnTo>
                    <a:pt x="7682732" y="1855824"/>
                  </a:lnTo>
                  <a:lnTo>
                    <a:pt x="7683577" y="1824895"/>
                  </a:lnTo>
                  <a:lnTo>
                    <a:pt x="7684422" y="1750857"/>
                  </a:lnTo>
                  <a:lnTo>
                    <a:pt x="7685267" y="1652309"/>
                  </a:lnTo>
                  <a:lnTo>
                    <a:pt x="7686112" y="1561482"/>
                  </a:lnTo>
                  <a:lnTo>
                    <a:pt x="7686957" y="1571075"/>
                  </a:lnTo>
                  <a:lnTo>
                    <a:pt x="7687803" y="1659433"/>
                  </a:lnTo>
                  <a:lnTo>
                    <a:pt x="7688648" y="1717259"/>
                  </a:lnTo>
                  <a:lnTo>
                    <a:pt x="7689493" y="1768316"/>
                  </a:lnTo>
                  <a:lnTo>
                    <a:pt x="7690338" y="1812474"/>
                  </a:lnTo>
                  <a:lnTo>
                    <a:pt x="7691183" y="1825365"/>
                  </a:lnTo>
                  <a:lnTo>
                    <a:pt x="7692028" y="1851138"/>
                  </a:lnTo>
                  <a:lnTo>
                    <a:pt x="7692873" y="1854637"/>
                  </a:lnTo>
                  <a:lnTo>
                    <a:pt x="7693718" y="1869872"/>
                  </a:lnTo>
                  <a:lnTo>
                    <a:pt x="7694563" y="1919757"/>
                  </a:lnTo>
                  <a:lnTo>
                    <a:pt x="7695408" y="1941499"/>
                  </a:lnTo>
                  <a:lnTo>
                    <a:pt x="7696254" y="1963822"/>
                  </a:lnTo>
                  <a:lnTo>
                    <a:pt x="7697099" y="1877316"/>
                  </a:lnTo>
                  <a:lnTo>
                    <a:pt x="7697944" y="1781624"/>
                  </a:lnTo>
                  <a:lnTo>
                    <a:pt x="7698789" y="1746889"/>
                  </a:lnTo>
                  <a:lnTo>
                    <a:pt x="7699634" y="1715142"/>
                  </a:lnTo>
                  <a:lnTo>
                    <a:pt x="7700479" y="1748827"/>
                  </a:lnTo>
                  <a:lnTo>
                    <a:pt x="7701324" y="1772005"/>
                  </a:lnTo>
                  <a:lnTo>
                    <a:pt x="7702169" y="1818032"/>
                  </a:lnTo>
                  <a:lnTo>
                    <a:pt x="7703014" y="1862109"/>
                  </a:lnTo>
                  <a:lnTo>
                    <a:pt x="7703859" y="1862074"/>
                  </a:lnTo>
                  <a:lnTo>
                    <a:pt x="7704704" y="1885928"/>
                  </a:lnTo>
                  <a:lnTo>
                    <a:pt x="7705550" y="1888310"/>
                  </a:lnTo>
                  <a:lnTo>
                    <a:pt x="7706395" y="1886873"/>
                  </a:lnTo>
                  <a:lnTo>
                    <a:pt x="7707240" y="1923728"/>
                  </a:lnTo>
                  <a:lnTo>
                    <a:pt x="7708085" y="1935582"/>
                  </a:lnTo>
                  <a:lnTo>
                    <a:pt x="7708930" y="1911006"/>
                  </a:lnTo>
                  <a:lnTo>
                    <a:pt x="7709775" y="1879804"/>
                  </a:lnTo>
                  <a:lnTo>
                    <a:pt x="7710620" y="1865248"/>
                  </a:lnTo>
                  <a:lnTo>
                    <a:pt x="7711465" y="1843813"/>
                  </a:lnTo>
                  <a:lnTo>
                    <a:pt x="7712310" y="1828278"/>
                  </a:lnTo>
                  <a:lnTo>
                    <a:pt x="7713155" y="1859759"/>
                  </a:lnTo>
                  <a:lnTo>
                    <a:pt x="7714000" y="1885392"/>
                  </a:lnTo>
                  <a:lnTo>
                    <a:pt x="7714846" y="1878975"/>
                  </a:lnTo>
                  <a:lnTo>
                    <a:pt x="7715691" y="1872819"/>
                  </a:lnTo>
                  <a:lnTo>
                    <a:pt x="7716536" y="1867449"/>
                  </a:lnTo>
                  <a:lnTo>
                    <a:pt x="7717381" y="1808485"/>
                  </a:lnTo>
                  <a:lnTo>
                    <a:pt x="7718226" y="1771383"/>
                  </a:lnTo>
                  <a:lnTo>
                    <a:pt x="7719071" y="1800493"/>
                  </a:lnTo>
                  <a:lnTo>
                    <a:pt x="7719916" y="1860619"/>
                  </a:lnTo>
                  <a:lnTo>
                    <a:pt x="7720761" y="1887916"/>
                  </a:lnTo>
                  <a:lnTo>
                    <a:pt x="7721606" y="1929027"/>
                  </a:lnTo>
                  <a:lnTo>
                    <a:pt x="7722451" y="1937710"/>
                  </a:lnTo>
                  <a:lnTo>
                    <a:pt x="7723296" y="1836316"/>
                  </a:lnTo>
                  <a:lnTo>
                    <a:pt x="7724142" y="1723424"/>
                  </a:lnTo>
                  <a:lnTo>
                    <a:pt x="7724987" y="1649859"/>
                  </a:lnTo>
                  <a:lnTo>
                    <a:pt x="7725832" y="1603563"/>
                  </a:lnTo>
                  <a:lnTo>
                    <a:pt x="7726677" y="1603335"/>
                  </a:lnTo>
                  <a:lnTo>
                    <a:pt x="7727522" y="1672673"/>
                  </a:lnTo>
                  <a:lnTo>
                    <a:pt x="7728367" y="1734728"/>
                  </a:lnTo>
                  <a:lnTo>
                    <a:pt x="7729212" y="1752978"/>
                  </a:lnTo>
                  <a:lnTo>
                    <a:pt x="7730057" y="1757055"/>
                  </a:lnTo>
                  <a:lnTo>
                    <a:pt x="7730902" y="1709466"/>
                  </a:lnTo>
                  <a:lnTo>
                    <a:pt x="7731747" y="1609495"/>
                  </a:lnTo>
                  <a:lnTo>
                    <a:pt x="7732592" y="1529071"/>
                  </a:lnTo>
                  <a:lnTo>
                    <a:pt x="7733438" y="1542069"/>
                  </a:lnTo>
                  <a:lnTo>
                    <a:pt x="7734283" y="1546103"/>
                  </a:lnTo>
                  <a:lnTo>
                    <a:pt x="7735128" y="1493967"/>
                  </a:lnTo>
                  <a:lnTo>
                    <a:pt x="7735973" y="1505051"/>
                  </a:lnTo>
                  <a:lnTo>
                    <a:pt x="7736818" y="1608719"/>
                  </a:lnTo>
                  <a:lnTo>
                    <a:pt x="7737663" y="1657896"/>
                  </a:lnTo>
                  <a:lnTo>
                    <a:pt x="7738508" y="1662248"/>
                  </a:lnTo>
                  <a:lnTo>
                    <a:pt x="7739353" y="1725076"/>
                  </a:lnTo>
                  <a:lnTo>
                    <a:pt x="7740198" y="1838537"/>
                  </a:lnTo>
                  <a:lnTo>
                    <a:pt x="7741043" y="1911388"/>
                  </a:lnTo>
                  <a:lnTo>
                    <a:pt x="7741888" y="1850394"/>
                  </a:lnTo>
                  <a:lnTo>
                    <a:pt x="7742734" y="1785133"/>
                  </a:lnTo>
                  <a:lnTo>
                    <a:pt x="7743579" y="1813605"/>
                  </a:lnTo>
                  <a:lnTo>
                    <a:pt x="7744424" y="1820687"/>
                  </a:lnTo>
                  <a:lnTo>
                    <a:pt x="7745269" y="1834074"/>
                  </a:lnTo>
                  <a:lnTo>
                    <a:pt x="7746114" y="1845679"/>
                  </a:lnTo>
                  <a:lnTo>
                    <a:pt x="7746959" y="1869060"/>
                  </a:lnTo>
                  <a:lnTo>
                    <a:pt x="7747804" y="1928294"/>
                  </a:lnTo>
                  <a:lnTo>
                    <a:pt x="7748649" y="1944428"/>
                  </a:lnTo>
                  <a:lnTo>
                    <a:pt x="7749494" y="1946227"/>
                  </a:lnTo>
                  <a:lnTo>
                    <a:pt x="7750339" y="1902703"/>
                  </a:lnTo>
                  <a:lnTo>
                    <a:pt x="7751185" y="1894417"/>
                  </a:lnTo>
                  <a:lnTo>
                    <a:pt x="7752030" y="1931140"/>
                  </a:lnTo>
                  <a:lnTo>
                    <a:pt x="7752875" y="1942629"/>
                  </a:lnTo>
                  <a:lnTo>
                    <a:pt x="7753720" y="1921187"/>
                  </a:lnTo>
                  <a:lnTo>
                    <a:pt x="7754565" y="1903001"/>
                  </a:lnTo>
                  <a:lnTo>
                    <a:pt x="7755410" y="1886449"/>
                  </a:lnTo>
                  <a:lnTo>
                    <a:pt x="7756255" y="1852085"/>
                  </a:lnTo>
                  <a:lnTo>
                    <a:pt x="7757100" y="1799852"/>
                  </a:lnTo>
                  <a:lnTo>
                    <a:pt x="7757945" y="1744645"/>
                  </a:lnTo>
                  <a:lnTo>
                    <a:pt x="7758790" y="1687673"/>
                  </a:lnTo>
                  <a:lnTo>
                    <a:pt x="7759635" y="1658579"/>
                  </a:lnTo>
                  <a:lnTo>
                    <a:pt x="7760481" y="1644242"/>
                  </a:lnTo>
                  <a:lnTo>
                    <a:pt x="7761326" y="1644710"/>
                  </a:lnTo>
                  <a:lnTo>
                    <a:pt x="7762171" y="1702818"/>
                  </a:lnTo>
                  <a:lnTo>
                    <a:pt x="7763016" y="1736936"/>
                  </a:lnTo>
                  <a:lnTo>
                    <a:pt x="7763861" y="1731381"/>
                  </a:lnTo>
                  <a:lnTo>
                    <a:pt x="7764706" y="1726687"/>
                  </a:lnTo>
                  <a:lnTo>
                    <a:pt x="7765551" y="1791749"/>
                  </a:lnTo>
                  <a:lnTo>
                    <a:pt x="7766396" y="1741592"/>
                  </a:lnTo>
                  <a:lnTo>
                    <a:pt x="7767241" y="1590342"/>
                  </a:lnTo>
                  <a:lnTo>
                    <a:pt x="7768086" y="1497039"/>
                  </a:lnTo>
                  <a:lnTo>
                    <a:pt x="7768931" y="1448680"/>
                  </a:lnTo>
                  <a:lnTo>
                    <a:pt x="7769777" y="1389121"/>
                  </a:lnTo>
                  <a:lnTo>
                    <a:pt x="7770622" y="1270503"/>
                  </a:lnTo>
                  <a:lnTo>
                    <a:pt x="7771467" y="1254714"/>
                  </a:lnTo>
                  <a:lnTo>
                    <a:pt x="7772312" y="1310516"/>
                  </a:lnTo>
                  <a:lnTo>
                    <a:pt x="7773157" y="1355975"/>
                  </a:lnTo>
                  <a:lnTo>
                    <a:pt x="7774002" y="1399979"/>
                  </a:lnTo>
                  <a:lnTo>
                    <a:pt x="7774847" y="1440044"/>
                  </a:lnTo>
                  <a:lnTo>
                    <a:pt x="7775692" y="1436212"/>
                  </a:lnTo>
                  <a:lnTo>
                    <a:pt x="7776537" y="1404529"/>
                  </a:lnTo>
                  <a:lnTo>
                    <a:pt x="7777382" y="1386698"/>
                  </a:lnTo>
                  <a:lnTo>
                    <a:pt x="7778227" y="1334440"/>
                  </a:lnTo>
                  <a:lnTo>
                    <a:pt x="7779073" y="1254080"/>
                  </a:lnTo>
                  <a:lnTo>
                    <a:pt x="7779918" y="1175690"/>
                  </a:lnTo>
                  <a:lnTo>
                    <a:pt x="7780763" y="1169379"/>
                  </a:lnTo>
                  <a:lnTo>
                    <a:pt x="7781608" y="1241682"/>
                  </a:lnTo>
                  <a:lnTo>
                    <a:pt x="7782453" y="1260392"/>
                  </a:lnTo>
                  <a:lnTo>
                    <a:pt x="7783298" y="1294929"/>
                  </a:lnTo>
                  <a:lnTo>
                    <a:pt x="7784143" y="1393287"/>
                  </a:lnTo>
                  <a:lnTo>
                    <a:pt x="7784988" y="1460322"/>
                  </a:lnTo>
                  <a:lnTo>
                    <a:pt x="7785833" y="1440731"/>
                  </a:lnTo>
                  <a:lnTo>
                    <a:pt x="7786678" y="1348905"/>
                  </a:lnTo>
                  <a:lnTo>
                    <a:pt x="7787523" y="1297952"/>
                  </a:lnTo>
                  <a:lnTo>
                    <a:pt x="7788369" y="1243082"/>
                  </a:lnTo>
                  <a:lnTo>
                    <a:pt x="7789214" y="1134355"/>
                  </a:lnTo>
                  <a:lnTo>
                    <a:pt x="7790059" y="1044771"/>
                  </a:lnTo>
                  <a:lnTo>
                    <a:pt x="7790904" y="988072"/>
                  </a:lnTo>
                  <a:lnTo>
                    <a:pt x="7791749" y="955882"/>
                  </a:lnTo>
                  <a:lnTo>
                    <a:pt x="7792594" y="893960"/>
                  </a:lnTo>
                  <a:lnTo>
                    <a:pt x="7793439" y="885307"/>
                  </a:lnTo>
                  <a:lnTo>
                    <a:pt x="7794284" y="963564"/>
                  </a:lnTo>
                  <a:lnTo>
                    <a:pt x="7795129" y="1032993"/>
                  </a:lnTo>
                  <a:lnTo>
                    <a:pt x="7795974" y="1161849"/>
                  </a:lnTo>
                  <a:lnTo>
                    <a:pt x="7796819" y="1304757"/>
                  </a:lnTo>
                  <a:lnTo>
                    <a:pt x="7797665" y="1464877"/>
                  </a:lnTo>
                  <a:lnTo>
                    <a:pt x="7798510" y="1552009"/>
                  </a:lnTo>
                  <a:lnTo>
                    <a:pt x="7799355" y="1547088"/>
                  </a:lnTo>
                  <a:lnTo>
                    <a:pt x="7800200" y="1562667"/>
                  </a:lnTo>
                  <a:lnTo>
                    <a:pt x="7801045" y="1549693"/>
                  </a:lnTo>
                  <a:lnTo>
                    <a:pt x="7801890" y="1476621"/>
                  </a:lnTo>
                  <a:lnTo>
                    <a:pt x="7802735" y="1371165"/>
                  </a:lnTo>
                  <a:lnTo>
                    <a:pt x="7803580" y="1313997"/>
                  </a:lnTo>
                  <a:lnTo>
                    <a:pt x="7804425" y="1395472"/>
                  </a:lnTo>
                  <a:lnTo>
                    <a:pt x="7805270" y="1514775"/>
                  </a:lnTo>
                  <a:lnTo>
                    <a:pt x="7806115" y="1547161"/>
                  </a:lnTo>
                  <a:lnTo>
                    <a:pt x="7806961" y="1630090"/>
                  </a:lnTo>
                  <a:lnTo>
                    <a:pt x="7807806" y="1707755"/>
                  </a:lnTo>
                  <a:lnTo>
                    <a:pt x="7808651" y="1795095"/>
                  </a:lnTo>
                  <a:lnTo>
                    <a:pt x="7809496" y="1839458"/>
                  </a:lnTo>
                  <a:lnTo>
                    <a:pt x="7810341" y="1813653"/>
                  </a:lnTo>
                  <a:lnTo>
                    <a:pt x="7811186" y="1857257"/>
                  </a:lnTo>
                  <a:lnTo>
                    <a:pt x="7812031" y="1885103"/>
                  </a:lnTo>
                  <a:lnTo>
                    <a:pt x="7812876" y="1939534"/>
                  </a:lnTo>
                  <a:lnTo>
                    <a:pt x="7813721" y="1981502"/>
                  </a:lnTo>
                  <a:lnTo>
                    <a:pt x="7814566" y="1957046"/>
                  </a:lnTo>
                  <a:lnTo>
                    <a:pt x="7815412" y="1947965"/>
                  </a:lnTo>
                  <a:lnTo>
                    <a:pt x="7816257" y="1958006"/>
                  </a:lnTo>
                  <a:lnTo>
                    <a:pt x="7817102" y="1960940"/>
                  </a:lnTo>
                  <a:lnTo>
                    <a:pt x="7817947" y="1929083"/>
                  </a:lnTo>
                  <a:lnTo>
                    <a:pt x="7818792" y="1877826"/>
                  </a:lnTo>
                  <a:lnTo>
                    <a:pt x="7819637" y="1845457"/>
                  </a:lnTo>
                  <a:lnTo>
                    <a:pt x="7820482" y="1824576"/>
                  </a:lnTo>
                  <a:lnTo>
                    <a:pt x="7821327" y="1808035"/>
                  </a:lnTo>
                  <a:lnTo>
                    <a:pt x="7822172" y="1792641"/>
                  </a:lnTo>
                  <a:lnTo>
                    <a:pt x="7823017" y="1818854"/>
                  </a:lnTo>
                  <a:lnTo>
                    <a:pt x="7823862" y="1858919"/>
                  </a:lnTo>
                  <a:lnTo>
                    <a:pt x="7824708" y="1835475"/>
                  </a:lnTo>
                  <a:lnTo>
                    <a:pt x="7825553" y="1822038"/>
                  </a:lnTo>
                  <a:lnTo>
                    <a:pt x="7826398" y="1781016"/>
                  </a:lnTo>
                  <a:lnTo>
                    <a:pt x="7827243" y="1743231"/>
                  </a:lnTo>
                  <a:lnTo>
                    <a:pt x="7828088" y="1705518"/>
                  </a:lnTo>
                  <a:lnTo>
                    <a:pt x="7828933" y="1723538"/>
                  </a:lnTo>
                  <a:lnTo>
                    <a:pt x="7829778" y="1777886"/>
                  </a:lnTo>
                  <a:lnTo>
                    <a:pt x="7830623" y="1770711"/>
                  </a:lnTo>
                  <a:lnTo>
                    <a:pt x="7831468" y="1745240"/>
                  </a:lnTo>
                  <a:lnTo>
                    <a:pt x="7832313" y="1706024"/>
                  </a:lnTo>
                  <a:lnTo>
                    <a:pt x="7833158" y="1676077"/>
                  </a:lnTo>
                  <a:lnTo>
                    <a:pt x="7834004" y="1559974"/>
                  </a:lnTo>
                  <a:lnTo>
                    <a:pt x="7834849" y="1473676"/>
                  </a:lnTo>
                  <a:lnTo>
                    <a:pt x="7835694" y="1444634"/>
                  </a:lnTo>
                  <a:lnTo>
                    <a:pt x="7836539" y="1439056"/>
                  </a:lnTo>
                  <a:lnTo>
                    <a:pt x="7837384" y="1471614"/>
                  </a:lnTo>
                  <a:lnTo>
                    <a:pt x="7838229" y="1502491"/>
                  </a:lnTo>
                  <a:lnTo>
                    <a:pt x="7839074" y="1550775"/>
                  </a:lnTo>
                  <a:lnTo>
                    <a:pt x="7839919" y="1555709"/>
                  </a:lnTo>
                  <a:lnTo>
                    <a:pt x="7840764" y="1555382"/>
                  </a:lnTo>
                  <a:lnTo>
                    <a:pt x="7841609" y="1557360"/>
                  </a:lnTo>
                  <a:lnTo>
                    <a:pt x="7842454" y="1548534"/>
                  </a:lnTo>
                  <a:lnTo>
                    <a:pt x="7843300" y="1543604"/>
                  </a:lnTo>
                  <a:lnTo>
                    <a:pt x="7844145" y="1516515"/>
                  </a:lnTo>
                  <a:lnTo>
                    <a:pt x="7844990" y="1503918"/>
                  </a:lnTo>
                  <a:lnTo>
                    <a:pt x="7845835" y="1513378"/>
                  </a:lnTo>
                  <a:lnTo>
                    <a:pt x="7846680" y="1553672"/>
                  </a:lnTo>
                  <a:lnTo>
                    <a:pt x="7847525" y="1607886"/>
                  </a:lnTo>
                  <a:lnTo>
                    <a:pt x="7848370" y="1632177"/>
                  </a:lnTo>
                  <a:lnTo>
                    <a:pt x="7849215" y="1692431"/>
                  </a:lnTo>
                  <a:lnTo>
                    <a:pt x="7850060" y="1830532"/>
                  </a:lnTo>
                  <a:lnTo>
                    <a:pt x="7850905" y="1919527"/>
                  </a:lnTo>
                  <a:lnTo>
                    <a:pt x="7851750" y="1927213"/>
                  </a:lnTo>
                  <a:lnTo>
                    <a:pt x="7852596" y="1949915"/>
                  </a:lnTo>
                  <a:lnTo>
                    <a:pt x="7853441" y="1998443"/>
                  </a:lnTo>
                  <a:lnTo>
                    <a:pt x="7854286" y="2028108"/>
                  </a:lnTo>
                  <a:lnTo>
                    <a:pt x="7855131" y="1939019"/>
                  </a:lnTo>
                  <a:lnTo>
                    <a:pt x="7855976" y="1891919"/>
                  </a:lnTo>
                  <a:lnTo>
                    <a:pt x="7856821" y="1939380"/>
                  </a:lnTo>
                  <a:lnTo>
                    <a:pt x="7857666" y="1957274"/>
                  </a:lnTo>
                  <a:lnTo>
                    <a:pt x="7858511" y="1965287"/>
                  </a:lnTo>
                  <a:lnTo>
                    <a:pt x="7859356" y="1968956"/>
                  </a:lnTo>
                  <a:lnTo>
                    <a:pt x="7860201" y="2035510"/>
                  </a:lnTo>
                  <a:lnTo>
                    <a:pt x="7861046" y="2085876"/>
                  </a:lnTo>
                  <a:lnTo>
                    <a:pt x="7861892" y="2080907"/>
                  </a:lnTo>
                  <a:lnTo>
                    <a:pt x="7862737" y="2002053"/>
                  </a:lnTo>
                  <a:lnTo>
                    <a:pt x="7863582" y="1913262"/>
                  </a:lnTo>
                  <a:lnTo>
                    <a:pt x="7864427" y="1873651"/>
                  </a:lnTo>
                  <a:lnTo>
                    <a:pt x="7865272" y="1838652"/>
                  </a:lnTo>
                  <a:lnTo>
                    <a:pt x="7866117" y="1805115"/>
                  </a:lnTo>
                  <a:lnTo>
                    <a:pt x="7866962" y="1796132"/>
                  </a:lnTo>
                  <a:lnTo>
                    <a:pt x="7867807" y="1860446"/>
                  </a:lnTo>
                  <a:lnTo>
                    <a:pt x="7868652" y="1898843"/>
                  </a:lnTo>
                  <a:lnTo>
                    <a:pt x="7869497" y="1924454"/>
                  </a:lnTo>
                  <a:lnTo>
                    <a:pt x="7870342" y="1964884"/>
                  </a:lnTo>
                  <a:lnTo>
                    <a:pt x="7871188" y="1983501"/>
                  </a:lnTo>
                  <a:lnTo>
                    <a:pt x="7872033" y="1946689"/>
                  </a:lnTo>
                  <a:lnTo>
                    <a:pt x="7872878" y="1895201"/>
                  </a:lnTo>
                  <a:lnTo>
                    <a:pt x="7873723" y="1908396"/>
                  </a:lnTo>
                  <a:lnTo>
                    <a:pt x="7874568" y="1926602"/>
                  </a:lnTo>
                  <a:lnTo>
                    <a:pt x="7875413" y="1912792"/>
                  </a:lnTo>
                  <a:lnTo>
                    <a:pt x="7876258" y="1889708"/>
                  </a:lnTo>
                  <a:lnTo>
                    <a:pt x="7877103" y="1922335"/>
                  </a:lnTo>
                  <a:lnTo>
                    <a:pt x="7877948" y="1965905"/>
                  </a:lnTo>
                  <a:lnTo>
                    <a:pt x="7878793" y="1952805"/>
                  </a:lnTo>
                  <a:lnTo>
                    <a:pt x="7879639" y="1885484"/>
                  </a:lnTo>
                  <a:lnTo>
                    <a:pt x="7880484" y="1881554"/>
                  </a:lnTo>
                  <a:lnTo>
                    <a:pt x="7881329" y="1902985"/>
                  </a:lnTo>
                  <a:lnTo>
                    <a:pt x="7882174" y="1871309"/>
                  </a:lnTo>
                  <a:lnTo>
                    <a:pt x="7883019" y="1803406"/>
                  </a:lnTo>
                  <a:lnTo>
                    <a:pt x="7883864" y="1794893"/>
                  </a:lnTo>
                  <a:lnTo>
                    <a:pt x="7884709" y="1823932"/>
                  </a:lnTo>
                  <a:lnTo>
                    <a:pt x="7885554" y="1743398"/>
                  </a:lnTo>
                  <a:lnTo>
                    <a:pt x="7886399" y="1673732"/>
                  </a:lnTo>
                  <a:lnTo>
                    <a:pt x="7887244" y="1706080"/>
                  </a:lnTo>
                  <a:lnTo>
                    <a:pt x="7888089" y="1811478"/>
                  </a:lnTo>
                  <a:lnTo>
                    <a:pt x="7888935" y="1874544"/>
                  </a:lnTo>
                  <a:lnTo>
                    <a:pt x="7889780" y="1903304"/>
                  </a:lnTo>
                  <a:lnTo>
                    <a:pt x="7890625" y="1967697"/>
                  </a:lnTo>
                  <a:lnTo>
                    <a:pt x="7891470" y="2035626"/>
                  </a:lnTo>
                  <a:lnTo>
                    <a:pt x="7892315" y="2005400"/>
                  </a:lnTo>
                  <a:lnTo>
                    <a:pt x="7893160" y="1953626"/>
                  </a:lnTo>
                  <a:lnTo>
                    <a:pt x="7894005" y="1912092"/>
                  </a:lnTo>
                  <a:lnTo>
                    <a:pt x="7894850" y="1907076"/>
                  </a:lnTo>
                  <a:lnTo>
                    <a:pt x="7895695" y="1907516"/>
                  </a:lnTo>
                  <a:lnTo>
                    <a:pt x="7896540" y="1899822"/>
                  </a:lnTo>
                  <a:lnTo>
                    <a:pt x="7897385" y="1927460"/>
                  </a:lnTo>
                  <a:lnTo>
                    <a:pt x="7898231" y="1893081"/>
                  </a:lnTo>
                  <a:lnTo>
                    <a:pt x="7899076" y="1889183"/>
                  </a:lnTo>
                  <a:lnTo>
                    <a:pt x="7899921" y="1883967"/>
                  </a:lnTo>
                  <a:lnTo>
                    <a:pt x="7900766" y="1854948"/>
                  </a:lnTo>
                  <a:lnTo>
                    <a:pt x="7901611" y="1785867"/>
                  </a:lnTo>
                  <a:lnTo>
                    <a:pt x="7902456" y="1725427"/>
                  </a:lnTo>
                  <a:lnTo>
                    <a:pt x="7903301" y="1682265"/>
                  </a:lnTo>
                  <a:lnTo>
                    <a:pt x="7904146" y="1583855"/>
                  </a:lnTo>
                  <a:lnTo>
                    <a:pt x="7904991" y="1524372"/>
                  </a:lnTo>
                  <a:lnTo>
                    <a:pt x="7905836" y="1488962"/>
                  </a:lnTo>
                  <a:lnTo>
                    <a:pt x="7906681" y="1428966"/>
                  </a:lnTo>
                  <a:lnTo>
                    <a:pt x="7907527" y="1394397"/>
                  </a:lnTo>
                  <a:lnTo>
                    <a:pt x="7908372" y="1471522"/>
                  </a:lnTo>
                  <a:lnTo>
                    <a:pt x="7909217" y="1540789"/>
                  </a:lnTo>
                  <a:lnTo>
                    <a:pt x="7910062" y="1463926"/>
                  </a:lnTo>
                  <a:lnTo>
                    <a:pt x="7910907" y="1400312"/>
                  </a:lnTo>
                  <a:lnTo>
                    <a:pt x="7911752" y="1468496"/>
                  </a:lnTo>
                  <a:lnTo>
                    <a:pt x="7912597" y="1529334"/>
                  </a:lnTo>
                  <a:lnTo>
                    <a:pt x="7913442" y="1489028"/>
                  </a:lnTo>
                  <a:lnTo>
                    <a:pt x="7914287" y="1492261"/>
                  </a:lnTo>
                  <a:lnTo>
                    <a:pt x="7915132" y="1576075"/>
                  </a:lnTo>
                  <a:lnTo>
                    <a:pt x="7915977" y="1659410"/>
                  </a:lnTo>
                  <a:lnTo>
                    <a:pt x="7916823" y="1666461"/>
                  </a:lnTo>
                  <a:lnTo>
                    <a:pt x="7917668" y="1624353"/>
                  </a:lnTo>
                  <a:lnTo>
                    <a:pt x="7918513" y="1555021"/>
                  </a:lnTo>
                  <a:lnTo>
                    <a:pt x="7919358" y="1490561"/>
                  </a:lnTo>
                  <a:lnTo>
                    <a:pt x="7920203" y="1465021"/>
                  </a:lnTo>
                  <a:lnTo>
                    <a:pt x="7921048" y="1453636"/>
                  </a:lnTo>
                  <a:lnTo>
                    <a:pt x="7921893" y="1421518"/>
                  </a:lnTo>
                  <a:lnTo>
                    <a:pt x="7922738" y="1355191"/>
                  </a:lnTo>
                  <a:lnTo>
                    <a:pt x="7923583" y="1333897"/>
                  </a:lnTo>
                  <a:lnTo>
                    <a:pt x="7924428" y="1291808"/>
                  </a:lnTo>
                  <a:lnTo>
                    <a:pt x="7925273" y="1243520"/>
                  </a:lnTo>
                  <a:lnTo>
                    <a:pt x="7926119" y="1182073"/>
                  </a:lnTo>
                  <a:lnTo>
                    <a:pt x="7926964" y="1188545"/>
                  </a:lnTo>
                  <a:lnTo>
                    <a:pt x="7927809" y="1250711"/>
                  </a:lnTo>
                  <a:lnTo>
                    <a:pt x="7928654" y="1258550"/>
                  </a:lnTo>
                  <a:lnTo>
                    <a:pt x="7929499" y="1245796"/>
                  </a:lnTo>
                  <a:lnTo>
                    <a:pt x="7930344" y="1272027"/>
                  </a:lnTo>
                  <a:lnTo>
                    <a:pt x="7931189" y="1366720"/>
                  </a:lnTo>
                  <a:lnTo>
                    <a:pt x="7932034" y="1353286"/>
                  </a:lnTo>
                  <a:lnTo>
                    <a:pt x="7932879" y="1291117"/>
                  </a:lnTo>
                  <a:lnTo>
                    <a:pt x="7933724" y="1309803"/>
                  </a:lnTo>
                  <a:lnTo>
                    <a:pt x="7934569" y="1356507"/>
                  </a:lnTo>
                  <a:lnTo>
                    <a:pt x="7935415" y="1357397"/>
                  </a:lnTo>
                  <a:lnTo>
                    <a:pt x="7936260" y="1275500"/>
                  </a:lnTo>
                  <a:lnTo>
                    <a:pt x="7937105" y="1304535"/>
                  </a:lnTo>
                  <a:lnTo>
                    <a:pt x="7937950" y="1334976"/>
                  </a:lnTo>
                  <a:lnTo>
                    <a:pt x="7938795" y="1323319"/>
                  </a:lnTo>
                  <a:lnTo>
                    <a:pt x="7939640" y="1393773"/>
                  </a:lnTo>
                  <a:lnTo>
                    <a:pt x="7940485" y="1463465"/>
                  </a:lnTo>
                  <a:lnTo>
                    <a:pt x="7941330" y="1483260"/>
                  </a:lnTo>
                  <a:lnTo>
                    <a:pt x="7942175" y="1473889"/>
                  </a:lnTo>
                  <a:lnTo>
                    <a:pt x="7943020" y="1487708"/>
                  </a:lnTo>
                  <a:lnTo>
                    <a:pt x="7943866" y="1485890"/>
                  </a:lnTo>
                  <a:lnTo>
                    <a:pt x="7944711" y="1423505"/>
                  </a:lnTo>
                  <a:lnTo>
                    <a:pt x="7945556" y="1401966"/>
                  </a:lnTo>
                  <a:lnTo>
                    <a:pt x="7946401" y="1447104"/>
                  </a:lnTo>
                  <a:lnTo>
                    <a:pt x="7947246" y="1436658"/>
                  </a:lnTo>
                  <a:lnTo>
                    <a:pt x="7948091" y="1453931"/>
                  </a:lnTo>
                  <a:lnTo>
                    <a:pt x="7948936" y="1500800"/>
                  </a:lnTo>
                  <a:lnTo>
                    <a:pt x="7949781" y="1545436"/>
                  </a:lnTo>
                  <a:lnTo>
                    <a:pt x="7950626" y="1528337"/>
                  </a:lnTo>
                  <a:lnTo>
                    <a:pt x="7951471" y="1505485"/>
                  </a:lnTo>
                  <a:lnTo>
                    <a:pt x="7952316" y="1533688"/>
                  </a:lnTo>
                  <a:lnTo>
                    <a:pt x="7953162" y="1551627"/>
                  </a:lnTo>
                  <a:lnTo>
                    <a:pt x="7954007" y="1572637"/>
                  </a:lnTo>
                  <a:lnTo>
                    <a:pt x="7954852" y="1624024"/>
                  </a:lnTo>
                  <a:lnTo>
                    <a:pt x="7955697" y="1675496"/>
                  </a:lnTo>
                  <a:lnTo>
                    <a:pt x="7956542" y="1723309"/>
                  </a:lnTo>
                  <a:lnTo>
                    <a:pt x="7957387" y="1750057"/>
                  </a:lnTo>
                  <a:lnTo>
                    <a:pt x="7958232" y="1761838"/>
                  </a:lnTo>
                  <a:lnTo>
                    <a:pt x="7959077" y="1791128"/>
                  </a:lnTo>
                  <a:lnTo>
                    <a:pt x="7959922" y="1780850"/>
                  </a:lnTo>
                  <a:lnTo>
                    <a:pt x="7960767" y="1742016"/>
                  </a:lnTo>
                  <a:lnTo>
                    <a:pt x="7961612" y="1691395"/>
                  </a:lnTo>
                  <a:lnTo>
                    <a:pt x="7962458" y="1674270"/>
                  </a:lnTo>
                  <a:lnTo>
                    <a:pt x="7963303" y="1704847"/>
                  </a:lnTo>
                  <a:lnTo>
                    <a:pt x="7964148" y="1736440"/>
                  </a:lnTo>
                  <a:lnTo>
                    <a:pt x="7964993" y="1780384"/>
                  </a:lnTo>
                  <a:lnTo>
                    <a:pt x="7965838" y="1861345"/>
                  </a:lnTo>
                  <a:lnTo>
                    <a:pt x="7966683" y="1913027"/>
                  </a:lnTo>
                  <a:lnTo>
                    <a:pt x="7967528" y="1960211"/>
                  </a:lnTo>
                  <a:lnTo>
                    <a:pt x="7968373" y="1986769"/>
                  </a:lnTo>
                  <a:lnTo>
                    <a:pt x="7969218" y="1970338"/>
                  </a:lnTo>
                  <a:lnTo>
                    <a:pt x="7970063" y="1892171"/>
                  </a:lnTo>
                  <a:lnTo>
                    <a:pt x="7970908" y="1818664"/>
                  </a:lnTo>
                  <a:lnTo>
                    <a:pt x="7971754" y="1780794"/>
                  </a:lnTo>
                  <a:lnTo>
                    <a:pt x="7972599" y="1722925"/>
                  </a:lnTo>
                  <a:lnTo>
                    <a:pt x="7973444" y="1679051"/>
                  </a:lnTo>
                  <a:lnTo>
                    <a:pt x="7974289" y="1599072"/>
                  </a:lnTo>
                  <a:lnTo>
                    <a:pt x="7975134" y="1522163"/>
                  </a:lnTo>
                  <a:lnTo>
                    <a:pt x="7975979" y="1465649"/>
                  </a:lnTo>
                  <a:lnTo>
                    <a:pt x="7976824" y="1458732"/>
                  </a:lnTo>
                  <a:lnTo>
                    <a:pt x="7977669" y="1458485"/>
                  </a:lnTo>
                  <a:lnTo>
                    <a:pt x="7978514" y="1411490"/>
                  </a:lnTo>
                  <a:lnTo>
                    <a:pt x="7979359" y="1367966"/>
                  </a:lnTo>
                  <a:lnTo>
                    <a:pt x="7980204" y="1329142"/>
                  </a:lnTo>
                  <a:lnTo>
                    <a:pt x="7981050" y="1286588"/>
                  </a:lnTo>
                  <a:lnTo>
                    <a:pt x="7981895" y="1246109"/>
                  </a:lnTo>
                  <a:lnTo>
                    <a:pt x="7982740" y="1257244"/>
                  </a:lnTo>
                  <a:lnTo>
                    <a:pt x="7983585" y="1261587"/>
                  </a:lnTo>
                  <a:lnTo>
                    <a:pt x="7984430" y="1283638"/>
                  </a:lnTo>
                  <a:lnTo>
                    <a:pt x="7985275" y="1332542"/>
                  </a:lnTo>
                  <a:lnTo>
                    <a:pt x="7986120" y="1389255"/>
                  </a:lnTo>
                  <a:lnTo>
                    <a:pt x="7986965" y="1406114"/>
                  </a:lnTo>
                  <a:lnTo>
                    <a:pt x="7987810" y="1428960"/>
                  </a:lnTo>
                  <a:lnTo>
                    <a:pt x="7988655" y="1468300"/>
                  </a:lnTo>
                  <a:lnTo>
                    <a:pt x="7989500" y="1491096"/>
                  </a:lnTo>
                  <a:lnTo>
                    <a:pt x="7990346" y="1556519"/>
                  </a:lnTo>
                  <a:lnTo>
                    <a:pt x="7991191" y="1570273"/>
                  </a:lnTo>
                  <a:lnTo>
                    <a:pt x="7992036" y="1571069"/>
                  </a:lnTo>
                  <a:lnTo>
                    <a:pt x="7992881" y="1574252"/>
                  </a:lnTo>
                  <a:lnTo>
                    <a:pt x="7993726" y="1588193"/>
                  </a:lnTo>
                  <a:lnTo>
                    <a:pt x="7994571" y="1543287"/>
                  </a:lnTo>
                  <a:lnTo>
                    <a:pt x="7995416" y="1469706"/>
                  </a:lnTo>
                  <a:lnTo>
                    <a:pt x="7996261" y="1476657"/>
                  </a:lnTo>
                  <a:lnTo>
                    <a:pt x="7997106" y="1490341"/>
                  </a:lnTo>
                  <a:lnTo>
                    <a:pt x="7997951" y="1409395"/>
                  </a:lnTo>
                  <a:lnTo>
                    <a:pt x="7998796" y="1304842"/>
                  </a:lnTo>
                  <a:lnTo>
                    <a:pt x="7999642" y="1337689"/>
                  </a:lnTo>
                  <a:lnTo>
                    <a:pt x="8000487" y="1386243"/>
                  </a:lnTo>
                  <a:lnTo>
                    <a:pt x="8001332" y="1378089"/>
                  </a:lnTo>
                  <a:lnTo>
                    <a:pt x="8002177" y="1361484"/>
                  </a:lnTo>
                  <a:lnTo>
                    <a:pt x="8003022" y="1415633"/>
                  </a:lnTo>
                  <a:lnTo>
                    <a:pt x="8003867" y="1499003"/>
                  </a:lnTo>
                  <a:lnTo>
                    <a:pt x="8004712" y="1546890"/>
                  </a:lnTo>
                  <a:lnTo>
                    <a:pt x="8005557" y="1583783"/>
                  </a:lnTo>
                  <a:lnTo>
                    <a:pt x="8006402" y="1597213"/>
                  </a:lnTo>
                  <a:lnTo>
                    <a:pt x="8007247" y="1620557"/>
                  </a:lnTo>
                  <a:lnTo>
                    <a:pt x="8008093" y="1611519"/>
                  </a:lnTo>
                  <a:lnTo>
                    <a:pt x="8008938" y="1583118"/>
                  </a:lnTo>
                  <a:lnTo>
                    <a:pt x="8009783" y="1535061"/>
                  </a:lnTo>
                  <a:lnTo>
                    <a:pt x="8010628" y="1517777"/>
                  </a:lnTo>
                  <a:lnTo>
                    <a:pt x="8011473" y="1585333"/>
                  </a:lnTo>
                  <a:lnTo>
                    <a:pt x="8012318" y="1646636"/>
                  </a:lnTo>
                  <a:lnTo>
                    <a:pt x="8013163" y="1620936"/>
                  </a:lnTo>
                  <a:lnTo>
                    <a:pt x="8014008" y="1612996"/>
                  </a:lnTo>
                  <a:lnTo>
                    <a:pt x="8014853" y="1606494"/>
                  </a:lnTo>
                  <a:lnTo>
                    <a:pt x="8015698" y="1582999"/>
                  </a:lnTo>
                  <a:lnTo>
                    <a:pt x="8016543" y="1522573"/>
                  </a:lnTo>
                  <a:lnTo>
                    <a:pt x="8017389" y="1489782"/>
                  </a:lnTo>
                  <a:lnTo>
                    <a:pt x="8018234" y="1590456"/>
                  </a:lnTo>
                  <a:lnTo>
                    <a:pt x="8019079" y="1692007"/>
                  </a:lnTo>
                  <a:lnTo>
                    <a:pt x="8019924" y="1787742"/>
                  </a:lnTo>
                  <a:lnTo>
                    <a:pt x="8020769" y="1814999"/>
                  </a:lnTo>
                  <a:lnTo>
                    <a:pt x="8021614" y="1811449"/>
                  </a:lnTo>
                  <a:lnTo>
                    <a:pt x="8022459" y="1814842"/>
                  </a:lnTo>
                  <a:lnTo>
                    <a:pt x="8023304" y="1797581"/>
                  </a:lnTo>
                  <a:lnTo>
                    <a:pt x="8024149" y="1783116"/>
                  </a:lnTo>
                  <a:lnTo>
                    <a:pt x="8024994" y="1769229"/>
                  </a:lnTo>
                  <a:lnTo>
                    <a:pt x="8025839" y="1747739"/>
                  </a:lnTo>
                  <a:lnTo>
                    <a:pt x="8026685" y="1712200"/>
                  </a:lnTo>
                  <a:lnTo>
                    <a:pt x="8027530" y="1634415"/>
                  </a:lnTo>
                  <a:lnTo>
                    <a:pt x="8028375" y="1506698"/>
                  </a:lnTo>
                  <a:lnTo>
                    <a:pt x="8029220" y="1391904"/>
                  </a:lnTo>
                  <a:lnTo>
                    <a:pt x="8030065" y="1354843"/>
                  </a:lnTo>
                  <a:lnTo>
                    <a:pt x="8030910" y="1402592"/>
                  </a:lnTo>
                  <a:lnTo>
                    <a:pt x="8031755" y="1472061"/>
                  </a:lnTo>
                  <a:lnTo>
                    <a:pt x="8032600" y="1560718"/>
                  </a:lnTo>
                  <a:lnTo>
                    <a:pt x="8033445" y="1646165"/>
                  </a:lnTo>
                  <a:lnTo>
                    <a:pt x="8034290" y="1678636"/>
                  </a:lnTo>
                  <a:lnTo>
                    <a:pt x="8035135" y="1682064"/>
                  </a:lnTo>
                  <a:lnTo>
                    <a:pt x="8035981" y="1657732"/>
                  </a:lnTo>
                  <a:lnTo>
                    <a:pt x="8036826" y="1633271"/>
                  </a:lnTo>
                  <a:lnTo>
                    <a:pt x="8037671" y="1617922"/>
                  </a:lnTo>
                  <a:lnTo>
                    <a:pt x="8038516" y="1667569"/>
                  </a:lnTo>
                  <a:lnTo>
                    <a:pt x="8039361" y="1786802"/>
                  </a:lnTo>
                  <a:lnTo>
                    <a:pt x="8040206" y="1823500"/>
                  </a:lnTo>
                  <a:lnTo>
                    <a:pt x="8041051" y="1811760"/>
                  </a:lnTo>
                  <a:lnTo>
                    <a:pt x="8041896" y="1816327"/>
                  </a:lnTo>
                  <a:lnTo>
                    <a:pt x="8042741" y="1781072"/>
                  </a:lnTo>
                  <a:lnTo>
                    <a:pt x="8043586" y="1693963"/>
                  </a:lnTo>
                  <a:lnTo>
                    <a:pt x="8044431" y="1609825"/>
                  </a:lnTo>
                  <a:lnTo>
                    <a:pt x="8045277" y="1578292"/>
                  </a:lnTo>
                  <a:lnTo>
                    <a:pt x="8046122" y="1597177"/>
                  </a:lnTo>
                  <a:lnTo>
                    <a:pt x="8046967" y="1635039"/>
                  </a:lnTo>
                  <a:lnTo>
                    <a:pt x="8047812" y="1721709"/>
                  </a:lnTo>
                  <a:lnTo>
                    <a:pt x="8048657" y="1845239"/>
                  </a:lnTo>
                  <a:lnTo>
                    <a:pt x="8049502" y="1916647"/>
                  </a:lnTo>
                  <a:lnTo>
                    <a:pt x="8050347" y="1941925"/>
                  </a:lnTo>
                  <a:lnTo>
                    <a:pt x="8051192" y="1927828"/>
                  </a:lnTo>
                  <a:lnTo>
                    <a:pt x="8052037" y="1893898"/>
                  </a:lnTo>
                  <a:lnTo>
                    <a:pt x="8052882" y="1864053"/>
                  </a:lnTo>
                  <a:lnTo>
                    <a:pt x="8053727" y="1809310"/>
                  </a:lnTo>
                  <a:lnTo>
                    <a:pt x="8054573" y="1769249"/>
                  </a:lnTo>
                  <a:lnTo>
                    <a:pt x="8055418" y="1774720"/>
                  </a:lnTo>
                  <a:lnTo>
                    <a:pt x="8056263" y="1775059"/>
                  </a:lnTo>
                  <a:lnTo>
                    <a:pt x="8057108" y="1752153"/>
                  </a:lnTo>
                  <a:lnTo>
                    <a:pt x="8057953" y="1722792"/>
                  </a:lnTo>
                  <a:lnTo>
                    <a:pt x="8058798" y="1695098"/>
                  </a:lnTo>
                  <a:lnTo>
                    <a:pt x="8059643" y="1671684"/>
                  </a:lnTo>
                  <a:lnTo>
                    <a:pt x="8060488" y="1645443"/>
                  </a:lnTo>
                  <a:lnTo>
                    <a:pt x="8061333" y="1706736"/>
                  </a:lnTo>
                  <a:lnTo>
                    <a:pt x="8062178" y="1833771"/>
                  </a:lnTo>
                  <a:lnTo>
                    <a:pt x="8063023" y="1935488"/>
                  </a:lnTo>
                  <a:lnTo>
                    <a:pt x="8063869" y="2014707"/>
                  </a:lnTo>
                  <a:lnTo>
                    <a:pt x="8064714" y="2070419"/>
                  </a:lnTo>
                  <a:lnTo>
                    <a:pt x="8065559" y="2083941"/>
                  </a:lnTo>
                  <a:lnTo>
                    <a:pt x="8066404" y="2026063"/>
                  </a:lnTo>
                  <a:lnTo>
                    <a:pt x="8067249" y="1958230"/>
                  </a:lnTo>
                  <a:lnTo>
                    <a:pt x="8068094" y="1927619"/>
                  </a:lnTo>
                  <a:lnTo>
                    <a:pt x="8068939" y="1867596"/>
                  </a:lnTo>
                  <a:lnTo>
                    <a:pt x="8069784" y="1777608"/>
                  </a:lnTo>
                  <a:lnTo>
                    <a:pt x="8070629" y="1776920"/>
                  </a:lnTo>
                  <a:lnTo>
                    <a:pt x="8071474" y="1802469"/>
                  </a:lnTo>
                  <a:lnTo>
                    <a:pt x="8072320" y="1754250"/>
                  </a:lnTo>
                  <a:lnTo>
                    <a:pt x="8073165" y="1687909"/>
                  </a:lnTo>
                  <a:lnTo>
                    <a:pt x="8074010" y="1715016"/>
                  </a:lnTo>
                  <a:lnTo>
                    <a:pt x="8074855" y="1786531"/>
                  </a:lnTo>
                  <a:lnTo>
                    <a:pt x="8075700" y="1829672"/>
                  </a:lnTo>
                  <a:lnTo>
                    <a:pt x="8076545" y="1798270"/>
                  </a:lnTo>
                  <a:lnTo>
                    <a:pt x="8077390" y="1752206"/>
                  </a:lnTo>
                  <a:lnTo>
                    <a:pt x="8078235" y="1745447"/>
                  </a:lnTo>
                  <a:lnTo>
                    <a:pt x="8079080" y="1728685"/>
                  </a:lnTo>
                  <a:lnTo>
                    <a:pt x="8079925" y="1698664"/>
                  </a:lnTo>
                  <a:lnTo>
                    <a:pt x="8080770" y="1651674"/>
                  </a:lnTo>
                  <a:lnTo>
                    <a:pt x="8081616" y="1638483"/>
                  </a:lnTo>
                  <a:lnTo>
                    <a:pt x="8082461" y="1683404"/>
                  </a:lnTo>
                  <a:lnTo>
                    <a:pt x="8083306" y="1710337"/>
                  </a:lnTo>
                  <a:lnTo>
                    <a:pt x="8084151" y="1713904"/>
                  </a:lnTo>
                  <a:lnTo>
                    <a:pt x="8084996" y="1758623"/>
                  </a:lnTo>
                  <a:lnTo>
                    <a:pt x="8085841" y="1824681"/>
                  </a:lnTo>
                  <a:lnTo>
                    <a:pt x="8086686" y="1899651"/>
                  </a:lnTo>
                  <a:lnTo>
                    <a:pt x="8087531" y="1957669"/>
                  </a:lnTo>
                  <a:lnTo>
                    <a:pt x="8088376" y="1970349"/>
                  </a:lnTo>
                  <a:lnTo>
                    <a:pt x="8089221" y="1936832"/>
                  </a:lnTo>
                  <a:lnTo>
                    <a:pt x="8090066" y="1910039"/>
                  </a:lnTo>
                  <a:lnTo>
                    <a:pt x="8090912" y="1897379"/>
                  </a:lnTo>
                  <a:lnTo>
                    <a:pt x="8091757" y="1906540"/>
                  </a:lnTo>
                  <a:lnTo>
                    <a:pt x="8092602" y="1911600"/>
                  </a:lnTo>
                  <a:lnTo>
                    <a:pt x="8093447" y="1843317"/>
                  </a:lnTo>
                  <a:lnTo>
                    <a:pt x="8094292" y="1799591"/>
                  </a:lnTo>
                  <a:lnTo>
                    <a:pt x="8095137" y="1743167"/>
                  </a:lnTo>
                  <a:lnTo>
                    <a:pt x="8095982" y="1650202"/>
                  </a:lnTo>
                  <a:lnTo>
                    <a:pt x="8096827" y="1571801"/>
                  </a:lnTo>
                  <a:lnTo>
                    <a:pt x="8097672" y="1510974"/>
                  </a:lnTo>
                  <a:lnTo>
                    <a:pt x="8098517" y="1475557"/>
                  </a:lnTo>
                  <a:lnTo>
                    <a:pt x="8099362" y="1409846"/>
                  </a:lnTo>
                  <a:lnTo>
                    <a:pt x="8100208" y="1355465"/>
                  </a:lnTo>
                  <a:lnTo>
                    <a:pt x="8101053" y="1382531"/>
                  </a:lnTo>
                  <a:lnTo>
                    <a:pt x="8101898" y="1435969"/>
                  </a:lnTo>
                  <a:lnTo>
                    <a:pt x="8102743" y="1491989"/>
                  </a:lnTo>
                  <a:lnTo>
                    <a:pt x="8103588" y="1583953"/>
                  </a:lnTo>
                  <a:lnTo>
                    <a:pt x="8104433" y="1664048"/>
                  </a:lnTo>
                  <a:lnTo>
                    <a:pt x="8105278" y="1738480"/>
                  </a:lnTo>
                  <a:lnTo>
                    <a:pt x="8106123" y="1713196"/>
                  </a:lnTo>
                  <a:lnTo>
                    <a:pt x="8106968" y="1627966"/>
                  </a:lnTo>
                  <a:lnTo>
                    <a:pt x="8107813" y="1561374"/>
                  </a:lnTo>
                  <a:lnTo>
                    <a:pt x="8108658" y="1527304"/>
                  </a:lnTo>
                  <a:lnTo>
                    <a:pt x="8109504" y="1584826"/>
                  </a:lnTo>
                  <a:lnTo>
                    <a:pt x="8110349" y="1621000"/>
                  </a:lnTo>
                  <a:lnTo>
                    <a:pt x="8111194" y="1633358"/>
                  </a:lnTo>
                  <a:lnTo>
                    <a:pt x="8112039" y="1669903"/>
                  </a:lnTo>
                  <a:lnTo>
                    <a:pt x="8112884" y="1726331"/>
                  </a:lnTo>
                  <a:lnTo>
                    <a:pt x="8113729" y="1775196"/>
                  </a:lnTo>
                  <a:lnTo>
                    <a:pt x="8114574" y="1785535"/>
                  </a:lnTo>
                  <a:lnTo>
                    <a:pt x="8115419" y="1805266"/>
                  </a:lnTo>
                  <a:lnTo>
                    <a:pt x="8116264" y="1841919"/>
                  </a:lnTo>
                  <a:lnTo>
                    <a:pt x="8117109" y="1882229"/>
                  </a:lnTo>
                  <a:lnTo>
                    <a:pt x="8117954" y="1917003"/>
                  </a:lnTo>
                  <a:lnTo>
                    <a:pt x="8118800" y="1968492"/>
                  </a:lnTo>
                  <a:lnTo>
                    <a:pt x="8119645" y="2023540"/>
                  </a:lnTo>
                  <a:lnTo>
                    <a:pt x="8120490" y="2033674"/>
                  </a:lnTo>
                  <a:lnTo>
                    <a:pt x="8121335" y="2047693"/>
                  </a:lnTo>
                  <a:lnTo>
                    <a:pt x="8122180" y="2032708"/>
                  </a:lnTo>
                  <a:lnTo>
                    <a:pt x="8123025" y="1977981"/>
                  </a:lnTo>
                  <a:lnTo>
                    <a:pt x="8123870" y="1926623"/>
                  </a:lnTo>
                  <a:lnTo>
                    <a:pt x="8124715" y="1904039"/>
                  </a:lnTo>
                  <a:lnTo>
                    <a:pt x="8125560" y="1936353"/>
                  </a:lnTo>
                  <a:lnTo>
                    <a:pt x="8126405" y="1967677"/>
                  </a:lnTo>
                  <a:lnTo>
                    <a:pt x="8127250" y="1999532"/>
                  </a:lnTo>
                  <a:lnTo>
                    <a:pt x="8128096" y="2034737"/>
                  </a:lnTo>
                  <a:lnTo>
                    <a:pt x="8128941" y="2060876"/>
                  </a:lnTo>
                  <a:lnTo>
                    <a:pt x="8129786" y="2055112"/>
                  </a:lnTo>
                  <a:lnTo>
                    <a:pt x="8130631" y="1961311"/>
                  </a:lnTo>
                  <a:lnTo>
                    <a:pt x="8131476" y="1906935"/>
                  </a:lnTo>
                  <a:lnTo>
                    <a:pt x="8132321" y="1834917"/>
                  </a:lnTo>
                  <a:lnTo>
                    <a:pt x="8133166" y="1728078"/>
                  </a:lnTo>
                  <a:lnTo>
                    <a:pt x="8134011" y="1630758"/>
                  </a:lnTo>
                  <a:lnTo>
                    <a:pt x="8134856" y="1575986"/>
                  </a:lnTo>
                  <a:lnTo>
                    <a:pt x="8135701" y="1600325"/>
                  </a:lnTo>
                  <a:lnTo>
                    <a:pt x="8136547" y="1554719"/>
                  </a:lnTo>
                  <a:lnTo>
                    <a:pt x="8137392" y="1540858"/>
                  </a:lnTo>
                  <a:lnTo>
                    <a:pt x="8138237" y="1633993"/>
                  </a:lnTo>
                  <a:lnTo>
                    <a:pt x="8139082" y="1714129"/>
                  </a:lnTo>
                  <a:lnTo>
                    <a:pt x="8139927" y="1717320"/>
                  </a:lnTo>
                  <a:lnTo>
                    <a:pt x="8140772" y="1707455"/>
                  </a:lnTo>
                  <a:lnTo>
                    <a:pt x="8141617" y="1732799"/>
                  </a:lnTo>
                  <a:lnTo>
                    <a:pt x="8142462" y="1756597"/>
                  </a:lnTo>
                  <a:lnTo>
                    <a:pt x="8143307" y="1698827"/>
                  </a:lnTo>
                  <a:lnTo>
                    <a:pt x="8144152" y="1704073"/>
                  </a:lnTo>
                  <a:lnTo>
                    <a:pt x="8144997" y="1788134"/>
                  </a:lnTo>
                  <a:lnTo>
                    <a:pt x="8145843" y="1810828"/>
                  </a:lnTo>
                  <a:lnTo>
                    <a:pt x="8146688" y="1806286"/>
                  </a:lnTo>
                  <a:lnTo>
                    <a:pt x="8147533" y="1808602"/>
                  </a:lnTo>
                  <a:lnTo>
                    <a:pt x="8148378" y="1859426"/>
                  </a:lnTo>
                  <a:lnTo>
                    <a:pt x="8149223" y="1824026"/>
                  </a:lnTo>
                  <a:lnTo>
                    <a:pt x="8150068" y="1702228"/>
                  </a:lnTo>
                  <a:lnTo>
                    <a:pt x="8150913" y="1685582"/>
                  </a:lnTo>
                  <a:lnTo>
                    <a:pt x="8151758" y="1684714"/>
                  </a:lnTo>
                  <a:lnTo>
                    <a:pt x="8152603" y="1663463"/>
                  </a:lnTo>
                  <a:lnTo>
                    <a:pt x="8153448" y="1672866"/>
                  </a:lnTo>
                  <a:lnTo>
                    <a:pt x="8154293" y="1722516"/>
                  </a:lnTo>
                  <a:lnTo>
                    <a:pt x="8155139" y="1797033"/>
                  </a:lnTo>
                  <a:lnTo>
                    <a:pt x="8155984" y="1809549"/>
                  </a:lnTo>
                  <a:lnTo>
                    <a:pt x="8156829" y="1799155"/>
                  </a:lnTo>
                  <a:lnTo>
                    <a:pt x="8157674" y="1835853"/>
                  </a:lnTo>
                  <a:lnTo>
                    <a:pt x="8158519" y="1833937"/>
                  </a:lnTo>
                  <a:lnTo>
                    <a:pt x="8159364" y="1739864"/>
                  </a:lnTo>
                  <a:lnTo>
                    <a:pt x="8160209" y="1657155"/>
                  </a:lnTo>
                  <a:lnTo>
                    <a:pt x="8161054" y="1612603"/>
                  </a:lnTo>
                  <a:lnTo>
                    <a:pt x="8161899" y="1619251"/>
                  </a:lnTo>
                  <a:lnTo>
                    <a:pt x="8162744" y="1603348"/>
                  </a:lnTo>
                  <a:lnTo>
                    <a:pt x="8163589" y="1553299"/>
                  </a:lnTo>
                  <a:lnTo>
                    <a:pt x="8164435" y="1505428"/>
                  </a:lnTo>
                  <a:lnTo>
                    <a:pt x="8165280" y="1460182"/>
                  </a:lnTo>
                  <a:lnTo>
                    <a:pt x="8166125" y="1422693"/>
                  </a:lnTo>
                  <a:lnTo>
                    <a:pt x="8166970" y="1381640"/>
                  </a:lnTo>
                  <a:lnTo>
                    <a:pt x="8167815" y="1391948"/>
                  </a:lnTo>
                  <a:lnTo>
                    <a:pt x="8168660" y="1438251"/>
                  </a:lnTo>
                  <a:lnTo>
                    <a:pt x="8169505" y="1499617"/>
                  </a:lnTo>
                  <a:lnTo>
                    <a:pt x="8170350" y="1586460"/>
                  </a:lnTo>
                  <a:lnTo>
                    <a:pt x="8171195" y="1684549"/>
                  </a:lnTo>
                  <a:lnTo>
                    <a:pt x="8172040" y="1722317"/>
                  </a:lnTo>
                  <a:lnTo>
                    <a:pt x="8172885" y="1646332"/>
                  </a:lnTo>
                  <a:lnTo>
                    <a:pt x="8173731" y="1531540"/>
                  </a:lnTo>
                  <a:lnTo>
                    <a:pt x="8174576" y="1460567"/>
                  </a:lnTo>
                  <a:lnTo>
                    <a:pt x="8175421" y="1379364"/>
                  </a:lnTo>
                  <a:lnTo>
                    <a:pt x="8176266" y="1309539"/>
                  </a:lnTo>
                  <a:lnTo>
                    <a:pt x="8177111" y="1239968"/>
                  </a:lnTo>
                  <a:lnTo>
                    <a:pt x="8177956" y="1216120"/>
                  </a:lnTo>
                  <a:lnTo>
                    <a:pt x="8178801" y="1236079"/>
                  </a:lnTo>
                  <a:lnTo>
                    <a:pt x="8179646" y="1301031"/>
                  </a:lnTo>
                  <a:lnTo>
                    <a:pt x="8180491" y="1355517"/>
                  </a:lnTo>
                  <a:lnTo>
                    <a:pt x="8181336" y="1350360"/>
                  </a:lnTo>
                  <a:lnTo>
                    <a:pt x="8182181" y="1400029"/>
                  </a:lnTo>
                  <a:lnTo>
                    <a:pt x="8183027" y="1490802"/>
                  </a:lnTo>
                  <a:lnTo>
                    <a:pt x="8183872" y="1517897"/>
                  </a:lnTo>
                  <a:lnTo>
                    <a:pt x="8184717" y="1538044"/>
                  </a:lnTo>
                  <a:lnTo>
                    <a:pt x="8185562" y="1574952"/>
                  </a:lnTo>
                  <a:lnTo>
                    <a:pt x="8186407" y="1645575"/>
                  </a:lnTo>
                  <a:lnTo>
                    <a:pt x="8187252" y="1700384"/>
                  </a:lnTo>
                  <a:lnTo>
                    <a:pt x="8188097" y="1696896"/>
                  </a:lnTo>
                  <a:lnTo>
                    <a:pt x="8188942" y="1721589"/>
                  </a:lnTo>
                  <a:lnTo>
                    <a:pt x="8189787" y="1736672"/>
                  </a:lnTo>
                  <a:lnTo>
                    <a:pt x="8190632" y="1762107"/>
                  </a:lnTo>
                  <a:lnTo>
                    <a:pt x="8191478" y="1766246"/>
                  </a:lnTo>
                  <a:lnTo>
                    <a:pt x="8192323" y="1778078"/>
                  </a:lnTo>
                  <a:lnTo>
                    <a:pt x="8193168" y="1820131"/>
                  </a:lnTo>
                  <a:lnTo>
                    <a:pt x="8194013" y="1840882"/>
                  </a:lnTo>
                  <a:lnTo>
                    <a:pt x="8194858" y="1800930"/>
                  </a:lnTo>
                  <a:lnTo>
                    <a:pt x="8195703" y="1690531"/>
                  </a:lnTo>
                  <a:lnTo>
                    <a:pt x="8196548" y="1645416"/>
                  </a:lnTo>
                  <a:lnTo>
                    <a:pt x="8197393" y="1677260"/>
                  </a:lnTo>
                  <a:lnTo>
                    <a:pt x="8198238" y="1683607"/>
                  </a:lnTo>
                  <a:lnTo>
                    <a:pt x="8199083" y="1684428"/>
                  </a:lnTo>
                  <a:lnTo>
                    <a:pt x="8199928" y="1755097"/>
                  </a:lnTo>
                  <a:lnTo>
                    <a:pt x="8200774" y="1865183"/>
                  </a:lnTo>
                  <a:lnTo>
                    <a:pt x="8201619" y="1895610"/>
                  </a:lnTo>
                  <a:lnTo>
                    <a:pt x="8202464" y="1883218"/>
                  </a:lnTo>
                  <a:lnTo>
                    <a:pt x="8203309" y="1871461"/>
                  </a:lnTo>
                  <a:lnTo>
                    <a:pt x="8204154" y="1921731"/>
                  </a:lnTo>
                  <a:lnTo>
                    <a:pt x="8204999" y="1933674"/>
                  </a:lnTo>
                  <a:lnTo>
                    <a:pt x="8205844" y="1909235"/>
                  </a:lnTo>
                  <a:lnTo>
                    <a:pt x="8206689" y="1874956"/>
                  </a:lnTo>
                  <a:lnTo>
                    <a:pt x="8207534" y="1812906"/>
                  </a:lnTo>
                  <a:lnTo>
                    <a:pt x="8208379" y="1759927"/>
                  </a:lnTo>
                  <a:lnTo>
                    <a:pt x="8209224" y="1688227"/>
                  </a:lnTo>
                  <a:lnTo>
                    <a:pt x="8210070" y="1627386"/>
                  </a:lnTo>
                  <a:lnTo>
                    <a:pt x="8210915" y="1623058"/>
                  </a:lnTo>
                  <a:lnTo>
                    <a:pt x="8211760" y="1629339"/>
                  </a:lnTo>
                  <a:lnTo>
                    <a:pt x="8212605" y="1676902"/>
                  </a:lnTo>
                  <a:lnTo>
                    <a:pt x="8213450" y="1780235"/>
                  </a:lnTo>
                  <a:lnTo>
                    <a:pt x="8214295" y="1840360"/>
                  </a:lnTo>
                  <a:lnTo>
                    <a:pt x="8215140" y="1854082"/>
                  </a:lnTo>
                  <a:lnTo>
                    <a:pt x="8215985" y="1794869"/>
                  </a:lnTo>
                  <a:lnTo>
                    <a:pt x="8216830" y="1748948"/>
                  </a:lnTo>
                  <a:lnTo>
                    <a:pt x="8217675" y="1708816"/>
                  </a:lnTo>
                  <a:lnTo>
                    <a:pt x="8218520" y="1617679"/>
                  </a:lnTo>
                  <a:lnTo>
                    <a:pt x="8219366" y="1543528"/>
                  </a:lnTo>
                  <a:lnTo>
                    <a:pt x="8220211" y="1581604"/>
                  </a:lnTo>
                  <a:lnTo>
                    <a:pt x="8221056" y="1687787"/>
                  </a:lnTo>
                  <a:lnTo>
                    <a:pt x="8221901" y="1784695"/>
                  </a:lnTo>
                  <a:lnTo>
                    <a:pt x="8222746" y="1816275"/>
                  </a:lnTo>
                  <a:lnTo>
                    <a:pt x="8223591" y="1876534"/>
                  </a:lnTo>
                  <a:lnTo>
                    <a:pt x="8224436" y="1906728"/>
                  </a:lnTo>
                  <a:lnTo>
                    <a:pt x="8225281" y="1864106"/>
                  </a:lnTo>
                  <a:lnTo>
                    <a:pt x="8226126" y="1808783"/>
                  </a:lnTo>
                  <a:lnTo>
                    <a:pt x="8226971" y="1730313"/>
                  </a:lnTo>
                  <a:lnTo>
                    <a:pt x="8227816" y="1695179"/>
                  </a:lnTo>
                  <a:lnTo>
                    <a:pt x="8228662" y="1655116"/>
                  </a:lnTo>
                  <a:lnTo>
                    <a:pt x="8229507" y="1678357"/>
                  </a:lnTo>
                  <a:lnTo>
                    <a:pt x="8230352" y="1707723"/>
                  </a:lnTo>
                  <a:lnTo>
                    <a:pt x="8231197" y="1740898"/>
                  </a:lnTo>
                  <a:lnTo>
                    <a:pt x="8232042" y="1806047"/>
                  </a:lnTo>
                  <a:lnTo>
                    <a:pt x="8232887" y="1871386"/>
                  </a:lnTo>
                  <a:lnTo>
                    <a:pt x="8233732" y="1913576"/>
                  </a:lnTo>
                  <a:lnTo>
                    <a:pt x="8234577" y="1909852"/>
                  </a:lnTo>
                  <a:lnTo>
                    <a:pt x="8235422" y="1898825"/>
                  </a:lnTo>
                  <a:lnTo>
                    <a:pt x="8236267" y="1888790"/>
                  </a:lnTo>
                  <a:lnTo>
                    <a:pt x="8237112" y="1877938"/>
                  </a:lnTo>
                  <a:lnTo>
                    <a:pt x="8237958" y="1846951"/>
                  </a:lnTo>
                  <a:lnTo>
                    <a:pt x="8238803" y="1843355"/>
                  </a:lnTo>
                  <a:lnTo>
                    <a:pt x="8239648" y="1878992"/>
                  </a:lnTo>
                  <a:lnTo>
                    <a:pt x="8240493" y="1882895"/>
                  </a:lnTo>
                  <a:lnTo>
                    <a:pt x="8241338" y="1890906"/>
                  </a:lnTo>
                  <a:lnTo>
                    <a:pt x="8242183" y="1861192"/>
                  </a:lnTo>
                  <a:lnTo>
                    <a:pt x="8243028" y="1840854"/>
                  </a:lnTo>
                  <a:lnTo>
                    <a:pt x="8243873" y="1865651"/>
                  </a:lnTo>
                  <a:lnTo>
                    <a:pt x="8244718" y="1868722"/>
                  </a:lnTo>
                  <a:lnTo>
                    <a:pt x="8245563" y="1878369"/>
                  </a:lnTo>
                  <a:lnTo>
                    <a:pt x="8246408" y="1876339"/>
                  </a:lnTo>
                  <a:lnTo>
                    <a:pt x="8247254" y="1865777"/>
                  </a:lnTo>
                  <a:lnTo>
                    <a:pt x="8248099" y="1874291"/>
                  </a:lnTo>
                  <a:lnTo>
                    <a:pt x="8248944" y="1883553"/>
                  </a:lnTo>
                  <a:lnTo>
                    <a:pt x="8249789" y="1909159"/>
                  </a:lnTo>
                  <a:lnTo>
                    <a:pt x="8250634" y="1924950"/>
                  </a:lnTo>
                  <a:lnTo>
                    <a:pt x="8251479" y="1927133"/>
                  </a:lnTo>
                  <a:lnTo>
                    <a:pt x="8252324" y="1996401"/>
                  </a:lnTo>
                  <a:lnTo>
                    <a:pt x="8253169" y="2049772"/>
                  </a:lnTo>
                  <a:lnTo>
                    <a:pt x="8254014" y="2048059"/>
                  </a:lnTo>
                  <a:lnTo>
                    <a:pt x="8254859" y="2008516"/>
                  </a:lnTo>
                  <a:lnTo>
                    <a:pt x="8255705" y="1967138"/>
                  </a:lnTo>
                  <a:lnTo>
                    <a:pt x="8256550" y="1942664"/>
                  </a:lnTo>
                  <a:lnTo>
                    <a:pt x="8257395" y="1924673"/>
                  </a:lnTo>
                  <a:lnTo>
                    <a:pt x="8258240" y="1878580"/>
                  </a:lnTo>
                  <a:lnTo>
                    <a:pt x="8259085" y="1824719"/>
                  </a:lnTo>
                  <a:lnTo>
                    <a:pt x="8259930" y="1787589"/>
                  </a:lnTo>
                  <a:lnTo>
                    <a:pt x="8260775" y="1765558"/>
                  </a:lnTo>
                  <a:lnTo>
                    <a:pt x="8261620" y="1731001"/>
                  </a:lnTo>
                  <a:lnTo>
                    <a:pt x="8262465" y="1685426"/>
                  </a:lnTo>
                  <a:lnTo>
                    <a:pt x="8263310" y="1698481"/>
                  </a:lnTo>
                  <a:lnTo>
                    <a:pt x="8264155" y="1709782"/>
                  </a:lnTo>
                  <a:lnTo>
                    <a:pt x="8265001" y="1731004"/>
                  </a:lnTo>
                  <a:lnTo>
                    <a:pt x="8265846" y="1688431"/>
                  </a:lnTo>
                  <a:lnTo>
                    <a:pt x="8266691" y="1648973"/>
                  </a:lnTo>
                  <a:lnTo>
                    <a:pt x="8267536" y="1708826"/>
                  </a:lnTo>
                  <a:lnTo>
                    <a:pt x="8268381" y="1693222"/>
                  </a:lnTo>
                  <a:lnTo>
                    <a:pt x="8269226" y="1649704"/>
                  </a:lnTo>
                  <a:lnTo>
                    <a:pt x="8270071" y="1639875"/>
                  </a:lnTo>
                  <a:lnTo>
                    <a:pt x="8270916" y="1706093"/>
                  </a:lnTo>
                  <a:lnTo>
                    <a:pt x="8271761" y="1735521"/>
                  </a:lnTo>
                  <a:lnTo>
                    <a:pt x="8272606" y="1649865"/>
                  </a:lnTo>
                  <a:lnTo>
                    <a:pt x="8273451" y="1623719"/>
                  </a:lnTo>
                  <a:lnTo>
                    <a:pt x="8274297" y="1601738"/>
                  </a:lnTo>
                  <a:lnTo>
                    <a:pt x="8275142" y="1530623"/>
                  </a:lnTo>
                  <a:lnTo>
                    <a:pt x="8275987" y="1506220"/>
                  </a:lnTo>
                  <a:lnTo>
                    <a:pt x="8276832" y="1507210"/>
                  </a:lnTo>
                  <a:lnTo>
                    <a:pt x="8277677" y="1512006"/>
                  </a:lnTo>
                  <a:lnTo>
                    <a:pt x="8278522" y="1510397"/>
                  </a:lnTo>
                  <a:lnTo>
                    <a:pt x="8279367" y="1544029"/>
                  </a:lnTo>
                  <a:lnTo>
                    <a:pt x="8280212" y="1605220"/>
                  </a:lnTo>
                  <a:lnTo>
                    <a:pt x="8281057" y="1670765"/>
                  </a:lnTo>
                  <a:lnTo>
                    <a:pt x="8281902" y="1773203"/>
                  </a:lnTo>
                  <a:lnTo>
                    <a:pt x="8282747" y="1798470"/>
                  </a:lnTo>
                  <a:lnTo>
                    <a:pt x="8283593" y="1804279"/>
                  </a:lnTo>
                  <a:lnTo>
                    <a:pt x="8284438" y="1865701"/>
                  </a:lnTo>
                  <a:lnTo>
                    <a:pt x="8285283" y="1923648"/>
                  </a:lnTo>
                  <a:lnTo>
                    <a:pt x="8286128" y="1936811"/>
                  </a:lnTo>
                  <a:lnTo>
                    <a:pt x="8286973" y="1926463"/>
                  </a:lnTo>
                  <a:lnTo>
                    <a:pt x="8287818" y="1980425"/>
                  </a:lnTo>
                  <a:lnTo>
                    <a:pt x="8288663" y="2005880"/>
                  </a:lnTo>
                  <a:lnTo>
                    <a:pt x="8289508" y="1972848"/>
                  </a:lnTo>
                  <a:lnTo>
                    <a:pt x="8290353" y="1972847"/>
                  </a:lnTo>
                  <a:lnTo>
                    <a:pt x="8291198" y="1972848"/>
                  </a:lnTo>
                  <a:lnTo>
                    <a:pt x="8292043" y="1968664"/>
                  </a:lnTo>
                  <a:lnTo>
                    <a:pt x="8292889" y="1944452"/>
                  </a:lnTo>
                  <a:lnTo>
                    <a:pt x="8293734" y="1946806"/>
                  </a:lnTo>
                  <a:lnTo>
                    <a:pt x="8294579" y="1966483"/>
                  </a:lnTo>
                  <a:lnTo>
                    <a:pt x="8295424" y="1937821"/>
                  </a:lnTo>
                  <a:lnTo>
                    <a:pt x="8296269" y="1891892"/>
                  </a:lnTo>
                  <a:lnTo>
                    <a:pt x="8297114" y="1869612"/>
                  </a:lnTo>
                  <a:lnTo>
                    <a:pt x="8297959" y="1899564"/>
                  </a:lnTo>
                  <a:lnTo>
                    <a:pt x="8298804" y="1942341"/>
                  </a:lnTo>
                  <a:lnTo>
                    <a:pt x="8299649" y="1968701"/>
                  </a:lnTo>
                  <a:lnTo>
                    <a:pt x="8300494" y="2018969"/>
                  </a:lnTo>
                  <a:lnTo>
                    <a:pt x="8301339" y="2063594"/>
                  </a:lnTo>
                  <a:lnTo>
                    <a:pt x="8302185" y="2047638"/>
                  </a:lnTo>
                  <a:lnTo>
                    <a:pt x="8303030" y="1990298"/>
                  </a:lnTo>
                  <a:lnTo>
                    <a:pt x="8303875" y="1939662"/>
                  </a:lnTo>
                  <a:lnTo>
                    <a:pt x="8304720" y="1887460"/>
                  </a:lnTo>
                  <a:lnTo>
                    <a:pt x="8304720" y="2103286"/>
                  </a:lnTo>
                  <a:lnTo>
                    <a:pt x="8303875" y="2103286"/>
                  </a:lnTo>
                  <a:lnTo>
                    <a:pt x="8303030" y="2103286"/>
                  </a:lnTo>
                  <a:lnTo>
                    <a:pt x="8302185" y="2103286"/>
                  </a:lnTo>
                  <a:lnTo>
                    <a:pt x="8301339" y="2103286"/>
                  </a:lnTo>
                  <a:lnTo>
                    <a:pt x="8300494" y="2103286"/>
                  </a:lnTo>
                  <a:lnTo>
                    <a:pt x="8299649" y="2103286"/>
                  </a:lnTo>
                  <a:lnTo>
                    <a:pt x="8298804" y="2103286"/>
                  </a:lnTo>
                  <a:lnTo>
                    <a:pt x="8297959" y="2103286"/>
                  </a:lnTo>
                  <a:lnTo>
                    <a:pt x="8297114" y="2103286"/>
                  </a:lnTo>
                  <a:lnTo>
                    <a:pt x="8296269" y="2103286"/>
                  </a:lnTo>
                  <a:lnTo>
                    <a:pt x="8295424" y="2103286"/>
                  </a:lnTo>
                  <a:lnTo>
                    <a:pt x="8294579" y="2103286"/>
                  </a:lnTo>
                  <a:lnTo>
                    <a:pt x="8293734" y="2103286"/>
                  </a:lnTo>
                  <a:lnTo>
                    <a:pt x="8292889" y="2103286"/>
                  </a:lnTo>
                  <a:lnTo>
                    <a:pt x="8292043" y="2103286"/>
                  </a:lnTo>
                  <a:lnTo>
                    <a:pt x="8291198" y="2103286"/>
                  </a:lnTo>
                  <a:lnTo>
                    <a:pt x="8290353" y="2103286"/>
                  </a:lnTo>
                  <a:lnTo>
                    <a:pt x="8289508" y="2103286"/>
                  </a:lnTo>
                  <a:lnTo>
                    <a:pt x="8288663" y="2103286"/>
                  </a:lnTo>
                  <a:lnTo>
                    <a:pt x="8287818" y="2103286"/>
                  </a:lnTo>
                  <a:lnTo>
                    <a:pt x="8286973" y="2103286"/>
                  </a:lnTo>
                  <a:lnTo>
                    <a:pt x="8286128" y="2103286"/>
                  </a:lnTo>
                  <a:lnTo>
                    <a:pt x="8285283" y="2103286"/>
                  </a:lnTo>
                  <a:lnTo>
                    <a:pt x="8284438" y="2103286"/>
                  </a:lnTo>
                  <a:lnTo>
                    <a:pt x="8283593" y="2103286"/>
                  </a:lnTo>
                  <a:lnTo>
                    <a:pt x="8282747" y="2103286"/>
                  </a:lnTo>
                  <a:lnTo>
                    <a:pt x="8281902" y="2103286"/>
                  </a:lnTo>
                  <a:lnTo>
                    <a:pt x="8281057" y="2103286"/>
                  </a:lnTo>
                  <a:lnTo>
                    <a:pt x="8280212" y="2103286"/>
                  </a:lnTo>
                  <a:lnTo>
                    <a:pt x="8279367" y="2103286"/>
                  </a:lnTo>
                  <a:lnTo>
                    <a:pt x="8278522" y="2103286"/>
                  </a:lnTo>
                  <a:lnTo>
                    <a:pt x="8277677" y="2103286"/>
                  </a:lnTo>
                  <a:lnTo>
                    <a:pt x="8276832" y="2103286"/>
                  </a:lnTo>
                  <a:lnTo>
                    <a:pt x="8275987" y="2103286"/>
                  </a:lnTo>
                  <a:lnTo>
                    <a:pt x="8275142" y="2103286"/>
                  </a:lnTo>
                  <a:lnTo>
                    <a:pt x="8274297" y="2103286"/>
                  </a:lnTo>
                  <a:lnTo>
                    <a:pt x="8273451" y="2103286"/>
                  </a:lnTo>
                  <a:lnTo>
                    <a:pt x="8272606" y="2103286"/>
                  </a:lnTo>
                  <a:lnTo>
                    <a:pt x="8271761" y="2103286"/>
                  </a:lnTo>
                  <a:lnTo>
                    <a:pt x="8270916" y="2103286"/>
                  </a:lnTo>
                  <a:lnTo>
                    <a:pt x="8270071" y="2103286"/>
                  </a:lnTo>
                  <a:lnTo>
                    <a:pt x="8269226" y="2103286"/>
                  </a:lnTo>
                  <a:lnTo>
                    <a:pt x="8268381" y="2103286"/>
                  </a:lnTo>
                  <a:lnTo>
                    <a:pt x="8267536" y="2103286"/>
                  </a:lnTo>
                  <a:lnTo>
                    <a:pt x="8266691" y="2103286"/>
                  </a:lnTo>
                  <a:lnTo>
                    <a:pt x="8265846" y="2103286"/>
                  </a:lnTo>
                  <a:lnTo>
                    <a:pt x="8265001" y="2103286"/>
                  </a:lnTo>
                  <a:lnTo>
                    <a:pt x="8264155" y="2103286"/>
                  </a:lnTo>
                  <a:lnTo>
                    <a:pt x="8263310" y="2103286"/>
                  </a:lnTo>
                  <a:lnTo>
                    <a:pt x="8262465" y="2103286"/>
                  </a:lnTo>
                  <a:lnTo>
                    <a:pt x="8261620" y="2103286"/>
                  </a:lnTo>
                  <a:lnTo>
                    <a:pt x="8260775" y="2103286"/>
                  </a:lnTo>
                  <a:lnTo>
                    <a:pt x="8259930" y="2103286"/>
                  </a:lnTo>
                  <a:lnTo>
                    <a:pt x="8259085" y="2103286"/>
                  </a:lnTo>
                  <a:lnTo>
                    <a:pt x="8258240" y="2103286"/>
                  </a:lnTo>
                  <a:lnTo>
                    <a:pt x="8257395" y="2103286"/>
                  </a:lnTo>
                  <a:lnTo>
                    <a:pt x="8256550" y="2103286"/>
                  </a:lnTo>
                  <a:lnTo>
                    <a:pt x="8255705" y="2103286"/>
                  </a:lnTo>
                  <a:lnTo>
                    <a:pt x="8254859" y="2103286"/>
                  </a:lnTo>
                  <a:lnTo>
                    <a:pt x="8254014" y="2103286"/>
                  </a:lnTo>
                  <a:lnTo>
                    <a:pt x="8253169" y="2103286"/>
                  </a:lnTo>
                  <a:lnTo>
                    <a:pt x="8252324" y="2103286"/>
                  </a:lnTo>
                  <a:lnTo>
                    <a:pt x="8251479" y="2103286"/>
                  </a:lnTo>
                  <a:lnTo>
                    <a:pt x="8250634" y="2103286"/>
                  </a:lnTo>
                  <a:lnTo>
                    <a:pt x="8249789" y="2103286"/>
                  </a:lnTo>
                  <a:lnTo>
                    <a:pt x="8248944" y="2103286"/>
                  </a:lnTo>
                  <a:lnTo>
                    <a:pt x="8248099" y="2103286"/>
                  </a:lnTo>
                  <a:lnTo>
                    <a:pt x="8247254" y="2103286"/>
                  </a:lnTo>
                  <a:lnTo>
                    <a:pt x="8246408" y="2103286"/>
                  </a:lnTo>
                  <a:lnTo>
                    <a:pt x="8245563" y="2103286"/>
                  </a:lnTo>
                  <a:lnTo>
                    <a:pt x="8244718" y="2103286"/>
                  </a:lnTo>
                  <a:lnTo>
                    <a:pt x="8243873" y="2103286"/>
                  </a:lnTo>
                  <a:lnTo>
                    <a:pt x="8243028" y="2103286"/>
                  </a:lnTo>
                  <a:lnTo>
                    <a:pt x="8242183" y="2103286"/>
                  </a:lnTo>
                  <a:lnTo>
                    <a:pt x="8241338" y="2103286"/>
                  </a:lnTo>
                  <a:lnTo>
                    <a:pt x="8240493" y="2103286"/>
                  </a:lnTo>
                  <a:lnTo>
                    <a:pt x="8239648" y="2103286"/>
                  </a:lnTo>
                  <a:lnTo>
                    <a:pt x="8238803" y="2103286"/>
                  </a:lnTo>
                  <a:lnTo>
                    <a:pt x="8237958" y="2103286"/>
                  </a:lnTo>
                  <a:lnTo>
                    <a:pt x="8237112" y="2103286"/>
                  </a:lnTo>
                  <a:lnTo>
                    <a:pt x="8236267" y="2103286"/>
                  </a:lnTo>
                  <a:lnTo>
                    <a:pt x="8235422" y="2103286"/>
                  </a:lnTo>
                  <a:lnTo>
                    <a:pt x="8234577" y="2103286"/>
                  </a:lnTo>
                  <a:lnTo>
                    <a:pt x="8233732" y="2103286"/>
                  </a:lnTo>
                  <a:lnTo>
                    <a:pt x="8232887" y="2103286"/>
                  </a:lnTo>
                  <a:lnTo>
                    <a:pt x="8232042" y="2103286"/>
                  </a:lnTo>
                  <a:lnTo>
                    <a:pt x="8231197" y="2103286"/>
                  </a:lnTo>
                  <a:lnTo>
                    <a:pt x="8230352" y="2103286"/>
                  </a:lnTo>
                  <a:lnTo>
                    <a:pt x="8229507" y="2103286"/>
                  </a:lnTo>
                  <a:lnTo>
                    <a:pt x="8228662" y="2103286"/>
                  </a:lnTo>
                  <a:lnTo>
                    <a:pt x="8227816" y="2103286"/>
                  </a:lnTo>
                  <a:lnTo>
                    <a:pt x="8226971" y="2103286"/>
                  </a:lnTo>
                  <a:lnTo>
                    <a:pt x="8226126" y="2103286"/>
                  </a:lnTo>
                  <a:lnTo>
                    <a:pt x="8225281" y="2103286"/>
                  </a:lnTo>
                  <a:lnTo>
                    <a:pt x="8224436" y="2103286"/>
                  </a:lnTo>
                  <a:lnTo>
                    <a:pt x="8223591" y="2103286"/>
                  </a:lnTo>
                  <a:lnTo>
                    <a:pt x="8222746" y="2103286"/>
                  </a:lnTo>
                  <a:lnTo>
                    <a:pt x="8221901" y="2103286"/>
                  </a:lnTo>
                  <a:lnTo>
                    <a:pt x="8221056" y="2103286"/>
                  </a:lnTo>
                  <a:lnTo>
                    <a:pt x="8220211" y="2103286"/>
                  </a:lnTo>
                  <a:lnTo>
                    <a:pt x="8219366" y="2103286"/>
                  </a:lnTo>
                  <a:lnTo>
                    <a:pt x="8218520" y="2103286"/>
                  </a:lnTo>
                  <a:lnTo>
                    <a:pt x="8217675" y="2103286"/>
                  </a:lnTo>
                  <a:lnTo>
                    <a:pt x="8216830" y="2103286"/>
                  </a:lnTo>
                  <a:lnTo>
                    <a:pt x="8215985" y="2103286"/>
                  </a:lnTo>
                  <a:lnTo>
                    <a:pt x="8215140" y="2103286"/>
                  </a:lnTo>
                  <a:lnTo>
                    <a:pt x="8214295" y="2103286"/>
                  </a:lnTo>
                  <a:lnTo>
                    <a:pt x="8213450" y="2103286"/>
                  </a:lnTo>
                  <a:lnTo>
                    <a:pt x="8212605" y="2103286"/>
                  </a:lnTo>
                  <a:lnTo>
                    <a:pt x="8211760" y="2103286"/>
                  </a:lnTo>
                  <a:lnTo>
                    <a:pt x="8210915" y="2103286"/>
                  </a:lnTo>
                  <a:lnTo>
                    <a:pt x="8210070" y="2103286"/>
                  </a:lnTo>
                  <a:lnTo>
                    <a:pt x="8209224" y="2103286"/>
                  </a:lnTo>
                  <a:lnTo>
                    <a:pt x="8208379" y="2103286"/>
                  </a:lnTo>
                  <a:lnTo>
                    <a:pt x="8207534" y="2103286"/>
                  </a:lnTo>
                  <a:lnTo>
                    <a:pt x="8206689" y="2103286"/>
                  </a:lnTo>
                  <a:lnTo>
                    <a:pt x="8205844" y="2103286"/>
                  </a:lnTo>
                  <a:lnTo>
                    <a:pt x="8204999" y="2103286"/>
                  </a:lnTo>
                  <a:lnTo>
                    <a:pt x="8204154" y="2103286"/>
                  </a:lnTo>
                  <a:lnTo>
                    <a:pt x="8203309" y="2103286"/>
                  </a:lnTo>
                  <a:lnTo>
                    <a:pt x="8202464" y="2103286"/>
                  </a:lnTo>
                  <a:lnTo>
                    <a:pt x="8201619" y="2103286"/>
                  </a:lnTo>
                  <a:lnTo>
                    <a:pt x="8200774" y="2103286"/>
                  </a:lnTo>
                  <a:lnTo>
                    <a:pt x="8199928" y="2103286"/>
                  </a:lnTo>
                  <a:lnTo>
                    <a:pt x="8199083" y="2103286"/>
                  </a:lnTo>
                  <a:lnTo>
                    <a:pt x="8198238" y="2103286"/>
                  </a:lnTo>
                  <a:lnTo>
                    <a:pt x="8197393" y="2103286"/>
                  </a:lnTo>
                  <a:lnTo>
                    <a:pt x="8196548" y="2103286"/>
                  </a:lnTo>
                  <a:lnTo>
                    <a:pt x="8195703" y="2103286"/>
                  </a:lnTo>
                  <a:lnTo>
                    <a:pt x="8194858" y="2103286"/>
                  </a:lnTo>
                  <a:lnTo>
                    <a:pt x="8194013" y="2103286"/>
                  </a:lnTo>
                  <a:lnTo>
                    <a:pt x="8193168" y="2103286"/>
                  </a:lnTo>
                  <a:lnTo>
                    <a:pt x="8192323" y="2103286"/>
                  </a:lnTo>
                  <a:lnTo>
                    <a:pt x="8191478" y="2103286"/>
                  </a:lnTo>
                  <a:lnTo>
                    <a:pt x="8190632" y="2103286"/>
                  </a:lnTo>
                  <a:lnTo>
                    <a:pt x="8189787" y="2103286"/>
                  </a:lnTo>
                  <a:lnTo>
                    <a:pt x="8188942" y="2103286"/>
                  </a:lnTo>
                  <a:lnTo>
                    <a:pt x="8188097" y="2103286"/>
                  </a:lnTo>
                  <a:lnTo>
                    <a:pt x="8187252" y="2103286"/>
                  </a:lnTo>
                  <a:lnTo>
                    <a:pt x="8186407" y="2103286"/>
                  </a:lnTo>
                  <a:lnTo>
                    <a:pt x="8185562" y="2103286"/>
                  </a:lnTo>
                  <a:lnTo>
                    <a:pt x="8184717" y="2103286"/>
                  </a:lnTo>
                  <a:lnTo>
                    <a:pt x="8183872" y="2103286"/>
                  </a:lnTo>
                  <a:lnTo>
                    <a:pt x="8183027" y="2103286"/>
                  </a:lnTo>
                  <a:lnTo>
                    <a:pt x="8182181" y="2103286"/>
                  </a:lnTo>
                  <a:lnTo>
                    <a:pt x="8181336" y="2103286"/>
                  </a:lnTo>
                  <a:lnTo>
                    <a:pt x="8180491" y="2103286"/>
                  </a:lnTo>
                  <a:lnTo>
                    <a:pt x="8179646" y="2103286"/>
                  </a:lnTo>
                  <a:lnTo>
                    <a:pt x="8178801" y="2103286"/>
                  </a:lnTo>
                  <a:lnTo>
                    <a:pt x="8177956" y="2103286"/>
                  </a:lnTo>
                  <a:lnTo>
                    <a:pt x="8177111" y="2103286"/>
                  </a:lnTo>
                  <a:lnTo>
                    <a:pt x="8176266" y="2103286"/>
                  </a:lnTo>
                  <a:lnTo>
                    <a:pt x="8175421" y="2103286"/>
                  </a:lnTo>
                  <a:lnTo>
                    <a:pt x="8174576" y="2103286"/>
                  </a:lnTo>
                  <a:lnTo>
                    <a:pt x="8173731" y="2103286"/>
                  </a:lnTo>
                  <a:lnTo>
                    <a:pt x="8172885" y="2103286"/>
                  </a:lnTo>
                  <a:lnTo>
                    <a:pt x="8172040" y="2103286"/>
                  </a:lnTo>
                  <a:lnTo>
                    <a:pt x="8171195" y="2103286"/>
                  </a:lnTo>
                  <a:lnTo>
                    <a:pt x="8170350" y="2103286"/>
                  </a:lnTo>
                  <a:lnTo>
                    <a:pt x="8169505" y="2103286"/>
                  </a:lnTo>
                  <a:lnTo>
                    <a:pt x="8168660" y="2103286"/>
                  </a:lnTo>
                  <a:lnTo>
                    <a:pt x="8167815" y="2103286"/>
                  </a:lnTo>
                  <a:lnTo>
                    <a:pt x="8166970" y="2103286"/>
                  </a:lnTo>
                  <a:lnTo>
                    <a:pt x="8166125" y="2103286"/>
                  </a:lnTo>
                  <a:lnTo>
                    <a:pt x="8165280" y="2103286"/>
                  </a:lnTo>
                  <a:lnTo>
                    <a:pt x="8164435" y="2103286"/>
                  </a:lnTo>
                  <a:lnTo>
                    <a:pt x="8163589" y="2103286"/>
                  </a:lnTo>
                  <a:lnTo>
                    <a:pt x="8162744" y="2103286"/>
                  </a:lnTo>
                  <a:lnTo>
                    <a:pt x="8161899" y="2103286"/>
                  </a:lnTo>
                  <a:lnTo>
                    <a:pt x="8161054" y="2103286"/>
                  </a:lnTo>
                  <a:lnTo>
                    <a:pt x="8160209" y="2103286"/>
                  </a:lnTo>
                  <a:lnTo>
                    <a:pt x="8159364" y="2103286"/>
                  </a:lnTo>
                  <a:lnTo>
                    <a:pt x="8158519" y="2103286"/>
                  </a:lnTo>
                  <a:lnTo>
                    <a:pt x="8157674" y="2103286"/>
                  </a:lnTo>
                  <a:lnTo>
                    <a:pt x="8156829" y="2103286"/>
                  </a:lnTo>
                  <a:lnTo>
                    <a:pt x="8155984" y="2103286"/>
                  </a:lnTo>
                  <a:lnTo>
                    <a:pt x="8155139" y="2103286"/>
                  </a:lnTo>
                  <a:lnTo>
                    <a:pt x="8154293" y="2103286"/>
                  </a:lnTo>
                  <a:lnTo>
                    <a:pt x="8153448" y="2103286"/>
                  </a:lnTo>
                  <a:lnTo>
                    <a:pt x="8152603" y="2103286"/>
                  </a:lnTo>
                  <a:lnTo>
                    <a:pt x="8151758" y="2103286"/>
                  </a:lnTo>
                  <a:lnTo>
                    <a:pt x="8150913" y="2103286"/>
                  </a:lnTo>
                  <a:lnTo>
                    <a:pt x="8150068" y="2103286"/>
                  </a:lnTo>
                  <a:lnTo>
                    <a:pt x="8149223" y="2103286"/>
                  </a:lnTo>
                  <a:lnTo>
                    <a:pt x="8148378" y="2103286"/>
                  </a:lnTo>
                  <a:lnTo>
                    <a:pt x="8147533" y="2103286"/>
                  </a:lnTo>
                  <a:lnTo>
                    <a:pt x="8146688" y="2103286"/>
                  </a:lnTo>
                  <a:lnTo>
                    <a:pt x="8145843" y="2103286"/>
                  </a:lnTo>
                  <a:lnTo>
                    <a:pt x="8144997" y="2103286"/>
                  </a:lnTo>
                  <a:lnTo>
                    <a:pt x="8144152" y="2103286"/>
                  </a:lnTo>
                  <a:lnTo>
                    <a:pt x="8143307" y="2103286"/>
                  </a:lnTo>
                  <a:lnTo>
                    <a:pt x="8142462" y="2103286"/>
                  </a:lnTo>
                  <a:lnTo>
                    <a:pt x="8141617" y="2103286"/>
                  </a:lnTo>
                  <a:lnTo>
                    <a:pt x="8140772" y="2103286"/>
                  </a:lnTo>
                  <a:lnTo>
                    <a:pt x="8139927" y="2103286"/>
                  </a:lnTo>
                  <a:lnTo>
                    <a:pt x="8139082" y="2103286"/>
                  </a:lnTo>
                  <a:lnTo>
                    <a:pt x="8138237" y="2103286"/>
                  </a:lnTo>
                  <a:lnTo>
                    <a:pt x="8137392" y="2103286"/>
                  </a:lnTo>
                  <a:lnTo>
                    <a:pt x="8136547" y="2103286"/>
                  </a:lnTo>
                  <a:lnTo>
                    <a:pt x="8135701" y="2103286"/>
                  </a:lnTo>
                  <a:lnTo>
                    <a:pt x="8134856" y="2103286"/>
                  </a:lnTo>
                  <a:lnTo>
                    <a:pt x="8134011" y="2103286"/>
                  </a:lnTo>
                  <a:lnTo>
                    <a:pt x="8133166" y="2103286"/>
                  </a:lnTo>
                  <a:lnTo>
                    <a:pt x="8132321" y="2103286"/>
                  </a:lnTo>
                  <a:lnTo>
                    <a:pt x="8131476" y="2103286"/>
                  </a:lnTo>
                  <a:lnTo>
                    <a:pt x="8130631" y="2103286"/>
                  </a:lnTo>
                  <a:lnTo>
                    <a:pt x="8129786" y="2103286"/>
                  </a:lnTo>
                  <a:lnTo>
                    <a:pt x="8128941" y="2103286"/>
                  </a:lnTo>
                  <a:lnTo>
                    <a:pt x="8128096" y="2103286"/>
                  </a:lnTo>
                  <a:lnTo>
                    <a:pt x="8127250" y="2103286"/>
                  </a:lnTo>
                  <a:lnTo>
                    <a:pt x="8126405" y="2103286"/>
                  </a:lnTo>
                  <a:lnTo>
                    <a:pt x="8125560" y="2103286"/>
                  </a:lnTo>
                  <a:lnTo>
                    <a:pt x="8124715" y="2103286"/>
                  </a:lnTo>
                  <a:lnTo>
                    <a:pt x="8123870" y="2103286"/>
                  </a:lnTo>
                  <a:lnTo>
                    <a:pt x="8123025" y="2103286"/>
                  </a:lnTo>
                  <a:lnTo>
                    <a:pt x="8122180" y="2103286"/>
                  </a:lnTo>
                  <a:lnTo>
                    <a:pt x="8121335" y="2103286"/>
                  </a:lnTo>
                  <a:lnTo>
                    <a:pt x="8120490" y="2103286"/>
                  </a:lnTo>
                  <a:lnTo>
                    <a:pt x="8119645" y="2103286"/>
                  </a:lnTo>
                  <a:lnTo>
                    <a:pt x="8118800" y="2103286"/>
                  </a:lnTo>
                  <a:lnTo>
                    <a:pt x="8117954" y="2103286"/>
                  </a:lnTo>
                  <a:lnTo>
                    <a:pt x="8117109" y="2103286"/>
                  </a:lnTo>
                  <a:lnTo>
                    <a:pt x="8116264" y="2103286"/>
                  </a:lnTo>
                  <a:lnTo>
                    <a:pt x="8115419" y="2103286"/>
                  </a:lnTo>
                  <a:lnTo>
                    <a:pt x="8114574" y="2103286"/>
                  </a:lnTo>
                  <a:lnTo>
                    <a:pt x="8113729" y="2103286"/>
                  </a:lnTo>
                  <a:lnTo>
                    <a:pt x="8112884" y="2103286"/>
                  </a:lnTo>
                  <a:lnTo>
                    <a:pt x="8112039" y="2103286"/>
                  </a:lnTo>
                  <a:lnTo>
                    <a:pt x="8111194" y="2103286"/>
                  </a:lnTo>
                  <a:lnTo>
                    <a:pt x="8110349" y="2103286"/>
                  </a:lnTo>
                  <a:lnTo>
                    <a:pt x="8109504" y="2103286"/>
                  </a:lnTo>
                  <a:lnTo>
                    <a:pt x="8108658" y="2103286"/>
                  </a:lnTo>
                  <a:lnTo>
                    <a:pt x="8107813" y="2103286"/>
                  </a:lnTo>
                  <a:lnTo>
                    <a:pt x="8106968" y="2103286"/>
                  </a:lnTo>
                  <a:lnTo>
                    <a:pt x="8106123" y="2103286"/>
                  </a:lnTo>
                  <a:lnTo>
                    <a:pt x="8105278" y="2103286"/>
                  </a:lnTo>
                  <a:lnTo>
                    <a:pt x="8104433" y="2103286"/>
                  </a:lnTo>
                  <a:lnTo>
                    <a:pt x="8103588" y="2103286"/>
                  </a:lnTo>
                  <a:lnTo>
                    <a:pt x="8102743" y="2103286"/>
                  </a:lnTo>
                  <a:lnTo>
                    <a:pt x="8101898" y="2103286"/>
                  </a:lnTo>
                  <a:lnTo>
                    <a:pt x="8101053" y="2103286"/>
                  </a:lnTo>
                  <a:lnTo>
                    <a:pt x="8100208" y="2103286"/>
                  </a:lnTo>
                  <a:lnTo>
                    <a:pt x="8099362" y="2103286"/>
                  </a:lnTo>
                  <a:lnTo>
                    <a:pt x="8098517" y="2103286"/>
                  </a:lnTo>
                  <a:lnTo>
                    <a:pt x="8097672" y="2103286"/>
                  </a:lnTo>
                  <a:lnTo>
                    <a:pt x="8096827" y="2103286"/>
                  </a:lnTo>
                  <a:lnTo>
                    <a:pt x="8095982" y="2103286"/>
                  </a:lnTo>
                  <a:lnTo>
                    <a:pt x="8095137" y="2103286"/>
                  </a:lnTo>
                  <a:lnTo>
                    <a:pt x="8094292" y="2103286"/>
                  </a:lnTo>
                  <a:lnTo>
                    <a:pt x="8093447" y="2103286"/>
                  </a:lnTo>
                  <a:lnTo>
                    <a:pt x="8092602" y="2103286"/>
                  </a:lnTo>
                  <a:lnTo>
                    <a:pt x="8091757" y="2103286"/>
                  </a:lnTo>
                  <a:lnTo>
                    <a:pt x="8090912" y="2103286"/>
                  </a:lnTo>
                  <a:lnTo>
                    <a:pt x="8090066" y="2103286"/>
                  </a:lnTo>
                  <a:lnTo>
                    <a:pt x="8089221" y="2103286"/>
                  </a:lnTo>
                  <a:lnTo>
                    <a:pt x="8088376" y="2103286"/>
                  </a:lnTo>
                  <a:lnTo>
                    <a:pt x="8087531" y="2103286"/>
                  </a:lnTo>
                  <a:lnTo>
                    <a:pt x="8086686" y="2103286"/>
                  </a:lnTo>
                  <a:lnTo>
                    <a:pt x="8085841" y="2103286"/>
                  </a:lnTo>
                  <a:lnTo>
                    <a:pt x="8084996" y="2103286"/>
                  </a:lnTo>
                  <a:lnTo>
                    <a:pt x="8084151" y="2103286"/>
                  </a:lnTo>
                  <a:lnTo>
                    <a:pt x="8083306" y="2103286"/>
                  </a:lnTo>
                  <a:lnTo>
                    <a:pt x="8082461" y="2103286"/>
                  </a:lnTo>
                  <a:lnTo>
                    <a:pt x="8081616" y="2103286"/>
                  </a:lnTo>
                  <a:lnTo>
                    <a:pt x="8080770" y="2103286"/>
                  </a:lnTo>
                  <a:lnTo>
                    <a:pt x="8079925" y="2103286"/>
                  </a:lnTo>
                  <a:lnTo>
                    <a:pt x="8079080" y="2103286"/>
                  </a:lnTo>
                  <a:lnTo>
                    <a:pt x="8078235" y="2103286"/>
                  </a:lnTo>
                  <a:lnTo>
                    <a:pt x="8077390" y="2103286"/>
                  </a:lnTo>
                  <a:lnTo>
                    <a:pt x="8076545" y="2103286"/>
                  </a:lnTo>
                  <a:lnTo>
                    <a:pt x="8075700" y="2103286"/>
                  </a:lnTo>
                  <a:lnTo>
                    <a:pt x="8074855" y="2103286"/>
                  </a:lnTo>
                  <a:lnTo>
                    <a:pt x="8074010" y="2103286"/>
                  </a:lnTo>
                  <a:lnTo>
                    <a:pt x="8073165" y="2103286"/>
                  </a:lnTo>
                  <a:lnTo>
                    <a:pt x="8072320" y="2103286"/>
                  </a:lnTo>
                  <a:lnTo>
                    <a:pt x="8071474" y="2103286"/>
                  </a:lnTo>
                  <a:lnTo>
                    <a:pt x="8070629" y="2103286"/>
                  </a:lnTo>
                  <a:lnTo>
                    <a:pt x="8069784" y="2103286"/>
                  </a:lnTo>
                  <a:lnTo>
                    <a:pt x="8068939" y="2103286"/>
                  </a:lnTo>
                  <a:lnTo>
                    <a:pt x="8068094" y="2103286"/>
                  </a:lnTo>
                  <a:lnTo>
                    <a:pt x="8067249" y="2103286"/>
                  </a:lnTo>
                  <a:lnTo>
                    <a:pt x="8066404" y="2103286"/>
                  </a:lnTo>
                  <a:lnTo>
                    <a:pt x="8065559" y="2103286"/>
                  </a:lnTo>
                  <a:lnTo>
                    <a:pt x="8064714" y="2103286"/>
                  </a:lnTo>
                  <a:lnTo>
                    <a:pt x="8063869" y="2103286"/>
                  </a:lnTo>
                  <a:lnTo>
                    <a:pt x="8063023" y="2103286"/>
                  </a:lnTo>
                  <a:lnTo>
                    <a:pt x="8062178" y="2103286"/>
                  </a:lnTo>
                  <a:lnTo>
                    <a:pt x="8061333" y="2103286"/>
                  </a:lnTo>
                  <a:lnTo>
                    <a:pt x="8060488" y="2103286"/>
                  </a:lnTo>
                  <a:lnTo>
                    <a:pt x="8059643" y="2103286"/>
                  </a:lnTo>
                  <a:lnTo>
                    <a:pt x="8058798" y="2103286"/>
                  </a:lnTo>
                  <a:lnTo>
                    <a:pt x="8057953" y="2103286"/>
                  </a:lnTo>
                  <a:lnTo>
                    <a:pt x="8057108" y="2103286"/>
                  </a:lnTo>
                  <a:lnTo>
                    <a:pt x="8056263" y="2103286"/>
                  </a:lnTo>
                  <a:lnTo>
                    <a:pt x="8055418" y="2103286"/>
                  </a:lnTo>
                  <a:lnTo>
                    <a:pt x="8054573" y="2103286"/>
                  </a:lnTo>
                  <a:lnTo>
                    <a:pt x="8053727" y="2103286"/>
                  </a:lnTo>
                  <a:lnTo>
                    <a:pt x="8052882" y="2103286"/>
                  </a:lnTo>
                  <a:lnTo>
                    <a:pt x="8052037" y="2103286"/>
                  </a:lnTo>
                  <a:lnTo>
                    <a:pt x="8051192" y="2103286"/>
                  </a:lnTo>
                  <a:lnTo>
                    <a:pt x="8050347" y="2103286"/>
                  </a:lnTo>
                  <a:lnTo>
                    <a:pt x="8049502" y="2103286"/>
                  </a:lnTo>
                  <a:lnTo>
                    <a:pt x="8048657" y="2103286"/>
                  </a:lnTo>
                  <a:lnTo>
                    <a:pt x="8047812" y="2103286"/>
                  </a:lnTo>
                  <a:lnTo>
                    <a:pt x="8046967" y="2103286"/>
                  </a:lnTo>
                  <a:lnTo>
                    <a:pt x="8046122" y="2103286"/>
                  </a:lnTo>
                  <a:lnTo>
                    <a:pt x="8045277" y="2103286"/>
                  </a:lnTo>
                  <a:lnTo>
                    <a:pt x="8044431" y="2103286"/>
                  </a:lnTo>
                  <a:lnTo>
                    <a:pt x="8043586" y="2103286"/>
                  </a:lnTo>
                  <a:lnTo>
                    <a:pt x="8042741" y="2103286"/>
                  </a:lnTo>
                  <a:lnTo>
                    <a:pt x="8041896" y="2103286"/>
                  </a:lnTo>
                  <a:lnTo>
                    <a:pt x="8041051" y="2103286"/>
                  </a:lnTo>
                  <a:lnTo>
                    <a:pt x="8040206" y="2103286"/>
                  </a:lnTo>
                  <a:lnTo>
                    <a:pt x="8039361" y="2103286"/>
                  </a:lnTo>
                  <a:lnTo>
                    <a:pt x="8038516" y="2103286"/>
                  </a:lnTo>
                  <a:lnTo>
                    <a:pt x="8037671" y="2103286"/>
                  </a:lnTo>
                  <a:lnTo>
                    <a:pt x="8036826" y="2103286"/>
                  </a:lnTo>
                  <a:lnTo>
                    <a:pt x="8035981" y="2103286"/>
                  </a:lnTo>
                  <a:lnTo>
                    <a:pt x="8035135" y="2103286"/>
                  </a:lnTo>
                  <a:lnTo>
                    <a:pt x="8034290" y="2103286"/>
                  </a:lnTo>
                  <a:lnTo>
                    <a:pt x="8033445" y="2103286"/>
                  </a:lnTo>
                  <a:lnTo>
                    <a:pt x="8032600" y="2103286"/>
                  </a:lnTo>
                  <a:lnTo>
                    <a:pt x="8031755" y="2103286"/>
                  </a:lnTo>
                  <a:lnTo>
                    <a:pt x="8030910" y="2103286"/>
                  </a:lnTo>
                  <a:lnTo>
                    <a:pt x="8030065" y="2103286"/>
                  </a:lnTo>
                  <a:lnTo>
                    <a:pt x="8029220" y="2103286"/>
                  </a:lnTo>
                  <a:lnTo>
                    <a:pt x="8028375" y="2103286"/>
                  </a:lnTo>
                  <a:lnTo>
                    <a:pt x="8027530" y="2103286"/>
                  </a:lnTo>
                  <a:lnTo>
                    <a:pt x="8026685" y="2103286"/>
                  </a:lnTo>
                  <a:lnTo>
                    <a:pt x="8025839" y="2103286"/>
                  </a:lnTo>
                  <a:lnTo>
                    <a:pt x="8024994" y="2103286"/>
                  </a:lnTo>
                  <a:lnTo>
                    <a:pt x="8024149" y="2103286"/>
                  </a:lnTo>
                  <a:lnTo>
                    <a:pt x="8023304" y="2103286"/>
                  </a:lnTo>
                  <a:lnTo>
                    <a:pt x="8022459" y="2103286"/>
                  </a:lnTo>
                  <a:lnTo>
                    <a:pt x="8021614" y="2103286"/>
                  </a:lnTo>
                  <a:lnTo>
                    <a:pt x="8020769" y="2103286"/>
                  </a:lnTo>
                  <a:lnTo>
                    <a:pt x="8019924" y="2103286"/>
                  </a:lnTo>
                  <a:lnTo>
                    <a:pt x="8019079" y="2103286"/>
                  </a:lnTo>
                  <a:lnTo>
                    <a:pt x="8018234" y="2103286"/>
                  </a:lnTo>
                  <a:lnTo>
                    <a:pt x="8017389" y="2103286"/>
                  </a:lnTo>
                  <a:lnTo>
                    <a:pt x="8016543" y="2103286"/>
                  </a:lnTo>
                  <a:lnTo>
                    <a:pt x="8015698" y="2103286"/>
                  </a:lnTo>
                  <a:lnTo>
                    <a:pt x="8014853" y="2103286"/>
                  </a:lnTo>
                  <a:lnTo>
                    <a:pt x="8014008" y="2103286"/>
                  </a:lnTo>
                  <a:lnTo>
                    <a:pt x="8013163" y="2103286"/>
                  </a:lnTo>
                  <a:lnTo>
                    <a:pt x="8012318" y="2103286"/>
                  </a:lnTo>
                  <a:lnTo>
                    <a:pt x="8011473" y="2103286"/>
                  </a:lnTo>
                  <a:lnTo>
                    <a:pt x="8010628" y="2103286"/>
                  </a:lnTo>
                  <a:lnTo>
                    <a:pt x="8009783" y="2103286"/>
                  </a:lnTo>
                  <a:lnTo>
                    <a:pt x="8008938" y="2103286"/>
                  </a:lnTo>
                  <a:lnTo>
                    <a:pt x="8008093" y="2103286"/>
                  </a:lnTo>
                  <a:lnTo>
                    <a:pt x="8007247" y="2103286"/>
                  </a:lnTo>
                  <a:lnTo>
                    <a:pt x="8006402" y="2103286"/>
                  </a:lnTo>
                  <a:lnTo>
                    <a:pt x="8005557" y="2103286"/>
                  </a:lnTo>
                  <a:lnTo>
                    <a:pt x="8004712" y="2103286"/>
                  </a:lnTo>
                  <a:lnTo>
                    <a:pt x="8003867" y="2103286"/>
                  </a:lnTo>
                  <a:lnTo>
                    <a:pt x="8003022" y="2103286"/>
                  </a:lnTo>
                  <a:lnTo>
                    <a:pt x="8002177" y="2103286"/>
                  </a:lnTo>
                  <a:lnTo>
                    <a:pt x="8001332" y="2103286"/>
                  </a:lnTo>
                  <a:lnTo>
                    <a:pt x="8000487" y="2103286"/>
                  </a:lnTo>
                  <a:lnTo>
                    <a:pt x="7999642" y="2103286"/>
                  </a:lnTo>
                  <a:lnTo>
                    <a:pt x="7998796" y="2103286"/>
                  </a:lnTo>
                  <a:lnTo>
                    <a:pt x="7997951" y="2103286"/>
                  </a:lnTo>
                  <a:lnTo>
                    <a:pt x="7997106" y="2103286"/>
                  </a:lnTo>
                  <a:lnTo>
                    <a:pt x="7996261" y="2103286"/>
                  </a:lnTo>
                  <a:lnTo>
                    <a:pt x="7995416" y="2103286"/>
                  </a:lnTo>
                  <a:lnTo>
                    <a:pt x="7994571" y="2103286"/>
                  </a:lnTo>
                  <a:lnTo>
                    <a:pt x="7993726" y="2103286"/>
                  </a:lnTo>
                  <a:lnTo>
                    <a:pt x="7992881" y="2103286"/>
                  </a:lnTo>
                  <a:lnTo>
                    <a:pt x="7992036" y="2103286"/>
                  </a:lnTo>
                  <a:lnTo>
                    <a:pt x="7991191" y="2103286"/>
                  </a:lnTo>
                  <a:lnTo>
                    <a:pt x="7990346" y="2103286"/>
                  </a:lnTo>
                  <a:lnTo>
                    <a:pt x="7989500" y="2103286"/>
                  </a:lnTo>
                  <a:lnTo>
                    <a:pt x="7988655" y="2103286"/>
                  </a:lnTo>
                  <a:lnTo>
                    <a:pt x="7987810" y="2103286"/>
                  </a:lnTo>
                  <a:lnTo>
                    <a:pt x="7986965" y="2103286"/>
                  </a:lnTo>
                  <a:lnTo>
                    <a:pt x="7986120" y="2103286"/>
                  </a:lnTo>
                  <a:lnTo>
                    <a:pt x="7985275" y="2103286"/>
                  </a:lnTo>
                  <a:lnTo>
                    <a:pt x="7984430" y="2103286"/>
                  </a:lnTo>
                  <a:lnTo>
                    <a:pt x="7983585" y="2103286"/>
                  </a:lnTo>
                  <a:lnTo>
                    <a:pt x="7982740" y="2103286"/>
                  </a:lnTo>
                  <a:lnTo>
                    <a:pt x="7981895" y="2103286"/>
                  </a:lnTo>
                  <a:lnTo>
                    <a:pt x="7981050" y="2103286"/>
                  </a:lnTo>
                  <a:lnTo>
                    <a:pt x="7980204" y="2103286"/>
                  </a:lnTo>
                  <a:lnTo>
                    <a:pt x="7979359" y="2103286"/>
                  </a:lnTo>
                  <a:lnTo>
                    <a:pt x="7978514" y="2103286"/>
                  </a:lnTo>
                  <a:lnTo>
                    <a:pt x="7977669" y="2103286"/>
                  </a:lnTo>
                  <a:lnTo>
                    <a:pt x="7976824" y="2103286"/>
                  </a:lnTo>
                  <a:lnTo>
                    <a:pt x="7975979" y="2103286"/>
                  </a:lnTo>
                  <a:lnTo>
                    <a:pt x="7975134" y="2103286"/>
                  </a:lnTo>
                  <a:lnTo>
                    <a:pt x="7974289" y="2103286"/>
                  </a:lnTo>
                  <a:lnTo>
                    <a:pt x="7973444" y="2103286"/>
                  </a:lnTo>
                  <a:lnTo>
                    <a:pt x="7972599" y="2103286"/>
                  </a:lnTo>
                  <a:lnTo>
                    <a:pt x="7971754" y="2103286"/>
                  </a:lnTo>
                  <a:lnTo>
                    <a:pt x="7970908" y="2103286"/>
                  </a:lnTo>
                  <a:lnTo>
                    <a:pt x="7970063" y="2103286"/>
                  </a:lnTo>
                  <a:lnTo>
                    <a:pt x="7969218" y="2103286"/>
                  </a:lnTo>
                  <a:lnTo>
                    <a:pt x="7968373" y="2103286"/>
                  </a:lnTo>
                  <a:lnTo>
                    <a:pt x="7967528" y="2103286"/>
                  </a:lnTo>
                  <a:lnTo>
                    <a:pt x="7966683" y="2103286"/>
                  </a:lnTo>
                  <a:lnTo>
                    <a:pt x="7965838" y="2103286"/>
                  </a:lnTo>
                  <a:lnTo>
                    <a:pt x="7964993" y="2103286"/>
                  </a:lnTo>
                  <a:lnTo>
                    <a:pt x="7964148" y="2103286"/>
                  </a:lnTo>
                  <a:lnTo>
                    <a:pt x="7963303" y="2103286"/>
                  </a:lnTo>
                  <a:lnTo>
                    <a:pt x="7962458" y="2103286"/>
                  </a:lnTo>
                  <a:lnTo>
                    <a:pt x="7961612" y="2103286"/>
                  </a:lnTo>
                  <a:lnTo>
                    <a:pt x="7960767" y="2103286"/>
                  </a:lnTo>
                  <a:lnTo>
                    <a:pt x="7959922" y="2103286"/>
                  </a:lnTo>
                  <a:lnTo>
                    <a:pt x="7959077" y="2103286"/>
                  </a:lnTo>
                  <a:lnTo>
                    <a:pt x="7958232" y="2103286"/>
                  </a:lnTo>
                  <a:lnTo>
                    <a:pt x="7957387" y="2103286"/>
                  </a:lnTo>
                  <a:lnTo>
                    <a:pt x="7956542" y="2103286"/>
                  </a:lnTo>
                  <a:lnTo>
                    <a:pt x="7955697" y="2103286"/>
                  </a:lnTo>
                  <a:lnTo>
                    <a:pt x="7954852" y="2103286"/>
                  </a:lnTo>
                  <a:lnTo>
                    <a:pt x="7954007" y="2103286"/>
                  </a:lnTo>
                  <a:lnTo>
                    <a:pt x="7953162" y="2103286"/>
                  </a:lnTo>
                  <a:lnTo>
                    <a:pt x="7952316" y="2103286"/>
                  </a:lnTo>
                  <a:lnTo>
                    <a:pt x="7951471" y="2103286"/>
                  </a:lnTo>
                  <a:lnTo>
                    <a:pt x="7950626" y="2103286"/>
                  </a:lnTo>
                  <a:lnTo>
                    <a:pt x="7949781" y="2103286"/>
                  </a:lnTo>
                  <a:lnTo>
                    <a:pt x="7948936" y="2103286"/>
                  </a:lnTo>
                  <a:lnTo>
                    <a:pt x="7948091" y="2103286"/>
                  </a:lnTo>
                  <a:lnTo>
                    <a:pt x="7947246" y="2103286"/>
                  </a:lnTo>
                  <a:lnTo>
                    <a:pt x="7946401" y="2103286"/>
                  </a:lnTo>
                  <a:lnTo>
                    <a:pt x="7945556" y="2103286"/>
                  </a:lnTo>
                  <a:lnTo>
                    <a:pt x="7944711" y="2103286"/>
                  </a:lnTo>
                  <a:lnTo>
                    <a:pt x="7943866" y="2103286"/>
                  </a:lnTo>
                  <a:lnTo>
                    <a:pt x="7943020" y="2103286"/>
                  </a:lnTo>
                  <a:lnTo>
                    <a:pt x="7942175" y="2103286"/>
                  </a:lnTo>
                  <a:lnTo>
                    <a:pt x="7941330" y="2103286"/>
                  </a:lnTo>
                  <a:lnTo>
                    <a:pt x="7940485" y="2103286"/>
                  </a:lnTo>
                  <a:lnTo>
                    <a:pt x="7939640" y="2103286"/>
                  </a:lnTo>
                  <a:lnTo>
                    <a:pt x="7938795" y="2103286"/>
                  </a:lnTo>
                  <a:lnTo>
                    <a:pt x="7937950" y="2103286"/>
                  </a:lnTo>
                  <a:lnTo>
                    <a:pt x="7937105" y="2103286"/>
                  </a:lnTo>
                  <a:lnTo>
                    <a:pt x="7936260" y="2103286"/>
                  </a:lnTo>
                  <a:lnTo>
                    <a:pt x="7935415" y="2103286"/>
                  </a:lnTo>
                  <a:lnTo>
                    <a:pt x="7934569" y="2103286"/>
                  </a:lnTo>
                  <a:lnTo>
                    <a:pt x="7933724" y="2103286"/>
                  </a:lnTo>
                  <a:lnTo>
                    <a:pt x="7932879" y="2103286"/>
                  </a:lnTo>
                  <a:lnTo>
                    <a:pt x="7932034" y="2103286"/>
                  </a:lnTo>
                  <a:lnTo>
                    <a:pt x="7931189" y="2103286"/>
                  </a:lnTo>
                  <a:lnTo>
                    <a:pt x="7930344" y="2103286"/>
                  </a:lnTo>
                  <a:lnTo>
                    <a:pt x="7929499" y="2103286"/>
                  </a:lnTo>
                  <a:lnTo>
                    <a:pt x="7928654" y="2103286"/>
                  </a:lnTo>
                  <a:lnTo>
                    <a:pt x="7927809" y="2103286"/>
                  </a:lnTo>
                  <a:lnTo>
                    <a:pt x="7926964" y="2103286"/>
                  </a:lnTo>
                  <a:lnTo>
                    <a:pt x="7926119" y="2103286"/>
                  </a:lnTo>
                  <a:lnTo>
                    <a:pt x="7925273" y="2103286"/>
                  </a:lnTo>
                  <a:lnTo>
                    <a:pt x="7924428" y="2103286"/>
                  </a:lnTo>
                  <a:lnTo>
                    <a:pt x="7923583" y="2103286"/>
                  </a:lnTo>
                  <a:lnTo>
                    <a:pt x="7922738" y="2103286"/>
                  </a:lnTo>
                  <a:lnTo>
                    <a:pt x="7921893" y="2103286"/>
                  </a:lnTo>
                  <a:lnTo>
                    <a:pt x="7921048" y="2103286"/>
                  </a:lnTo>
                  <a:lnTo>
                    <a:pt x="7920203" y="2103286"/>
                  </a:lnTo>
                  <a:lnTo>
                    <a:pt x="7919358" y="2103286"/>
                  </a:lnTo>
                  <a:lnTo>
                    <a:pt x="7918513" y="2103286"/>
                  </a:lnTo>
                  <a:lnTo>
                    <a:pt x="7917668" y="2103286"/>
                  </a:lnTo>
                  <a:lnTo>
                    <a:pt x="7916823" y="2103286"/>
                  </a:lnTo>
                  <a:lnTo>
                    <a:pt x="7915977" y="2103286"/>
                  </a:lnTo>
                  <a:lnTo>
                    <a:pt x="7915132" y="2103286"/>
                  </a:lnTo>
                  <a:lnTo>
                    <a:pt x="7914287" y="2103286"/>
                  </a:lnTo>
                  <a:lnTo>
                    <a:pt x="7913442" y="2103286"/>
                  </a:lnTo>
                  <a:lnTo>
                    <a:pt x="7912597" y="2103286"/>
                  </a:lnTo>
                  <a:lnTo>
                    <a:pt x="7911752" y="2103286"/>
                  </a:lnTo>
                  <a:lnTo>
                    <a:pt x="7910907" y="2103286"/>
                  </a:lnTo>
                  <a:lnTo>
                    <a:pt x="7910062" y="2103286"/>
                  </a:lnTo>
                  <a:lnTo>
                    <a:pt x="7909217" y="2103286"/>
                  </a:lnTo>
                  <a:lnTo>
                    <a:pt x="7908372" y="2103286"/>
                  </a:lnTo>
                  <a:lnTo>
                    <a:pt x="7907527" y="2103286"/>
                  </a:lnTo>
                  <a:lnTo>
                    <a:pt x="7906681" y="2103286"/>
                  </a:lnTo>
                  <a:lnTo>
                    <a:pt x="7905836" y="2103286"/>
                  </a:lnTo>
                  <a:lnTo>
                    <a:pt x="7904991" y="2103286"/>
                  </a:lnTo>
                  <a:lnTo>
                    <a:pt x="7904146" y="2103286"/>
                  </a:lnTo>
                  <a:lnTo>
                    <a:pt x="7903301" y="2103286"/>
                  </a:lnTo>
                  <a:lnTo>
                    <a:pt x="7902456" y="2103286"/>
                  </a:lnTo>
                  <a:lnTo>
                    <a:pt x="7901611" y="2103286"/>
                  </a:lnTo>
                  <a:lnTo>
                    <a:pt x="7900766" y="2103286"/>
                  </a:lnTo>
                  <a:lnTo>
                    <a:pt x="7899921" y="2103286"/>
                  </a:lnTo>
                  <a:lnTo>
                    <a:pt x="7899076" y="2103286"/>
                  </a:lnTo>
                  <a:lnTo>
                    <a:pt x="7898231" y="2103286"/>
                  </a:lnTo>
                  <a:lnTo>
                    <a:pt x="7897385" y="2103286"/>
                  </a:lnTo>
                  <a:lnTo>
                    <a:pt x="7896540" y="2103286"/>
                  </a:lnTo>
                  <a:lnTo>
                    <a:pt x="7895695" y="2103286"/>
                  </a:lnTo>
                  <a:lnTo>
                    <a:pt x="7894850" y="2103286"/>
                  </a:lnTo>
                  <a:lnTo>
                    <a:pt x="7894005" y="2103286"/>
                  </a:lnTo>
                  <a:lnTo>
                    <a:pt x="7893160" y="2103286"/>
                  </a:lnTo>
                  <a:lnTo>
                    <a:pt x="7892315" y="2103286"/>
                  </a:lnTo>
                  <a:lnTo>
                    <a:pt x="7891470" y="2103286"/>
                  </a:lnTo>
                  <a:lnTo>
                    <a:pt x="7890625" y="2103286"/>
                  </a:lnTo>
                  <a:lnTo>
                    <a:pt x="7889780" y="2103286"/>
                  </a:lnTo>
                  <a:lnTo>
                    <a:pt x="7888935" y="2103286"/>
                  </a:lnTo>
                  <a:lnTo>
                    <a:pt x="7888089" y="2103286"/>
                  </a:lnTo>
                  <a:lnTo>
                    <a:pt x="7887244" y="2103286"/>
                  </a:lnTo>
                  <a:lnTo>
                    <a:pt x="7886399" y="2103286"/>
                  </a:lnTo>
                  <a:lnTo>
                    <a:pt x="7885554" y="2103286"/>
                  </a:lnTo>
                  <a:lnTo>
                    <a:pt x="7884709" y="2103286"/>
                  </a:lnTo>
                  <a:lnTo>
                    <a:pt x="7883864" y="2103286"/>
                  </a:lnTo>
                  <a:lnTo>
                    <a:pt x="7883019" y="2103286"/>
                  </a:lnTo>
                  <a:lnTo>
                    <a:pt x="7882174" y="2103286"/>
                  </a:lnTo>
                  <a:lnTo>
                    <a:pt x="7881329" y="2103286"/>
                  </a:lnTo>
                  <a:lnTo>
                    <a:pt x="7880484" y="2103286"/>
                  </a:lnTo>
                  <a:lnTo>
                    <a:pt x="7879639" y="2103286"/>
                  </a:lnTo>
                  <a:lnTo>
                    <a:pt x="7878793" y="2103286"/>
                  </a:lnTo>
                  <a:lnTo>
                    <a:pt x="7877948" y="2103286"/>
                  </a:lnTo>
                  <a:lnTo>
                    <a:pt x="7877103" y="2103286"/>
                  </a:lnTo>
                  <a:lnTo>
                    <a:pt x="7876258" y="2103286"/>
                  </a:lnTo>
                  <a:lnTo>
                    <a:pt x="7875413" y="2103286"/>
                  </a:lnTo>
                  <a:lnTo>
                    <a:pt x="7874568" y="2103286"/>
                  </a:lnTo>
                  <a:lnTo>
                    <a:pt x="7873723" y="2103286"/>
                  </a:lnTo>
                  <a:lnTo>
                    <a:pt x="7872878" y="2103286"/>
                  </a:lnTo>
                  <a:lnTo>
                    <a:pt x="7872033" y="2103286"/>
                  </a:lnTo>
                  <a:lnTo>
                    <a:pt x="7871188" y="2103286"/>
                  </a:lnTo>
                  <a:lnTo>
                    <a:pt x="7870342" y="2103286"/>
                  </a:lnTo>
                  <a:lnTo>
                    <a:pt x="7869497" y="2103286"/>
                  </a:lnTo>
                  <a:lnTo>
                    <a:pt x="7868652" y="2103286"/>
                  </a:lnTo>
                  <a:lnTo>
                    <a:pt x="7867807" y="2103286"/>
                  </a:lnTo>
                  <a:lnTo>
                    <a:pt x="7866962" y="2103286"/>
                  </a:lnTo>
                  <a:lnTo>
                    <a:pt x="7866117" y="2103286"/>
                  </a:lnTo>
                  <a:lnTo>
                    <a:pt x="7865272" y="2103286"/>
                  </a:lnTo>
                  <a:lnTo>
                    <a:pt x="7864427" y="2103286"/>
                  </a:lnTo>
                  <a:lnTo>
                    <a:pt x="7863582" y="2103286"/>
                  </a:lnTo>
                  <a:lnTo>
                    <a:pt x="7862737" y="2103286"/>
                  </a:lnTo>
                  <a:lnTo>
                    <a:pt x="7861892" y="2103286"/>
                  </a:lnTo>
                  <a:lnTo>
                    <a:pt x="7861046" y="2103286"/>
                  </a:lnTo>
                  <a:lnTo>
                    <a:pt x="7860201" y="2103286"/>
                  </a:lnTo>
                  <a:lnTo>
                    <a:pt x="7859356" y="2103286"/>
                  </a:lnTo>
                  <a:lnTo>
                    <a:pt x="7858511" y="2103286"/>
                  </a:lnTo>
                  <a:lnTo>
                    <a:pt x="7857666" y="2103286"/>
                  </a:lnTo>
                  <a:lnTo>
                    <a:pt x="7856821" y="2103286"/>
                  </a:lnTo>
                  <a:lnTo>
                    <a:pt x="7855976" y="2103286"/>
                  </a:lnTo>
                  <a:lnTo>
                    <a:pt x="7855131" y="2103286"/>
                  </a:lnTo>
                  <a:lnTo>
                    <a:pt x="7854286" y="2103286"/>
                  </a:lnTo>
                  <a:lnTo>
                    <a:pt x="7853441" y="2103286"/>
                  </a:lnTo>
                  <a:lnTo>
                    <a:pt x="7852596" y="2103286"/>
                  </a:lnTo>
                  <a:lnTo>
                    <a:pt x="7851750" y="2103286"/>
                  </a:lnTo>
                  <a:lnTo>
                    <a:pt x="7850905" y="2103286"/>
                  </a:lnTo>
                  <a:lnTo>
                    <a:pt x="7850060" y="2103286"/>
                  </a:lnTo>
                  <a:lnTo>
                    <a:pt x="7849215" y="2103286"/>
                  </a:lnTo>
                  <a:lnTo>
                    <a:pt x="7848370" y="2103286"/>
                  </a:lnTo>
                  <a:lnTo>
                    <a:pt x="7847525" y="2103286"/>
                  </a:lnTo>
                  <a:lnTo>
                    <a:pt x="7846680" y="2103286"/>
                  </a:lnTo>
                  <a:lnTo>
                    <a:pt x="7845835" y="2103286"/>
                  </a:lnTo>
                  <a:lnTo>
                    <a:pt x="7844990" y="2103286"/>
                  </a:lnTo>
                  <a:lnTo>
                    <a:pt x="7844145" y="2103286"/>
                  </a:lnTo>
                  <a:lnTo>
                    <a:pt x="7843300" y="2103286"/>
                  </a:lnTo>
                  <a:lnTo>
                    <a:pt x="7842454" y="2103286"/>
                  </a:lnTo>
                  <a:lnTo>
                    <a:pt x="7841609" y="2103286"/>
                  </a:lnTo>
                  <a:lnTo>
                    <a:pt x="7840764" y="2103286"/>
                  </a:lnTo>
                  <a:lnTo>
                    <a:pt x="7839919" y="2103286"/>
                  </a:lnTo>
                  <a:lnTo>
                    <a:pt x="7839074" y="2103286"/>
                  </a:lnTo>
                  <a:lnTo>
                    <a:pt x="7838229" y="2103286"/>
                  </a:lnTo>
                  <a:lnTo>
                    <a:pt x="7837384" y="2103286"/>
                  </a:lnTo>
                  <a:lnTo>
                    <a:pt x="7836539" y="2103286"/>
                  </a:lnTo>
                  <a:lnTo>
                    <a:pt x="7835694" y="2103286"/>
                  </a:lnTo>
                  <a:lnTo>
                    <a:pt x="7834849" y="2103286"/>
                  </a:lnTo>
                  <a:lnTo>
                    <a:pt x="7834004" y="2103286"/>
                  </a:lnTo>
                  <a:lnTo>
                    <a:pt x="7833158" y="2103286"/>
                  </a:lnTo>
                  <a:lnTo>
                    <a:pt x="7832313" y="2103286"/>
                  </a:lnTo>
                  <a:lnTo>
                    <a:pt x="7831468" y="2103286"/>
                  </a:lnTo>
                  <a:lnTo>
                    <a:pt x="7830623" y="2103286"/>
                  </a:lnTo>
                  <a:lnTo>
                    <a:pt x="7829778" y="2103286"/>
                  </a:lnTo>
                  <a:lnTo>
                    <a:pt x="7828933" y="2103286"/>
                  </a:lnTo>
                  <a:lnTo>
                    <a:pt x="7828088" y="2103286"/>
                  </a:lnTo>
                  <a:lnTo>
                    <a:pt x="7827243" y="2103286"/>
                  </a:lnTo>
                  <a:lnTo>
                    <a:pt x="7826398" y="2103286"/>
                  </a:lnTo>
                  <a:lnTo>
                    <a:pt x="7825553" y="2103286"/>
                  </a:lnTo>
                  <a:lnTo>
                    <a:pt x="7824708" y="2103286"/>
                  </a:lnTo>
                  <a:lnTo>
                    <a:pt x="7823862" y="2103286"/>
                  </a:lnTo>
                  <a:lnTo>
                    <a:pt x="7823017" y="2103286"/>
                  </a:lnTo>
                  <a:lnTo>
                    <a:pt x="7822172" y="2103286"/>
                  </a:lnTo>
                  <a:lnTo>
                    <a:pt x="7821327" y="2103286"/>
                  </a:lnTo>
                  <a:lnTo>
                    <a:pt x="7820482" y="2103286"/>
                  </a:lnTo>
                  <a:lnTo>
                    <a:pt x="7819637" y="2103286"/>
                  </a:lnTo>
                  <a:lnTo>
                    <a:pt x="7818792" y="2103286"/>
                  </a:lnTo>
                  <a:lnTo>
                    <a:pt x="7817947" y="2103286"/>
                  </a:lnTo>
                  <a:lnTo>
                    <a:pt x="7817102" y="2103286"/>
                  </a:lnTo>
                  <a:lnTo>
                    <a:pt x="7816257" y="2103286"/>
                  </a:lnTo>
                  <a:lnTo>
                    <a:pt x="7815412" y="2103286"/>
                  </a:lnTo>
                  <a:lnTo>
                    <a:pt x="7814566" y="2103286"/>
                  </a:lnTo>
                  <a:lnTo>
                    <a:pt x="7813721" y="2103286"/>
                  </a:lnTo>
                  <a:lnTo>
                    <a:pt x="7812876" y="2103286"/>
                  </a:lnTo>
                  <a:lnTo>
                    <a:pt x="7812031" y="2103286"/>
                  </a:lnTo>
                  <a:lnTo>
                    <a:pt x="7811186" y="2103286"/>
                  </a:lnTo>
                  <a:lnTo>
                    <a:pt x="7810341" y="2103286"/>
                  </a:lnTo>
                  <a:lnTo>
                    <a:pt x="7809496" y="2103286"/>
                  </a:lnTo>
                  <a:lnTo>
                    <a:pt x="7808651" y="2103286"/>
                  </a:lnTo>
                  <a:lnTo>
                    <a:pt x="7807806" y="2103286"/>
                  </a:lnTo>
                  <a:lnTo>
                    <a:pt x="7806961" y="2103286"/>
                  </a:lnTo>
                  <a:lnTo>
                    <a:pt x="7806115" y="2103286"/>
                  </a:lnTo>
                  <a:lnTo>
                    <a:pt x="7805270" y="2103286"/>
                  </a:lnTo>
                  <a:lnTo>
                    <a:pt x="7804425" y="2103286"/>
                  </a:lnTo>
                  <a:lnTo>
                    <a:pt x="7803580" y="2103286"/>
                  </a:lnTo>
                  <a:lnTo>
                    <a:pt x="7802735" y="2103286"/>
                  </a:lnTo>
                  <a:lnTo>
                    <a:pt x="7801890" y="2103286"/>
                  </a:lnTo>
                  <a:lnTo>
                    <a:pt x="7801045" y="2103286"/>
                  </a:lnTo>
                  <a:lnTo>
                    <a:pt x="7800200" y="2103286"/>
                  </a:lnTo>
                  <a:lnTo>
                    <a:pt x="7799355" y="2103286"/>
                  </a:lnTo>
                  <a:lnTo>
                    <a:pt x="7798510" y="2103286"/>
                  </a:lnTo>
                  <a:lnTo>
                    <a:pt x="7797665" y="2103286"/>
                  </a:lnTo>
                  <a:lnTo>
                    <a:pt x="7796819" y="2103286"/>
                  </a:lnTo>
                  <a:lnTo>
                    <a:pt x="7795974" y="2103286"/>
                  </a:lnTo>
                  <a:lnTo>
                    <a:pt x="7795129" y="2103286"/>
                  </a:lnTo>
                  <a:lnTo>
                    <a:pt x="7794284" y="2103286"/>
                  </a:lnTo>
                  <a:lnTo>
                    <a:pt x="7793439" y="2103286"/>
                  </a:lnTo>
                  <a:lnTo>
                    <a:pt x="7792594" y="2103286"/>
                  </a:lnTo>
                  <a:lnTo>
                    <a:pt x="7791749" y="2103286"/>
                  </a:lnTo>
                  <a:lnTo>
                    <a:pt x="7790904" y="2103286"/>
                  </a:lnTo>
                  <a:lnTo>
                    <a:pt x="7790059" y="2103286"/>
                  </a:lnTo>
                  <a:lnTo>
                    <a:pt x="7789214" y="2103286"/>
                  </a:lnTo>
                  <a:lnTo>
                    <a:pt x="7788369" y="2103286"/>
                  </a:lnTo>
                  <a:lnTo>
                    <a:pt x="7787523" y="2103286"/>
                  </a:lnTo>
                  <a:lnTo>
                    <a:pt x="7786678" y="2103286"/>
                  </a:lnTo>
                  <a:lnTo>
                    <a:pt x="7785833" y="2103286"/>
                  </a:lnTo>
                  <a:lnTo>
                    <a:pt x="7784988" y="2103286"/>
                  </a:lnTo>
                  <a:lnTo>
                    <a:pt x="7784143" y="2103286"/>
                  </a:lnTo>
                  <a:lnTo>
                    <a:pt x="7783298" y="2103286"/>
                  </a:lnTo>
                  <a:lnTo>
                    <a:pt x="7782453" y="2103286"/>
                  </a:lnTo>
                  <a:lnTo>
                    <a:pt x="7781608" y="2103286"/>
                  </a:lnTo>
                  <a:lnTo>
                    <a:pt x="7780763" y="2103286"/>
                  </a:lnTo>
                  <a:lnTo>
                    <a:pt x="7779918" y="2103286"/>
                  </a:lnTo>
                  <a:lnTo>
                    <a:pt x="7779073" y="2103286"/>
                  </a:lnTo>
                  <a:lnTo>
                    <a:pt x="7778227" y="2103286"/>
                  </a:lnTo>
                  <a:lnTo>
                    <a:pt x="7777382" y="2103286"/>
                  </a:lnTo>
                  <a:lnTo>
                    <a:pt x="7776537" y="2103286"/>
                  </a:lnTo>
                  <a:lnTo>
                    <a:pt x="7775692" y="2103286"/>
                  </a:lnTo>
                  <a:lnTo>
                    <a:pt x="7774847" y="2103286"/>
                  </a:lnTo>
                  <a:lnTo>
                    <a:pt x="7774002" y="2103286"/>
                  </a:lnTo>
                  <a:lnTo>
                    <a:pt x="7773157" y="2103286"/>
                  </a:lnTo>
                  <a:lnTo>
                    <a:pt x="7772312" y="2103286"/>
                  </a:lnTo>
                  <a:lnTo>
                    <a:pt x="7771467" y="2103286"/>
                  </a:lnTo>
                  <a:lnTo>
                    <a:pt x="7770622" y="2103286"/>
                  </a:lnTo>
                  <a:lnTo>
                    <a:pt x="7769777" y="2103286"/>
                  </a:lnTo>
                  <a:lnTo>
                    <a:pt x="7768931" y="2103286"/>
                  </a:lnTo>
                  <a:lnTo>
                    <a:pt x="7768086" y="2103286"/>
                  </a:lnTo>
                  <a:lnTo>
                    <a:pt x="7767241" y="2103286"/>
                  </a:lnTo>
                  <a:lnTo>
                    <a:pt x="7766396" y="2103286"/>
                  </a:lnTo>
                  <a:lnTo>
                    <a:pt x="7765551" y="2103286"/>
                  </a:lnTo>
                  <a:lnTo>
                    <a:pt x="7764706" y="2103286"/>
                  </a:lnTo>
                  <a:lnTo>
                    <a:pt x="7763861" y="2103286"/>
                  </a:lnTo>
                  <a:lnTo>
                    <a:pt x="7763016" y="2103286"/>
                  </a:lnTo>
                  <a:lnTo>
                    <a:pt x="7762171" y="2103286"/>
                  </a:lnTo>
                  <a:lnTo>
                    <a:pt x="7761326" y="2103286"/>
                  </a:lnTo>
                  <a:lnTo>
                    <a:pt x="7760481" y="2103286"/>
                  </a:lnTo>
                  <a:lnTo>
                    <a:pt x="7759635" y="2103286"/>
                  </a:lnTo>
                  <a:lnTo>
                    <a:pt x="7758790" y="2103286"/>
                  </a:lnTo>
                  <a:lnTo>
                    <a:pt x="7757945" y="2103286"/>
                  </a:lnTo>
                  <a:lnTo>
                    <a:pt x="7757100" y="2103286"/>
                  </a:lnTo>
                  <a:lnTo>
                    <a:pt x="7756255" y="2103286"/>
                  </a:lnTo>
                  <a:lnTo>
                    <a:pt x="7755410" y="2103286"/>
                  </a:lnTo>
                  <a:lnTo>
                    <a:pt x="7754565" y="2103286"/>
                  </a:lnTo>
                  <a:lnTo>
                    <a:pt x="7753720" y="2103286"/>
                  </a:lnTo>
                  <a:lnTo>
                    <a:pt x="7752875" y="2103286"/>
                  </a:lnTo>
                  <a:lnTo>
                    <a:pt x="7752030" y="2103286"/>
                  </a:lnTo>
                  <a:lnTo>
                    <a:pt x="7751185" y="2103286"/>
                  </a:lnTo>
                  <a:lnTo>
                    <a:pt x="7750339" y="2103286"/>
                  </a:lnTo>
                  <a:lnTo>
                    <a:pt x="7749494" y="2103286"/>
                  </a:lnTo>
                  <a:lnTo>
                    <a:pt x="7748649" y="2103286"/>
                  </a:lnTo>
                  <a:lnTo>
                    <a:pt x="7747804" y="2103286"/>
                  </a:lnTo>
                  <a:lnTo>
                    <a:pt x="7746959" y="2103286"/>
                  </a:lnTo>
                  <a:lnTo>
                    <a:pt x="7746114" y="2103286"/>
                  </a:lnTo>
                  <a:lnTo>
                    <a:pt x="7745269" y="2103286"/>
                  </a:lnTo>
                  <a:lnTo>
                    <a:pt x="7744424" y="2103286"/>
                  </a:lnTo>
                  <a:lnTo>
                    <a:pt x="7743579" y="2103286"/>
                  </a:lnTo>
                  <a:lnTo>
                    <a:pt x="7742734" y="2103286"/>
                  </a:lnTo>
                  <a:lnTo>
                    <a:pt x="7741888" y="2103286"/>
                  </a:lnTo>
                  <a:lnTo>
                    <a:pt x="7741043" y="2103286"/>
                  </a:lnTo>
                  <a:lnTo>
                    <a:pt x="7740198" y="2103286"/>
                  </a:lnTo>
                  <a:lnTo>
                    <a:pt x="7739353" y="2103286"/>
                  </a:lnTo>
                  <a:lnTo>
                    <a:pt x="7738508" y="2103286"/>
                  </a:lnTo>
                  <a:lnTo>
                    <a:pt x="7737663" y="2103286"/>
                  </a:lnTo>
                  <a:lnTo>
                    <a:pt x="7736818" y="2103286"/>
                  </a:lnTo>
                  <a:lnTo>
                    <a:pt x="7735973" y="2103286"/>
                  </a:lnTo>
                  <a:lnTo>
                    <a:pt x="7735128" y="2103286"/>
                  </a:lnTo>
                  <a:lnTo>
                    <a:pt x="7734283" y="2103286"/>
                  </a:lnTo>
                  <a:lnTo>
                    <a:pt x="7733438" y="2103286"/>
                  </a:lnTo>
                  <a:lnTo>
                    <a:pt x="7732592" y="2103286"/>
                  </a:lnTo>
                  <a:lnTo>
                    <a:pt x="7731747" y="2103286"/>
                  </a:lnTo>
                  <a:lnTo>
                    <a:pt x="7730902" y="2103286"/>
                  </a:lnTo>
                  <a:lnTo>
                    <a:pt x="7730057" y="2103286"/>
                  </a:lnTo>
                  <a:lnTo>
                    <a:pt x="7729212" y="2103286"/>
                  </a:lnTo>
                  <a:lnTo>
                    <a:pt x="7728367" y="2103286"/>
                  </a:lnTo>
                  <a:lnTo>
                    <a:pt x="7727522" y="2103286"/>
                  </a:lnTo>
                  <a:lnTo>
                    <a:pt x="7726677" y="2103286"/>
                  </a:lnTo>
                  <a:lnTo>
                    <a:pt x="7725832" y="2103286"/>
                  </a:lnTo>
                  <a:lnTo>
                    <a:pt x="7724987" y="2103286"/>
                  </a:lnTo>
                  <a:lnTo>
                    <a:pt x="7724142" y="2103286"/>
                  </a:lnTo>
                  <a:lnTo>
                    <a:pt x="7723296" y="2103286"/>
                  </a:lnTo>
                  <a:lnTo>
                    <a:pt x="7722451" y="2103286"/>
                  </a:lnTo>
                  <a:lnTo>
                    <a:pt x="7721606" y="2103286"/>
                  </a:lnTo>
                  <a:lnTo>
                    <a:pt x="7720761" y="2103286"/>
                  </a:lnTo>
                  <a:lnTo>
                    <a:pt x="7719916" y="2103286"/>
                  </a:lnTo>
                  <a:lnTo>
                    <a:pt x="7719071" y="2103286"/>
                  </a:lnTo>
                  <a:lnTo>
                    <a:pt x="7718226" y="2103286"/>
                  </a:lnTo>
                  <a:lnTo>
                    <a:pt x="7717381" y="2103286"/>
                  </a:lnTo>
                  <a:lnTo>
                    <a:pt x="7716536" y="2103286"/>
                  </a:lnTo>
                  <a:lnTo>
                    <a:pt x="7715691" y="2103286"/>
                  </a:lnTo>
                  <a:lnTo>
                    <a:pt x="7714846" y="2103286"/>
                  </a:lnTo>
                  <a:lnTo>
                    <a:pt x="7714000" y="2103286"/>
                  </a:lnTo>
                  <a:lnTo>
                    <a:pt x="7713155" y="2103286"/>
                  </a:lnTo>
                  <a:lnTo>
                    <a:pt x="7712310" y="2103286"/>
                  </a:lnTo>
                  <a:lnTo>
                    <a:pt x="7711465" y="2103286"/>
                  </a:lnTo>
                  <a:lnTo>
                    <a:pt x="7710620" y="2103286"/>
                  </a:lnTo>
                  <a:lnTo>
                    <a:pt x="7709775" y="2103286"/>
                  </a:lnTo>
                  <a:lnTo>
                    <a:pt x="7708930" y="2103286"/>
                  </a:lnTo>
                  <a:lnTo>
                    <a:pt x="7708085" y="2103286"/>
                  </a:lnTo>
                  <a:lnTo>
                    <a:pt x="7707240" y="2103286"/>
                  </a:lnTo>
                  <a:lnTo>
                    <a:pt x="7706395" y="2103286"/>
                  </a:lnTo>
                  <a:lnTo>
                    <a:pt x="7705550" y="2103286"/>
                  </a:lnTo>
                  <a:lnTo>
                    <a:pt x="7704704" y="2103286"/>
                  </a:lnTo>
                  <a:lnTo>
                    <a:pt x="7703859" y="2103286"/>
                  </a:lnTo>
                  <a:lnTo>
                    <a:pt x="7703014" y="2103286"/>
                  </a:lnTo>
                  <a:lnTo>
                    <a:pt x="7702169" y="2103286"/>
                  </a:lnTo>
                  <a:lnTo>
                    <a:pt x="7701324" y="2103286"/>
                  </a:lnTo>
                  <a:lnTo>
                    <a:pt x="7700479" y="2103286"/>
                  </a:lnTo>
                  <a:lnTo>
                    <a:pt x="7699634" y="2103286"/>
                  </a:lnTo>
                  <a:lnTo>
                    <a:pt x="7698789" y="2103286"/>
                  </a:lnTo>
                  <a:lnTo>
                    <a:pt x="7697944" y="2103286"/>
                  </a:lnTo>
                  <a:lnTo>
                    <a:pt x="7697099" y="2103286"/>
                  </a:lnTo>
                  <a:lnTo>
                    <a:pt x="7696254" y="2103286"/>
                  </a:lnTo>
                  <a:lnTo>
                    <a:pt x="7695408" y="2103286"/>
                  </a:lnTo>
                  <a:lnTo>
                    <a:pt x="7694563" y="2103286"/>
                  </a:lnTo>
                  <a:lnTo>
                    <a:pt x="7693718" y="2103286"/>
                  </a:lnTo>
                  <a:lnTo>
                    <a:pt x="7692873" y="2103286"/>
                  </a:lnTo>
                  <a:lnTo>
                    <a:pt x="7692028" y="2103286"/>
                  </a:lnTo>
                  <a:lnTo>
                    <a:pt x="7691183" y="2103286"/>
                  </a:lnTo>
                  <a:lnTo>
                    <a:pt x="7690338" y="2103286"/>
                  </a:lnTo>
                  <a:lnTo>
                    <a:pt x="7689493" y="2103286"/>
                  </a:lnTo>
                  <a:lnTo>
                    <a:pt x="7688648" y="2103286"/>
                  </a:lnTo>
                  <a:lnTo>
                    <a:pt x="7687803" y="2103286"/>
                  </a:lnTo>
                  <a:lnTo>
                    <a:pt x="7686957" y="2103286"/>
                  </a:lnTo>
                  <a:lnTo>
                    <a:pt x="7686112" y="2103286"/>
                  </a:lnTo>
                  <a:lnTo>
                    <a:pt x="7685267" y="2103286"/>
                  </a:lnTo>
                  <a:lnTo>
                    <a:pt x="7684422" y="2103286"/>
                  </a:lnTo>
                  <a:lnTo>
                    <a:pt x="7683577" y="2103286"/>
                  </a:lnTo>
                  <a:lnTo>
                    <a:pt x="7682732" y="2103286"/>
                  </a:lnTo>
                  <a:lnTo>
                    <a:pt x="7681887" y="2103286"/>
                  </a:lnTo>
                  <a:lnTo>
                    <a:pt x="7681042" y="2103286"/>
                  </a:lnTo>
                  <a:lnTo>
                    <a:pt x="7680197" y="2103286"/>
                  </a:lnTo>
                  <a:lnTo>
                    <a:pt x="7679352" y="2103286"/>
                  </a:lnTo>
                  <a:lnTo>
                    <a:pt x="7678507" y="2103286"/>
                  </a:lnTo>
                  <a:lnTo>
                    <a:pt x="7677661" y="2103286"/>
                  </a:lnTo>
                  <a:lnTo>
                    <a:pt x="7676816" y="2103286"/>
                  </a:lnTo>
                  <a:lnTo>
                    <a:pt x="7675971" y="2103286"/>
                  </a:lnTo>
                  <a:lnTo>
                    <a:pt x="7675126" y="2103286"/>
                  </a:lnTo>
                  <a:lnTo>
                    <a:pt x="7674281" y="2103286"/>
                  </a:lnTo>
                  <a:lnTo>
                    <a:pt x="7673436" y="2103286"/>
                  </a:lnTo>
                  <a:lnTo>
                    <a:pt x="7672591" y="2103286"/>
                  </a:lnTo>
                  <a:lnTo>
                    <a:pt x="7671746" y="2103286"/>
                  </a:lnTo>
                  <a:lnTo>
                    <a:pt x="7670901" y="2103286"/>
                  </a:lnTo>
                  <a:lnTo>
                    <a:pt x="7670056" y="2103286"/>
                  </a:lnTo>
                  <a:lnTo>
                    <a:pt x="7669211" y="2103286"/>
                  </a:lnTo>
                  <a:lnTo>
                    <a:pt x="7668365" y="2103286"/>
                  </a:lnTo>
                  <a:lnTo>
                    <a:pt x="7667520" y="2103286"/>
                  </a:lnTo>
                  <a:lnTo>
                    <a:pt x="7666675" y="2103286"/>
                  </a:lnTo>
                  <a:lnTo>
                    <a:pt x="7665830" y="2103286"/>
                  </a:lnTo>
                  <a:lnTo>
                    <a:pt x="7664985" y="2103286"/>
                  </a:lnTo>
                  <a:lnTo>
                    <a:pt x="7664140" y="2103286"/>
                  </a:lnTo>
                  <a:lnTo>
                    <a:pt x="7663295" y="2103286"/>
                  </a:lnTo>
                  <a:lnTo>
                    <a:pt x="7662450" y="2103286"/>
                  </a:lnTo>
                  <a:lnTo>
                    <a:pt x="7661605" y="2103286"/>
                  </a:lnTo>
                  <a:lnTo>
                    <a:pt x="7660760" y="2103286"/>
                  </a:lnTo>
                  <a:lnTo>
                    <a:pt x="7659915" y="2103286"/>
                  </a:lnTo>
                  <a:lnTo>
                    <a:pt x="7659069" y="2103286"/>
                  </a:lnTo>
                  <a:lnTo>
                    <a:pt x="7658224" y="2103286"/>
                  </a:lnTo>
                  <a:lnTo>
                    <a:pt x="7657379" y="2103286"/>
                  </a:lnTo>
                  <a:lnTo>
                    <a:pt x="7656534" y="2103286"/>
                  </a:lnTo>
                  <a:lnTo>
                    <a:pt x="7655689" y="2103286"/>
                  </a:lnTo>
                  <a:lnTo>
                    <a:pt x="7654844" y="2103286"/>
                  </a:lnTo>
                  <a:lnTo>
                    <a:pt x="7653999" y="2103286"/>
                  </a:lnTo>
                  <a:lnTo>
                    <a:pt x="7653154" y="2103286"/>
                  </a:lnTo>
                  <a:lnTo>
                    <a:pt x="7652309" y="2103286"/>
                  </a:lnTo>
                  <a:lnTo>
                    <a:pt x="7651464" y="2103286"/>
                  </a:lnTo>
                  <a:lnTo>
                    <a:pt x="7650619" y="2103286"/>
                  </a:lnTo>
                  <a:lnTo>
                    <a:pt x="7649773" y="2103286"/>
                  </a:lnTo>
                  <a:lnTo>
                    <a:pt x="7648928" y="2103286"/>
                  </a:lnTo>
                  <a:lnTo>
                    <a:pt x="7648083" y="2103286"/>
                  </a:lnTo>
                  <a:lnTo>
                    <a:pt x="7647238" y="2103286"/>
                  </a:lnTo>
                  <a:lnTo>
                    <a:pt x="7646393" y="2103286"/>
                  </a:lnTo>
                  <a:lnTo>
                    <a:pt x="7645548" y="2103286"/>
                  </a:lnTo>
                  <a:lnTo>
                    <a:pt x="7644703" y="2103286"/>
                  </a:lnTo>
                  <a:lnTo>
                    <a:pt x="7643858" y="2103286"/>
                  </a:lnTo>
                  <a:lnTo>
                    <a:pt x="7643013" y="2103286"/>
                  </a:lnTo>
                  <a:lnTo>
                    <a:pt x="7642168" y="2103286"/>
                  </a:lnTo>
                  <a:lnTo>
                    <a:pt x="7641323" y="2103286"/>
                  </a:lnTo>
                  <a:lnTo>
                    <a:pt x="7640477" y="2103286"/>
                  </a:lnTo>
                  <a:lnTo>
                    <a:pt x="7639632" y="2103286"/>
                  </a:lnTo>
                  <a:lnTo>
                    <a:pt x="7638787" y="2103286"/>
                  </a:lnTo>
                  <a:lnTo>
                    <a:pt x="7637942" y="2103286"/>
                  </a:lnTo>
                  <a:lnTo>
                    <a:pt x="7637097" y="2103286"/>
                  </a:lnTo>
                  <a:lnTo>
                    <a:pt x="7636252" y="2103286"/>
                  </a:lnTo>
                  <a:lnTo>
                    <a:pt x="7635407" y="2103286"/>
                  </a:lnTo>
                  <a:lnTo>
                    <a:pt x="7634562" y="2103286"/>
                  </a:lnTo>
                  <a:lnTo>
                    <a:pt x="7633717" y="2103286"/>
                  </a:lnTo>
                  <a:lnTo>
                    <a:pt x="7632872" y="2103286"/>
                  </a:lnTo>
                  <a:lnTo>
                    <a:pt x="7632027" y="2103286"/>
                  </a:lnTo>
                  <a:lnTo>
                    <a:pt x="7631181" y="2103286"/>
                  </a:lnTo>
                  <a:lnTo>
                    <a:pt x="7630336" y="2103286"/>
                  </a:lnTo>
                  <a:lnTo>
                    <a:pt x="7629491" y="2103286"/>
                  </a:lnTo>
                  <a:lnTo>
                    <a:pt x="7628646" y="2103286"/>
                  </a:lnTo>
                  <a:lnTo>
                    <a:pt x="7627801" y="2103286"/>
                  </a:lnTo>
                  <a:lnTo>
                    <a:pt x="7626956" y="2103286"/>
                  </a:lnTo>
                  <a:lnTo>
                    <a:pt x="7626111" y="2103286"/>
                  </a:lnTo>
                  <a:lnTo>
                    <a:pt x="7625266" y="2103286"/>
                  </a:lnTo>
                  <a:lnTo>
                    <a:pt x="7624421" y="2103286"/>
                  </a:lnTo>
                  <a:lnTo>
                    <a:pt x="7623576" y="2103286"/>
                  </a:lnTo>
                  <a:lnTo>
                    <a:pt x="7622730" y="2103286"/>
                  </a:lnTo>
                  <a:lnTo>
                    <a:pt x="7621885" y="2103286"/>
                  </a:lnTo>
                  <a:lnTo>
                    <a:pt x="7621040" y="2103286"/>
                  </a:lnTo>
                  <a:lnTo>
                    <a:pt x="7620195" y="2103286"/>
                  </a:lnTo>
                  <a:lnTo>
                    <a:pt x="7619350" y="2103286"/>
                  </a:lnTo>
                  <a:lnTo>
                    <a:pt x="7618505" y="2103286"/>
                  </a:lnTo>
                  <a:lnTo>
                    <a:pt x="7617660" y="2103286"/>
                  </a:lnTo>
                  <a:lnTo>
                    <a:pt x="7616815" y="2103286"/>
                  </a:lnTo>
                  <a:lnTo>
                    <a:pt x="7615970" y="2103286"/>
                  </a:lnTo>
                  <a:lnTo>
                    <a:pt x="7615125" y="2103286"/>
                  </a:lnTo>
                  <a:lnTo>
                    <a:pt x="7614280" y="2103286"/>
                  </a:lnTo>
                  <a:lnTo>
                    <a:pt x="7613434" y="2103286"/>
                  </a:lnTo>
                  <a:lnTo>
                    <a:pt x="7612589" y="2103286"/>
                  </a:lnTo>
                  <a:lnTo>
                    <a:pt x="7611744" y="2103286"/>
                  </a:lnTo>
                  <a:lnTo>
                    <a:pt x="7610899" y="2103286"/>
                  </a:lnTo>
                  <a:lnTo>
                    <a:pt x="7610054" y="2103286"/>
                  </a:lnTo>
                  <a:lnTo>
                    <a:pt x="7609209" y="2103286"/>
                  </a:lnTo>
                  <a:lnTo>
                    <a:pt x="7608364" y="2103286"/>
                  </a:lnTo>
                  <a:lnTo>
                    <a:pt x="7607519" y="2103286"/>
                  </a:lnTo>
                  <a:lnTo>
                    <a:pt x="7606674" y="2103286"/>
                  </a:lnTo>
                  <a:lnTo>
                    <a:pt x="7605829" y="2103286"/>
                  </a:lnTo>
                  <a:lnTo>
                    <a:pt x="7604984" y="2103286"/>
                  </a:lnTo>
                  <a:lnTo>
                    <a:pt x="7604138" y="2103286"/>
                  </a:lnTo>
                  <a:lnTo>
                    <a:pt x="7603293" y="2103286"/>
                  </a:lnTo>
                  <a:lnTo>
                    <a:pt x="7602448" y="2103286"/>
                  </a:lnTo>
                  <a:lnTo>
                    <a:pt x="7601603" y="2103286"/>
                  </a:lnTo>
                  <a:lnTo>
                    <a:pt x="7600758" y="2103286"/>
                  </a:lnTo>
                  <a:lnTo>
                    <a:pt x="7599913" y="2103286"/>
                  </a:lnTo>
                  <a:lnTo>
                    <a:pt x="7599068" y="2103286"/>
                  </a:lnTo>
                  <a:lnTo>
                    <a:pt x="7598223" y="2103286"/>
                  </a:lnTo>
                  <a:lnTo>
                    <a:pt x="7597378" y="2103286"/>
                  </a:lnTo>
                  <a:lnTo>
                    <a:pt x="7596533" y="2103286"/>
                  </a:lnTo>
                  <a:lnTo>
                    <a:pt x="7595688" y="2103286"/>
                  </a:lnTo>
                  <a:lnTo>
                    <a:pt x="7594842" y="2103286"/>
                  </a:lnTo>
                  <a:lnTo>
                    <a:pt x="7593997" y="2103286"/>
                  </a:lnTo>
                  <a:lnTo>
                    <a:pt x="7593152" y="2103286"/>
                  </a:lnTo>
                  <a:lnTo>
                    <a:pt x="7592307" y="2103286"/>
                  </a:lnTo>
                  <a:lnTo>
                    <a:pt x="7591462" y="2103286"/>
                  </a:lnTo>
                  <a:lnTo>
                    <a:pt x="7590617" y="2103286"/>
                  </a:lnTo>
                  <a:lnTo>
                    <a:pt x="7589772" y="2103286"/>
                  </a:lnTo>
                  <a:lnTo>
                    <a:pt x="7588927" y="2103286"/>
                  </a:lnTo>
                  <a:lnTo>
                    <a:pt x="7588082" y="2103286"/>
                  </a:lnTo>
                  <a:lnTo>
                    <a:pt x="7587237" y="2103286"/>
                  </a:lnTo>
                  <a:lnTo>
                    <a:pt x="7586392" y="2103286"/>
                  </a:lnTo>
                  <a:lnTo>
                    <a:pt x="7585546" y="2103286"/>
                  </a:lnTo>
                  <a:lnTo>
                    <a:pt x="7584701" y="2103286"/>
                  </a:lnTo>
                  <a:lnTo>
                    <a:pt x="7583856" y="2103286"/>
                  </a:lnTo>
                  <a:lnTo>
                    <a:pt x="7583011" y="2103286"/>
                  </a:lnTo>
                  <a:lnTo>
                    <a:pt x="7582166" y="2103286"/>
                  </a:lnTo>
                  <a:lnTo>
                    <a:pt x="7581321" y="2103286"/>
                  </a:lnTo>
                  <a:lnTo>
                    <a:pt x="7580476" y="2103286"/>
                  </a:lnTo>
                  <a:lnTo>
                    <a:pt x="7579631" y="2103286"/>
                  </a:lnTo>
                  <a:lnTo>
                    <a:pt x="7578786" y="2103286"/>
                  </a:lnTo>
                  <a:lnTo>
                    <a:pt x="7577941" y="2103286"/>
                  </a:lnTo>
                  <a:lnTo>
                    <a:pt x="7577096" y="2103286"/>
                  </a:lnTo>
                  <a:lnTo>
                    <a:pt x="7576250" y="2103286"/>
                  </a:lnTo>
                  <a:lnTo>
                    <a:pt x="7575405" y="2103286"/>
                  </a:lnTo>
                  <a:lnTo>
                    <a:pt x="7574560" y="2103286"/>
                  </a:lnTo>
                  <a:lnTo>
                    <a:pt x="7573715" y="2103286"/>
                  </a:lnTo>
                  <a:lnTo>
                    <a:pt x="7572870" y="2103286"/>
                  </a:lnTo>
                  <a:lnTo>
                    <a:pt x="7572025" y="2103286"/>
                  </a:lnTo>
                  <a:lnTo>
                    <a:pt x="7571180" y="2103286"/>
                  </a:lnTo>
                  <a:lnTo>
                    <a:pt x="7570335" y="2103286"/>
                  </a:lnTo>
                  <a:lnTo>
                    <a:pt x="7569490" y="2103286"/>
                  </a:lnTo>
                  <a:lnTo>
                    <a:pt x="7568645" y="2103286"/>
                  </a:lnTo>
                  <a:lnTo>
                    <a:pt x="7567800" y="2103286"/>
                  </a:lnTo>
                  <a:lnTo>
                    <a:pt x="7566954" y="2103286"/>
                  </a:lnTo>
                  <a:lnTo>
                    <a:pt x="7566109" y="2103286"/>
                  </a:lnTo>
                  <a:lnTo>
                    <a:pt x="7565264" y="2103286"/>
                  </a:lnTo>
                  <a:lnTo>
                    <a:pt x="7564419" y="2103286"/>
                  </a:lnTo>
                  <a:lnTo>
                    <a:pt x="7563574" y="2103286"/>
                  </a:lnTo>
                  <a:lnTo>
                    <a:pt x="7562729" y="2103286"/>
                  </a:lnTo>
                  <a:lnTo>
                    <a:pt x="7561884" y="2103286"/>
                  </a:lnTo>
                  <a:lnTo>
                    <a:pt x="7561039" y="2103286"/>
                  </a:lnTo>
                  <a:lnTo>
                    <a:pt x="7560194" y="2103286"/>
                  </a:lnTo>
                  <a:lnTo>
                    <a:pt x="7559349" y="2103286"/>
                  </a:lnTo>
                  <a:lnTo>
                    <a:pt x="7558503" y="2103286"/>
                  </a:lnTo>
                  <a:lnTo>
                    <a:pt x="7557658" y="2103286"/>
                  </a:lnTo>
                  <a:lnTo>
                    <a:pt x="7556813" y="2103286"/>
                  </a:lnTo>
                  <a:lnTo>
                    <a:pt x="7555968" y="2103286"/>
                  </a:lnTo>
                  <a:lnTo>
                    <a:pt x="7555123" y="2103286"/>
                  </a:lnTo>
                  <a:lnTo>
                    <a:pt x="7554278" y="2103286"/>
                  </a:lnTo>
                  <a:lnTo>
                    <a:pt x="7553433" y="2103286"/>
                  </a:lnTo>
                  <a:lnTo>
                    <a:pt x="7552588" y="2103286"/>
                  </a:lnTo>
                  <a:lnTo>
                    <a:pt x="7551743" y="2103286"/>
                  </a:lnTo>
                  <a:lnTo>
                    <a:pt x="7550898" y="2103286"/>
                  </a:lnTo>
                  <a:lnTo>
                    <a:pt x="7550053" y="2103286"/>
                  </a:lnTo>
                  <a:lnTo>
                    <a:pt x="7549207" y="2103286"/>
                  </a:lnTo>
                  <a:lnTo>
                    <a:pt x="7548362" y="2103286"/>
                  </a:lnTo>
                  <a:lnTo>
                    <a:pt x="7547517" y="2103286"/>
                  </a:lnTo>
                  <a:lnTo>
                    <a:pt x="7546672" y="2103286"/>
                  </a:lnTo>
                  <a:lnTo>
                    <a:pt x="7545827" y="2103286"/>
                  </a:lnTo>
                  <a:lnTo>
                    <a:pt x="7544982" y="2103286"/>
                  </a:lnTo>
                  <a:lnTo>
                    <a:pt x="7544137" y="2103286"/>
                  </a:lnTo>
                  <a:lnTo>
                    <a:pt x="7543292" y="2103286"/>
                  </a:lnTo>
                  <a:lnTo>
                    <a:pt x="7542447" y="2103286"/>
                  </a:lnTo>
                  <a:lnTo>
                    <a:pt x="7541602" y="2103286"/>
                  </a:lnTo>
                  <a:lnTo>
                    <a:pt x="7540757" y="2103286"/>
                  </a:lnTo>
                  <a:lnTo>
                    <a:pt x="7539911" y="2103286"/>
                  </a:lnTo>
                  <a:lnTo>
                    <a:pt x="7539066" y="2103286"/>
                  </a:lnTo>
                  <a:lnTo>
                    <a:pt x="7538221" y="2103286"/>
                  </a:lnTo>
                  <a:lnTo>
                    <a:pt x="7537376" y="2103286"/>
                  </a:lnTo>
                  <a:lnTo>
                    <a:pt x="7536531" y="2103286"/>
                  </a:lnTo>
                  <a:lnTo>
                    <a:pt x="7535686" y="2103286"/>
                  </a:lnTo>
                  <a:lnTo>
                    <a:pt x="7534841" y="2103286"/>
                  </a:lnTo>
                  <a:lnTo>
                    <a:pt x="7533996" y="2103286"/>
                  </a:lnTo>
                  <a:lnTo>
                    <a:pt x="7533151" y="2103286"/>
                  </a:lnTo>
                  <a:lnTo>
                    <a:pt x="7532306" y="2103286"/>
                  </a:lnTo>
                  <a:lnTo>
                    <a:pt x="7531461" y="2103286"/>
                  </a:lnTo>
                  <a:lnTo>
                    <a:pt x="7530615" y="2103286"/>
                  </a:lnTo>
                  <a:lnTo>
                    <a:pt x="7529770" y="2103286"/>
                  </a:lnTo>
                  <a:lnTo>
                    <a:pt x="7528925" y="2103286"/>
                  </a:lnTo>
                  <a:lnTo>
                    <a:pt x="7528080" y="2103286"/>
                  </a:lnTo>
                  <a:lnTo>
                    <a:pt x="7527235" y="2103286"/>
                  </a:lnTo>
                  <a:lnTo>
                    <a:pt x="7526390" y="2103286"/>
                  </a:lnTo>
                  <a:lnTo>
                    <a:pt x="7525545" y="2103286"/>
                  </a:lnTo>
                  <a:lnTo>
                    <a:pt x="7524700" y="2103286"/>
                  </a:lnTo>
                  <a:lnTo>
                    <a:pt x="7523855" y="2103286"/>
                  </a:lnTo>
                  <a:lnTo>
                    <a:pt x="7523010" y="2103286"/>
                  </a:lnTo>
                  <a:lnTo>
                    <a:pt x="7522165" y="2103286"/>
                  </a:lnTo>
                  <a:lnTo>
                    <a:pt x="7521319" y="2103286"/>
                  </a:lnTo>
                  <a:lnTo>
                    <a:pt x="7520474" y="2103286"/>
                  </a:lnTo>
                  <a:lnTo>
                    <a:pt x="7519629" y="2103286"/>
                  </a:lnTo>
                  <a:lnTo>
                    <a:pt x="7518784" y="2103286"/>
                  </a:lnTo>
                  <a:lnTo>
                    <a:pt x="7517939" y="2103286"/>
                  </a:lnTo>
                  <a:lnTo>
                    <a:pt x="7517094" y="2103286"/>
                  </a:lnTo>
                  <a:lnTo>
                    <a:pt x="7516249" y="2103286"/>
                  </a:lnTo>
                  <a:lnTo>
                    <a:pt x="7515404" y="2103286"/>
                  </a:lnTo>
                  <a:lnTo>
                    <a:pt x="7514559" y="2103286"/>
                  </a:lnTo>
                  <a:lnTo>
                    <a:pt x="7513714" y="2103286"/>
                  </a:lnTo>
                  <a:lnTo>
                    <a:pt x="7512869" y="2103286"/>
                  </a:lnTo>
                  <a:lnTo>
                    <a:pt x="7512023" y="2103286"/>
                  </a:lnTo>
                  <a:lnTo>
                    <a:pt x="7511178" y="2103286"/>
                  </a:lnTo>
                  <a:lnTo>
                    <a:pt x="7510333" y="2103286"/>
                  </a:lnTo>
                  <a:lnTo>
                    <a:pt x="7509488" y="2103286"/>
                  </a:lnTo>
                  <a:lnTo>
                    <a:pt x="7508643" y="2103286"/>
                  </a:lnTo>
                  <a:lnTo>
                    <a:pt x="7507798" y="2103286"/>
                  </a:lnTo>
                  <a:lnTo>
                    <a:pt x="7506953" y="2103286"/>
                  </a:lnTo>
                  <a:lnTo>
                    <a:pt x="7506108" y="2103286"/>
                  </a:lnTo>
                  <a:lnTo>
                    <a:pt x="7505263" y="2103286"/>
                  </a:lnTo>
                  <a:lnTo>
                    <a:pt x="7504418" y="2103286"/>
                  </a:lnTo>
                  <a:lnTo>
                    <a:pt x="7503573" y="2103286"/>
                  </a:lnTo>
                  <a:lnTo>
                    <a:pt x="7502727" y="2103286"/>
                  </a:lnTo>
                  <a:lnTo>
                    <a:pt x="7501882" y="2103286"/>
                  </a:lnTo>
                  <a:lnTo>
                    <a:pt x="7501037" y="2103286"/>
                  </a:lnTo>
                  <a:lnTo>
                    <a:pt x="7500192" y="2103286"/>
                  </a:lnTo>
                  <a:lnTo>
                    <a:pt x="7499347" y="2103286"/>
                  </a:lnTo>
                  <a:lnTo>
                    <a:pt x="7498502" y="2103286"/>
                  </a:lnTo>
                  <a:lnTo>
                    <a:pt x="7497657" y="2103286"/>
                  </a:lnTo>
                  <a:lnTo>
                    <a:pt x="7496812" y="2103286"/>
                  </a:lnTo>
                  <a:lnTo>
                    <a:pt x="7495967" y="2103286"/>
                  </a:lnTo>
                  <a:lnTo>
                    <a:pt x="7495122" y="2103286"/>
                  </a:lnTo>
                  <a:lnTo>
                    <a:pt x="7494276" y="2103286"/>
                  </a:lnTo>
                  <a:lnTo>
                    <a:pt x="7493431" y="2103286"/>
                  </a:lnTo>
                  <a:lnTo>
                    <a:pt x="7492586" y="2103286"/>
                  </a:lnTo>
                  <a:lnTo>
                    <a:pt x="7491741" y="2103286"/>
                  </a:lnTo>
                  <a:lnTo>
                    <a:pt x="7490896" y="2103286"/>
                  </a:lnTo>
                  <a:lnTo>
                    <a:pt x="7490051" y="2103286"/>
                  </a:lnTo>
                  <a:lnTo>
                    <a:pt x="7489206" y="2103286"/>
                  </a:lnTo>
                  <a:lnTo>
                    <a:pt x="7488361" y="2103286"/>
                  </a:lnTo>
                  <a:lnTo>
                    <a:pt x="7487516" y="2103286"/>
                  </a:lnTo>
                  <a:lnTo>
                    <a:pt x="7486671" y="2103286"/>
                  </a:lnTo>
                  <a:lnTo>
                    <a:pt x="7485826" y="2103286"/>
                  </a:lnTo>
                  <a:lnTo>
                    <a:pt x="7484980" y="2103286"/>
                  </a:lnTo>
                  <a:lnTo>
                    <a:pt x="7484135" y="2103286"/>
                  </a:lnTo>
                  <a:lnTo>
                    <a:pt x="7483290" y="2103286"/>
                  </a:lnTo>
                  <a:lnTo>
                    <a:pt x="7482445" y="2103286"/>
                  </a:lnTo>
                  <a:lnTo>
                    <a:pt x="7481600" y="2103286"/>
                  </a:lnTo>
                  <a:lnTo>
                    <a:pt x="7480755" y="2103286"/>
                  </a:lnTo>
                  <a:lnTo>
                    <a:pt x="7479910" y="2103286"/>
                  </a:lnTo>
                  <a:lnTo>
                    <a:pt x="7479065" y="2103286"/>
                  </a:lnTo>
                  <a:lnTo>
                    <a:pt x="7478220" y="2103286"/>
                  </a:lnTo>
                  <a:lnTo>
                    <a:pt x="7477375" y="2103286"/>
                  </a:lnTo>
                  <a:lnTo>
                    <a:pt x="7476530" y="2103286"/>
                  </a:lnTo>
                  <a:lnTo>
                    <a:pt x="7475684" y="2103286"/>
                  </a:lnTo>
                  <a:lnTo>
                    <a:pt x="7474839" y="2103286"/>
                  </a:lnTo>
                  <a:lnTo>
                    <a:pt x="7473994" y="2103286"/>
                  </a:lnTo>
                  <a:lnTo>
                    <a:pt x="7473149" y="2103286"/>
                  </a:lnTo>
                  <a:lnTo>
                    <a:pt x="7472304" y="2103286"/>
                  </a:lnTo>
                  <a:lnTo>
                    <a:pt x="7471459" y="2103286"/>
                  </a:lnTo>
                  <a:lnTo>
                    <a:pt x="7470614" y="2103286"/>
                  </a:lnTo>
                  <a:lnTo>
                    <a:pt x="7469769" y="2103286"/>
                  </a:lnTo>
                  <a:lnTo>
                    <a:pt x="7468924" y="2103286"/>
                  </a:lnTo>
                  <a:lnTo>
                    <a:pt x="7468079" y="2103286"/>
                  </a:lnTo>
                  <a:lnTo>
                    <a:pt x="7467234" y="2103286"/>
                  </a:lnTo>
                  <a:lnTo>
                    <a:pt x="7466388" y="2103286"/>
                  </a:lnTo>
                  <a:lnTo>
                    <a:pt x="7465543" y="2103286"/>
                  </a:lnTo>
                  <a:lnTo>
                    <a:pt x="7464698" y="2103286"/>
                  </a:lnTo>
                  <a:lnTo>
                    <a:pt x="7463853" y="2103286"/>
                  </a:lnTo>
                  <a:lnTo>
                    <a:pt x="7463008" y="2103286"/>
                  </a:lnTo>
                  <a:lnTo>
                    <a:pt x="7462163" y="2103286"/>
                  </a:lnTo>
                  <a:lnTo>
                    <a:pt x="7461318" y="2103286"/>
                  </a:lnTo>
                  <a:lnTo>
                    <a:pt x="7460473" y="2103286"/>
                  </a:lnTo>
                  <a:lnTo>
                    <a:pt x="7459628" y="2103286"/>
                  </a:lnTo>
                  <a:lnTo>
                    <a:pt x="7458783" y="2103286"/>
                  </a:lnTo>
                  <a:lnTo>
                    <a:pt x="7457938" y="2103286"/>
                  </a:lnTo>
                  <a:lnTo>
                    <a:pt x="7457092" y="2103286"/>
                  </a:lnTo>
                  <a:lnTo>
                    <a:pt x="7456247" y="2103286"/>
                  </a:lnTo>
                  <a:lnTo>
                    <a:pt x="7455402" y="2103286"/>
                  </a:lnTo>
                  <a:lnTo>
                    <a:pt x="7454557" y="2103286"/>
                  </a:lnTo>
                  <a:lnTo>
                    <a:pt x="7453712" y="2103286"/>
                  </a:lnTo>
                  <a:lnTo>
                    <a:pt x="7452867" y="2103286"/>
                  </a:lnTo>
                  <a:lnTo>
                    <a:pt x="7452022" y="2103286"/>
                  </a:lnTo>
                  <a:lnTo>
                    <a:pt x="7451177" y="2103286"/>
                  </a:lnTo>
                  <a:lnTo>
                    <a:pt x="7450332" y="2103286"/>
                  </a:lnTo>
                  <a:lnTo>
                    <a:pt x="7449487" y="2103286"/>
                  </a:lnTo>
                  <a:lnTo>
                    <a:pt x="7448642" y="2103286"/>
                  </a:lnTo>
                  <a:lnTo>
                    <a:pt x="7447796" y="2103286"/>
                  </a:lnTo>
                  <a:lnTo>
                    <a:pt x="7446951" y="2103286"/>
                  </a:lnTo>
                  <a:lnTo>
                    <a:pt x="7446106" y="2103286"/>
                  </a:lnTo>
                  <a:lnTo>
                    <a:pt x="7445261" y="2103286"/>
                  </a:lnTo>
                  <a:lnTo>
                    <a:pt x="7444416" y="2103286"/>
                  </a:lnTo>
                  <a:lnTo>
                    <a:pt x="7443571" y="2103286"/>
                  </a:lnTo>
                  <a:lnTo>
                    <a:pt x="7442726" y="2103286"/>
                  </a:lnTo>
                  <a:lnTo>
                    <a:pt x="7441881" y="2103286"/>
                  </a:lnTo>
                  <a:lnTo>
                    <a:pt x="7441036" y="2103286"/>
                  </a:lnTo>
                  <a:lnTo>
                    <a:pt x="7440191" y="2103286"/>
                  </a:lnTo>
                  <a:lnTo>
                    <a:pt x="7439346" y="2103286"/>
                  </a:lnTo>
                  <a:lnTo>
                    <a:pt x="7438500" y="2103286"/>
                  </a:lnTo>
                  <a:lnTo>
                    <a:pt x="7437655" y="2103286"/>
                  </a:lnTo>
                  <a:lnTo>
                    <a:pt x="7436810" y="2103286"/>
                  </a:lnTo>
                  <a:lnTo>
                    <a:pt x="7435965" y="2103286"/>
                  </a:lnTo>
                  <a:lnTo>
                    <a:pt x="7435120" y="2103286"/>
                  </a:lnTo>
                  <a:lnTo>
                    <a:pt x="7434275" y="2103286"/>
                  </a:lnTo>
                  <a:lnTo>
                    <a:pt x="7433430" y="2103286"/>
                  </a:lnTo>
                  <a:lnTo>
                    <a:pt x="7432585" y="2103286"/>
                  </a:lnTo>
                  <a:lnTo>
                    <a:pt x="7431740" y="2103286"/>
                  </a:lnTo>
                  <a:lnTo>
                    <a:pt x="7430895" y="2103286"/>
                  </a:lnTo>
                  <a:lnTo>
                    <a:pt x="7430049" y="2103286"/>
                  </a:lnTo>
                  <a:lnTo>
                    <a:pt x="7429204" y="2103286"/>
                  </a:lnTo>
                  <a:lnTo>
                    <a:pt x="7428359" y="2103286"/>
                  </a:lnTo>
                  <a:lnTo>
                    <a:pt x="7427514" y="2103286"/>
                  </a:lnTo>
                  <a:lnTo>
                    <a:pt x="7426669" y="2103286"/>
                  </a:lnTo>
                  <a:lnTo>
                    <a:pt x="7425824" y="2103286"/>
                  </a:lnTo>
                  <a:lnTo>
                    <a:pt x="7424979" y="2103286"/>
                  </a:lnTo>
                  <a:lnTo>
                    <a:pt x="7424134" y="2103286"/>
                  </a:lnTo>
                  <a:lnTo>
                    <a:pt x="7423289" y="2103286"/>
                  </a:lnTo>
                  <a:lnTo>
                    <a:pt x="7422444" y="2103286"/>
                  </a:lnTo>
                  <a:lnTo>
                    <a:pt x="7421599" y="2103286"/>
                  </a:lnTo>
                  <a:lnTo>
                    <a:pt x="7420753" y="2103286"/>
                  </a:lnTo>
                  <a:lnTo>
                    <a:pt x="7419908" y="2103286"/>
                  </a:lnTo>
                  <a:lnTo>
                    <a:pt x="7419063" y="2103286"/>
                  </a:lnTo>
                  <a:lnTo>
                    <a:pt x="7418218" y="2103286"/>
                  </a:lnTo>
                  <a:lnTo>
                    <a:pt x="7417373" y="2103286"/>
                  </a:lnTo>
                  <a:lnTo>
                    <a:pt x="7416528" y="2103286"/>
                  </a:lnTo>
                  <a:lnTo>
                    <a:pt x="7415683" y="2103286"/>
                  </a:lnTo>
                  <a:lnTo>
                    <a:pt x="7414838" y="2103286"/>
                  </a:lnTo>
                  <a:lnTo>
                    <a:pt x="7413993" y="2103286"/>
                  </a:lnTo>
                  <a:lnTo>
                    <a:pt x="7413148" y="2103286"/>
                  </a:lnTo>
                  <a:lnTo>
                    <a:pt x="7412303" y="2103286"/>
                  </a:lnTo>
                  <a:lnTo>
                    <a:pt x="7411457" y="2103286"/>
                  </a:lnTo>
                  <a:lnTo>
                    <a:pt x="7410612" y="2103286"/>
                  </a:lnTo>
                  <a:lnTo>
                    <a:pt x="7409767" y="2103286"/>
                  </a:lnTo>
                  <a:lnTo>
                    <a:pt x="7408922" y="2103286"/>
                  </a:lnTo>
                  <a:lnTo>
                    <a:pt x="7408077" y="2103286"/>
                  </a:lnTo>
                  <a:lnTo>
                    <a:pt x="7407232" y="2103286"/>
                  </a:lnTo>
                  <a:lnTo>
                    <a:pt x="7406387" y="2103286"/>
                  </a:lnTo>
                  <a:lnTo>
                    <a:pt x="7405542" y="2103286"/>
                  </a:lnTo>
                  <a:lnTo>
                    <a:pt x="7404697" y="2103286"/>
                  </a:lnTo>
                  <a:lnTo>
                    <a:pt x="7403852" y="2103286"/>
                  </a:lnTo>
                  <a:lnTo>
                    <a:pt x="7403007" y="2103286"/>
                  </a:lnTo>
                  <a:lnTo>
                    <a:pt x="7402161" y="2103286"/>
                  </a:lnTo>
                  <a:lnTo>
                    <a:pt x="7401316" y="2103286"/>
                  </a:lnTo>
                  <a:lnTo>
                    <a:pt x="7400471" y="2103286"/>
                  </a:lnTo>
                  <a:lnTo>
                    <a:pt x="7399626" y="2103286"/>
                  </a:lnTo>
                  <a:lnTo>
                    <a:pt x="7398781" y="2103286"/>
                  </a:lnTo>
                  <a:lnTo>
                    <a:pt x="7397936" y="2103286"/>
                  </a:lnTo>
                  <a:lnTo>
                    <a:pt x="7397091" y="2103286"/>
                  </a:lnTo>
                  <a:lnTo>
                    <a:pt x="7396246" y="2103286"/>
                  </a:lnTo>
                  <a:lnTo>
                    <a:pt x="7395401" y="2103286"/>
                  </a:lnTo>
                  <a:lnTo>
                    <a:pt x="7394556" y="2103286"/>
                  </a:lnTo>
                  <a:lnTo>
                    <a:pt x="7393711" y="2103286"/>
                  </a:lnTo>
                  <a:lnTo>
                    <a:pt x="7392865" y="2103286"/>
                  </a:lnTo>
                  <a:lnTo>
                    <a:pt x="7392020" y="2103286"/>
                  </a:lnTo>
                  <a:lnTo>
                    <a:pt x="7391175" y="2103286"/>
                  </a:lnTo>
                  <a:lnTo>
                    <a:pt x="7390330" y="2103286"/>
                  </a:lnTo>
                  <a:lnTo>
                    <a:pt x="7389485" y="2103286"/>
                  </a:lnTo>
                  <a:lnTo>
                    <a:pt x="7388640" y="2103286"/>
                  </a:lnTo>
                  <a:lnTo>
                    <a:pt x="7387795" y="2103286"/>
                  </a:lnTo>
                  <a:lnTo>
                    <a:pt x="7386950" y="2103286"/>
                  </a:lnTo>
                  <a:lnTo>
                    <a:pt x="7386105" y="2103286"/>
                  </a:lnTo>
                  <a:lnTo>
                    <a:pt x="7385260" y="2103286"/>
                  </a:lnTo>
                  <a:lnTo>
                    <a:pt x="7384415" y="2103286"/>
                  </a:lnTo>
                  <a:lnTo>
                    <a:pt x="7383569" y="2103286"/>
                  </a:lnTo>
                  <a:lnTo>
                    <a:pt x="7382724" y="2103286"/>
                  </a:lnTo>
                  <a:lnTo>
                    <a:pt x="7381879" y="2103286"/>
                  </a:lnTo>
                  <a:lnTo>
                    <a:pt x="7381034" y="2103286"/>
                  </a:lnTo>
                  <a:lnTo>
                    <a:pt x="7380189" y="2103286"/>
                  </a:lnTo>
                  <a:lnTo>
                    <a:pt x="7379344" y="2103286"/>
                  </a:lnTo>
                  <a:lnTo>
                    <a:pt x="7378499" y="2103286"/>
                  </a:lnTo>
                  <a:lnTo>
                    <a:pt x="7377654" y="2103286"/>
                  </a:lnTo>
                  <a:lnTo>
                    <a:pt x="7376809" y="2103286"/>
                  </a:lnTo>
                  <a:lnTo>
                    <a:pt x="7375964" y="2103286"/>
                  </a:lnTo>
                  <a:lnTo>
                    <a:pt x="7375119" y="2103286"/>
                  </a:lnTo>
                  <a:lnTo>
                    <a:pt x="7374273" y="2103286"/>
                  </a:lnTo>
                  <a:lnTo>
                    <a:pt x="7373428" y="2103286"/>
                  </a:lnTo>
                  <a:lnTo>
                    <a:pt x="7372583" y="2103286"/>
                  </a:lnTo>
                  <a:lnTo>
                    <a:pt x="7371738" y="2103286"/>
                  </a:lnTo>
                  <a:lnTo>
                    <a:pt x="7370893" y="2103286"/>
                  </a:lnTo>
                  <a:lnTo>
                    <a:pt x="7370048" y="2103286"/>
                  </a:lnTo>
                  <a:lnTo>
                    <a:pt x="7369203" y="2103286"/>
                  </a:lnTo>
                  <a:lnTo>
                    <a:pt x="7368358" y="2103286"/>
                  </a:lnTo>
                  <a:lnTo>
                    <a:pt x="7367513" y="2103286"/>
                  </a:lnTo>
                  <a:lnTo>
                    <a:pt x="7366668" y="2103286"/>
                  </a:lnTo>
                  <a:lnTo>
                    <a:pt x="7365822" y="2103286"/>
                  </a:lnTo>
                  <a:lnTo>
                    <a:pt x="7364977" y="2103286"/>
                  </a:lnTo>
                  <a:lnTo>
                    <a:pt x="7364132" y="2103286"/>
                  </a:lnTo>
                  <a:lnTo>
                    <a:pt x="7363287" y="2103286"/>
                  </a:lnTo>
                  <a:lnTo>
                    <a:pt x="7362442" y="2103286"/>
                  </a:lnTo>
                  <a:lnTo>
                    <a:pt x="7361597" y="2103286"/>
                  </a:lnTo>
                  <a:lnTo>
                    <a:pt x="7360752" y="2103286"/>
                  </a:lnTo>
                  <a:lnTo>
                    <a:pt x="7359907" y="2103286"/>
                  </a:lnTo>
                  <a:lnTo>
                    <a:pt x="7359062" y="2103286"/>
                  </a:lnTo>
                  <a:lnTo>
                    <a:pt x="7358217" y="2103286"/>
                  </a:lnTo>
                  <a:lnTo>
                    <a:pt x="7357372" y="2103286"/>
                  </a:lnTo>
                  <a:lnTo>
                    <a:pt x="7356526" y="2103286"/>
                  </a:lnTo>
                  <a:lnTo>
                    <a:pt x="7355681" y="2103286"/>
                  </a:lnTo>
                  <a:lnTo>
                    <a:pt x="7354836" y="2103286"/>
                  </a:lnTo>
                  <a:lnTo>
                    <a:pt x="7353991" y="2103286"/>
                  </a:lnTo>
                  <a:lnTo>
                    <a:pt x="7353146" y="2103286"/>
                  </a:lnTo>
                  <a:lnTo>
                    <a:pt x="7352301" y="2103286"/>
                  </a:lnTo>
                  <a:lnTo>
                    <a:pt x="7351456" y="2103286"/>
                  </a:lnTo>
                  <a:lnTo>
                    <a:pt x="7350611" y="2103286"/>
                  </a:lnTo>
                  <a:lnTo>
                    <a:pt x="7349766" y="2103286"/>
                  </a:lnTo>
                  <a:lnTo>
                    <a:pt x="7348921" y="2103286"/>
                  </a:lnTo>
                  <a:lnTo>
                    <a:pt x="7348076" y="2103286"/>
                  </a:lnTo>
                  <a:lnTo>
                    <a:pt x="7347230" y="2103286"/>
                  </a:lnTo>
                  <a:lnTo>
                    <a:pt x="7346385" y="2103286"/>
                  </a:lnTo>
                  <a:lnTo>
                    <a:pt x="7345540" y="2103286"/>
                  </a:lnTo>
                  <a:lnTo>
                    <a:pt x="7344695" y="2103286"/>
                  </a:lnTo>
                  <a:lnTo>
                    <a:pt x="7343850" y="2103286"/>
                  </a:lnTo>
                  <a:lnTo>
                    <a:pt x="7343005" y="2103286"/>
                  </a:lnTo>
                  <a:lnTo>
                    <a:pt x="7342160" y="2103286"/>
                  </a:lnTo>
                  <a:lnTo>
                    <a:pt x="7341315" y="2103286"/>
                  </a:lnTo>
                  <a:lnTo>
                    <a:pt x="7340470" y="2103286"/>
                  </a:lnTo>
                  <a:lnTo>
                    <a:pt x="7339625" y="2103286"/>
                  </a:lnTo>
                  <a:lnTo>
                    <a:pt x="7338780" y="2103286"/>
                  </a:lnTo>
                  <a:lnTo>
                    <a:pt x="7337934" y="2103286"/>
                  </a:lnTo>
                  <a:lnTo>
                    <a:pt x="7337089" y="2103286"/>
                  </a:lnTo>
                  <a:lnTo>
                    <a:pt x="7336244" y="2103286"/>
                  </a:lnTo>
                  <a:lnTo>
                    <a:pt x="7335399" y="2103286"/>
                  </a:lnTo>
                  <a:lnTo>
                    <a:pt x="7334554" y="2103286"/>
                  </a:lnTo>
                  <a:lnTo>
                    <a:pt x="7333709" y="2103286"/>
                  </a:lnTo>
                  <a:lnTo>
                    <a:pt x="7332864" y="2103286"/>
                  </a:lnTo>
                  <a:lnTo>
                    <a:pt x="7332019" y="2103286"/>
                  </a:lnTo>
                  <a:lnTo>
                    <a:pt x="7331174" y="2103286"/>
                  </a:lnTo>
                  <a:lnTo>
                    <a:pt x="7330329" y="2103286"/>
                  </a:lnTo>
                  <a:lnTo>
                    <a:pt x="7329484" y="2103286"/>
                  </a:lnTo>
                  <a:lnTo>
                    <a:pt x="7328638" y="2103286"/>
                  </a:lnTo>
                  <a:lnTo>
                    <a:pt x="7327793" y="2103286"/>
                  </a:lnTo>
                  <a:lnTo>
                    <a:pt x="7326948" y="2103286"/>
                  </a:lnTo>
                  <a:lnTo>
                    <a:pt x="7326103" y="2103286"/>
                  </a:lnTo>
                  <a:lnTo>
                    <a:pt x="7325258" y="2103286"/>
                  </a:lnTo>
                  <a:lnTo>
                    <a:pt x="7324413" y="2103286"/>
                  </a:lnTo>
                  <a:lnTo>
                    <a:pt x="7323568" y="2103286"/>
                  </a:lnTo>
                  <a:lnTo>
                    <a:pt x="7322723" y="2103286"/>
                  </a:lnTo>
                  <a:lnTo>
                    <a:pt x="7321878" y="2103286"/>
                  </a:lnTo>
                  <a:lnTo>
                    <a:pt x="7321033" y="2103286"/>
                  </a:lnTo>
                  <a:lnTo>
                    <a:pt x="7320188" y="2103286"/>
                  </a:lnTo>
                  <a:lnTo>
                    <a:pt x="7319342" y="2103286"/>
                  </a:lnTo>
                  <a:lnTo>
                    <a:pt x="7318497" y="2103286"/>
                  </a:lnTo>
                  <a:lnTo>
                    <a:pt x="7317652" y="2103286"/>
                  </a:lnTo>
                  <a:lnTo>
                    <a:pt x="7316807" y="2103286"/>
                  </a:lnTo>
                  <a:lnTo>
                    <a:pt x="7315962" y="2103286"/>
                  </a:lnTo>
                  <a:lnTo>
                    <a:pt x="7315117" y="2103286"/>
                  </a:lnTo>
                  <a:lnTo>
                    <a:pt x="7314272" y="2103286"/>
                  </a:lnTo>
                  <a:lnTo>
                    <a:pt x="7313427" y="2103286"/>
                  </a:lnTo>
                  <a:lnTo>
                    <a:pt x="7312582" y="2103286"/>
                  </a:lnTo>
                  <a:lnTo>
                    <a:pt x="7311737" y="2103286"/>
                  </a:lnTo>
                  <a:lnTo>
                    <a:pt x="7310892" y="2103286"/>
                  </a:lnTo>
                  <a:lnTo>
                    <a:pt x="7310046" y="2103286"/>
                  </a:lnTo>
                  <a:lnTo>
                    <a:pt x="7309201" y="2103286"/>
                  </a:lnTo>
                  <a:lnTo>
                    <a:pt x="7308356" y="2103286"/>
                  </a:lnTo>
                  <a:lnTo>
                    <a:pt x="7307511" y="2103286"/>
                  </a:lnTo>
                  <a:lnTo>
                    <a:pt x="7306666" y="2103286"/>
                  </a:lnTo>
                  <a:lnTo>
                    <a:pt x="7305821" y="2103286"/>
                  </a:lnTo>
                  <a:lnTo>
                    <a:pt x="7304976" y="2103286"/>
                  </a:lnTo>
                  <a:lnTo>
                    <a:pt x="7304131" y="2103286"/>
                  </a:lnTo>
                  <a:lnTo>
                    <a:pt x="7303286" y="2103286"/>
                  </a:lnTo>
                  <a:lnTo>
                    <a:pt x="7302441" y="2103286"/>
                  </a:lnTo>
                  <a:lnTo>
                    <a:pt x="7301595" y="2103286"/>
                  </a:lnTo>
                  <a:lnTo>
                    <a:pt x="7300750" y="2103286"/>
                  </a:lnTo>
                  <a:lnTo>
                    <a:pt x="7299905" y="2103286"/>
                  </a:lnTo>
                  <a:lnTo>
                    <a:pt x="7299060" y="2103286"/>
                  </a:lnTo>
                  <a:lnTo>
                    <a:pt x="7298215" y="2103286"/>
                  </a:lnTo>
                  <a:lnTo>
                    <a:pt x="7297370" y="2103286"/>
                  </a:lnTo>
                  <a:lnTo>
                    <a:pt x="7296525" y="2103286"/>
                  </a:lnTo>
                  <a:lnTo>
                    <a:pt x="7295680" y="2103286"/>
                  </a:lnTo>
                  <a:lnTo>
                    <a:pt x="7294835" y="2103286"/>
                  </a:lnTo>
                  <a:lnTo>
                    <a:pt x="7293990" y="2103286"/>
                  </a:lnTo>
                  <a:lnTo>
                    <a:pt x="7293145" y="2103286"/>
                  </a:lnTo>
                  <a:lnTo>
                    <a:pt x="7292299" y="2103286"/>
                  </a:lnTo>
                  <a:lnTo>
                    <a:pt x="7291454" y="2103286"/>
                  </a:lnTo>
                  <a:lnTo>
                    <a:pt x="7290609" y="2103286"/>
                  </a:lnTo>
                  <a:lnTo>
                    <a:pt x="7289764" y="2103286"/>
                  </a:lnTo>
                  <a:lnTo>
                    <a:pt x="7288919" y="2103286"/>
                  </a:lnTo>
                  <a:lnTo>
                    <a:pt x="7288074" y="2103286"/>
                  </a:lnTo>
                  <a:lnTo>
                    <a:pt x="7287229" y="2103286"/>
                  </a:lnTo>
                  <a:lnTo>
                    <a:pt x="7286384" y="2103286"/>
                  </a:lnTo>
                  <a:lnTo>
                    <a:pt x="7285539" y="2103286"/>
                  </a:lnTo>
                  <a:lnTo>
                    <a:pt x="7284694" y="2103286"/>
                  </a:lnTo>
                  <a:lnTo>
                    <a:pt x="7283849" y="2103286"/>
                  </a:lnTo>
                  <a:lnTo>
                    <a:pt x="7283003" y="2103286"/>
                  </a:lnTo>
                  <a:lnTo>
                    <a:pt x="7282158" y="2103286"/>
                  </a:lnTo>
                  <a:lnTo>
                    <a:pt x="7281313" y="2103286"/>
                  </a:lnTo>
                  <a:lnTo>
                    <a:pt x="7280468" y="2103286"/>
                  </a:lnTo>
                  <a:lnTo>
                    <a:pt x="7279623" y="2103286"/>
                  </a:lnTo>
                  <a:lnTo>
                    <a:pt x="7278778" y="2103286"/>
                  </a:lnTo>
                  <a:lnTo>
                    <a:pt x="7277933" y="2103286"/>
                  </a:lnTo>
                  <a:lnTo>
                    <a:pt x="7277088" y="2103286"/>
                  </a:lnTo>
                  <a:lnTo>
                    <a:pt x="7276243" y="2103286"/>
                  </a:lnTo>
                  <a:lnTo>
                    <a:pt x="7275398" y="2103286"/>
                  </a:lnTo>
                  <a:lnTo>
                    <a:pt x="7274553" y="2103286"/>
                  </a:lnTo>
                  <a:lnTo>
                    <a:pt x="7273707" y="2103286"/>
                  </a:lnTo>
                  <a:lnTo>
                    <a:pt x="7272862" y="2103286"/>
                  </a:lnTo>
                  <a:lnTo>
                    <a:pt x="7272017" y="2103286"/>
                  </a:lnTo>
                  <a:lnTo>
                    <a:pt x="7271172" y="2103286"/>
                  </a:lnTo>
                  <a:lnTo>
                    <a:pt x="7270327" y="2103286"/>
                  </a:lnTo>
                  <a:lnTo>
                    <a:pt x="7269482" y="2103286"/>
                  </a:lnTo>
                  <a:lnTo>
                    <a:pt x="7268637" y="2103286"/>
                  </a:lnTo>
                  <a:lnTo>
                    <a:pt x="7267792" y="2103286"/>
                  </a:lnTo>
                  <a:lnTo>
                    <a:pt x="7266947" y="2103286"/>
                  </a:lnTo>
                  <a:lnTo>
                    <a:pt x="7266102" y="2103286"/>
                  </a:lnTo>
                  <a:lnTo>
                    <a:pt x="7265257" y="2103286"/>
                  </a:lnTo>
                  <a:lnTo>
                    <a:pt x="7264411" y="2103286"/>
                  </a:lnTo>
                  <a:lnTo>
                    <a:pt x="7263566" y="2103286"/>
                  </a:lnTo>
                  <a:lnTo>
                    <a:pt x="7262721" y="2103286"/>
                  </a:lnTo>
                  <a:lnTo>
                    <a:pt x="7261876" y="2103286"/>
                  </a:lnTo>
                  <a:lnTo>
                    <a:pt x="7261031" y="2103286"/>
                  </a:lnTo>
                  <a:lnTo>
                    <a:pt x="7260186" y="2103286"/>
                  </a:lnTo>
                  <a:lnTo>
                    <a:pt x="7259341" y="2103286"/>
                  </a:lnTo>
                  <a:lnTo>
                    <a:pt x="7258496" y="2103286"/>
                  </a:lnTo>
                  <a:lnTo>
                    <a:pt x="7257651" y="2103286"/>
                  </a:lnTo>
                  <a:lnTo>
                    <a:pt x="7256806" y="2103286"/>
                  </a:lnTo>
                  <a:lnTo>
                    <a:pt x="7255961" y="2103286"/>
                  </a:lnTo>
                  <a:lnTo>
                    <a:pt x="7255115" y="2103286"/>
                  </a:lnTo>
                  <a:lnTo>
                    <a:pt x="7254270" y="2103286"/>
                  </a:lnTo>
                  <a:lnTo>
                    <a:pt x="7253425" y="2103286"/>
                  </a:lnTo>
                  <a:lnTo>
                    <a:pt x="7252580" y="2103286"/>
                  </a:lnTo>
                  <a:lnTo>
                    <a:pt x="7251735" y="2103286"/>
                  </a:lnTo>
                  <a:lnTo>
                    <a:pt x="7250890" y="2103286"/>
                  </a:lnTo>
                  <a:lnTo>
                    <a:pt x="7250045" y="2103286"/>
                  </a:lnTo>
                  <a:lnTo>
                    <a:pt x="7249200" y="2103286"/>
                  </a:lnTo>
                  <a:lnTo>
                    <a:pt x="7248355" y="2103286"/>
                  </a:lnTo>
                  <a:lnTo>
                    <a:pt x="7247510" y="2103286"/>
                  </a:lnTo>
                  <a:lnTo>
                    <a:pt x="7246665" y="2103286"/>
                  </a:lnTo>
                  <a:lnTo>
                    <a:pt x="7245819" y="2103286"/>
                  </a:lnTo>
                  <a:lnTo>
                    <a:pt x="7244974" y="2103286"/>
                  </a:lnTo>
                  <a:lnTo>
                    <a:pt x="7244129" y="2103286"/>
                  </a:lnTo>
                  <a:lnTo>
                    <a:pt x="7243284" y="2103286"/>
                  </a:lnTo>
                  <a:lnTo>
                    <a:pt x="7242439" y="2103286"/>
                  </a:lnTo>
                  <a:lnTo>
                    <a:pt x="7241594" y="2103286"/>
                  </a:lnTo>
                  <a:lnTo>
                    <a:pt x="7240749" y="2103286"/>
                  </a:lnTo>
                  <a:lnTo>
                    <a:pt x="7239904" y="2103286"/>
                  </a:lnTo>
                  <a:lnTo>
                    <a:pt x="7239059" y="2103286"/>
                  </a:lnTo>
                  <a:lnTo>
                    <a:pt x="7238214" y="2103286"/>
                  </a:lnTo>
                  <a:lnTo>
                    <a:pt x="7237368" y="2103286"/>
                  </a:lnTo>
                  <a:lnTo>
                    <a:pt x="7236523" y="2103286"/>
                  </a:lnTo>
                  <a:lnTo>
                    <a:pt x="7235678" y="2103286"/>
                  </a:lnTo>
                  <a:lnTo>
                    <a:pt x="7234833" y="2103286"/>
                  </a:lnTo>
                  <a:lnTo>
                    <a:pt x="7233988" y="2103286"/>
                  </a:lnTo>
                  <a:lnTo>
                    <a:pt x="7233143" y="2103286"/>
                  </a:lnTo>
                  <a:lnTo>
                    <a:pt x="7232298" y="2103286"/>
                  </a:lnTo>
                  <a:lnTo>
                    <a:pt x="7231453" y="2103286"/>
                  </a:lnTo>
                  <a:lnTo>
                    <a:pt x="7230608" y="2103286"/>
                  </a:lnTo>
                  <a:lnTo>
                    <a:pt x="7229763" y="2103286"/>
                  </a:lnTo>
                  <a:lnTo>
                    <a:pt x="7228918" y="2103286"/>
                  </a:lnTo>
                  <a:lnTo>
                    <a:pt x="7228072" y="2103286"/>
                  </a:lnTo>
                  <a:lnTo>
                    <a:pt x="7227227" y="2103286"/>
                  </a:lnTo>
                  <a:lnTo>
                    <a:pt x="7226382" y="2103286"/>
                  </a:lnTo>
                  <a:lnTo>
                    <a:pt x="7225537" y="2103286"/>
                  </a:lnTo>
                  <a:lnTo>
                    <a:pt x="7224692" y="2103286"/>
                  </a:lnTo>
                  <a:lnTo>
                    <a:pt x="7223847" y="2103286"/>
                  </a:lnTo>
                  <a:lnTo>
                    <a:pt x="7223002" y="2103286"/>
                  </a:lnTo>
                  <a:lnTo>
                    <a:pt x="7222157" y="2103286"/>
                  </a:lnTo>
                  <a:lnTo>
                    <a:pt x="7221312" y="2103286"/>
                  </a:lnTo>
                  <a:lnTo>
                    <a:pt x="7220467" y="2103286"/>
                  </a:lnTo>
                  <a:lnTo>
                    <a:pt x="7219622" y="2103286"/>
                  </a:lnTo>
                  <a:lnTo>
                    <a:pt x="7218776" y="2103286"/>
                  </a:lnTo>
                  <a:lnTo>
                    <a:pt x="7217931" y="2103286"/>
                  </a:lnTo>
                  <a:lnTo>
                    <a:pt x="7217086" y="2103286"/>
                  </a:lnTo>
                  <a:lnTo>
                    <a:pt x="7216241" y="2103286"/>
                  </a:lnTo>
                  <a:lnTo>
                    <a:pt x="7215396" y="2103286"/>
                  </a:lnTo>
                  <a:lnTo>
                    <a:pt x="7214551" y="2103286"/>
                  </a:lnTo>
                  <a:lnTo>
                    <a:pt x="7213706" y="2103286"/>
                  </a:lnTo>
                  <a:lnTo>
                    <a:pt x="7212861" y="2103286"/>
                  </a:lnTo>
                  <a:lnTo>
                    <a:pt x="7212016" y="2103286"/>
                  </a:lnTo>
                  <a:lnTo>
                    <a:pt x="7211171" y="2103286"/>
                  </a:lnTo>
                  <a:lnTo>
                    <a:pt x="7210326" y="2103286"/>
                  </a:lnTo>
                  <a:lnTo>
                    <a:pt x="7209480" y="2103286"/>
                  </a:lnTo>
                  <a:lnTo>
                    <a:pt x="7208635" y="2103286"/>
                  </a:lnTo>
                  <a:lnTo>
                    <a:pt x="7207790" y="2103286"/>
                  </a:lnTo>
                  <a:lnTo>
                    <a:pt x="7206945" y="2103286"/>
                  </a:lnTo>
                  <a:lnTo>
                    <a:pt x="7206100" y="2103286"/>
                  </a:lnTo>
                  <a:lnTo>
                    <a:pt x="7205255" y="2103286"/>
                  </a:lnTo>
                  <a:lnTo>
                    <a:pt x="7204410" y="2103286"/>
                  </a:lnTo>
                  <a:lnTo>
                    <a:pt x="7203565" y="2103286"/>
                  </a:lnTo>
                  <a:lnTo>
                    <a:pt x="7202720" y="2103286"/>
                  </a:lnTo>
                  <a:lnTo>
                    <a:pt x="7201875" y="2103286"/>
                  </a:lnTo>
                  <a:lnTo>
                    <a:pt x="7201030" y="2103286"/>
                  </a:lnTo>
                  <a:lnTo>
                    <a:pt x="7200184" y="2103286"/>
                  </a:lnTo>
                  <a:lnTo>
                    <a:pt x="7199339" y="2103286"/>
                  </a:lnTo>
                  <a:lnTo>
                    <a:pt x="7198494" y="2103286"/>
                  </a:lnTo>
                  <a:lnTo>
                    <a:pt x="7197649" y="2103286"/>
                  </a:lnTo>
                  <a:lnTo>
                    <a:pt x="7196804" y="2103286"/>
                  </a:lnTo>
                  <a:lnTo>
                    <a:pt x="7195959" y="2103286"/>
                  </a:lnTo>
                  <a:lnTo>
                    <a:pt x="7195114" y="2103286"/>
                  </a:lnTo>
                  <a:lnTo>
                    <a:pt x="7194269" y="2103286"/>
                  </a:lnTo>
                  <a:lnTo>
                    <a:pt x="7193424" y="2103286"/>
                  </a:lnTo>
                  <a:lnTo>
                    <a:pt x="7192579" y="2103286"/>
                  </a:lnTo>
                  <a:lnTo>
                    <a:pt x="7191734" y="2103286"/>
                  </a:lnTo>
                  <a:lnTo>
                    <a:pt x="7190888" y="2103286"/>
                  </a:lnTo>
                  <a:lnTo>
                    <a:pt x="7190043" y="2103286"/>
                  </a:lnTo>
                  <a:lnTo>
                    <a:pt x="7189198" y="2103286"/>
                  </a:lnTo>
                  <a:lnTo>
                    <a:pt x="7188353" y="2103286"/>
                  </a:lnTo>
                  <a:lnTo>
                    <a:pt x="7187508" y="2103286"/>
                  </a:lnTo>
                  <a:lnTo>
                    <a:pt x="7186663" y="2103286"/>
                  </a:lnTo>
                  <a:lnTo>
                    <a:pt x="7185818" y="2103286"/>
                  </a:lnTo>
                  <a:lnTo>
                    <a:pt x="7184973" y="2103286"/>
                  </a:lnTo>
                  <a:lnTo>
                    <a:pt x="7184128" y="2103286"/>
                  </a:lnTo>
                  <a:lnTo>
                    <a:pt x="7183283" y="2103286"/>
                  </a:lnTo>
                  <a:lnTo>
                    <a:pt x="7182437" y="2103286"/>
                  </a:lnTo>
                  <a:lnTo>
                    <a:pt x="7181592" y="2103286"/>
                  </a:lnTo>
                  <a:lnTo>
                    <a:pt x="7180747" y="2103286"/>
                  </a:lnTo>
                  <a:lnTo>
                    <a:pt x="7179902" y="2103286"/>
                  </a:lnTo>
                  <a:lnTo>
                    <a:pt x="7179057" y="2103286"/>
                  </a:lnTo>
                  <a:lnTo>
                    <a:pt x="7178212" y="2103286"/>
                  </a:lnTo>
                  <a:lnTo>
                    <a:pt x="7177367" y="2103286"/>
                  </a:lnTo>
                  <a:lnTo>
                    <a:pt x="7176522" y="2103286"/>
                  </a:lnTo>
                  <a:lnTo>
                    <a:pt x="7175677" y="2103286"/>
                  </a:lnTo>
                  <a:lnTo>
                    <a:pt x="7174832" y="2103286"/>
                  </a:lnTo>
                  <a:lnTo>
                    <a:pt x="7173987" y="2103286"/>
                  </a:lnTo>
                  <a:lnTo>
                    <a:pt x="7173141" y="2103286"/>
                  </a:lnTo>
                  <a:lnTo>
                    <a:pt x="7172296" y="2103286"/>
                  </a:lnTo>
                  <a:lnTo>
                    <a:pt x="7171451" y="2103286"/>
                  </a:lnTo>
                  <a:lnTo>
                    <a:pt x="7170606" y="2103286"/>
                  </a:lnTo>
                  <a:lnTo>
                    <a:pt x="7169761" y="2103286"/>
                  </a:lnTo>
                  <a:lnTo>
                    <a:pt x="7168916" y="2103286"/>
                  </a:lnTo>
                  <a:lnTo>
                    <a:pt x="7168071" y="2103286"/>
                  </a:lnTo>
                  <a:lnTo>
                    <a:pt x="7167226" y="2103286"/>
                  </a:lnTo>
                  <a:lnTo>
                    <a:pt x="7166381" y="2103286"/>
                  </a:lnTo>
                  <a:lnTo>
                    <a:pt x="7165536" y="2103286"/>
                  </a:lnTo>
                  <a:lnTo>
                    <a:pt x="7164691" y="2103286"/>
                  </a:lnTo>
                  <a:lnTo>
                    <a:pt x="7163845" y="2103286"/>
                  </a:lnTo>
                  <a:lnTo>
                    <a:pt x="7163000" y="2103286"/>
                  </a:lnTo>
                  <a:lnTo>
                    <a:pt x="7162155" y="2103286"/>
                  </a:lnTo>
                  <a:lnTo>
                    <a:pt x="7161310" y="2103286"/>
                  </a:lnTo>
                  <a:lnTo>
                    <a:pt x="7160465" y="2103286"/>
                  </a:lnTo>
                  <a:lnTo>
                    <a:pt x="7159620" y="2103286"/>
                  </a:lnTo>
                  <a:lnTo>
                    <a:pt x="7158775" y="2103286"/>
                  </a:lnTo>
                  <a:lnTo>
                    <a:pt x="7157930" y="2103286"/>
                  </a:lnTo>
                  <a:lnTo>
                    <a:pt x="7157085" y="2103286"/>
                  </a:lnTo>
                  <a:lnTo>
                    <a:pt x="7156240" y="2103286"/>
                  </a:lnTo>
                  <a:lnTo>
                    <a:pt x="7155395" y="2103286"/>
                  </a:lnTo>
                  <a:lnTo>
                    <a:pt x="7154549" y="2103286"/>
                  </a:lnTo>
                  <a:lnTo>
                    <a:pt x="7153704" y="2103286"/>
                  </a:lnTo>
                  <a:lnTo>
                    <a:pt x="7152859" y="2103286"/>
                  </a:lnTo>
                  <a:lnTo>
                    <a:pt x="7152014" y="2103286"/>
                  </a:lnTo>
                  <a:lnTo>
                    <a:pt x="7151169" y="2103286"/>
                  </a:lnTo>
                  <a:lnTo>
                    <a:pt x="7150324" y="2103286"/>
                  </a:lnTo>
                  <a:lnTo>
                    <a:pt x="7149479" y="2103286"/>
                  </a:lnTo>
                  <a:lnTo>
                    <a:pt x="7148634" y="2103286"/>
                  </a:lnTo>
                  <a:lnTo>
                    <a:pt x="7147789" y="2103286"/>
                  </a:lnTo>
                  <a:lnTo>
                    <a:pt x="7146944" y="2103286"/>
                  </a:lnTo>
                  <a:lnTo>
                    <a:pt x="7146099" y="2103286"/>
                  </a:lnTo>
                  <a:lnTo>
                    <a:pt x="7145253" y="2103286"/>
                  </a:lnTo>
                  <a:lnTo>
                    <a:pt x="7144408" y="2103286"/>
                  </a:lnTo>
                  <a:lnTo>
                    <a:pt x="7143563" y="2103286"/>
                  </a:lnTo>
                  <a:lnTo>
                    <a:pt x="7142718" y="2103286"/>
                  </a:lnTo>
                  <a:lnTo>
                    <a:pt x="7141873" y="2103286"/>
                  </a:lnTo>
                  <a:lnTo>
                    <a:pt x="7141028" y="2103286"/>
                  </a:lnTo>
                  <a:lnTo>
                    <a:pt x="7140183" y="2103286"/>
                  </a:lnTo>
                  <a:lnTo>
                    <a:pt x="7139338" y="2103286"/>
                  </a:lnTo>
                  <a:lnTo>
                    <a:pt x="7138493" y="2103286"/>
                  </a:lnTo>
                  <a:lnTo>
                    <a:pt x="7137648" y="2103286"/>
                  </a:lnTo>
                  <a:lnTo>
                    <a:pt x="7136803" y="2103286"/>
                  </a:lnTo>
                  <a:lnTo>
                    <a:pt x="7135957" y="2103286"/>
                  </a:lnTo>
                  <a:lnTo>
                    <a:pt x="7135112" y="2103286"/>
                  </a:lnTo>
                  <a:lnTo>
                    <a:pt x="7134267" y="2103286"/>
                  </a:lnTo>
                  <a:lnTo>
                    <a:pt x="7133422" y="2103286"/>
                  </a:lnTo>
                  <a:lnTo>
                    <a:pt x="7132577" y="2103286"/>
                  </a:lnTo>
                  <a:lnTo>
                    <a:pt x="7131732" y="2103286"/>
                  </a:lnTo>
                  <a:lnTo>
                    <a:pt x="7130887" y="2103286"/>
                  </a:lnTo>
                  <a:lnTo>
                    <a:pt x="7130042" y="2103286"/>
                  </a:lnTo>
                  <a:lnTo>
                    <a:pt x="7129197" y="2103286"/>
                  </a:lnTo>
                  <a:lnTo>
                    <a:pt x="7128352" y="2103286"/>
                  </a:lnTo>
                  <a:lnTo>
                    <a:pt x="7127507" y="2103286"/>
                  </a:lnTo>
                  <a:lnTo>
                    <a:pt x="7126661" y="2103286"/>
                  </a:lnTo>
                  <a:lnTo>
                    <a:pt x="7125816" y="2103286"/>
                  </a:lnTo>
                  <a:lnTo>
                    <a:pt x="7124971" y="2103286"/>
                  </a:lnTo>
                  <a:lnTo>
                    <a:pt x="7124126" y="2103286"/>
                  </a:lnTo>
                  <a:lnTo>
                    <a:pt x="7123281" y="2103286"/>
                  </a:lnTo>
                  <a:lnTo>
                    <a:pt x="7122436" y="2103286"/>
                  </a:lnTo>
                  <a:lnTo>
                    <a:pt x="7121591" y="2103286"/>
                  </a:lnTo>
                  <a:lnTo>
                    <a:pt x="7120746" y="2103286"/>
                  </a:lnTo>
                  <a:lnTo>
                    <a:pt x="7119901" y="2103286"/>
                  </a:lnTo>
                  <a:lnTo>
                    <a:pt x="7119056" y="2103286"/>
                  </a:lnTo>
                  <a:lnTo>
                    <a:pt x="7118210" y="2103286"/>
                  </a:lnTo>
                  <a:lnTo>
                    <a:pt x="7117365" y="2103286"/>
                  </a:lnTo>
                  <a:lnTo>
                    <a:pt x="7116520" y="2103286"/>
                  </a:lnTo>
                  <a:lnTo>
                    <a:pt x="7115675" y="2103286"/>
                  </a:lnTo>
                  <a:lnTo>
                    <a:pt x="7114830" y="2103286"/>
                  </a:lnTo>
                  <a:lnTo>
                    <a:pt x="7113985" y="2103286"/>
                  </a:lnTo>
                  <a:lnTo>
                    <a:pt x="7113140" y="2103286"/>
                  </a:lnTo>
                  <a:lnTo>
                    <a:pt x="7112295" y="2103286"/>
                  </a:lnTo>
                  <a:lnTo>
                    <a:pt x="7111450" y="2103286"/>
                  </a:lnTo>
                  <a:lnTo>
                    <a:pt x="7110605" y="2103286"/>
                  </a:lnTo>
                  <a:lnTo>
                    <a:pt x="7109760" y="2103286"/>
                  </a:lnTo>
                  <a:lnTo>
                    <a:pt x="7108914" y="2103286"/>
                  </a:lnTo>
                  <a:lnTo>
                    <a:pt x="7108069" y="2103286"/>
                  </a:lnTo>
                  <a:lnTo>
                    <a:pt x="7107224" y="2103286"/>
                  </a:lnTo>
                  <a:lnTo>
                    <a:pt x="7106379" y="2103286"/>
                  </a:lnTo>
                  <a:lnTo>
                    <a:pt x="7105534" y="2103286"/>
                  </a:lnTo>
                  <a:lnTo>
                    <a:pt x="7104689" y="2103286"/>
                  </a:lnTo>
                  <a:lnTo>
                    <a:pt x="7103844" y="2103286"/>
                  </a:lnTo>
                  <a:lnTo>
                    <a:pt x="7102999" y="2103286"/>
                  </a:lnTo>
                  <a:lnTo>
                    <a:pt x="7102154" y="2103286"/>
                  </a:lnTo>
                  <a:lnTo>
                    <a:pt x="7101309" y="2103286"/>
                  </a:lnTo>
                  <a:lnTo>
                    <a:pt x="7100464" y="2103286"/>
                  </a:lnTo>
                  <a:lnTo>
                    <a:pt x="7099618" y="2103286"/>
                  </a:lnTo>
                  <a:lnTo>
                    <a:pt x="7098773" y="2103286"/>
                  </a:lnTo>
                  <a:lnTo>
                    <a:pt x="7097928" y="2103286"/>
                  </a:lnTo>
                  <a:lnTo>
                    <a:pt x="7097083" y="2103286"/>
                  </a:lnTo>
                  <a:lnTo>
                    <a:pt x="7096238" y="2103286"/>
                  </a:lnTo>
                  <a:lnTo>
                    <a:pt x="7095393" y="2103286"/>
                  </a:lnTo>
                  <a:lnTo>
                    <a:pt x="7094548" y="2103286"/>
                  </a:lnTo>
                  <a:lnTo>
                    <a:pt x="7093703" y="2103286"/>
                  </a:lnTo>
                  <a:lnTo>
                    <a:pt x="7092858" y="2103286"/>
                  </a:lnTo>
                  <a:lnTo>
                    <a:pt x="7092013" y="2103286"/>
                  </a:lnTo>
                  <a:lnTo>
                    <a:pt x="7091168" y="2103286"/>
                  </a:lnTo>
                  <a:lnTo>
                    <a:pt x="7090322" y="2103286"/>
                  </a:lnTo>
                  <a:lnTo>
                    <a:pt x="7089477" y="2103286"/>
                  </a:lnTo>
                  <a:lnTo>
                    <a:pt x="7088632" y="2103286"/>
                  </a:lnTo>
                  <a:lnTo>
                    <a:pt x="7087787" y="2103286"/>
                  </a:lnTo>
                  <a:lnTo>
                    <a:pt x="7086942" y="2103286"/>
                  </a:lnTo>
                  <a:lnTo>
                    <a:pt x="7086097" y="2103286"/>
                  </a:lnTo>
                  <a:lnTo>
                    <a:pt x="7085252" y="2103286"/>
                  </a:lnTo>
                  <a:lnTo>
                    <a:pt x="7084407" y="2103286"/>
                  </a:lnTo>
                  <a:lnTo>
                    <a:pt x="7083562" y="2103286"/>
                  </a:lnTo>
                  <a:lnTo>
                    <a:pt x="7082717" y="2103286"/>
                  </a:lnTo>
                  <a:lnTo>
                    <a:pt x="7081872" y="2103286"/>
                  </a:lnTo>
                  <a:lnTo>
                    <a:pt x="7081026" y="2103286"/>
                  </a:lnTo>
                  <a:lnTo>
                    <a:pt x="7080181" y="2103286"/>
                  </a:lnTo>
                  <a:lnTo>
                    <a:pt x="7079336" y="2103286"/>
                  </a:lnTo>
                  <a:lnTo>
                    <a:pt x="7078491" y="2103286"/>
                  </a:lnTo>
                  <a:lnTo>
                    <a:pt x="7077646" y="2103286"/>
                  </a:lnTo>
                  <a:lnTo>
                    <a:pt x="7076801" y="2103286"/>
                  </a:lnTo>
                  <a:lnTo>
                    <a:pt x="7075956" y="2103286"/>
                  </a:lnTo>
                  <a:lnTo>
                    <a:pt x="7075111" y="2103286"/>
                  </a:lnTo>
                  <a:lnTo>
                    <a:pt x="7074266" y="2103286"/>
                  </a:lnTo>
                  <a:lnTo>
                    <a:pt x="7073421" y="2103286"/>
                  </a:lnTo>
                  <a:lnTo>
                    <a:pt x="7072576" y="2103286"/>
                  </a:lnTo>
                  <a:lnTo>
                    <a:pt x="7071730" y="2103286"/>
                  </a:lnTo>
                  <a:lnTo>
                    <a:pt x="7070885" y="2103286"/>
                  </a:lnTo>
                  <a:lnTo>
                    <a:pt x="7070040" y="2103286"/>
                  </a:lnTo>
                  <a:lnTo>
                    <a:pt x="7069195" y="2103286"/>
                  </a:lnTo>
                  <a:lnTo>
                    <a:pt x="7068350" y="2103286"/>
                  </a:lnTo>
                  <a:lnTo>
                    <a:pt x="7067505" y="2103286"/>
                  </a:lnTo>
                  <a:lnTo>
                    <a:pt x="7066660" y="2103286"/>
                  </a:lnTo>
                  <a:lnTo>
                    <a:pt x="7065815" y="2103286"/>
                  </a:lnTo>
                  <a:lnTo>
                    <a:pt x="7064970" y="2103286"/>
                  </a:lnTo>
                  <a:lnTo>
                    <a:pt x="7064125" y="2103286"/>
                  </a:lnTo>
                  <a:lnTo>
                    <a:pt x="7063280" y="2103286"/>
                  </a:lnTo>
                  <a:lnTo>
                    <a:pt x="7062434" y="2103286"/>
                  </a:lnTo>
                  <a:lnTo>
                    <a:pt x="7061589" y="2103286"/>
                  </a:lnTo>
                  <a:lnTo>
                    <a:pt x="7060744" y="2103286"/>
                  </a:lnTo>
                  <a:lnTo>
                    <a:pt x="7059899" y="2103286"/>
                  </a:lnTo>
                  <a:lnTo>
                    <a:pt x="7059054" y="2103286"/>
                  </a:lnTo>
                  <a:lnTo>
                    <a:pt x="7058209" y="2103286"/>
                  </a:lnTo>
                  <a:lnTo>
                    <a:pt x="7057364" y="2103286"/>
                  </a:lnTo>
                  <a:lnTo>
                    <a:pt x="7056519" y="2103286"/>
                  </a:lnTo>
                  <a:lnTo>
                    <a:pt x="7055674" y="2103286"/>
                  </a:lnTo>
                  <a:lnTo>
                    <a:pt x="7054829" y="2103286"/>
                  </a:lnTo>
                  <a:lnTo>
                    <a:pt x="7053983" y="2103286"/>
                  </a:lnTo>
                  <a:lnTo>
                    <a:pt x="7053138" y="2103286"/>
                  </a:lnTo>
                  <a:lnTo>
                    <a:pt x="7052293" y="2103286"/>
                  </a:lnTo>
                  <a:lnTo>
                    <a:pt x="7051448" y="2103286"/>
                  </a:lnTo>
                  <a:lnTo>
                    <a:pt x="7050603" y="2103286"/>
                  </a:lnTo>
                  <a:lnTo>
                    <a:pt x="7049758" y="2103286"/>
                  </a:lnTo>
                  <a:lnTo>
                    <a:pt x="7048913" y="2103286"/>
                  </a:lnTo>
                  <a:lnTo>
                    <a:pt x="7048068" y="2103286"/>
                  </a:lnTo>
                  <a:lnTo>
                    <a:pt x="7047223" y="2103286"/>
                  </a:lnTo>
                  <a:lnTo>
                    <a:pt x="7046378" y="2103286"/>
                  </a:lnTo>
                  <a:lnTo>
                    <a:pt x="7045533" y="2103286"/>
                  </a:lnTo>
                  <a:lnTo>
                    <a:pt x="7044687" y="2103286"/>
                  </a:lnTo>
                  <a:lnTo>
                    <a:pt x="7043842" y="2103286"/>
                  </a:lnTo>
                  <a:lnTo>
                    <a:pt x="7042997" y="2103286"/>
                  </a:lnTo>
                  <a:lnTo>
                    <a:pt x="7042152" y="2103286"/>
                  </a:lnTo>
                  <a:lnTo>
                    <a:pt x="7041307" y="2103286"/>
                  </a:lnTo>
                  <a:lnTo>
                    <a:pt x="7040462" y="2103286"/>
                  </a:lnTo>
                  <a:lnTo>
                    <a:pt x="7039617" y="2103286"/>
                  </a:lnTo>
                  <a:lnTo>
                    <a:pt x="7038772" y="2103286"/>
                  </a:lnTo>
                  <a:lnTo>
                    <a:pt x="7037927" y="2103286"/>
                  </a:lnTo>
                  <a:lnTo>
                    <a:pt x="7037082" y="2103286"/>
                  </a:lnTo>
                  <a:lnTo>
                    <a:pt x="7036237" y="2103286"/>
                  </a:lnTo>
                  <a:lnTo>
                    <a:pt x="7035391" y="2103286"/>
                  </a:lnTo>
                  <a:lnTo>
                    <a:pt x="7034546" y="2103286"/>
                  </a:lnTo>
                  <a:lnTo>
                    <a:pt x="7033701" y="2103286"/>
                  </a:lnTo>
                  <a:lnTo>
                    <a:pt x="7032856" y="2103286"/>
                  </a:lnTo>
                  <a:lnTo>
                    <a:pt x="7032011" y="2103286"/>
                  </a:lnTo>
                  <a:lnTo>
                    <a:pt x="7031166" y="2103286"/>
                  </a:lnTo>
                  <a:lnTo>
                    <a:pt x="7030321" y="2103286"/>
                  </a:lnTo>
                  <a:lnTo>
                    <a:pt x="7029476" y="2103286"/>
                  </a:lnTo>
                  <a:lnTo>
                    <a:pt x="7028631" y="2103286"/>
                  </a:lnTo>
                  <a:lnTo>
                    <a:pt x="7027786" y="2103286"/>
                  </a:lnTo>
                  <a:lnTo>
                    <a:pt x="7026941" y="2103286"/>
                  </a:lnTo>
                  <a:lnTo>
                    <a:pt x="7026095" y="2103286"/>
                  </a:lnTo>
                  <a:lnTo>
                    <a:pt x="7025250" y="2103286"/>
                  </a:lnTo>
                  <a:lnTo>
                    <a:pt x="7024405" y="2103286"/>
                  </a:lnTo>
                  <a:lnTo>
                    <a:pt x="7023560" y="2103286"/>
                  </a:lnTo>
                  <a:lnTo>
                    <a:pt x="7022715" y="2103286"/>
                  </a:lnTo>
                  <a:lnTo>
                    <a:pt x="7021870" y="2103286"/>
                  </a:lnTo>
                  <a:lnTo>
                    <a:pt x="7021025" y="2103286"/>
                  </a:lnTo>
                  <a:lnTo>
                    <a:pt x="7020180" y="2103286"/>
                  </a:lnTo>
                  <a:lnTo>
                    <a:pt x="7019335" y="2103286"/>
                  </a:lnTo>
                  <a:lnTo>
                    <a:pt x="7018490" y="2103286"/>
                  </a:lnTo>
                  <a:lnTo>
                    <a:pt x="7017645" y="2103286"/>
                  </a:lnTo>
                  <a:lnTo>
                    <a:pt x="7016799" y="2103286"/>
                  </a:lnTo>
                  <a:lnTo>
                    <a:pt x="7015954" y="2103286"/>
                  </a:lnTo>
                  <a:lnTo>
                    <a:pt x="7015109" y="2103286"/>
                  </a:lnTo>
                  <a:lnTo>
                    <a:pt x="7014264" y="2103286"/>
                  </a:lnTo>
                  <a:lnTo>
                    <a:pt x="7013419" y="2103286"/>
                  </a:lnTo>
                  <a:lnTo>
                    <a:pt x="7012574" y="2103286"/>
                  </a:lnTo>
                  <a:lnTo>
                    <a:pt x="7011729" y="2103286"/>
                  </a:lnTo>
                  <a:lnTo>
                    <a:pt x="7010884" y="2103286"/>
                  </a:lnTo>
                  <a:lnTo>
                    <a:pt x="7010039" y="2103286"/>
                  </a:lnTo>
                  <a:lnTo>
                    <a:pt x="7009194" y="2103286"/>
                  </a:lnTo>
                  <a:lnTo>
                    <a:pt x="7008349" y="2103286"/>
                  </a:lnTo>
                  <a:lnTo>
                    <a:pt x="7007503" y="2103286"/>
                  </a:lnTo>
                  <a:lnTo>
                    <a:pt x="7006658" y="2103286"/>
                  </a:lnTo>
                  <a:lnTo>
                    <a:pt x="7005813" y="2103286"/>
                  </a:lnTo>
                  <a:lnTo>
                    <a:pt x="7004968" y="2103286"/>
                  </a:lnTo>
                  <a:lnTo>
                    <a:pt x="7004123" y="2103286"/>
                  </a:lnTo>
                  <a:lnTo>
                    <a:pt x="7003278" y="2103286"/>
                  </a:lnTo>
                  <a:lnTo>
                    <a:pt x="7002433" y="2103286"/>
                  </a:lnTo>
                  <a:lnTo>
                    <a:pt x="7001588" y="2103286"/>
                  </a:lnTo>
                  <a:lnTo>
                    <a:pt x="7000743" y="2103286"/>
                  </a:lnTo>
                  <a:lnTo>
                    <a:pt x="6999898" y="2103286"/>
                  </a:lnTo>
                  <a:lnTo>
                    <a:pt x="6999053" y="2103286"/>
                  </a:lnTo>
                  <a:lnTo>
                    <a:pt x="6998207" y="2103286"/>
                  </a:lnTo>
                  <a:lnTo>
                    <a:pt x="6997362" y="2103286"/>
                  </a:lnTo>
                  <a:lnTo>
                    <a:pt x="6996517" y="2103286"/>
                  </a:lnTo>
                  <a:lnTo>
                    <a:pt x="6995672" y="2103286"/>
                  </a:lnTo>
                  <a:lnTo>
                    <a:pt x="6994827" y="2103286"/>
                  </a:lnTo>
                  <a:lnTo>
                    <a:pt x="6993982" y="2103286"/>
                  </a:lnTo>
                  <a:lnTo>
                    <a:pt x="6993137" y="2103286"/>
                  </a:lnTo>
                  <a:lnTo>
                    <a:pt x="6992292" y="2103286"/>
                  </a:lnTo>
                  <a:lnTo>
                    <a:pt x="6991447" y="2103286"/>
                  </a:lnTo>
                  <a:lnTo>
                    <a:pt x="6990602" y="2103286"/>
                  </a:lnTo>
                  <a:lnTo>
                    <a:pt x="6989756" y="2103286"/>
                  </a:lnTo>
                  <a:lnTo>
                    <a:pt x="6988911" y="2103286"/>
                  </a:lnTo>
                  <a:lnTo>
                    <a:pt x="6988066" y="2103286"/>
                  </a:lnTo>
                  <a:lnTo>
                    <a:pt x="6987221" y="2103286"/>
                  </a:lnTo>
                  <a:lnTo>
                    <a:pt x="6986376" y="2103286"/>
                  </a:lnTo>
                  <a:lnTo>
                    <a:pt x="6985531" y="2103286"/>
                  </a:lnTo>
                  <a:lnTo>
                    <a:pt x="6984686" y="2103286"/>
                  </a:lnTo>
                  <a:lnTo>
                    <a:pt x="6983841" y="2103286"/>
                  </a:lnTo>
                  <a:lnTo>
                    <a:pt x="6982996" y="2103286"/>
                  </a:lnTo>
                  <a:lnTo>
                    <a:pt x="6982151" y="2103286"/>
                  </a:lnTo>
                  <a:lnTo>
                    <a:pt x="6981306" y="2103286"/>
                  </a:lnTo>
                  <a:lnTo>
                    <a:pt x="6980460" y="2103286"/>
                  </a:lnTo>
                  <a:lnTo>
                    <a:pt x="6979615" y="2103286"/>
                  </a:lnTo>
                  <a:lnTo>
                    <a:pt x="6978770" y="2103286"/>
                  </a:lnTo>
                  <a:lnTo>
                    <a:pt x="6977925" y="2103286"/>
                  </a:lnTo>
                  <a:lnTo>
                    <a:pt x="6977080" y="2103286"/>
                  </a:lnTo>
                  <a:lnTo>
                    <a:pt x="6976235" y="2103286"/>
                  </a:lnTo>
                  <a:lnTo>
                    <a:pt x="6975390" y="2103286"/>
                  </a:lnTo>
                  <a:lnTo>
                    <a:pt x="6974545" y="2103286"/>
                  </a:lnTo>
                  <a:lnTo>
                    <a:pt x="6973700" y="2103286"/>
                  </a:lnTo>
                  <a:lnTo>
                    <a:pt x="6972855" y="2103286"/>
                  </a:lnTo>
                  <a:lnTo>
                    <a:pt x="6972010" y="2103286"/>
                  </a:lnTo>
                  <a:lnTo>
                    <a:pt x="6971164" y="2103286"/>
                  </a:lnTo>
                  <a:lnTo>
                    <a:pt x="6970319" y="2103286"/>
                  </a:lnTo>
                  <a:lnTo>
                    <a:pt x="6969474" y="2103286"/>
                  </a:lnTo>
                  <a:lnTo>
                    <a:pt x="6968629" y="2103286"/>
                  </a:lnTo>
                  <a:lnTo>
                    <a:pt x="6967784" y="2103286"/>
                  </a:lnTo>
                  <a:lnTo>
                    <a:pt x="6966939" y="2103286"/>
                  </a:lnTo>
                  <a:lnTo>
                    <a:pt x="6966094" y="2103286"/>
                  </a:lnTo>
                  <a:lnTo>
                    <a:pt x="6965249" y="2103286"/>
                  </a:lnTo>
                  <a:lnTo>
                    <a:pt x="6964404" y="2103286"/>
                  </a:lnTo>
                  <a:lnTo>
                    <a:pt x="6963559" y="2103286"/>
                  </a:lnTo>
                  <a:lnTo>
                    <a:pt x="6962714" y="2103286"/>
                  </a:lnTo>
                  <a:lnTo>
                    <a:pt x="6961868" y="2103286"/>
                  </a:lnTo>
                  <a:lnTo>
                    <a:pt x="6961023" y="2103286"/>
                  </a:lnTo>
                  <a:lnTo>
                    <a:pt x="6960178" y="2103286"/>
                  </a:lnTo>
                  <a:lnTo>
                    <a:pt x="6959333" y="2103286"/>
                  </a:lnTo>
                  <a:lnTo>
                    <a:pt x="6958488" y="2103286"/>
                  </a:lnTo>
                  <a:lnTo>
                    <a:pt x="6957643" y="2103286"/>
                  </a:lnTo>
                  <a:lnTo>
                    <a:pt x="6956798" y="2103286"/>
                  </a:lnTo>
                  <a:lnTo>
                    <a:pt x="6955953" y="2103286"/>
                  </a:lnTo>
                  <a:lnTo>
                    <a:pt x="6955108" y="2103286"/>
                  </a:lnTo>
                  <a:lnTo>
                    <a:pt x="6954263" y="2103286"/>
                  </a:lnTo>
                  <a:lnTo>
                    <a:pt x="6953418" y="2103286"/>
                  </a:lnTo>
                  <a:lnTo>
                    <a:pt x="6952572" y="2103286"/>
                  </a:lnTo>
                  <a:lnTo>
                    <a:pt x="6951727" y="2103286"/>
                  </a:lnTo>
                  <a:lnTo>
                    <a:pt x="6950882" y="2103286"/>
                  </a:lnTo>
                  <a:lnTo>
                    <a:pt x="6950037" y="2103286"/>
                  </a:lnTo>
                  <a:lnTo>
                    <a:pt x="6949192" y="2103286"/>
                  </a:lnTo>
                  <a:lnTo>
                    <a:pt x="6948347" y="2103286"/>
                  </a:lnTo>
                  <a:lnTo>
                    <a:pt x="6947502" y="2103286"/>
                  </a:lnTo>
                  <a:lnTo>
                    <a:pt x="6946657" y="2103286"/>
                  </a:lnTo>
                  <a:lnTo>
                    <a:pt x="6945812" y="2103286"/>
                  </a:lnTo>
                  <a:lnTo>
                    <a:pt x="6944967" y="2103286"/>
                  </a:lnTo>
                  <a:lnTo>
                    <a:pt x="6944122" y="2103286"/>
                  </a:lnTo>
                  <a:lnTo>
                    <a:pt x="6943276" y="2103286"/>
                  </a:lnTo>
                  <a:lnTo>
                    <a:pt x="6942431" y="2103286"/>
                  </a:lnTo>
                  <a:lnTo>
                    <a:pt x="6941586" y="2103286"/>
                  </a:lnTo>
                  <a:lnTo>
                    <a:pt x="6940741" y="2103286"/>
                  </a:lnTo>
                  <a:lnTo>
                    <a:pt x="6939896" y="2103286"/>
                  </a:lnTo>
                  <a:lnTo>
                    <a:pt x="6939051" y="2103286"/>
                  </a:lnTo>
                  <a:lnTo>
                    <a:pt x="6938206" y="2103286"/>
                  </a:lnTo>
                  <a:lnTo>
                    <a:pt x="6937361" y="2103286"/>
                  </a:lnTo>
                  <a:lnTo>
                    <a:pt x="6936516" y="2103286"/>
                  </a:lnTo>
                  <a:lnTo>
                    <a:pt x="6935671" y="2103286"/>
                  </a:lnTo>
                  <a:lnTo>
                    <a:pt x="6934826" y="2103286"/>
                  </a:lnTo>
                  <a:lnTo>
                    <a:pt x="6933980" y="2103286"/>
                  </a:lnTo>
                  <a:lnTo>
                    <a:pt x="6933135" y="2103286"/>
                  </a:lnTo>
                  <a:lnTo>
                    <a:pt x="6932290" y="2103286"/>
                  </a:lnTo>
                  <a:lnTo>
                    <a:pt x="6931445" y="2103286"/>
                  </a:lnTo>
                  <a:lnTo>
                    <a:pt x="6930600" y="2103286"/>
                  </a:lnTo>
                  <a:lnTo>
                    <a:pt x="6929755" y="2103286"/>
                  </a:lnTo>
                  <a:lnTo>
                    <a:pt x="6928910" y="2103286"/>
                  </a:lnTo>
                  <a:lnTo>
                    <a:pt x="6928065" y="2103286"/>
                  </a:lnTo>
                  <a:lnTo>
                    <a:pt x="6927220" y="2103286"/>
                  </a:lnTo>
                  <a:lnTo>
                    <a:pt x="6926375" y="2103286"/>
                  </a:lnTo>
                  <a:lnTo>
                    <a:pt x="6925529" y="2103286"/>
                  </a:lnTo>
                  <a:lnTo>
                    <a:pt x="6924684" y="2103286"/>
                  </a:lnTo>
                  <a:lnTo>
                    <a:pt x="6923839" y="2103286"/>
                  </a:lnTo>
                  <a:lnTo>
                    <a:pt x="6922994" y="2103286"/>
                  </a:lnTo>
                  <a:lnTo>
                    <a:pt x="6922149" y="2103286"/>
                  </a:lnTo>
                  <a:lnTo>
                    <a:pt x="6921304" y="2103286"/>
                  </a:lnTo>
                  <a:lnTo>
                    <a:pt x="6920459" y="2103286"/>
                  </a:lnTo>
                  <a:lnTo>
                    <a:pt x="6919614" y="2103286"/>
                  </a:lnTo>
                  <a:lnTo>
                    <a:pt x="6918769" y="2103286"/>
                  </a:lnTo>
                  <a:lnTo>
                    <a:pt x="6917924" y="2103286"/>
                  </a:lnTo>
                  <a:lnTo>
                    <a:pt x="6917079" y="2103286"/>
                  </a:lnTo>
                  <a:lnTo>
                    <a:pt x="6916233" y="2103286"/>
                  </a:lnTo>
                  <a:lnTo>
                    <a:pt x="6915388" y="2103286"/>
                  </a:lnTo>
                  <a:lnTo>
                    <a:pt x="6914543" y="2103286"/>
                  </a:lnTo>
                  <a:lnTo>
                    <a:pt x="6913698" y="2103286"/>
                  </a:lnTo>
                  <a:lnTo>
                    <a:pt x="6912853" y="2103286"/>
                  </a:lnTo>
                  <a:lnTo>
                    <a:pt x="6912008" y="2103286"/>
                  </a:lnTo>
                  <a:lnTo>
                    <a:pt x="6911163" y="2103286"/>
                  </a:lnTo>
                  <a:lnTo>
                    <a:pt x="6910318" y="2103286"/>
                  </a:lnTo>
                  <a:lnTo>
                    <a:pt x="6909473" y="2103286"/>
                  </a:lnTo>
                  <a:lnTo>
                    <a:pt x="6908628" y="2103286"/>
                  </a:lnTo>
                  <a:lnTo>
                    <a:pt x="6907783" y="2103286"/>
                  </a:lnTo>
                  <a:lnTo>
                    <a:pt x="6906937" y="2103286"/>
                  </a:lnTo>
                  <a:lnTo>
                    <a:pt x="6906092" y="2103286"/>
                  </a:lnTo>
                  <a:lnTo>
                    <a:pt x="6905247" y="2103286"/>
                  </a:lnTo>
                  <a:lnTo>
                    <a:pt x="6904402" y="2103286"/>
                  </a:lnTo>
                  <a:lnTo>
                    <a:pt x="6903557" y="2103286"/>
                  </a:lnTo>
                  <a:lnTo>
                    <a:pt x="6902712" y="2103286"/>
                  </a:lnTo>
                  <a:lnTo>
                    <a:pt x="6901867" y="2103286"/>
                  </a:lnTo>
                  <a:lnTo>
                    <a:pt x="6901022" y="2103286"/>
                  </a:lnTo>
                  <a:lnTo>
                    <a:pt x="6900177" y="2103286"/>
                  </a:lnTo>
                  <a:lnTo>
                    <a:pt x="6899332" y="2103286"/>
                  </a:lnTo>
                  <a:lnTo>
                    <a:pt x="6898487" y="2103286"/>
                  </a:lnTo>
                  <a:lnTo>
                    <a:pt x="6897641" y="2103286"/>
                  </a:lnTo>
                  <a:lnTo>
                    <a:pt x="6896796" y="2103286"/>
                  </a:lnTo>
                  <a:lnTo>
                    <a:pt x="6895951" y="2103286"/>
                  </a:lnTo>
                  <a:lnTo>
                    <a:pt x="6895106" y="2103286"/>
                  </a:lnTo>
                  <a:lnTo>
                    <a:pt x="6894261" y="2103286"/>
                  </a:lnTo>
                  <a:lnTo>
                    <a:pt x="6893416" y="2103286"/>
                  </a:lnTo>
                  <a:lnTo>
                    <a:pt x="6892571" y="2103286"/>
                  </a:lnTo>
                  <a:lnTo>
                    <a:pt x="6891726" y="2103286"/>
                  </a:lnTo>
                  <a:lnTo>
                    <a:pt x="6890881" y="2103286"/>
                  </a:lnTo>
                  <a:lnTo>
                    <a:pt x="6890036" y="2103286"/>
                  </a:lnTo>
                  <a:lnTo>
                    <a:pt x="6889191" y="2103286"/>
                  </a:lnTo>
                  <a:lnTo>
                    <a:pt x="6888345" y="2103286"/>
                  </a:lnTo>
                  <a:lnTo>
                    <a:pt x="6887500" y="2103286"/>
                  </a:lnTo>
                  <a:lnTo>
                    <a:pt x="6886655" y="2103286"/>
                  </a:lnTo>
                  <a:lnTo>
                    <a:pt x="6885810" y="2103286"/>
                  </a:lnTo>
                  <a:lnTo>
                    <a:pt x="6884965" y="2103286"/>
                  </a:lnTo>
                  <a:lnTo>
                    <a:pt x="6884120" y="2103286"/>
                  </a:lnTo>
                  <a:lnTo>
                    <a:pt x="6883275" y="2103286"/>
                  </a:lnTo>
                  <a:lnTo>
                    <a:pt x="6882430" y="2103286"/>
                  </a:lnTo>
                  <a:lnTo>
                    <a:pt x="6881585" y="2103286"/>
                  </a:lnTo>
                  <a:lnTo>
                    <a:pt x="6880740" y="2103286"/>
                  </a:lnTo>
                  <a:lnTo>
                    <a:pt x="6879895" y="2103286"/>
                  </a:lnTo>
                  <a:lnTo>
                    <a:pt x="6879049" y="2103286"/>
                  </a:lnTo>
                  <a:lnTo>
                    <a:pt x="6878204" y="2103286"/>
                  </a:lnTo>
                  <a:lnTo>
                    <a:pt x="6877359" y="2103286"/>
                  </a:lnTo>
                  <a:lnTo>
                    <a:pt x="6876514" y="2103286"/>
                  </a:lnTo>
                  <a:lnTo>
                    <a:pt x="6875669" y="2103286"/>
                  </a:lnTo>
                  <a:lnTo>
                    <a:pt x="6874824" y="2103286"/>
                  </a:lnTo>
                  <a:lnTo>
                    <a:pt x="6873979" y="2103286"/>
                  </a:lnTo>
                  <a:lnTo>
                    <a:pt x="6873134" y="2103286"/>
                  </a:lnTo>
                  <a:lnTo>
                    <a:pt x="6872289" y="2103286"/>
                  </a:lnTo>
                  <a:lnTo>
                    <a:pt x="6871444" y="2103286"/>
                  </a:lnTo>
                  <a:lnTo>
                    <a:pt x="6870599" y="2103286"/>
                  </a:lnTo>
                  <a:lnTo>
                    <a:pt x="6869753" y="2103286"/>
                  </a:lnTo>
                  <a:lnTo>
                    <a:pt x="6868908" y="2103286"/>
                  </a:lnTo>
                  <a:lnTo>
                    <a:pt x="6868063" y="2103286"/>
                  </a:lnTo>
                  <a:lnTo>
                    <a:pt x="6867218" y="2103286"/>
                  </a:lnTo>
                  <a:lnTo>
                    <a:pt x="6866373" y="2103286"/>
                  </a:lnTo>
                  <a:lnTo>
                    <a:pt x="6865528" y="2103286"/>
                  </a:lnTo>
                  <a:lnTo>
                    <a:pt x="6864683" y="2103286"/>
                  </a:lnTo>
                  <a:lnTo>
                    <a:pt x="6863838" y="2103286"/>
                  </a:lnTo>
                  <a:lnTo>
                    <a:pt x="6862993" y="2103286"/>
                  </a:lnTo>
                  <a:lnTo>
                    <a:pt x="6862148" y="2103286"/>
                  </a:lnTo>
                  <a:lnTo>
                    <a:pt x="6861302" y="2103286"/>
                  </a:lnTo>
                  <a:lnTo>
                    <a:pt x="6860457" y="2103286"/>
                  </a:lnTo>
                  <a:lnTo>
                    <a:pt x="6859612" y="2103286"/>
                  </a:lnTo>
                  <a:lnTo>
                    <a:pt x="6858767" y="2103286"/>
                  </a:lnTo>
                  <a:lnTo>
                    <a:pt x="6857922" y="2103286"/>
                  </a:lnTo>
                  <a:lnTo>
                    <a:pt x="6857077" y="2103286"/>
                  </a:lnTo>
                  <a:lnTo>
                    <a:pt x="6856232" y="2103286"/>
                  </a:lnTo>
                  <a:lnTo>
                    <a:pt x="6855387" y="2103286"/>
                  </a:lnTo>
                  <a:lnTo>
                    <a:pt x="6854542" y="2103286"/>
                  </a:lnTo>
                  <a:lnTo>
                    <a:pt x="6853697" y="2103286"/>
                  </a:lnTo>
                  <a:lnTo>
                    <a:pt x="6852852" y="2103286"/>
                  </a:lnTo>
                  <a:lnTo>
                    <a:pt x="6852006" y="2103286"/>
                  </a:lnTo>
                  <a:lnTo>
                    <a:pt x="6851161" y="2103286"/>
                  </a:lnTo>
                  <a:lnTo>
                    <a:pt x="6850316" y="2103286"/>
                  </a:lnTo>
                  <a:lnTo>
                    <a:pt x="6849471" y="2103286"/>
                  </a:lnTo>
                  <a:lnTo>
                    <a:pt x="6848626" y="2103286"/>
                  </a:lnTo>
                  <a:lnTo>
                    <a:pt x="6847781" y="2103286"/>
                  </a:lnTo>
                  <a:lnTo>
                    <a:pt x="6846936" y="2103286"/>
                  </a:lnTo>
                  <a:lnTo>
                    <a:pt x="6846091" y="2103286"/>
                  </a:lnTo>
                  <a:lnTo>
                    <a:pt x="6845246" y="2103286"/>
                  </a:lnTo>
                  <a:lnTo>
                    <a:pt x="6844401" y="2103286"/>
                  </a:lnTo>
                  <a:lnTo>
                    <a:pt x="6843556" y="2103286"/>
                  </a:lnTo>
                  <a:lnTo>
                    <a:pt x="6842710" y="2103286"/>
                  </a:lnTo>
                  <a:lnTo>
                    <a:pt x="6841865" y="2103286"/>
                  </a:lnTo>
                  <a:lnTo>
                    <a:pt x="6841020" y="2103286"/>
                  </a:lnTo>
                  <a:lnTo>
                    <a:pt x="6840175" y="2103286"/>
                  </a:lnTo>
                  <a:lnTo>
                    <a:pt x="6839330" y="2103286"/>
                  </a:lnTo>
                  <a:lnTo>
                    <a:pt x="6838485" y="2103286"/>
                  </a:lnTo>
                  <a:lnTo>
                    <a:pt x="6837640" y="2103286"/>
                  </a:lnTo>
                  <a:lnTo>
                    <a:pt x="6836795" y="2103286"/>
                  </a:lnTo>
                  <a:lnTo>
                    <a:pt x="6835950" y="2103286"/>
                  </a:lnTo>
                  <a:lnTo>
                    <a:pt x="6835105" y="2103286"/>
                  </a:lnTo>
                  <a:lnTo>
                    <a:pt x="6834260" y="2103286"/>
                  </a:lnTo>
                  <a:lnTo>
                    <a:pt x="6833414" y="2103286"/>
                  </a:lnTo>
                  <a:lnTo>
                    <a:pt x="6832569" y="2103286"/>
                  </a:lnTo>
                  <a:lnTo>
                    <a:pt x="6831724" y="2103286"/>
                  </a:lnTo>
                  <a:lnTo>
                    <a:pt x="6830879" y="2103286"/>
                  </a:lnTo>
                  <a:lnTo>
                    <a:pt x="6830034" y="2103286"/>
                  </a:lnTo>
                  <a:lnTo>
                    <a:pt x="6829189" y="2103286"/>
                  </a:lnTo>
                  <a:lnTo>
                    <a:pt x="6828344" y="2103286"/>
                  </a:lnTo>
                  <a:lnTo>
                    <a:pt x="6827499" y="2103286"/>
                  </a:lnTo>
                  <a:lnTo>
                    <a:pt x="6826654" y="2103286"/>
                  </a:lnTo>
                  <a:lnTo>
                    <a:pt x="6825809" y="2103286"/>
                  </a:lnTo>
                  <a:lnTo>
                    <a:pt x="6824964" y="2103286"/>
                  </a:lnTo>
                  <a:lnTo>
                    <a:pt x="6824118" y="2103286"/>
                  </a:lnTo>
                  <a:lnTo>
                    <a:pt x="6823273" y="2103286"/>
                  </a:lnTo>
                  <a:lnTo>
                    <a:pt x="6822428" y="2103286"/>
                  </a:lnTo>
                  <a:lnTo>
                    <a:pt x="6821583" y="2103286"/>
                  </a:lnTo>
                  <a:lnTo>
                    <a:pt x="6820738" y="2103286"/>
                  </a:lnTo>
                  <a:lnTo>
                    <a:pt x="6819893" y="2103286"/>
                  </a:lnTo>
                  <a:lnTo>
                    <a:pt x="6819048" y="2103286"/>
                  </a:lnTo>
                  <a:lnTo>
                    <a:pt x="6818203" y="2103286"/>
                  </a:lnTo>
                  <a:lnTo>
                    <a:pt x="6817358" y="2103286"/>
                  </a:lnTo>
                  <a:lnTo>
                    <a:pt x="6816513" y="2103286"/>
                  </a:lnTo>
                  <a:lnTo>
                    <a:pt x="6815668" y="2103286"/>
                  </a:lnTo>
                  <a:lnTo>
                    <a:pt x="6814822" y="2103286"/>
                  </a:lnTo>
                  <a:lnTo>
                    <a:pt x="6813977" y="2103286"/>
                  </a:lnTo>
                  <a:lnTo>
                    <a:pt x="6813132" y="2103286"/>
                  </a:lnTo>
                  <a:lnTo>
                    <a:pt x="6812287" y="2103286"/>
                  </a:lnTo>
                  <a:lnTo>
                    <a:pt x="6811442" y="2103286"/>
                  </a:lnTo>
                  <a:lnTo>
                    <a:pt x="6810597" y="2103286"/>
                  </a:lnTo>
                  <a:lnTo>
                    <a:pt x="6809752" y="2103286"/>
                  </a:lnTo>
                  <a:lnTo>
                    <a:pt x="6808907" y="2103286"/>
                  </a:lnTo>
                  <a:lnTo>
                    <a:pt x="6808062" y="2103286"/>
                  </a:lnTo>
                  <a:lnTo>
                    <a:pt x="6807217" y="2103286"/>
                  </a:lnTo>
                  <a:lnTo>
                    <a:pt x="6806372" y="2103286"/>
                  </a:lnTo>
                  <a:lnTo>
                    <a:pt x="6805526" y="2103286"/>
                  </a:lnTo>
                  <a:lnTo>
                    <a:pt x="6804681" y="2103286"/>
                  </a:lnTo>
                  <a:lnTo>
                    <a:pt x="6803836" y="2103286"/>
                  </a:lnTo>
                  <a:lnTo>
                    <a:pt x="6802991" y="2103286"/>
                  </a:lnTo>
                  <a:lnTo>
                    <a:pt x="6802146" y="2103286"/>
                  </a:lnTo>
                  <a:lnTo>
                    <a:pt x="6801301" y="2103286"/>
                  </a:lnTo>
                  <a:lnTo>
                    <a:pt x="6800456" y="2103286"/>
                  </a:lnTo>
                  <a:lnTo>
                    <a:pt x="6799611" y="2103286"/>
                  </a:lnTo>
                  <a:lnTo>
                    <a:pt x="6798766" y="2103286"/>
                  </a:lnTo>
                  <a:lnTo>
                    <a:pt x="6797921" y="2103286"/>
                  </a:lnTo>
                  <a:lnTo>
                    <a:pt x="6797075" y="2103286"/>
                  </a:lnTo>
                  <a:lnTo>
                    <a:pt x="6796230" y="2103286"/>
                  </a:lnTo>
                  <a:lnTo>
                    <a:pt x="6795385" y="2103286"/>
                  </a:lnTo>
                  <a:lnTo>
                    <a:pt x="6794540" y="2103286"/>
                  </a:lnTo>
                  <a:lnTo>
                    <a:pt x="6793695" y="2103286"/>
                  </a:lnTo>
                  <a:lnTo>
                    <a:pt x="6792850" y="2103286"/>
                  </a:lnTo>
                  <a:lnTo>
                    <a:pt x="6792005" y="2103286"/>
                  </a:lnTo>
                  <a:lnTo>
                    <a:pt x="6791160" y="2103286"/>
                  </a:lnTo>
                  <a:lnTo>
                    <a:pt x="6790315" y="2103286"/>
                  </a:lnTo>
                  <a:lnTo>
                    <a:pt x="6789470" y="2103286"/>
                  </a:lnTo>
                  <a:lnTo>
                    <a:pt x="6788625" y="2103286"/>
                  </a:lnTo>
                  <a:lnTo>
                    <a:pt x="6787779" y="2103286"/>
                  </a:lnTo>
                  <a:lnTo>
                    <a:pt x="6786934" y="2103286"/>
                  </a:lnTo>
                  <a:lnTo>
                    <a:pt x="6786089" y="2103286"/>
                  </a:lnTo>
                  <a:lnTo>
                    <a:pt x="6785244" y="2103286"/>
                  </a:lnTo>
                  <a:lnTo>
                    <a:pt x="6784399" y="2103286"/>
                  </a:lnTo>
                  <a:lnTo>
                    <a:pt x="6783554" y="2103286"/>
                  </a:lnTo>
                  <a:lnTo>
                    <a:pt x="6782709" y="2103286"/>
                  </a:lnTo>
                  <a:lnTo>
                    <a:pt x="6781864" y="2103286"/>
                  </a:lnTo>
                  <a:lnTo>
                    <a:pt x="6781019" y="2103286"/>
                  </a:lnTo>
                  <a:lnTo>
                    <a:pt x="6780174" y="2103286"/>
                  </a:lnTo>
                  <a:lnTo>
                    <a:pt x="6779329" y="2103286"/>
                  </a:lnTo>
                  <a:lnTo>
                    <a:pt x="6778483" y="2103286"/>
                  </a:lnTo>
                  <a:lnTo>
                    <a:pt x="6777638" y="2103286"/>
                  </a:lnTo>
                  <a:lnTo>
                    <a:pt x="6776793" y="2103286"/>
                  </a:lnTo>
                  <a:lnTo>
                    <a:pt x="6775948" y="2103286"/>
                  </a:lnTo>
                  <a:lnTo>
                    <a:pt x="6775103" y="2103286"/>
                  </a:lnTo>
                  <a:lnTo>
                    <a:pt x="6774258" y="2103286"/>
                  </a:lnTo>
                  <a:lnTo>
                    <a:pt x="6773413" y="2103286"/>
                  </a:lnTo>
                  <a:lnTo>
                    <a:pt x="6772568" y="2103286"/>
                  </a:lnTo>
                  <a:lnTo>
                    <a:pt x="6771723" y="2103286"/>
                  </a:lnTo>
                  <a:lnTo>
                    <a:pt x="6770878" y="2103286"/>
                  </a:lnTo>
                  <a:lnTo>
                    <a:pt x="6770033" y="2103286"/>
                  </a:lnTo>
                  <a:lnTo>
                    <a:pt x="6769187" y="2103286"/>
                  </a:lnTo>
                  <a:lnTo>
                    <a:pt x="6768342" y="2103286"/>
                  </a:lnTo>
                  <a:lnTo>
                    <a:pt x="6767497" y="2103286"/>
                  </a:lnTo>
                  <a:lnTo>
                    <a:pt x="6766652" y="2103286"/>
                  </a:lnTo>
                  <a:lnTo>
                    <a:pt x="6765807" y="2103286"/>
                  </a:lnTo>
                  <a:lnTo>
                    <a:pt x="6764962" y="2103286"/>
                  </a:lnTo>
                  <a:lnTo>
                    <a:pt x="6764117" y="2103286"/>
                  </a:lnTo>
                  <a:lnTo>
                    <a:pt x="6763272" y="2103286"/>
                  </a:lnTo>
                  <a:lnTo>
                    <a:pt x="6762427" y="2103286"/>
                  </a:lnTo>
                  <a:lnTo>
                    <a:pt x="6761582" y="2103286"/>
                  </a:lnTo>
                  <a:lnTo>
                    <a:pt x="6760737" y="2103286"/>
                  </a:lnTo>
                  <a:lnTo>
                    <a:pt x="6759891" y="2103286"/>
                  </a:lnTo>
                  <a:lnTo>
                    <a:pt x="6759046" y="2103286"/>
                  </a:lnTo>
                  <a:lnTo>
                    <a:pt x="6758201" y="2103286"/>
                  </a:lnTo>
                  <a:lnTo>
                    <a:pt x="6757356" y="2103286"/>
                  </a:lnTo>
                  <a:lnTo>
                    <a:pt x="6756511" y="2103286"/>
                  </a:lnTo>
                  <a:lnTo>
                    <a:pt x="6755666" y="2103286"/>
                  </a:lnTo>
                  <a:lnTo>
                    <a:pt x="6754821" y="2103286"/>
                  </a:lnTo>
                  <a:lnTo>
                    <a:pt x="6753976" y="2103286"/>
                  </a:lnTo>
                  <a:lnTo>
                    <a:pt x="6753131" y="2103286"/>
                  </a:lnTo>
                  <a:lnTo>
                    <a:pt x="6752286" y="2103286"/>
                  </a:lnTo>
                  <a:lnTo>
                    <a:pt x="6751441" y="2103286"/>
                  </a:lnTo>
                  <a:lnTo>
                    <a:pt x="6750595" y="2103286"/>
                  </a:lnTo>
                  <a:lnTo>
                    <a:pt x="6749750" y="2103286"/>
                  </a:lnTo>
                  <a:lnTo>
                    <a:pt x="6748905" y="2103286"/>
                  </a:lnTo>
                  <a:lnTo>
                    <a:pt x="6748060" y="2103286"/>
                  </a:lnTo>
                  <a:lnTo>
                    <a:pt x="6747215" y="2103286"/>
                  </a:lnTo>
                  <a:lnTo>
                    <a:pt x="6746370" y="2103286"/>
                  </a:lnTo>
                  <a:lnTo>
                    <a:pt x="6745525" y="2103286"/>
                  </a:lnTo>
                  <a:lnTo>
                    <a:pt x="6744680" y="2103286"/>
                  </a:lnTo>
                  <a:lnTo>
                    <a:pt x="6743835" y="2103286"/>
                  </a:lnTo>
                  <a:lnTo>
                    <a:pt x="6742990" y="2103286"/>
                  </a:lnTo>
                  <a:lnTo>
                    <a:pt x="6742145" y="2103286"/>
                  </a:lnTo>
                  <a:lnTo>
                    <a:pt x="6741299" y="2103286"/>
                  </a:lnTo>
                  <a:lnTo>
                    <a:pt x="6740454" y="2103286"/>
                  </a:lnTo>
                  <a:lnTo>
                    <a:pt x="6739609" y="2103286"/>
                  </a:lnTo>
                  <a:lnTo>
                    <a:pt x="6738764" y="2103286"/>
                  </a:lnTo>
                  <a:lnTo>
                    <a:pt x="6737919" y="2103286"/>
                  </a:lnTo>
                  <a:lnTo>
                    <a:pt x="6737074" y="2103286"/>
                  </a:lnTo>
                  <a:lnTo>
                    <a:pt x="6736229" y="2103286"/>
                  </a:lnTo>
                  <a:lnTo>
                    <a:pt x="6735384" y="2103286"/>
                  </a:lnTo>
                  <a:lnTo>
                    <a:pt x="6734539" y="2103286"/>
                  </a:lnTo>
                  <a:lnTo>
                    <a:pt x="6733694" y="2103286"/>
                  </a:lnTo>
                  <a:lnTo>
                    <a:pt x="6732848" y="2103286"/>
                  </a:lnTo>
                  <a:lnTo>
                    <a:pt x="6732003" y="2103286"/>
                  </a:lnTo>
                  <a:lnTo>
                    <a:pt x="6731158" y="2103286"/>
                  </a:lnTo>
                  <a:lnTo>
                    <a:pt x="6730313" y="2103286"/>
                  </a:lnTo>
                  <a:lnTo>
                    <a:pt x="6729468" y="2103286"/>
                  </a:lnTo>
                  <a:lnTo>
                    <a:pt x="6728623" y="2103286"/>
                  </a:lnTo>
                  <a:lnTo>
                    <a:pt x="6727778" y="2103286"/>
                  </a:lnTo>
                  <a:lnTo>
                    <a:pt x="6726933" y="2103286"/>
                  </a:lnTo>
                  <a:lnTo>
                    <a:pt x="6726088" y="2103286"/>
                  </a:lnTo>
                  <a:lnTo>
                    <a:pt x="6725243" y="2103286"/>
                  </a:lnTo>
                  <a:lnTo>
                    <a:pt x="6724398" y="2103286"/>
                  </a:lnTo>
                  <a:lnTo>
                    <a:pt x="6723552" y="2103286"/>
                  </a:lnTo>
                  <a:lnTo>
                    <a:pt x="6722707" y="2103286"/>
                  </a:lnTo>
                  <a:lnTo>
                    <a:pt x="6721862" y="2103286"/>
                  </a:lnTo>
                  <a:lnTo>
                    <a:pt x="6721017" y="2103286"/>
                  </a:lnTo>
                  <a:lnTo>
                    <a:pt x="6720172" y="2103286"/>
                  </a:lnTo>
                  <a:lnTo>
                    <a:pt x="6719327" y="2103286"/>
                  </a:lnTo>
                  <a:lnTo>
                    <a:pt x="6718482" y="2103286"/>
                  </a:lnTo>
                  <a:lnTo>
                    <a:pt x="6717637" y="2103286"/>
                  </a:lnTo>
                  <a:lnTo>
                    <a:pt x="6716792" y="2103286"/>
                  </a:lnTo>
                  <a:lnTo>
                    <a:pt x="6715947" y="2103286"/>
                  </a:lnTo>
                  <a:lnTo>
                    <a:pt x="6715102" y="2103286"/>
                  </a:lnTo>
                  <a:lnTo>
                    <a:pt x="6714256" y="2103286"/>
                  </a:lnTo>
                  <a:lnTo>
                    <a:pt x="6713411" y="2103286"/>
                  </a:lnTo>
                  <a:lnTo>
                    <a:pt x="6712566" y="2103286"/>
                  </a:lnTo>
                  <a:lnTo>
                    <a:pt x="6711721" y="2103286"/>
                  </a:lnTo>
                  <a:lnTo>
                    <a:pt x="6710876" y="2103286"/>
                  </a:lnTo>
                  <a:lnTo>
                    <a:pt x="6710031" y="2103286"/>
                  </a:lnTo>
                  <a:lnTo>
                    <a:pt x="6709186" y="2103286"/>
                  </a:lnTo>
                  <a:lnTo>
                    <a:pt x="6708341" y="2103286"/>
                  </a:lnTo>
                  <a:lnTo>
                    <a:pt x="6707496" y="2103286"/>
                  </a:lnTo>
                  <a:lnTo>
                    <a:pt x="6706651" y="2103286"/>
                  </a:lnTo>
                  <a:lnTo>
                    <a:pt x="6705806" y="2103286"/>
                  </a:lnTo>
                  <a:lnTo>
                    <a:pt x="6704960" y="2103286"/>
                  </a:lnTo>
                  <a:lnTo>
                    <a:pt x="6704115" y="2103286"/>
                  </a:lnTo>
                  <a:lnTo>
                    <a:pt x="6703270" y="2103286"/>
                  </a:lnTo>
                  <a:lnTo>
                    <a:pt x="6702425" y="2103286"/>
                  </a:lnTo>
                  <a:lnTo>
                    <a:pt x="6701580" y="2103286"/>
                  </a:lnTo>
                  <a:lnTo>
                    <a:pt x="6700735" y="2103286"/>
                  </a:lnTo>
                  <a:lnTo>
                    <a:pt x="6699890" y="2103286"/>
                  </a:lnTo>
                  <a:lnTo>
                    <a:pt x="6699045" y="2103286"/>
                  </a:lnTo>
                  <a:lnTo>
                    <a:pt x="6698200" y="2103286"/>
                  </a:lnTo>
                  <a:lnTo>
                    <a:pt x="6697355" y="2103286"/>
                  </a:lnTo>
                  <a:lnTo>
                    <a:pt x="6696510" y="2103286"/>
                  </a:lnTo>
                  <a:lnTo>
                    <a:pt x="6695664" y="2103286"/>
                  </a:lnTo>
                  <a:lnTo>
                    <a:pt x="6694819" y="2103286"/>
                  </a:lnTo>
                  <a:lnTo>
                    <a:pt x="6693974" y="2103286"/>
                  </a:lnTo>
                  <a:lnTo>
                    <a:pt x="6693129" y="2103286"/>
                  </a:lnTo>
                  <a:lnTo>
                    <a:pt x="6692284" y="2103286"/>
                  </a:lnTo>
                  <a:lnTo>
                    <a:pt x="6691439" y="2103286"/>
                  </a:lnTo>
                  <a:lnTo>
                    <a:pt x="6690594" y="2103286"/>
                  </a:lnTo>
                  <a:lnTo>
                    <a:pt x="6689749" y="2103286"/>
                  </a:lnTo>
                  <a:lnTo>
                    <a:pt x="6688904" y="2103286"/>
                  </a:lnTo>
                  <a:lnTo>
                    <a:pt x="6688059" y="2103286"/>
                  </a:lnTo>
                  <a:lnTo>
                    <a:pt x="6687214" y="2103286"/>
                  </a:lnTo>
                  <a:lnTo>
                    <a:pt x="6686368" y="2103286"/>
                  </a:lnTo>
                  <a:lnTo>
                    <a:pt x="6685523" y="2103286"/>
                  </a:lnTo>
                  <a:lnTo>
                    <a:pt x="6684678" y="2103286"/>
                  </a:lnTo>
                  <a:lnTo>
                    <a:pt x="6683833" y="2103286"/>
                  </a:lnTo>
                  <a:lnTo>
                    <a:pt x="6682988" y="2103286"/>
                  </a:lnTo>
                  <a:lnTo>
                    <a:pt x="6682143" y="2103286"/>
                  </a:lnTo>
                  <a:lnTo>
                    <a:pt x="6681298" y="2103286"/>
                  </a:lnTo>
                  <a:lnTo>
                    <a:pt x="6680453" y="2103286"/>
                  </a:lnTo>
                  <a:lnTo>
                    <a:pt x="6679608" y="2103286"/>
                  </a:lnTo>
                  <a:lnTo>
                    <a:pt x="6678763" y="2103286"/>
                  </a:lnTo>
                  <a:lnTo>
                    <a:pt x="6677917" y="2103286"/>
                  </a:lnTo>
                  <a:lnTo>
                    <a:pt x="6677072" y="2103286"/>
                  </a:lnTo>
                  <a:lnTo>
                    <a:pt x="6676227" y="2103286"/>
                  </a:lnTo>
                  <a:lnTo>
                    <a:pt x="6675382" y="2103286"/>
                  </a:lnTo>
                  <a:lnTo>
                    <a:pt x="6674537" y="2103286"/>
                  </a:lnTo>
                  <a:lnTo>
                    <a:pt x="6673692" y="2103286"/>
                  </a:lnTo>
                  <a:lnTo>
                    <a:pt x="6672847" y="2103286"/>
                  </a:lnTo>
                  <a:lnTo>
                    <a:pt x="6672002" y="2103286"/>
                  </a:lnTo>
                  <a:lnTo>
                    <a:pt x="6671157" y="2103286"/>
                  </a:lnTo>
                  <a:lnTo>
                    <a:pt x="6670312" y="2103286"/>
                  </a:lnTo>
                  <a:lnTo>
                    <a:pt x="6669467" y="2103286"/>
                  </a:lnTo>
                  <a:lnTo>
                    <a:pt x="6668621" y="2103286"/>
                  </a:lnTo>
                  <a:lnTo>
                    <a:pt x="6667776" y="2103286"/>
                  </a:lnTo>
                  <a:lnTo>
                    <a:pt x="6666931" y="2103286"/>
                  </a:lnTo>
                  <a:lnTo>
                    <a:pt x="6666086" y="2103286"/>
                  </a:lnTo>
                  <a:lnTo>
                    <a:pt x="6665241" y="2103286"/>
                  </a:lnTo>
                  <a:lnTo>
                    <a:pt x="6664396" y="2103286"/>
                  </a:lnTo>
                  <a:lnTo>
                    <a:pt x="6663551" y="2103286"/>
                  </a:lnTo>
                  <a:lnTo>
                    <a:pt x="6662706" y="2103286"/>
                  </a:lnTo>
                  <a:lnTo>
                    <a:pt x="6661861" y="2103286"/>
                  </a:lnTo>
                  <a:lnTo>
                    <a:pt x="6661016" y="2103286"/>
                  </a:lnTo>
                  <a:lnTo>
                    <a:pt x="6660171" y="2103286"/>
                  </a:lnTo>
                  <a:lnTo>
                    <a:pt x="6659325" y="2103286"/>
                  </a:lnTo>
                  <a:lnTo>
                    <a:pt x="6658480" y="2103286"/>
                  </a:lnTo>
                  <a:lnTo>
                    <a:pt x="6657635" y="2103286"/>
                  </a:lnTo>
                  <a:lnTo>
                    <a:pt x="6656790" y="2103286"/>
                  </a:lnTo>
                  <a:lnTo>
                    <a:pt x="6655945" y="2103286"/>
                  </a:lnTo>
                  <a:lnTo>
                    <a:pt x="6655100" y="2103286"/>
                  </a:lnTo>
                  <a:lnTo>
                    <a:pt x="6654255" y="2103286"/>
                  </a:lnTo>
                  <a:lnTo>
                    <a:pt x="6653410" y="2103286"/>
                  </a:lnTo>
                  <a:lnTo>
                    <a:pt x="6652565" y="2103286"/>
                  </a:lnTo>
                  <a:lnTo>
                    <a:pt x="6651720" y="2103286"/>
                  </a:lnTo>
                  <a:lnTo>
                    <a:pt x="6650875" y="2103286"/>
                  </a:lnTo>
                  <a:lnTo>
                    <a:pt x="6650029" y="2103286"/>
                  </a:lnTo>
                  <a:lnTo>
                    <a:pt x="6649184" y="2103286"/>
                  </a:lnTo>
                  <a:lnTo>
                    <a:pt x="6648339" y="2103286"/>
                  </a:lnTo>
                  <a:lnTo>
                    <a:pt x="6647494" y="2103286"/>
                  </a:lnTo>
                  <a:lnTo>
                    <a:pt x="6646649" y="2103286"/>
                  </a:lnTo>
                  <a:lnTo>
                    <a:pt x="6645804" y="2103286"/>
                  </a:lnTo>
                  <a:lnTo>
                    <a:pt x="6644959" y="2103286"/>
                  </a:lnTo>
                  <a:lnTo>
                    <a:pt x="6644114" y="2103286"/>
                  </a:lnTo>
                  <a:lnTo>
                    <a:pt x="6643269" y="2103286"/>
                  </a:lnTo>
                  <a:lnTo>
                    <a:pt x="6642424" y="2103286"/>
                  </a:lnTo>
                  <a:lnTo>
                    <a:pt x="6641579" y="2103286"/>
                  </a:lnTo>
                  <a:lnTo>
                    <a:pt x="6640733" y="2103286"/>
                  </a:lnTo>
                  <a:lnTo>
                    <a:pt x="6639888" y="2103286"/>
                  </a:lnTo>
                  <a:lnTo>
                    <a:pt x="6639043" y="2103286"/>
                  </a:lnTo>
                  <a:lnTo>
                    <a:pt x="6638198" y="2103286"/>
                  </a:lnTo>
                  <a:lnTo>
                    <a:pt x="6637353" y="2103286"/>
                  </a:lnTo>
                  <a:lnTo>
                    <a:pt x="6636508" y="2103286"/>
                  </a:lnTo>
                  <a:lnTo>
                    <a:pt x="6635663" y="2103286"/>
                  </a:lnTo>
                  <a:lnTo>
                    <a:pt x="6634818" y="2103286"/>
                  </a:lnTo>
                  <a:lnTo>
                    <a:pt x="6633973" y="2103286"/>
                  </a:lnTo>
                  <a:lnTo>
                    <a:pt x="6633128" y="2103286"/>
                  </a:lnTo>
                  <a:lnTo>
                    <a:pt x="6632283" y="2103286"/>
                  </a:lnTo>
                  <a:lnTo>
                    <a:pt x="6631437" y="2103286"/>
                  </a:lnTo>
                  <a:lnTo>
                    <a:pt x="6630592" y="2103286"/>
                  </a:lnTo>
                  <a:lnTo>
                    <a:pt x="6629747" y="2103286"/>
                  </a:lnTo>
                  <a:lnTo>
                    <a:pt x="6628902" y="2103286"/>
                  </a:lnTo>
                  <a:lnTo>
                    <a:pt x="6628057" y="2103286"/>
                  </a:lnTo>
                  <a:lnTo>
                    <a:pt x="6627212" y="2103286"/>
                  </a:lnTo>
                  <a:lnTo>
                    <a:pt x="6626367" y="2103286"/>
                  </a:lnTo>
                  <a:lnTo>
                    <a:pt x="6625522" y="2103286"/>
                  </a:lnTo>
                  <a:lnTo>
                    <a:pt x="6624677" y="2103286"/>
                  </a:lnTo>
                  <a:lnTo>
                    <a:pt x="6623832" y="2103286"/>
                  </a:lnTo>
                  <a:lnTo>
                    <a:pt x="6622987" y="2103286"/>
                  </a:lnTo>
                  <a:lnTo>
                    <a:pt x="6622141" y="2103286"/>
                  </a:lnTo>
                  <a:lnTo>
                    <a:pt x="6621296" y="2103286"/>
                  </a:lnTo>
                  <a:lnTo>
                    <a:pt x="6620451" y="2103286"/>
                  </a:lnTo>
                  <a:lnTo>
                    <a:pt x="6619606" y="2103286"/>
                  </a:lnTo>
                  <a:lnTo>
                    <a:pt x="6618761" y="2103286"/>
                  </a:lnTo>
                  <a:lnTo>
                    <a:pt x="6617916" y="2103286"/>
                  </a:lnTo>
                  <a:lnTo>
                    <a:pt x="6617071" y="2103286"/>
                  </a:lnTo>
                  <a:lnTo>
                    <a:pt x="6616226" y="2103286"/>
                  </a:lnTo>
                  <a:lnTo>
                    <a:pt x="6615381" y="2103286"/>
                  </a:lnTo>
                  <a:lnTo>
                    <a:pt x="6614536" y="2103286"/>
                  </a:lnTo>
                  <a:lnTo>
                    <a:pt x="6613690" y="2103286"/>
                  </a:lnTo>
                  <a:lnTo>
                    <a:pt x="6612845" y="2103286"/>
                  </a:lnTo>
                  <a:lnTo>
                    <a:pt x="6612000" y="2103286"/>
                  </a:lnTo>
                  <a:lnTo>
                    <a:pt x="6611155" y="2103286"/>
                  </a:lnTo>
                  <a:lnTo>
                    <a:pt x="6610310" y="2103286"/>
                  </a:lnTo>
                  <a:lnTo>
                    <a:pt x="6609465" y="2103286"/>
                  </a:lnTo>
                  <a:lnTo>
                    <a:pt x="6608620" y="2103286"/>
                  </a:lnTo>
                  <a:lnTo>
                    <a:pt x="6607775" y="2103286"/>
                  </a:lnTo>
                  <a:lnTo>
                    <a:pt x="6606930" y="2103286"/>
                  </a:lnTo>
                  <a:lnTo>
                    <a:pt x="6606085" y="2103286"/>
                  </a:lnTo>
                  <a:lnTo>
                    <a:pt x="6605240" y="2103286"/>
                  </a:lnTo>
                  <a:lnTo>
                    <a:pt x="6604394" y="2103286"/>
                  </a:lnTo>
                  <a:lnTo>
                    <a:pt x="6603549" y="2103286"/>
                  </a:lnTo>
                  <a:lnTo>
                    <a:pt x="6602704" y="2103286"/>
                  </a:lnTo>
                  <a:lnTo>
                    <a:pt x="6601859" y="2103286"/>
                  </a:lnTo>
                  <a:lnTo>
                    <a:pt x="6601014" y="2103286"/>
                  </a:lnTo>
                  <a:lnTo>
                    <a:pt x="6600169" y="2103286"/>
                  </a:lnTo>
                  <a:lnTo>
                    <a:pt x="6599324" y="2103286"/>
                  </a:lnTo>
                  <a:lnTo>
                    <a:pt x="6598479" y="2103286"/>
                  </a:lnTo>
                  <a:lnTo>
                    <a:pt x="6597634" y="2103286"/>
                  </a:lnTo>
                  <a:lnTo>
                    <a:pt x="6596789" y="2103286"/>
                  </a:lnTo>
                  <a:lnTo>
                    <a:pt x="6595944" y="2103286"/>
                  </a:lnTo>
                  <a:lnTo>
                    <a:pt x="6595098" y="2103286"/>
                  </a:lnTo>
                  <a:lnTo>
                    <a:pt x="6594253" y="2103286"/>
                  </a:lnTo>
                  <a:lnTo>
                    <a:pt x="6593408" y="2103286"/>
                  </a:lnTo>
                  <a:lnTo>
                    <a:pt x="6592563" y="2103286"/>
                  </a:lnTo>
                  <a:lnTo>
                    <a:pt x="6591718" y="2103286"/>
                  </a:lnTo>
                  <a:lnTo>
                    <a:pt x="6590873" y="2103286"/>
                  </a:lnTo>
                  <a:lnTo>
                    <a:pt x="6590028" y="2103286"/>
                  </a:lnTo>
                  <a:lnTo>
                    <a:pt x="6589183" y="2103286"/>
                  </a:lnTo>
                  <a:lnTo>
                    <a:pt x="6588338" y="2103286"/>
                  </a:lnTo>
                  <a:lnTo>
                    <a:pt x="6587493" y="2103286"/>
                  </a:lnTo>
                  <a:lnTo>
                    <a:pt x="6586648" y="2103286"/>
                  </a:lnTo>
                  <a:lnTo>
                    <a:pt x="6585802" y="2103286"/>
                  </a:lnTo>
                  <a:lnTo>
                    <a:pt x="6584957" y="2103286"/>
                  </a:lnTo>
                  <a:lnTo>
                    <a:pt x="6584112" y="2103286"/>
                  </a:lnTo>
                  <a:lnTo>
                    <a:pt x="6583267" y="2103286"/>
                  </a:lnTo>
                  <a:lnTo>
                    <a:pt x="6582422" y="2103286"/>
                  </a:lnTo>
                  <a:lnTo>
                    <a:pt x="6581577" y="2103286"/>
                  </a:lnTo>
                  <a:lnTo>
                    <a:pt x="6580732" y="2103286"/>
                  </a:lnTo>
                  <a:lnTo>
                    <a:pt x="6579887" y="2103286"/>
                  </a:lnTo>
                  <a:lnTo>
                    <a:pt x="6579042" y="2103286"/>
                  </a:lnTo>
                  <a:lnTo>
                    <a:pt x="6578197" y="2103286"/>
                  </a:lnTo>
                  <a:lnTo>
                    <a:pt x="6577352" y="2103286"/>
                  </a:lnTo>
                  <a:lnTo>
                    <a:pt x="6576506" y="2103286"/>
                  </a:lnTo>
                  <a:lnTo>
                    <a:pt x="6575661" y="2103286"/>
                  </a:lnTo>
                  <a:lnTo>
                    <a:pt x="6574816" y="2103286"/>
                  </a:lnTo>
                  <a:lnTo>
                    <a:pt x="6573971" y="2103286"/>
                  </a:lnTo>
                  <a:lnTo>
                    <a:pt x="6573126" y="2103286"/>
                  </a:lnTo>
                  <a:lnTo>
                    <a:pt x="6572281" y="2103286"/>
                  </a:lnTo>
                  <a:lnTo>
                    <a:pt x="6571436" y="2103286"/>
                  </a:lnTo>
                  <a:lnTo>
                    <a:pt x="6570591" y="2103286"/>
                  </a:lnTo>
                  <a:lnTo>
                    <a:pt x="6569746" y="2103286"/>
                  </a:lnTo>
                  <a:lnTo>
                    <a:pt x="6568901" y="2103286"/>
                  </a:lnTo>
                  <a:lnTo>
                    <a:pt x="6568056" y="2103286"/>
                  </a:lnTo>
                  <a:lnTo>
                    <a:pt x="6567210" y="2103286"/>
                  </a:lnTo>
                  <a:lnTo>
                    <a:pt x="6566365" y="2103286"/>
                  </a:lnTo>
                  <a:lnTo>
                    <a:pt x="6565520" y="2103286"/>
                  </a:lnTo>
                  <a:lnTo>
                    <a:pt x="6564675" y="2103286"/>
                  </a:lnTo>
                  <a:lnTo>
                    <a:pt x="6563830" y="2103286"/>
                  </a:lnTo>
                  <a:lnTo>
                    <a:pt x="6562985" y="2103286"/>
                  </a:lnTo>
                  <a:lnTo>
                    <a:pt x="6562140" y="2103286"/>
                  </a:lnTo>
                  <a:lnTo>
                    <a:pt x="6561295" y="2103286"/>
                  </a:lnTo>
                  <a:lnTo>
                    <a:pt x="6560450" y="2103286"/>
                  </a:lnTo>
                  <a:lnTo>
                    <a:pt x="6559605" y="2103286"/>
                  </a:lnTo>
                  <a:lnTo>
                    <a:pt x="6558760" y="2103286"/>
                  </a:lnTo>
                  <a:lnTo>
                    <a:pt x="6557914" y="2103286"/>
                  </a:lnTo>
                  <a:lnTo>
                    <a:pt x="6557069" y="2103286"/>
                  </a:lnTo>
                  <a:lnTo>
                    <a:pt x="6556224" y="2103286"/>
                  </a:lnTo>
                  <a:lnTo>
                    <a:pt x="6555379" y="2103286"/>
                  </a:lnTo>
                  <a:lnTo>
                    <a:pt x="6554534" y="2103286"/>
                  </a:lnTo>
                  <a:lnTo>
                    <a:pt x="6553689" y="2103286"/>
                  </a:lnTo>
                  <a:lnTo>
                    <a:pt x="6552844" y="2103286"/>
                  </a:lnTo>
                  <a:lnTo>
                    <a:pt x="6551999" y="2103286"/>
                  </a:lnTo>
                  <a:lnTo>
                    <a:pt x="6551154" y="2103286"/>
                  </a:lnTo>
                  <a:lnTo>
                    <a:pt x="6550309" y="2103286"/>
                  </a:lnTo>
                  <a:lnTo>
                    <a:pt x="6549463" y="2103286"/>
                  </a:lnTo>
                  <a:lnTo>
                    <a:pt x="6548618" y="2103286"/>
                  </a:lnTo>
                  <a:lnTo>
                    <a:pt x="6547773" y="2103286"/>
                  </a:lnTo>
                  <a:lnTo>
                    <a:pt x="6546928" y="2103286"/>
                  </a:lnTo>
                  <a:lnTo>
                    <a:pt x="6546083" y="2103286"/>
                  </a:lnTo>
                  <a:lnTo>
                    <a:pt x="6545238" y="2103286"/>
                  </a:lnTo>
                  <a:lnTo>
                    <a:pt x="6544393" y="2103286"/>
                  </a:lnTo>
                  <a:lnTo>
                    <a:pt x="6543548" y="2103286"/>
                  </a:lnTo>
                  <a:lnTo>
                    <a:pt x="6542703" y="2103286"/>
                  </a:lnTo>
                  <a:lnTo>
                    <a:pt x="6541858" y="2103286"/>
                  </a:lnTo>
                  <a:lnTo>
                    <a:pt x="6541013" y="2103286"/>
                  </a:lnTo>
                  <a:lnTo>
                    <a:pt x="6540167" y="2103286"/>
                  </a:lnTo>
                  <a:lnTo>
                    <a:pt x="6539322" y="2103286"/>
                  </a:lnTo>
                  <a:lnTo>
                    <a:pt x="6538477" y="2103286"/>
                  </a:lnTo>
                  <a:lnTo>
                    <a:pt x="6537632" y="2103286"/>
                  </a:lnTo>
                  <a:lnTo>
                    <a:pt x="6536787" y="2103286"/>
                  </a:lnTo>
                  <a:lnTo>
                    <a:pt x="6535942" y="2103286"/>
                  </a:lnTo>
                  <a:lnTo>
                    <a:pt x="6535097" y="2103286"/>
                  </a:lnTo>
                  <a:lnTo>
                    <a:pt x="6534252" y="2103286"/>
                  </a:lnTo>
                  <a:lnTo>
                    <a:pt x="6533407" y="2103286"/>
                  </a:lnTo>
                  <a:lnTo>
                    <a:pt x="6532562" y="2103286"/>
                  </a:lnTo>
                  <a:lnTo>
                    <a:pt x="6531717" y="2103286"/>
                  </a:lnTo>
                  <a:lnTo>
                    <a:pt x="6530871" y="2103286"/>
                  </a:lnTo>
                  <a:lnTo>
                    <a:pt x="6530026" y="2103286"/>
                  </a:lnTo>
                  <a:lnTo>
                    <a:pt x="6529181" y="2103286"/>
                  </a:lnTo>
                  <a:lnTo>
                    <a:pt x="6528336" y="2103286"/>
                  </a:lnTo>
                  <a:lnTo>
                    <a:pt x="6527491" y="2103286"/>
                  </a:lnTo>
                  <a:lnTo>
                    <a:pt x="6526646" y="2103286"/>
                  </a:lnTo>
                  <a:lnTo>
                    <a:pt x="6525801" y="2103286"/>
                  </a:lnTo>
                  <a:lnTo>
                    <a:pt x="6524956" y="2103286"/>
                  </a:lnTo>
                  <a:lnTo>
                    <a:pt x="6524111" y="2103286"/>
                  </a:lnTo>
                  <a:lnTo>
                    <a:pt x="6523266" y="2103286"/>
                  </a:lnTo>
                  <a:lnTo>
                    <a:pt x="6522421" y="2103286"/>
                  </a:lnTo>
                  <a:lnTo>
                    <a:pt x="6521575" y="2103286"/>
                  </a:lnTo>
                  <a:lnTo>
                    <a:pt x="6520730" y="2103286"/>
                  </a:lnTo>
                  <a:lnTo>
                    <a:pt x="6519885" y="2103286"/>
                  </a:lnTo>
                  <a:lnTo>
                    <a:pt x="6519040" y="2103286"/>
                  </a:lnTo>
                  <a:lnTo>
                    <a:pt x="6518195" y="2103286"/>
                  </a:lnTo>
                  <a:lnTo>
                    <a:pt x="6517350" y="2103286"/>
                  </a:lnTo>
                  <a:lnTo>
                    <a:pt x="6516505" y="2103286"/>
                  </a:lnTo>
                  <a:lnTo>
                    <a:pt x="6515660" y="2103286"/>
                  </a:lnTo>
                  <a:lnTo>
                    <a:pt x="6514815" y="2103286"/>
                  </a:lnTo>
                  <a:lnTo>
                    <a:pt x="6513970" y="2103286"/>
                  </a:lnTo>
                  <a:lnTo>
                    <a:pt x="6513125" y="2103286"/>
                  </a:lnTo>
                  <a:lnTo>
                    <a:pt x="6512279" y="2103286"/>
                  </a:lnTo>
                  <a:lnTo>
                    <a:pt x="6511434" y="2103286"/>
                  </a:lnTo>
                  <a:lnTo>
                    <a:pt x="6510589" y="2103286"/>
                  </a:lnTo>
                  <a:lnTo>
                    <a:pt x="6509744" y="2103286"/>
                  </a:lnTo>
                  <a:lnTo>
                    <a:pt x="6508899" y="2103286"/>
                  </a:lnTo>
                  <a:lnTo>
                    <a:pt x="6508054" y="2103286"/>
                  </a:lnTo>
                  <a:lnTo>
                    <a:pt x="6507209" y="2103286"/>
                  </a:lnTo>
                  <a:lnTo>
                    <a:pt x="6506364" y="2103286"/>
                  </a:lnTo>
                  <a:lnTo>
                    <a:pt x="6505519" y="2103286"/>
                  </a:lnTo>
                  <a:lnTo>
                    <a:pt x="6504674" y="2103286"/>
                  </a:lnTo>
                  <a:lnTo>
                    <a:pt x="6503829" y="2103286"/>
                  </a:lnTo>
                  <a:lnTo>
                    <a:pt x="6502983" y="2103286"/>
                  </a:lnTo>
                  <a:lnTo>
                    <a:pt x="6502138" y="2103286"/>
                  </a:lnTo>
                  <a:lnTo>
                    <a:pt x="6501293" y="2103286"/>
                  </a:lnTo>
                  <a:lnTo>
                    <a:pt x="6500448" y="2103286"/>
                  </a:lnTo>
                  <a:lnTo>
                    <a:pt x="6499603" y="2103286"/>
                  </a:lnTo>
                  <a:lnTo>
                    <a:pt x="6498758" y="2103286"/>
                  </a:lnTo>
                  <a:lnTo>
                    <a:pt x="6497913" y="2103286"/>
                  </a:lnTo>
                  <a:lnTo>
                    <a:pt x="6497068" y="2103286"/>
                  </a:lnTo>
                  <a:lnTo>
                    <a:pt x="6496223" y="2103286"/>
                  </a:lnTo>
                  <a:lnTo>
                    <a:pt x="6495378" y="2103286"/>
                  </a:lnTo>
                  <a:lnTo>
                    <a:pt x="6494533" y="2103286"/>
                  </a:lnTo>
                  <a:lnTo>
                    <a:pt x="6493687" y="2103286"/>
                  </a:lnTo>
                  <a:lnTo>
                    <a:pt x="6492842" y="2103286"/>
                  </a:lnTo>
                  <a:lnTo>
                    <a:pt x="6491997" y="2103286"/>
                  </a:lnTo>
                  <a:lnTo>
                    <a:pt x="6491152" y="2103286"/>
                  </a:lnTo>
                  <a:lnTo>
                    <a:pt x="6490307" y="2103286"/>
                  </a:lnTo>
                  <a:lnTo>
                    <a:pt x="6489462" y="2103286"/>
                  </a:lnTo>
                  <a:lnTo>
                    <a:pt x="6488617" y="2103286"/>
                  </a:lnTo>
                  <a:lnTo>
                    <a:pt x="6487772" y="2103286"/>
                  </a:lnTo>
                  <a:lnTo>
                    <a:pt x="6486927" y="2103286"/>
                  </a:lnTo>
                  <a:lnTo>
                    <a:pt x="6486082" y="2103286"/>
                  </a:lnTo>
                  <a:lnTo>
                    <a:pt x="6485236" y="2103286"/>
                  </a:lnTo>
                  <a:lnTo>
                    <a:pt x="6484391" y="2103286"/>
                  </a:lnTo>
                  <a:lnTo>
                    <a:pt x="6483546" y="2103286"/>
                  </a:lnTo>
                  <a:lnTo>
                    <a:pt x="6482701" y="2103286"/>
                  </a:lnTo>
                  <a:lnTo>
                    <a:pt x="6481856" y="2103286"/>
                  </a:lnTo>
                  <a:lnTo>
                    <a:pt x="6481011" y="2103286"/>
                  </a:lnTo>
                  <a:lnTo>
                    <a:pt x="6480166" y="2103286"/>
                  </a:lnTo>
                  <a:lnTo>
                    <a:pt x="6479321" y="2103286"/>
                  </a:lnTo>
                  <a:lnTo>
                    <a:pt x="6478476" y="2103286"/>
                  </a:lnTo>
                  <a:lnTo>
                    <a:pt x="6477631" y="2103286"/>
                  </a:lnTo>
                  <a:lnTo>
                    <a:pt x="6476786" y="2103286"/>
                  </a:lnTo>
                  <a:lnTo>
                    <a:pt x="6475940" y="2103286"/>
                  </a:lnTo>
                  <a:lnTo>
                    <a:pt x="6475095" y="2103286"/>
                  </a:lnTo>
                  <a:lnTo>
                    <a:pt x="6474250" y="2103286"/>
                  </a:lnTo>
                  <a:lnTo>
                    <a:pt x="6473405" y="2103286"/>
                  </a:lnTo>
                  <a:lnTo>
                    <a:pt x="6472560" y="2103286"/>
                  </a:lnTo>
                  <a:lnTo>
                    <a:pt x="6471715" y="2103286"/>
                  </a:lnTo>
                  <a:lnTo>
                    <a:pt x="6470870" y="2103286"/>
                  </a:lnTo>
                  <a:lnTo>
                    <a:pt x="6470025" y="2103286"/>
                  </a:lnTo>
                  <a:lnTo>
                    <a:pt x="6469180" y="2103286"/>
                  </a:lnTo>
                  <a:lnTo>
                    <a:pt x="6468335" y="2103286"/>
                  </a:lnTo>
                  <a:lnTo>
                    <a:pt x="6467490" y="2103286"/>
                  </a:lnTo>
                  <a:lnTo>
                    <a:pt x="6466644" y="2103286"/>
                  </a:lnTo>
                  <a:lnTo>
                    <a:pt x="6465799" y="2103286"/>
                  </a:lnTo>
                  <a:lnTo>
                    <a:pt x="6464954" y="2103286"/>
                  </a:lnTo>
                  <a:lnTo>
                    <a:pt x="6464109" y="2103286"/>
                  </a:lnTo>
                  <a:lnTo>
                    <a:pt x="6463264" y="2103286"/>
                  </a:lnTo>
                  <a:lnTo>
                    <a:pt x="6462419" y="2103286"/>
                  </a:lnTo>
                  <a:lnTo>
                    <a:pt x="6461574" y="2103286"/>
                  </a:lnTo>
                  <a:lnTo>
                    <a:pt x="6460729" y="2103286"/>
                  </a:lnTo>
                  <a:lnTo>
                    <a:pt x="6459884" y="2103286"/>
                  </a:lnTo>
                  <a:lnTo>
                    <a:pt x="6459039" y="2103286"/>
                  </a:lnTo>
                  <a:lnTo>
                    <a:pt x="6458194" y="2103286"/>
                  </a:lnTo>
                  <a:lnTo>
                    <a:pt x="6457348" y="2103286"/>
                  </a:lnTo>
                  <a:lnTo>
                    <a:pt x="6456503" y="2103286"/>
                  </a:lnTo>
                  <a:lnTo>
                    <a:pt x="6455658" y="2103286"/>
                  </a:lnTo>
                  <a:lnTo>
                    <a:pt x="6454813" y="2103286"/>
                  </a:lnTo>
                  <a:lnTo>
                    <a:pt x="6453968" y="2103286"/>
                  </a:lnTo>
                  <a:lnTo>
                    <a:pt x="6453123" y="2103286"/>
                  </a:lnTo>
                  <a:lnTo>
                    <a:pt x="6452278" y="2103286"/>
                  </a:lnTo>
                  <a:lnTo>
                    <a:pt x="6451433" y="2103286"/>
                  </a:lnTo>
                  <a:lnTo>
                    <a:pt x="6450588" y="2103286"/>
                  </a:lnTo>
                  <a:lnTo>
                    <a:pt x="6449743" y="2103286"/>
                  </a:lnTo>
                  <a:lnTo>
                    <a:pt x="6448898" y="2103286"/>
                  </a:lnTo>
                  <a:lnTo>
                    <a:pt x="6448052" y="2103286"/>
                  </a:lnTo>
                  <a:lnTo>
                    <a:pt x="6447207" y="2103286"/>
                  </a:lnTo>
                  <a:lnTo>
                    <a:pt x="6446362" y="2103286"/>
                  </a:lnTo>
                  <a:lnTo>
                    <a:pt x="6445517" y="2103286"/>
                  </a:lnTo>
                  <a:lnTo>
                    <a:pt x="6444672" y="2103286"/>
                  </a:lnTo>
                  <a:lnTo>
                    <a:pt x="6443827" y="2103286"/>
                  </a:lnTo>
                  <a:lnTo>
                    <a:pt x="6442982" y="2103286"/>
                  </a:lnTo>
                  <a:lnTo>
                    <a:pt x="6442137" y="2103286"/>
                  </a:lnTo>
                  <a:lnTo>
                    <a:pt x="6441292" y="2103286"/>
                  </a:lnTo>
                  <a:lnTo>
                    <a:pt x="6440447" y="2103286"/>
                  </a:lnTo>
                  <a:lnTo>
                    <a:pt x="6439602" y="2103286"/>
                  </a:lnTo>
                  <a:lnTo>
                    <a:pt x="6438756" y="2103286"/>
                  </a:lnTo>
                  <a:lnTo>
                    <a:pt x="6437911" y="2103286"/>
                  </a:lnTo>
                  <a:lnTo>
                    <a:pt x="6437066" y="2103286"/>
                  </a:lnTo>
                  <a:lnTo>
                    <a:pt x="6436221" y="2103286"/>
                  </a:lnTo>
                  <a:lnTo>
                    <a:pt x="6435376" y="2103286"/>
                  </a:lnTo>
                  <a:lnTo>
                    <a:pt x="6434531" y="2103286"/>
                  </a:lnTo>
                  <a:lnTo>
                    <a:pt x="6433686" y="2103286"/>
                  </a:lnTo>
                  <a:lnTo>
                    <a:pt x="6432841" y="2103286"/>
                  </a:lnTo>
                  <a:lnTo>
                    <a:pt x="6431996" y="2103286"/>
                  </a:lnTo>
                  <a:lnTo>
                    <a:pt x="6431151" y="2103286"/>
                  </a:lnTo>
                  <a:lnTo>
                    <a:pt x="6430306" y="2103286"/>
                  </a:lnTo>
                  <a:lnTo>
                    <a:pt x="6429460" y="2103286"/>
                  </a:lnTo>
                  <a:lnTo>
                    <a:pt x="6428615" y="2103286"/>
                  </a:lnTo>
                  <a:lnTo>
                    <a:pt x="6427770" y="2103286"/>
                  </a:lnTo>
                  <a:lnTo>
                    <a:pt x="6426925" y="2103286"/>
                  </a:lnTo>
                  <a:lnTo>
                    <a:pt x="6426080" y="2103286"/>
                  </a:lnTo>
                  <a:lnTo>
                    <a:pt x="6425235" y="2103286"/>
                  </a:lnTo>
                  <a:lnTo>
                    <a:pt x="6424390" y="2103286"/>
                  </a:lnTo>
                  <a:lnTo>
                    <a:pt x="6423545" y="2103286"/>
                  </a:lnTo>
                  <a:lnTo>
                    <a:pt x="6422700" y="2103286"/>
                  </a:lnTo>
                  <a:lnTo>
                    <a:pt x="6421855" y="2103286"/>
                  </a:lnTo>
                  <a:lnTo>
                    <a:pt x="6421009" y="2103286"/>
                  </a:lnTo>
                  <a:lnTo>
                    <a:pt x="6420164" y="2103286"/>
                  </a:lnTo>
                  <a:lnTo>
                    <a:pt x="6419319" y="2103286"/>
                  </a:lnTo>
                  <a:lnTo>
                    <a:pt x="6418474" y="2103286"/>
                  </a:lnTo>
                  <a:lnTo>
                    <a:pt x="6417629" y="2103286"/>
                  </a:lnTo>
                  <a:lnTo>
                    <a:pt x="6416784" y="2103286"/>
                  </a:lnTo>
                  <a:lnTo>
                    <a:pt x="6415939" y="2103286"/>
                  </a:lnTo>
                  <a:lnTo>
                    <a:pt x="6415094" y="2103286"/>
                  </a:lnTo>
                  <a:lnTo>
                    <a:pt x="6414249" y="2103286"/>
                  </a:lnTo>
                  <a:lnTo>
                    <a:pt x="6413404" y="2103286"/>
                  </a:lnTo>
                  <a:lnTo>
                    <a:pt x="6412559" y="2103286"/>
                  </a:lnTo>
                  <a:lnTo>
                    <a:pt x="6411713" y="2103286"/>
                  </a:lnTo>
                  <a:lnTo>
                    <a:pt x="6410868" y="2103286"/>
                  </a:lnTo>
                  <a:lnTo>
                    <a:pt x="6410023" y="2103286"/>
                  </a:lnTo>
                  <a:lnTo>
                    <a:pt x="6409178" y="2103286"/>
                  </a:lnTo>
                  <a:lnTo>
                    <a:pt x="6408333" y="2103286"/>
                  </a:lnTo>
                  <a:lnTo>
                    <a:pt x="6407488" y="2103286"/>
                  </a:lnTo>
                  <a:lnTo>
                    <a:pt x="6406643" y="2103286"/>
                  </a:lnTo>
                  <a:lnTo>
                    <a:pt x="6405798" y="2103286"/>
                  </a:lnTo>
                  <a:lnTo>
                    <a:pt x="6404953" y="2103286"/>
                  </a:lnTo>
                  <a:lnTo>
                    <a:pt x="6404108" y="2103286"/>
                  </a:lnTo>
                  <a:lnTo>
                    <a:pt x="6403263" y="2103286"/>
                  </a:lnTo>
                  <a:lnTo>
                    <a:pt x="6402417" y="2103286"/>
                  </a:lnTo>
                  <a:lnTo>
                    <a:pt x="6401572" y="2103286"/>
                  </a:lnTo>
                  <a:lnTo>
                    <a:pt x="6400727" y="2103286"/>
                  </a:lnTo>
                  <a:lnTo>
                    <a:pt x="6399882" y="2103286"/>
                  </a:lnTo>
                  <a:lnTo>
                    <a:pt x="6399037" y="2103286"/>
                  </a:lnTo>
                  <a:lnTo>
                    <a:pt x="6398192" y="2103286"/>
                  </a:lnTo>
                  <a:lnTo>
                    <a:pt x="6397347" y="2103286"/>
                  </a:lnTo>
                  <a:lnTo>
                    <a:pt x="6396502" y="2103286"/>
                  </a:lnTo>
                  <a:lnTo>
                    <a:pt x="6395657" y="2103286"/>
                  </a:lnTo>
                  <a:lnTo>
                    <a:pt x="6394812" y="2103286"/>
                  </a:lnTo>
                  <a:lnTo>
                    <a:pt x="6393967" y="2103286"/>
                  </a:lnTo>
                  <a:lnTo>
                    <a:pt x="6393121" y="2103286"/>
                  </a:lnTo>
                  <a:lnTo>
                    <a:pt x="6392276" y="2103286"/>
                  </a:lnTo>
                  <a:lnTo>
                    <a:pt x="6391431" y="2103286"/>
                  </a:lnTo>
                  <a:lnTo>
                    <a:pt x="6390586" y="2103286"/>
                  </a:lnTo>
                  <a:lnTo>
                    <a:pt x="6389741" y="2103286"/>
                  </a:lnTo>
                  <a:lnTo>
                    <a:pt x="6388896" y="2103286"/>
                  </a:lnTo>
                  <a:lnTo>
                    <a:pt x="6388051" y="2103286"/>
                  </a:lnTo>
                  <a:lnTo>
                    <a:pt x="6387206" y="2103286"/>
                  </a:lnTo>
                  <a:lnTo>
                    <a:pt x="6386361" y="2103286"/>
                  </a:lnTo>
                  <a:lnTo>
                    <a:pt x="6385516" y="2103286"/>
                  </a:lnTo>
                  <a:lnTo>
                    <a:pt x="6384671" y="2103286"/>
                  </a:lnTo>
                  <a:lnTo>
                    <a:pt x="6383825" y="2103286"/>
                  </a:lnTo>
                  <a:lnTo>
                    <a:pt x="6382980" y="2103286"/>
                  </a:lnTo>
                  <a:lnTo>
                    <a:pt x="6382135" y="2103286"/>
                  </a:lnTo>
                  <a:lnTo>
                    <a:pt x="6381290" y="2103286"/>
                  </a:lnTo>
                  <a:lnTo>
                    <a:pt x="6380445" y="2103286"/>
                  </a:lnTo>
                  <a:lnTo>
                    <a:pt x="6379600" y="2103286"/>
                  </a:lnTo>
                  <a:lnTo>
                    <a:pt x="6378755" y="2103286"/>
                  </a:lnTo>
                  <a:lnTo>
                    <a:pt x="6377910" y="2103286"/>
                  </a:lnTo>
                  <a:lnTo>
                    <a:pt x="6377065" y="2103286"/>
                  </a:lnTo>
                  <a:lnTo>
                    <a:pt x="6376220" y="2103286"/>
                  </a:lnTo>
                  <a:lnTo>
                    <a:pt x="6375375" y="2103286"/>
                  </a:lnTo>
                  <a:lnTo>
                    <a:pt x="6374529" y="2103286"/>
                  </a:lnTo>
                  <a:lnTo>
                    <a:pt x="6373684" y="2103286"/>
                  </a:lnTo>
                  <a:lnTo>
                    <a:pt x="6372839" y="2103286"/>
                  </a:lnTo>
                  <a:lnTo>
                    <a:pt x="6371994" y="2103286"/>
                  </a:lnTo>
                  <a:lnTo>
                    <a:pt x="6371149" y="2103286"/>
                  </a:lnTo>
                  <a:lnTo>
                    <a:pt x="6370304" y="2103286"/>
                  </a:lnTo>
                  <a:lnTo>
                    <a:pt x="6369459" y="2103286"/>
                  </a:lnTo>
                  <a:lnTo>
                    <a:pt x="6368614" y="2103286"/>
                  </a:lnTo>
                  <a:lnTo>
                    <a:pt x="6367769" y="2103286"/>
                  </a:lnTo>
                  <a:lnTo>
                    <a:pt x="6366924" y="2103286"/>
                  </a:lnTo>
                  <a:lnTo>
                    <a:pt x="6366079" y="2103286"/>
                  </a:lnTo>
                  <a:lnTo>
                    <a:pt x="6365233" y="2103286"/>
                  </a:lnTo>
                  <a:lnTo>
                    <a:pt x="6364388" y="2103286"/>
                  </a:lnTo>
                  <a:lnTo>
                    <a:pt x="6363543" y="2103286"/>
                  </a:lnTo>
                  <a:lnTo>
                    <a:pt x="6362698" y="2103286"/>
                  </a:lnTo>
                  <a:lnTo>
                    <a:pt x="6361853" y="2103286"/>
                  </a:lnTo>
                  <a:lnTo>
                    <a:pt x="6361008" y="2103286"/>
                  </a:lnTo>
                  <a:lnTo>
                    <a:pt x="6360163" y="2103286"/>
                  </a:lnTo>
                  <a:lnTo>
                    <a:pt x="6359318" y="2103286"/>
                  </a:lnTo>
                  <a:lnTo>
                    <a:pt x="6358473" y="2103286"/>
                  </a:lnTo>
                  <a:lnTo>
                    <a:pt x="6357628" y="2103286"/>
                  </a:lnTo>
                  <a:lnTo>
                    <a:pt x="6356782" y="2103286"/>
                  </a:lnTo>
                  <a:lnTo>
                    <a:pt x="6355937" y="2103286"/>
                  </a:lnTo>
                  <a:lnTo>
                    <a:pt x="6355092" y="2103286"/>
                  </a:lnTo>
                  <a:lnTo>
                    <a:pt x="6354247" y="2103286"/>
                  </a:lnTo>
                  <a:lnTo>
                    <a:pt x="6353402" y="2103286"/>
                  </a:lnTo>
                  <a:lnTo>
                    <a:pt x="6352557" y="2103286"/>
                  </a:lnTo>
                  <a:lnTo>
                    <a:pt x="6351712" y="2103286"/>
                  </a:lnTo>
                  <a:lnTo>
                    <a:pt x="6350867" y="2103286"/>
                  </a:lnTo>
                  <a:lnTo>
                    <a:pt x="6350022" y="2103286"/>
                  </a:lnTo>
                  <a:lnTo>
                    <a:pt x="6349177" y="2103286"/>
                  </a:lnTo>
                  <a:lnTo>
                    <a:pt x="6348332" y="2103286"/>
                  </a:lnTo>
                  <a:lnTo>
                    <a:pt x="6347486" y="2103286"/>
                  </a:lnTo>
                  <a:lnTo>
                    <a:pt x="6346641" y="2103286"/>
                  </a:lnTo>
                  <a:lnTo>
                    <a:pt x="6345796" y="2103286"/>
                  </a:lnTo>
                  <a:lnTo>
                    <a:pt x="6344951" y="2103286"/>
                  </a:lnTo>
                  <a:lnTo>
                    <a:pt x="6344106" y="2103286"/>
                  </a:lnTo>
                  <a:lnTo>
                    <a:pt x="6343261" y="2103286"/>
                  </a:lnTo>
                  <a:lnTo>
                    <a:pt x="6342416" y="2103286"/>
                  </a:lnTo>
                  <a:lnTo>
                    <a:pt x="6341571" y="2103286"/>
                  </a:lnTo>
                  <a:lnTo>
                    <a:pt x="6340726" y="2103286"/>
                  </a:lnTo>
                  <a:lnTo>
                    <a:pt x="6339881" y="2103286"/>
                  </a:lnTo>
                  <a:lnTo>
                    <a:pt x="6339036" y="2103286"/>
                  </a:lnTo>
                  <a:lnTo>
                    <a:pt x="6338190" y="2103286"/>
                  </a:lnTo>
                  <a:lnTo>
                    <a:pt x="6337345" y="2103286"/>
                  </a:lnTo>
                  <a:lnTo>
                    <a:pt x="6336500" y="2103286"/>
                  </a:lnTo>
                  <a:lnTo>
                    <a:pt x="6335655" y="2103286"/>
                  </a:lnTo>
                  <a:lnTo>
                    <a:pt x="6334810" y="2103286"/>
                  </a:lnTo>
                  <a:lnTo>
                    <a:pt x="6333965" y="2103286"/>
                  </a:lnTo>
                  <a:lnTo>
                    <a:pt x="6333120" y="2103286"/>
                  </a:lnTo>
                  <a:lnTo>
                    <a:pt x="6332275" y="2103286"/>
                  </a:lnTo>
                  <a:lnTo>
                    <a:pt x="6331430" y="2103286"/>
                  </a:lnTo>
                  <a:lnTo>
                    <a:pt x="6330585" y="2103286"/>
                  </a:lnTo>
                  <a:lnTo>
                    <a:pt x="6329740" y="2103286"/>
                  </a:lnTo>
                  <a:lnTo>
                    <a:pt x="6328894" y="2103286"/>
                  </a:lnTo>
                  <a:lnTo>
                    <a:pt x="6328049" y="2103286"/>
                  </a:lnTo>
                  <a:lnTo>
                    <a:pt x="6327204" y="2103286"/>
                  </a:lnTo>
                  <a:lnTo>
                    <a:pt x="6326359" y="2103286"/>
                  </a:lnTo>
                  <a:lnTo>
                    <a:pt x="6325514" y="2103286"/>
                  </a:lnTo>
                  <a:lnTo>
                    <a:pt x="6324669" y="2103286"/>
                  </a:lnTo>
                  <a:lnTo>
                    <a:pt x="6323824" y="2103286"/>
                  </a:lnTo>
                  <a:lnTo>
                    <a:pt x="6322979" y="2103286"/>
                  </a:lnTo>
                  <a:lnTo>
                    <a:pt x="6322134" y="2103286"/>
                  </a:lnTo>
                  <a:lnTo>
                    <a:pt x="6321289" y="2103286"/>
                  </a:lnTo>
                  <a:lnTo>
                    <a:pt x="6320444" y="2103286"/>
                  </a:lnTo>
                  <a:lnTo>
                    <a:pt x="6319598" y="2103286"/>
                  </a:lnTo>
                  <a:lnTo>
                    <a:pt x="6318753" y="2103286"/>
                  </a:lnTo>
                  <a:lnTo>
                    <a:pt x="6317908" y="2103286"/>
                  </a:lnTo>
                  <a:lnTo>
                    <a:pt x="6317063" y="2103286"/>
                  </a:lnTo>
                  <a:lnTo>
                    <a:pt x="6316218" y="2103286"/>
                  </a:lnTo>
                  <a:lnTo>
                    <a:pt x="6315373" y="2103286"/>
                  </a:lnTo>
                  <a:lnTo>
                    <a:pt x="6314528" y="2103286"/>
                  </a:lnTo>
                  <a:lnTo>
                    <a:pt x="6313683" y="2103286"/>
                  </a:lnTo>
                  <a:lnTo>
                    <a:pt x="6312838" y="2103286"/>
                  </a:lnTo>
                  <a:lnTo>
                    <a:pt x="6311993" y="2103286"/>
                  </a:lnTo>
                  <a:lnTo>
                    <a:pt x="6311148" y="2103286"/>
                  </a:lnTo>
                  <a:lnTo>
                    <a:pt x="6310302" y="2103286"/>
                  </a:lnTo>
                  <a:lnTo>
                    <a:pt x="6309457" y="2103286"/>
                  </a:lnTo>
                  <a:lnTo>
                    <a:pt x="6308612" y="2103286"/>
                  </a:lnTo>
                  <a:lnTo>
                    <a:pt x="6307767" y="2103286"/>
                  </a:lnTo>
                  <a:lnTo>
                    <a:pt x="6306922" y="2103286"/>
                  </a:lnTo>
                  <a:lnTo>
                    <a:pt x="6306077" y="2103286"/>
                  </a:lnTo>
                  <a:lnTo>
                    <a:pt x="6305232" y="2103286"/>
                  </a:lnTo>
                  <a:lnTo>
                    <a:pt x="6304387" y="2103286"/>
                  </a:lnTo>
                  <a:lnTo>
                    <a:pt x="6303542" y="2103286"/>
                  </a:lnTo>
                  <a:lnTo>
                    <a:pt x="6302697" y="2103286"/>
                  </a:lnTo>
                  <a:lnTo>
                    <a:pt x="6301852" y="2103286"/>
                  </a:lnTo>
                  <a:lnTo>
                    <a:pt x="6301006" y="2103286"/>
                  </a:lnTo>
                  <a:lnTo>
                    <a:pt x="6300161" y="2103286"/>
                  </a:lnTo>
                  <a:lnTo>
                    <a:pt x="6299316" y="2103286"/>
                  </a:lnTo>
                  <a:lnTo>
                    <a:pt x="6298471" y="2103286"/>
                  </a:lnTo>
                  <a:lnTo>
                    <a:pt x="6297626" y="2103286"/>
                  </a:lnTo>
                  <a:lnTo>
                    <a:pt x="6296781" y="2103286"/>
                  </a:lnTo>
                  <a:lnTo>
                    <a:pt x="6295936" y="2103286"/>
                  </a:lnTo>
                  <a:lnTo>
                    <a:pt x="6295091" y="2103286"/>
                  </a:lnTo>
                  <a:lnTo>
                    <a:pt x="6294246" y="2103286"/>
                  </a:lnTo>
                  <a:lnTo>
                    <a:pt x="6293401" y="2103286"/>
                  </a:lnTo>
                  <a:lnTo>
                    <a:pt x="6292555" y="2103286"/>
                  </a:lnTo>
                  <a:lnTo>
                    <a:pt x="6291710" y="2103286"/>
                  </a:lnTo>
                  <a:lnTo>
                    <a:pt x="6290865" y="2103286"/>
                  </a:lnTo>
                  <a:lnTo>
                    <a:pt x="6290020" y="2103286"/>
                  </a:lnTo>
                  <a:lnTo>
                    <a:pt x="6289175" y="2103286"/>
                  </a:lnTo>
                  <a:lnTo>
                    <a:pt x="6288330" y="2103286"/>
                  </a:lnTo>
                  <a:lnTo>
                    <a:pt x="6287485" y="2103286"/>
                  </a:lnTo>
                  <a:lnTo>
                    <a:pt x="6286640" y="2103286"/>
                  </a:lnTo>
                  <a:lnTo>
                    <a:pt x="6285795" y="2103286"/>
                  </a:lnTo>
                  <a:lnTo>
                    <a:pt x="6284950" y="2103286"/>
                  </a:lnTo>
                  <a:lnTo>
                    <a:pt x="6284105" y="2103286"/>
                  </a:lnTo>
                  <a:lnTo>
                    <a:pt x="6283259" y="2103286"/>
                  </a:lnTo>
                  <a:lnTo>
                    <a:pt x="6282414" y="2103286"/>
                  </a:lnTo>
                  <a:lnTo>
                    <a:pt x="6281569" y="2103286"/>
                  </a:lnTo>
                  <a:lnTo>
                    <a:pt x="6280724" y="2103286"/>
                  </a:lnTo>
                  <a:lnTo>
                    <a:pt x="6279879" y="2103286"/>
                  </a:lnTo>
                  <a:lnTo>
                    <a:pt x="6279034" y="2103286"/>
                  </a:lnTo>
                  <a:lnTo>
                    <a:pt x="6278189" y="2103286"/>
                  </a:lnTo>
                  <a:lnTo>
                    <a:pt x="6277344" y="2103286"/>
                  </a:lnTo>
                  <a:lnTo>
                    <a:pt x="6276499" y="2103286"/>
                  </a:lnTo>
                  <a:lnTo>
                    <a:pt x="6275654" y="2103286"/>
                  </a:lnTo>
                  <a:lnTo>
                    <a:pt x="6274809" y="2103286"/>
                  </a:lnTo>
                  <a:lnTo>
                    <a:pt x="6273963" y="2103286"/>
                  </a:lnTo>
                  <a:lnTo>
                    <a:pt x="6273118" y="2103286"/>
                  </a:lnTo>
                  <a:lnTo>
                    <a:pt x="6272273" y="2103286"/>
                  </a:lnTo>
                  <a:lnTo>
                    <a:pt x="6271428" y="2103286"/>
                  </a:lnTo>
                  <a:lnTo>
                    <a:pt x="6270583" y="2103286"/>
                  </a:lnTo>
                  <a:lnTo>
                    <a:pt x="6269738" y="2103286"/>
                  </a:lnTo>
                  <a:lnTo>
                    <a:pt x="6268893" y="2103286"/>
                  </a:lnTo>
                  <a:lnTo>
                    <a:pt x="6268048" y="2103286"/>
                  </a:lnTo>
                  <a:lnTo>
                    <a:pt x="6267203" y="2103286"/>
                  </a:lnTo>
                  <a:lnTo>
                    <a:pt x="6266358" y="2103286"/>
                  </a:lnTo>
                  <a:lnTo>
                    <a:pt x="6265513" y="2103286"/>
                  </a:lnTo>
                  <a:lnTo>
                    <a:pt x="6264667" y="2103286"/>
                  </a:lnTo>
                  <a:lnTo>
                    <a:pt x="6263822" y="2103286"/>
                  </a:lnTo>
                  <a:lnTo>
                    <a:pt x="6262977" y="2103286"/>
                  </a:lnTo>
                  <a:lnTo>
                    <a:pt x="6262132" y="2103286"/>
                  </a:lnTo>
                  <a:lnTo>
                    <a:pt x="6261287" y="2103286"/>
                  </a:lnTo>
                  <a:lnTo>
                    <a:pt x="6260442" y="2103286"/>
                  </a:lnTo>
                  <a:lnTo>
                    <a:pt x="6259597" y="2103286"/>
                  </a:lnTo>
                  <a:lnTo>
                    <a:pt x="6258752" y="2103286"/>
                  </a:lnTo>
                  <a:lnTo>
                    <a:pt x="6257907" y="2103286"/>
                  </a:lnTo>
                  <a:lnTo>
                    <a:pt x="6257062" y="2103286"/>
                  </a:lnTo>
                  <a:lnTo>
                    <a:pt x="6256217" y="2103286"/>
                  </a:lnTo>
                  <a:lnTo>
                    <a:pt x="6255371" y="2103286"/>
                  </a:lnTo>
                  <a:lnTo>
                    <a:pt x="6254526" y="2103286"/>
                  </a:lnTo>
                  <a:lnTo>
                    <a:pt x="6253681" y="2103286"/>
                  </a:lnTo>
                  <a:lnTo>
                    <a:pt x="6252836" y="2103286"/>
                  </a:lnTo>
                  <a:lnTo>
                    <a:pt x="6251991" y="2103286"/>
                  </a:lnTo>
                  <a:lnTo>
                    <a:pt x="6251146" y="2103286"/>
                  </a:lnTo>
                  <a:lnTo>
                    <a:pt x="6250301" y="2103286"/>
                  </a:lnTo>
                  <a:lnTo>
                    <a:pt x="6249456" y="2103286"/>
                  </a:lnTo>
                  <a:lnTo>
                    <a:pt x="6248611" y="2103286"/>
                  </a:lnTo>
                  <a:lnTo>
                    <a:pt x="6247766" y="2103286"/>
                  </a:lnTo>
                  <a:lnTo>
                    <a:pt x="6246921" y="2103286"/>
                  </a:lnTo>
                  <a:lnTo>
                    <a:pt x="6246075" y="2103286"/>
                  </a:lnTo>
                  <a:lnTo>
                    <a:pt x="6245230" y="2103286"/>
                  </a:lnTo>
                  <a:lnTo>
                    <a:pt x="6244385" y="2103286"/>
                  </a:lnTo>
                  <a:lnTo>
                    <a:pt x="6243540" y="2103286"/>
                  </a:lnTo>
                  <a:lnTo>
                    <a:pt x="6242695" y="2103286"/>
                  </a:lnTo>
                  <a:lnTo>
                    <a:pt x="6241850" y="2103286"/>
                  </a:lnTo>
                  <a:lnTo>
                    <a:pt x="6241005" y="2103286"/>
                  </a:lnTo>
                  <a:lnTo>
                    <a:pt x="6240160" y="2103286"/>
                  </a:lnTo>
                  <a:lnTo>
                    <a:pt x="6239315" y="2103286"/>
                  </a:lnTo>
                  <a:lnTo>
                    <a:pt x="6238470" y="2103286"/>
                  </a:lnTo>
                  <a:lnTo>
                    <a:pt x="6237624" y="2103286"/>
                  </a:lnTo>
                  <a:lnTo>
                    <a:pt x="6236779" y="2103286"/>
                  </a:lnTo>
                  <a:lnTo>
                    <a:pt x="6235934" y="2103286"/>
                  </a:lnTo>
                  <a:lnTo>
                    <a:pt x="6235089" y="2103286"/>
                  </a:lnTo>
                  <a:lnTo>
                    <a:pt x="6234244" y="2103286"/>
                  </a:lnTo>
                  <a:lnTo>
                    <a:pt x="6233399" y="2103286"/>
                  </a:lnTo>
                  <a:lnTo>
                    <a:pt x="6232554" y="2103286"/>
                  </a:lnTo>
                  <a:lnTo>
                    <a:pt x="6231709" y="2103286"/>
                  </a:lnTo>
                  <a:lnTo>
                    <a:pt x="6230864" y="2103286"/>
                  </a:lnTo>
                  <a:lnTo>
                    <a:pt x="6230019" y="2103286"/>
                  </a:lnTo>
                  <a:lnTo>
                    <a:pt x="6229174" y="2103286"/>
                  </a:lnTo>
                  <a:lnTo>
                    <a:pt x="6228328" y="2103286"/>
                  </a:lnTo>
                  <a:lnTo>
                    <a:pt x="6227483" y="2103286"/>
                  </a:lnTo>
                  <a:lnTo>
                    <a:pt x="6226638" y="2103286"/>
                  </a:lnTo>
                  <a:lnTo>
                    <a:pt x="6225793" y="2103286"/>
                  </a:lnTo>
                  <a:lnTo>
                    <a:pt x="6224948" y="2103286"/>
                  </a:lnTo>
                  <a:lnTo>
                    <a:pt x="6224103" y="2103286"/>
                  </a:lnTo>
                  <a:lnTo>
                    <a:pt x="6223258" y="2103286"/>
                  </a:lnTo>
                  <a:lnTo>
                    <a:pt x="6222413" y="2103286"/>
                  </a:lnTo>
                  <a:lnTo>
                    <a:pt x="6221568" y="2103286"/>
                  </a:lnTo>
                  <a:lnTo>
                    <a:pt x="6220723" y="2103286"/>
                  </a:lnTo>
                  <a:lnTo>
                    <a:pt x="6219878" y="2103286"/>
                  </a:lnTo>
                  <a:lnTo>
                    <a:pt x="6219032" y="2103286"/>
                  </a:lnTo>
                  <a:lnTo>
                    <a:pt x="6218187" y="2103286"/>
                  </a:lnTo>
                  <a:lnTo>
                    <a:pt x="6217342" y="2103286"/>
                  </a:lnTo>
                  <a:lnTo>
                    <a:pt x="6216497" y="2103286"/>
                  </a:lnTo>
                  <a:lnTo>
                    <a:pt x="6215652" y="2103286"/>
                  </a:lnTo>
                  <a:lnTo>
                    <a:pt x="6214807" y="2103286"/>
                  </a:lnTo>
                  <a:lnTo>
                    <a:pt x="6213962" y="2103286"/>
                  </a:lnTo>
                  <a:lnTo>
                    <a:pt x="6213117" y="2103286"/>
                  </a:lnTo>
                  <a:lnTo>
                    <a:pt x="6212272" y="2103286"/>
                  </a:lnTo>
                  <a:lnTo>
                    <a:pt x="6211427" y="2103286"/>
                  </a:lnTo>
                  <a:lnTo>
                    <a:pt x="6210582" y="2103286"/>
                  </a:lnTo>
                  <a:lnTo>
                    <a:pt x="6209736" y="2103286"/>
                  </a:lnTo>
                  <a:lnTo>
                    <a:pt x="6208891" y="2103286"/>
                  </a:lnTo>
                  <a:lnTo>
                    <a:pt x="6208046" y="2103286"/>
                  </a:lnTo>
                  <a:lnTo>
                    <a:pt x="6207201" y="2103286"/>
                  </a:lnTo>
                  <a:lnTo>
                    <a:pt x="6206356" y="2103286"/>
                  </a:lnTo>
                  <a:lnTo>
                    <a:pt x="6205511" y="2103286"/>
                  </a:lnTo>
                  <a:lnTo>
                    <a:pt x="6204666" y="2103286"/>
                  </a:lnTo>
                  <a:lnTo>
                    <a:pt x="6203821" y="2103286"/>
                  </a:lnTo>
                  <a:lnTo>
                    <a:pt x="6202976" y="2103286"/>
                  </a:lnTo>
                  <a:lnTo>
                    <a:pt x="6202131" y="2103286"/>
                  </a:lnTo>
                  <a:lnTo>
                    <a:pt x="6201286" y="2103286"/>
                  </a:lnTo>
                  <a:lnTo>
                    <a:pt x="6200440" y="2103286"/>
                  </a:lnTo>
                  <a:lnTo>
                    <a:pt x="6199595" y="2103286"/>
                  </a:lnTo>
                  <a:lnTo>
                    <a:pt x="6198750" y="2103286"/>
                  </a:lnTo>
                  <a:lnTo>
                    <a:pt x="6197905" y="2103286"/>
                  </a:lnTo>
                  <a:lnTo>
                    <a:pt x="6197060" y="2103286"/>
                  </a:lnTo>
                  <a:lnTo>
                    <a:pt x="6196215" y="2103286"/>
                  </a:lnTo>
                  <a:lnTo>
                    <a:pt x="6195370" y="2103286"/>
                  </a:lnTo>
                  <a:lnTo>
                    <a:pt x="6194525" y="2103286"/>
                  </a:lnTo>
                  <a:lnTo>
                    <a:pt x="6193680" y="2103286"/>
                  </a:lnTo>
                  <a:lnTo>
                    <a:pt x="6192835" y="2103286"/>
                  </a:lnTo>
                  <a:lnTo>
                    <a:pt x="6191990" y="2103286"/>
                  </a:lnTo>
                  <a:lnTo>
                    <a:pt x="6191144" y="2103286"/>
                  </a:lnTo>
                  <a:lnTo>
                    <a:pt x="6190299" y="2103286"/>
                  </a:lnTo>
                  <a:lnTo>
                    <a:pt x="6189454" y="2103286"/>
                  </a:lnTo>
                  <a:lnTo>
                    <a:pt x="6188609" y="2103286"/>
                  </a:lnTo>
                  <a:lnTo>
                    <a:pt x="6187764" y="2103286"/>
                  </a:lnTo>
                  <a:lnTo>
                    <a:pt x="6186919" y="2103286"/>
                  </a:lnTo>
                  <a:lnTo>
                    <a:pt x="6186074" y="2103286"/>
                  </a:lnTo>
                  <a:lnTo>
                    <a:pt x="6185229" y="2103286"/>
                  </a:lnTo>
                  <a:lnTo>
                    <a:pt x="6184384" y="2103286"/>
                  </a:lnTo>
                  <a:lnTo>
                    <a:pt x="6183539" y="2103286"/>
                  </a:lnTo>
                  <a:lnTo>
                    <a:pt x="6182694" y="2103286"/>
                  </a:lnTo>
                  <a:lnTo>
                    <a:pt x="6181848" y="2103286"/>
                  </a:lnTo>
                  <a:lnTo>
                    <a:pt x="6181003" y="2103286"/>
                  </a:lnTo>
                  <a:lnTo>
                    <a:pt x="6180158" y="2103286"/>
                  </a:lnTo>
                  <a:lnTo>
                    <a:pt x="6179313" y="2103286"/>
                  </a:lnTo>
                  <a:lnTo>
                    <a:pt x="6178468" y="2103286"/>
                  </a:lnTo>
                  <a:lnTo>
                    <a:pt x="6177623" y="2103286"/>
                  </a:lnTo>
                  <a:lnTo>
                    <a:pt x="6176778" y="2103286"/>
                  </a:lnTo>
                  <a:lnTo>
                    <a:pt x="6175933" y="2103286"/>
                  </a:lnTo>
                  <a:lnTo>
                    <a:pt x="6175088" y="2103286"/>
                  </a:lnTo>
                  <a:lnTo>
                    <a:pt x="6174243" y="2103286"/>
                  </a:lnTo>
                  <a:lnTo>
                    <a:pt x="6173397" y="2103286"/>
                  </a:lnTo>
                  <a:lnTo>
                    <a:pt x="6172552" y="2103286"/>
                  </a:lnTo>
                  <a:lnTo>
                    <a:pt x="6171707" y="2103286"/>
                  </a:lnTo>
                  <a:lnTo>
                    <a:pt x="6170862" y="2103286"/>
                  </a:lnTo>
                  <a:lnTo>
                    <a:pt x="6170017" y="2103286"/>
                  </a:lnTo>
                  <a:lnTo>
                    <a:pt x="6169172" y="2103286"/>
                  </a:lnTo>
                  <a:lnTo>
                    <a:pt x="6168327" y="2103286"/>
                  </a:lnTo>
                  <a:lnTo>
                    <a:pt x="6167482" y="2103286"/>
                  </a:lnTo>
                  <a:lnTo>
                    <a:pt x="6166637" y="2103286"/>
                  </a:lnTo>
                  <a:lnTo>
                    <a:pt x="6165792" y="2103286"/>
                  </a:lnTo>
                  <a:lnTo>
                    <a:pt x="6164947" y="2103286"/>
                  </a:lnTo>
                  <a:lnTo>
                    <a:pt x="6164101" y="2103286"/>
                  </a:lnTo>
                  <a:lnTo>
                    <a:pt x="6163256" y="2103286"/>
                  </a:lnTo>
                  <a:lnTo>
                    <a:pt x="6162411" y="2103286"/>
                  </a:lnTo>
                  <a:lnTo>
                    <a:pt x="6161566" y="2103286"/>
                  </a:lnTo>
                  <a:lnTo>
                    <a:pt x="6160721" y="2103286"/>
                  </a:lnTo>
                  <a:lnTo>
                    <a:pt x="6159876" y="2103286"/>
                  </a:lnTo>
                  <a:lnTo>
                    <a:pt x="6159031" y="2103286"/>
                  </a:lnTo>
                  <a:lnTo>
                    <a:pt x="6158186" y="2103286"/>
                  </a:lnTo>
                  <a:lnTo>
                    <a:pt x="6157341" y="2103286"/>
                  </a:lnTo>
                  <a:lnTo>
                    <a:pt x="6156496" y="2103286"/>
                  </a:lnTo>
                  <a:lnTo>
                    <a:pt x="6155651" y="2103286"/>
                  </a:lnTo>
                  <a:lnTo>
                    <a:pt x="6154805" y="2103286"/>
                  </a:lnTo>
                  <a:lnTo>
                    <a:pt x="6153960" y="2103286"/>
                  </a:lnTo>
                  <a:lnTo>
                    <a:pt x="6153115" y="2103286"/>
                  </a:lnTo>
                  <a:lnTo>
                    <a:pt x="6152270" y="2103286"/>
                  </a:lnTo>
                  <a:lnTo>
                    <a:pt x="6151425" y="2103286"/>
                  </a:lnTo>
                  <a:lnTo>
                    <a:pt x="6150580" y="2103286"/>
                  </a:lnTo>
                  <a:lnTo>
                    <a:pt x="6149735" y="2103286"/>
                  </a:lnTo>
                  <a:lnTo>
                    <a:pt x="6148890" y="2103286"/>
                  </a:lnTo>
                  <a:lnTo>
                    <a:pt x="6148045" y="2103286"/>
                  </a:lnTo>
                  <a:lnTo>
                    <a:pt x="6147200" y="2103286"/>
                  </a:lnTo>
                  <a:lnTo>
                    <a:pt x="6146355" y="2103286"/>
                  </a:lnTo>
                  <a:lnTo>
                    <a:pt x="6145509" y="2103286"/>
                  </a:lnTo>
                  <a:lnTo>
                    <a:pt x="6144664" y="2103286"/>
                  </a:lnTo>
                  <a:lnTo>
                    <a:pt x="6143819" y="2103286"/>
                  </a:lnTo>
                  <a:lnTo>
                    <a:pt x="6142974" y="2103286"/>
                  </a:lnTo>
                  <a:lnTo>
                    <a:pt x="6142129" y="2103286"/>
                  </a:lnTo>
                  <a:lnTo>
                    <a:pt x="6141284" y="2103286"/>
                  </a:lnTo>
                  <a:lnTo>
                    <a:pt x="6140439" y="2103286"/>
                  </a:lnTo>
                  <a:lnTo>
                    <a:pt x="6139594" y="2103286"/>
                  </a:lnTo>
                  <a:lnTo>
                    <a:pt x="6138749" y="2103286"/>
                  </a:lnTo>
                  <a:lnTo>
                    <a:pt x="6137904" y="2103286"/>
                  </a:lnTo>
                  <a:lnTo>
                    <a:pt x="6137059" y="2103286"/>
                  </a:lnTo>
                  <a:lnTo>
                    <a:pt x="6136213" y="2103286"/>
                  </a:lnTo>
                  <a:lnTo>
                    <a:pt x="6135368" y="2103286"/>
                  </a:lnTo>
                  <a:lnTo>
                    <a:pt x="6134523" y="2103286"/>
                  </a:lnTo>
                  <a:lnTo>
                    <a:pt x="6133678" y="2103286"/>
                  </a:lnTo>
                  <a:lnTo>
                    <a:pt x="6132833" y="2103286"/>
                  </a:lnTo>
                  <a:lnTo>
                    <a:pt x="6131988" y="2103286"/>
                  </a:lnTo>
                  <a:lnTo>
                    <a:pt x="6131143" y="2103286"/>
                  </a:lnTo>
                  <a:lnTo>
                    <a:pt x="6130298" y="2103286"/>
                  </a:lnTo>
                  <a:lnTo>
                    <a:pt x="6129453" y="2103286"/>
                  </a:lnTo>
                  <a:lnTo>
                    <a:pt x="6128608" y="2103286"/>
                  </a:lnTo>
                  <a:lnTo>
                    <a:pt x="6127763" y="2103286"/>
                  </a:lnTo>
                  <a:lnTo>
                    <a:pt x="6126917" y="2103286"/>
                  </a:lnTo>
                  <a:lnTo>
                    <a:pt x="6126072" y="2103286"/>
                  </a:lnTo>
                  <a:lnTo>
                    <a:pt x="6125227" y="2103286"/>
                  </a:lnTo>
                  <a:lnTo>
                    <a:pt x="6124382" y="2103286"/>
                  </a:lnTo>
                  <a:lnTo>
                    <a:pt x="6123537" y="2103286"/>
                  </a:lnTo>
                  <a:lnTo>
                    <a:pt x="6122692" y="2103286"/>
                  </a:lnTo>
                  <a:lnTo>
                    <a:pt x="6121847" y="2103286"/>
                  </a:lnTo>
                  <a:lnTo>
                    <a:pt x="6121002" y="2103286"/>
                  </a:lnTo>
                  <a:lnTo>
                    <a:pt x="6120157" y="2103286"/>
                  </a:lnTo>
                  <a:lnTo>
                    <a:pt x="6119312" y="2103286"/>
                  </a:lnTo>
                  <a:lnTo>
                    <a:pt x="6118467" y="2103286"/>
                  </a:lnTo>
                  <a:lnTo>
                    <a:pt x="6117621" y="2103286"/>
                  </a:lnTo>
                  <a:lnTo>
                    <a:pt x="6116776" y="2103286"/>
                  </a:lnTo>
                  <a:lnTo>
                    <a:pt x="6115931" y="2103286"/>
                  </a:lnTo>
                  <a:lnTo>
                    <a:pt x="6115086" y="2103286"/>
                  </a:lnTo>
                  <a:lnTo>
                    <a:pt x="6114241" y="2103286"/>
                  </a:lnTo>
                  <a:lnTo>
                    <a:pt x="6113396" y="2103286"/>
                  </a:lnTo>
                  <a:lnTo>
                    <a:pt x="6112551" y="2103286"/>
                  </a:lnTo>
                  <a:lnTo>
                    <a:pt x="6111706" y="2103286"/>
                  </a:lnTo>
                  <a:lnTo>
                    <a:pt x="6110861" y="2103286"/>
                  </a:lnTo>
                  <a:lnTo>
                    <a:pt x="6110016" y="2103286"/>
                  </a:lnTo>
                  <a:lnTo>
                    <a:pt x="6109170" y="2103286"/>
                  </a:lnTo>
                  <a:lnTo>
                    <a:pt x="6108325" y="2103286"/>
                  </a:lnTo>
                  <a:lnTo>
                    <a:pt x="6107480" y="2103286"/>
                  </a:lnTo>
                  <a:lnTo>
                    <a:pt x="6106635" y="2103286"/>
                  </a:lnTo>
                  <a:lnTo>
                    <a:pt x="6105790" y="2103286"/>
                  </a:lnTo>
                  <a:lnTo>
                    <a:pt x="6104945" y="2103286"/>
                  </a:lnTo>
                  <a:lnTo>
                    <a:pt x="6104100" y="2103286"/>
                  </a:lnTo>
                  <a:lnTo>
                    <a:pt x="6103255" y="2103286"/>
                  </a:lnTo>
                  <a:lnTo>
                    <a:pt x="6102410" y="2103286"/>
                  </a:lnTo>
                  <a:lnTo>
                    <a:pt x="6101565" y="2103286"/>
                  </a:lnTo>
                  <a:lnTo>
                    <a:pt x="6100720" y="2103286"/>
                  </a:lnTo>
                  <a:lnTo>
                    <a:pt x="6099874" y="2103286"/>
                  </a:lnTo>
                  <a:lnTo>
                    <a:pt x="6099029" y="2103286"/>
                  </a:lnTo>
                  <a:lnTo>
                    <a:pt x="6098184" y="2103286"/>
                  </a:lnTo>
                  <a:lnTo>
                    <a:pt x="6097339" y="2103286"/>
                  </a:lnTo>
                  <a:lnTo>
                    <a:pt x="6096494" y="2103286"/>
                  </a:lnTo>
                  <a:lnTo>
                    <a:pt x="6095649" y="2103286"/>
                  </a:lnTo>
                  <a:lnTo>
                    <a:pt x="6094804" y="2103286"/>
                  </a:lnTo>
                  <a:lnTo>
                    <a:pt x="6093959" y="2103286"/>
                  </a:lnTo>
                  <a:lnTo>
                    <a:pt x="6093114" y="2103286"/>
                  </a:lnTo>
                  <a:lnTo>
                    <a:pt x="6092269" y="2103286"/>
                  </a:lnTo>
                  <a:lnTo>
                    <a:pt x="6091424" y="2103286"/>
                  </a:lnTo>
                  <a:lnTo>
                    <a:pt x="6090578" y="2103286"/>
                  </a:lnTo>
                  <a:lnTo>
                    <a:pt x="6089733" y="2103286"/>
                  </a:lnTo>
                  <a:lnTo>
                    <a:pt x="6088888" y="2103286"/>
                  </a:lnTo>
                  <a:lnTo>
                    <a:pt x="6088043" y="2103286"/>
                  </a:lnTo>
                  <a:lnTo>
                    <a:pt x="6087198" y="2103286"/>
                  </a:lnTo>
                  <a:lnTo>
                    <a:pt x="6086353" y="2103286"/>
                  </a:lnTo>
                  <a:lnTo>
                    <a:pt x="6085508" y="2103286"/>
                  </a:lnTo>
                  <a:lnTo>
                    <a:pt x="6084663" y="2103286"/>
                  </a:lnTo>
                  <a:lnTo>
                    <a:pt x="6083818" y="2103286"/>
                  </a:lnTo>
                  <a:lnTo>
                    <a:pt x="6082973" y="2103286"/>
                  </a:lnTo>
                  <a:lnTo>
                    <a:pt x="6082128" y="2103286"/>
                  </a:lnTo>
                  <a:lnTo>
                    <a:pt x="6081282" y="2103286"/>
                  </a:lnTo>
                  <a:lnTo>
                    <a:pt x="6080437" y="2103286"/>
                  </a:lnTo>
                  <a:lnTo>
                    <a:pt x="6079592" y="2103286"/>
                  </a:lnTo>
                  <a:lnTo>
                    <a:pt x="6078747" y="2103286"/>
                  </a:lnTo>
                  <a:lnTo>
                    <a:pt x="6077902" y="2103286"/>
                  </a:lnTo>
                  <a:lnTo>
                    <a:pt x="6077057" y="2103286"/>
                  </a:lnTo>
                  <a:lnTo>
                    <a:pt x="6076212" y="2103286"/>
                  </a:lnTo>
                  <a:lnTo>
                    <a:pt x="6075367" y="2103286"/>
                  </a:lnTo>
                  <a:lnTo>
                    <a:pt x="6074522" y="2103286"/>
                  </a:lnTo>
                  <a:lnTo>
                    <a:pt x="6073677" y="2103286"/>
                  </a:lnTo>
                  <a:lnTo>
                    <a:pt x="6072832" y="2103286"/>
                  </a:lnTo>
                  <a:lnTo>
                    <a:pt x="6071986" y="2103286"/>
                  </a:lnTo>
                  <a:lnTo>
                    <a:pt x="6071141" y="2103286"/>
                  </a:lnTo>
                  <a:lnTo>
                    <a:pt x="6070296" y="2103286"/>
                  </a:lnTo>
                  <a:lnTo>
                    <a:pt x="6069451" y="2103286"/>
                  </a:lnTo>
                  <a:lnTo>
                    <a:pt x="6068606" y="2103286"/>
                  </a:lnTo>
                  <a:lnTo>
                    <a:pt x="6067761" y="2103286"/>
                  </a:lnTo>
                  <a:lnTo>
                    <a:pt x="6066916" y="2103286"/>
                  </a:lnTo>
                  <a:lnTo>
                    <a:pt x="6066071" y="2103286"/>
                  </a:lnTo>
                  <a:lnTo>
                    <a:pt x="6065226" y="2103286"/>
                  </a:lnTo>
                  <a:lnTo>
                    <a:pt x="6064381" y="2103286"/>
                  </a:lnTo>
                  <a:lnTo>
                    <a:pt x="6063536" y="2103286"/>
                  </a:lnTo>
                  <a:lnTo>
                    <a:pt x="6062690" y="2103286"/>
                  </a:lnTo>
                  <a:lnTo>
                    <a:pt x="6061845" y="2103286"/>
                  </a:lnTo>
                  <a:lnTo>
                    <a:pt x="6061000" y="2103286"/>
                  </a:lnTo>
                  <a:lnTo>
                    <a:pt x="6060155" y="2103286"/>
                  </a:lnTo>
                  <a:lnTo>
                    <a:pt x="6059310" y="2103286"/>
                  </a:lnTo>
                  <a:lnTo>
                    <a:pt x="6058465" y="2103286"/>
                  </a:lnTo>
                  <a:lnTo>
                    <a:pt x="6057620" y="2103286"/>
                  </a:lnTo>
                  <a:lnTo>
                    <a:pt x="6056775" y="2103286"/>
                  </a:lnTo>
                  <a:lnTo>
                    <a:pt x="6055930" y="2103286"/>
                  </a:lnTo>
                  <a:lnTo>
                    <a:pt x="6055085" y="2103286"/>
                  </a:lnTo>
                  <a:lnTo>
                    <a:pt x="6054240" y="2103286"/>
                  </a:lnTo>
                  <a:lnTo>
                    <a:pt x="6053394" y="2103286"/>
                  </a:lnTo>
                  <a:lnTo>
                    <a:pt x="6052549" y="2103286"/>
                  </a:lnTo>
                  <a:lnTo>
                    <a:pt x="6051704" y="2103286"/>
                  </a:lnTo>
                  <a:lnTo>
                    <a:pt x="6050859" y="2103286"/>
                  </a:lnTo>
                  <a:lnTo>
                    <a:pt x="6050014" y="2103286"/>
                  </a:lnTo>
                  <a:lnTo>
                    <a:pt x="6049169" y="2103286"/>
                  </a:lnTo>
                  <a:lnTo>
                    <a:pt x="6048324" y="2103286"/>
                  </a:lnTo>
                  <a:lnTo>
                    <a:pt x="6047479" y="2103286"/>
                  </a:lnTo>
                  <a:lnTo>
                    <a:pt x="6046634" y="2103286"/>
                  </a:lnTo>
                  <a:lnTo>
                    <a:pt x="6045789" y="2103286"/>
                  </a:lnTo>
                  <a:lnTo>
                    <a:pt x="6044943" y="2103286"/>
                  </a:lnTo>
                  <a:lnTo>
                    <a:pt x="6044098" y="2103286"/>
                  </a:lnTo>
                  <a:lnTo>
                    <a:pt x="6043253" y="2103286"/>
                  </a:lnTo>
                  <a:lnTo>
                    <a:pt x="6042408" y="2103286"/>
                  </a:lnTo>
                  <a:lnTo>
                    <a:pt x="6041563" y="2103286"/>
                  </a:lnTo>
                  <a:lnTo>
                    <a:pt x="6040718" y="2103286"/>
                  </a:lnTo>
                  <a:lnTo>
                    <a:pt x="6039873" y="2103286"/>
                  </a:lnTo>
                  <a:lnTo>
                    <a:pt x="6039028" y="2103286"/>
                  </a:lnTo>
                  <a:lnTo>
                    <a:pt x="6038183" y="2103286"/>
                  </a:lnTo>
                  <a:lnTo>
                    <a:pt x="6037338" y="2103286"/>
                  </a:lnTo>
                  <a:lnTo>
                    <a:pt x="6036493" y="2103286"/>
                  </a:lnTo>
                  <a:lnTo>
                    <a:pt x="6035647" y="2103286"/>
                  </a:lnTo>
                  <a:lnTo>
                    <a:pt x="6034802" y="2103286"/>
                  </a:lnTo>
                  <a:lnTo>
                    <a:pt x="6033957" y="2103286"/>
                  </a:lnTo>
                  <a:lnTo>
                    <a:pt x="6033112" y="2103286"/>
                  </a:lnTo>
                  <a:lnTo>
                    <a:pt x="6032267" y="2103286"/>
                  </a:lnTo>
                  <a:lnTo>
                    <a:pt x="6031422" y="2103286"/>
                  </a:lnTo>
                  <a:lnTo>
                    <a:pt x="6030577" y="2103286"/>
                  </a:lnTo>
                  <a:lnTo>
                    <a:pt x="6029732" y="2103286"/>
                  </a:lnTo>
                  <a:lnTo>
                    <a:pt x="6028887" y="2103286"/>
                  </a:lnTo>
                  <a:lnTo>
                    <a:pt x="6028042" y="2103286"/>
                  </a:lnTo>
                  <a:lnTo>
                    <a:pt x="6027197" y="2103286"/>
                  </a:lnTo>
                  <a:lnTo>
                    <a:pt x="6026351" y="2103286"/>
                  </a:lnTo>
                  <a:lnTo>
                    <a:pt x="6025506" y="2103286"/>
                  </a:lnTo>
                  <a:lnTo>
                    <a:pt x="6024661" y="2103286"/>
                  </a:lnTo>
                  <a:lnTo>
                    <a:pt x="6023816" y="2103286"/>
                  </a:lnTo>
                  <a:lnTo>
                    <a:pt x="6022971" y="2103286"/>
                  </a:lnTo>
                  <a:lnTo>
                    <a:pt x="6022126" y="2103286"/>
                  </a:lnTo>
                  <a:lnTo>
                    <a:pt x="6021281" y="2103286"/>
                  </a:lnTo>
                  <a:lnTo>
                    <a:pt x="6020436" y="2103286"/>
                  </a:lnTo>
                  <a:lnTo>
                    <a:pt x="6019591" y="2103286"/>
                  </a:lnTo>
                  <a:lnTo>
                    <a:pt x="6018746" y="2103286"/>
                  </a:lnTo>
                  <a:lnTo>
                    <a:pt x="6017901" y="2103286"/>
                  </a:lnTo>
                  <a:lnTo>
                    <a:pt x="6017055" y="2103286"/>
                  </a:lnTo>
                  <a:lnTo>
                    <a:pt x="6016210" y="2103286"/>
                  </a:lnTo>
                  <a:lnTo>
                    <a:pt x="6015365" y="2103286"/>
                  </a:lnTo>
                  <a:lnTo>
                    <a:pt x="6014520" y="2103286"/>
                  </a:lnTo>
                  <a:lnTo>
                    <a:pt x="6013675" y="2103286"/>
                  </a:lnTo>
                  <a:lnTo>
                    <a:pt x="6012830" y="2103286"/>
                  </a:lnTo>
                  <a:lnTo>
                    <a:pt x="6011985" y="2103286"/>
                  </a:lnTo>
                  <a:lnTo>
                    <a:pt x="6011140" y="2103286"/>
                  </a:lnTo>
                  <a:lnTo>
                    <a:pt x="6010295" y="2103286"/>
                  </a:lnTo>
                  <a:lnTo>
                    <a:pt x="6009450" y="2103286"/>
                  </a:lnTo>
                  <a:lnTo>
                    <a:pt x="6008605" y="2103286"/>
                  </a:lnTo>
                  <a:lnTo>
                    <a:pt x="6007759" y="2103286"/>
                  </a:lnTo>
                  <a:lnTo>
                    <a:pt x="6006914" y="2103286"/>
                  </a:lnTo>
                  <a:lnTo>
                    <a:pt x="6006069" y="2103286"/>
                  </a:lnTo>
                  <a:lnTo>
                    <a:pt x="6005224" y="2103286"/>
                  </a:lnTo>
                  <a:lnTo>
                    <a:pt x="6004379" y="2103286"/>
                  </a:lnTo>
                  <a:lnTo>
                    <a:pt x="6003534" y="2103286"/>
                  </a:lnTo>
                  <a:lnTo>
                    <a:pt x="6002689" y="2103286"/>
                  </a:lnTo>
                  <a:lnTo>
                    <a:pt x="6001844" y="2103286"/>
                  </a:lnTo>
                  <a:lnTo>
                    <a:pt x="6000999" y="2103286"/>
                  </a:lnTo>
                  <a:lnTo>
                    <a:pt x="6000154" y="2103286"/>
                  </a:lnTo>
                  <a:lnTo>
                    <a:pt x="5999309" y="2103286"/>
                  </a:lnTo>
                  <a:lnTo>
                    <a:pt x="5998463" y="2103286"/>
                  </a:lnTo>
                  <a:lnTo>
                    <a:pt x="5997618" y="2103286"/>
                  </a:lnTo>
                  <a:lnTo>
                    <a:pt x="5996773" y="2103286"/>
                  </a:lnTo>
                  <a:lnTo>
                    <a:pt x="5995928" y="2103286"/>
                  </a:lnTo>
                  <a:lnTo>
                    <a:pt x="5995083" y="2103286"/>
                  </a:lnTo>
                  <a:lnTo>
                    <a:pt x="5994238" y="2103286"/>
                  </a:lnTo>
                  <a:lnTo>
                    <a:pt x="5993393" y="2103286"/>
                  </a:lnTo>
                  <a:lnTo>
                    <a:pt x="5992548" y="2103286"/>
                  </a:lnTo>
                  <a:lnTo>
                    <a:pt x="5991703" y="2103286"/>
                  </a:lnTo>
                  <a:lnTo>
                    <a:pt x="5990858" y="2103286"/>
                  </a:lnTo>
                  <a:lnTo>
                    <a:pt x="5990013" y="2103286"/>
                  </a:lnTo>
                  <a:lnTo>
                    <a:pt x="5989167" y="2103286"/>
                  </a:lnTo>
                  <a:lnTo>
                    <a:pt x="5988322" y="2103286"/>
                  </a:lnTo>
                  <a:lnTo>
                    <a:pt x="5987477" y="2103286"/>
                  </a:lnTo>
                  <a:lnTo>
                    <a:pt x="5986632" y="2103286"/>
                  </a:lnTo>
                  <a:lnTo>
                    <a:pt x="5985787" y="2103286"/>
                  </a:lnTo>
                  <a:lnTo>
                    <a:pt x="5984942" y="2103286"/>
                  </a:lnTo>
                  <a:lnTo>
                    <a:pt x="5984097" y="2103286"/>
                  </a:lnTo>
                  <a:lnTo>
                    <a:pt x="5983252" y="2103286"/>
                  </a:lnTo>
                  <a:lnTo>
                    <a:pt x="5982407" y="2103286"/>
                  </a:lnTo>
                  <a:lnTo>
                    <a:pt x="5981562" y="2103286"/>
                  </a:lnTo>
                  <a:lnTo>
                    <a:pt x="5980716" y="2103286"/>
                  </a:lnTo>
                  <a:lnTo>
                    <a:pt x="5979871" y="2103286"/>
                  </a:lnTo>
                  <a:lnTo>
                    <a:pt x="5979026" y="2103286"/>
                  </a:lnTo>
                  <a:lnTo>
                    <a:pt x="5978181" y="2103286"/>
                  </a:lnTo>
                  <a:lnTo>
                    <a:pt x="5977336" y="2103286"/>
                  </a:lnTo>
                  <a:lnTo>
                    <a:pt x="5976491" y="2103286"/>
                  </a:lnTo>
                  <a:lnTo>
                    <a:pt x="5975646" y="2103286"/>
                  </a:lnTo>
                  <a:lnTo>
                    <a:pt x="5974801" y="2103286"/>
                  </a:lnTo>
                  <a:lnTo>
                    <a:pt x="5973956" y="2103286"/>
                  </a:lnTo>
                  <a:lnTo>
                    <a:pt x="5973111" y="2103286"/>
                  </a:lnTo>
                  <a:lnTo>
                    <a:pt x="5972266" y="2103286"/>
                  </a:lnTo>
                  <a:lnTo>
                    <a:pt x="5971420" y="2103286"/>
                  </a:lnTo>
                  <a:lnTo>
                    <a:pt x="5970575" y="2103286"/>
                  </a:lnTo>
                  <a:lnTo>
                    <a:pt x="5969730" y="2103286"/>
                  </a:lnTo>
                  <a:lnTo>
                    <a:pt x="5968885" y="2103286"/>
                  </a:lnTo>
                  <a:lnTo>
                    <a:pt x="5968040" y="2103286"/>
                  </a:lnTo>
                  <a:lnTo>
                    <a:pt x="5967195" y="2103286"/>
                  </a:lnTo>
                  <a:lnTo>
                    <a:pt x="5966350" y="2103286"/>
                  </a:lnTo>
                  <a:lnTo>
                    <a:pt x="5965505" y="2103286"/>
                  </a:lnTo>
                  <a:lnTo>
                    <a:pt x="5964660" y="2103286"/>
                  </a:lnTo>
                  <a:lnTo>
                    <a:pt x="5963815" y="2103286"/>
                  </a:lnTo>
                  <a:lnTo>
                    <a:pt x="5962970" y="2103286"/>
                  </a:lnTo>
                  <a:lnTo>
                    <a:pt x="5962124" y="2103286"/>
                  </a:lnTo>
                  <a:lnTo>
                    <a:pt x="5961279" y="2103286"/>
                  </a:lnTo>
                  <a:lnTo>
                    <a:pt x="5960434" y="2103286"/>
                  </a:lnTo>
                  <a:lnTo>
                    <a:pt x="5959589" y="2103286"/>
                  </a:lnTo>
                  <a:lnTo>
                    <a:pt x="5958744" y="2103286"/>
                  </a:lnTo>
                  <a:lnTo>
                    <a:pt x="5957899" y="2103286"/>
                  </a:lnTo>
                  <a:lnTo>
                    <a:pt x="5957054" y="2103286"/>
                  </a:lnTo>
                  <a:lnTo>
                    <a:pt x="5956209" y="2103286"/>
                  </a:lnTo>
                  <a:lnTo>
                    <a:pt x="5955364" y="2103286"/>
                  </a:lnTo>
                  <a:lnTo>
                    <a:pt x="5954519" y="2103286"/>
                  </a:lnTo>
                  <a:lnTo>
                    <a:pt x="5953674" y="2103286"/>
                  </a:lnTo>
                  <a:lnTo>
                    <a:pt x="5952828" y="2103286"/>
                  </a:lnTo>
                  <a:lnTo>
                    <a:pt x="5951983" y="2103286"/>
                  </a:lnTo>
                  <a:lnTo>
                    <a:pt x="5951138" y="2103286"/>
                  </a:lnTo>
                  <a:lnTo>
                    <a:pt x="5950293" y="2103286"/>
                  </a:lnTo>
                  <a:lnTo>
                    <a:pt x="5949448" y="2103286"/>
                  </a:lnTo>
                  <a:lnTo>
                    <a:pt x="5948603" y="2103286"/>
                  </a:lnTo>
                  <a:lnTo>
                    <a:pt x="5947758" y="2103286"/>
                  </a:lnTo>
                  <a:lnTo>
                    <a:pt x="5946913" y="2103286"/>
                  </a:lnTo>
                  <a:lnTo>
                    <a:pt x="5946068" y="2103286"/>
                  </a:lnTo>
                  <a:lnTo>
                    <a:pt x="5945223" y="2103286"/>
                  </a:lnTo>
                  <a:lnTo>
                    <a:pt x="5944378" y="2103286"/>
                  </a:lnTo>
                  <a:lnTo>
                    <a:pt x="5943532" y="2103286"/>
                  </a:lnTo>
                  <a:lnTo>
                    <a:pt x="5942687" y="2103286"/>
                  </a:lnTo>
                  <a:lnTo>
                    <a:pt x="5941842" y="2103286"/>
                  </a:lnTo>
                  <a:lnTo>
                    <a:pt x="5940997" y="2103286"/>
                  </a:lnTo>
                  <a:lnTo>
                    <a:pt x="5940152" y="2103286"/>
                  </a:lnTo>
                  <a:lnTo>
                    <a:pt x="5939307" y="2103286"/>
                  </a:lnTo>
                  <a:lnTo>
                    <a:pt x="5938462" y="2103286"/>
                  </a:lnTo>
                  <a:lnTo>
                    <a:pt x="5937617" y="2103286"/>
                  </a:lnTo>
                  <a:lnTo>
                    <a:pt x="5936772" y="2103286"/>
                  </a:lnTo>
                  <a:lnTo>
                    <a:pt x="5935927" y="2103286"/>
                  </a:lnTo>
                  <a:lnTo>
                    <a:pt x="5935082" y="2103286"/>
                  </a:lnTo>
                  <a:lnTo>
                    <a:pt x="5934236" y="2103286"/>
                  </a:lnTo>
                  <a:lnTo>
                    <a:pt x="5933391" y="2103286"/>
                  </a:lnTo>
                  <a:lnTo>
                    <a:pt x="5932546" y="2103286"/>
                  </a:lnTo>
                  <a:lnTo>
                    <a:pt x="5931701" y="2103286"/>
                  </a:lnTo>
                  <a:lnTo>
                    <a:pt x="5930856" y="2103286"/>
                  </a:lnTo>
                  <a:lnTo>
                    <a:pt x="5930011" y="2103286"/>
                  </a:lnTo>
                  <a:lnTo>
                    <a:pt x="5929166" y="2103286"/>
                  </a:lnTo>
                  <a:lnTo>
                    <a:pt x="5928321" y="2103286"/>
                  </a:lnTo>
                  <a:lnTo>
                    <a:pt x="5927476" y="2103286"/>
                  </a:lnTo>
                  <a:lnTo>
                    <a:pt x="5926631" y="2103286"/>
                  </a:lnTo>
                  <a:lnTo>
                    <a:pt x="5925786" y="2103286"/>
                  </a:lnTo>
                  <a:lnTo>
                    <a:pt x="5924940" y="2103286"/>
                  </a:lnTo>
                  <a:lnTo>
                    <a:pt x="5924095" y="2103286"/>
                  </a:lnTo>
                  <a:lnTo>
                    <a:pt x="5923250" y="2103286"/>
                  </a:lnTo>
                  <a:lnTo>
                    <a:pt x="5922405" y="2103286"/>
                  </a:lnTo>
                  <a:lnTo>
                    <a:pt x="5921560" y="2103286"/>
                  </a:lnTo>
                  <a:lnTo>
                    <a:pt x="5920715" y="2103286"/>
                  </a:lnTo>
                  <a:lnTo>
                    <a:pt x="5919870" y="2103286"/>
                  </a:lnTo>
                  <a:lnTo>
                    <a:pt x="5919025" y="2103286"/>
                  </a:lnTo>
                  <a:lnTo>
                    <a:pt x="5918180" y="2103286"/>
                  </a:lnTo>
                  <a:lnTo>
                    <a:pt x="5917335" y="2103286"/>
                  </a:lnTo>
                  <a:lnTo>
                    <a:pt x="5916489" y="2103286"/>
                  </a:lnTo>
                  <a:lnTo>
                    <a:pt x="5915644" y="2103286"/>
                  </a:lnTo>
                  <a:lnTo>
                    <a:pt x="5914799" y="2103286"/>
                  </a:lnTo>
                  <a:lnTo>
                    <a:pt x="5913954" y="2103286"/>
                  </a:lnTo>
                  <a:lnTo>
                    <a:pt x="5913109" y="2103286"/>
                  </a:lnTo>
                  <a:lnTo>
                    <a:pt x="5912264" y="2103286"/>
                  </a:lnTo>
                  <a:lnTo>
                    <a:pt x="5911419" y="2103286"/>
                  </a:lnTo>
                  <a:lnTo>
                    <a:pt x="5910574" y="2103286"/>
                  </a:lnTo>
                  <a:lnTo>
                    <a:pt x="5909729" y="2103286"/>
                  </a:lnTo>
                  <a:lnTo>
                    <a:pt x="5908884" y="2103286"/>
                  </a:lnTo>
                  <a:lnTo>
                    <a:pt x="5908039" y="2103286"/>
                  </a:lnTo>
                  <a:lnTo>
                    <a:pt x="5907193" y="2103286"/>
                  </a:lnTo>
                  <a:lnTo>
                    <a:pt x="5906348" y="2103286"/>
                  </a:lnTo>
                  <a:lnTo>
                    <a:pt x="5905503" y="2103286"/>
                  </a:lnTo>
                  <a:lnTo>
                    <a:pt x="5904658" y="2103286"/>
                  </a:lnTo>
                  <a:lnTo>
                    <a:pt x="5903813" y="2103286"/>
                  </a:lnTo>
                  <a:lnTo>
                    <a:pt x="5902968" y="2103286"/>
                  </a:lnTo>
                  <a:lnTo>
                    <a:pt x="5902123" y="2103286"/>
                  </a:lnTo>
                  <a:lnTo>
                    <a:pt x="5901278" y="2103286"/>
                  </a:lnTo>
                  <a:lnTo>
                    <a:pt x="5900433" y="2103286"/>
                  </a:lnTo>
                  <a:lnTo>
                    <a:pt x="5899588" y="2103286"/>
                  </a:lnTo>
                  <a:lnTo>
                    <a:pt x="5898743" y="2103286"/>
                  </a:lnTo>
                  <a:lnTo>
                    <a:pt x="5897897" y="2103286"/>
                  </a:lnTo>
                  <a:lnTo>
                    <a:pt x="5897052" y="2103286"/>
                  </a:lnTo>
                  <a:lnTo>
                    <a:pt x="5896207" y="2103286"/>
                  </a:lnTo>
                  <a:lnTo>
                    <a:pt x="5895362" y="2103286"/>
                  </a:lnTo>
                  <a:lnTo>
                    <a:pt x="5894517" y="2103286"/>
                  </a:lnTo>
                  <a:lnTo>
                    <a:pt x="5893672" y="2103286"/>
                  </a:lnTo>
                  <a:lnTo>
                    <a:pt x="5892827" y="2103286"/>
                  </a:lnTo>
                  <a:lnTo>
                    <a:pt x="5891982" y="2103286"/>
                  </a:lnTo>
                  <a:lnTo>
                    <a:pt x="5891137" y="2103286"/>
                  </a:lnTo>
                  <a:lnTo>
                    <a:pt x="5890292" y="2103286"/>
                  </a:lnTo>
                  <a:lnTo>
                    <a:pt x="5889447" y="2103286"/>
                  </a:lnTo>
                  <a:lnTo>
                    <a:pt x="5888601" y="2103286"/>
                  </a:lnTo>
                  <a:lnTo>
                    <a:pt x="5887756" y="2103286"/>
                  </a:lnTo>
                  <a:lnTo>
                    <a:pt x="5886911" y="2103286"/>
                  </a:lnTo>
                  <a:lnTo>
                    <a:pt x="5886066" y="2103286"/>
                  </a:lnTo>
                  <a:lnTo>
                    <a:pt x="5885221" y="2103286"/>
                  </a:lnTo>
                  <a:lnTo>
                    <a:pt x="5884376" y="2103286"/>
                  </a:lnTo>
                  <a:lnTo>
                    <a:pt x="5883531" y="2103286"/>
                  </a:lnTo>
                  <a:lnTo>
                    <a:pt x="5882686" y="2103286"/>
                  </a:lnTo>
                  <a:lnTo>
                    <a:pt x="5881841" y="2103286"/>
                  </a:lnTo>
                  <a:lnTo>
                    <a:pt x="5880996" y="2103286"/>
                  </a:lnTo>
                  <a:lnTo>
                    <a:pt x="5880151" y="2103286"/>
                  </a:lnTo>
                  <a:lnTo>
                    <a:pt x="5879305" y="2103286"/>
                  </a:lnTo>
                  <a:lnTo>
                    <a:pt x="5878460" y="2103286"/>
                  </a:lnTo>
                  <a:lnTo>
                    <a:pt x="5877615" y="2103286"/>
                  </a:lnTo>
                  <a:lnTo>
                    <a:pt x="5876770" y="2103286"/>
                  </a:lnTo>
                  <a:lnTo>
                    <a:pt x="5875925" y="2103286"/>
                  </a:lnTo>
                  <a:lnTo>
                    <a:pt x="5875080" y="2103286"/>
                  </a:lnTo>
                  <a:lnTo>
                    <a:pt x="5874235" y="2103286"/>
                  </a:lnTo>
                  <a:lnTo>
                    <a:pt x="5873390" y="2103286"/>
                  </a:lnTo>
                  <a:lnTo>
                    <a:pt x="5872545" y="2103286"/>
                  </a:lnTo>
                  <a:lnTo>
                    <a:pt x="5871700" y="2103286"/>
                  </a:lnTo>
                  <a:lnTo>
                    <a:pt x="5870855" y="2103286"/>
                  </a:lnTo>
                  <a:lnTo>
                    <a:pt x="5870009" y="2103286"/>
                  </a:lnTo>
                  <a:lnTo>
                    <a:pt x="5869164" y="2103286"/>
                  </a:lnTo>
                  <a:lnTo>
                    <a:pt x="5868319" y="2103286"/>
                  </a:lnTo>
                  <a:lnTo>
                    <a:pt x="5867474" y="2103286"/>
                  </a:lnTo>
                  <a:lnTo>
                    <a:pt x="5866629" y="2103286"/>
                  </a:lnTo>
                  <a:lnTo>
                    <a:pt x="5865784" y="2103286"/>
                  </a:lnTo>
                  <a:lnTo>
                    <a:pt x="5864939" y="2103286"/>
                  </a:lnTo>
                  <a:lnTo>
                    <a:pt x="5864094" y="2103286"/>
                  </a:lnTo>
                  <a:lnTo>
                    <a:pt x="5863249" y="2103286"/>
                  </a:lnTo>
                  <a:lnTo>
                    <a:pt x="5862404" y="2103286"/>
                  </a:lnTo>
                  <a:lnTo>
                    <a:pt x="5861559" y="2103286"/>
                  </a:lnTo>
                  <a:lnTo>
                    <a:pt x="5860713" y="2103286"/>
                  </a:lnTo>
                  <a:lnTo>
                    <a:pt x="5859868" y="2103286"/>
                  </a:lnTo>
                  <a:lnTo>
                    <a:pt x="5859023" y="2103286"/>
                  </a:lnTo>
                  <a:lnTo>
                    <a:pt x="5858178" y="2103286"/>
                  </a:lnTo>
                  <a:lnTo>
                    <a:pt x="5857333" y="2103286"/>
                  </a:lnTo>
                  <a:lnTo>
                    <a:pt x="5856488" y="2103286"/>
                  </a:lnTo>
                  <a:lnTo>
                    <a:pt x="5855643" y="2103286"/>
                  </a:lnTo>
                  <a:lnTo>
                    <a:pt x="5854798" y="2103286"/>
                  </a:lnTo>
                  <a:lnTo>
                    <a:pt x="5853953" y="2103286"/>
                  </a:lnTo>
                  <a:lnTo>
                    <a:pt x="5853108" y="2103286"/>
                  </a:lnTo>
                  <a:lnTo>
                    <a:pt x="5852262" y="2103286"/>
                  </a:lnTo>
                  <a:lnTo>
                    <a:pt x="5851417" y="2103286"/>
                  </a:lnTo>
                  <a:lnTo>
                    <a:pt x="5850572" y="2103286"/>
                  </a:lnTo>
                  <a:lnTo>
                    <a:pt x="5849727" y="2103286"/>
                  </a:lnTo>
                  <a:lnTo>
                    <a:pt x="5848882" y="2103286"/>
                  </a:lnTo>
                  <a:lnTo>
                    <a:pt x="5848037" y="2103286"/>
                  </a:lnTo>
                  <a:lnTo>
                    <a:pt x="5847192" y="2103286"/>
                  </a:lnTo>
                  <a:lnTo>
                    <a:pt x="5846347" y="2103286"/>
                  </a:lnTo>
                  <a:lnTo>
                    <a:pt x="5845502" y="2103286"/>
                  </a:lnTo>
                  <a:lnTo>
                    <a:pt x="5844657" y="2103286"/>
                  </a:lnTo>
                  <a:lnTo>
                    <a:pt x="5843812" y="2103286"/>
                  </a:lnTo>
                  <a:lnTo>
                    <a:pt x="5842966" y="2103286"/>
                  </a:lnTo>
                  <a:lnTo>
                    <a:pt x="5842121" y="2103286"/>
                  </a:lnTo>
                  <a:lnTo>
                    <a:pt x="5841276" y="2103286"/>
                  </a:lnTo>
                  <a:lnTo>
                    <a:pt x="5840431" y="2103286"/>
                  </a:lnTo>
                  <a:lnTo>
                    <a:pt x="5839586" y="2103286"/>
                  </a:lnTo>
                  <a:lnTo>
                    <a:pt x="5838741" y="2103286"/>
                  </a:lnTo>
                  <a:lnTo>
                    <a:pt x="5837896" y="2103286"/>
                  </a:lnTo>
                  <a:lnTo>
                    <a:pt x="5837051" y="2103286"/>
                  </a:lnTo>
                  <a:lnTo>
                    <a:pt x="5836206" y="2103286"/>
                  </a:lnTo>
                  <a:lnTo>
                    <a:pt x="5835361" y="2103286"/>
                  </a:lnTo>
                  <a:lnTo>
                    <a:pt x="5834516" y="2103286"/>
                  </a:lnTo>
                  <a:lnTo>
                    <a:pt x="5833670" y="2103286"/>
                  </a:lnTo>
                  <a:lnTo>
                    <a:pt x="5832825" y="2103286"/>
                  </a:lnTo>
                  <a:lnTo>
                    <a:pt x="5831980" y="2103286"/>
                  </a:lnTo>
                  <a:lnTo>
                    <a:pt x="5831135" y="2103286"/>
                  </a:lnTo>
                  <a:lnTo>
                    <a:pt x="5830290" y="2103286"/>
                  </a:lnTo>
                  <a:lnTo>
                    <a:pt x="5829445" y="2103286"/>
                  </a:lnTo>
                  <a:lnTo>
                    <a:pt x="5828600" y="2103286"/>
                  </a:lnTo>
                  <a:lnTo>
                    <a:pt x="5827755" y="2103286"/>
                  </a:lnTo>
                  <a:lnTo>
                    <a:pt x="5826910" y="2103286"/>
                  </a:lnTo>
                  <a:lnTo>
                    <a:pt x="5826065" y="2103286"/>
                  </a:lnTo>
                  <a:lnTo>
                    <a:pt x="5825220" y="2103286"/>
                  </a:lnTo>
                  <a:lnTo>
                    <a:pt x="5824374" y="2103286"/>
                  </a:lnTo>
                  <a:lnTo>
                    <a:pt x="5823529" y="2103286"/>
                  </a:lnTo>
                  <a:lnTo>
                    <a:pt x="5822684" y="2103286"/>
                  </a:lnTo>
                  <a:lnTo>
                    <a:pt x="5821839" y="2103286"/>
                  </a:lnTo>
                  <a:lnTo>
                    <a:pt x="5820994" y="2103286"/>
                  </a:lnTo>
                  <a:lnTo>
                    <a:pt x="5820149" y="2103286"/>
                  </a:lnTo>
                  <a:lnTo>
                    <a:pt x="5819304" y="2103286"/>
                  </a:lnTo>
                  <a:lnTo>
                    <a:pt x="5818459" y="2103286"/>
                  </a:lnTo>
                  <a:lnTo>
                    <a:pt x="5817614" y="2103286"/>
                  </a:lnTo>
                  <a:lnTo>
                    <a:pt x="5816769" y="2103286"/>
                  </a:lnTo>
                  <a:lnTo>
                    <a:pt x="5815924" y="2103286"/>
                  </a:lnTo>
                  <a:lnTo>
                    <a:pt x="5815078" y="2103286"/>
                  </a:lnTo>
                  <a:lnTo>
                    <a:pt x="5814233" y="2103286"/>
                  </a:lnTo>
                  <a:lnTo>
                    <a:pt x="5813388" y="2103286"/>
                  </a:lnTo>
                  <a:lnTo>
                    <a:pt x="5812543" y="2103286"/>
                  </a:lnTo>
                  <a:lnTo>
                    <a:pt x="5811698" y="2103286"/>
                  </a:lnTo>
                  <a:lnTo>
                    <a:pt x="5810853" y="2103286"/>
                  </a:lnTo>
                  <a:lnTo>
                    <a:pt x="5810008" y="2103286"/>
                  </a:lnTo>
                  <a:lnTo>
                    <a:pt x="5809163" y="2103286"/>
                  </a:lnTo>
                  <a:lnTo>
                    <a:pt x="5808318" y="2103286"/>
                  </a:lnTo>
                  <a:lnTo>
                    <a:pt x="5807473" y="2103286"/>
                  </a:lnTo>
                  <a:lnTo>
                    <a:pt x="5806628" y="2103286"/>
                  </a:lnTo>
                  <a:lnTo>
                    <a:pt x="5805782" y="2103286"/>
                  </a:lnTo>
                  <a:lnTo>
                    <a:pt x="5804937" y="2103286"/>
                  </a:lnTo>
                  <a:lnTo>
                    <a:pt x="5804092" y="2103286"/>
                  </a:lnTo>
                  <a:lnTo>
                    <a:pt x="5803247" y="2103286"/>
                  </a:lnTo>
                  <a:lnTo>
                    <a:pt x="5802402" y="2103286"/>
                  </a:lnTo>
                  <a:lnTo>
                    <a:pt x="5801557" y="2103286"/>
                  </a:lnTo>
                  <a:lnTo>
                    <a:pt x="5800712" y="2103286"/>
                  </a:lnTo>
                  <a:lnTo>
                    <a:pt x="5799867" y="2103286"/>
                  </a:lnTo>
                  <a:lnTo>
                    <a:pt x="5799022" y="2103286"/>
                  </a:lnTo>
                  <a:lnTo>
                    <a:pt x="5798177" y="2103286"/>
                  </a:lnTo>
                  <a:lnTo>
                    <a:pt x="5797332" y="2103286"/>
                  </a:lnTo>
                  <a:lnTo>
                    <a:pt x="5796486" y="2103286"/>
                  </a:lnTo>
                  <a:lnTo>
                    <a:pt x="5795641" y="2103286"/>
                  </a:lnTo>
                  <a:lnTo>
                    <a:pt x="5794796" y="2103286"/>
                  </a:lnTo>
                  <a:lnTo>
                    <a:pt x="5793951" y="2103286"/>
                  </a:lnTo>
                  <a:lnTo>
                    <a:pt x="5793106" y="2103286"/>
                  </a:lnTo>
                  <a:lnTo>
                    <a:pt x="5792261" y="2103286"/>
                  </a:lnTo>
                  <a:lnTo>
                    <a:pt x="5791416" y="2103286"/>
                  </a:lnTo>
                  <a:lnTo>
                    <a:pt x="5790571" y="2103286"/>
                  </a:lnTo>
                  <a:lnTo>
                    <a:pt x="5789726" y="2103286"/>
                  </a:lnTo>
                  <a:lnTo>
                    <a:pt x="5788881" y="2103286"/>
                  </a:lnTo>
                  <a:lnTo>
                    <a:pt x="5788035" y="2103286"/>
                  </a:lnTo>
                  <a:lnTo>
                    <a:pt x="5787190" y="2103286"/>
                  </a:lnTo>
                  <a:lnTo>
                    <a:pt x="5786345" y="2103286"/>
                  </a:lnTo>
                  <a:lnTo>
                    <a:pt x="5785500" y="2103286"/>
                  </a:lnTo>
                  <a:lnTo>
                    <a:pt x="5784655" y="2103286"/>
                  </a:lnTo>
                  <a:lnTo>
                    <a:pt x="5783810" y="2103286"/>
                  </a:lnTo>
                  <a:lnTo>
                    <a:pt x="5782965" y="2103286"/>
                  </a:lnTo>
                  <a:lnTo>
                    <a:pt x="5782120" y="2103286"/>
                  </a:lnTo>
                  <a:lnTo>
                    <a:pt x="5781275" y="2103286"/>
                  </a:lnTo>
                  <a:lnTo>
                    <a:pt x="5780430" y="2103286"/>
                  </a:lnTo>
                  <a:lnTo>
                    <a:pt x="5779585" y="2103286"/>
                  </a:lnTo>
                  <a:lnTo>
                    <a:pt x="5778739" y="2103286"/>
                  </a:lnTo>
                  <a:lnTo>
                    <a:pt x="5777894" y="2103286"/>
                  </a:lnTo>
                  <a:lnTo>
                    <a:pt x="5777049" y="2103286"/>
                  </a:lnTo>
                  <a:lnTo>
                    <a:pt x="5776204" y="2103286"/>
                  </a:lnTo>
                  <a:lnTo>
                    <a:pt x="5775359" y="2103286"/>
                  </a:lnTo>
                  <a:lnTo>
                    <a:pt x="5774514" y="2103286"/>
                  </a:lnTo>
                  <a:lnTo>
                    <a:pt x="5773669" y="2103286"/>
                  </a:lnTo>
                  <a:lnTo>
                    <a:pt x="5772824" y="2103286"/>
                  </a:lnTo>
                  <a:lnTo>
                    <a:pt x="5771979" y="2103286"/>
                  </a:lnTo>
                  <a:lnTo>
                    <a:pt x="5771134" y="2103286"/>
                  </a:lnTo>
                  <a:lnTo>
                    <a:pt x="5770289" y="2103286"/>
                  </a:lnTo>
                  <a:lnTo>
                    <a:pt x="5769443" y="2103286"/>
                  </a:lnTo>
                  <a:lnTo>
                    <a:pt x="5768598" y="2103286"/>
                  </a:lnTo>
                  <a:lnTo>
                    <a:pt x="5767753" y="2103286"/>
                  </a:lnTo>
                  <a:lnTo>
                    <a:pt x="5766908" y="2103286"/>
                  </a:lnTo>
                  <a:lnTo>
                    <a:pt x="5766063" y="2103286"/>
                  </a:lnTo>
                  <a:lnTo>
                    <a:pt x="5765218" y="2103286"/>
                  </a:lnTo>
                  <a:lnTo>
                    <a:pt x="5764373" y="2103286"/>
                  </a:lnTo>
                  <a:lnTo>
                    <a:pt x="5763528" y="2103286"/>
                  </a:lnTo>
                  <a:lnTo>
                    <a:pt x="5762683" y="2103286"/>
                  </a:lnTo>
                  <a:lnTo>
                    <a:pt x="5761838" y="2103286"/>
                  </a:lnTo>
                  <a:lnTo>
                    <a:pt x="5760993" y="2103286"/>
                  </a:lnTo>
                  <a:lnTo>
                    <a:pt x="5760147" y="2103286"/>
                  </a:lnTo>
                  <a:lnTo>
                    <a:pt x="5759302" y="2103286"/>
                  </a:lnTo>
                  <a:lnTo>
                    <a:pt x="5758457" y="2103286"/>
                  </a:lnTo>
                  <a:lnTo>
                    <a:pt x="5757612" y="2103286"/>
                  </a:lnTo>
                  <a:lnTo>
                    <a:pt x="5756767" y="2103286"/>
                  </a:lnTo>
                  <a:lnTo>
                    <a:pt x="5755922" y="2103286"/>
                  </a:lnTo>
                  <a:lnTo>
                    <a:pt x="5755077" y="2103286"/>
                  </a:lnTo>
                  <a:lnTo>
                    <a:pt x="5754232" y="2103286"/>
                  </a:lnTo>
                  <a:lnTo>
                    <a:pt x="5753387" y="2103286"/>
                  </a:lnTo>
                  <a:lnTo>
                    <a:pt x="5752542" y="2103286"/>
                  </a:lnTo>
                  <a:lnTo>
                    <a:pt x="5751697" y="2103286"/>
                  </a:lnTo>
                  <a:lnTo>
                    <a:pt x="5750851" y="2103286"/>
                  </a:lnTo>
                  <a:lnTo>
                    <a:pt x="5750006" y="2103286"/>
                  </a:lnTo>
                  <a:lnTo>
                    <a:pt x="5749161" y="2103286"/>
                  </a:lnTo>
                  <a:lnTo>
                    <a:pt x="5748316" y="2103286"/>
                  </a:lnTo>
                  <a:lnTo>
                    <a:pt x="5747471" y="2103286"/>
                  </a:lnTo>
                  <a:lnTo>
                    <a:pt x="5746626" y="2103286"/>
                  </a:lnTo>
                  <a:lnTo>
                    <a:pt x="5745781" y="2103286"/>
                  </a:lnTo>
                  <a:lnTo>
                    <a:pt x="5744936" y="2103286"/>
                  </a:lnTo>
                  <a:lnTo>
                    <a:pt x="5744091" y="2103286"/>
                  </a:lnTo>
                  <a:lnTo>
                    <a:pt x="5743246" y="2103286"/>
                  </a:lnTo>
                  <a:lnTo>
                    <a:pt x="5742401" y="2103286"/>
                  </a:lnTo>
                  <a:lnTo>
                    <a:pt x="5741555" y="2103286"/>
                  </a:lnTo>
                  <a:lnTo>
                    <a:pt x="5740710" y="2103286"/>
                  </a:lnTo>
                  <a:lnTo>
                    <a:pt x="5739865" y="2103286"/>
                  </a:lnTo>
                  <a:lnTo>
                    <a:pt x="5739020" y="2103286"/>
                  </a:lnTo>
                  <a:lnTo>
                    <a:pt x="5738175" y="2103286"/>
                  </a:lnTo>
                  <a:lnTo>
                    <a:pt x="5737330" y="2103286"/>
                  </a:lnTo>
                  <a:lnTo>
                    <a:pt x="5736485" y="2103286"/>
                  </a:lnTo>
                  <a:lnTo>
                    <a:pt x="5735640" y="2103286"/>
                  </a:lnTo>
                  <a:lnTo>
                    <a:pt x="5734795" y="2103286"/>
                  </a:lnTo>
                  <a:lnTo>
                    <a:pt x="5733950" y="2103286"/>
                  </a:lnTo>
                  <a:lnTo>
                    <a:pt x="5733104" y="2103286"/>
                  </a:lnTo>
                  <a:lnTo>
                    <a:pt x="5732259" y="2103286"/>
                  </a:lnTo>
                  <a:lnTo>
                    <a:pt x="5731414" y="2103286"/>
                  </a:lnTo>
                  <a:lnTo>
                    <a:pt x="5730569" y="2103286"/>
                  </a:lnTo>
                  <a:lnTo>
                    <a:pt x="5729724" y="2103286"/>
                  </a:lnTo>
                  <a:lnTo>
                    <a:pt x="5728879" y="2103286"/>
                  </a:lnTo>
                  <a:lnTo>
                    <a:pt x="5728034" y="2103286"/>
                  </a:lnTo>
                  <a:lnTo>
                    <a:pt x="5727189" y="2103286"/>
                  </a:lnTo>
                  <a:lnTo>
                    <a:pt x="5726344" y="2103286"/>
                  </a:lnTo>
                  <a:lnTo>
                    <a:pt x="5725499" y="2103286"/>
                  </a:lnTo>
                  <a:lnTo>
                    <a:pt x="5724654" y="2103286"/>
                  </a:lnTo>
                  <a:lnTo>
                    <a:pt x="5723808" y="2103286"/>
                  </a:lnTo>
                  <a:lnTo>
                    <a:pt x="5722963" y="2103286"/>
                  </a:lnTo>
                  <a:lnTo>
                    <a:pt x="5722118" y="2103286"/>
                  </a:lnTo>
                  <a:lnTo>
                    <a:pt x="5721273" y="2103286"/>
                  </a:lnTo>
                  <a:lnTo>
                    <a:pt x="5720428" y="2103286"/>
                  </a:lnTo>
                  <a:lnTo>
                    <a:pt x="5719583" y="2103286"/>
                  </a:lnTo>
                  <a:lnTo>
                    <a:pt x="5718738" y="2103286"/>
                  </a:lnTo>
                  <a:lnTo>
                    <a:pt x="5717893" y="2103286"/>
                  </a:lnTo>
                  <a:lnTo>
                    <a:pt x="5717048" y="2103286"/>
                  </a:lnTo>
                  <a:lnTo>
                    <a:pt x="5716203" y="2103286"/>
                  </a:lnTo>
                  <a:lnTo>
                    <a:pt x="5715358" y="2103286"/>
                  </a:lnTo>
                  <a:lnTo>
                    <a:pt x="5714512" y="2103286"/>
                  </a:lnTo>
                  <a:lnTo>
                    <a:pt x="5713667" y="2103286"/>
                  </a:lnTo>
                  <a:lnTo>
                    <a:pt x="5712822" y="2103286"/>
                  </a:lnTo>
                  <a:lnTo>
                    <a:pt x="5711977" y="2103286"/>
                  </a:lnTo>
                  <a:lnTo>
                    <a:pt x="5711132" y="2103286"/>
                  </a:lnTo>
                  <a:lnTo>
                    <a:pt x="5710287" y="2103286"/>
                  </a:lnTo>
                  <a:lnTo>
                    <a:pt x="5709442" y="2103286"/>
                  </a:lnTo>
                  <a:lnTo>
                    <a:pt x="5708597" y="2103286"/>
                  </a:lnTo>
                  <a:lnTo>
                    <a:pt x="5707752" y="2103286"/>
                  </a:lnTo>
                  <a:lnTo>
                    <a:pt x="5706907" y="2103286"/>
                  </a:lnTo>
                  <a:lnTo>
                    <a:pt x="5706062" y="2103286"/>
                  </a:lnTo>
                  <a:lnTo>
                    <a:pt x="5705216" y="2103286"/>
                  </a:lnTo>
                  <a:lnTo>
                    <a:pt x="5704371" y="2103286"/>
                  </a:lnTo>
                  <a:lnTo>
                    <a:pt x="5703526" y="2103286"/>
                  </a:lnTo>
                  <a:lnTo>
                    <a:pt x="5702681" y="2103286"/>
                  </a:lnTo>
                  <a:lnTo>
                    <a:pt x="5701836" y="2103286"/>
                  </a:lnTo>
                  <a:lnTo>
                    <a:pt x="5700991" y="2103286"/>
                  </a:lnTo>
                  <a:lnTo>
                    <a:pt x="5700146" y="2103286"/>
                  </a:lnTo>
                  <a:lnTo>
                    <a:pt x="5699301" y="2103286"/>
                  </a:lnTo>
                  <a:lnTo>
                    <a:pt x="5698456" y="2103286"/>
                  </a:lnTo>
                  <a:lnTo>
                    <a:pt x="5697611" y="2103286"/>
                  </a:lnTo>
                  <a:lnTo>
                    <a:pt x="5696766" y="2103286"/>
                  </a:lnTo>
                  <a:lnTo>
                    <a:pt x="5695920" y="2103286"/>
                  </a:lnTo>
                  <a:lnTo>
                    <a:pt x="5695075" y="2103286"/>
                  </a:lnTo>
                  <a:lnTo>
                    <a:pt x="5694230" y="2103286"/>
                  </a:lnTo>
                  <a:lnTo>
                    <a:pt x="5693385" y="2103286"/>
                  </a:lnTo>
                  <a:lnTo>
                    <a:pt x="5692540" y="2103286"/>
                  </a:lnTo>
                  <a:lnTo>
                    <a:pt x="5691695" y="2103286"/>
                  </a:lnTo>
                  <a:lnTo>
                    <a:pt x="5690850" y="2103286"/>
                  </a:lnTo>
                  <a:lnTo>
                    <a:pt x="5690005" y="2103286"/>
                  </a:lnTo>
                  <a:lnTo>
                    <a:pt x="5689160" y="2103286"/>
                  </a:lnTo>
                  <a:lnTo>
                    <a:pt x="5688315" y="2103286"/>
                  </a:lnTo>
                  <a:lnTo>
                    <a:pt x="5687470" y="2103286"/>
                  </a:lnTo>
                  <a:lnTo>
                    <a:pt x="5686624" y="2103286"/>
                  </a:lnTo>
                  <a:lnTo>
                    <a:pt x="5685779" y="2103286"/>
                  </a:lnTo>
                  <a:lnTo>
                    <a:pt x="5684934" y="2103286"/>
                  </a:lnTo>
                  <a:lnTo>
                    <a:pt x="5684089" y="2103286"/>
                  </a:lnTo>
                  <a:lnTo>
                    <a:pt x="5683244" y="2103286"/>
                  </a:lnTo>
                  <a:lnTo>
                    <a:pt x="5682399" y="2103286"/>
                  </a:lnTo>
                  <a:lnTo>
                    <a:pt x="5681554" y="2103286"/>
                  </a:lnTo>
                  <a:lnTo>
                    <a:pt x="5680709" y="2103286"/>
                  </a:lnTo>
                  <a:lnTo>
                    <a:pt x="5679864" y="2103286"/>
                  </a:lnTo>
                  <a:lnTo>
                    <a:pt x="5679019" y="2103286"/>
                  </a:lnTo>
                  <a:lnTo>
                    <a:pt x="5678174" y="2103286"/>
                  </a:lnTo>
                  <a:lnTo>
                    <a:pt x="5677328" y="2103286"/>
                  </a:lnTo>
                  <a:lnTo>
                    <a:pt x="5676483" y="2103286"/>
                  </a:lnTo>
                  <a:lnTo>
                    <a:pt x="5675638" y="2103286"/>
                  </a:lnTo>
                  <a:lnTo>
                    <a:pt x="5674793" y="2103286"/>
                  </a:lnTo>
                  <a:lnTo>
                    <a:pt x="5673948" y="2103286"/>
                  </a:lnTo>
                  <a:lnTo>
                    <a:pt x="5673103" y="2103286"/>
                  </a:lnTo>
                  <a:lnTo>
                    <a:pt x="5672258" y="2103286"/>
                  </a:lnTo>
                  <a:lnTo>
                    <a:pt x="5671413" y="2103286"/>
                  </a:lnTo>
                  <a:lnTo>
                    <a:pt x="5670568" y="2103286"/>
                  </a:lnTo>
                  <a:lnTo>
                    <a:pt x="5669723" y="2103286"/>
                  </a:lnTo>
                  <a:lnTo>
                    <a:pt x="5668877" y="2103286"/>
                  </a:lnTo>
                  <a:lnTo>
                    <a:pt x="5668032" y="2103286"/>
                  </a:lnTo>
                  <a:lnTo>
                    <a:pt x="5667187" y="2103286"/>
                  </a:lnTo>
                  <a:lnTo>
                    <a:pt x="5666342" y="2103286"/>
                  </a:lnTo>
                  <a:lnTo>
                    <a:pt x="5665497" y="2103286"/>
                  </a:lnTo>
                  <a:lnTo>
                    <a:pt x="5664652" y="2103286"/>
                  </a:lnTo>
                  <a:lnTo>
                    <a:pt x="5663807" y="2103286"/>
                  </a:lnTo>
                  <a:lnTo>
                    <a:pt x="5662962" y="2103286"/>
                  </a:lnTo>
                  <a:lnTo>
                    <a:pt x="5662117" y="2103286"/>
                  </a:lnTo>
                  <a:lnTo>
                    <a:pt x="5661272" y="2103286"/>
                  </a:lnTo>
                  <a:lnTo>
                    <a:pt x="5660427" y="2103286"/>
                  </a:lnTo>
                  <a:lnTo>
                    <a:pt x="5659581" y="2103286"/>
                  </a:lnTo>
                  <a:lnTo>
                    <a:pt x="5658736" y="2103286"/>
                  </a:lnTo>
                  <a:lnTo>
                    <a:pt x="5657891" y="2103286"/>
                  </a:lnTo>
                  <a:lnTo>
                    <a:pt x="5657046" y="2103286"/>
                  </a:lnTo>
                  <a:lnTo>
                    <a:pt x="5656201" y="2103286"/>
                  </a:lnTo>
                  <a:lnTo>
                    <a:pt x="5655356" y="2103286"/>
                  </a:lnTo>
                  <a:lnTo>
                    <a:pt x="5654511" y="2103286"/>
                  </a:lnTo>
                  <a:lnTo>
                    <a:pt x="5653666" y="2103286"/>
                  </a:lnTo>
                  <a:lnTo>
                    <a:pt x="5652821" y="2103286"/>
                  </a:lnTo>
                  <a:lnTo>
                    <a:pt x="5651976" y="2103286"/>
                  </a:lnTo>
                  <a:lnTo>
                    <a:pt x="5651131" y="2103286"/>
                  </a:lnTo>
                  <a:lnTo>
                    <a:pt x="5650285" y="2103286"/>
                  </a:lnTo>
                  <a:lnTo>
                    <a:pt x="5649440" y="2103286"/>
                  </a:lnTo>
                  <a:lnTo>
                    <a:pt x="5648595" y="2103286"/>
                  </a:lnTo>
                  <a:lnTo>
                    <a:pt x="5647750" y="2103286"/>
                  </a:lnTo>
                  <a:lnTo>
                    <a:pt x="5646905" y="2103286"/>
                  </a:lnTo>
                  <a:lnTo>
                    <a:pt x="5646060" y="2103286"/>
                  </a:lnTo>
                  <a:lnTo>
                    <a:pt x="5645215" y="2103286"/>
                  </a:lnTo>
                  <a:lnTo>
                    <a:pt x="5644370" y="2103286"/>
                  </a:lnTo>
                  <a:lnTo>
                    <a:pt x="5643525" y="2103286"/>
                  </a:lnTo>
                  <a:lnTo>
                    <a:pt x="5642680" y="2103286"/>
                  </a:lnTo>
                  <a:lnTo>
                    <a:pt x="5641835" y="2103286"/>
                  </a:lnTo>
                  <a:lnTo>
                    <a:pt x="5640989" y="2103286"/>
                  </a:lnTo>
                  <a:lnTo>
                    <a:pt x="5640144" y="2103286"/>
                  </a:lnTo>
                  <a:lnTo>
                    <a:pt x="5639299" y="2103286"/>
                  </a:lnTo>
                  <a:lnTo>
                    <a:pt x="5638454" y="2103286"/>
                  </a:lnTo>
                  <a:lnTo>
                    <a:pt x="5637609" y="2103286"/>
                  </a:lnTo>
                  <a:lnTo>
                    <a:pt x="5636764" y="2103286"/>
                  </a:lnTo>
                  <a:lnTo>
                    <a:pt x="5635919" y="2103286"/>
                  </a:lnTo>
                  <a:lnTo>
                    <a:pt x="5635074" y="2103286"/>
                  </a:lnTo>
                  <a:lnTo>
                    <a:pt x="5634229" y="2103286"/>
                  </a:lnTo>
                  <a:lnTo>
                    <a:pt x="5633384" y="2103286"/>
                  </a:lnTo>
                  <a:lnTo>
                    <a:pt x="5632539" y="2103286"/>
                  </a:lnTo>
                  <a:lnTo>
                    <a:pt x="5631693" y="2103286"/>
                  </a:lnTo>
                  <a:lnTo>
                    <a:pt x="5630848" y="2103286"/>
                  </a:lnTo>
                  <a:lnTo>
                    <a:pt x="5630003" y="2103286"/>
                  </a:lnTo>
                  <a:lnTo>
                    <a:pt x="5629158" y="2103286"/>
                  </a:lnTo>
                  <a:lnTo>
                    <a:pt x="5628313" y="2103286"/>
                  </a:lnTo>
                  <a:lnTo>
                    <a:pt x="5627468" y="2103286"/>
                  </a:lnTo>
                  <a:lnTo>
                    <a:pt x="5626623" y="2103286"/>
                  </a:lnTo>
                  <a:lnTo>
                    <a:pt x="5625778" y="2103286"/>
                  </a:lnTo>
                  <a:lnTo>
                    <a:pt x="5624933" y="2103286"/>
                  </a:lnTo>
                  <a:lnTo>
                    <a:pt x="5624088" y="2103286"/>
                  </a:lnTo>
                  <a:lnTo>
                    <a:pt x="5623243" y="2103286"/>
                  </a:lnTo>
                  <a:lnTo>
                    <a:pt x="5622397" y="2103286"/>
                  </a:lnTo>
                  <a:lnTo>
                    <a:pt x="5621552" y="2103286"/>
                  </a:lnTo>
                  <a:lnTo>
                    <a:pt x="5620707" y="2103286"/>
                  </a:lnTo>
                  <a:lnTo>
                    <a:pt x="5619862" y="2103286"/>
                  </a:lnTo>
                  <a:lnTo>
                    <a:pt x="5619017" y="2103286"/>
                  </a:lnTo>
                  <a:lnTo>
                    <a:pt x="5618172" y="2103286"/>
                  </a:lnTo>
                  <a:lnTo>
                    <a:pt x="5617327" y="2103286"/>
                  </a:lnTo>
                  <a:lnTo>
                    <a:pt x="5616482" y="2103286"/>
                  </a:lnTo>
                  <a:lnTo>
                    <a:pt x="5615637" y="2103286"/>
                  </a:lnTo>
                  <a:lnTo>
                    <a:pt x="5614792" y="2103286"/>
                  </a:lnTo>
                  <a:lnTo>
                    <a:pt x="5613947" y="2103286"/>
                  </a:lnTo>
                  <a:lnTo>
                    <a:pt x="5613101" y="2103286"/>
                  </a:lnTo>
                  <a:lnTo>
                    <a:pt x="5612256" y="2103286"/>
                  </a:lnTo>
                  <a:lnTo>
                    <a:pt x="5611411" y="2103286"/>
                  </a:lnTo>
                  <a:lnTo>
                    <a:pt x="5610566" y="2103286"/>
                  </a:lnTo>
                  <a:lnTo>
                    <a:pt x="5609721" y="2103286"/>
                  </a:lnTo>
                  <a:lnTo>
                    <a:pt x="5608876" y="2103286"/>
                  </a:lnTo>
                  <a:lnTo>
                    <a:pt x="5608031" y="2103286"/>
                  </a:lnTo>
                  <a:lnTo>
                    <a:pt x="5607186" y="2103286"/>
                  </a:lnTo>
                  <a:lnTo>
                    <a:pt x="5606341" y="2103286"/>
                  </a:lnTo>
                  <a:lnTo>
                    <a:pt x="5605496" y="2103286"/>
                  </a:lnTo>
                  <a:lnTo>
                    <a:pt x="5604650" y="2103286"/>
                  </a:lnTo>
                  <a:lnTo>
                    <a:pt x="5603805" y="2103286"/>
                  </a:lnTo>
                  <a:lnTo>
                    <a:pt x="5602960" y="2103286"/>
                  </a:lnTo>
                  <a:lnTo>
                    <a:pt x="5602115" y="2103286"/>
                  </a:lnTo>
                  <a:lnTo>
                    <a:pt x="5601270" y="2103286"/>
                  </a:lnTo>
                  <a:lnTo>
                    <a:pt x="5600425" y="2103286"/>
                  </a:lnTo>
                  <a:lnTo>
                    <a:pt x="5599580" y="2103286"/>
                  </a:lnTo>
                  <a:lnTo>
                    <a:pt x="5598735" y="2103286"/>
                  </a:lnTo>
                  <a:lnTo>
                    <a:pt x="5597890" y="2103286"/>
                  </a:lnTo>
                  <a:lnTo>
                    <a:pt x="5597045" y="2103286"/>
                  </a:lnTo>
                  <a:lnTo>
                    <a:pt x="5596200" y="2103286"/>
                  </a:lnTo>
                  <a:lnTo>
                    <a:pt x="5595354" y="2103286"/>
                  </a:lnTo>
                  <a:lnTo>
                    <a:pt x="5594509" y="2103286"/>
                  </a:lnTo>
                  <a:lnTo>
                    <a:pt x="5593664" y="2103286"/>
                  </a:lnTo>
                  <a:lnTo>
                    <a:pt x="5592819" y="2103286"/>
                  </a:lnTo>
                  <a:lnTo>
                    <a:pt x="5591974" y="2103286"/>
                  </a:lnTo>
                  <a:lnTo>
                    <a:pt x="5591129" y="2103286"/>
                  </a:lnTo>
                  <a:lnTo>
                    <a:pt x="5590284" y="2103286"/>
                  </a:lnTo>
                  <a:lnTo>
                    <a:pt x="5589439" y="2103286"/>
                  </a:lnTo>
                  <a:lnTo>
                    <a:pt x="5588594" y="2103286"/>
                  </a:lnTo>
                  <a:lnTo>
                    <a:pt x="5587749" y="2103286"/>
                  </a:lnTo>
                  <a:lnTo>
                    <a:pt x="5586904" y="2103286"/>
                  </a:lnTo>
                  <a:lnTo>
                    <a:pt x="5586058" y="2103286"/>
                  </a:lnTo>
                  <a:lnTo>
                    <a:pt x="5585213" y="2103286"/>
                  </a:lnTo>
                  <a:lnTo>
                    <a:pt x="5584368" y="2103286"/>
                  </a:lnTo>
                  <a:lnTo>
                    <a:pt x="5583523" y="2103286"/>
                  </a:lnTo>
                  <a:lnTo>
                    <a:pt x="5582678" y="2103286"/>
                  </a:lnTo>
                  <a:lnTo>
                    <a:pt x="5581833" y="2103286"/>
                  </a:lnTo>
                  <a:lnTo>
                    <a:pt x="5580988" y="2103286"/>
                  </a:lnTo>
                  <a:lnTo>
                    <a:pt x="5580143" y="2103286"/>
                  </a:lnTo>
                  <a:lnTo>
                    <a:pt x="5579298" y="2103286"/>
                  </a:lnTo>
                  <a:lnTo>
                    <a:pt x="5578453" y="2103286"/>
                  </a:lnTo>
                  <a:lnTo>
                    <a:pt x="5577608" y="2103286"/>
                  </a:lnTo>
                  <a:lnTo>
                    <a:pt x="5576762" y="2103286"/>
                  </a:lnTo>
                  <a:lnTo>
                    <a:pt x="5575917" y="2103286"/>
                  </a:lnTo>
                  <a:lnTo>
                    <a:pt x="5575072" y="2103286"/>
                  </a:lnTo>
                  <a:lnTo>
                    <a:pt x="5574227" y="2103286"/>
                  </a:lnTo>
                  <a:lnTo>
                    <a:pt x="5573382" y="2103286"/>
                  </a:lnTo>
                  <a:lnTo>
                    <a:pt x="5572537" y="2103286"/>
                  </a:lnTo>
                  <a:lnTo>
                    <a:pt x="5571692" y="2103286"/>
                  </a:lnTo>
                  <a:lnTo>
                    <a:pt x="5570847" y="2103286"/>
                  </a:lnTo>
                  <a:lnTo>
                    <a:pt x="5570002" y="2103286"/>
                  </a:lnTo>
                  <a:lnTo>
                    <a:pt x="5569157" y="2103286"/>
                  </a:lnTo>
                  <a:lnTo>
                    <a:pt x="5568312" y="2103286"/>
                  </a:lnTo>
                  <a:lnTo>
                    <a:pt x="5567466" y="2103286"/>
                  </a:lnTo>
                  <a:lnTo>
                    <a:pt x="5566621" y="2103286"/>
                  </a:lnTo>
                  <a:lnTo>
                    <a:pt x="5565776" y="2103286"/>
                  </a:lnTo>
                  <a:lnTo>
                    <a:pt x="5564931" y="2103286"/>
                  </a:lnTo>
                  <a:lnTo>
                    <a:pt x="5564086" y="2103286"/>
                  </a:lnTo>
                  <a:lnTo>
                    <a:pt x="5563241" y="2103286"/>
                  </a:lnTo>
                  <a:lnTo>
                    <a:pt x="5562396" y="2103286"/>
                  </a:lnTo>
                  <a:lnTo>
                    <a:pt x="5561551" y="2103286"/>
                  </a:lnTo>
                  <a:lnTo>
                    <a:pt x="5560706" y="2103286"/>
                  </a:lnTo>
                  <a:lnTo>
                    <a:pt x="5559861" y="2103286"/>
                  </a:lnTo>
                  <a:lnTo>
                    <a:pt x="5559016" y="2103286"/>
                  </a:lnTo>
                  <a:lnTo>
                    <a:pt x="5558170" y="2103286"/>
                  </a:lnTo>
                  <a:lnTo>
                    <a:pt x="5557325" y="2103286"/>
                  </a:lnTo>
                  <a:lnTo>
                    <a:pt x="5556480" y="2103286"/>
                  </a:lnTo>
                  <a:lnTo>
                    <a:pt x="5555635" y="2103286"/>
                  </a:lnTo>
                  <a:lnTo>
                    <a:pt x="5554790" y="2103286"/>
                  </a:lnTo>
                  <a:lnTo>
                    <a:pt x="5553945" y="2103286"/>
                  </a:lnTo>
                  <a:lnTo>
                    <a:pt x="5553100" y="2103286"/>
                  </a:lnTo>
                  <a:lnTo>
                    <a:pt x="5552255" y="2103286"/>
                  </a:lnTo>
                  <a:lnTo>
                    <a:pt x="5551410" y="2103286"/>
                  </a:lnTo>
                  <a:lnTo>
                    <a:pt x="5550565" y="2103286"/>
                  </a:lnTo>
                  <a:lnTo>
                    <a:pt x="5549720" y="2103286"/>
                  </a:lnTo>
                  <a:lnTo>
                    <a:pt x="5548874" y="2103286"/>
                  </a:lnTo>
                  <a:lnTo>
                    <a:pt x="5548029" y="2103286"/>
                  </a:lnTo>
                  <a:lnTo>
                    <a:pt x="5547184" y="2103286"/>
                  </a:lnTo>
                  <a:lnTo>
                    <a:pt x="5546339" y="2103286"/>
                  </a:lnTo>
                  <a:lnTo>
                    <a:pt x="5545494" y="2103286"/>
                  </a:lnTo>
                  <a:lnTo>
                    <a:pt x="5544649" y="2103286"/>
                  </a:lnTo>
                  <a:lnTo>
                    <a:pt x="5543804" y="2103286"/>
                  </a:lnTo>
                  <a:lnTo>
                    <a:pt x="5542959" y="2103286"/>
                  </a:lnTo>
                  <a:lnTo>
                    <a:pt x="5542114" y="2103286"/>
                  </a:lnTo>
                  <a:lnTo>
                    <a:pt x="5541269" y="2103286"/>
                  </a:lnTo>
                  <a:lnTo>
                    <a:pt x="5540423" y="2103286"/>
                  </a:lnTo>
                  <a:lnTo>
                    <a:pt x="5539578" y="2103286"/>
                  </a:lnTo>
                  <a:lnTo>
                    <a:pt x="5538733" y="2103286"/>
                  </a:lnTo>
                  <a:lnTo>
                    <a:pt x="5537888" y="2103286"/>
                  </a:lnTo>
                  <a:lnTo>
                    <a:pt x="5537043" y="2103286"/>
                  </a:lnTo>
                  <a:lnTo>
                    <a:pt x="5536198" y="2103286"/>
                  </a:lnTo>
                  <a:lnTo>
                    <a:pt x="5535353" y="2103286"/>
                  </a:lnTo>
                  <a:lnTo>
                    <a:pt x="5534508" y="2103286"/>
                  </a:lnTo>
                  <a:lnTo>
                    <a:pt x="5533663" y="2103286"/>
                  </a:lnTo>
                  <a:lnTo>
                    <a:pt x="5532818" y="2103286"/>
                  </a:lnTo>
                  <a:lnTo>
                    <a:pt x="5531973" y="2103286"/>
                  </a:lnTo>
                  <a:lnTo>
                    <a:pt x="5531127" y="2103286"/>
                  </a:lnTo>
                  <a:lnTo>
                    <a:pt x="5530282" y="2103286"/>
                  </a:lnTo>
                  <a:lnTo>
                    <a:pt x="5529437" y="2103286"/>
                  </a:lnTo>
                  <a:lnTo>
                    <a:pt x="5528592" y="2103286"/>
                  </a:lnTo>
                  <a:lnTo>
                    <a:pt x="5527747" y="2103286"/>
                  </a:lnTo>
                  <a:lnTo>
                    <a:pt x="5526902" y="2103286"/>
                  </a:lnTo>
                  <a:lnTo>
                    <a:pt x="5526057" y="2103286"/>
                  </a:lnTo>
                  <a:lnTo>
                    <a:pt x="5525212" y="2103286"/>
                  </a:lnTo>
                  <a:lnTo>
                    <a:pt x="5524367" y="2103286"/>
                  </a:lnTo>
                  <a:lnTo>
                    <a:pt x="5523522" y="2103286"/>
                  </a:lnTo>
                  <a:lnTo>
                    <a:pt x="5522677" y="2103286"/>
                  </a:lnTo>
                  <a:lnTo>
                    <a:pt x="5521831" y="2103286"/>
                  </a:lnTo>
                  <a:lnTo>
                    <a:pt x="5520986" y="2103286"/>
                  </a:lnTo>
                  <a:lnTo>
                    <a:pt x="5520141" y="2103286"/>
                  </a:lnTo>
                  <a:lnTo>
                    <a:pt x="5519296" y="2103286"/>
                  </a:lnTo>
                  <a:lnTo>
                    <a:pt x="5518451" y="2103286"/>
                  </a:lnTo>
                  <a:lnTo>
                    <a:pt x="5517606" y="2103286"/>
                  </a:lnTo>
                  <a:lnTo>
                    <a:pt x="5516761" y="2103286"/>
                  </a:lnTo>
                  <a:lnTo>
                    <a:pt x="5515916" y="2103286"/>
                  </a:lnTo>
                  <a:lnTo>
                    <a:pt x="5515071" y="2103286"/>
                  </a:lnTo>
                  <a:lnTo>
                    <a:pt x="5514226" y="2103286"/>
                  </a:lnTo>
                  <a:lnTo>
                    <a:pt x="5513381" y="2103286"/>
                  </a:lnTo>
                  <a:lnTo>
                    <a:pt x="5512535" y="2103286"/>
                  </a:lnTo>
                  <a:lnTo>
                    <a:pt x="5511690" y="2103286"/>
                  </a:lnTo>
                  <a:lnTo>
                    <a:pt x="5510845" y="2103286"/>
                  </a:lnTo>
                  <a:lnTo>
                    <a:pt x="5510000" y="2103286"/>
                  </a:lnTo>
                  <a:lnTo>
                    <a:pt x="5509155" y="2103286"/>
                  </a:lnTo>
                  <a:lnTo>
                    <a:pt x="5508310" y="2103286"/>
                  </a:lnTo>
                  <a:lnTo>
                    <a:pt x="5507465" y="2103286"/>
                  </a:lnTo>
                  <a:lnTo>
                    <a:pt x="5506620" y="2103286"/>
                  </a:lnTo>
                  <a:lnTo>
                    <a:pt x="5505775" y="2103286"/>
                  </a:lnTo>
                  <a:lnTo>
                    <a:pt x="5504930" y="2103286"/>
                  </a:lnTo>
                  <a:lnTo>
                    <a:pt x="5504085" y="2103286"/>
                  </a:lnTo>
                  <a:lnTo>
                    <a:pt x="5503239" y="2103286"/>
                  </a:lnTo>
                  <a:lnTo>
                    <a:pt x="5502394" y="2103286"/>
                  </a:lnTo>
                  <a:lnTo>
                    <a:pt x="5501549" y="2103286"/>
                  </a:lnTo>
                  <a:lnTo>
                    <a:pt x="5500704" y="2103286"/>
                  </a:lnTo>
                  <a:lnTo>
                    <a:pt x="5499859" y="2103286"/>
                  </a:lnTo>
                  <a:lnTo>
                    <a:pt x="5499014" y="2103286"/>
                  </a:lnTo>
                  <a:lnTo>
                    <a:pt x="5498169" y="2103286"/>
                  </a:lnTo>
                  <a:lnTo>
                    <a:pt x="5497324" y="2103286"/>
                  </a:lnTo>
                  <a:lnTo>
                    <a:pt x="5496479" y="2103286"/>
                  </a:lnTo>
                  <a:lnTo>
                    <a:pt x="5495634" y="2103286"/>
                  </a:lnTo>
                  <a:lnTo>
                    <a:pt x="5494789" y="2103286"/>
                  </a:lnTo>
                  <a:lnTo>
                    <a:pt x="5493943" y="2103286"/>
                  </a:lnTo>
                  <a:lnTo>
                    <a:pt x="5493098" y="2103286"/>
                  </a:lnTo>
                  <a:lnTo>
                    <a:pt x="5492253" y="2103286"/>
                  </a:lnTo>
                  <a:lnTo>
                    <a:pt x="5491408" y="2103286"/>
                  </a:lnTo>
                  <a:lnTo>
                    <a:pt x="5490563" y="2103286"/>
                  </a:lnTo>
                  <a:lnTo>
                    <a:pt x="5489718" y="2103286"/>
                  </a:lnTo>
                  <a:lnTo>
                    <a:pt x="5488873" y="2103286"/>
                  </a:lnTo>
                  <a:lnTo>
                    <a:pt x="5488028" y="2103286"/>
                  </a:lnTo>
                  <a:lnTo>
                    <a:pt x="5487183" y="2103286"/>
                  </a:lnTo>
                  <a:lnTo>
                    <a:pt x="5486338" y="2103286"/>
                  </a:lnTo>
                  <a:lnTo>
                    <a:pt x="5485493" y="2103286"/>
                  </a:lnTo>
                  <a:lnTo>
                    <a:pt x="5484647" y="2103286"/>
                  </a:lnTo>
                  <a:lnTo>
                    <a:pt x="5483802" y="2103286"/>
                  </a:lnTo>
                  <a:lnTo>
                    <a:pt x="5482957" y="2103286"/>
                  </a:lnTo>
                  <a:lnTo>
                    <a:pt x="5482112" y="2103286"/>
                  </a:lnTo>
                  <a:lnTo>
                    <a:pt x="5481267" y="2103286"/>
                  </a:lnTo>
                  <a:lnTo>
                    <a:pt x="5480422" y="2103286"/>
                  </a:lnTo>
                  <a:lnTo>
                    <a:pt x="5479577" y="2103286"/>
                  </a:lnTo>
                  <a:lnTo>
                    <a:pt x="5478732" y="2103286"/>
                  </a:lnTo>
                  <a:lnTo>
                    <a:pt x="5477887" y="2103286"/>
                  </a:lnTo>
                  <a:lnTo>
                    <a:pt x="5477042" y="2103286"/>
                  </a:lnTo>
                  <a:lnTo>
                    <a:pt x="5476196" y="2103286"/>
                  </a:lnTo>
                  <a:lnTo>
                    <a:pt x="5475351" y="2103286"/>
                  </a:lnTo>
                  <a:lnTo>
                    <a:pt x="5474506" y="2103286"/>
                  </a:lnTo>
                  <a:lnTo>
                    <a:pt x="5473661" y="2103286"/>
                  </a:lnTo>
                  <a:lnTo>
                    <a:pt x="5472816" y="2103286"/>
                  </a:lnTo>
                  <a:lnTo>
                    <a:pt x="5471971" y="2103286"/>
                  </a:lnTo>
                  <a:lnTo>
                    <a:pt x="5471126" y="2103286"/>
                  </a:lnTo>
                  <a:lnTo>
                    <a:pt x="5470281" y="2103286"/>
                  </a:lnTo>
                  <a:lnTo>
                    <a:pt x="5469436" y="2103286"/>
                  </a:lnTo>
                  <a:lnTo>
                    <a:pt x="5468591" y="2103286"/>
                  </a:lnTo>
                  <a:lnTo>
                    <a:pt x="5467746" y="2103286"/>
                  </a:lnTo>
                  <a:lnTo>
                    <a:pt x="5466900" y="2103286"/>
                  </a:lnTo>
                  <a:lnTo>
                    <a:pt x="5466055" y="2103286"/>
                  </a:lnTo>
                  <a:lnTo>
                    <a:pt x="5465210" y="2103286"/>
                  </a:lnTo>
                  <a:lnTo>
                    <a:pt x="5464365" y="2103286"/>
                  </a:lnTo>
                  <a:lnTo>
                    <a:pt x="5463520" y="2103286"/>
                  </a:lnTo>
                  <a:lnTo>
                    <a:pt x="5462675" y="2103286"/>
                  </a:lnTo>
                  <a:lnTo>
                    <a:pt x="5461830" y="2103286"/>
                  </a:lnTo>
                  <a:lnTo>
                    <a:pt x="5460985" y="2103286"/>
                  </a:lnTo>
                  <a:lnTo>
                    <a:pt x="5460140" y="2103286"/>
                  </a:lnTo>
                  <a:lnTo>
                    <a:pt x="5459295" y="2103286"/>
                  </a:lnTo>
                  <a:lnTo>
                    <a:pt x="5458450" y="2103286"/>
                  </a:lnTo>
                  <a:lnTo>
                    <a:pt x="5457604" y="2103286"/>
                  </a:lnTo>
                  <a:lnTo>
                    <a:pt x="5456759" y="2103286"/>
                  </a:lnTo>
                  <a:lnTo>
                    <a:pt x="5455914" y="2103286"/>
                  </a:lnTo>
                  <a:lnTo>
                    <a:pt x="5455069" y="2103286"/>
                  </a:lnTo>
                  <a:lnTo>
                    <a:pt x="5454224" y="2103286"/>
                  </a:lnTo>
                  <a:lnTo>
                    <a:pt x="5453379" y="2103286"/>
                  </a:lnTo>
                  <a:lnTo>
                    <a:pt x="5452534" y="2103286"/>
                  </a:lnTo>
                  <a:lnTo>
                    <a:pt x="5451689" y="2103286"/>
                  </a:lnTo>
                  <a:lnTo>
                    <a:pt x="5450844" y="2103286"/>
                  </a:lnTo>
                  <a:lnTo>
                    <a:pt x="5449999" y="2103286"/>
                  </a:lnTo>
                  <a:lnTo>
                    <a:pt x="5449154" y="2103286"/>
                  </a:lnTo>
                  <a:lnTo>
                    <a:pt x="5448308" y="2103286"/>
                  </a:lnTo>
                  <a:lnTo>
                    <a:pt x="5447463" y="2103286"/>
                  </a:lnTo>
                  <a:lnTo>
                    <a:pt x="5446618" y="2103286"/>
                  </a:lnTo>
                  <a:lnTo>
                    <a:pt x="5445773" y="2103286"/>
                  </a:lnTo>
                  <a:lnTo>
                    <a:pt x="5444928" y="2103286"/>
                  </a:lnTo>
                  <a:lnTo>
                    <a:pt x="5444083" y="2103286"/>
                  </a:lnTo>
                  <a:lnTo>
                    <a:pt x="5443238" y="2103286"/>
                  </a:lnTo>
                  <a:lnTo>
                    <a:pt x="5442393" y="2103286"/>
                  </a:lnTo>
                  <a:lnTo>
                    <a:pt x="5441548" y="2103286"/>
                  </a:lnTo>
                  <a:lnTo>
                    <a:pt x="5440703" y="2103286"/>
                  </a:lnTo>
                  <a:lnTo>
                    <a:pt x="5439858" y="2103286"/>
                  </a:lnTo>
                  <a:lnTo>
                    <a:pt x="5439012" y="2103286"/>
                  </a:lnTo>
                  <a:lnTo>
                    <a:pt x="5438167" y="2103286"/>
                  </a:lnTo>
                  <a:lnTo>
                    <a:pt x="5437322" y="2103286"/>
                  </a:lnTo>
                  <a:lnTo>
                    <a:pt x="5436477" y="2103286"/>
                  </a:lnTo>
                  <a:lnTo>
                    <a:pt x="5435632" y="2103286"/>
                  </a:lnTo>
                  <a:lnTo>
                    <a:pt x="5434787" y="2103286"/>
                  </a:lnTo>
                  <a:lnTo>
                    <a:pt x="5433942" y="2103286"/>
                  </a:lnTo>
                  <a:lnTo>
                    <a:pt x="5433097" y="2103286"/>
                  </a:lnTo>
                  <a:lnTo>
                    <a:pt x="5432252" y="2103286"/>
                  </a:lnTo>
                  <a:lnTo>
                    <a:pt x="5431407" y="2103286"/>
                  </a:lnTo>
                  <a:lnTo>
                    <a:pt x="5430562" y="2103286"/>
                  </a:lnTo>
                  <a:lnTo>
                    <a:pt x="5429716" y="2103286"/>
                  </a:lnTo>
                  <a:lnTo>
                    <a:pt x="5428871" y="2103286"/>
                  </a:lnTo>
                  <a:lnTo>
                    <a:pt x="5428026" y="2103286"/>
                  </a:lnTo>
                  <a:lnTo>
                    <a:pt x="5427181" y="2103286"/>
                  </a:lnTo>
                  <a:lnTo>
                    <a:pt x="5426336" y="2103286"/>
                  </a:lnTo>
                  <a:lnTo>
                    <a:pt x="5425491" y="2103286"/>
                  </a:lnTo>
                  <a:lnTo>
                    <a:pt x="5424646" y="2103286"/>
                  </a:lnTo>
                  <a:lnTo>
                    <a:pt x="5423801" y="2103286"/>
                  </a:lnTo>
                  <a:lnTo>
                    <a:pt x="5422956" y="2103286"/>
                  </a:lnTo>
                  <a:lnTo>
                    <a:pt x="5422111" y="2103286"/>
                  </a:lnTo>
                  <a:lnTo>
                    <a:pt x="5421266" y="2103286"/>
                  </a:lnTo>
                  <a:lnTo>
                    <a:pt x="5420420" y="2103286"/>
                  </a:lnTo>
                  <a:lnTo>
                    <a:pt x="5419575" y="2103286"/>
                  </a:lnTo>
                  <a:lnTo>
                    <a:pt x="5418730" y="2103286"/>
                  </a:lnTo>
                  <a:lnTo>
                    <a:pt x="5417885" y="2103286"/>
                  </a:lnTo>
                  <a:lnTo>
                    <a:pt x="5417040" y="2103286"/>
                  </a:lnTo>
                  <a:lnTo>
                    <a:pt x="5416195" y="2103286"/>
                  </a:lnTo>
                  <a:lnTo>
                    <a:pt x="5415350" y="2103286"/>
                  </a:lnTo>
                  <a:lnTo>
                    <a:pt x="5414505" y="2103286"/>
                  </a:lnTo>
                  <a:lnTo>
                    <a:pt x="5413660" y="2103286"/>
                  </a:lnTo>
                  <a:lnTo>
                    <a:pt x="5412815" y="2103286"/>
                  </a:lnTo>
                  <a:lnTo>
                    <a:pt x="5411969" y="2103286"/>
                  </a:lnTo>
                  <a:lnTo>
                    <a:pt x="5411124" y="2103286"/>
                  </a:lnTo>
                  <a:lnTo>
                    <a:pt x="5410279" y="2103286"/>
                  </a:lnTo>
                  <a:lnTo>
                    <a:pt x="5409434" y="2103286"/>
                  </a:lnTo>
                  <a:lnTo>
                    <a:pt x="5408589" y="2103286"/>
                  </a:lnTo>
                  <a:lnTo>
                    <a:pt x="5407744" y="2103286"/>
                  </a:lnTo>
                  <a:lnTo>
                    <a:pt x="5406899" y="2103286"/>
                  </a:lnTo>
                  <a:lnTo>
                    <a:pt x="5406054" y="2103286"/>
                  </a:lnTo>
                  <a:lnTo>
                    <a:pt x="5405209" y="2103286"/>
                  </a:lnTo>
                  <a:lnTo>
                    <a:pt x="5404364" y="2103286"/>
                  </a:lnTo>
                  <a:lnTo>
                    <a:pt x="5403519" y="2103286"/>
                  </a:lnTo>
                  <a:lnTo>
                    <a:pt x="5402673" y="2103286"/>
                  </a:lnTo>
                  <a:lnTo>
                    <a:pt x="5401828" y="2103286"/>
                  </a:lnTo>
                  <a:lnTo>
                    <a:pt x="5400983" y="2103286"/>
                  </a:lnTo>
                  <a:lnTo>
                    <a:pt x="5400138" y="2103286"/>
                  </a:lnTo>
                  <a:lnTo>
                    <a:pt x="5399293" y="2103286"/>
                  </a:lnTo>
                  <a:lnTo>
                    <a:pt x="5398448" y="2103286"/>
                  </a:lnTo>
                  <a:lnTo>
                    <a:pt x="5397603" y="2103286"/>
                  </a:lnTo>
                  <a:lnTo>
                    <a:pt x="5396758" y="2103286"/>
                  </a:lnTo>
                  <a:lnTo>
                    <a:pt x="5395913" y="2103286"/>
                  </a:lnTo>
                  <a:lnTo>
                    <a:pt x="5395068" y="2103286"/>
                  </a:lnTo>
                  <a:lnTo>
                    <a:pt x="5394223" y="2103286"/>
                  </a:lnTo>
                  <a:lnTo>
                    <a:pt x="5393377" y="2103286"/>
                  </a:lnTo>
                  <a:lnTo>
                    <a:pt x="5392532" y="2103286"/>
                  </a:lnTo>
                  <a:lnTo>
                    <a:pt x="5391687" y="2103286"/>
                  </a:lnTo>
                  <a:lnTo>
                    <a:pt x="5390842" y="2103286"/>
                  </a:lnTo>
                  <a:lnTo>
                    <a:pt x="5389997" y="2103286"/>
                  </a:lnTo>
                  <a:lnTo>
                    <a:pt x="5389152" y="2103286"/>
                  </a:lnTo>
                  <a:lnTo>
                    <a:pt x="5388307" y="2103286"/>
                  </a:lnTo>
                  <a:lnTo>
                    <a:pt x="5387462" y="2103286"/>
                  </a:lnTo>
                  <a:lnTo>
                    <a:pt x="5386617" y="2103286"/>
                  </a:lnTo>
                  <a:lnTo>
                    <a:pt x="5385772" y="2103286"/>
                  </a:lnTo>
                  <a:lnTo>
                    <a:pt x="5384927" y="2103286"/>
                  </a:lnTo>
                  <a:lnTo>
                    <a:pt x="5384081" y="2103286"/>
                  </a:lnTo>
                  <a:lnTo>
                    <a:pt x="5383236" y="2103286"/>
                  </a:lnTo>
                  <a:lnTo>
                    <a:pt x="5382391" y="2103286"/>
                  </a:lnTo>
                  <a:lnTo>
                    <a:pt x="5381546" y="2103286"/>
                  </a:lnTo>
                  <a:lnTo>
                    <a:pt x="5380701" y="2103286"/>
                  </a:lnTo>
                  <a:lnTo>
                    <a:pt x="5379856" y="2103286"/>
                  </a:lnTo>
                  <a:lnTo>
                    <a:pt x="5379011" y="2103286"/>
                  </a:lnTo>
                  <a:lnTo>
                    <a:pt x="5378166" y="2103286"/>
                  </a:lnTo>
                  <a:lnTo>
                    <a:pt x="5377321" y="2103286"/>
                  </a:lnTo>
                  <a:lnTo>
                    <a:pt x="5376476" y="2103286"/>
                  </a:lnTo>
                  <a:lnTo>
                    <a:pt x="5375631" y="2103286"/>
                  </a:lnTo>
                  <a:lnTo>
                    <a:pt x="5374785" y="2103286"/>
                  </a:lnTo>
                  <a:lnTo>
                    <a:pt x="5373940" y="2103286"/>
                  </a:lnTo>
                  <a:lnTo>
                    <a:pt x="5373095" y="2103286"/>
                  </a:lnTo>
                  <a:lnTo>
                    <a:pt x="5372250" y="2103286"/>
                  </a:lnTo>
                  <a:lnTo>
                    <a:pt x="5371405" y="2103286"/>
                  </a:lnTo>
                  <a:lnTo>
                    <a:pt x="5370560" y="2103286"/>
                  </a:lnTo>
                  <a:lnTo>
                    <a:pt x="5369715" y="2103286"/>
                  </a:lnTo>
                  <a:lnTo>
                    <a:pt x="5368870" y="2103286"/>
                  </a:lnTo>
                  <a:lnTo>
                    <a:pt x="5368025" y="2103286"/>
                  </a:lnTo>
                  <a:lnTo>
                    <a:pt x="5367180" y="2103286"/>
                  </a:lnTo>
                  <a:lnTo>
                    <a:pt x="5366335" y="2103286"/>
                  </a:lnTo>
                  <a:lnTo>
                    <a:pt x="5365489" y="2103286"/>
                  </a:lnTo>
                  <a:lnTo>
                    <a:pt x="5364644" y="2103286"/>
                  </a:lnTo>
                  <a:lnTo>
                    <a:pt x="5363799" y="2103286"/>
                  </a:lnTo>
                  <a:lnTo>
                    <a:pt x="5362954" y="2103286"/>
                  </a:lnTo>
                  <a:lnTo>
                    <a:pt x="5362109" y="2103286"/>
                  </a:lnTo>
                  <a:lnTo>
                    <a:pt x="5361264" y="2103286"/>
                  </a:lnTo>
                  <a:lnTo>
                    <a:pt x="5360419" y="2103286"/>
                  </a:lnTo>
                  <a:lnTo>
                    <a:pt x="5359574" y="2103286"/>
                  </a:lnTo>
                  <a:lnTo>
                    <a:pt x="5358729" y="2103286"/>
                  </a:lnTo>
                  <a:lnTo>
                    <a:pt x="5357884" y="2103286"/>
                  </a:lnTo>
                  <a:lnTo>
                    <a:pt x="5357039" y="2103286"/>
                  </a:lnTo>
                  <a:lnTo>
                    <a:pt x="5356193" y="2103286"/>
                  </a:lnTo>
                  <a:lnTo>
                    <a:pt x="5355348" y="2103286"/>
                  </a:lnTo>
                  <a:lnTo>
                    <a:pt x="5354503" y="2103286"/>
                  </a:lnTo>
                  <a:lnTo>
                    <a:pt x="5353658" y="2103286"/>
                  </a:lnTo>
                  <a:lnTo>
                    <a:pt x="5352813" y="2103286"/>
                  </a:lnTo>
                  <a:lnTo>
                    <a:pt x="5351968" y="2103286"/>
                  </a:lnTo>
                  <a:lnTo>
                    <a:pt x="5351123" y="2103286"/>
                  </a:lnTo>
                  <a:lnTo>
                    <a:pt x="5350278" y="2103286"/>
                  </a:lnTo>
                  <a:lnTo>
                    <a:pt x="5349433" y="2103286"/>
                  </a:lnTo>
                  <a:lnTo>
                    <a:pt x="5348588" y="2103286"/>
                  </a:lnTo>
                  <a:lnTo>
                    <a:pt x="5347742" y="2103286"/>
                  </a:lnTo>
                  <a:lnTo>
                    <a:pt x="5346897" y="2103286"/>
                  </a:lnTo>
                  <a:lnTo>
                    <a:pt x="5346052" y="2103286"/>
                  </a:lnTo>
                  <a:lnTo>
                    <a:pt x="5345207" y="2103286"/>
                  </a:lnTo>
                  <a:lnTo>
                    <a:pt x="5344362" y="2103286"/>
                  </a:lnTo>
                  <a:lnTo>
                    <a:pt x="5343517" y="2103286"/>
                  </a:lnTo>
                  <a:lnTo>
                    <a:pt x="5342672" y="2103286"/>
                  </a:lnTo>
                  <a:lnTo>
                    <a:pt x="5341827" y="2103286"/>
                  </a:lnTo>
                  <a:lnTo>
                    <a:pt x="5340982" y="2103286"/>
                  </a:lnTo>
                  <a:lnTo>
                    <a:pt x="5340137" y="2103286"/>
                  </a:lnTo>
                  <a:lnTo>
                    <a:pt x="5339292" y="2103286"/>
                  </a:lnTo>
                  <a:lnTo>
                    <a:pt x="5338446" y="2103286"/>
                  </a:lnTo>
                  <a:lnTo>
                    <a:pt x="5337601" y="2103286"/>
                  </a:lnTo>
                  <a:lnTo>
                    <a:pt x="5336756" y="2103286"/>
                  </a:lnTo>
                  <a:lnTo>
                    <a:pt x="5335911" y="2103286"/>
                  </a:lnTo>
                  <a:lnTo>
                    <a:pt x="5335066" y="2103286"/>
                  </a:lnTo>
                  <a:lnTo>
                    <a:pt x="5334221" y="2103286"/>
                  </a:lnTo>
                  <a:lnTo>
                    <a:pt x="5333376" y="2103286"/>
                  </a:lnTo>
                  <a:lnTo>
                    <a:pt x="5332531" y="2103286"/>
                  </a:lnTo>
                  <a:lnTo>
                    <a:pt x="5331686" y="2103286"/>
                  </a:lnTo>
                  <a:lnTo>
                    <a:pt x="5330841" y="2103286"/>
                  </a:lnTo>
                  <a:lnTo>
                    <a:pt x="5329996" y="2103286"/>
                  </a:lnTo>
                  <a:lnTo>
                    <a:pt x="5329150" y="2103286"/>
                  </a:lnTo>
                  <a:lnTo>
                    <a:pt x="5328305" y="2103286"/>
                  </a:lnTo>
                  <a:lnTo>
                    <a:pt x="5327460" y="2103286"/>
                  </a:lnTo>
                  <a:lnTo>
                    <a:pt x="5326615" y="2103286"/>
                  </a:lnTo>
                  <a:lnTo>
                    <a:pt x="5325770" y="2103286"/>
                  </a:lnTo>
                  <a:lnTo>
                    <a:pt x="5324925" y="2103286"/>
                  </a:lnTo>
                  <a:lnTo>
                    <a:pt x="5324080" y="2103286"/>
                  </a:lnTo>
                  <a:lnTo>
                    <a:pt x="5323235" y="2103286"/>
                  </a:lnTo>
                  <a:lnTo>
                    <a:pt x="5322390" y="2103286"/>
                  </a:lnTo>
                  <a:lnTo>
                    <a:pt x="5321545" y="2103286"/>
                  </a:lnTo>
                  <a:lnTo>
                    <a:pt x="5320700" y="2103286"/>
                  </a:lnTo>
                  <a:lnTo>
                    <a:pt x="5319854" y="2103286"/>
                  </a:lnTo>
                  <a:lnTo>
                    <a:pt x="5319009" y="2103286"/>
                  </a:lnTo>
                  <a:lnTo>
                    <a:pt x="5318164" y="2103286"/>
                  </a:lnTo>
                  <a:lnTo>
                    <a:pt x="5317319" y="2103286"/>
                  </a:lnTo>
                  <a:lnTo>
                    <a:pt x="5316474" y="2103286"/>
                  </a:lnTo>
                  <a:lnTo>
                    <a:pt x="5315629" y="2103286"/>
                  </a:lnTo>
                  <a:lnTo>
                    <a:pt x="5314784" y="2103286"/>
                  </a:lnTo>
                  <a:lnTo>
                    <a:pt x="5313939" y="2103286"/>
                  </a:lnTo>
                  <a:lnTo>
                    <a:pt x="5313094" y="2103286"/>
                  </a:lnTo>
                  <a:lnTo>
                    <a:pt x="5312249" y="2103286"/>
                  </a:lnTo>
                  <a:lnTo>
                    <a:pt x="5311404" y="2103286"/>
                  </a:lnTo>
                  <a:lnTo>
                    <a:pt x="5310558" y="2103286"/>
                  </a:lnTo>
                  <a:lnTo>
                    <a:pt x="5309713" y="2103286"/>
                  </a:lnTo>
                  <a:lnTo>
                    <a:pt x="5308868" y="2103286"/>
                  </a:lnTo>
                  <a:lnTo>
                    <a:pt x="5308023" y="2103286"/>
                  </a:lnTo>
                  <a:lnTo>
                    <a:pt x="5307178" y="2103286"/>
                  </a:lnTo>
                  <a:lnTo>
                    <a:pt x="5306333" y="2103286"/>
                  </a:lnTo>
                  <a:lnTo>
                    <a:pt x="5305488" y="2103286"/>
                  </a:lnTo>
                  <a:lnTo>
                    <a:pt x="5304643" y="2103286"/>
                  </a:lnTo>
                  <a:lnTo>
                    <a:pt x="5303798" y="2103286"/>
                  </a:lnTo>
                  <a:lnTo>
                    <a:pt x="5302953" y="2103286"/>
                  </a:lnTo>
                  <a:lnTo>
                    <a:pt x="5302108" y="2103286"/>
                  </a:lnTo>
                  <a:lnTo>
                    <a:pt x="5301262" y="2103286"/>
                  </a:lnTo>
                  <a:lnTo>
                    <a:pt x="5300417" y="2103286"/>
                  </a:lnTo>
                  <a:lnTo>
                    <a:pt x="5299572" y="2103286"/>
                  </a:lnTo>
                  <a:lnTo>
                    <a:pt x="5298727" y="2103286"/>
                  </a:lnTo>
                  <a:lnTo>
                    <a:pt x="5297882" y="2103286"/>
                  </a:lnTo>
                  <a:lnTo>
                    <a:pt x="5297037" y="2103286"/>
                  </a:lnTo>
                  <a:lnTo>
                    <a:pt x="5296192" y="2103286"/>
                  </a:lnTo>
                  <a:lnTo>
                    <a:pt x="5295347" y="2103286"/>
                  </a:lnTo>
                  <a:lnTo>
                    <a:pt x="5294502" y="2103286"/>
                  </a:lnTo>
                  <a:lnTo>
                    <a:pt x="5293657" y="2103286"/>
                  </a:lnTo>
                  <a:lnTo>
                    <a:pt x="5292812" y="2103286"/>
                  </a:lnTo>
                  <a:lnTo>
                    <a:pt x="5291966" y="2103286"/>
                  </a:lnTo>
                  <a:lnTo>
                    <a:pt x="5291121" y="2103286"/>
                  </a:lnTo>
                  <a:lnTo>
                    <a:pt x="5290276" y="2103286"/>
                  </a:lnTo>
                  <a:lnTo>
                    <a:pt x="5289431" y="2103286"/>
                  </a:lnTo>
                  <a:lnTo>
                    <a:pt x="5288586" y="2103286"/>
                  </a:lnTo>
                  <a:lnTo>
                    <a:pt x="5287741" y="2103286"/>
                  </a:lnTo>
                  <a:lnTo>
                    <a:pt x="5286896" y="2103286"/>
                  </a:lnTo>
                  <a:lnTo>
                    <a:pt x="5286051" y="2103286"/>
                  </a:lnTo>
                  <a:lnTo>
                    <a:pt x="5285206" y="2103286"/>
                  </a:lnTo>
                  <a:lnTo>
                    <a:pt x="5284361" y="2103286"/>
                  </a:lnTo>
                  <a:lnTo>
                    <a:pt x="5283515" y="2103286"/>
                  </a:lnTo>
                  <a:lnTo>
                    <a:pt x="5282670" y="2103286"/>
                  </a:lnTo>
                  <a:lnTo>
                    <a:pt x="5281825" y="2103286"/>
                  </a:lnTo>
                  <a:lnTo>
                    <a:pt x="5280980" y="2103286"/>
                  </a:lnTo>
                  <a:lnTo>
                    <a:pt x="5280135" y="2103286"/>
                  </a:lnTo>
                  <a:lnTo>
                    <a:pt x="5279290" y="2103286"/>
                  </a:lnTo>
                  <a:lnTo>
                    <a:pt x="5278445" y="2103286"/>
                  </a:lnTo>
                  <a:lnTo>
                    <a:pt x="5277600" y="2103286"/>
                  </a:lnTo>
                  <a:lnTo>
                    <a:pt x="5276755" y="2103286"/>
                  </a:lnTo>
                  <a:lnTo>
                    <a:pt x="5275910" y="2103286"/>
                  </a:lnTo>
                  <a:lnTo>
                    <a:pt x="5275065" y="2103286"/>
                  </a:lnTo>
                  <a:lnTo>
                    <a:pt x="5274219" y="2103286"/>
                  </a:lnTo>
                  <a:lnTo>
                    <a:pt x="5273374" y="2103286"/>
                  </a:lnTo>
                  <a:lnTo>
                    <a:pt x="5272529" y="2103286"/>
                  </a:lnTo>
                  <a:lnTo>
                    <a:pt x="5271684" y="2103286"/>
                  </a:lnTo>
                  <a:lnTo>
                    <a:pt x="5270839" y="2103286"/>
                  </a:lnTo>
                  <a:lnTo>
                    <a:pt x="5269994" y="2103286"/>
                  </a:lnTo>
                  <a:lnTo>
                    <a:pt x="5269149" y="2103286"/>
                  </a:lnTo>
                  <a:lnTo>
                    <a:pt x="5268304" y="2103286"/>
                  </a:lnTo>
                  <a:lnTo>
                    <a:pt x="5267459" y="2103286"/>
                  </a:lnTo>
                  <a:lnTo>
                    <a:pt x="5266614" y="2103286"/>
                  </a:lnTo>
                  <a:lnTo>
                    <a:pt x="5265769" y="2103286"/>
                  </a:lnTo>
                  <a:lnTo>
                    <a:pt x="5264923" y="2103286"/>
                  </a:lnTo>
                  <a:lnTo>
                    <a:pt x="5264078" y="2103286"/>
                  </a:lnTo>
                  <a:lnTo>
                    <a:pt x="5263233" y="2103286"/>
                  </a:lnTo>
                  <a:lnTo>
                    <a:pt x="5262388" y="2103286"/>
                  </a:lnTo>
                  <a:lnTo>
                    <a:pt x="5261543" y="2103286"/>
                  </a:lnTo>
                  <a:lnTo>
                    <a:pt x="5260698" y="2103286"/>
                  </a:lnTo>
                  <a:lnTo>
                    <a:pt x="5259853" y="2103286"/>
                  </a:lnTo>
                  <a:lnTo>
                    <a:pt x="5259008" y="2103286"/>
                  </a:lnTo>
                  <a:lnTo>
                    <a:pt x="5258163" y="2103286"/>
                  </a:lnTo>
                  <a:lnTo>
                    <a:pt x="5257318" y="2103286"/>
                  </a:lnTo>
                  <a:lnTo>
                    <a:pt x="5256473" y="2103286"/>
                  </a:lnTo>
                  <a:lnTo>
                    <a:pt x="5255627" y="2103286"/>
                  </a:lnTo>
                  <a:lnTo>
                    <a:pt x="5254782" y="2103286"/>
                  </a:lnTo>
                  <a:lnTo>
                    <a:pt x="5253937" y="2103286"/>
                  </a:lnTo>
                  <a:lnTo>
                    <a:pt x="5253092" y="2103286"/>
                  </a:lnTo>
                  <a:lnTo>
                    <a:pt x="5252247" y="2103286"/>
                  </a:lnTo>
                  <a:lnTo>
                    <a:pt x="5251402" y="2103286"/>
                  </a:lnTo>
                  <a:lnTo>
                    <a:pt x="5250557" y="2103286"/>
                  </a:lnTo>
                  <a:lnTo>
                    <a:pt x="5249712" y="2103286"/>
                  </a:lnTo>
                  <a:lnTo>
                    <a:pt x="5248867" y="2103286"/>
                  </a:lnTo>
                  <a:lnTo>
                    <a:pt x="5248022" y="2103286"/>
                  </a:lnTo>
                  <a:lnTo>
                    <a:pt x="5247177" y="2103286"/>
                  </a:lnTo>
                  <a:lnTo>
                    <a:pt x="5246331" y="2103286"/>
                  </a:lnTo>
                  <a:lnTo>
                    <a:pt x="5245486" y="2103286"/>
                  </a:lnTo>
                  <a:lnTo>
                    <a:pt x="5244641" y="2103286"/>
                  </a:lnTo>
                  <a:lnTo>
                    <a:pt x="5243796" y="2103286"/>
                  </a:lnTo>
                  <a:lnTo>
                    <a:pt x="5242951" y="2103286"/>
                  </a:lnTo>
                  <a:lnTo>
                    <a:pt x="5242106" y="2103286"/>
                  </a:lnTo>
                  <a:lnTo>
                    <a:pt x="5241261" y="2103286"/>
                  </a:lnTo>
                  <a:lnTo>
                    <a:pt x="5240416" y="2103286"/>
                  </a:lnTo>
                  <a:lnTo>
                    <a:pt x="5239571" y="2103286"/>
                  </a:lnTo>
                  <a:lnTo>
                    <a:pt x="5238726" y="2103286"/>
                  </a:lnTo>
                  <a:lnTo>
                    <a:pt x="5237881" y="2103286"/>
                  </a:lnTo>
                  <a:lnTo>
                    <a:pt x="5237035" y="2103286"/>
                  </a:lnTo>
                  <a:lnTo>
                    <a:pt x="5236190" y="2103286"/>
                  </a:lnTo>
                  <a:lnTo>
                    <a:pt x="5235345" y="2103286"/>
                  </a:lnTo>
                  <a:lnTo>
                    <a:pt x="5234500" y="2103286"/>
                  </a:lnTo>
                  <a:lnTo>
                    <a:pt x="5233655" y="2103286"/>
                  </a:lnTo>
                  <a:lnTo>
                    <a:pt x="5232810" y="2103286"/>
                  </a:lnTo>
                  <a:lnTo>
                    <a:pt x="5231965" y="2103286"/>
                  </a:lnTo>
                  <a:lnTo>
                    <a:pt x="5231120" y="2103286"/>
                  </a:lnTo>
                  <a:lnTo>
                    <a:pt x="5230275" y="2103286"/>
                  </a:lnTo>
                  <a:lnTo>
                    <a:pt x="5229430" y="2103286"/>
                  </a:lnTo>
                  <a:lnTo>
                    <a:pt x="5228584" y="2103286"/>
                  </a:lnTo>
                  <a:lnTo>
                    <a:pt x="5227739" y="2103286"/>
                  </a:lnTo>
                  <a:lnTo>
                    <a:pt x="5226894" y="2103286"/>
                  </a:lnTo>
                  <a:lnTo>
                    <a:pt x="5226049" y="2103286"/>
                  </a:lnTo>
                  <a:lnTo>
                    <a:pt x="5225204" y="2103286"/>
                  </a:lnTo>
                  <a:lnTo>
                    <a:pt x="5224359" y="2103286"/>
                  </a:lnTo>
                  <a:lnTo>
                    <a:pt x="5223514" y="2103286"/>
                  </a:lnTo>
                  <a:lnTo>
                    <a:pt x="5222669" y="2103286"/>
                  </a:lnTo>
                  <a:lnTo>
                    <a:pt x="5221824" y="2103286"/>
                  </a:lnTo>
                  <a:lnTo>
                    <a:pt x="5220979" y="2103286"/>
                  </a:lnTo>
                  <a:lnTo>
                    <a:pt x="5220134" y="2103286"/>
                  </a:lnTo>
                  <a:lnTo>
                    <a:pt x="5219288" y="2103286"/>
                  </a:lnTo>
                  <a:lnTo>
                    <a:pt x="5218443" y="2103286"/>
                  </a:lnTo>
                  <a:lnTo>
                    <a:pt x="5217598" y="2103286"/>
                  </a:lnTo>
                  <a:lnTo>
                    <a:pt x="5216753" y="2103286"/>
                  </a:lnTo>
                  <a:lnTo>
                    <a:pt x="5215908" y="2103286"/>
                  </a:lnTo>
                  <a:lnTo>
                    <a:pt x="5215063" y="2103286"/>
                  </a:lnTo>
                  <a:lnTo>
                    <a:pt x="5214218" y="2103286"/>
                  </a:lnTo>
                  <a:lnTo>
                    <a:pt x="5213373" y="2103286"/>
                  </a:lnTo>
                  <a:lnTo>
                    <a:pt x="5212528" y="2103286"/>
                  </a:lnTo>
                  <a:lnTo>
                    <a:pt x="5211683" y="2103286"/>
                  </a:lnTo>
                  <a:lnTo>
                    <a:pt x="5210838" y="2103286"/>
                  </a:lnTo>
                  <a:lnTo>
                    <a:pt x="5209992" y="2103286"/>
                  </a:lnTo>
                  <a:lnTo>
                    <a:pt x="5209147" y="2103286"/>
                  </a:lnTo>
                  <a:lnTo>
                    <a:pt x="5208302" y="2103286"/>
                  </a:lnTo>
                  <a:lnTo>
                    <a:pt x="5207457" y="2103286"/>
                  </a:lnTo>
                  <a:lnTo>
                    <a:pt x="5206612" y="2103286"/>
                  </a:lnTo>
                  <a:lnTo>
                    <a:pt x="5205767" y="2103286"/>
                  </a:lnTo>
                  <a:lnTo>
                    <a:pt x="5204922" y="2103286"/>
                  </a:lnTo>
                  <a:lnTo>
                    <a:pt x="5204077" y="2103286"/>
                  </a:lnTo>
                  <a:lnTo>
                    <a:pt x="5203232" y="2103286"/>
                  </a:lnTo>
                  <a:lnTo>
                    <a:pt x="5202387" y="2103286"/>
                  </a:lnTo>
                  <a:lnTo>
                    <a:pt x="5201542" y="2103286"/>
                  </a:lnTo>
                  <a:lnTo>
                    <a:pt x="5200696" y="2103286"/>
                  </a:lnTo>
                  <a:lnTo>
                    <a:pt x="5199851" y="2103286"/>
                  </a:lnTo>
                  <a:lnTo>
                    <a:pt x="5199006" y="2103286"/>
                  </a:lnTo>
                  <a:lnTo>
                    <a:pt x="5198161" y="2103286"/>
                  </a:lnTo>
                  <a:lnTo>
                    <a:pt x="5197316" y="2103286"/>
                  </a:lnTo>
                  <a:lnTo>
                    <a:pt x="5196471" y="2103286"/>
                  </a:lnTo>
                  <a:lnTo>
                    <a:pt x="5195626" y="2103286"/>
                  </a:lnTo>
                  <a:lnTo>
                    <a:pt x="5194781" y="2103286"/>
                  </a:lnTo>
                  <a:lnTo>
                    <a:pt x="5193936" y="2103286"/>
                  </a:lnTo>
                  <a:lnTo>
                    <a:pt x="5193091" y="2103286"/>
                  </a:lnTo>
                  <a:lnTo>
                    <a:pt x="5192246" y="2103286"/>
                  </a:lnTo>
                  <a:lnTo>
                    <a:pt x="5191400" y="2103286"/>
                  </a:lnTo>
                  <a:lnTo>
                    <a:pt x="5190555" y="2103286"/>
                  </a:lnTo>
                  <a:lnTo>
                    <a:pt x="5189710" y="2103286"/>
                  </a:lnTo>
                  <a:lnTo>
                    <a:pt x="5188865" y="2103286"/>
                  </a:lnTo>
                  <a:lnTo>
                    <a:pt x="5188020" y="2103286"/>
                  </a:lnTo>
                  <a:lnTo>
                    <a:pt x="5187175" y="2103286"/>
                  </a:lnTo>
                  <a:lnTo>
                    <a:pt x="5186330" y="2103286"/>
                  </a:lnTo>
                  <a:lnTo>
                    <a:pt x="5185485" y="2103286"/>
                  </a:lnTo>
                  <a:lnTo>
                    <a:pt x="5184640" y="2103286"/>
                  </a:lnTo>
                  <a:lnTo>
                    <a:pt x="5183795" y="2103286"/>
                  </a:lnTo>
                  <a:lnTo>
                    <a:pt x="5182950" y="2103286"/>
                  </a:lnTo>
                  <a:lnTo>
                    <a:pt x="5182104" y="2103286"/>
                  </a:lnTo>
                  <a:lnTo>
                    <a:pt x="5181259" y="2103286"/>
                  </a:lnTo>
                  <a:lnTo>
                    <a:pt x="5180414" y="2103286"/>
                  </a:lnTo>
                  <a:lnTo>
                    <a:pt x="5179569" y="2103286"/>
                  </a:lnTo>
                  <a:lnTo>
                    <a:pt x="5178724" y="2103286"/>
                  </a:lnTo>
                  <a:lnTo>
                    <a:pt x="5177879" y="2103286"/>
                  </a:lnTo>
                  <a:lnTo>
                    <a:pt x="5177034" y="2103286"/>
                  </a:lnTo>
                  <a:lnTo>
                    <a:pt x="5176189" y="2103286"/>
                  </a:lnTo>
                  <a:lnTo>
                    <a:pt x="5175344" y="2103286"/>
                  </a:lnTo>
                  <a:lnTo>
                    <a:pt x="5174499" y="2103286"/>
                  </a:lnTo>
                  <a:lnTo>
                    <a:pt x="5173654" y="2103286"/>
                  </a:lnTo>
                  <a:lnTo>
                    <a:pt x="5172808" y="2103286"/>
                  </a:lnTo>
                  <a:lnTo>
                    <a:pt x="5171963" y="2103286"/>
                  </a:lnTo>
                  <a:lnTo>
                    <a:pt x="5171118" y="2103286"/>
                  </a:lnTo>
                  <a:lnTo>
                    <a:pt x="5170273" y="2103286"/>
                  </a:lnTo>
                  <a:lnTo>
                    <a:pt x="5169428" y="2103286"/>
                  </a:lnTo>
                  <a:lnTo>
                    <a:pt x="5168583" y="2103286"/>
                  </a:lnTo>
                  <a:lnTo>
                    <a:pt x="5167738" y="2103286"/>
                  </a:lnTo>
                  <a:lnTo>
                    <a:pt x="5166893" y="2103286"/>
                  </a:lnTo>
                  <a:lnTo>
                    <a:pt x="5166048" y="2103286"/>
                  </a:lnTo>
                  <a:lnTo>
                    <a:pt x="5165203" y="2103286"/>
                  </a:lnTo>
                  <a:lnTo>
                    <a:pt x="5164357" y="2103286"/>
                  </a:lnTo>
                  <a:lnTo>
                    <a:pt x="5163512" y="2103286"/>
                  </a:lnTo>
                  <a:lnTo>
                    <a:pt x="5162667" y="2103286"/>
                  </a:lnTo>
                  <a:lnTo>
                    <a:pt x="5161822" y="2103286"/>
                  </a:lnTo>
                  <a:lnTo>
                    <a:pt x="5160977" y="2103286"/>
                  </a:lnTo>
                  <a:lnTo>
                    <a:pt x="5160132" y="2103286"/>
                  </a:lnTo>
                  <a:lnTo>
                    <a:pt x="5159287" y="2103286"/>
                  </a:lnTo>
                  <a:lnTo>
                    <a:pt x="5158442" y="2103286"/>
                  </a:lnTo>
                  <a:lnTo>
                    <a:pt x="5157597" y="2103286"/>
                  </a:lnTo>
                  <a:lnTo>
                    <a:pt x="5156752" y="2103286"/>
                  </a:lnTo>
                  <a:lnTo>
                    <a:pt x="5155907" y="2103286"/>
                  </a:lnTo>
                  <a:lnTo>
                    <a:pt x="5155061" y="2103286"/>
                  </a:lnTo>
                  <a:lnTo>
                    <a:pt x="5154216" y="2103286"/>
                  </a:lnTo>
                  <a:lnTo>
                    <a:pt x="5153371" y="2103286"/>
                  </a:lnTo>
                  <a:lnTo>
                    <a:pt x="5152526" y="2103286"/>
                  </a:lnTo>
                  <a:lnTo>
                    <a:pt x="5151681" y="2103286"/>
                  </a:lnTo>
                  <a:lnTo>
                    <a:pt x="5150836" y="2103286"/>
                  </a:lnTo>
                  <a:lnTo>
                    <a:pt x="5149991" y="2103286"/>
                  </a:lnTo>
                  <a:lnTo>
                    <a:pt x="5149146" y="2103286"/>
                  </a:lnTo>
                  <a:lnTo>
                    <a:pt x="5148301" y="2103286"/>
                  </a:lnTo>
                  <a:lnTo>
                    <a:pt x="5147456" y="2103286"/>
                  </a:lnTo>
                  <a:lnTo>
                    <a:pt x="5146611" y="2103286"/>
                  </a:lnTo>
                  <a:lnTo>
                    <a:pt x="5145765" y="2103286"/>
                  </a:lnTo>
                  <a:lnTo>
                    <a:pt x="5144920" y="2103286"/>
                  </a:lnTo>
                  <a:lnTo>
                    <a:pt x="5144075" y="2103286"/>
                  </a:lnTo>
                  <a:lnTo>
                    <a:pt x="5143230" y="2103286"/>
                  </a:lnTo>
                  <a:lnTo>
                    <a:pt x="5142385" y="2103286"/>
                  </a:lnTo>
                  <a:lnTo>
                    <a:pt x="5141540" y="2103286"/>
                  </a:lnTo>
                  <a:lnTo>
                    <a:pt x="5140695" y="2103286"/>
                  </a:lnTo>
                  <a:lnTo>
                    <a:pt x="5139850" y="2103286"/>
                  </a:lnTo>
                  <a:lnTo>
                    <a:pt x="5139005" y="2103286"/>
                  </a:lnTo>
                  <a:lnTo>
                    <a:pt x="5138160" y="2103286"/>
                  </a:lnTo>
                  <a:lnTo>
                    <a:pt x="5137315" y="2103286"/>
                  </a:lnTo>
                  <a:lnTo>
                    <a:pt x="5136469" y="2103286"/>
                  </a:lnTo>
                  <a:lnTo>
                    <a:pt x="5135624" y="2103286"/>
                  </a:lnTo>
                  <a:lnTo>
                    <a:pt x="5134779" y="2103286"/>
                  </a:lnTo>
                  <a:lnTo>
                    <a:pt x="5133934" y="2103286"/>
                  </a:lnTo>
                  <a:lnTo>
                    <a:pt x="5133089" y="2103286"/>
                  </a:lnTo>
                  <a:lnTo>
                    <a:pt x="5132244" y="2103286"/>
                  </a:lnTo>
                  <a:lnTo>
                    <a:pt x="5131399" y="2103286"/>
                  </a:lnTo>
                  <a:lnTo>
                    <a:pt x="5130554" y="2103286"/>
                  </a:lnTo>
                  <a:lnTo>
                    <a:pt x="5129709" y="2103286"/>
                  </a:lnTo>
                  <a:lnTo>
                    <a:pt x="5128864" y="2103286"/>
                  </a:lnTo>
                  <a:lnTo>
                    <a:pt x="5128019" y="2103286"/>
                  </a:lnTo>
                  <a:lnTo>
                    <a:pt x="5127173" y="2103286"/>
                  </a:lnTo>
                  <a:lnTo>
                    <a:pt x="5126328" y="2103286"/>
                  </a:lnTo>
                  <a:lnTo>
                    <a:pt x="5125483" y="2103286"/>
                  </a:lnTo>
                  <a:lnTo>
                    <a:pt x="5124638" y="2103286"/>
                  </a:lnTo>
                  <a:lnTo>
                    <a:pt x="5123793" y="2103286"/>
                  </a:lnTo>
                  <a:lnTo>
                    <a:pt x="5122948" y="2103286"/>
                  </a:lnTo>
                  <a:lnTo>
                    <a:pt x="5122103" y="2103286"/>
                  </a:lnTo>
                  <a:lnTo>
                    <a:pt x="5121258" y="2103286"/>
                  </a:lnTo>
                  <a:lnTo>
                    <a:pt x="5120413" y="2103286"/>
                  </a:lnTo>
                  <a:lnTo>
                    <a:pt x="5119568" y="2103286"/>
                  </a:lnTo>
                  <a:lnTo>
                    <a:pt x="5118723" y="2103286"/>
                  </a:lnTo>
                  <a:lnTo>
                    <a:pt x="5117877" y="2103286"/>
                  </a:lnTo>
                  <a:lnTo>
                    <a:pt x="5117032" y="2103286"/>
                  </a:lnTo>
                  <a:lnTo>
                    <a:pt x="5116187" y="2103286"/>
                  </a:lnTo>
                  <a:lnTo>
                    <a:pt x="5115342" y="2103286"/>
                  </a:lnTo>
                  <a:lnTo>
                    <a:pt x="5114497" y="2103286"/>
                  </a:lnTo>
                  <a:lnTo>
                    <a:pt x="5113652" y="2103286"/>
                  </a:lnTo>
                  <a:lnTo>
                    <a:pt x="5112807" y="2103286"/>
                  </a:lnTo>
                  <a:lnTo>
                    <a:pt x="5111962" y="2103286"/>
                  </a:lnTo>
                  <a:lnTo>
                    <a:pt x="5111117" y="2103286"/>
                  </a:lnTo>
                  <a:lnTo>
                    <a:pt x="5110272" y="2103286"/>
                  </a:lnTo>
                  <a:lnTo>
                    <a:pt x="5109427" y="2103286"/>
                  </a:lnTo>
                  <a:lnTo>
                    <a:pt x="5108581" y="2103286"/>
                  </a:lnTo>
                  <a:lnTo>
                    <a:pt x="5107736" y="2103286"/>
                  </a:lnTo>
                  <a:lnTo>
                    <a:pt x="5106891" y="2103286"/>
                  </a:lnTo>
                  <a:lnTo>
                    <a:pt x="5106046" y="2103286"/>
                  </a:lnTo>
                  <a:lnTo>
                    <a:pt x="5105201" y="2103286"/>
                  </a:lnTo>
                  <a:lnTo>
                    <a:pt x="5104356" y="2103286"/>
                  </a:lnTo>
                  <a:lnTo>
                    <a:pt x="5103511" y="2103286"/>
                  </a:lnTo>
                  <a:lnTo>
                    <a:pt x="5102666" y="2103286"/>
                  </a:lnTo>
                  <a:lnTo>
                    <a:pt x="5101821" y="2103286"/>
                  </a:lnTo>
                  <a:lnTo>
                    <a:pt x="5100976" y="2103286"/>
                  </a:lnTo>
                  <a:lnTo>
                    <a:pt x="5100130" y="2103286"/>
                  </a:lnTo>
                  <a:lnTo>
                    <a:pt x="5099285" y="2103286"/>
                  </a:lnTo>
                  <a:lnTo>
                    <a:pt x="5098440" y="2103286"/>
                  </a:lnTo>
                  <a:lnTo>
                    <a:pt x="5097595" y="2103286"/>
                  </a:lnTo>
                  <a:lnTo>
                    <a:pt x="5096750" y="2103286"/>
                  </a:lnTo>
                  <a:lnTo>
                    <a:pt x="5095905" y="2103286"/>
                  </a:lnTo>
                  <a:lnTo>
                    <a:pt x="5095060" y="2103286"/>
                  </a:lnTo>
                  <a:lnTo>
                    <a:pt x="5094215" y="2103286"/>
                  </a:lnTo>
                  <a:lnTo>
                    <a:pt x="5093370" y="2103286"/>
                  </a:lnTo>
                  <a:lnTo>
                    <a:pt x="5092525" y="2103286"/>
                  </a:lnTo>
                  <a:lnTo>
                    <a:pt x="5091680" y="2103286"/>
                  </a:lnTo>
                  <a:lnTo>
                    <a:pt x="5090834" y="2103286"/>
                  </a:lnTo>
                  <a:lnTo>
                    <a:pt x="5089989" y="2103286"/>
                  </a:lnTo>
                  <a:lnTo>
                    <a:pt x="5089144" y="2103286"/>
                  </a:lnTo>
                  <a:lnTo>
                    <a:pt x="5088299" y="2103286"/>
                  </a:lnTo>
                  <a:lnTo>
                    <a:pt x="5087454" y="2103286"/>
                  </a:lnTo>
                  <a:lnTo>
                    <a:pt x="5086609" y="2103286"/>
                  </a:lnTo>
                  <a:lnTo>
                    <a:pt x="5085764" y="2103286"/>
                  </a:lnTo>
                  <a:lnTo>
                    <a:pt x="5084919" y="2103286"/>
                  </a:lnTo>
                  <a:lnTo>
                    <a:pt x="5084074" y="2103286"/>
                  </a:lnTo>
                  <a:lnTo>
                    <a:pt x="5083229" y="2103286"/>
                  </a:lnTo>
                  <a:lnTo>
                    <a:pt x="5082384" y="2103286"/>
                  </a:lnTo>
                  <a:lnTo>
                    <a:pt x="5081538" y="2103286"/>
                  </a:lnTo>
                  <a:lnTo>
                    <a:pt x="5080693" y="2103286"/>
                  </a:lnTo>
                  <a:lnTo>
                    <a:pt x="5079848" y="2103286"/>
                  </a:lnTo>
                  <a:lnTo>
                    <a:pt x="5079003" y="2103286"/>
                  </a:lnTo>
                  <a:lnTo>
                    <a:pt x="5078158" y="2103286"/>
                  </a:lnTo>
                  <a:lnTo>
                    <a:pt x="5077313" y="2103286"/>
                  </a:lnTo>
                  <a:lnTo>
                    <a:pt x="5076468" y="2103286"/>
                  </a:lnTo>
                  <a:lnTo>
                    <a:pt x="5075623" y="2103286"/>
                  </a:lnTo>
                  <a:lnTo>
                    <a:pt x="5074778" y="2103286"/>
                  </a:lnTo>
                  <a:lnTo>
                    <a:pt x="5073933" y="2103286"/>
                  </a:lnTo>
                  <a:lnTo>
                    <a:pt x="5073088" y="2103286"/>
                  </a:lnTo>
                  <a:lnTo>
                    <a:pt x="5072242" y="2103286"/>
                  </a:lnTo>
                  <a:lnTo>
                    <a:pt x="5071397" y="2103286"/>
                  </a:lnTo>
                  <a:lnTo>
                    <a:pt x="5070552" y="2103286"/>
                  </a:lnTo>
                  <a:lnTo>
                    <a:pt x="5069707" y="2103286"/>
                  </a:lnTo>
                  <a:lnTo>
                    <a:pt x="5068862" y="2103286"/>
                  </a:lnTo>
                  <a:lnTo>
                    <a:pt x="5068017" y="2103286"/>
                  </a:lnTo>
                  <a:lnTo>
                    <a:pt x="5067172" y="2103286"/>
                  </a:lnTo>
                  <a:lnTo>
                    <a:pt x="5066327" y="2103286"/>
                  </a:lnTo>
                  <a:lnTo>
                    <a:pt x="5065482" y="2103286"/>
                  </a:lnTo>
                  <a:lnTo>
                    <a:pt x="5064637" y="2103286"/>
                  </a:lnTo>
                  <a:lnTo>
                    <a:pt x="5063792" y="2103286"/>
                  </a:lnTo>
                  <a:lnTo>
                    <a:pt x="5062946" y="2103286"/>
                  </a:lnTo>
                  <a:lnTo>
                    <a:pt x="5062101" y="2103286"/>
                  </a:lnTo>
                  <a:lnTo>
                    <a:pt x="5061256" y="2103286"/>
                  </a:lnTo>
                  <a:lnTo>
                    <a:pt x="5060411" y="2103286"/>
                  </a:lnTo>
                  <a:lnTo>
                    <a:pt x="5059566" y="2103286"/>
                  </a:lnTo>
                  <a:lnTo>
                    <a:pt x="5058721" y="2103286"/>
                  </a:lnTo>
                  <a:lnTo>
                    <a:pt x="5057876" y="2103286"/>
                  </a:lnTo>
                  <a:lnTo>
                    <a:pt x="5057031" y="2103286"/>
                  </a:lnTo>
                  <a:lnTo>
                    <a:pt x="5056186" y="2103286"/>
                  </a:lnTo>
                  <a:lnTo>
                    <a:pt x="5055341" y="2103286"/>
                  </a:lnTo>
                  <a:lnTo>
                    <a:pt x="5054496" y="2103286"/>
                  </a:lnTo>
                  <a:lnTo>
                    <a:pt x="5053650" y="2103286"/>
                  </a:lnTo>
                  <a:lnTo>
                    <a:pt x="5052805" y="2103286"/>
                  </a:lnTo>
                  <a:lnTo>
                    <a:pt x="5051960" y="2103286"/>
                  </a:lnTo>
                  <a:lnTo>
                    <a:pt x="5051115" y="2103286"/>
                  </a:lnTo>
                  <a:lnTo>
                    <a:pt x="5050270" y="2103286"/>
                  </a:lnTo>
                  <a:lnTo>
                    <a:pt x="5049425" y="2103286"/>
                  </a:lnTo>
                  <a:lnTo>
                    <a:pt x="5048580" y="2103286"/>
                  </a:lnTo>
                  <a:lnTo>
                    <a:pt x="5047735" y="2103286"/>
                  </a:lnTo>
                  <a:lnTo>
                    <a:pt x="5046890" y="2103286"/>
                  </a:lnTo>
                  <a:lnTo>
                    <a:pt x="5046045" y="2103286"/>
                  </a:lnTo>
                  <a:lnTo>
                    <a:pt x="5045200" y="2103286"/>
                  </a:lnTo>
                  <a:lnTo>
                    <a:pt x="5044354" y="2103286"/>
                  </a:lnTo>
                  <a:lnTo>
                    <a:pt x="5043509" y="2103286"/>
                  </a:lnTo>
                  <a:lnTo>
                    <a:pt x="5042664" y="2103286"/>
                  </a:lnTo>
                  <a:lnTo>
                    <a:pt x="5041819" y="2103286"/>
                  </a:lnTo>
                  <a:lnTo>
                    <a:pt x="5040974" y="2103286"/>
                  </a:lnTo>
                  <a:lnTo>
                    <a:pt x="5040129" y="2103286"/>
                  </a:lnTo>
                  <a:lnTo>
                    <a:pt x="5039284" y="2103286"/>
                  </a:lnTo>
                  <a:lnTo>
                    <a:pt x="5038439" y="2103286"/>
                  </a:lnTo>
                  <a:lnTo>
                    <a:pt x="5037594" y="2103286"/>
                  </a:lnTo>
                  <a:lnTo>
                    <a:pt x="5036749" y="2103286"/>
                  </a:lnTo>
                  <a:lnTo>
                    <a:pt x="5035903" y="2103286"/>
                  </a:lnTo>
                  <a:lnTo>
                    <a:pt x="5035058" y="2103286"/>
                  </a:lnTo>
                  <a:lnTo>
                    <a:pt x="5034213" y="2103286"/>
                  </a:lnTo>
                  <a:lnTo>
                    <a:pt x="5033368" y="2103286"/>
                  </a:lnTo>
                  <a:lnTo>
                    <a:pt x="5032523" y="2103286"/>
                  </a:lnTo>
                  <a:lnTo>
                    <a:pt x="5031678" y="2103286"/>
                  </a:lnTo>
                  <a:lnTo>
                    <a:pt x="5030833" y="2103286"/>
                  </a:lnTo>
                  <a:lnTo>
                    <a:pt x="5029988" y="2103286"/>
                  </a:lnTo>
                  <a:lnTo>
                    <a:pt x="5029143" y="2103286"/>
                  </a:lnTo>
                  <a:lnTo>
                    <a:pt x="5028298" y="2103286"/>
                  </a:lnTo>
                  <a:lnTo>
                    <a:pt x="5027453" y="2103286"/>
                  </a:lnTo>
                  <a:lnTo>
                    <a:pt x="5026607" y="2103286"/>
                  </a:lnTo>
                  <a:lnTo>
                    <a:pt x="5025762" y="2103286"/>
                  </a:lnTo>
                  <a:lnTo>
                    <a:pt x="5024917" y="2103286"/>
                  </a:lnTo>
                  <a:lnTo>
                    <a:pt x="5024072" y="2103286"/>
                  </a:lnTo>
                  <a:lnTo>
                    <a:pt x="5023227" y="2103286"/>
                  </a:lnTo>
                  <a:lnTo>
                    <a:pt x="5022382" y="2103286"/>
                  </a:lnTo>
                  <a:lnTo>
                    <a:pt x="5021537" y="2103286"/>
                  </a:lnTo>
                  <a:lnTo>
                    <a:pt x="5020692" y="2103286"/>
                  </a:lnTo>
                  <a:lnTo>
                    <a:pt x="5019847" y="2103286"/>
                  </a:lnTo>
                  <a:lnTo>
                    <a:pt x="5019002" y="2103286"/>
                  </a:lnTo>
                  <a:lnTo>
                    <a:pt x="5018157" y="2103286"/>
                  </a:lnTo>
                  <a:lnTo>
                    <a:pt x="5017311" y="2103286"/>
                  </a:lnTo>
                  <a:lnTo>
                    <a:pt x="5016466" y="2103286"/>
                  </a:lnTo>
                  <a:lnTo>
                    <a:pt x="5015621" y="2103286"/>
                  </a:lnTo>
                  <a:lnTo>
                    <a:pt x="5014776" y="2103286"/>
                  </a:lnTo>
                  <a:lnTo>
                    <a:pt x="5013931" y="2103286"/>
                  </a:lnTo>
                  <a:lnTo>
                    <a:pt x="5013086" y="2103286"/>
                  </a:lnTo>
                  <a:lnTo>
                    <a:pt x="5012241" y="2103286"/>
                  </a:lnTo>
                  <a:lnTo>
                    <a:pt x="5011396" y="2103286"/>
                  </a:lnTo>
                  <a:lnTo>
                    <a:pt x="5010551" y="2103286"/>
                  </a:lnTo>
                  <a:lnTo>
                    <a:pt x="5009706" y="2103286"/>
                  </a:lnTo>
                  <a:lnTo>
                    <a:pt x="5008861" y="2103286"/>
                  </a:lnTo>
                  <a:lnTo>
                    <a:pt x="5008015" y="2103286"/>
                  </a:lnTo>
                  <a:lnTo>
                    <a:pt x="5007170" y="2103286"/>
                  </a:lnTo>
                  <a:lnTo>
                    <a:pt x="5006325" y="2103286"/>
                  </a:lnTo>
                  <a:lnTo>
                    <a:pt x="5005480" y="2103286"/>
                  </a:lnTo>
                  <a:lnTo>
                    <a:pt x="5004635" y="2103286"/>
                  </a:lnTo>
                  <a:lnTo>
                    <a:pt x="5003790" y="2103286"/>
                  </a:lnTo>
                  <a:lnTo>
                    <a:pt x="5002945" y="2103286"/>
                  </a:lnTo>
                  <a:lnTo>
                    <a:pt x="5002100" y="2103286"/>
                  </a:lnTo>
                  <a:lnTo>
                    <a:pt x="5001255" y="2103286"/>
                  </a:lnTo>
                  <a:lnTo>
                    <a:pt x="5000410" y="2103286"/>
                  </a:lnTo>
                  <a:lnTo>
                    <a:pt x="4999565" y="2103286"/>
                  </a:lnTo>
                  <a:lnTo>
                    <a:pt x="4998719" y="2103286"/>
                  </a:lnTo>
                  <a:lnTo>
                    <a:pt x="4997874" y="2103286"/>
                  </a:lnTo>
                  <a:lnTo>
                    <a:pt x="4997029" y="2103286"/>
                  </a:lnTo>
                  <a:lnTo>
                    <a:pt x="4996184" y="2103286"/>
                  </a:lnTo>
                  <a:lnTo>
                    <a:pt x="4995339" y="2103286"/>
                  </a:lnTo>
                  <a:lnTo>
                    <a:pt x="4994494" y="2103286"/>
                  </a:lnTo>
                  <a:lnTo>
                    <a:pt x="4993649" y="2103286"/>
                  </a:lnTo>
                  <a:lnTo>
                    <a:pt x="4992804" y="2103286"/>
                  </a:lnTo>
                  <a:lnTo>
                    <a:pt x="4991959" y="2103286"/>
                  </a:lnTo>
                  <a:lnTo>
                    <a:pt x="4991114" y="2103286"/>
                  </a:lnTo>
                  <a:lnTo>
                    <a:pt x="4990269" y="2103286"/>
                  </a:lnTo>
                  <a:lnTo>
                    <a:pt x="4989423" y="2103286"/>
                  </a:lnTo>
                  <a:lnTo>
                    <a:pt x="4988578" y="2103286"/>
                  </a:lnTo>
                  <a:lnTo>
                    <a:pt x="4987733" y="2103286"/>
                  </a:lnTo>
                  <a:lnTo>
                    <a:pt x="4986888" y="2103286"/>
                  </a:lnTo>
                  <a:lnTo>
                    <a:pt x="4986043" y="2103286"/>
                  </a:lnTo>
                  <a:lnTo>
                    <a:pt x="4985198" y="2103286"/>
                  </a:lnTo>
                  <a:lnTo>
                    <a:pt x="4984353" y="2103286"/>
                  </a:lnTo>
                  <a:lnTo>
                    <a:pt x="4983508" y="2103286"/>
                  </a:lnTo>
                  <a:lnTo>
                    <a:pt x="4982663" y="2103286"/>
                  </a:lnTo>
                  <a:lnTo>
                    <a:pt x="4981818" y="2103286"/>
                  </a:lnTo>
                  <a:lnTo>
                    <a:pt x="4980973" y="2103286"/>
                  </a:lnTo>
                  <a:lnTo>
                    <a:pt x="4980127" y="2103286"/>
                  </a:lnTo>
                  <a:lnTo>
                    <a:pt x="4979282" y="2103286"/>
                  </a:lnTo>
                  <a:lnTo>
                    <a:pt x="4978437" y="2103286"/>
                  </a:lnTo>
                  <a:lnTo>
                    <a:pt x="4977592" y="2103286"/>
                  </a:lnTo>
                  <a:lnTo>
                    <a:pt x="4976747" y="2103286"/>
                  </a:lnTo>
                  <a:lnTo>
                    <a:pt x="4975902" y="2103286"/>
                  </a:lnTo>
                  <a:lnTo>
                    <a:pt x="4975057" y="2103286"/>
                  </a:lnTo>
                  <a:lnTo>
                    <a:pt x="4974212" y="2103286"/>
                  </a:lnTo>
                  <a:lnTo>
                    <a:pt x="4973367" y="2103286"/>
                  </a:lnTo>
                  <a:lnTo>
                    <a:pt x="4972522" y="2103286"/>
                  </a:lnTo>
                  <a:lnTo>
                    <a:pt x="4971676" y="2103286"/>
                  </a:lnTo>
                  <a:lnTo>
                    <a:pt x="4970831" y="2103286"/>
                  </a:lnTo>
                  <a:lnTo>
                    <a:pt x="4969986" y="2103286"/>
                  </a:lnTo>
                  <a:lnTo>
                    <a:pt x="4969141" y="2103286"/>
                  </a:lnTo>
                  <a:lnTo>
                    <a:pt x="4968296" y="2103286"/>
                  </a:lnTo>
                  <a:lnTo>
                    <a:pt x="4967451" y="2103286"/>
                  </a:lnTo>
                  <a:lnTo>
                    <a:pt x="4966606" y="2103286"/>
                  </a:lnTo>
                  <a:lnTo>
                    <a:pt x="4965761" y="2103286"/>
                  </a:lnTo>
                  <a:lnTo>
                    <a:pt x="4964916" y="2103286"/>
                  </a:lnTo>
                  <a:lnTo>
                    <a:pt x="4964071" y="2103286"/>
                  </a:lnTo>
                  <a:lnTo>
                    <a:pt x="4963226" y="2103286"/>
                  </a:lnTo>
                  <a:lnTo>
                    <a:pt x="4962380" y="2103286"/>
                  </a:lnTo>
                  <a:lnTo>
                    <a:pt x="4961535" y="2103286"/>
                  </a:lnTo>
                  <a:lnTo>
                    <a:pt x="4960690" y="2103286"/>
                  </a:lnTo>
                  <a:lnTo>
                    <a:pt x="4959845" y="2103286"/>
                  </a:lnTo>
                  <a:lnTo>
                    <a:pt x="4959000" y="2103286"/>
                  </a:lnTo>
                  <a:lnTo>
                    <a:pt x="4958155" y="2103286"/>
                  </a:lnTo>
                  <a:lnTo>
                    <a:pt x="4957310" y="2103286"/>
                  </a:lnTo>
                  <a:lnTo>
                    <a:pt x="4956465" y="2103286"/>
                  </a:lnTo>
                  <a:lnTo>
                    <a:pt x="4955620" y="2103286"/>
                  </a:lnTo>
                  <a:lnTo>
                    <a:pt x="4954775" y="2103286"/>
                  </a:lnTo>
                  <a:lnTo>
                    <a:pt x="4953930" y="2103286"/>
                  </a:lnTo>
                  <a:lnTo>
                    <a:pt x="4953084" y="2103286"/>
                  </a:lnTo>
                  <a:lnTo>
                    <a:pt x="4952239" y="2103286"/>
                  </a:lnTo>
                  <a:lnTo>
                    <a:pt x="4951394" y="2103286"/>
                  </a:lnTo>
                  <a:lnTo>
                    <a:pt x="4950549" y="2103286"/>
                  </a:lnTo>
                  <a:lnTo>
                    <a:pt x="4949704" y="2103286"/>
                  </a:lnTo>
                  <a:lnTo>
                    <a:pt x="4948859" y="2103286"/>
                  </a:lnTo>
                  <a:lnTo>
                    <a:pt x="4948014" y="2103286"/>
                  </a:lnTo>
                  <a:lnTo>
                    <a:pt x="4947169" y="2103286"/>
                  </a:lnTo>
                  <a:lnTo>
                    <a:pt x="4946324" y="2103286"/>
                  </a:lnTo>
                  <a:lnTo>
                    <a:pt x="4945479" y="2103286"/>
                  </a:lnTo>
                  <a:lnTo>
                    <a:pt x="4944634" y="2103286"/>
                  </a:lnTo>
                  <a:lnTo>
                    <a:pt x="4943788" y="2103286"/>
                  </a:lnTo>
                  <a:lnTo>
                    <a:pt x="4942943" y="2103286"/>
                  </a:lnTo>
                  <a:lnTo>
                    <a:pt x="4942098" y="2103286"/>
                  </a:lnTo>
                  <a:lnTo>
                    <a:pt x="4941253" y="2103286"/>
                  </a:lnTo>
                  <a:lnTo>
                    <a:pt x="4940408" y="2103286"/>
                  </a:lnTo>
                  <a:lnTo>
                    <a:pt x="4939563" y="2103286"/>
                  </a:lnTo>
                  <a:lnTo>
                    <a:pt x="4938718" y="2103286"/>
                  </a:lnTo>
                  <a:lnTo>
                    <a:pt x="4937873" y="2103286"/>
                  </a:lnTo>
                  <a:lnTo>
                    <a:pt x="4937028" y="2103286"/>
                  </a:lnTo>
                  <a:lnTo>
                    <a:pt x="4936183" y="2103286"/>
                  </a:lnTo>
                  <a:lnTo>
                    <a:pt x="4935338" y="2103286"/>
                  </a:lnTo>
                  <a:lnTo>
                    <a:pt x="4934492" y="2103286"/>
                  </a:lnTo>
                  <a:lnTo>
                    <a:pt x="4933647" y="2103286"/>
                  </a:lnTo>
                  <a:lnTo>
                    <a:pt x="4932802" y="2103286"/>
                  </a:lnTo>
                  <a:lnTo>
                    <a:pt x="4931957" y="2103286"/>
                  </a:lnTo>
                  <a:lnTo>
                    <a:pt x="4931112" y="2103286"/>
                  </a:lnTo>
                  <a:lnTo>
                    <a:pt x="4930267" y="2103286"/>
                  </a:lnTo>
                  <a:lnTo>
                    <a:pt x="4929422" y="2103286"/>
                  </a:lnTo>
                  <a:lnTo>
                    <a:pt x="4928577" y="2103286"/>
                  </a:lnTo>
                  <a:lnTo>
                    <a:pt x="4927732" y="2103286"/>
                  </a:lnTo>
                  <a:lnTo>
                    <a:pt x="4926887" y="2103286"/>
                  </a:lnTo>
                  <a:lnTo>
                    <a:pt x="4926042" y="2103286"/>
                  </a:lnTo>
                  <a:lnTo>
                    <a:pt x="4925196" y="2103286"/>
                  </a:lnTo>
                  <a:lnTo>
                    <a:pt x="4924351" y="2103286"/>
                  </a:lnTo>
                  <a:lnTo>
                    <a:pt x="4923506" y="2103286"/>
                  </a:lnTo>
                  <a:lnTo>
                    <a:pt x="4922661" y="2103286"/>
                  </a:lnTo>
                  <a:lnTo>
                    <a:pt x="4921816" y="2103286"/>
                  </a:lnTo>
                  <a:lnTo>
                    <a:pt x="4920971" y="2103286"/>
                  </a:lnTo>
                  <a:lnTo>
                    <a:pt x="4920126" y="2103286"/>
                  </a:lnTo>
                  <a:lnTo>
                    <a:pt x="4919281" y="2103286"/>
                  </a:lnTo>
                  <a:lnTo>
                    <a:pt x="4918436" y="2103286"/>
                  </a:lnTo>
                  <a:lnTo>
                    <a:pt x="4917591" y="2103286"/>
                  </a:lnTo>
                  <a:lnTo>
                    <a:pt x="4916746" y="2103286"/>
                  </a:lnTo>
                  <a:lnTo>
                    <a:pt x="4915900" y="2103286"/>
                  </a:lnTo>
                  <a:lnTo>
                    <a:pt x="4915055" y="2103286"/>
                  </a:lnTo>
                  <a:lnTo>
                    <a:pt x="4914210" y="2103286"/>
                  </a:lnTo>
                  <a:lnTo>
                    <a:pt x="4913365" y="2103286"/>
                  </a:lnTo>
                  <a:lnTo>
                    <a:pt x="4912520" y="2103286"/>
                  </a:lnTo>
                  <a:lnTo>
                    <a:pt x="4911675" y="2103286"/>
                  </a:lnTo>
                  <a:lnTo>
                    <a:pt x="4910830" y="2103286"/>
                  </a:lnTo>
                  <a:lnTo>
                    <a:pt x="4909985" y="2103286"/>
                  </a:lnTo>
                  <a:lnTo>
                    <a:pt x="4909140" y="2103286"/>
                  </a:lnTo>
                  <a:lnTo>
                    <a:pt x="4908295" y="2103286"/>
                  </a:lnTo>
                  <a:lnTo>
                    <a:pt x="4907449" y="2103286"/>
                  </a:lnTo>
                  <a:lnTo>
                    <a:pt x="4906604" y="2103286"/>
                  </a:lnTo>
                  <a:lnTo>
                    <a:pt x="4905759" y="2103286"/>
                  </a:lnTo>
                  <a:lnTo>
                    <a:pt x="4904914" y="2103286"/>
                  </a:lnTo>
                  <a:lnTo>
                    <a:pt x="4904069" y="2103286"/>
                  </a:lnTo>
                  <a:lnTo>
                    <a:pt x="4903224" y="2103286"/>
                  </a:lnTo>
                  <a:lnTo>
                    <a:pt x="4902379" y="2103286"/>
                  </a:lnTo>
                  <a:lnTo>
                    <a:pt x="4901534" y="2103286"/>
                  </a:lnTo>
                  <a:lnTo>
                    <a:pt x="4900689" y="2103286"/>
                  </a:lnTo>
                  <a:lnTo>
                    <a:pt x="4899844" y="2103286"/>
                  </a:lnTo>
                  <a:lnTo>
                    <a:pt x="4898999" y="2103286"/>
                  </a:lnTo>
                  <a:lnTo>
                    <a:pt x="4898153" y="2103286"/>
                  </a:lnTo>
                  <a:lnTo>
                    <a:pt x="4897308" y="2103286"/>
                  </a:lnTo>
                  <a:lnTo>
                    <a:pt x="4896463" y="2103286"/>
                  </a:lnTo>
                  <a:lnTo>
                    <a:pt x="4895618" y="2103286"/>
                  </a:lnTo>
                  <a:lnTo>
                    <a:pt x="4894773" y="2103286"/>
                  </a:lnTo>
                  <a:lnTo>
                    <a:pt x="4893928" y="2103286"/>
                  </a:lnTo>
                  <a:lnTo>
                    <a:pt x="4893083" y="2103286"/>
                  </a:lnTo>
                  <a:lnTo>
                    <a:pt x="4892238" y="2103286"/>
                  </a:lnTo>
                  <a:lnTo>
                    <a:pt x="4891393" y="2103286"/>
                  </a:lnTo>
                  <a:lnTo>
                    <a:pt x="4890548" y="2103286"/>
                  </a:lnTo>
                  <a:lnTo>
                    <a:pt x="4889703" y="2103286"/>
                  </a:lnTo>
                  <a:lnTo>
                    <a:pt x="4888857" y="2103286"/>
                  </a:lnTo>
                  <a:lnTo>
                    <a:pt x="4888012" y="2103286"/>
                  </a:lnTo>
                  <a:lnTo>
                    <a:pt x="4887167" y="2103286"/>
                  </a:lnTo>
                  <a:lnTo>
                    <a:pt x="4886322" y="2103286"/>
                  </a:lnTo>
                  <a:lnTo>
                    <a:pt x="4885477" y="2103286"/>
                  </a:lnTo>
                  <a:lnTo>
                    <a:pt x="4884632" y="2103286"/>
                  </a:lnTo>
                  <a:lnTo>
                    <a:pt x="4883787" y="2103286"/>
                  </a:lnTo>
                  <a:lnTo>
                    <a:pt x="4882942" y="2103286"/>
                  </a:lnTo>
                  <a:lnTo>
                    <a:pt x="4882097" y="2103286"/>
                  </a:lnTo>
                  <a:lnTo>
                    <a:pt x="4881252" y="2103286"/>
                  </a:lnTo>
                  <a:lnTo>
                    <a:pt x="4880407" y="2103286"/>
                  </a:lnTo>
                  <a:lnTo>
                    <a:pt x="4879561" y="2103286"/>
                  </a:lnTo>
                  <a:lnTo>
                    <a:pt x="4878716" y="2103286"/>
                  </a:lnTo>
                  <a:lnTo>
                    <a:pt x="4877871" y="2103286"/>
                  </a:lnTo>
                  <a:lnTo>
                    <a:pt x="4877026" y="2103286"/>
                  </a:lnTo>
                  <a:lnTo>
                    <a:pt x="4876181" y="2103286"/>
                  </a:lnTo>
                  <a:lnTo>
                    <a:pt x="4875336" y="2103286"/>
                  </a:lnTo>
                  <a:lnTo>
                    <a:pt x="4874491" y="2103286"/>
                  </a:lnTo>
                  <a:lnTo>
                    <a:pt x="4873646" y="2103286"/>
                  </a:lnTo>
                  <a:lnTo>
                    <a:pt x="4872801" y="2103286"/>
                  </a:lnTo>
                  <a:lnTo>
                    <a:pt x="4871956" y="2103286"/>
                  </a:lnTo>
                  <a:lnTo>
                    <a:pt x="4871111" y="2103286"/>
                  </a:lnTo>
                  <a:lnTo>
                    <a:pt x="4870265" y="2103286"/>
                  </a:lnTo>
                  <a:lnTo>
                    <a:pt x="4869420" y="2103286"/>
                  </a:lnTo>
                  <a:lnTo>
                    <a:pt x="4868575" y="2103286"/>
                  </a:lnTo>
                  <a:lnTo>
                    <a:pt x="4867730" y="2103286"/>
                  </a:lnTo>
                  <a:lnTo>
                    <a:pt x="4866885" y="2103286"/>
                  </a:lnTo>
                  <a:lnTo>
                    <a:pt x="4866040" y="2103286"/>
                  </a:lnTo>
                  <a:lnTo>
                    <a:pt x="4865195" y="2103286"/>
                  </a:lnTo>
                  <a:lnTo>
                    <a:pt x="4864350" y="2103286"/>
                  </a:lnTo>
                  <a:lnTo>
                    <a:pt x="4863505" y="2103286"/>
                  </a:lnTo>
                  <a:lnTo>
                    <a:pt x="4862660" y="2103286"/>
                  </a:lnTo>
                  <a:lnTo>
                    <a:pt x="4861815" y="2103286"/>
                  </a:lnTo>
                  <a:lnTo>
                    <a:pt x="4860969" y="2103286"/>
                  </a:lnTo>
                  <a:lnTo>
                    <a:pt x="4860124" y="2103286"/>
                  </a:lnTo>
                  <a:lnTo>
                    <a:pt x="4859279" y="2103286"/>
                  </a:lnTo>
                  <a:lnTo>
                    <a:pt x="4858434" y="2103286"/>
                  </a:lnTo>
                  <a:lnTo>
                    <a:pt x="4857589" y="2103286"/>
                  </a:lnTo>
                  <a:lnTo>
                    <a:pt x="4856744" y="2103286"/>
                  </a:lnTo>
                  <a:lnTo>
                    <a:pt x="4855899" y="2103286"/>
                  </a:lnTo>
                  <a:lnTo>
                    <a:pt x="4855054" y="2103286"/>
                  </a:lnTo>
                  <a:lnTo>
                    <a:pt x="4854209" y="2103286"/>
                  </a:lnTo>
                  <a:lnTo>
                    <a:pt x="4853364" y="2103286"/>
                  </a:lnTo>
                  <a:lnTo>
                    <a:pt x="4852519" y="2103286"/>
                  </a:lnTo>
                  <a:lnTo>
                    <a:pt x="4851673" y="2103286"/>
                  </a:lnTo>
                  <a:lnTo>
                    <a:pt x="4850828" y="2103286"/>
                  </a:lnTo>
                  <a:lnTo>
                    <a:pt x="4849983" y="2103286"/>
                  </a:lnTo>
                  <a:lnTo>
                    <a:pt x="4849138" y="2103286"/>
                  </a:lnTo>
                  <a:lnTo>
                    <a:pt x="4848293" y="2103286"/>
                  </a:lnTo>
                  <a:lnTo>
                    <a:pt x="4847448" y="2103286"/>
                  </a:lnTo>
                  <a:lnTo>
                    <a:pt x="4846603" y="2103286"/>
                  </a:lnTo>
                  <a:lnTo>
                    <a:pt x="4845758" y="2103286"/>
                  </a:lnTo>
                  <a:lnTo>
                    <a:pt x="4844913" y="2103286"/>
                  </a:lnTo>
                  <a:lnTo>
                    <a:pt x="4844068" y="2103286"/>
                  </a:lnTo>
                  <a:lnTo>
                    <a:pt x="4843222" y="2103286"/>
                  </a:lnTo>
                  <a:lnTo>
                    <a:pt x="4842377" y="2103286"/>
                  </a:lnTo>
                  <a:lnTo>
                    <a:pt x="4841532" y="2103286"/>
                  </a:lnTo>
                  <a:lnTo>
                    <a:pt x="4840687" y="2103286"/>
                  </a:lnTo>
                  <a:lnTo>
                    <a:pt x="4839842" y="2103286"/>
                  </a:lnTo>
                  <a:lnTo>
                    <a:pt x="4838997" y="2103286"/>
                  </a:lnTo>
                  <a:lnTo>
                    <a:pt x="4838152" y="2103286"/>
                  </a:lnTo>
                  <a:lnTo>
                    <a:pt x="4837307" y="2103286"/>
                  </a:lnTo>
                  <a:lnTo>
                    <a:pt x="4836462" y="2103286"/>
                  </a:lnTo>
                  <a:lnTo>
                    <a:pt x="4835617" y="2103286"/>
                  </a:lnTo>
                  <a:lnTo>
                    <a:pt x="4834772" y="2103286"/>
                  </a:lnTo>
                  <a:lnTo>
                    <a:pt x="4833926" y="2103286"/>
                  </a:lnTo>
                  <a:lnTo>
                    <a:pt x="4833081" y="2103286"/>
                  </a:lnTo>
                  <a:lnTo>
                    <a:pt x="4832236" y="2103286"/>
                  </a:lnTo>
                  <a:lnTo>
                    <a:pt x="4831391" y="2103286"/>
                  </a:lnTo>
                  <a:lnTo>
                    <a:pt x="4830546" y="2103286"/>
                  </a:lnTo>
                  <a:lnTo>
                    <a:pt x="4829701" y="2103286"/>
                  </a:lnTo>
                  <a:lnTo>
                    <a:pt x="4828856" y="2103286"/>
                  </a:lnTo>
                  <a:lnTo>
                    <a:pt x="4828011" y="2103286"/>
                  </a:lnTo>
                  <a:lnTo>
                    <a:pt x="4827166" y="2103286"/>
                  </a:lnTo>
                  <a:lnTo>
                    <a:pt x="4826321" y="2103286"/>
                  </a:lnTo>
                  <a:lnTo>
                    <a:pt x="4825476" y="2103286"/>
                  </a:lnTo>
                  <a:lnTo>
                    <a:pt x="4824630" y="2103286"/>
                  </a:lnTo>
                  <a:lnTo>
                    <a:pt x="4823785" y="2103286"/>
                  </a:lnTo>
                  <a:lnTo>
                    <a:pt x="4822940" y="2103286"/>
                  </a:lnTo>
                  <a:lnTo>
                    <a:pt x="4822095" y="2103286"/>
                  </a:lnTo>
                  <a:lnTo>
                    <a:pt x="4821250" y="2103286"/>
                  </a:lnTo>
                  <a:lnTo>
                    <a:pt x="4820405" y="2103286"/>
                  </a:lnTo>
                  <a:lnTo>
                    <a:pt x="4819560" y="2103286"/>
                  </a:lnTo>
                  <a:lnTo>
                    <a:pt x="4818715" y="2103286"/>
                  </a:lnTo>
                  <a:lnTo>
                    <a:pt x="4817870" y="2103286"/>
                  </a:lnTo>
                  <a:lnTo>
                    <a:pt x="4817025" y="2103286"/>
                  </a:lnTo>
                  <a:lnTo>
                    <a:pt x="4816180" y="2103286"/>
                  </a:lnTo>
                  <a:lnTo>
                    <a:pt x="4815334" y="2103286"/>
                  </a:lnTo>
                  <a:lnTo>
                    <a:pt x="4814489" y="2103286"/>
                  </a:lnTo>
                  <a:lnTo>
                    <a:pt x="4813644" y="2103286"/>
                  </a:lnTo>
                  <a:lnTo>
                    <a:pt x="4812799" y="2103286"/>
                  </a:lnTo>
                  <a:lnTo>
                    <a:pt x="4811954" y="2103286"/>
                  </a:lnTo>
                  <a:lnTo>
                    <a:pt x="4811109" y="2103286"/>
                  </a:lnTo>
                  <a:lnTo>
                    <a:pt x="4810264" y="2103286"/>
                  </a:lnTo>
                  <a:lnTo>
                    <a:pt x="4809419" y="2103286"/>
                  </a:lnTo>
                  <a:lnTo>
                    <a:pt x="4808574" y="2103286"/>
                  </a:lnTo>
                  <a:lnTo>
                    <a:pt x="4807729" y="2103286"/>
                  </a:lnTo>
                  <a:lnTo>
                    <a:pt x="4806884" y="2103286"/>
                  </a:lnTo>
                  <a:lnTo>
                    <a:pt x="4806038" y="2103286"/>
                  </a:lnTo>
                  <a:lnTo>
                    <a:pt x="4805193" y="2103286"/>
                  </a:lnTo>
                  <a:lnTo>
                    <a:pt x="4804348" y="2103286"/>
                  </a:lnTo>
                  <a:lnTo>
                    <a:pt x="4803503" y="2103286"/>
                  </a:lnTo>
                  <a:lnTo>
                    <a:pt x="4802658" y="2103286"/>
                  </a:lnTo>
                  <a:lnTo>
                    <a:pt x="4801813" y="2103286"/>
                  </a:lnTo>
                  <a:lnTo>
                    <a:pt x="4800968" y="2103286"/>
                  </a:lnTo>
                  <a:lnTo>
                    <a:pt x="4800123" y="2103286"/>
                  </a:lnTo>
                  <a:lnTo>
                    <a:pt x="4799278" y="2103286"/>
                  </a:lnTo>
                  <a:lnTo>
                    <a:pt x="4798433" y="2103286"/>
                  </a:lnTo>
                  <a:lnTo>
                    <a:pt x="4797588" y="2103286"/>
                  </a:lnTo>
                  <a:lnTo>
                    <a:pt x="4796742" y="2103286"/>
                  </a:lnTo>
                  <a:lnTo>
                    <a:pt x="4795897" y="2103286"/>
                  </a:lnTo>
                  <a:lnTo>
                    <a:pt x="4795052" y="2103286"/>
                  </a:lnTo>
                  <a:lnTo>
                    <a:pt x="4794207" y="2103286"/>
                  </a:lnTo>
                  <a:lnTo>
                    <a:pt x="4793362" y="2103286"/>
                  </a:lnTo>
                  <a:lnTo>
                    <a:pt x="4792517" y="2103286"/>
                  </a:lnTo>
                  <a:lnTo>
                    <a:pt x="4791672" y="2103286"/>
                  </a:lnTo>
                  <a:lnTo>
                    <a:pt x="4790827" y="2103286"/>
                  </a:lnTo>
                  <a:lnTo>
                    <a:pt x="4789982" y="2103286"/>
                  </a:lnTo>
                  <a:lnTo>
                    <a:pt x="4789137" y="2103286"/>
                  </a:lnTo>
                  <a:lnTo>
                    <a:pt x="4788291" y="2103286"/>
                  </a:lnTo>
                  <a:lnTo>
                    <a:pt x="4787446" y="2103286"/>
                  </a:lnTo>
                  <a:lnTo>
                    <a:pt x="4786601" y="2103286"/>
                  </a:lnTo>
                  <a:lnTo>
                    <a:pt x="4785756" y="2103286"/>
                  </a:lnTo>
                  <a:lnTo>
                    <a:pt x="4784911" y="2103286"/>
                  </a:lnTo>
                  <a:lnTo>
                    <a:pt x="4784066" y="2103286"/>
                  </a:lnTo>
                  <a:lnTo>
                    <a:pt x="4783221" y="2103286"/>
                  </a:lnTo>
                  <a:lnTo>
                    <a:pt x="4782376" y="2103286"/>
                  </a:lnTo>
                  <a:lnTo>
                    <a:pt x="4781531" y="2103286"/>
                  </a:lnTo>
                  <a:lnTo>
                    <a:pt x="4780686" y="2103286"/>
                  </a:lnTo>
                  <a:lnTo>
                    <a:pt x="4779841" y="2103286"/>
                  </a:lnTo>
                  <a:lnTo>
                    <a:pt x="4778995" y="2103286"/>
                  </a:lnTo>
                  <a:lnTo>
                    <a:pt x="4778150" y="2103286"/>
                  </a:lnTo>
                  <a:lnTo>
                    <a:pt x="4777305" y="2103286"/>
                  </a:lnTo>
                  <a:lnTo>
                    <a:pt x="4776460" y="2103286"/>
                  </a:lnTo>
                  <a:lnTo>
                    <a:pt x="4775615" y="2103286"/>
                  </a:lnTo>
                  <a:lnTo>
                    <a:pt x="4774770" y="2103286"/>
                  </a:lnTo>
                  <a:lnTo>
                    <a:pt x="4773925" y="2103286"/>
                  </a:lnTo>
                  <a:lnTo>
                    <a:pt x="4773080" y="2103286"/>
                  </a:lnTo>
                  <a:lnTo>
                    <a:pt x="4772235" y="2103286"/>
                  </a:lnTo>
                  <a:lnTo>
                    <a:pt x="4771390" y="2103286"/>
                  </a:lnTo>
                  <a:lnTo>
                    <a:pt x="4770545" y="2103286"/>
                  </a:lnTo>
                  <a:lnTo>
                    <a:pt x="4769699" y="2103286"/>
                  </a:lnTo>
                  <a:lnTo>
                    <a:pt x="4768854" y="2103286"/>
                  </a:lnTo>
                  <a:lnTo>
                    <a:pt x="4768009" y="2103286"/>
                  </a:lnTo>
                  <a:lnTo>
                    <a:pt x="4767164" y="2103286"/>
                  </a:lnTo>
                  <a:lnTo>
                    <a:pt x="4766319" y="2103286"/>
                  </a:lnTo>
                  <a:lnTo>
                    <a:pt x="4765474" y="2103286"/>
                  </a:lnTo>
                  <a:lnTo>
                    <a:pt x="4764629" y="2103286"/>
                  </a:lnTo>
                  <a:lnTo>
                    <a:pt x="4763784" y="2103286"/>
                  </a:lnTo>
                  <a:lnTo>
                    <a:pt x="4762939" y="2103286"/>
                  </a:lnTo>
                  <a:lnTo>
                    <a:pt x="4762094" y="2103286"/>
                  </a:lnTo>
                  <a:lnTo>
                    <a:pt x="4761249" y="2103286"/>
                  </a:lnTo>
                  <a:lnTo>
                    <a:pt x="4760403" y="2103286"/>
                  </a:lnTo>
                  <a:lnTo>
                    <a:pt x="4759558" y="2103286"/>
                  </a:lnTo>
                  <a:lnTo>
                    <a:pt x="4758713" y="2103286"/>
                  </a:lnTo>
                  <a:lnTo>
                    <a:pt x="4757868" y="2103286"/>
                  </a:lnTo>
                  <a:lnTo>
                    <a:pt x="4757023" y="2103286"/>
                  </a:lnTo>
                  <a:lnTo>
                    <a:pt x="4756178" y="2103286"/>
                  </a:lnTo>
                  <a:lnTo>
                    <a:pt x="4755333" y="2103286"/>
                  </a:lnTo>
                  <a:lnTo>
                    <a:pt x="4754488" y="2103286"/>
                  </a:lnTo>
                  <a:lnTo>
                    <a:pt x="4753643" y="2103286"/>
                  </a:lnTo>
                  <a:lnTo>
                    <a:pt x="4752798" y="2103286"/>
                  </a:lnTo>
                  <a:lnTo>
                    <a:pt x="4751953" y="2103286"/>
                  </a:lnTo>
                  <a:lnTo>
                    <a:pt x="4751107" y="2103286"/>
                  </a:lnTo>
                  <a:lnTo>
                    <a:pt x="4750262" y="2103286"/>
                  </a:lnTo>
                  <a:lnTo>
                    <a:pt x="4749417" y="2103286"/>
                  </a:lnTo>
                  <a:lnTo>
                    <a:pt x="4748572" y="2103286"/>
                  </a:lnTo>
                  <a:lnTo>
                    <a:pt x="4747727" y="2103286"/>
                  </a:lnTo>
                  <a:lnTo>
                    <a:pt x="4746882" y="2103286"/>
                  </a:lnTo>
                  <a:lnTo>
                    <a:pt x="4746037" y="2103286"/>
                  </a:lnTo>
                  <a:lnTo>
                    <a:pt x="4745192" y="2103286"/>
                  </a:lnTo>
                  <a:lnTo>
                    <a:pt x="4744347" y="2103286"/>
                  </a:lnTo>
                  <a:lnTo>
                    <a:pt x="4743502" y="2103286"/>
                  </a:lnTo>
                  <a:lnTo>
                    <a:pt x="4742657" y="2103286"/>
                  </a:lnTo>
                  <a:lnTo>
                    <a:pt x="4741811" y="2103286"/>
                  </a:lnTo>
                  <a:lnTo>
                    <a:pt x="4740966" y="2103286"/>
                  </a:lnTo>
                  <a:lnTo>
                    <a:pt x="4740121" y="2103286"/>
                  </a:lnTo>
                  <a:lnTo>
                    <a:pt x="4739276" y="2103286"/>
                  </a:lnTo>
                  <a:lnTo>
                    <a:pt x="4738431" y="2103286"/>
                  </a:lnTo>
                  <a:lnTo>
                    <a:pt x="4737586" y="2103286"/>
                  </a:lnTo>
                  <a:lnTo>
                    <a:pt x="4736741" y="2103286"/>
                  </a:lnTo>
                  <a:lnTo>
                    <a:pt x="4735896" y="2103286"/>
                  </a:lnTo>
                  <a:lnTo>
                    <a:pt x="4735051" y="2103286"/>
                  </a:lnTo>
                  <a:lnTo>
                    <a:pt x="4734206" y="2103286"/>
                  </a:lnTo>
                  <a:lnTo>
                    <a:pt x="4733361" y="2103286"/>
                  </a:lnTo>
                  <a:lnTo>
                    <a:pt x="4732515" y="2103286"/>
                  </a:lnTo>
                  <a:lnTo>
                    <a:pt x="4731670" y="2103286"/>
                  </a:lnTo>
                  <a:lnTo>
                    <a:pt x="4730825" y="2103286"/>
                  </a:lnTo>
                  <a:lnTo>
                    <a:pt x="4729980" y="2103286"/>
                  </a:lnTo>
                  <a:lnTo>
                    <a:pt x="4729135" y="2103286"/>
                  </a:lnTo>
                  <a:lnTo>
                    <a:pt x="4728290" y="2103286"/>
                  </a:lnTo>
                  <a:lnTo>
                    <a:pt x="4727445" y="2103286"/>
                  </a:lnTo>
                  <a:lnTo>
                    <a:pt x="4726600" y="2103286"/>
                  </a:lnTo>
                  <a:lnTo>
                    <a:pt x="4725755" y="2103286"/>
                  </a:lnTo>
                  <a:lnTo>
                    <a:pt x="4724910" y="2103286"/>
                  </a:lnTo>
                  <a:lnTo>
                    <a:pt x="4724064" y="2103286"/>
                  </a:lnTo>
                  <a:lnTo>
                    <a:pt x="4723219" y="2103286"/>
                  </a:lnTo>
                  <a:lnTo>
                    <a:pt x="4722374" y="2103286"/>
                  </a:lnTo>
                  <a:lnTo>
                    <a:pt x="4721529" y="2103286"/>
                  </a:lnTo>
                  <a:lnTo>
                    <a:pt x="4720684" y="2103286"/>
                  </a:lnTo>
                  <a:lnTo>
                    <a:pt x="4719839" y="2103286"/>
                  </a:lnTo>
                  <a:lnTo>
                    <a:pt x="4718994" y="2103286"/>
                  </a:lnTo>
                  <a:lnTo>
                    <a:pt x="4718149" y="2103286"/>
                  </a:lnTo>
                  <a:lnTo>
                    <a:pt x="4717304" y="2103286"/>
                  </a:lnTo>
                  <a:lnTo>
                    <a:pt x="4716459" y="2103286"/>
                  </a:lnTo>
                  <a:lnTo>
                    <a:pt x="4715614" y="2103286"/>
                  </a:lnTo>
                  <a:lnTo>
                    <a:pt x="4714768" y="2103286"/>
                  </a:lnTo>
                  <a:lnTo>
                    <a:pt x="4713923" y="2103286"/>
                  </a:lnTo>
                  <a:lnTo>
                    <a:pt x="4713078" y="2103286"/>
                  </a:lnTo>
                  <a:lnTo>
                    <a:pt x="4712233" y="2103286"/>
                  </a:lnTo>
                  <a:lnTo>
                    <a:pt x="4711388" y="2103286"/>
                  </a:lnTo>
                  <a:lnTo>
                    <a:pt x="4710543" y="2103286"/>
                  </a:lnTo>
                  <a:lnTo>
                    <a:pt x="4709698" y="2103286"/>
                  </a:lnTo>
                  <a:lnTo>
                    <a:pt x="4708853" y="2103286"/>
                  </a:lnTo>
                  <a:lnTo>
                    <a:pt x="4708008" y="2103286"/>
                  </a:lnTo>
                  <a:lnTo>
                    <a:pt x="4707163" y="2103286"/>
                  </a:lnTo>
                  <a:lnTo>
                    <a:pt x="4706318" y="2103286"/>
                  </a:lnTo>
                  <a:lnTo>
                    <a:pt x="4705472" y="2103286"/>
                  </a:lnTo>
                  <a:lnTo>
                    <a:pt x="4704627" y="2103286"/>
                  </a:lnTo>
                  <a:lnTo>
                    <a:pt x="4703782" y="2103286"/>
                  </a:lnTo>
                  <a:lnTo>
                    <a:pt x="4702937" y="2103286"/>
                  </a:lnTo>
                  <a:lnTo>
                    <a:pt x="4702092" y="2103286"/>
                  </a:lnTo>
                  <a:lnTo>
                    <a:pt x="4701247" y="2103286"/>
                  </a:lnTo>
                  <a:lnTo>
                    <a:pt x="4700402" y="2103286"/>
                  </a:lnTo>
                  <a:lnTo>
                    <a:pt x="4699557" y="2103286"/>
                  </a:lnTo>
                  <a:lnTo>
                    <a:pt x="4698712" y="2103286"/>
                  </a:lnTo>
                  <a:lnTo>
                    <a:pt x="4697867" y="2103286"/>
                  </a:lnTo>
                  <a:lnTo>
                    <a:pt x="4697022" y="2103286"/>
                  </a:lnTo>
                  <a:lnTo>
                    <a:pt x="4696176" y="2103286"/>
                  </a:lnTo>
                  <a:lnTo>
                    <a:pt x="4695331" y="2103286"/>
                  </a:lnTo>
                  <a:lnTo>
                    <a:pt x="4694486" y="2103286"/>
                  </a:lnTo>
                  <a:lnTo>
                    <a:pt x="4693641" y="2103286"/>
                  </a:lnTo>
                  <a:lnTo>
                    <a:pt x="4692796" y="2103286"/>
                  </a:lnTo>
                  <a:lnTo>
                    <a:pt x="4691951" y="2103286"/>
                  </a:lnTo>
                  <a:lnTo>
                    <a:pt x="4691106" y="2103286"/>
                  </a:lnTo>
                  <a:lnTo>
                    <a:pt x="4690261" y="2103286"/>
                  </a:lnTo>
                  <a:lnTo>
                    <a:pt x="4689416" y="2103286"/>
                  </a:lnTo>
                  <a:lnTo>
                    <a:pt x="4688571" y="2103286"/>
                  </a:lnTo>
                  <a:lnTo>
                    <a:pt x="4687726" y="2103286"/>
                  </a:lnTo>
                  <a:lnTo>
                    <a:pt x="4686880" y="2103286"/>
                  </a:lnTo>
                  <a:lnTo>
                    <a:pt x="4686035" y="2103286"/>
                  </a:lnTo>
                  <a:lnTo>
                    <a:pt x="4685190" y="2103286"/>
                  </a:lnTo>
                  <a:lnTo>
                    <a:pt x="4684345" y="2103286"/>
                  </a:lnTo>
                  <a:lnTo>
                    <a:pt x="4683500" y="2103286"/>
                  </a:lnTo>
                  <a:lnTo>
                    <a:pt x="4682655" y="2103286"/>
                  </a:lnTo>
                  <a:lnTo>
                    <a:pt x="4681810" y="2103286"/>
                  </a:lnTo>
                  <a:lnTo>
                    <a:pt x="4680965" y="2103286"/>
                  </a:lnTo>
                  <a:lnTo>
                    <a:pt x="4680120" y="2103286"/>
                  </a:lnTo>
                  <a:lnTo>
                    <a:pt x="4679275" y="2103286"/>
                  </a:lnTo>
                  <a:lnTo>
                    <a:pt x="4678430" y="2103286"/>
                  </a:lnTo>
                  <a:lnTo>
                    <a:pt x="4677584" y="2103286"/>
                  </a:lnTo>
                  <a:lnTo>
                    <a:pt x="4676739" y="2103286"/>
                  </a:lnTo>
                  <a:lnTo>
                    <a:pt x="4675894" y="2103286"/>
                  </a:lnTo>
                  <a:lnTo>
                    <a:pt x="4675049" y="2103286"/>
                  </a:lnTo>
                  <a:lnTo>
                    <a:pt x="4674204" y="2103286"/>
                  </a:lnTo>
                  <a:lnTo>
                    <a:pt x="4673359" y="2103286"/>
                  </a:lnTo>
                  <a:lnTo>
                    <a:pt x="4672514" y="2103286"/>
                  </a:lnTo>
                  <a:lnTo>
                    <a:pt x="4671669" y="2103286"/>
                  </a:lnTo>
                  <a:lnTo>
                    <a:pt x="4670824" y="2103286"/>
                  </a:lnTo>
                  <a:lnTo>
                    <a:pt x="4669979" y="2103286"/>
                  </a:lnTo>
                  <a:lnTo>
                    <a:pt x="4669134" y="2103286"/>
                  </a:lnTo>
                  <a:lnTo>
                    <a:pt x="4668288" y="2103286"/>
                  </a:lnTo>
                  <a:lnTo>
                    <a:pt x="4667443" y="2103286"/>
                  </a:lnTo>
                  <a:lnTo>
                    <a:pt x="4666598" y="2103286"/>
                  </a:lnTo>
                  <a:lnTo>
                    <a:pt x="4665753" y="2103286"/>
                  </a:lnTo>
                  <a:lnTo>
                    <a:pt x="4664908" y="2103286"/>
                  </a:lnTo>
                  <a:lnTo>
                    <a:pt x="4664063" y="2103286"/>
                  </a:lnTo>
                  <a:lnTo>
                    <a:pt x="4663218" y="2103286"/>
                  </a:lnTo>
                  <a:lnTo>
                    <a:pt x="4662373" y="2103286"/>
                  </a:lnTo>
                  <a:lnTo>
                    <a:pt x="4661528" y="2103286"/>
                  </a:lnTo>
                  <a:lnTo>
                    <a:pt x="4660683" y="2103286"/>
                  </a:lnTo>
                  <a:lnTo>
                    <a:pt x="4659837" y="2103286"/>
                  </a:lnTo>
                  <a:lnTo>
                    <a:pt x="4658992" y="2103286"/>
                  </a:lnTo>
                  <a:lnTo>
                    <a:pt x="4658147" y="2103286"/>
                  </a:lnTo>
                  <a:lnTo>
                    <a:pt x="4657302" y="2103286"/>
                  </a:lnTo>
                  <a:lnTo>
                    <a:pt x="4656457" y="2103286"/>
                  </a:lnTo>
                  <a:lnTo>
                    <a:pt x="4655612" y="2103286"/>
                  </a:lnTo>
                  <a:lnTo>
                    <a:pt x="4654767" y="2103286"/>
                  </a:lnTo>
                  <a:lnTo>
                    <a:pt x="4653922" y="2103286"/>
                  </a:lnTo>
                  <a:lnTo>
                    <a:pt x="4653077" y="2103286"/>
                  </a:lnTo>
                  <a:lnTo>
                    <a:pt x="4652232" y="2103286"/>
                  </a:lnTo>
                  <a:lnTo>
                    <a:pt x="4651387" y="2103286"/>
                  </a:lnTo>
                  <a:lnTo>
                    <a:pt x="4650541" y="2103286"/>
                  </a:lnTo>
                  <a:lnTo>
                    <a:pt x="4649696" y="2103286"/>
                  </a:lnTo>
                  <a:lnTo>
                    <a:pt x="4648851" y="2103286"/>
                  </a:lnTo>
                  <a:lnTo>
                    <a:pt x="4648006" y="2103286"/>
                  </a:lnTo>
                  <a:lnTo>
                    <a:pt x="4647161" y="2103286"/>
                  </a:lnTo>
                  <a:lnTo>
                    <a:pt x="4646316" y="2103286"/>
                  </a:lnTo>
                  <a:lnTo>
                    <a:pt x="4645471" y="2103286"/>
                  </a:lnTo>
                  <a:lnTo>
                    <a:pt x="4644626" y="2103286"/>
                  </a:lnTo>
                  <a:lnTo>
                    <a:pt x="4643781" y="2103286"/>
                  </a:lnTo>
                  <a:lnTo>
                    <a:pt x="4642936" y="2103286"/>
                  </a:lnTo>
                  <a:lnTo>
                    <a:pt x="4642091" y="2103286"/>
                  </a:lnTo>
                  <a:lnTo>
                    <a:pt x="4641245" y="2103286"/>
                  </a:lnTo>
                  <a:lnTo>
                    <a:pt x="4640400" y="2103286"/>
                  </a:lnTo>
                  <a:lnTo>
                    <a:pt x="4639555" y="2103286"/>
                  </a:lnTo>
                  <a:lnTo>
                    <a:pt x="4638710" y="2103286"/>
                  </a:lnTo>
                  <a:lnTo>
                    <a:pt x="4637865" y="2103286"/>
                  </a:lnTo>
                  <a:lnTo>
                    <a:pt x="4637020" y="2103286"/>
                  </a:lnTo>
                  <a:lnTo>
                    <a:pt x="4636175" y="2103286"/>
                  </a:lnTo>
                  <a:lnTo>
                    <a:pt x="4635330" y="2103286"/>
                  </a:lnTo>
                  <a:lnTo>
                    <a:pt x="4634485" y="2103286"/>
                  </a:lnTo>
                  <a:lnTo>
                    <a:pt x="4633640" y="2103286"/>
                  </a:lnTo>
                  <a:lnTo>
                    <a:pt x="4632795" y="2103286"/>
                  </a:lnTo>
                  <a:lnTo>
                    <a:pt x="4631949" y="2103286"/>
                  </a:lnTo>
                  <a:lnTo>
                    <a:pt x="4631104" y="2103286"/>
                  </a:lnTo>
                  <a:lnTo>
                    <a:pt x="4630259" y="2103286"/>
                  </a:lnTo>
                  <a:lnTo>
                    <a:pt x="4629414" y="2103286"/>
                  </a:lnTo>
                  <a:lnTo>
                    <a:pt x="4628569" y="2103286"/>
                  </a:lnTo>
                  <a:lnTo>
                    <a:pt x="4627724" y="2103286"/>
                  </a:lnTo>
                  <a:lnTo>
                    <a:pt x="4626879" y="2103286"/>
                  </a:lnTo>
                  <a:lnTo>
                    <a:pt x="4626034" y="2103286"/>
                  </a:lnTo>
                  <a:lnTo>
                    <a:pt x="4625189" y="2103286"/>
                  </a:lnTo>
                  <a:lnTo>
                    <a:pt x="4624344" y="2103286"/>
                  </a:lnTo>
                  <a:lnTo>
                    <a:pt x="4623499" y="2103286"/>
                  </a:lnTo>
                  <a:lnTo>
                    <a:pt x="4622653" y="2103286"/>
                  </a:lnTo>
                  <a:lnTo>
                    <a:pt x="4621808" y="2103286"/>
                  </a:lnTo>
                  <a:lnTo>
                    <a:pt x="4620963" y="2103286"/>
                  </a:lnTo>
                  <a:lnTo>
                    <a:pt x="4620118" y="2103286"/>
                  </a:lnTo>
                  <a:lnTo>
                    <a:pt x="4619273" y="2103286"/>
                  </a:lnTo>
                  <a:lnTo>
                    <a:pt x="4618428" y="2103286"/>
                  </a:lnTo>
                  <a:lnTo>
                    <a:pt x="4617583" y="2103286"/>
                  </a:lnTo>
                  <a:lnTo>
                    <a:pt x="4616738" y="2103286"/>
                  </a:lnTo>
                  <a:lnTo>
                    <a:pt x="4615893" y="2103286"/>
                  </a:lnTo>
                  <a:lnTo>
                    <a:pt x="4615048" y="2103286"/>
                  </a:lnTo>
                  <a:lnTo>
                    <a:pt x="4614203" y="2103286"/>
                  </a:lnTo>
                  <a:lnTo>
                    <a:pt x="4613357" y="2103286"/>
                  </a:lnTo>
                  <a:lnTo>
                    <a:pt x="4612512" y="2103286"/>
                  </a:lnTo>
                  <a:lnTo>
                    <a:pt x="4611667" y="2103286"/>
                  </a:lnTo>
                  <a:lnTo>
                    <a:pt x="4610822" y="2103286"/>
                  </a:lnTo>
                  <a:lnTo>
                    <a:pt x="4609977" y="2103286"/>
                  </a:lnTo>
                  <a:lnTo>
                    <a:pt x="4609132" y="2103286"/>
                  </a:lnTo>
                  <a:lnTo>
                    <a:pt x="4608287" y="2103286"/>
                  </a:lnTo>
                  <a:lnTo>
                    <a:pt x="4607442" y="2103286"/>
                  </a:lnTo>
                  <a:lnTo>
                    <a:pt x="4606597" y="2103286"/>
                  </a:lnTo>
                  <a:lnTo>
                    <a:pt x="4605752" y="2103286"/>
                  </a:lnTo>
                  <a:lnTo>
                    <a:pt x="4604907" y="2103286"/>
                  </a:lnTo>
                  <a:lnTo>
                    <a:pt x="4604061" y="2103286"/>
                  </a:lnTo>
                  <a:lnTo>
                    <a:pt x="4603216" y="2103286"/>
                  </a:lnTo>
                  <a:lnTo>
                    <a:pt x="4602371" y="2103286"/>
                  </a:lnTo>
                  <a:lnTo>
                    <a:pt x="4601526" y="2103286"/>
                  </a:lnTo>
                  <a:lnTo>
                    <a:pt x="4600681" y="2103286"/>
                  </a:lnTo>
                  <a:lnTo>
                    <a:pt x="4599836" y="2103286"/>
                  </a:lnTo>
                  <a:lnTo>
                    <a:pt x="4598991" y="2103286"/>
                  </a:lnTo>
                  <a:lnTo>
                    <a:pt x="4598146" y="2103286"/>
                  </a:lnTo>
                  <a:lnTo>
                    <a:pt x="4597301" y="2103286"/>
                  </a:lnTo>
                  <a:lnTo>
                    <a:pt x="4596456" y="2103286"/>
                  </a:lnTo>
                  <a:lnTo>
                    <a:pt x="4595610" y="2103286"/>
                  </a:lnTo>
                  <a:lnTo>
                    <a:pt x="4594765" y="2103286"/>
                  </a:lnTo>
                  <a:lnTo>
                    <a:pt x="4593920" y="2103286"/>
                  </a:lnTo>
                  <a:lnTo>
                    <a:pt x="4593075" y="2103286"/>
                  </a:lnTo>
                  <a:lnTo>
                    <a:pt x="4592230" y="2103286"/>
                  </a:lnTo>
                  <a:lnTo>
                    <a:pt x="4591385" y="2103286"/>
                  </a:lnTo>
                  <a:lnTo>
                    <a:pt x="4590540" y="2103286"/>
                  </a:lnTo>
                  <a:lnTo>
                    <a:pt x="4589695" y="2103286"/>
                  </a:lnTo>
                  <a:lnTo>
                    <a:pt x="4588850" y="2103286"/>
                  </a:lnTo>
                  <a:lnTo>
                    <a:pt x="4588005" y="2103286"/>
                  </a:lnTo>
                  <a:lnTo>
                    <a:pt x="4587160" y="2103286"/>
                  </a:lnTo>
                  <a:lnTo>
                    <a:pt x="4586314" y="2103286"/>
                  </a:lnTo>
                  <a:lnTo>
                    <a:pt x="4585469" y="2103286"/>
                  </a:lnTo>
                  <a:lnTo>
                    <a:pt x="4584624" y="2103286"/>
                  </a:lnTo>
                  <a:lnTo>
                    <a:pt x="4583779" y="2103286"/>
                  </a:lnTo>
                  <a:lnTo>
                    <a:pt x="4582934" y="2103286"/>
                  </a:lnTo>
                  <a:lnTo>
                    <a:pt x="4582089" y="2103286"/>
                  </a:lnTo>
                  <a:lnTo>
                    <a:pt x="4581244" y="2103286"/>
                  </a:lnTo>
                  <a:lnTo>
                    <a:pt x="4580399" y="2103286"/>
                  </a:lnTo>
                  <a:lnTo>
                    <a:pt x="4579554" y="2103286"/>
                  </a:lnTo>
                  <a:lnTo>
                    <a:pt x="4578709" y="2103286"/>
                  </a:lnTo>
                  <a:lnTo>
                    <a:pt x="4577864" y="2103286"/>
                  </a:lnTo>
                  <a:lnTo>
                    <a:pt x="4577018" y="2103286"/>
                  </a:lnTo>
                  <a:lnTo>
                    <a:pt x="4576173" y="2103286"/>
                  </a:lnTo>
                  <a:lnTo>
                    <a:pt x="4575328" y="2103286"/>
                  </a:lnTo>
                  <a:lnTo>
                    <a:pt x="4574483" y="2103286"/>
                  </a:lnTo>
                  <a:lnTo>
                    <a:pt x="4573638" y="2103286"/>
                  </a:lnTo>
                  <a:lnTo>
                    <a:pt x="4572793" y="2103286"/>
                  </a:lnTo>
                  <a:lnTo>
                    <a:pt x="4571948" y="2103286"/>
                  </a:lnTo>
                  <a:lnTo>
                    <a:pt x="4571103" y="2103286"/>
                  </a:lnTo>
                  <a:lnTo>
                    <a:pt x="4570258" y="2103286"/>
                  </a:lnTo>
                  <a:lnTo>
                    <a:pt x="4569413" y="2103286"/>
                  </a:lnTo>
                  <a:lnTo>
                    <a:pt x="4568568" y="2103286"/>
                  </a:lnTo>
                  <a:lnTo>
                    <a:pt x="4567722" y="2103286"/>
                  </a:lnTo>
                  <a:lnTo>
                    <a:pt x="4566877" y="2103286"/>
                  </a:lnTo>
                  <a:lnTo>
                    <a:pt x="4566032" y="2103286"/>
                  </a:lnTo>
                  <a:lnTo>
                    <a:pt x="4565187" y="2103286"/>
                  </a:lnTo>
                  <a:lnTo>
                    <a:pt x="4564342" y="2103286"/>
                  </a:lnTo>
                  <a:lnTo>
                    <a:pt x="4563497" y="2103286"/>
                  </a:lnTo>
                  <a:lnTo>
                    <a:pt x="4562652" y="2103286"/>
                  </a:lnTo>
                  <a:lnTo>
                    <a:pt x="4561807" y="2103286"/>
                  </a:lnTo>
                  <a:lnTo>
                    <a:pt x="4560962" y="2103286"/>
                  </a:lnTo>
                  <a:lnTo>
                    <a:pt x="4560117" y="2103286"/>
                  </a:lnTo>
                  <a:lnTo>
                    <a:pt x="4559272" y="2103286"/>
                  </a:lnTo>
                  <a:lnTo>
                    <a:pt x="4558426" y="2103286"/>
                  </a:lnTo>
                  <a:lnTo>
                    <a:pt x="4557581" y="2103286"/>
                  </a:lnTo>
                  <a:lnTo>
                    <a:pt x="4556736" y="2103286"/>
                  </a:lnTo>
                  <a:lnTo>
                    <a:pt x="4555891" y="2103286"/>
                  </a:lnTo>
                  <a:lnTo>
                    <a:pt x="4555046" y="2103286"/>
                  </a:lnTo>
                  <a:lnTo>
                    <a:pt x="4554201" y="2103286"/>
                  </a:lnTo>
                  <a:lnTo>
                    <a:pt x="4553356" y="2103286"/>
                  </a:lnTo>
                  <a:lnTo>
                    <a:pt x="4552511" y="2103286"/>
                  </a:lnTo>
                  <a:lnTo>
                    <a:pt x="4551666" y="2103286"/>
                  </a:lnTo>
                  <a:lnTo>
                    <a:pt x="4550821" y="2103286"/>
                  </a:lnTo>
                  <a:lnTo>
                    <a:pt x="4549976" y="2103286"/>
                  </a:lnTo>
                  <a:lnTo>
                    <a:pt x="4549130" y="2103286"/>
                  </a:lnTo>
                  <a:lnTo>
                    <a:pt x="4548285" y="2103286"/>
                  </a:lnTo>
                  <a:lnTo>
                    <a:pt x="4547440" y="2103286"/>
                  </a:lnTo>
                  <a:lnTo>
                    <a:pt x="4546595" y="2103286"/>
                  </a:lnTo>
                  <a:lnTo>
                    <a:pt x="4545750" y="2103286"/>
                  </a:lnTo>
                  <a:lnTo>
                    <a:pt x="4544905" y="2103286"/>
                  </a:lnTo>
                  <a:lnTo>
                    <a:pt x="4544060" y="2103286"/>
                  </a:lnTo>
                  <a:lnTo>
                    <a:pt x="4543215" y="2103286"/>
                  </a:lnTo>
                  <a:lnTo>
                    <a:pt x="4542370" y="2103286"/>
                  </a:lnTo>
                  <a:lnTo>
                    <a:pt x="4541525" y="2103286"/>
                  </a:lnTo>
                  <a:lnTo>
                    <a:pt x="4540680" y="2103286"/>
                  </a:lnTo>
                  <a:lnTo>
                    <a:pt x="4539834" y="2103286"/>
                  </a:lnTo>
                  <a:lnTo>
                    <a:pt x="4538989" y="2103286"/>
                  </a:lnTo>
                  <a:lnTo>
                    <a:pt x="4538144" y="2103286"/>
                  </a:lnTo>
                  <a:lnTo>
                    <a:pt x="4537299" y="2103286"/>
                  </a:lnTo>
                  <a:lnTo>
                    <a:pt x="4536454" y="2103286"/>
                  </a:lnTo>
                  <a:lnTo>
                    <a:pt x="4535609" y="2103286"/>
                  </a:lnTo>
                  <a:lnTo>
                    <a:pt x="4534764" y="2103286"/>
                  </a:lnTo>
                  <a:lnTo>
                    <a:pt x="4533919" y="2103286"/>
                  </a:lnTo>
                  <a:lnTo>
                    <a:pt x="4533074" y="2103286"/>
                  </a:lnTo>
                  <a:lnTo>
                    <a:pt x="4532229" y="2103286"/>
                  </a:lnTo>
                  <a:lnTo>
                    <a:pt x="4531383" y="2103286"/>
                  </a:lnTo>
                  <a:lnTo>
                    <a:pt x="4530538" y="2103286"/>
                  </a:lnTo>
                  <a:lnTo>
                    <a:pt x="4529693" y="2103286"/>
                  </a:lnTo>
                  <a:lnTo>
                    <a:pt x="4528848" y="2103286"/>
                  </a:lnTo>
                  <a:lnTo>
                    <a:pt x="4528003" y="2103286"/>
                  </a:lnTo>
                  <a:lnTo>
                    <a:pt x="4527158" y="2103286"/>
                  </a:lnTo>
                  <a:lnTo>
                    <a:pt x="4526313" y="2103286"/>
                  </a:lnTo>
                  <a:lnTo>
                    <a:pt x="4525468" y="2103286"/>
                  </a:lnTo>
                  <a:lnTo>
                    <a:pt x="4524623" y="2103286"/>
                  </a:lnTo>
                  <a:lnTo>
                    <a:pt x="4523778" y="2103286"/>
                  </a:lnTo>
                  <a:lnTo>
                    <a:pt x="4522933" y="2103286"/>
                  </a:lnTo>
                  <a:lnTo>
                    <a:pt x="4522087" y="2103286"/>
                  </a:lnTo>
                  <a:lnTo>
                    <a:pt x="4521242" y="2103286"/>
                  </a:lnTo>
                  <a:lnTo>
                    <a:pt x="4520397" y="2103286"/>
                  </a:lnTo>
                  <a:lnTo>
                    <a:pt x="4519552" y="2103286"/>
                  </a:lnTo>
                  <a:lnTo>
                    <a:pt x="4518707" y="2103286"/>
                  </a:lnTo>
                  <a:lnTo>
                    <a:pt x="4517862" y="2103286"/>
                  </a:lnTo>
                  <a:lnTo>
                    <a:pt x="4517017" y="2103286"/>
                  </a:lnTo>
                  <a:lnTo>
                    <a:pt x="4516172" y="2103286"/>
                  </a:lnTo>
                  <a:lnTo>
                    <a:pt x="4515327" y="2103286"/>
                  </a:lnTo>
                  <a:lnTo>
                    <a:pt x="4514482" y="2103286"/>
                  </a:lnTo>
                  <a:lnTo>
                    <a:pt x="4513637" y="2103286"/>
                  </a:lnTo>
                  <a:lnTo>
                    <a:pt x="4512791" y="2103286"/>
                  </a:lnTo>
                  <a:lnTo>
                    <a:pt x="4511946" y="2103286"/>
                  </a:lnTo>
                  <a:lnTo>
                    <a:pt x="4511101" y="2103286"/>
                  </a:lnTo>
                  <a:lnTo>
                    <a:pt x="4510256" y="2103286"/>
                  </a:lnTo>
                  <a:lnTo>
                    <a:pt x="4509411" y="2103286"/>
                  </a:lnTo>
                  <a:lnTo>
                    <a:pt x="4508566" y="2103286"/>
                  </a:lnTo>
                  <a:lnTo>
                    <a:pt x="4507721" y="2103286"/>
                  </a:lnTo>
                  <a:lnTo>
                    <a:pt x="4506876" y="2103286"/>
                  </a:lnTo>
                  <a:lnTo>
                    <a:pt x="4506031" y="2103286"/>
                  </a:lnTo>
                  <a:lnTo>
                    <a:pt x="4505186" y="2103286"/>
                  </a:lnTo>
                  <a:lnTo>
                    <a:pt x="4504341" y="2103286"/>
                  </a:lnTo>
                  <a:lnTo>
                    <a:pt x="4503495" y="2103286"/>
                  </a:lnTo>
                  <a:lnTo>
                    <a:pt x="4502650" y="2103286"/>
                  </a:lnTo>
                  <a:lnTo>
                    <a:pt x="4501805" y="2103286"/>
                  </a:lnTo>
                  <a:lnTo>
                    <a:pt x="4500960" y="2103286"/>
                  </a:lnTo>
                  <a:lnTo>
                    <a:pt x="4500115" y="2103286"/>
                  </a:lnTo>
                  <a:lnTo>
                    <a:pt x="4499270" y="2103286"/>
                  </a:lnTo>
                  <a:lnTo>
                    <a:pt x="4498425" y="2103286"/>
                  </a:lnTo>
                  <a:lnTo>
                    <a:pt x="4497580" y="2103286"/>
                  </a:lnTo>
                  <a:lnTo>
                    <a:pt x="4496735" y="2103286"/>
                  </a:lnTo>
                  <a:lnTo>
                    <a:pt x="4495890" y="2103286"/>
                  </a:lnTo>
                  <a:lnTo>
                    <a:pt x="4495045" y="2103286"/>
                  </a:lnTo>
                  <a:lnTo>
                    <a:pt x="4494199" y="2103286"/>
                  </a:lnTo>
                  <a:lnTo>
                    <a:pt x="4493354" y="2103286"/>
                  </a:lnTo>
                  <a:lnTo>
                    <a:pt x="4492509" y="2103286"/>
                  </a:lnTo>
                  <a:lnTo>
                    <a:pt x="4491664" y="2103286"/>
                  </a:lnTo>
                  <a:lnTo>
                    <a:pt x="4490819" y="2103286"/>
                  </a:lnTo>
                  <a:lnTo>
                    <a:pt x="4489974" y="2103286"/>
                  </a:lnTo>
                  <a:lnTo>
                    <a:pt x="4489129" y="2103286"/>
                  </a:lnTo>
                  <a:lnTo>
                    <a:pt x="4488284" y="2103286"/>
                  </a:lnTo>
                  <a:lnTo>
                    <a:pt x="4487439" y="2103286"/>
                  </a:lnTo>
                  <a:lnTo>
                    <a:pt x="4486594" y="2103286"/>
                  </a:lnTo>
                  <a:lnTo>
                    <a:pt x="4485749" y="2103286"/>
                  </a:lnTo>
                  <a:lnTo>
                    <a:pt x="4484903" y="2103286"/>
                  </a:lnTo>
                  <a:lnTo>
                    <a:pt x="4484058" y="2103286"/>
                  </a:lnTo>
                  <a:lnTo>
                    <a:pt x="4483213" y="2103286"/>
                  </a:lnTo>
                  <a:lnTo>
                    <a:pt x="4482368" y="2103286"/>
                  </a:lnTo>
                  <a:lnTo>
                    <a:pt x="4481523" y="2103286"/>
                  </a:lnTo>
                  <a:lnTo>
                    <a:pt x="4480678" y="2103286"/>
                  </a:lnTo>
                  <a:lnTo>
                    <a:pt x="4479833" y="2103286"/>
                  </a:lnTo>
                  <a:lnTo>
                    <a:pt x="4478988" y="2103286"/>
                  </a:lnTo>
                  <a:lnTo>
                    <a:pt x="4478143" y="2103286"/>
                  </a:lnTo>
                  <a:lnTo>
                    <a:pt x="4477298" y="2103286"/>
                  </a:lnTo>
                  <a:lnTo>
                    <a:pt x="4476453" y="2103286"/>
                  </a:lnTo>
                  <a:lnTo>
                    <a:pt x="4475607" y="2103286"/>
                  </a:lnTo>
                  <a:lnTo>
                    <a:pt x="4474762" y="2103286"/>
                  </a:lnTo>
                  <a:lnTo>
                    <a:pt x="4473917" y="2103286"/>
                  </a:lnTo>
                  <a:lnTo>
                    <a:pt x="4473072" y="2103286"/>
                  </a:lnTo>
                  <a:lnTo>
                    <a:pt x="4472227" y="2103286"/>
                  </a:lnTo>
                  <a:lnTo>
                    <a:pt x="4471382" y="2103286"/>
                  </a:lnTo>
                  <a:lnTo>
                    <a:pt x="4470537" y="2103286"/>
                  </a:lnTo>
                  <a:lnTo>
                    <a:pt x="4469692" y="2103286"/>
                  </a:lnTo>
                  <a:lnTo>
                    <a:pt x="4468847" y="2103286"/>
                  </a:lnTo>
                  <a:lnTo>
                    <a:pt x="4468002" y="2103286"/>
                  </a:lnTo>
                  <a:lnTo>
                    <a:pt x="4467156" y="2103286"/>
                  </a:lnTo>
                  <a:lnTo>
                    <a:pt x="4466311" y="2103286"/>
                  </a:lnTo>
                  <a:lnTo>
                    <a:pt x="4465466" y="2103286"/>
                  </a:lnTo>
                  <a:lnTo>
                    <a:pt x="4464621" y="2103286"/>
                  </a:lnTo>
                  <a:lnTo>
                    <a:pt x="4463776" y="2103286"/>
                  </a:lnTo>
                  <a:lnTo>
                    <a:pt x="4462931" y="2103286"/>
                  </a:lnTo>
                  <a:lnTo>
                    <a:pt x="4462086" y="2103286"/>
                  </a:lnTo>
                  <a:lnTo>
                    <a:pt x="4461241" y="2103286"/>
                  </a:lnTo>
                  <a:lnTo>
                    <a:pt x="4460396" y="2103286"/>
                  </a:lnTo>
                  <a:lnTo>
                    <a:pt x="4459551" y="2103286"/>
                  </a:lnTo>
                  <a:lnTo>
                    <a:pt x="4458706" y="2103286"/>
                  </a:lnTo>
                  <a:lnTo>
                    <a:pt x="4457860" y="2103286"/>
                  </a:lnTo>
                  <a:lnTo>
                    <a:pt x="4457015" y="2103286"/>
                  </a:lnTo>
                  <a:lnTo>
                    <a:pt x="4456170" y="2103286"/>
                  </a:lnTo>
                  <a:lnTo>
                    <a:pt x="4455325" y="2103286"/>
                  </a:lnTo>
                  <a:lnTo>
                    <a:pt x="4454480" y="2103286"/>
                  </a:lnTo>
                  <a:lnTo>
                    <a:pt x="4453635" y="2103286"/>
                  </a:lnTo>
                  <a:lnTo>
                    <a:pt x="4452790" y="2103286"/>
                  </a:lnTo>
                  <a:lnTo>
                    <a:pt x="4451945" y="2103286"/>
                  </a:lnTo>
                  <a:lnTo>
                    <a:pt x="4451100" y="2103286"/>
                  </a:lnTo>
                  <a:lnTo>
                    <a:pt x="4450255" y="2103286"/>
                  </a:lnTo>
                  <a:lnTo>
                    <a:pt x="4449410" y="2103286"/>
                  </a:lnTo>
                  <a:lnTo>
                    <a:pt x="4448564" y="2103286"/>
                  </a:lnTo>
                  <a:lnTo>
                    <a:pt x="4447719" y="2103286"/>
                  </a:lnTo>
                  <a:lnTo>
                    <a:pt x="4446874" y="2103286"/>
                  </a:lnTo>
                  <a:lnTo>
                    <a:pt x="4446029" y="2103286"/>
                  </a:lnTo>
                  <a:lnTo>
                    <a:pt x="4445184" y="2103286"/>
                  </a:lnTo>
                  <a:lnTo>
                    <a:pt x="4444339" y="2103286"/>
                  </a:lnTo>
                  <a:lnTo>
                    <a:pt x="4443494" y="2103286"/>
                  </a:lnTo>
                  <a:lnTo>
                    <a:pt x="4442649" y="2103286"/>
                  </a:lnTo>
                  <a:lnTo>
                    <a:pt x="4441804" y="2103286"/>
                  </a:lnTo>
                  <a:lnTo>
                    <a:pt x="4440959" y="2103286"/>
                  </a:lnTo>
                  <a:lnTo>
                    <a:pt x="4440114" y="2103286"/>
                  </a:lnTo>
                  <a:lnTo>
                    <a:pt x="4439268" y="2103286"/>
                  </a:lnTo>
                  <a:lnTo>
                    <a:pt x="4438423" y="2103286"/>
                  </a:lnTo>
                  <a:lnTo>
                    <a:pt x="4437578" y="2103286"/>
                  </a:lnTo>
                  <a:lnTo>
                    <a:pt x="4436733" y="2103286"/>
                  </a:lnTo>
                  <a:lnTo>
                    <a:pt x="4435888" y="2103286"/>
                  </a:lnTo>
                  <a:lnTo>
                    <a:pt x="4435043" y="2103286"/>
                  </a:lnTo>
                  <a:lnTo>
                    <a:pt x="4434198" y="2103286"/>
                  </a:lnTo>
                  <a:lnTo>
                    <a:pt x="4433353" y="2103286"/>
                  </a:lnTo>
                  <a:lnTo>
                    <a:pt x="4432508" y="2103286"/>
                  </a:lnTo>
                  <a:lnTo>
                    <a:pt x="4431663" y="2103286"/>
                  </a:lnTo>
                  <a:lnTo>
                    <a:pt x="4430818" y="2103286"/>
                  </a:lnTo>
                  <a:lnTo>
                    <a:pt x="4429972" y="2103286"/>
                  </a:lnTo>
                  <a:lnTo>
                    <a:pt x="4429127" y="2103286"/>
                  </a:lnTo>
                  <a:lnTo>
                    <a:pt x="4428282" y="2103286"/>
                  </a:lnTo>
                  <a:lnTo>
                    <a:pt x="4427437" y="2103286"/>
                  </a:lnTo>
                  <a:lnTo>
                    <a:pt x="4426592" y="2103286"/>
                  </a:lnTo>
                  <a:lnTo>
                    <a:pt x="4425747" y="2103286"/>
                  </a:lnTo>
                  <a:lnTo>
                    <a:pt x="4424902" y="2103286"/>
                  </a:lnTo>
                  <a:lnTo>
                    <a:pt x="4424057" y="2103286"/>
                  </a:lnTo>
                  <a:lnTo>
                    <a:pt x="4423212" y="2103286"/>
                  </a:lnTo>
                  <a:lnTo>
                    <a:pt x="4422367" y="2103286"/>
                  </a:lnTo>
                  <a:lnTo>
                    <a:pt x="4421522" y="2103286"/>
                  </a:lnTo>
                  <a:lnTo>
                    <a:pt x="4420676" y="2103286"/>
                  </a:lnTo>
                  <a:lnTo>
                    <a:pt x="4419831" y="2103286"/>
                  </a:lnTo>
                  <a:lnTo>
                    <a:pt x="4418986" y="2103286"/>
                  </a:lnTo>
                  <a:lnTo>
                    <a:pt x="4418141" y="2103286"/>
                  </a:lnTo>
                  <a:lnTo>
                    <a:pt x="4417296" y="2103286"/>
                  </a:lnTo>
                  <a:lnTo>
                    <a:pt x="4416451" y="2103286"/>
                  </a:lnTo>
                  <a:lnTo>
                    <a:pt x="4415606" y="2103286"/>
                  </a:lnTo>
                  <a:lnTo>
                    <a:pt x="4414761" y="2103286"/>
                  </a:lnTo>
                  <a:lnTo>
                    <a:pt x="4413916" y="2103286"/>
                  </a:lnTo>
                  <a:lnTo>
                    <a:pt x="4413071" y="2103286"/>
                  </a:lnTo>
                  <a:lnTo>
                    <a:pt x="4412226" y="2103286"/>
                  </a:lnTo>
                  <a:lnTo>
                    <a:pt x="4411380" y="2103286"/>
                  </a:lnTo>
                  <a:lnTo>
                    <a:pt x="4410535" y="2103286"/>
                  </a:lnTo>
                  <a:lnTo>
                    <a:pt x="4409690" y="2103286"/>
                  </a:lnTo>
                  <a:lnTo>
                    <a:pt x="4408845" y="2103286"/>
                  </a:lnTo>
                  <a:lnTo>
                    <a:pt x="4408000" y="2103286"/>
                  </a:lnTo>
                  <a:lnTo>
                    <a:pt x="4407155" y="2103286"/>
                  </a:lnTo>
                  <a:lnTo>
                    <a:pt x="4406310" y="2103286"/>
                  </a:lnTo>
                  <a:lnTo>
                    <a:pt x="4405465" y="2103286"/>
                  </a:lnTo>
                  <a:lnTo>
                    <a:pt x="4404620" y="2103286"/>
                  </a:lnTo>
                  <a:lnTo>
                    <a:pt x="4403775" y="2103286"/>
                  </a:lnTo>
                  <a:lnTo>
                    <a:pt x="4402929" y="2103286"/>
                  </a:lnTo>
                  <a:lnTo>
                    <a:pt x="4402084" y="2103286"/>
                  </a:lnTo>
                  <a:lnTo>
                    <a:pt x="4401239" y="2103286"/>
                  </a:lnTo>
                  <a:lnTo>
                    <a:pt x="4400394" y="2103286"/>
                  </a:lnTo>
                  <a:lnTo>
                    <a:pt x="4399549" y="2103286"/>
                  </a:lnTo>
                  <a:lnTo>
                    <a:pt x="4398704" y="2103286"/>
                  </a:lnTo>
                  <a:lnTo>
                    <a:pt x="4397859" y="2103286"/>
                  </a:lnTo>
                  <a:lnTo>
                    <a:pt x="4397014" y="2103286"/>
                  </a:lnTo>
                  <a:lnTo>
                    <a:pt x="4396169" y="2103286"/>
                  </a:lnTo>
                  <a:lnTo>
                    <a:pt x="4395324" y="2103286"/>
                  </a:lnTo>
                  <a:lnTo>
                    <a:pt x="4394479" y="2103286"/>
                  </a:lnTo>
                  <a:lnTo>
                    <a:pt x="4393633" y="2103286"/>
                  </a:lnTo>
                  <a:lnTo>
                    <a:pt x="4392788" y="2103286"/>
                  </a:lnTo>
                  <a:lnTo>
                    <a:pt x="4391943" y="2103286"/>
                  </a:lnTo>
                  <a:lnTo>
                    <a:pt x="4391098" y="2103286"/>
                  </a:lnTo>
                  <a:lnTo>
                    <a:pt x="4390253" y="2103286"/>
                  </a:lnTo>
                  <a:lnTo>
                    <a:pt x="4389408" y="2103286"/>
                  </a:lnTo>
                  <a:lnTo>
                    <a:pt x="4388563" y="2103286"/>
                  </a:lnTo>
                  <a:lnTo>
                    <a:pt x="4387718" y="2103286"/>
                  </a:lnTo>
                  <a:lnTo>
                    <a:pt x="4386873" y="2103286"/>
                  </a:lnTo>
                  <a:lnTo>
                    <a:pt x="4386028" y="2103286"/>
                  </a:lnTo>
                  <a:lnTo>
                    <a:pt x="4385183" y="2103286"/>
                  </a:lnTo>
                  <a:lnTo>
                    <a:pt x="4384337" y="2103286"/>
                  </a:lnTo>
                  <a:lnTo>
                    <a:pt x="4383492" y="2103286"/>
                  </a:lnTo>
                  <a:lnTo>
                    <a:pt x="4382647" y="2103286"/>
                  </a:lnTo>
                  <a:lnTo>
                    <a:pt x="4381802" y="2103286"/>
                  </a:lnTo>
                  <a:lnTo>
                    <a:pt x="4380957" y="2103286"/>
                  </a:lnTo>
                  <a:lnTo>
                    <a:pt x="4380112" y="2103286"/>
                  </a:lnTo>
                  <a:lnTo>
                    <a:pt x="4379267" y="2103286"/>
                  </a:lnTo>
                  <a:lnTo>
                    <a:pt x="4378422" y="2103286"/>
                  </a:lnTo>
                  <a:lnTo>
                    <a:pt x="4377577" y="2103286"/>
                  </a:lnTo>
                  <a:lnTo>
                    <a:pt x="4376732" y="2103286"/>
                  </a:lnTo>
                  <a:lnTo>
                    <a:pt x="4375887" y="2103286"/>
                  </a:lnTo>
                  <a:lnTo>
                    <a:pt x="4375041" y="2103286"/>
                  </a:lnTo>
                  <a:lnTo>
                    <a:pt x="4374196" y="2103286"/>
                  </a:lnTo>
                  <a:lnTo>
                    <a:pt x="4373351" y="2103286"/>
                  </a:lnTo>
                  <a:lnTo>
                    <a:pt x="4372506" y="2103286"/>
                  </a:lnTo>
                  <a:lnTo>
                    <a:pt x="4371661" y="2103286"/>
                  </a:lnTo>
                  <a:lnTo>
                    <a:pt x="4370816" y="2103286"/>
                  </a:lnTo>
                  <a:lnTo>
                    <a:pt x="4369971" y="2103286"/>
                  </a:lnTo>
                  <a:lnTo>
                    <a:pt x="4369126" y="2103286"/>
                  </a:lnTo>
                  <a:lnTo>
                    <a:pt x="4368281" y="2103286"/>
                  </a:lnTo>
                  <a:lnTo>
                    <a:pt x="4367436" y="2103286"/>
                  </a:lnTo>
                  <a:lnTo>
                    <a:pt x="4366591" y="2103286"/>
                  </a:lnTo>
                  <a:lnTo>
                    <a:pt x="4365745" y="2103286"/>
                  </a:lnTo>
                  <a:lnTo>
                    <a:pt x="4364900" y="2103286"/>
                  </a:lnTo>
                  <a:lnTo>
                    <a:pt x="4364055" y="2103286"/>
                  </a:lnTo>
                  <a:lnTo>
                    <a:pt x="4363210" y="2103286"/>
                  </a:lnTo>
                  <a:lnTo>
                    <a:pt x="4362365" y="2103286"/>
                  </a:lnTo>
                  <a:lnTo>
                    <a:pt x="4361520" y="2103286"/>
                  </a:lnTo>
                  <a:lnTo>
                    <a:pt x="4360675" y="2103286"/>
                  </a:lnTo>
                  <a:lnTo>
                    <a:pt x="4359830" y="2103286"/>
                  </a:lnTo>
                  <a:lnTo>
                    <a:pt x="4358985" y="2103286"/>
                  </a:lnTo>
                  <a:lnTo>
                    <a:pt x="4358140" y="2103286"/>
                  </a:lnTo>
                  <a:lnTo>
                    <a:pt x="4357295" y="2103286"/>
                  </a:lnTo>
                  <a:lnTo>
                    <a:pt x="4356449" y="2103286"/>
                  </a:lnTo>
                  <a:lnTo>
                    <a:pt x="4355604" y="2103286"/>
                  </a:lnTo>
                  <a:lnTo>
                    <a:pt x="4354759" y="2103286"/>
                  </a:lnTo>
                  <a:lnTo>
                    <a:pt x="4353914" y="2103286"/>
                  </a:lnTo>
                  <a:lnTo>
                    <a:pt x="4353069" y="2103286"/>
                  </a:lnTo>
                  <a:lnTo>
                    <a:pt x="4352224" y="2103286"/>
                  </a:lnTo>
                  <a:lnTo>
                    <a:pt x="4351379" y="2103286"/>
                  </a:lnTo>
                  <a:lnTo>
                    <a:pt x="4350534" y="2103286"/>
                  </a:lnTo>
                  <a:lnTo>
                    <a:pt x="4349689" y="2103286"/>
                  </a:lnTo>
                  <a:lnTo>
                    <a:pt x="4348844" y="2103286"/>
                  </a:lnTo>
                  <a:lnTo>
                    <a:pt x="4347999" y="2103286"/>
                  </a:lnTo>
                  <a:lnTo>
                    <a:pt x="4347153" y="2103286"/>
                  </a:lnTo>
                  <a:lnTo>
                    <a:pt x="4346308" y="2103286"/>
                  </a:lnTo>
                  <a:lnTo>
                    <a:pt x="4345463" y="2103286"/>
                  </a:lnTo>
                  <a:lnTo>
                    <a:pt x="4344618" y="2103286"/>
                  </a:lnTo>
                  <a:lnTo>
                    <a:pt x="4343773" y="2103286"/>
                  </a:lnTo>
                  <a:lnTo>
                    <a:pt x="4342928" y="2103286"/>
                  </a:lnTo>
                  <a:lnTo>
                    <a:pt x="4342083" y="2103286"/>
                  </a:lnTo>
                  <a:lnTo>
                    <a:pt x="4341238" y="2103286"/>
                  </a:lnTo>
                  <a:lnTo>
                    <a:pt x="4340393" y="2103286"/>
                  </a:lnTo>
                  <a:lnTo>
                    <a:pt x="4339548" y="2103286"/>
                  </a:lnTo>
                  <a:lnTo>
                    <a:pt x="4338702" y="2103286"/>
                  </a:lnTo>
                  <a:lnTo>
                    <a:pt x="4337857" y="2103286"/>
                  </a:lnTo>
                  <a:lnTo>
                    <a:pt x="4337012" y="2103286"/>
                  </a:lnTo>
                  <a:lnTo>
                    <a:pt x="4336167" y="2103286"/>
                  </a:lnTo>
                  <a:lnTo>
                    <a:pt x="4335322" y="2103286"/>
                  </a:lnTo>
                  <a:lnTo>
                    <a:pt x="4334477" y="2103286"/>
                  </a:lnTo>
                  <a:lnTo>
                    <a:pt x="4333632" y="2103286"/>
                  </a:lnTo>
                  <a:lnTo>
                    <a:pt x="4332787" y="2103286"/>
                  </a:lnTo>
                  <a:lnTo>
                    <a:pt x="4331942" y="2103286"/>
                  </a:lnTo>
                  <a:lnTo>
                    <a:pt x="4331097" y="2103286"/>
                  </a:lnTo>
                  <a:lnTo>
                    <a:pt x="4330252" y="2103286"/>
                  </a:lnTo>
                  <a:lnTo>
                    <a:pt x="4329406" y="2103286"/>
                  </a:lnTo>
                  <a:lnTo>
                    <a:pt x="4328561" y="2103286"/>
                  </a:lnTo>
                  <a:lnTo>
                    <a:pt x="4327716" y="2103286"/>
                  </a:lnTo>
                  <a:lnTo>
                    <a:pt x="4326871" y="2103286"/>
                  </a:lnTo>
                  <a:lnTo>
                    <a:pt x="4326026" y="2103286"/>
                  </a:lnTo>
                  <a:lnTo>
                    <a:pt x="4325181" y="2103286"/>
                  </a:lnTo>
                  <a:lnTo>
                    <a:pt x="4324336" y="2103286"/>
                  </a:lnTo>
                  <a:lnTo>
                    <a:pt x="4323491" y="2103286"/>
                  </a:lnTo>
                  <a:lnTo>
                    <a:pt x="4322646" y="2103286"/>
                  </a:lnTo>
                  <a:lnTo>
                    <a:pt x="4321801" y="2103286"/>
                  </a:lnTo>
                  <a:lnTo>
                    <a:pt x="4320956" y="2103286"/>
                  </a:lnTo>
                  <a:lnTo>
                    <a:pt x="4320110" y="2103286"/>
                  </a:lnTo>
                  <a:lnTo>
                    <a:pt x="4319265" y="2103286"/>
                  </a:lnTo>
                  <a:lnTo>
                    <a:pt x="4318420" y="2103286"/>
                  </a:lnTo>
                  <a:lnTo>
                    <a:pt x="4317575" y="2103286"/>
                  </a:lnTo>
                  <a:lnTo>
                    <a:pt x="4316730" y="2103286"/>
                  </a:lnTo>
                  <a:lnTo>
                    <a:pt x="4315885" y="2103286"/>
                  </a:lnTo>
                  <a:lnTo>
                    <a:pt x="4315040" y="2103286"/>
                  </a:lnTo>
                  <a:lnTo>
                    <a:pt x="4314195" y="2103286"/>
                  </a:lnTo>
                  <a:lnTo>
                    <a:pt x="4313350" y="2103286"/>
                  </a:lnTo>
                  <a:lnTo>
                    <a:pt x="4312505" y="2103286"/>
                  </a:lnTo>
                  <a:lnTo>
                    <a:pt x="4311660" y="2103286"/>
                  </a:lnTo>
                  <a:lnTo>
                    <a:pt x="4310814" y="2103286"/>
                  </a:lnTo>
                  <a:lnTo>
                    <a:pt x="4309969" y="2103286"/>
                  </a:lnTo>
                  <a:lnTo>
                    <a:pt x="4309124" y="2103286"/>
                  </a:lnTo>
                  <a:lnTo>
                    <a:pt x="4308279" y="2103286"/>
                  </a:lnTo>
                  <a:lnTo>
                    <a:pt x="4307434" y="2103286"/>
                  </a:lnTo>
                  <a:lnTo>
                    <a:pt x="4306589" y="2103286"/>
                  </a:lnTo>
                  <a:lnTo>
                    <a:pt x="4305744" y="2103286"/>
                  </a:lnTo>
                  <a:lnTo>
                    <a:pt x="4304899" y="2103286"/>
                  </a:lnTo>
                  <a:lnTo>
                    <a:pt x="4304054" y="2103286"/>
                  </a:lnTo>
                  <a:lnTo>
                    <a:pt x="4303209" y="2103286"/>
                  </a:lnTo>
                  <a:lnTo>
                    <a:pt x="4302364" y="2103286"/>
                  </a:lnTo>
                  <a:lnTo>
                    <a:pt x="4301518" y="2103286"/>
                  </a:lnTo>
                  <a:lnTo>
                    <a:pt x="4300673" y="2103286"/>
                  </a:lnTo>
                  <a:lnTo>
                    <a:pt x="4299828" y="2103286"/>
                  </a:lnTo>
                  <a:lnTo>
                    <a:pt x="4298983" y="2103286"/>
                  </a:lnTo>
                  <a:lnTo>
                    <a:pt x="4298138" y="2103286"/>
                  </a:lnTo>
                  <a:lnTo>
                    <a:pt x="4297293" y="2103286"/>
                  </a:lnTo>
                  <a:lnTo>
                    <a:pt x="4296448" y="2103286"/>
                  </a:lnTo>
                  <a:lnTo>
                    <a:pt x="4295603" y="2103286"/>
                  </a:lnTo>
                  <a:lnTo>
                    <a:pt x="4294758" y="2103286"/>
                  </a:lnTo>
                  <a:lnTo>
                    <a:pt x="4293913" y="2103286"/>
                  </a:lnTo>
                  <a:lnTo>
                    <a:pt x="4293068" y="2103286"/>
                  </a:lnTo>
                  <a:lnTo>
                    <a:pt x="4292222" y="2103286"/>
                  </a:lnTo>
                  <a:lnTo>
                    <a:pt x="4291377" y="2103286"/>
                  </a:lnTo>
                  <a:lnTo>
                    <a:pt x="4290532" y="2103286"/>
                  </a:lnTo>
                  <a:lnTo>
                    <a:pt x="4289687" y="2103286"/>
                  </a:lnTo>
                  <a:lnTo>
                    <a:pt x="4288842" y="2103286"/>
                  </a:lnTo>
                  <a:lnTo>
                    <a:pt x="4287997" y="2103286"/>
                  </a:lnTo>
                  <a:lnTo>
                    <a:pt x="4287152" y="2103286"/>
                  </a:lnTo>
                  <a:lnTo>
                    <a:pt x="4286307" y="2103286"/>
                  </a:lnTo>
                  <a:lnTo>
                    <a:pt x="4285462" y="2103286"/>
                  </a:lnTo>
                  <a:lnTo>
                    <a:pt x="4284617" y="2103286"/>
                  </a:lnTo>
                  <a:lnTo>
                    <a:pt x="4283771" y="2103286"/>
                  </a:lnTo>
                  <a:lnTo>
                    <a:pt x="4282926" y="2103286"/>
                  </a:lnTo>
                  <a:lnTo>
                    <a:pt x="4282081" y="2103286"/>
                  </a:lnTo>
                  <a:lnTo>
                    <a:pt x="4281236" y="2103286"/>
                  </a:lnTo>
                  <a:lnTo>
                    <a:pt x="4280391" y="2103286"/>
                  </a:lnTo>
                  <a:lnTo>
                    <a:pt x="4279546" y="2103286"/>
                  </a:lnTo>
                  <a:lnTo>
                    <a:pt x="4278701" y="2103286"/>
                  </a:lnTo>
                  <a:lnTo>
                    <a:pt x="4277856" y="2103286"/>
                  </a:lnTo>
                  <a:lnTo>
                    <a:pt x="4277011" y="2103286"/>
                  </a:lnTo>
                  <a:lnTo>
                    <a:pt x="4276166" y="2103286"/>
                  </a:lnTo>
                  <a:lnTo>
                    <a:pt x="4275321" y="2103286"/>
                  </a:lnTo>
                  <a:lnTo>
                    <a:pt x="4274475" y="2103286"/>
                  </a:lnTo>
                  <a:lnTo>
                    <a:pt x="4273630" y="2103286"/>
                  </a:lnTo>
                  <a:lnTo>
                    <a:pt x="4272785" y="2103286"/>
                  </a:lnTo>
                  <a:lnTo>
                    <a:pt x="4271940" y="2103286"/>
                  </a:lnTo>
                  <a:lnTo>
                    <a:pt x="4271095" y="2103286"/>
                  </a:lnTo>
                  <a:lnTo>
                    <a:pt x="4270250" y="2103286"/>
                  </a:lnTo>
                  <a:lnTo>
                    <a:pt x="4269405" y="2103286"/>
                  </a:lnTo>
                  <a:lnTo>
                    <a:pt x="4268560" y="2103286"/>
                  </a:lnTo>
                  <a:lnTo>
                    <a:pt x="4267715" y="2103286"/>
                  </a:lnTo>
                  <a:lnTo>
                    <a:pt x="4266870" y="2103286"/>
                  </a:lnTo>
                  <a:lnTo>
                    <a:pt x="4266025" y="2103286"/>
                  </a:lnTo>
                  <a:lnTo>
                    <a:pt x="4265179" y="2103286"/>
                  </a:lnTo>
                  <a:lnTo>
                    <a:pt x="4264334" y="2103286"/>
                  </a:lnTo>
                  <a:lnTo>
                    <a:pt x="4263489" y="2103286"/>
                  </a:lnTo>
                  <a:lnTo>
                    <a:pt x="4262644" y="2103286"/>
                  </a:lnTo>
                  <a:lnTo>
                    <a:pt x="4261799" y="2103286"/>
                  </a:lnTo>
                  <a:lnTo>
                    <a:pt x="4260954" y="2103286"/>
                  </a:lnTo>
                  <a:lnTo>
                    <a:pt x="4260109" y="2103286"/>
                  </a:lnTo>
                  <a:lnTo>
                    <a:pt x="4259264" y="2103286"/>
                  </a:lnTo>
                  <a:lnTo>
                    <a:pt x="4258419" y="2103286"/>
                  </a:lnTo>
                  <a:lnTo>
                    <a:pt x="4257574" y="2103286"/>
                  </a:lnTo>
                  <a:lnTo>
                    <a:pt x="4256729" y="2103286"/>
                  </a:lnTo>
                  <a:lnTo>
                    <a:pt x="4255883" y="2103286"/>
                  </a:lnTo>
                  <a:lnTo>
                    <a:pt x="4255038" y="2103286"/>
                  </a:lnTo>
                  <a:lnTo>
                    <a:pt x="4254193" y="2103286"/>
                  </a:lnTo>
                  <a:lnTo>
                    <a:pt x="4253348" y="2103286"/>
                  </a:lnTo>
                  <a:lnTo>
                    <a:pt x="4252503" y="2103286"/>
                  </a:lnTo>
                  <a:lnTo>
                    <a:pt x="4251658" y="2103286"/>
                  </a:lnTo>
                  <a:lnTo>
                    <a:pt x="4250813" y="2103286"/>
                  </a:lnTo>
                  <a:lnTo>
                    <a:pt x="4249968" y="2103286"/>
                  </a:lnTo>
                  <a:lnTo>
                    <a:pt x="4249123" y="2103286"/>
                  </a:lnTo>
                  <a:lnTo>
                    <a:pt x="4248278" y="2103286"/>
                  </a:lnTo>
                  <a:lnTo>
                    <a:pt x="4247433" y="2103286"/>
                  </a:lnTo>
                  <a:lnTo>
                    <a:pt x="4246587" y="2103286"/>
                  </a:lnTo>
                  <a:lnTo>
                    <a:pt x="4245742" y="2103286"/>
                  </a:lnTo>
                  <a:lnTo>
                    <a:pt x="4244897" y="2103286"/>
                  </a:lnTo>
                  <a:lnTo>
                    <a:pt x="4244052" y="2103286"/>
                  </a:lnTo>
                  <a:lnTo>
                    <a:pt x="4243207" y="2103286"/>
                  </a:lnTo>
                  <a:lnTo>
                    <a:pt x="4242362" y="2103286"/>
                  </a:lnTo>
                  <a:lnTo>
                    <a:pt x="4241517" y="2103286"/>
                  </a:lnTo>
                  <a:lnTo>
                    <a:pt x="4240672" y="2103286"/>
                  </a:lnTo>
                  <a:lnTo>
                    <a:pt x="4239827" y="2103286"/>
                  </a:lnTo>
                  <a:lnTo>
                    <a:pt x="4238982" y="2103286"/>
                  </a:lnTo>
                  <a:lnTo>
                    <a:pt x="4238137" y="2103286"/>
                  </a:lnTo>
                  <a:lnTo>
                    <a:pt x="4237291" y="2103286"/>
                  </a:lnTo>
                  <a:lnTo>
                    <a:pt x="4236446" y="2103286"/>
                  </a:lnTo>
                  <a:lnTo>
                    <a:pt x="4235601" y="2103286"/>
                  </a:lnTo>
                  <a:lnTo>
                    <a:pt x="4234756" y="2103286"/>
                  </a:lnTo>
                  <a:lnTo>
                    <a:pt x="4233911" y="2103286"/>
                  </a:lnTo>
                  <a:lnTo>
                    <a:pt x="4233066" y="2103286"/>
                  </a:lnTo>
                  <a:lnTo>
                    <a:pt x="4232221" y="2103286"/>
                  </a:lnTo>
                  <a:lnTo>
                    <a:pt x="4231376" y="2103286"/>
                  </a:lnTo>
                  <a:lnTo>
                    <a:pt x="4230531" y="2103286"/>
                  </a:lnTo>
                  <a:lnTo>
                    <a:pt x="4229686" y="2103286"/>
                  </a:lnTo>
                  <a:lnTo>
                    <a:pt x="4228841" y="2103286"/>
                  </a:lnTo>
                  <a:lnTo>
                    <a:pt x="4227995" y="2103286"/>
                  </a:lnTo>
                  <a:lnTo>
                    <a:pt x="4227150" y="2103286"/>
                  </a:lnTo>
                  <a:lnTo>
                    <a:pt x="4226305" y="2103286"/>
                  </a:lnTo>
                  <a:lnTo>
                    <a:pt x="4225460" y="2103286"/>
                  </a:lnTo>
                  <a:lnTo>
                    <a:pt x="4224615" y="2103286"/>
                  </a:lnTo>
                  <a:lnTo>
                    <a:pt x="4223770" y="2103286"/>
                  </a:lnTo>
                  <a:lnTo>
                    <a:pt x="4222925" y="2103286"/>
                  </a:lnTo>
                  <a:lnTo>
                    <a:pt x="4222080" y="2103286"/>
                  </a:lnTo>
                  <a:lnTo>
                    <a:pt x="4221235" y="2103286"/>
                  </a:lnTo>
                  <a:lnTo>
                    <a:pt x="4220390" y="2103286"/>
                  </a:lnTo>
                  <a:lnTo>
                    <a:pt x="4219544" y="2103286"/>
                  </a:lnTo>
                  <a:lnTo>
                    <a:pt x="4218699" y="2103286"/>
                  </a:lnTo>
                  <a:lnTo>
                    <a:pt x="4217854" y="2103286"/>
                  </a:lnTo>
                  <a:lnTo>
                    <a:pt x="4217009" y="2103286"/>
                  </a:lnTo>
                  <a:lnTo>
                    <a:pt x="4216164" y="2103286"/>
                  </a:lnTo>
                  <a:lnTo>
                    <a:pt x="4215319" y="2103286"/>
                  </a:lnTo>
                  <a:lnTo>
                    <a:pt x="4214474" y="2103286"/>
                  </a:lnTo>
                  <a:lnTo>
                    <a:pt x="4213629" y="2103286"/>
                  </a:lnTo>
                  <a:lnTo>
                    <a:pt x="4212784" y="2103286"/>
                  </a:lnTo>
                  <a:lnTo>
                    <a:pt x="4211939" y="2103286"/>
                  </a:lnTo>
                  <a:lnTo>
                    <a:pt x="4211094" y="2103286"/>
                  </a:lnTo>
                  <a:lnTo>
                    <a:pt x="4210248" y="2103286"/>
                  </a:lnTo>
                  <a:lnTo>
                    <a:pt x="4209403" y="2103286"/>
                  </a:lnTo>
                  <a:lnTo>
                    <a:pt x="4208558" y="2103286"/>
                  </a:lnTo>
                  <a:lnTo>
                    <a:pt x="4207713" y="2103286"/>
                  </a:lnTo>
                  <a:lnTo>
                    <a:pt x="4206868" y="2103286"/>
                  </a:lnTo>
                  <a:lnTo>
                    <a:pt x="4206023" y="2103286"/>
                  </a:lnTo>
                  <a:lnTo>
                    <a:pt x="4205178" y="2103286"/>
                  </a:lnTo>
                  <a:lnTo>
                    <a:pt x="4204333" y="2103286"/>
                  </a:lnTo>
                  <a:lnTo>
                    <a:pt x="4203488" y="2103286"/>
                  </a:lnTo>
                  <a:lnTo>
                    <a:pt x="4202643" y="2103286"/>
                  </a:lnTo>
                  <a:lnTo>
                    <a:pt x="4201798" y="2103286"/>
                  </a:lnTo>
                  <a:lnTo>
                    <a:pt x="4200952" y="2103286"/>
                  </a:lnTo>
                  <a:lnTo>
                    <a:pt x="4200107" y="2103286"/>
                  </a:lnTo>
                  <a:lnTo>
                    <a:pt x="4199262" y="2103286"/>
                  </a:lnTo>
                  <a:lnTo>
                    <a:pt x="4198417" y="2103286"/>
                  </a:lnTo>
                  <a:lnTo>
                    <a:pt x="4197572" y="2103286"/>
                  </a:lnTo>
                  <a:lnTo>
                    <a:pt x="4196727" y="2103286"/>
                  </a:lnTo>
                  <a:lnTo>
                    <a:pt x="4195882" y="2103286"/>
                  </a:lnTo>
                  <a:lnTo>
                    <a:pt x="4195037" y="2103286"/>
                  </a:lnTo>
                  <a:lnTo>
                    <a:pt x="4194192" y="2103286"/>
                  </a:lnTo>
                  <a:lnTo>
                    <a:pt x="4193347" y="2103286"/>
                  </a:lnTo>
                  <a:lnTo>
                    <a:pt x="4192502" y="2103286"/>
                  </a:lnTo>
                  <a:lnTo>
                    <a:pt x="4191656" y="2103286"/>
                  </a:lnTo>
                  <a:lnTo>
                    <a:pt x="4190811" y="2103286"/>
                  </a:lnTo>
                  <a:lnTo>
                    <a:pt x="4189966" y="2103286"/>
                  </a:lnTo>
                  <a:lnTo>
                    <a:pt x="4189121" y="2103286"/>
                  </a:lnTo>
                  <a:lnTo>
                    <a:pt x="4188276" y="2103286"/>
                  </a:lnTo>
                  <a:lnTo>
                    <a:pt x="4187431" y="2103286"/>
                  </a:lnTo>
                  <a:lnTo>
                    <a:pt x="4186586" y="2103286"/>
                  </a:lnTo>
                  <a:lnTo>
                    <a:pt x="4185741" y="2103286"/>
                  </a:lnTo>
                  <a:lnTo>
                    <a:pt x="4184896" y="2103286"/>
                  </a:lnTo>
                  <a:lnTo>
                    <a:pt x="4184051" y="2103286"/>
                  </a:lnTo>
                  <a:lnTo>
                    <a:pt x="4183206" y="2103286"/>
                  </a:lnTo>
                  <a:lnTo>
                    <a:pt x="4182360" y="2103286"/>
                  </a:lnTo>
                  <a:lnTo>
                    <a:pt x="4181515" y="2103286"/>
                  </a:lnTo>
                  <a:lnTo>
                    <a:pt x="4180670" y="2103286"/>
                  </a:lnTo>
                  <a:lnTo>
                    <a:pt x="4179825" y="2103286"/>
                  </a:lnTo>
                  <a:lnTo>
                    <a:pt x="4178980" y="2103286"/>
                  </a:lnTo>
                  <a:lnTo>
                    <a:pt x="4178135" y="2103286"/>
                  </a:lnTo>
                  <a:lnTo>
                    <a:pt x="4177290" y="2103286"/>
                  </a:lnTo>
                  <a:lnTo>
                    <a:pt x="4176445" y="2103286"/>
                  </a:lnTo>
                  <a:lnTo>
                    <a:pt x="4175600" y="2103286"/>
                  </a:lnTo>
                  <a:lnTo>
                    <a:pt x="4174755" y="2103286"/>
                  </a:lnTo>
                  <a:lnTo>
                    <a:pt x="4173910" y="2103286"/>
                  </a:lnTo>
                  <a:lnTo>
                    <a:pt x="4173064" y="2103286"/>
                  </a:lnTo>
                  <a:lnTo>
                    <a:pt x="4172219" y="2103286"/>
                  </a:lnTo>
                  <a:lnTo>
                    <a:pt x="4171374" y="2103286"/>
                  </a:lnTo>
                  <a:lnTo>
                    <a:pt x="4170529" y="2103286"/>
                  </a:lnTo>
                  <a:lnTo>
                    <a:pt x="4169684" y="2103286"/>
                  </a:lnTo>
                  <a:lnTo>
                    <a:pt x="4168839" y="2103286"/>
                  </a:lnTo>
                  <a:lnTo>
                    <a:pt x="4167994" y="2103286"/>
                  </a:lnTo>
                  <a:lnTo>
                    <a:pt x="4167149" y="2103286"/>
                  </a:lnTo>
                  <a:lnTo>
                    <a:pt x="4166304" y="2103286"/>
                  </a:lnTo>
                  <a:lnTo>
                    <a:pt x="4165459" y="2103286"/>
                  </a:lnTo>
                  <a:lnTo>
                    <a:pt x="4164614" y="2103286"/>
                  </a:lnTo>
                  <a:lnTo>
                    <a:pt x="4163768" y="2103286"/>
                  </a:lnTo>
                  <a:lnTo>
                    <a:pt x="4162923" y="2103286"/>
                  </a:lnTo>
                  <a:lnTo>
                    <a:pt x="4162078" y="2103286"/>
                  </a:lnTo>
                  <a:lnTo>
                    <a:pt x="4161233" y="2103286"/>
                  </a:lnTo>
                  <a:lnTo>
                    <a:pt x="4160388" y="2103286"/>
                  </a:lnTo>
                  <a:lnTo>
                    <a:pt x="4159543" y="2103286"/>
                  </a:lnTo>
                  <a:lnTo>
                    <a:pt x="4158698" y="2103286"/>
                  </a:lnTo>
                  <a:lnTo>
                    <a:pt x="4157853" y="2103286"/>
                  </a:lnTo>
                  <a:lnTo>
                    <a:pt x="4157008" y="2103286"/>
                  </a:lnTo>
                  <a:lnTo>
                    <a:pt x="4156163" y="2103286"/>
                  </a:lnTo>
                  <a:lnTo>
                    <a:pt x="4155317" y="2103286"/>
                  </a:lnTo>
                  <a:lnTo>
                    <a:pt x="4154472" y="2103286"/>
                  </a:lnTo>
                  <a:lnTo>
                    <a:pt x="4153627" y="2103286"/>
                  </a:lnTo>
                  <a:lnTo>
                    <a:pt x="4152782" y="2103286"/>
                  </a:lnTo>
                  <a:lnTo>
                    <a:pt x="4151937" y="2103286"/>
                  </a:lnTo>
                  <a:lnTo>
                    <a:pt x="4151092" y="2103286"/>
                  </a:lnTo>
                  <a:lnTo>
                    <a:pt x="4150247" y="2103286"/>
                  </a:lnTo>
                  <a:lnTo>
                    <a:pt x="4149402" y="2103286"/>
                  </a:lnTo>
                  <a:lnTo>
                    <a:pt x="4148557" y="2103286"/>
                  </a:lnTo>
                  <a:lnTo>
                    <a:pt x="4147712" y="2103286"/>
                  </a:lnTo>
                  <a:lnTo>
                    <a:pt x="4146867" y="2103286"/>
                  </a:lnTo>
                  <a:lnTo>
                    <a:pt x="4146021" y="2103286"/>
                  </a:lnTo>
                  <a:lnTo>
                    <a:pt x="4145176" y="2103286"/>
                  </a:lnTo>
                  <a:lnTo>
                    <a:pt x="4144331" y="2103286"/>
                  </a:lnTo>
                  <a:lnTo>
                    <a:pt x="4143486" y="2103286"/>
                  </a:lnTo>
                  <a:lnTo>
                    <a:pt x="4142641" y="2103286"/>
                  </a:lnTo>
                  <a:lnTo>
                    <a:pt x="4141796" y="2103286"/>
                  </a:lnTo>
                  <a:lnTo>
                    <a:pt x="4140951" y="2103286"/>
                  </a:lnTo>
                  <a:lnTo>
                    <a:pt x="4140106" y="2103286"/>
                  </a:lnTo>
                  <a:lnTo>
                    <a:pt x="4139261" y="2103286"/>
                  </a:lnTo>
                  <a:lnTo>
                    <a:pt x="4138416" y="2103286"/>
                  </a:lnTo>
                  <a:lnTo>
                    <a:pt x="4137571" y="2103286"/>
                  </a:lnTo>
                  <a:lnTo>
                    <a:pt x="4136725" y="2103286"/>
                  </a:lnTo>
                  <a:lnTo>
                    <a:pt x="4135880" y="2103286"/>
                  </a:lnTo>
                  <a:lnTo>
                    <a:pt x="4135035" y="2103286"/>
                  </a:lnTo>
                  <a:lnTo>
                    <a:pt x="4134190" y="2103286"/>
                  </a:lnTo>
                  <a:lnTo>
                    <a:pt x="4133345" y="2103286"/>
                  </a:lnTo>
                  <a:lnTo>
                    <a:pt x="4132500" y="2103286"/>
                  </a:lnTo>
                  <a:lnTo>
                    <a:pt x="4131655" y="2103286"/>
                  </a:lnTo>
                  <a:lnTo>
                    <a:pt x="4130810" y="2103286"/>
                  </a:lnTo>
                  <a:lnTo>
                    <a:pt x="4129965" y="2103286"/>
                  </a:lnTo>
                  <a:lnTo>
                    <a:pt x="4129120" y="2103286"/>
                  </a:lnTo>
                  <a:lnTo>
                    <a:pt x="4128275" y="2103286"/>
                  </a:lnTo>
                  <a:lnTo>
                    <a:pt x="4127429" y="2103286"/>
                  </a:lnTo>
                  <a:lnTo>
                    <a:pt x="4126584" y="2103286"/>
                  </a:lnTo>
                  <a:lnTo>
                    <a:pt x="4125739" y="2103286"/>
                  </a:lnTo>
                  <a:lnTo>
                    <a:pt x="4124894" y="2103286"/>
                  </a:lnTo>
                  <a:lnTo>
                    <a:pt x="4124049" y="2103286"/>
                  </a:lnTo>
                  <a:lnTo>
                    <a:pt x="4123204" y="2103286"/>
                  </a:lnTo>
                  <a:lnTo>
                    <a:pt x="4122359" y="2103286"/>
                  </a:lnTo>
                  <a:lnTo>
                    <a:pt x="4121514" y="2103286"/>
                  </a:lnTo>
                  <a:lnTo>
                    <a:pt x="4120669" y="2103286"/>
                  </a:lnTo>
                  <a:lnTo>
                    <a:pt x="4119824" y="2103286"/>
                  </a:lnTo>
                  <a:lnTo>
                    <a:pt x="4118979" y="2103286"/>
                  </a:lnTo>
                  <a:lnTo>
                    <a:pt x="4118133" y="2103286"/>
                  </a:lnTo>
                  <a:lnTo>
                    <a:pt x="4117288" y="2103286"/>
                  </a:lnTo>
                  <a:lnTo>
                    <a:pt x="4116443" y="2103286"/>
                  </a:lnTo>
                  <a:lnTo>
                    <a:pt x="4115598" y="2103286"/>
                  </a:lnTo>
                  <a:lnTo>
                    <a:pt x="4114753" y="2103286"/>
                  </a:lnTo>
                  <a:lnTo>
                    <a:pt x="4113908" y="2103286"/>
                  </a:lnTo>
                  <a:lnTo>
                    <a:pt x="4113063" y="2103286"/>
                  </a:lnTo>
                  <a:lnTo>
                    <a:pt x="4112218" y="2103286"/>
                  </a:lnTo>
                  <a:lnTo>
                    <a:pt x="4111373" y="2103286"/>
                  </a:lnTo>
                  <a:lnTo>
                    <a:pt x="4110528" y="2103286"/>
                  </a:lnTo>
                  <a:lnTo>
                    <a:pt x="4109683" y="2103286"/>
                  </a:lnTo>
                  <a:lnTo>
                    <a:pt x="4108837" y="2103286"/>
                  </a:lnTo>
                  <a:lnTo>
                    <a:pt x="4107992" y="2103286"/>
                  </a:lnTo>
                  <a:lnTo>
                    <a:pt x="4107147" y="2103286"/>
                  </a:lnTo>
                  <a:lnTo>
                    <a:pt x="4106302" y="2103286"/>
                  </a:lnTo>
                  <a:lnTo>
                    <a:pt x="4105457" y="2103286"/>
                  </a:lnTo>
                  <a:lnTo>
                    <a:pt x="4104612" y="2103286"/>
                  </a:lnTo>
                  <a:lnTo>
                    <a:pt x="4103767" y="2103286"/>
                  </a:lnTo>
                  <a:lnTo>
                    <a:pt x="4102922" y="2103286"/>
                  </a:lnTo>
                  <a:lnTo>
                    <a:pt x="4102077" y="2103286"/>
                  </a:lnTo>
                  <a:lnTo>
                    <a:pt x="4101232" y="2103286"/>
                  </a:lnTo>
                  <a:lnTo>
                    <a:pt x="4100387" y="2103286"/>
                  </a:lnTo>
                  <a:lnTo>
                    <a:pt x="4099541" y="2103286"/>
                  </a:lnTo>
                  <a:lnTo>
                    <a:pt x="4098696" y="2103286"/>
                  </a:lnTo>
                  <a:lnTo>
                    <a:pt x="4097851" y="2103286"/>
                  </a:lnTo>
                  <a:lnTo>
                    <a:pt x="4097006" y="2103286"/>
                  </a:lnTo>
                  <a:lnTo>
                    <a:pt x="4096161" y="2103286"/>
                  </a:lnTo>
                  <a:lnTo>
                    <a:pt x="4095316" y="2103286"/>
                  </a:lnTo>
                  <a:lnTo>
                    <a:pt x="4094471" y="2103286"/>
                  </a:lnTo>
                  <a:lnTo>
                    <a:pt x="4093626" y="2103286"/>
                  </a:lnTo>
                  <a:lnTo>
                    <a:pt x="4092781" y="2103286"/>
                  </a:lnTo>
                  <a:lnTo>
                    <a:pt x="4091936" y="2103286"/>
                  </a:lnTo>
                  <a:lnTo>
                    <a:pt x="4091090" y="2103286"/>
                  </a:lnTo>
                  <a:lnTo>
                    <a:pt x="4090245" y="2103286"/>
                  </a:lnTo>
                  <a:lnTo>
                    <a:pt x="4089400" y="2103286"/>
                  </a:lnTo>
                  <a:lnTo>
                    <a:pt x="4088555" y="2103286"/>
                  </a:lnTo>
                  <a:lnTo>
                    <a:pt x="4087710" y="2103286"/>
                  </a:lnTo>
                  <a:lnTo>
                    <a:pt x="4086865" y="2103286"/>
                  </a:lnTo>
                  <a:lnTo>
                    <a:pt x="4086020" y="2103286"/>
                  </a:lnTo>
                  <a:lnTo>
                    <a:pt x="4085175" y="2103286"/>
                  </a:lnTo>
                  <a:lnTo>
                    <a:pt x="4084330" y="2103286"/>
                  </a:lnTo>
                  <a:lnTo>
                    <a:pt x="4083485" y="2103286"/>
                  </a:lnTo>
                  <a:lnTo>
                    <a:pt x="4082640" y="2103286"/>
                  </a:lnTo>
                  <a:lnTo>
                    <a:pt x="4081794" y="2103286"/>
                  </a:lnTo>
                  <a:lnTo>
                    <a:pt x="4080949" y="2103286"/>
                  </a:lnTo>
                  <a:lnTo>
                    <a:pt x="4080104" y="2103286"/>
                  </a:lnTo>
                  <a:lnTo>
                    <a:pt x="4079259" y="2103286"/>
                  </a:lnTo>
                  <a:lnTo>
                    <a:pt x="4078414" y="2103286"/>
                  </a:lnTo>
                  <a:lnTo>
                    <a:pt x="4077569" y="2103286"/>
                  </a:lnTo>
                  <a:lnTo>
                    <a:pt x="4076724" y="2103286"/>
                  </a:lnTo>
                  <a:lnTo>
                    <a:pt x="4075879" y="2103286"/>
                  </a:lnTo>
                  <a:lnTo>
                    <a:pt x="4075034" y="2103286"/>
                  </a:lnTo>
                  <a:lnTo>
                    <a:pt x="4074189" y="2103286"/>
                  </a:lnTo>
                  <a:lnTo>
                    <a:pt x="4073344" y="2103286"/>
                  </a:lnTo>
                  <a:lnTo>
                    <a:pt x="4072498" y="2103286"/>
                  </a:lnTo>
                  <a:lnTo>
                    <a:pt x="4071653" y="2103286"/>
                  </a:lnTo>
                  <a:lnTo>
                    <a:pt x="4070808" y="2103286"/>
                  </a:lnTo>
                  <a:lnTo>
                    <a:pt x="4069963" y="2103286"/>
                  </a:lnTo>
                  <a:lnTo>
                    <a:pt x="4069118" y="2103286"/>
                  </a:lnTo>
                  <a:lnTo>
                    <a:pt x="4068273" y="2103286"/>
                  </a:lnTo>
                  <a:lnTo>
                    <a:pt x="4067428" y="2103286"/>
                  </a:lnTo>
                  <a:lnTo>
                    <a:pt x="4066583" y="2103286"/>
                  </a:lnTo>
                  <a:lnTo>
                    <a:pt x="4065738" y="2103286"/>
                  </a:lnTo>
                  <a:lnTo>
                    <a:pt x="4064893" y="2103286"/>
                  </a:lnTo>
                  <a:lnTo>
                    <a:pt x="4064048" y="2103286"/>
                  </a:lnTo>
                  <a:lnTo>
                    <a:pt x="4063202" y="2103286"/>
                  </a:lnTo>
                  <a:lnTo>
                    <a:pt x="4062357" y="2103286"/>
                  </a:lnTo>
                  <a:lnTo>
                    <a:pt x="4061512" y="2103286"/>
                  </a:lnTo>
                  <a:lnTo>
                    <a:pt x="4060667" y="2103286"/>
                  </a:lnTo>
                  <a:lnTo>
                    <a:pt x="4059822" y="2103286"/>
                  </a:lnTo>
                  <a:lnTo>
                    <a:pt x="4058977" y="2103286"/>
                  </a:lnTo>
                  <a:lnTo>
                    <a:pt x="4058132" y="2103286"/>
                  </a:lnTo>
                  <a:lnTo>
                    <a:pt x="4057287" y="2103286"/>
                  </a:lnTo>
                  <a:lnTo>
                    <a:pt x="4056442" y="2103286"/>
                  </a:lnTo>
                  <a:lnTo>
                    <a:pt x="4055597" y="2103286"/>
                  </a:lnTo>
                  <a:lnTo>
                    <a:pt x="4054752" y="2103286"/>
                  </a:lnTo>
                  <a:lnTo>
                    <a:pt x="4053906" y="2103286"/>
                  </a:lnTo>
                  <a:lnTo>
                    <a:pt x="4053061" y="2103286"/>
                  </a:lnTo>
                  <a:lnTo>
                    <a:pt x="4052216" y="2103286"/>
                  </a:lnTo>
                  <a:lnTo>
                    <a:pt x="4051371" y="2103286"/>
                  </a:lnTo>
                  <a:lnTo>
                    <a:pt x="4050526" y="2103286"/>
                  </a:lnTo>
                  <a:lnTo>
                    <a:pt x="4049681" y="2103286"/>
                  </a:lnTo>
                  <a:lnTo>
                    <a:pt x="4048836" y="2103286"/>
                  </a:lnTo>
                  <a:lnTo>
                    <a:pt x="4047991" y="2103286"/>
                  </a:lnTo>
                  <a:lnTo>
                    <a:pt x="4047146" y="2103286"/>
                  </a:lnTo>
                  <a:lnTo>
                    <a:pt x="4046301" y="2103286"/>
                  </a:lnTo>
                  <a:lnTo>
                    <a:pt x="4045456" y="2103286"/>
                  </a:lnTo>
                  <a:lnTo>
                    <a:pt x="4044610" y="2103286"/>
                  </a:lnTo>
                  <a:lnTo>
                    <a:pt x="4043765" y="2103286"/>
                  </a:lnTo>
                  <a:lnTo>
                    <a:pt x="4042920" y="2103286"/>
                  </a:lnTo>
                  <a:lnTo>
                    <a:pt x="4042075" y="2103286"/>
                  </a:lnTo>
                  <a:lnTo>
                    <a:pt x="4041230" y="2103286"/>
                  </a:lnTo>
                  <a:lnTo>
                    <a:pt x="4040385" y="2103286"/>
                  </a:lnTo>
                  <a:lnTo>
                    <a:pt x="4039540" y="2103286"/>
                  </a:lnTo>
                  <a:lnTo>
                    <a:pt x="4038695" y="2103286"/>
                  </a:lnTo>
                  <a:lnTo>
                    <a:pt x="4037850" y="2103286"/>
                  </a:lnTo>
                  <a:lnTo>
                    <a:pt x="4037005" y="2103286"/>
                  </a:lnTo>
                  <a:lnTo>
                    <a:pt x="4036160" y="2103286"/>
                  </a:lnTo>
                  <a:lnTo>
                    <a:pt x="4035314" y="2103286"/>
                  </a:lnTo>
                  <a:lnTo>
                    <a:pt x="4034469" y="2103286"/>
                  </a:lnTo>
                  <a:lnTo>
                    <a:pt x="4033624" y="2103286"/>
                  </a:lnTo>
                  <a:lnTo>
                    <a:pt x="4032779" y="2103286"/>
                  </a:lnTo>
                  <a:lnTo>
                    <a:pt x="4031934" y="2103286"/>
                  </a:lnTo>
                  <a:lnTo>
                    <a:pt x="4031089" y="2103286"/>
                  </a:lnTo>
                  <a:lnTo>
                    <a:pt x="4030244" y="2103286"/>
                  </a:lnTo>
                  <a:lnTo>
                    <a:pt x="4029399" y="2103286"/>
                  </a:lnTo>
                  <a:lnTo>
                    <a:pt x="4028554" y="2103286"/>
                  </a:lnTo>
                  <a:lnTo>
                    <a:pt x="4027709" y="2103286"/>
                  </a:lnTo>
                  <a:lnTo>
                    <a:pt x="4026863" y="2103286"/>
                  </a:lnTo>
                  <a:lnTo>
                    <a:pt x="4026018" y="2103286"/>
                  </a:lnTo>
                  <a:lnTo>
                    <a:pt x="4025173" y="2103286"/>
                  </a:lnTo>
                  <a:lnTo>
                    <a:pt x="4024328" y="2103286"/>
                  </a:lnTo>
                  <a:lnTo>
                    <a:pt x="4023483" y="2103286"/>
                  </a:lnTo>
                  <a:lnTo>
                    <a:pt x="4022638" y="2103286"/>
                  </a:lnTo>
                  <a:lnTo>
                    <a:pt x="4021793" y="2103286"/>
                  </a:lnTo>
                  <a:lnTo>
                    <a:pt x="4020948" y="2103286"/>
                  </a:lnTo>
                  <a:lnTo>
                    <a:pt x="4020103" y="2103286"/>
                  </a:lnTo>
                  <a:lnTo>
                    <a:pt x="4019258" y="2103286"/>
                  </a:lnTo>
                  <a:lnTo>
                    <a:pt x="4018413" y="2103286"/>
                  </a:lnTo>
                  <a:lnTo>
                    <a:pt x="4017567" y="2103286"/>
                  </a:lnTo>
                  <a:lnTo>
                    <a:pt x="4016722" y="2103286"/>
                  </a:lnTo>
                  <a:lnTo>
                    <a:pt x="4015877" y="2103286"/>
                  </a:lnTo>
                  <a:lnTo>
                    <a:pt x="4015032" y="2103286"/>
                  </a:lnTo>
                  <a:lnTo>
                    <a:pt x="4014187" y="2103286"/>
                  </a:lnTo>
                  <a:lnTo>
                    <a:pt x="4013342" y="2103286"/>
                  </a:lnTo>
                  <a:lnTo>
                    <a:pt x="4012497" y="2103286"/>
                  </a:lnTo>
                  <a:lnTo>
                    <a:pt x="4011652" y="2103286"/>
                  </a:lnTo>
                  <a:lnTo>
                    <a:pt x="4010807" y="2103286"/>
                  </a:lnTo>
                  <a:lnTo>
                    <a:pt x="4009962" y="2103286"/>
                  </a:lnTo>
                  <a:lnTo>
                    <a:pt x="4009117" y="2103286"/>
                  </a:lnTo>
                  <a:lnTo>
                    <a:pt x="4008271" y="2103286"/>
                  </a:lnTo>
                  <a:lnTo>
                    <a:pt x="4007426" y="2103286"/>
                  </a:lnTo>
                  <a:lnTo>
                    <a:pt x="4006581" y="2103286"/>
                  </a:lnTo>
                  <a:lnTo>
                    <a:pt x="4005736" y="2103286"/>
                  </a:lnTo>
                  <a:lnTo>
                    <a:pt x="4004891" y="2103286"/>
                  </a:lnTo>
                  <a:lnTo>
                    <a:pt x="4004046" y="2103286"/>
                  </a:lnTo>
                  <a:lnTo>
                    <a:pt x="4003201" y="2103286"/>
                  </a:lnTo>
                  <a:lnTo>
                    <a:pt x="4002356" y="2103286"/>
                  </a:lnTo>
                  <a:lnTo>
                    <a:pt x="4001511" y="2103286"/>
                  </a:lnTo>
                  <a:lnTo>
                    <a:pt x="4000666" y="2103286"/>
                  </a:lnTo>
                  <a:lnTo>
                    <a:pt x="3999821" y="2103286"/>
                  </a:lnTo>
                  <a:lnTo>
                    <a:pt x="3998975" y="2103286"/>
                  </a:lnTo>
                  <a:lnTo>
                    <a:pt x="3998130" y="2103286"/>
                  </a:lnTo>
                  <a:lnTo>
                    <a:pt x="3997285" y="2103286"/>
                  </a:lnTo>
                  <a:lnTo>
                    <a:pt x="3996440" y="2103286"/>
                  </a:lnTo>
                  <a:lnTo>
                    <a:pt x="3995595" y="2103286"/>
                  </a:lnTo>
                  <a:lnTo>
                    <a:pt x="3994750" y="2103286"/>
                  </a:lnTo>
                  <a:lnTo>
                    <a:pt x="3993905" y="2103286"/>
                  </a:lnTo>
                  <a:lnTo>
                    <a:pt x="3993060" y="2103286"/>
                  </a:lnTo>
                  <a:lnTo>
                    <a:pt x="3992215" y="2103286"/>
                  </a:lnTo>
                  <a:lnTo>
                    <a:pt x="3991370" y="2103286"/>
                  </a:lnTo>
                  <a:lnTo>
                    <a:pt x="3990525" y="2103286"/>
                  </a:lnTo>
                  <a:lnTo>
                    <a:pt x="3989679" y="2103286"/>
                  </a:lnTo>
                  <a:lnTo>
                    <a:pt x="3988834" y="2103286"/>
                  </a:lnTo>
                  <a:lnTo>
                    <a:pt x="3987989" y="2103286"/>
                  </a:lnTo>
                  <a:lnTo>
                    <a:pt x="3987144" y="2103286"/>
                  </a:lnTo>
                  <a:lnTo>
                    <a:pt x="3986299" y="2103286"/>
                  </a:lnTo>
                  <a:lnTo>
                    <a:pt x="3985454" y="2103286"/>
                  </a:lnTo>
                  <a:lnTo>
                    <a:pt x="3984609" y="2103286"/>
                  </a:lnTo>
                  <a:lnTo>
                    <a:pt x="3983764" y="2103286"/>
                  </a:lnTo>
                  <a:lnTo>
                    <a:pt x="3982919" y="2103286"/>
                  </a:lnTo>
                  <a:lnTo>
                    <a:pt x="3982074" y="2103286"/>
                  </a:lnTo>
                  <a:lnTo>
                    <a:pt x="3981229" y="2103286"/>
                  </a:lnTo>
                  <a:lnTo>
                    <a:pt x="3980383" y="2103286"/>
                  </a:lnTo>
                  <a:lnTo>
                    <a:pt x="3979538" y="2103286"/>
                  </a:lnTo>
                  <a:lnTo>
                    <a:pt x="3978693" y="2103286"/>
                  </a:lnTo>
                  <a:lnTo>
                    <a:pt x="3977848" y="2103286"/>
                  </a:lnTo>
                  <a:lnTo>
                    <a:pt x="3977003" y="2103286"/>
                  </a:lnTo>
                  <a:lnTo>
                    <a:pt x="3976158" y="2103286"/>
                  </a:lnTo>
                  <a:lnTo>
                    <a:pt x="3975313" y="2103286"/>
                  </a:lnTo>
                  <a:lnTo>
                    <a:pt x="3974468" y="2103286"/>
                  </a:lnTo>
                  <a:lnTo>
                    <a:pt x="3973623" y="2103286"/>
                  </a:lnTo>
                  <a:lnTo>
                    <a:pt x="3972778" y="2103286"/>
                  </a:lnTo>
                  <a:lnTo>
                    <a:pt x="3971933" y="2103286"/>
                  </a:lnTo>
                  <a:lnTo>
                    <a:pt x="3971087" y="2103286"/>
                  </a:lnTo>
                  <a:lnTo>
                    <a:pt x="3970242" y="2103286"/>
                  </a:lnTo>
                  <a:lnTo>
                    <a:pt x="3969397" y="2103286"/>
                  </a:lnTo>
                  <a:lnTo>
                    <a:pt x="3968552" y="2103286"/>
                  </a:lnTo>
                  <a:lnTo>
                    <a:pt x="3967707" y="2103286"/>
                  </a:lnTo>
                  <a:lnTo>
                    <a:pt x="3966862" y="2103286"/>
                  </a:lnTo>
                  <a:lnTo>
                    <a:pt x="3966017" y="2103286"/>
                  </a:lnTo>
                  <a:lnTo>
                    <a:pt x="3965172" y="2103286"/>
                  </a:lnTo>
                  <a:lnTo>
                    <a:pt x="3964327" y="2103286"/>
                  </a:lnTo>
                  <a:lnTo>
                    <a:pt x="3963482" y="2103286"/>
                  </a:lnTo>
                  <a:lnTo>
                    <a:pt x="3962636" y="2103286"/>
                  </a:lnTo>
                  <a:lnTo>
                    <a:pt x="3961791" y="2103286"/>
                  </a:lnTo>
                  <a:lnTo>
                    <a:pt x="3960946" y="2103286"/>
                  </a:lnTo>
                  <a:lnTo>
                    <a:pt x="3960101" y="2103286"/>
                  </a:lnTo>
                  <a:lnTo>
                    <a:pt x="3959256" y="2103286"/>
                  </a:lnTo>
                  <a:lnTo>
                    <a:pt x="3958411" y="2103286"/>
                  </a:lnTo>
                  <a:lnTo>
                    <a:pt x="3957566" y="2103286"/>
                  </a:lnTo>
                  <a:lnTo>
                    <a:pt x="3956721" y="2103286"/>
                  </a:lnTo>
                  <a:lnTo>
                    <a:pt x="3955876" y="2103286"/>
                  </a:lnTo>
                  <a:lnTo>
                    <a:pt x="3955031" y="2103286"/>
                  </a:lnTo>
                  <a:lnTo>
                    <a:pt x="3954186" y="2103286"/>
                  </a:lnTo>
                  <a:lnTo>
                    <a:pt x="3953340" y="2103286"/>
                  </a:lnTo>
                  <a:lnTo>
                    <a:pt x="3952495" y="2103286"/>
                  </a:lnTo>
                  <a:lnTo>
                    <a:pt x="3951650" y="2103286"/>
                  </a:lnTo>
                  <a:lnTo>
                    <a:pt x="3950805" y="2103286"/>
                  </a:lnTo>
                  <a:lnTo>
                    <a:pt x="3949960" y="2103286"/>
                  </a:lnTo>
                  <a:lnTo>
                    <a:pt x="3949115" y="2103286"/>
                  </a:lnTo>
                  <a:lnTo>
                    <a:pt x="3948270" y="2103286"/>
                  </a:lnTo>
                  <a:lnTo>
                    <a:pt x="3947425" y="2103286"/>
                  </a:lnTo>
                  <a:lnTo>
                    <a:pt x="3946580" y="2103286"/>
                  </a:lnTo>
                  <a:lnTo>
                    <a:pt x="3945735" y="2103286"/>
                  </a:lnTo>
                  <a:lnTo>
                    <a:pt x="3944890" y="2103286"/>
                  </a:lnTo>
                  <a:lnTo>
                    <a:pt x="3944044" y="2103286"/>
                  </a:lnTo>
                  <a:lnTo>
                    <a:pt x="3943199" y="2103286"/>
                  </a:lnTo>
                  <a:lnTo>
                    <a:pt x="3942354" y="2103286"/>
                  </a:lnTo>
                  <a:lnTo>
                    <a:pt x="3941509" y="2103286"/>
                  </a:lnTo>
                  <a:lnTo>
                    <a:pt x="3940664" y="2103286"/>
                  </a:lnTo>
                  <a:lnTo>
                    <a:pt x="3939819" y="2103286"/>
                  </a:lnTo>
                  <a:lnTo>
                    <a:pt x="3938974" y="2103286"/>
                  </a:lnTo>
                  <a:lnTo>
                    <a:pt x="3938129" y="2103286"/>
                  </a:lnTo>
                  <a:lnTo>
                    <a:pt x="3937284" y="2103286"/>
                  </a:lnTo>
                  <a:lnTo>
                    <a:pt x="3936439" y="2103286"/>
                  </a:lnTo>
                  <a:lnTo>
                    <a:pt x="3935594" y="2103286"/>
                  </a:lnTo>
                  <a:lnTo>
                    <a:pt x="3934748" y="2103286"/>
                  </a:lnTo>
                  <a:lnTo>
                    <a:pt x="3933903" y="2103286"/>
                  </a:lnTo>
                  <a:lnTo>
                    <a:pt x="3933058" y="2103286"/>
                  </a:lnTo>
                  <a:lnTo>
                    <a:pt x="3932213" y="2103286"/>
                  </a:lnTo>
                  <a:lnTo>
                    <a:pt x="3931368" y="2103286"/>
                  </a:lnTo>
                  <a:lnTo>
                    <a:pt x="3930523" y="2103286"/>
                  </a:lnTo>
                  <a:lnTo>
                    <a:pt x="3929678" y="2103286"/>
                  </a:lnTo>
                  <a:lnTo>
                    <a:pt x="3928833" y="2103286"/>
                  </a:lnTo>
                  <a:lnTo>
                    <a:pt x="3927988" y="2103286"/>
                  </a:lnTo>
                  <a:lnTo>
                    <a:pt x="3927143" y="2103286"/>
                  </a:lnTo>
                  <a:lnTo>
                    <a:pt x="3926298" y="2103286"/>
                  </a:lnTo>
                  <a:lnTo>
                    <a:pt x="3925452" y="2103286"/>
                  </a:lnTo>
                  <a:lnTo>
                    <a:pt x="3924607" y="2103286"/>
                  </a:lnTo>
                  <a:lnTo>
                    <a:pt x="3923762" y="2103286"/>
                  </a:lnTo>
                  <a:lnTo>
                    <a:pt x="3922917" y="2103286"/>
                  </a:lnTo>
                  <a:lnTo>
                    <a:pt x="3922072" y="2103286"/>
                  </a:lnTo>
                  <a:lnTo>
                    <a:pt x="3921227" y="2103286"/>
                  </a:lnTo>
                  <a:lnTo>
                    <a:pt x="3920382" y="2103286"/>
                  </a:lnTo>
                  <a:lnTo>
                    <a:pt x="3919537" y="2103286"/>
                  </a:lnTo>
                  <a:lnTo>
                    <a:pt x="3918692" y="2103286"/>
                  </a:lnTo>
                  <a:lnTo>
                    <a:pt x="3917847" y="2103286"/>
                  </a:lnTo>
                  <a:lnTo>
                    <a:pt x="3917002" y="2103286"/>
                  </a:lnTo>
                  <a:lnTo>
                    <a:pt x="3916156" y="2103286"/>
                  </a:lnTo>
                  <a:lnTo>
                    <a:pt x="3915311" y="2103286"/>
                  </a:lnTo>
                  <a:lnTo>
                    <a:pt x="3914466" y="2103286"/>
                  </a:lnTo>
                  <a:lnTo>
                    <a:pt x="3913621" y="2103286"/>
                  </a:lnTo>
                  <a:lnTo>
                    <a:pt x="3912776" y="2103286"/>
                  </a:lnTo>
                  <a:lnTo>
                    <a:pt x="3911931" y="2103286"/>
                  </a:lnTo>
                  <a:lnTo>
                    <a:pt x="3911086" y="2103286"/>
                  </a:lnTo>
                  <a:lnTo>
                    <a:pt x="3910241" y="2103286"/>
                  </a:lnTo>
                  <a:lnTo>
                    <a:pt x="3909396" y="2103286"/>
                  </a:lnTo>
                  <a:lnTo>
                    <a:pt x="3908551" y="2103286"/>
                  </a:lnTo>
                  <a:lnTo>
                    <a:pt x="3907706" y="2103286"/>
                  </a:lnTo>
                  <a:lnTo>
                    <a:pt x="3906860" y="2103286"/>
                  </a:lnTo>
                  <a:lnTo>
                    <a:pt x="3906015" y="2103286"/>
                  </a:lnTo>
                  <a:lnTo>
                    <a:pt x="3905170" y="2103286"/>
                  </a:lnTo>
                  <a:lnTo>
                    <a:pt x="3904325" y="2103286"/>
                  </a:lnTo>
                  <a:lnTo>
                    <a:pt x="3903480" y="2103286"/>
                  </a:lnTo>
                  <a:lnTo>
                    <a:pt x="3902635" y="2103286"/>
                  </a:lnTo>
                  <a:lnTo>
                    <a:pt x="3901790" y="2103286"/>
                  </a:lnTo>
                  <a:lnTo>
                    <a:pt x="3900945" y="2103286"/>
                  </a:lnTo>
                  <a:lnTo>
                    <a:pt x="3900100" y="2103286"/>
                  </a:lnTo>
                  <a:lnTo>
                    <a:pt x="3899255" y="2103286"/>
                  </a:lnTo>
                  <a:lnTo>
                    <a:pt x="3898409" y="2103286"/>
                  </a:lnTo>
                  <a:lnTo>
                    <a:pt x="3897564" y="2103286"/>
                  </a:lnTo>
                  <a:lnTo>
                    <a:pt x="3896719" y="2103286"/>
                  </a:lnTo>
                  <a:lnTo>
                    <a:pt x="3895874" y="2103286"/>
                  </a:lnTo>
                  <a:lnTo>
                    <a:pt x="3895029" y="2103286"/>
                  </a:lnTo>
                  <a:lnTo>
                    <a:pt x="3894184" y="2103286"/>
                  </a:lnTo>
                  <a:lnTo>
                    <a:pt x="3893339" y="2103286"/>
                  </a:lnTo>
                  <a:lnTo>
                    <a:pt x="3892494" y="2103286"/>
                  </a:lnTo>
                  <a:lnTo>
                    <a:pt x="3891649" y="2103286"/>
                  </a:lnTo>
                  <a:lnTo>
                    <a:pt x="3890804" y="2103286"/>
                  </a:lnTo>
                  <a:lnTo>
                    <a:pt x="3889959" y="2103286"/>
                  </a:lnTo>
                  <a:lnTo>
                    <a:pt x="3889113" y="2103286"/>
                  </a:lnTo>
                  <a:lnTo>
                    <a:pt x="3888268" y="2103286"/>
                  </a:lnTo>
                  <a:lnTo>
                    <a:pt x="3887423" y="2103286"/>
                  </a:lnTo>
                  <a:lnTo>
                    <a:pt x="3886578" y="2103286"/>
                  </a:lnTo>
                  <a:lnTo>
                    <a:pt x="3885733" y="2103286"/>
                  </a:lnTo>
                  <a:lnTo>
                    <a:pt x="3884888" y="2103286"/>
                  </a:lnTo>
                  <a:lnTo>
                    <a:pt x="3884043" y="2103286"/>
                  </a:lnTo>
                  <a:lnTo>
                    <a:pt x="3883198" y="2103286"/>
                  </a:lnTo>
                  <a:lnTo>
                    <a:pt x="3882353" y="2103286"/>
                  </a:lnTo>
                  <a:lnTo>
                    <a:pt x="3881508" y="2103286"/>
                  </a:lnTo>
                  <a:lnTo>
                    <a:pt x="3880663" y="2103286"/>
                  </a:lnTo>
                  <a:lnTo>
                    <a:pt x="3879817" y="2103286"/>
                  </a:lnTo>
                  <a:lnTo>
                    <a:pt x="3878972" y="2103286"/>
                  </a:lnTo>
                  <a:lnTo>
                    <a:pt x="3878127" y="2103286"/>
                  </a:lnTo>
                  <a:lnTo>
                    <a:pt x="3877282" y="2103286"/>
                  </a:lnTo>
                  <a:lnTo>
                    <a:pt x="3876437" y="2103286"/>
                  </a:lnTo>
                  <a:lnTo>
                    <a:pt x="3875592" y="2103286"/>
                  </a:lnTo>
                  <a:lnTo>
                    <a:pt x="3874747" y="2103286"/>
                  </a:lnTo>
                  <a:lnTo>
                    <a:pt x="3873902" y="2103286"/>
                  </a:lnTo>
                  <a:lnTo>
                    <a:pt x="3873057" y="2103286"/>
                  </a:lnTo>
                  <a:lnTo>
                    <a:pt x="3872212" y="2103286"/>
                  </a:lnTo>
                  <a:lnTo>
                    <a:pt x="3871367" y="2103286"/>
                  </a:lnTo>
                  <a:lnTo>
                    <a:pt x="3870521" y="2103286"/>
                  </a:lnTo>
                  <a:lnTo>
                    <a:pt x="3869676" y="2103286"/>
                  </a:lnTo>
                  <a:lnTo>
                    <a:pt x="3868831" y="2103286"/>
                  </a:lnTo>
                  <a:lnTo>
                    <a:pt x="3867986" y="2103286"/>
                  </a:lnTo>
                  <a:lnTo>
                    <a:pt x="3867141" y="2103286"/>
                  </a:lnTo>
                  <a:lnTo>
                    <a:pt x="3866296" y="2103286"/>
                  </a:lnTo>
                  <a:lnTo>
                    <a:pt x="3865451" y="2103286"/>
                  </a:lnTo>
                  <a:lnTo>
                    <a:pt x="3864606" y="2103286"/>
                  </a:lnTo>
                  <a:lnTo>
                    <a:pt x="3863761" y="2103286"/>
                  </a:lnTo>
                  <a:lnTo>
                    <a:pt x="3862916" y="2103286"/>
                  </a:lnTo>
                  <a:lnTo>
                    <a:pt x="3862071" y="2103286"/>
                  </a:lnTo>
                  <a:lnTo>
                    <a:pt x="3861225" y="2103286"/>
                  </a:lnTo>
                  <a:lnTo>
                    <a:pt x="3860380" y="2103286"/>
                  </a:lnTo>
                  <a:lnTo>
                    <a:pt x="3859535" y="2103286"/>
                  </a:lnTo>
                  <a:lnTo>
                    <a:pt x="3858690" y="2103286"/>
                  </a:lnTo>
                  <a:lnTo>
                    <a:pt x="3857845" y="2103286"/>
                  </a:lnTo>
                  <a:lnTo>
                    <a:pt x="3857000" y="2103286"/>
                  </a:lnTo>
                  <a:lnTo>
                    <a:pt x="3856155" y="2103286"/>
                  </a:lnTo>
                  <a:lnTo>
                    <a:pt x="3855310" y="2103286"/>
                  </a:lnTo>
                  <a:lnTo>
                    <a:pt x="3854465" y="2103286"/>
                  </a:lnTo>
                  <a:lnTo>
                    <a:pt x="3853620" y="2103286"/>
                  </a:lnTo>
                  <a:lnTo>
                    <a:pt x="3852775" y="2103286"/>
                  </a:lnTo>
                  <a:lnTo>
                    <a:pt x="3851929" y="2103286"/>
                  </a:lnTo>
                  <a:lnTo>
                    <a:pt x="3851084" y="2103286"/>
                  </a:lnTo>
                  <a:lnTo>
                    <a:pt x="3850239" y="2103286"/>
                  </a:lnTo>
                  <a:lnTo>
                    <a:pt x="3849394" y="2103286"/>
                  </a:lnTo>
                  <a:lnTo>
                    <a:pt x="3848549" y="2103286"/>
                  </a:lnTo>
                  <a:lnTo>
                    <a:pt x="3847704" y="2103286"/>
                  </a:lnTo>
                  <a:lnTo>
                    <a:pt x="3846859" y="2103286"/>
                  </a:lnTo>
                  <a:lnTo>
                    <a:pt x="3846014" y="2103286"/>
                  </a:lnTo>
                  <a:lnTo>
                    <a:pt x="3845169" y="2103286"/>
                  </a:lnTo>
                  <a:lnTo>
                    <a:pt x="3844324" y="2103286"/>
                  </a:lnTo>
                  <a:lnTo>
                    <a:pt x="3843478" y="2103286"/>
                  </a:lnTo>
                  <a:lnTo>
                    <a:pt x="3842633" y="2103286"/>
                  </a:lnTo>
                  <a:lnTo>
                    <a:pt x="3841788" y="2103286"/>
                  </a:lnTo>
                  <a:lnTo>
                    <a:pt x="3840943" y="2103286"/>
                  </a:lnTo>
                  <a:lnTo>
                    <a:pt x="3840098" y="2103286"/>
                  </a:lnTo>
                  <a:lnTo>
                    <a:pt x="3839253" y="2103286"/>
                  </a:lnTo>
                  <a:lnTo>
                    <a:pt x="3838408" y="2103286"/>
                  </a:lnTo>
                  <a:lnTo>
                    <a:pt x="3837563" y="2103286"/>
                  </a:lnTo>
                  <a:lnTo>
                    <a:pt x="3836718" y="2103286"/>
                  </a:lnTo>
                  <a:lnTo>
                    <a:pt x="3835873" y="2103286"/>
                  </a:lnTo>
                  <a:lnTo>
                    <a:pt x="3835028" y="2103286"/>
                  </a:lnTo>
                  <a:lnTo>
                    <a:pt x="3834182" y="2103286"/>
                  </a:lnTo>
                  <a:lnTo>
                    <a:pt x="3833337" y="2103286"/>
                  </a:lnTo>
                  <a:lnTo>
                    <a:pt x="3832492" y="2103286"/>
                  </a:lnTo>
                  <a:lnTo>
                    <a:pt x="3831647" y="2103286"/>
                  </a:lnTo>
                  <a:lnTo>
                    <a:pt x="3830802" y="2103286"/>
                  </a:lnTo>
                  <a:lnTo>
                    <a:pt x="3829957" y="2103286"/>
                  </a:lnTo>
                  <a:lnTo>
                    <a:pt x="3829112" y="2103286"/>
                  </a:lnTo>
                  <a:lnTo>
                    <a:pt x="3828267" y="2103286"/>
                  </a:lnTo>
                  <a:lnTo>
                    <a:pt x="3827422" y="2103286"/>
                  </a:lnTo>
                  <a:lnTo>
                    <a:pt x="3826577" y="2103286"/>
                  </a:lnTo>
                  <a:lnTo>
                    <a:pt x="3825732" y="2103286"/>
                  </a:lnTo>
                  <a:lnTo>
                    <a:pt x="3824886" y="2103286"/>
                  </a:lnTo>
                  <a:lnTo>
                    <a:pt x="3824041" y="2103286"/>
                  </a:lnTo>
                  <a:lnTo>
                    <a:pt x="3823196" y="2103286"/>
                  </a:lnTo>
                  <a:lnTo>
                    <a:pt x="3822351" y="2103286"/>
                  </a:lnTo>
                  <a:lnTo>
                    <a:pt x="3821506" y="2103286"/>
                  </a:lnTo>
                  <a:lnTo>
                    <a:pt x="3820661" y="2103286"/>
                  </a:lnTo>
                  <a:lnTo>
                    <a:pt x="3819816" y="2103286"/>
                  </a:lnTo>
                  <a:lnTo>
                    <a:pt x="3818971" y="2103286"/>
                  </a:lnTo>
                  <a:lnTo>
                    <a:pt x="3818126" y="2103286"/>
                  </a:lnTo>
                  <a:lnTo>
                    <a:pt x="3817281" y="2103286"/>
                  </a:lnTo>
                  <a:lnTo>
                    <a:pt x="3816436" y="2103286"/>
                  </a:lnTo>
                  <a:lnTo>
                    <a:pt x="3815590" y="2103286"/>
                  </a:lnTo>
                  <a:lnTo>
                    <a:pt x="3814745" y="2103286"/>
                  </a:lnTo>
                  <a:lnTo>
                    <a:pt x="3813900" y="2103286"/>
                  </a:lnTo>
                  <a:lnTo>
                    <a:pt x="3813055" y="2103286"/>
                  </a:lnTo>
                  <a:lnTo>
                    <a:pt x="3812210" y="2103286"/>
                  </a:lnTo>
                  <a:lnTo>
                    <a:pt x="3811365" y="2103286"/>
                  </a:lnTo>
                  <a:lnTo>
                    <a:pt x="3810520" y="2103286"/>
                  </a:lnTo>
                  <a:lnTo>
                    <a:pt x="3809675" y="2103286"/>
                  </a:lnTo>
                  <a:lnTo>
                    <a:pt x="3808830" y="2103286"/>
                  </a:lnTo>
                  <a:lnTo>
                    <a:pt x="3807985" y="2103286"/>
                  </a:lnTo>
                  <a:lnTo>
                    <a:pt x="3807140" y="2103286"/>
                  </a:lnTo>
                  <a:lnTo>
                    <a:pt x="3806294" y="2103286"/>
                  </a:lnTo>
                  <a:lnTo>
                    <a:pt x="3805449" y="2103286"/>
                  </a:lnTo>
                  <a:lnTo>
                    <a:pt x="3804604" y="2103286"/>
                  </a:lnTo>
                  <a:lnTo>
                    <a:pt x="3803759" y="2103286"/>
                  </a:lnTo>
                  <a:lnTo>
                    <a:pt x="3802914" y="2103286"/>
                  </a:lnTo>
                  <a:lnTo>
                    <a:pt x="3802069" y="2103286"/>
                  </a:lnTo>
                  <a:lnTo>
                    <a:pt x="3801224" y="2103286"/>
                  </a:lnTo>
                  <a:lnTo>
                    <a:pt x="3800379" y="2103286"/>
                  </a:lnTo>
                  <a:lnTo>
                    <a:pt x="3799534" y="2103286"/>
                  </a:lnTo>
                  <a:lnTo>
                    <a:pt x="3798689" y="2103286"/>
                  </a:lnTo>
                  <a:lnTo>
                    <a:pt x="3797844" y="2103286"/>
                  </a:lnTo>
                  <a:lnTo>
                    <a:pt x="3796998" y="2103286"/>
                  </a:lnTo>
                  <a:lnTo>
                    <a:pt x="3796153" y="2103286"/>
                  </a:lnTo>
                  <a:lnTo>
                    <a:pt x="3795308" y="2103286"/>
                  </a:lnTo>
                  <a:lnTo>
                    <a:pt x="3794463" y="2103286"/>
                  </a:lnTo>
                  <a:lnTo>
                    <a:pt x="3793618" y="2103286"/>
                  </a:lnTo>
                  <a:lnTo>
                    <a:pt x="3792773" y="2103286"/>
                  </a:lnTo>
                  <a:lnTo>
                    <a:pt x="3791928" y="2103286"/>
                  </a:lnTo>
                  <a:lnTo>
                    <a:pt x="3791083" y="2103286"/>
                  </a:lnTo>
                  <a:lnTo>
                    <a:pt x="3790238" y="2103286"/>
                  </a:lnTo>
                  <a:lnTo>
                    <a:pt x="3789393" y="2103286"/>
                  </a:lnTo>
                  <a:lnTo>
                    <a:pt x="3788548" y="2103286"/>
                  </a:lnTo>
                  <a:lnTo>
                    <a:pt x="3787702" y="2103286"/>
                  </a:lnTo>
                  <a:lnTo>
                    <a:pt x="3786857" y="2103286"/>
                  </a:lnTo>
                  <a:lnTo>
                    <a:pt x="3786012" y="2103286"/>
                  </a:lnTo>
                  <a:lnTo>
                    <a:pt x="3785167" y="2103286"/>
                  </a:lnTo>
                  <a:lnTo>
                    <a:pt x="3784322" y="2103286"/>
                  </a:lnTo>
                  <a:lnTo>
                    <a:pt x="3783477" y="2103286"/>
                  </a:lnTo>
                  <a:lnTo>
                    <a:pt x="3782632" y="2103286"/>
                  </a:lnTo>
                  <a:lnTo>
                    <a:pt x="3781787" y="2103286"/>
                  </a:lnTo>
                  <a:lnTo>
                    <a:pt x="3780942" y="2103286"/>
                  </a:lnTo>
                  <a:lnTo>
                    <a:pt x="3780097" y="2103286"/>
                  </a:lnTo>
                  <a:lnTo>
                    <a:pt x="3779251" y="2103286"/>
                  </a:lnTo>
                  <a:lnTo>
                    <a:pt x="3778406" y="2103286"/>
                  </a:lnTo>
                  <a:lnTo>
                    <a:pt x="3777561" y="2103286"/>
                  </a:lnTo>
                  <a:lnTo>
                    <a:pt x="3776716" y="2103286"/>
                  </a:lnTo>
                  <a:lnTo>
                    <a:pt x="3775871" y="2103286"/>
                  </a:lnTo>
                  <a:lnTo>
                    <a:pt x="3775026" y="2103286"/>
                  </a:lnTo>
                  <a:lnTo>
                    <a:pt x="3774181" y="2103286"/>
                  </a:lnTo>
                  <a:lnTo>
                    <a:pt x="3773336" y="2103286"/>
                  </a:lnTo>
                  <a:lnTo>
                    <a:pt x="3772491" y="2103286"/>
                  </a:lnTo>
                  <a:lnTo>
                    <a:pt x="3771646" y="2103286"/>
                  </a:lnTo>
                  <a:lnTo>
                    <a:pt x="3770801" y="2103286"/>
                  </a:lnTo>
                  <a:lnTo>
                    <a:pt x="3769955" y="2103286"/>
                  </a:lnTo>
                  <a:lnTo>
                    <a:pt x="3769110" y="2103286"/>
                  </a:lnTo>
                  <a:lnTo>
                    <a:pt x="3768265" y="2103286"/>
                  </a:lnTo>
                  <a:lnTo>
                    <a:pt x="3767420" y="2103286"/>
                  </a:lnTo>
                  <a:lnTo>
                    <a:pt x="3766575" y="2103286"/>
                  </a:lnTo>
                  <a:lnTo>
                    <a:pt x="3765730" y="2103286"/>
                  </a:lnTo>
                  <a:lnTo>
                    <a:pt x="3764885" y="2103286"/>
                  </a:lnTo>
                  <a:lnTo>
                    <a:pt x="3764040" y="2103286"/>
                  </a:lnTo>
                  <a:lnTo>
                    <a:pt x="3763195" y="2103286"/>
                  </a:lnTo>
                  <a:lnTo>
                    <a:pt x="3762350" y="2103286"/>
                  </a:lnTo>
                  <a:lnTo>
                    <a:pt x="3761505" y="2103286"/>
                  </a:lnTo>
                  <a:lnTo>
                    <a:pt x="3760659" y="2103286"/>
                  </a:lnTo>
                  <a:lnTo>
                    <a:pt x="3759814" y="2103286"/>
                  </a:lnTo>
                  <a:lnTo>
                    <a:pt x="3758969" y="2103286"/>
                  </a:lnTo>
                  <a:lnTo>
                    <a:pt x="3758124" y="2103286"/>
                  </a:lnTo>
                  <a:lnTo>
                    <a:pt x="3757279" y="2103286"/>
                  </a:lnTo>
                  <a:lnTo>
                    <a:pt x="3756434" y="2103286"/>
                  </a:lnTo>
                  <a:lnTo>
                    <a:pt x="3755589" y="2103286"/>
                  </a:lnTo>
                  <a:lnTo>
                    <a:pt x="3754744" y="2103286"/>
                  </a:lnTo>
                  <a:lnTo>
                    <a:pt x="3753899" y="2103286"/>
                  </a:lnTo>
                  <a:lnTo>
                    <a:pt x="3753054" y="2103286"/>
                  </a:lnTo>
                  <a:lnTo>
                    <a:pt x="3752209" y="2103286"/>
                  </a:lnTo>
                  <a:lnTo>
                    <a:pt x="3751363" y="2103286"/>
                  </a:lnTo>
                  <a:lnTo>
                    <a:pt x="3750518" y="2103286"/>
                  </a:lnTo>
                  <a:lnTo>
                    <a:pt x="3749673" y="2103286"/>
                  </a:lnTo>
                  <a:lnTo>
                    <a:pt x="3748828" y="2103286"/>
                  </a:lnTo>
                  <a:lnTo>
                    <a:pt x="3747983" y="2103286"/>
                  </a:lnTo>
                  <a:lnTo>
                    <a:pt x="3747138" y="2103286"/>
                  </a:lnTo>
                  <a:lnTo>
                    <a:pt x="3746293" y="2103286"/>
                  </a:lnTo>
                  <a:lnTo>
                    <a:pt x="3745448" y="2103286"/>
                  </a:lnTo>
                  <a:lnTo>
                    <a:pt x="3744603" y="2103286"/>
                  </a:lnTo>
                  <a:lnTo>
                    <a:pt x="3743758" y="2103286"/>
                  </a:lnTo>
                  <a:lnTo>
                    <a:pt x="3742913" y="2103286"/>
                  </a:lnTo>
                  <a:lnTo>
                    <a:pt x="3742067" y="2103286"/>
                  </a:lnTo>
                  <a:lnTo>
                    <a:pt x="3741222" y="2103286"/>
                  </a:lnTo>
                  <a:lnTo>
                    <a:pt x="3740377" y="2103286"/>
                  </a:lnTo>
                  <a:lnTo>
                    <a:pt x="3739532" y="2103286"/>
                  </a:lnTo>
                  <a:lnTo>
                    <a:pt x="3738687" y="2103286"/>
                  </a:lnTo>
                  <a:lnTo>
                    <a:pt x="3737842" y="2103286"/>
                  </a:lnTo>
                  <a:lnTo>
                    <a:pt x="3736997" y="2103286"/>
                  </a:lnTo>
                  <a:lnTo>
                    <a:pt x="3736152" y="2103286"/>
                  </a:lnTo>
                  <a:lnTo>
                    <a:pt x="3735307" y="2103286"/>
                  </a:lnTo>
                  <a:lnTo>
                    <a:pt x="3734462" y="2103286"/>
                  </a:lnTo>
                  <a:lnTo>
                    <a:pt x="3733617" y="2103286"/>
                  </a:lnTo>
                  <a:lnTo>
                    <a:pt x="3732771" y="2103286"/>
                  </a:lnTo>
                  <a:lnTo>
                    <a:pt x="3731926" y="2103286"/>
                  </a:lnTo>
                  <a:lnTo>
                    <a:pt x="3731081" y="2103286"/>
                  </a:lnTo>
                  <a:lnTo>
                    <a:pt x="3730236" y="2103286"/>
                  </a:lnTo>
                  <a:lnTo>
                    <a:pt x="3729391" y="2103286"/>
                  </a:lnTo>
                  <a:lnTo>
                    <a:pt x="3728546" y="2103286"/>
                  </a:lnTo>
                  <a:lnTo>
                    <a:pt x="3727701" y="2103286"/>
                  </a:lnTo>
                  <a:lnTo>
                    <a:pt x="3726856" y="2103286"/>
                  </a:lnTo>
                  <a:lnTo>
                    <a:pt x="3726011" y="2103286"/>
                  </a:lnTo>
                  <a:lnTo>
                    <a:pt x="3725166" y="2103286"/>
                  </a:lnTo>
                  <a:lnTo>
                    <a:pt x="3724321" y="2103286"/>
                  </a:lnTo>
                  <a:lnTo>
                    <a:pt x="3723475" y="2103286"/>
                  </a:lnTo>
                  <a:lnTo>
                    <a:pt x="3722630" y="2103286"/>
                  </a:lnTo>
                  <a:lnTo>
                    <a:pt x="3721785" y="2103286"/>
                  </a:lnTo>
                  <a:lnTo>
                    <a:pt x="3720940" y="2103286"/>
                  </a:lnTo>
                  <a:lnTo>
                    <a:pt x="3720095" y="2103286"/>
                  </a:lnTo>
                  <a:lnTo>
                    <a:pt x="3719250" y="2103286"/>
                  </a:lnTo>
                  <a:lnTo>
                    <a:pt x="3718405" y="2103286"/>
                  </a:lnTo>
                  <a:lnTo>
                    <a:pt x="3717560" y="2103286"/>
                  </a:lnTo>
                  <a:lnTo>
                    <a:pt x="3716715" y="2103286"/>
                  </a:lnTo>
                  <a:lnTo>
                    <a:pt x="3715870" y="2103286"/>
                  </a:lnTo>
                  <a:lnTo>
                    <a:pt x="3715024" y="2103286"/>
                  </a:lnTo>
                  <a:lnTo>
                    <a:pt x="3714179" y="2103286"/>
                  </a:lnTo>
                  <a:lnTo>
                    <a:pt x="3713334" y="2103286"/>
                  </a:lnTo>
                  <a:lnTo>
                    <a:pt x="3712489" y="2103286"/>
                  </a:lnTo>
                  <a:lnTo>
                    <a:pt x="3711644" y="2103286"/>
                  </a:lnTo>
                  <a:lnTo>
                    <a:pt x="3710799" y="2103286"/>
                  </a:lnTo>
                  <a:lnTo>
                    <a:pt x="3709954" y="2103286"/>
                  </a:lnTo>
                  <a:lnTo>
                    <a:pt x="3709109" y="2103286"/>
                  </a:lnTo>
                  <a:lnTo>
                    <a:pt x="3708264" y="2103286"/>
                  </a:lnTo>
                  <a:lnTo>
                    <a:pt x="3707419" y="2103286"/>
                  </a:lnTo>
                  <a:lnTo>
                    <a:pt x="3706574" y="2103286"/>
                  </a:lnTo>
                  <a:lnTo>
                    <a:pt x="3705728" y="2103286"/>
                  </a:lnTo>
                  <a:lnTo>
                    <a:pt x="3704883" y="2103286"/>
                  </a:lnTo>
                  <a:lnTo>
                    <a:pt x="3704038" y="2103286"/>
                  </a:lnTo>
                  <a:lnTo>
                    <a:pt x="3703193" y="2103286"/>
                  </a:lnTo>
                  <a:lnTo>
                    <a:pt x="3702348" y="2103286"/>
                  </a:lnTo>
                  <a:lnTo>
                    <a:pt x="3701503" y="2103286"/>
                  </a:lnTo>
                  <a:lnTo>
                    <a:pt x="3700658" y="2103286"/>
                  </a:lnTo>
                  <a:lnTo>
                    <a:pt x="3699813" y="2103286"/>
                  </a:lnTo>
                  <a:lnTo>
                    <a:pt x="3698968" y="2103286"/>
                  </a:lnTo>
                  <a:lnTo>
                    <a:pt x="3698123" y="2103286"/>
                  </a:lnTo>
                  <a:lnTo>
                    <a:pt x="3697278" y="2103286"/>
                  </a:lnTo>
                  <a:lnTo>
                    <a:pt x="3696432" y="2103286"/>
                  </a:lnTo>
                  <a:lnTo>
                    <a:pt x="3695587" y="2103286"/>
                  </a:lnTo>
                  <a:lnTo>
                    <a:pt x="3694742" y="2103286"/>
                  </a:lnTo>
                  <a:lnTo>
                    <a:pt x="3693897" y="2103286"/>
                  </a:lnTo>
                  <a:lnTo>
                    <a:pt x="3693052" y="2103286"/>
                  </a:lnTo>
                  <a:lnTo>
                    <a:pt x="3692207" y="2103286"/>
                  </a:lnTo>
                  <a:lnTo>
                    <a:pt x="3691362" y="2103286"/>
                  </a:lnTo>
                  <a:lnTo>
                    <a:pt x="3690517" y="2103286"/>
                  </a:lnTo>
                  <a:lnTo>
                    <a:pt x="3689672" y="2103286"/>
                  </a:lnTo>
                  <a:lnTo>
                    <a:pt x="3688827" y="2103286"/>
                  </a:lnTo>
                  <a:lnTo>
                    <a:pt x="3687982" y="2103286"/>
                  </a:lnTo>
                  <a:lnTo>
                    <a:pt x="3687136" y="2103286"/>
                  </a:lnTo>
                  <a:lnTo>
                    <a:pt x="3686291" y="2103286"/>
                  </a:lnTo>
                  <a:lnTo>
                    <a:pt x="3685446" y="2103286"/>
                  </a:lnTo>
                  <a:lnTo>
                    <a:pt x="3684601" y="2103286"/>
                  </a:lnTo>
                  <a:lnTo>
                    <a:pt x="3683756" y="2103286"/>
                  </a:lnTo>
                  <a:lnTo>
                    <a:pt x="3682911" y="2103286"/>
                  </a:lnTo>
                  <a:lnTo>
                    <a:pt x="3682066" y="2103286"/>
                  </a:lnTo>
                  <a:lnTo>
                    <a:pt x="3681221" y="2103286"/>
                  </a:lnTo>
                  <a:lnTo>
                    <a:pt x="3680376" y="2103286"/>
                  </a:lnTo>
                  <a:lnTo>
                    <a:pt x="3679531" y="2103286"/>
                  </a:lnTo>
                  <a:lnTo>
                    <a:pt x="3678686" y="2103286"/>
                  </a:lnTo>
                  <a:lnTo>
                    <a:pt x="3677840" y="2103286"/>
                  </a:lnTo>
                  <a:lnTo>
                    <a:pt x="3676995" y="2103286"/>
                  </a:lnTo>
                  <a:lnTo>
                    <a:pt x="3676150" y="2103286"/>
                  </a:lnTo>
                  <a:lnTo>
                    <a:pt x="3675305" y="2103286"/>
                  </a:lnTo>
                  <a:lnTo>
                    <a:pt x="3674460" y="2103286"/>
                  </a:lnTo>
                  <a:lnTo>
                    <a:pt x="3673615" y="2103286"/>
                  </a:lnTo>
                  <a:lnTo>
                    <a:pt x="3672770" y="2103286"/>
                  </a:lnTo>
                  <a:lnTo>
                    <a:pt x="3671925" y="2103286"/>
                  </a:lnTo>
                  <a:lnTo>
                    <a:pt x="3671080" y="2103286"/>
                  </a:lnTo>
                  <a:lnTo>
                    <a:pt x="3670235" y="2103286"/>
                  </a:lnTo>
                  <a:lnTo>
                    <a:pt x="3669390" y="2103286"/>
                  </a:lnTo>
                  <a:lnTo>
                    <a:pt x="3668544" y="2103286"/>
                  </a:lnTo>
                  <a:lnTo>
                    <a:pt x="3667699" y="2103286"/>
                  </a:lnTo>
                  <a:lnTo>
                    <a:pt x="3666854" y="2103286"/>
                  </a:lnTo>
                  <a:lnTo>
                    <a:pt x="3666009" y="2103286"/>
                  </a:lnTo>
                  <a:lnTo>
                    <a:pt x="3665164" y="2103286"/>
                  </a:lnTo>
                  <a:lnTo>
                    <a:pt x="3664319" y="2103286"/>
                  </a:lnTo>
                  <a:lnTo>
                    <a:pt x="3663474" y="2103286"/>
                  </a:lnTo>
                  <a:lnTo>
                    <a:pt x="3662629" y="2103286"/>
                  </a:lnTo>
                  <a:lnTo>
                    <a:pt x="3661784" y="2103286"/>
                  </a:lnTo>
                  <a:lnTo>
                    <a:pt x="3660939" y="2103286"/>
                  </a:lnTo>
                  <a:lnTo>
                    <a:pt x="3660094" y="2103286"/>
                  </a:lnTo>
                  <a:lnTo>
                    <a:pt x="3659248" y="2103286"/>
                  </a:lnTo>
                  <a:lnTo>
                    <a:pt x="3658403" y="2103286"/>
                  </a:lnTo>
                  <a:lnTo>
                    <a:pt x="3657558" y="2103286"/>
                  </a:lnTo>
                  <a:lnTo>
                    <a:pt x="3656713" y="2103286"/>
                  </a:lnTo>
                  <a:lnTo>
                    <a:pt x="3655868" y="2103286"/>
                  </a:lnTo>
                  <a:lnTo>
                    <a:pt x="3655023" y="2103286"/>
                  </a:lnTo>
                  <a:lnTo>
                    <a:pt x="3654178" y="2103286"/>
                  </a:lnTo>
                  <a:lnTo>
                    <a:pt x="3653333" y="2103286"/>
                  </a:lnTo>
                  <a:lnTo>
                    <a:pt x="3652488" y="2103286"/>
                  </a:lnTo>
                  <a:lnTo>
                    <a:pt x="3651643" y="2103286"/>
                  </a:lnTo>
                  <a:lnTo>
                    <a:pt x="3650797" y="2103286"/>
                  </a:lnTo>
                  <a:lnTo>
                    <a:pt x="3649952" y="2103286"/>
                  </a:lnTo>
                  <a:lnTo>
                    <a:pt x="3649107" y="2103286"/>
                  </a:lnTo>
                  <a:lnTo>
                    <a:pt x="3648262" y="2103286"/>
                  </a:lnTo>
                  <a:lnTo>
                    <a:pt x="3647417" y="2103286"/>
                  </a:lnTo>
                  <a:lnTo>
                    <a:pt x="3646572" y="2103286"/>
                  </a:lnTo>
                  <a:lnTo>
                    <a:pt x="3645727" y="2103286"/>
                  </a:lnTo>
                  <a:lnTo>
                    <a:pt x="3644882" y="2103286"/>
                  </a:lnTo>
                  <a:lnTo>
                    <a:pt x="3644037" y="2103286"/>
                  </a:lnTo>
                  <a:lnTo>
                    <a:pt x="3643192" y="2103286"/>
                  </a:lnTo>
                  <a:lnTo>
                    <a:pt x="3642347" y="2103286"/>
                  </a:lnTo>
                  <a:lnTo>
                    <a:pt x="3641501" y="2103286"/>
                  </a:lnTo>
                  <a:lnTo>
                    <a:pt x="3640656" y="2103286"/>
                  </a:lnTo>
                  <a:lnTo>
                    <a:pt x="3639811" y="2103286"/>
                  </a:lnTo>
                  <a:lnTo>
                    <a:pt x="3638966" y="2103286"/>
                  </a:lnTo>
                  <a:lnTo>
                    <a:pt x="3638121" y="2103286"/>
                  </a:lnTo>
                  <a:lnTo>
                    <a:pt x="3637276" y="2103286"/>
                  </a:lnTo>
                  <a:lnTo>
                    <a:pt x="3636431" y="2103286"/>
                  </a:lnTo>
                  <a:lnTo>
                    <a:pt x="3635586" y="2103286"/>
                  </a:lnTo>
                  <a:lnTo>
                    <a:pt x="3634741" y="2103286"/>
                  </a:lnTo>
                  <a:lnTo>
                    <a:pt x="3633896" y="2103286"/>
                  </a:lnTo>
                  <a:lnTo>
                    <a:pt x="3633051" y="2103286"/>
                  </a:lnTo>
                  <a:lnTo>
                    <a:pt x="3632205" y="2103286"/>
                  </a:lnTo>
                  <a:lnTo>
                    <a:pt x="3631360" y="2103286"/>
                  </a:lnTo>
                  <a:lnTo>
                    <a:pt x="3630515" y="2103286"/>
                  </a:lnTo>
                  <a:lnTo>
                    <a:pt x="3629670" y="2103286"/>
                  </a:lnTo>
                  <a:lnTo>
                    <a:pt x="3628825" y="2103286"/>
                  </a:lnTo>
                  <a:lnTo>
                    <a:pt x="3627980" y="2103286"/>
                  </a:lnTo>
                  <a:lnTo>
                    <a:pt x="3627135" y="2103286"/>
                  </a:lnTo>
                  <a:lnTo>
                    <a:pt x="3626290" y="2103286"/>
                  </a:lnTo>
                  <a:lnTo>
                    <a:pt x="3625445" y="2103286"/>
                  </a:lnTo>
                  <a:lnTo>
                    <a:pt x="3624600" y="2103286"/>
                  </a:lnTo>
                  <a:lnTo>
                    <a:pt x="3623755" y="2103286"/>
                  </a:lnTo>
                  <a:lnTo>
                    <a:pt x="3622909" y="2103286"/>
                  </a:lnTo>
                  <a:lnTo>
                    <a:pt x="3622064" y="2103286"/>
                  </a:lnTo>
                  <a:lnTo>
                    <a:pt x="3621219" y="2103286"/>
                  </a:lnTo>
                  <a:lnTo>
                    <a:pt x="3620374" y="2103286"/>
                  </a:lnTo>
                  <a:lnTo>
                    <a:pt x="3619529" y="2103286"/>
                  </a:lnTo>
                  <a:lnTo>
                    <a:pt x="3618684" y="2103286"/>
                  </a:lnTo>
                  <a:lnTo>
                    <a:pt x="3617839" y="2103286"/>
                  </a:lnTo>
                  <a:lnTo>
                    <a:pt x="3616994" y="2103286"/>
                  </a:lnTo>
                  <a:lnTo>
                    <a:pt x="3616149" y="2103286"/>
                  </a:lnTo>
                  <a:lnTo>
                    <a:pt x="3615304" y="2103286"/>
                  </a:lnTo>
                  <a:lnTo>
                    <a:pt x="3614459" y="2103286"/>
                  </a:lnTo>
                  <a:lnTo>
                    <a:pt x="3613613" y="2103286"/>
                  </a:lnTo>
                  <a:lnTo>
                    <a:pt x="3612768" y="2103286"/>
                  </a:lnTo>
                  <a:lnTo>
                    <a:pt x="3611923" y="2103286"/>
                  </a:lnTo>
                  <a:lnTo>
                    <a:pt x="3611078" y="2103286"/>
                  </a:lnTo>
                  <a:lnTo>
                    <a:pt x="3610233" y="2103286"/>
                  </a:lnTo>
                  <a:lnTo>
                    <a:pt x="3609388" y="2103286"/>
                  </a:lnTo>
                  <a:lnTo>
                    <a:pt x="3608543" y="2103286"/>
                  </a:lnTo>
                  <a:lnTo>
                    <a:pt x="3607698" y="2103286"/>
                  </a:lnTo>
                  <a:lnTo>
                    <a:pt x="3606853" y="2103286"/>
                  </a:lnTo>
                  <a:lnTo>
                    <a:pt x="3606008" y="2103286"/>
                  </a:lnTo>
                  <a:lnTo>
                    <a:pt x="3605163" y="2103286"/>
                  </a:lnTo>
                  <a:lnTo>
                    <a:pt x="3604317" y="2103286"/>
                  </a:lnTo>
                  <a:lnTo>
                    <a:pt x="3603472" y="2103286"/>
                  </a:lnTo>
                  <a:lnTo>
                    <a:pt x="3602627" y="2103286"/>
                  </a:lnTo>
                  <a:lnTo>
                    <a:pt x="3601782" y="2103286"/>
                  </a:lnTo>
                  <a:lnTo>
                    <a:pt x="3600937" y="2103286"/>
                  </a:lnTo>
                  <a:lnTo>
                    <a:pt x="3600092" y="2103286"/>
                  </a:lnTo>
                  <a:lnTo>
                    <a:pt x="3599247" y="2103286"/>
                  </a:lnTo>
                  <a:lnTo>
                    <a:pt x="3598402" y="2103286"/>
                  </a:lnTo>
                  <a:lnTo>
                    <a:pt x="3597557" y="2103286"/>
                  </a:lnTo>
                  <a:lnTo>
                    <a:pt x="3596712" y="2103286"/>
                  </a:lnTo>
                  <a:lnTo>
                    <a:pt x="3595867" y="2103286"/>
                  </a:lnTo>
                  <a:lnTo>
                    <a:pt x="3595021" y="2103286"/>
                  </a:lnTo>
                  <a:lnTo>
                    <a:pt x="3594176" y="2103286"/>
                  </a:lnTo>
                  <a:lnTo>
                    <a:pt x="3593331" y="2103286"/>
                  </a:lnTo>
                  <a:lnTo>
                    <a:pt x="3592486" y="2103286"/>
                  </a:lnTo>
                  <a:lnTo>
                    <a:pt x="3591641" y="2103286"/>
                  </a:lnTo>
                  <a:lnTo>
                    <a:pt x="3590796" y="2103286"/>
                  </a:lnTo>
                  <a:lnTo>
                    <a:pt x="3589951" y="2103286"/>
                  </a:lnTo>
                  <a:lnTo>
                    <a:pt x="3589106" y="2103286"/>
                  </a:lnTo>
                  <a:lnTo>
                    <a:pt x="3588261" y="2103286"/>
                  </a:lnTo>
                  <a:lnTo>
                    <a:pt x="3587416" y="2103286"/>
                  </a:lnTo>
                  <a:lnTo>
                    <a:pt x="3586570" y="2103286"/>
                  </a:lnTo>
                  <a:lnTo>
                    <a:pt x="3585725" y="2103286"/>
                  </a:lnTo>
                  <a:lnTo>
                    <a:pt x="3584880" y="2103286"/>
                  </a:lnTo>
                  <a:lnTo>
                    <a:pt x="3584035" y="2103286"/>
                  </a:lnTo>
                  <a:lnTo>
                    <a:pt x="3583190" y="2103286"/>
                  </a:lnTo>
                  <a:lnTo>
                    <a:pt x="3582345" y="2103286"/>
                  </a:lnTo>
                  <a:lnTo>
                    <a:pt x="3581500" y="2103286"/>
                  </a:lnTo>
                  <a:lnTo>
                    <a:pt x="3580655" y="2103286"/>
                  </a:lnTo>
                  <a:lnTo>
                    <a:pt x="3579810" y="2103286"/>
                  </a:lnTo>
                  <a:lnTo>
                    <a:pt x="3578965" y="2103286"/>
                  </a:lnTo>
                  <a:lnTo>
                    <a:pt x="3578120" y="2103286"/>
                  </a:lnTo>
                  <a:lnTo>
                    <a:pt x="3577274" y="2103286"/>
                  </a:lnTo>
                  <a:lnTo>
                    <a:pt x="3576429" y="2103286"/>
                  </a:lnTo>
                  <a:lnTo>
                    <a:pt x="3575584" y="2103286"/>
                  </a:lnTo>
                  <a:lnTo>
                    <a:pt x="3574739" y="2103286"/>
                  </a:lnTo>
                  <a:lnTo>
                    <a:pt x="3573894" y="2103286"/>
                  </a:lnTo>
                  <a:lnTo>
                    <a:pt x="3573049" y="2103286"/>
                  </a:lnTo>
                  <a:lnTo>
                    <a:pt x="3572204" y="2103286"/>
                  </a:lnTo>
                  <a:lnTo>
                    <a:pt x="3571359" y="2103286"/>
                  </a:lnTo>
                  <a:lnTo>
                    <a:pt x="3570514" y="2103286"/>
                  </a:lnTo>
                  <a:lnTo>
                    <a:pt x="3569669" y="2103286"/>
                  </a:lnTo>
                  <a:lnTo>
                    <a:pt x="3568824" y="2103286"/>
                  </a:lnTo>
                  <a:lnTo>
                    <a:pt x="3567978" y="2103286"/>
                  </a:lnTo>
                  <a:lnTo>
                    <a:pt x="3567133" y="2103286"/>
                  </a:lnTo>
                  <a:lnTo>
                    <a:pt x="3566288" y="2103286"/>
                  </a:lnTo>
                  <a:lnTo>
                    <a:pt x="3565443" y="2103286"/>
                  </a:lnTo>
                  <a:lnTo>
                    <a:pt x="3564598" y="2103286"/>
                  </a:lnTo>
                  <a:lnTo>
                    <a:pt x="3563753" y="2103286"/>
                  </a:lnTo>
                  <a:lnTo>
                    <a:pt x="3562908" y="2103286"/>
                  </a:lnTo>
                  <a:lnTo>
                    <a:pt x="3562063" y="2103286"/>
                  </a:lnTo>
                  <a:lnTo>
                    <a:pt x="3561218" y="2103286"/>
                  </a:lnTo>
                  <a:lnTo>
                    <a:pt x="3560373" y="2103286"/>
                  </a:lnTo>
                  <a:lnTo>
                    <a:pt x="3559528" y="2103286"/>
                  </a:lnTo>
                  <a:lnTo>
                    <a:pt x="3558682" y="2103286"/>
                  </a:lnTo>
                  <a:lnTo>
                    <a:pt x="3557837" y="2103286"/>
                  </a:lnTo>
                  <a:lnTo>
                    <a:pt x="3556992" y="2103286"/>
                  </a:lnTo>
                  <a:lnTo>
                    <a:pt x="3556147" y="2103286"/>
                  </a:lnTo>
                  <a:lnTo>
                    <a:pt x="3555302" y="2103286"/>
                  </a:lnTo>
                  <a:lnTo>
                    <a:pt x="3554457" y="2103286"/>
                  </a:lnTo>
                  <a:lnTo>
                    <a:pt x="3553612" y="2103286"/>
                  </a:lnTo>
                  <a:lnTo>
                    <a:pt x="3552767" y="2103286"/>
                  </a:lnTo>
                  <a:lnTo>
                    <a:pt x="3551922" y="2103286"/>
                  </a:lnTo>
                  <a:lnTo>
                    <a:pt x="3551077" y="2103286"/>
                  </a:lnTo>
                  <a:lnTo>
                    <a:pt x="3550232" y="2103286"/>
                  </a:lnTo>
                  <a:lnTo>
                    <a:pt x="3549386" y="2103286"/>
                  </a:lnTo>
                  <a:lnTo>
                    <a:pt x="3548541" y="2103286"/>
                  </a:lnTo>
                  <a:lnTo>
                    <a:pt x="3547696" y="2103286"/>
                  </a:lnTo>
                  <a:lnTo>
                    <a:pt x="3546851" y="2103286"/>
                  </a:lnTo>
                  <a:lnTo>
                    <a:pt x="3546006" y="2103286"/>
                  </a:lnTo>
                  <a:lnTo>
                    <a:pt x="3545161" y="2103286"/>
                  </a:lnTo>
                  <a:lnTo>
                    <a:pt x="3544316" y="2103286"/>
                  </a:lnTo>
                  <a:lnTo>
                    <a:pt x="3543471" y="2103286"/>
                  </a:lnTo>
                  <a:lnTo>
                    <a:pt x="3542626" y="2103286"/>
                  </a:lnTo>
                  <a:lnTo>
                    <a:pt x="3541781" y="2103286"/>
                  </a:lnTo>
                  <a:lnTo>
                    <a:pt x="3540936" y="2103286"/>
                  </a:lnTo>
                  <a:lnTo>
                    <a:pt x="3540090" y="2103286"/>
                  </a:lnTo>
                  <a:lnTo>
                    <a:pt x="3539245" y="2103286"/>
                  </a:lnTo>
                  <a:lnTo>
                    <a:pt x="3538400" y="2103286"/>
                  </a:lnTo>
                  <a:lnTo>
                    <a:pt x="3537555" y="2103286"/>
                  </a:lnTo>
                  <a:lnTo>
                    <a:pt x="3536710" y="2103286"/>
                  </a:lnTo>
                  <a:lnTo>
                    <a:pt x="3535865" y="2103286"/>
                  </a:lnTo>
                  <a:lnTo>
                    <a:pt x="3535020" y="2103286"/>
                  </a:lnTo>
                  <a:lnTo>
                    <a:pt x="3534175" y="2103286"/>
                  </a:lnTo>
                  <a:lnTo>
                    <a:pt x="3533330" y="2103286"/>
                  </a:lnTo>
                  <a:lnTo>
                    <a:pt x="3532485" y="2103286"/>
                  </a:lnTo>
                  <a:lnTo>
                    <a:pt x="3531640" y="2103286"/>
                  </a:lnTo>
                  <a:lnTo>
                    <a:pt x="3530794" y="2103286"/>
                  </a:lnTo>
                  <a:lnTo>
                    <a:pt x="3529949" y="2103286"/>
                  </a:lnTo>
                  <a:lnTo>
                    <a:pt x="3529104" y="2103286"/>
                  </a:lnTo>
                  <a:lnTo>
                    <a:pt x="3528259" y="2103286"/>
                  </a:lnTo>
                  <a:lnTo>
                    <a:pt x="3527414" y="2103286"/>
                  </a:lnTo>
                  <a:lnTo>
                    <a:pt x="3526569" y="2103286"/>
                  </a:lnTo>
                  <a:lnTo>
                    <a:pt x="3525724" y="2103286"/>
                  </a:lnTo>
                  <a:lnTo>
                    <a:pt x="3524879" y="2103286"/>
                  </a:lnTo>
                  <a:lnTo>
                    <a:pt x="3524034" y="2103286"/>
                  </a:lnTo>
                  <a:lnTo>
                    <a:pt x="3523189" y="2103286"/>
                  </a:lnTo>
                  <a:lnTo>
                    <a:pt x="3522343" y="2103286"/>
                  </a:lnTo>
                  <a:lnTo>
                    <a:pt x="3521498" y="2103286"/>
                  </a:lnTo>
                  <a:lnTo>
                    <a:pt x="3520653" y="2103286"/>
                  </a:lnTo>
                  <a:lnTo>
                    <a:pt x="3519808" y="2103286"/>
                  </a:lnTo>
                  <a:lnTo>
                    <a:pt x="3518963" y="2103286"/>
                  </a:lnTo>
                  <a:lnTo>
                    <a:pt x="3518118" y="2103286"/>
                  </a:lnTo>
                  <a:lnTo>
                    <a:pt x="3517273" y="2103286"/>
                  </a:lnTo>
                  <a:lnTo>
                    <a:pt x="3516428" y="2103286"/>
                  </a:lnTo>
                  <a:lnTo>
                    <a:pt x="3515583" y="2103286"/>
                  </a:lnTo>
                  <a:lnTo>
                    <a:pt x="3514738" y="2103286"/>
                  </a:lnTo>
                  <a:lnTo>
                    <a:pt x="3513893" y="2103286"/>
                  </a:lnTo>
                  <a:lnTo>
                    <a:pt x="3513047" y="2103286"/>
                  </a:lnTo>
                  <a:lnTo>
                    <a:pt x="3512202" y="2103286"/>
                  </a:lnTo>
                  <a:lnTo>
                    <a:pt x="3511357" y="2103286"/>
                  </a:lnTo>
                  <a:lnTo>
                    <a:pt x="3510512" y="2103286"/>
                  </a:lnTo>
                  <a:lnTo>
                    <a:pt x="3509667" y="2103286"/>
                  </a:lnTo>
                  <a:lnTo>
                    <a:pt x="3508822" y="2103286"/>
                  </a:lnTo>
                  <a:lnTo>
                    <a:pt x="3507977" y="2103286"/>
                  </a:lnTo>
                  <a:lnTo>
                    <a:pt x="3507132" y="2103286"/>
                  </a:lnTo>
                  <a:lnTo>
                    <a:pt x="3506287" y="2103286"/>
                  </a:lnTo>
                  <a:lnTo>
                    <a:pt x="3505442" y="2103286"/>
                  </a:lnTo>
                  <a:lnTo>
                    <a:pt x="3504597" y="2103286"/>
                  </a:lnTo>
                  <a:lnTo>
                    <a:pt x="3503751" y="2103286"/>
                  </a:lnTo>
                  <a:lnTo>
                    <a:pt x="3502906" y="2103286"/>
                  </a:lnTo>
                  <a:lnTo>
                    <a:pt x="3502061" y="2103286"/>
                  </a:lnTo>
                  <a:lnTo>
                    <a:pt x="3501216" y="2103286"/>
                  </a:lnTo>
                  <a:lnTo>
                    <a:pt x="3500371" y="2103286"/>
                  </a:lnTo>
                  <a:lnTo>
                    <a:pt x="3499526" y="2103286"/>
                  </a:lnTo>
                  <a:lnTo>
                    <a:pt x="3498681" y="2103286"/>
                  </a:lnTo>
                  <a:lnTo>
                    <a:pt x="3497836" y="2103286"/>
                  </a:lnTo>
                  <a:lnTo>
                    <a:pt x="3496991" y="2103286"/>
                  </a:lnTo>
                  <a:lnTo>
                    <a:pt x="3496146" y="2103286"/>
                  </a:lnTo>
                  <a:lnTo>
                    <a:pt x="3495301" y="2103286"/>
                  </a:lnTo>
                  <a:lnTo>
                    <a:pt x="3494455" y="2103286"/>
                  </a:lnTo>
                  <a:lnTo>
                    <a:pt x="3493610" y="2103286"/>
                  </a:lnTo>
                  <a:lnTo>
                    <a:pt x="3492765" y="2103286"/>
                  </a:lnTo>
                  <a:lnTo>
                    <a:pt x="3491920" y="2103286"/>
                  </a:lnTo>
                  <a:lnTo>
                    <a:pt x="3491075" y="2103286"/>
                  </a:lnTo>
                  <a:lnTo>
                    <a:pt x="3490230" y="2103286"/>
                  </a:lnTo>
                  <a:lnTo>
                    <a:pt x="3489385" y="2103286"/>
                  </a:lnTo>
                  <a:lnTo>
                    <a:pt x="3488540" y="2103286"/>
                  </a:lnTo>
                  <a:lnTo>
                    <a:pt x="3487695" y="2103286"/>
                  </a:lnTo>
                  <a:lnTo>
                    <a:pt x="3486850" y="2103286"/>
                  </a:lnTo>
                  <a:lnTo>
                    <a:pt x="3486005" y="2103286"/>
                  </a:lnTo>
                  <a:lnTo>
                    <a:pt x="3485159" y="2103286"/>
                  </a:lnTo>
                  <a:lnTo>
                    <a:pt x="3484314" y="2103286"/>
                  </a:lnTo>
                  <a:lnTo>
                    <a:pt x="3483469" y="2103286"/>
                  </a:lnTo>
                  <a:lnTo>
                    <a:pt x="3482624" y="2103286"/>
                  </a:lnTo>
                  <a:lnTo>
                    <a:pt x="3481779" y="2103286"/>
                  </a:lnTo>
                  <a:lnTo>
                    <a:pt x="3480934" y="2103286"/>
                  </a:lnTo>
                  <a:lnTo>
                    <a:pt x="3480089" y="2103286"/>
                  </a:lnTo>
                  <a:lnTo>
                    <a:pt x="3479244" y="2103286"/>
                  </a:lnTo>
                  <a:lnTo>
                    <a:pt x="3478399" y="2103286"/>
                  </a:lnTo>
                  <a:lnTo>
                    <a:pt x="3477554" y="2103286"/>
                  </a:lnTo>
                  <a:lnTo>
                    <a:pt x="3476709" y="2103286"/>
                  </a:lnTo>
                  <a:lnTo>
                    <a:pt x="3475863" y="2103286"/>
                  </a:lnTo>
                  <a:lnTo>
                    <a:pt x="3475018" y="2103286"/>
                  </a:lnTo>
                  <a:lnTo>
                    <a:pt x="3474173" y="2103286"/>
                  </a:lnTo>
                  <a:lnTo>
                    <a:pt x="3473328" y="2103286"/>
                  </a:lnTo>
                  <a:lnTo>
                    <a:pt x="3472483" y="2103286"/>
                  </a:lnTo>
                  <a:lnTo>
                    <a:pt x="3471638" y="2103286"/>
                  </a:lnTo>
                  <a:lnTo>
                    <a:pt x="3470793" y="2103286"/>
                  </a:lnTo>
                  <a:lnTo>
                    <a:pt x="3469948" y="2103286"/>
                  </a:lnTo>
                  <a:lnTo>
                    <a:pt x="3469103" y="2103286"/>
                  </a:lnTo>
                  <a:lnTo>
                    <a:pt x="3468258" y="2103286"/>
                  </a:lnTo>
                  <a:lnTo>
                    <a:pt x="3467413" y="2103286"/>
                  </a:lnTo>
                  <a:lnTo>
                    <a:pt x="3466567" y="2103286"/>
                  </a:lnTo>
                  <a:lnTo>
                    <a:pt x="3465722" y="2103286"/>
                  </a:lnTo>
                  <a:lnTo>
                    <a:pt x="3464877" y="2103286"/>
                  </a:lnTo>
                  <a:lnTo>
                    <a:pt x="3464032" y="2103286"/>
                  </a:lnTo>
                  <a:lnTo>
                    <a:pt x="3463187" y="2103286"/>
                  </a:lnTo>
                  <a:lnTo>
                    <a:pt x="3462342" y="2103286"/>
                  </a:lnTo>
                  <a:lnTo>
                    <a:pt x="3461497" y="2103286"/>
                  </a:lnTo>
                  <a:lnTo>
                    <a:pt x="3460652" y="2103286"/>
                  </a:lnTo>
                  <a:lnTo>
                    <a:pt x="3459807" y="2103286"/>
                  </a:lnTo>
                  <a:lnTo>
                    <a:pt x="3458962" y="2103286"/>
                  </a:lnTo>
                  <a:lnTo>
                    <a:pt x="3458116" y="2103286"/>
                  </a:lnTo>
                  <a:lnTo>
                    <a:pt x="3457271" y="2103286"/>
                  </a:lnTo>
                  <a:lnTo>
                    <a:pt x="3456426" y="2103286"/>
                  </a:lnTo>
                  <a:lnTo>
                    <a:pt x="3455581" y="2103286"/>
                  </a:lnTo>
                  <a:lnTo>
                    <a:pt x="3454736" y="2103286"/>
                  </a:lnTo>
                  <a:lnTo>
                    <a:pt x="3453891" y="2103286"/>
                  </a:lnTo>
                  <a:lnTo>
                    <a:pt x="3453046" y="2103286"/>
                  </a:lnTo>
                  <a:lnTo>
                    <a:pt x="3452201" y="2103286"/>
                  </a:lnTo>
                  <a:lnTo>
                    <a:pt x="3451356" y="2103286"/>
                  </a:lnTo>
                  <a:lnTo>
                    <a:pt x="3450511" y="2103286"/>
                  </a:lnTo>
                  <a:lnTo>
                    <a:pt x="3449666" y="2103286"/>
                  </a:lnTo>
                  <a:lnTo>
                    <a:pt x="3448820" y="2103286"/>
                  </a:lnTo>
                  <a:lnTo>
                    <a:pt x="3447975" y="2103286"/>
                  </a:lnTo>
                  <a:lnTo>
                    <a:pt x="3447130" y="2103286"/>
                  </a:lnTo>
                  <a:lnTo>
                    <a:pt x="3446285" y="2103286"/>
                  </a:lnTo>
                  <a:lnTo>
                    <a:pt x="3445440" y="2103286"/>
                  </a:lnTo>
                  <a:lnTo>
                    <a:pt x="3444595" y="2103286"/>
                  </a:lnTo>
                  <a:lnTo>
                    <a:pt x="3443750" y="2103286"/>
                  </a:lnTo>
                  <a:lnTo>
                    <a:pt x="3442905" y="2103286"/>
                  </a:lnTo>
                  <a:lnTo>
                    <a:pt x="3442060" y="2103286"/>
                  </a:lnTo>
                  <a:lnTo>
                    <a:pt x="3441215" y="2103286"/>
                  </a:lnTo>
                  <a:lnTo>
                    <a:pt x="3440370" y="2103286"/>
                  </a:lnTo>
                  <a:lnTo>
                    <a:pt x="3439524" y="2103286"/>
                  </a:lnTo>
                  <a:lnTo>
                    <a:pt x="3438679" y="2103286"/>
                  </a:lnTo>
                  <a:lnTo>
                    <a:pt x="3437834" y="2103286"/>
                  </a:lnTo>
                  <a:lnTo>
                    <a:pt x="3436989" y="2103286"/>
                  </a:lnTo>
                  <a:lnTo>
                    <a:pt x="3436144" y="2103286"/>
                  </a:lnTo>
                  <a:lnTo>
                    <a:pt x="3435299" y="2103286"/>
                  </a:lnTo>
                  <a:lnTo>
                    <a:pt x="3434454" y="2103286"/>
                  </a:lnTo>
                  <a:lnTo>
                    <a:pt x="3433609" y="2103286"/>
                  </a:lnTo>
                  <a:lnTo>
                    <a:pt x="3432764" y="2103286"/>
                  </a:lnTo>
                  <a:lnTo>
                    <a:pt x="3431919" y="2103286"/>
                  </a:lnTo>
                  <a:lnTo>
                    <a:pt x="3431074" y="2103286"/>
                  </a:lnTo>
                  <a:lnTo>
                    <a:pt x="3430228" y="2103286"/>
                  </a:lnTo>
                  <a:lnTo>
                    <a:pt x="3429383" y="2103286"/>
                  </a:lnTo>
                  <a:lnTo>
                    <a:pt x="3428538" y="2103286"/>
                  </a:lnTo>
                  <a:lnTo>
                    <a:pt x="3427693" y="2103286"/>
                  </a:lnTo>
                  <a:lnTo>
                    <a:pt x="3426848" y="2103286"/>
                  </a:lnTo>
                  <a:lnTo>
                    <a:pt x="3426003" y="2103286"/>
                  </a:lnTo>
                  <a:lnTo>
                    <a:pt x="3425158" y="2103286"/>
                  </a:lnTo>
                  <a:lnTo>
                    <a:pt x="3424313" y="2103286"/>
                  </a:lnTo>
                  <a:lnTo>
                    <a:pt x="3423468" y="2103286"/>
                  </a:lnTo>
                  <a:lnTo>
                    <a:pt x="3422623" y="2103286"/>
                  </a:lnTo>
                  <a:lnTo>
                    <a:pt x="3421778" y="2103286"/>
                  </a:lnTo>
                  <a:lnTo>
                    <a:pt x="3420932" y="2103286"/>
                  </a:lnTo>
                  <a:lnTo>
                    <a:pt x="3420087" y="2103286"/>
                  </a:lnTo>
                  <a:lnTo>
                    <a:pt x="3419242" y="2103286"/>
                  </a:lnTo>
                  <a:lnTo>
                    <a:pt x="3418397" y="2103286"/>
                  </a:lnTo>
                  <a:lnTo>
                    <a:pt x="3417552" y="2103286"/>
                  </a:lnTo>
                  <a:lnTo>
                    <a:pt x="3416707" y="2103286"/>
                  </a:lnTo>
                  <a:lnTo>
                    <a:pt x="3415862" y="2103286"/>
                  </a:lnTo>
                  <a:lnTo>
                    <a:pt x="3415017" y="2103286"/>
                  </a:lnTo>
                  <a:lnTo>
                    <a:pt x="3414172" y="2103286"/>
                  </a:lnTo>
                  <a:lnTo>
                    <a:pt x="3413327" y="2103286"/>
                  </a:lnTo>
                  <a:lnTo>
                    <a:pt x="3412482" y="2103286"/>
                  </a:lnTo>
                  <a:lnTo>
                    <a:pt x="3411636" y="2103286"/>
                  </a:lnTo>
                  <a:lnTo>
                    <a:pt x="3410791" y="2103286"/>
                  </a:lnTo>
                  <a:lnTo>
                    <a:pt x="3409946" y="2103286"/>
                  </a:lnTo>
                  <a:lnTo>
                    <a:pt x="3409101" y="2103286"/>
                  </a:lnTo>
                  <a:lnTo>
                    <a:pt x="3408256" y="2103286"/>
                  </a:lnTo>
                  <a:lnTo>
                    <a:pt x="3407411" y="2103286"/>
                  </a:lnTo>
                  <a:lnTo>
                    <a:pt x="3406566" y="2103286"/>
                  </a:lnTo>
                  <a:lnTo>
                    <a:pt x="3405721" y="2103286"/>
                  </a:lnTo>
                  <a:lnTo>
                    <a:pt x="3404876" y="2103286"/>
                  </a:lnTo>
                  <a:lnTo>
                    <a:pt x="3404031" y="2103286"/>
                  </a:lnTo>
                  <a:lnTo>
                    <a:pt x="3403186" y="2103286"/>
                  </a:lnTo>
                  <a:lnTo>
                    <a:pt x="3402340" y="2103286"/>
                  </a:lnTo>
                  <a:lnTo>
                    <a:pt x="3401495" y="2103286"/>
                  </a:lnTo>
                  <a:lnTo>
                    <a:pt x="3400650" y="2103286"/>
                  </a:lnTo>
                  <a:lnTo>
                    <a:pt x="3399805" y="2103286"/>
                  </a:lnTo>
                  <a:lnTo>
                    <a:pt x="3398960" y="2103286"/>
                  </a:lnTo>
                  <a:lnTo>
                    <a:pt x="3398115" y="2103286"/>
                  </a:lnTo>
                  <a:lnTo>
                    <a:pt x="3397270" y="2103286"/>
                  </a:lnTo>
                  <a:lnTo>
                    <a:pt x="3396425" y="2103286"/>
                  </a:lnTo>
                  <a:lnTo>
                    <a:pt x="3395580" y="2103286"/>
                  </a:lnTo>
                  <a:lnTo>
                    <a:pt x="3394735" y="2103286"/>
                  </a:lnTo>
                  <a:lnTo>
                    <a:pt x="3393889" y="2103286"/>
                  </a:lnTo>
                  <a:lnTo>
                    <a:pt x="3393044" y="2103286"/>
                  </a:lnTo>
                  <a:lnTo>
                    <a:pt x="3392199" y="2103286"/>
                  </a:lnTo>
                  <a:lnTo>
                    <a:pt x="3391354" y="2103286"/>
                  </a:lnTo>
                  <a:lnTo>
                    <a:pt x="3390509" y="2103286"/>
                  </a:lnTo>
                  <a:lnTo>
                    <a:pt x="3389664" y="2103286"/>
                  </a:lnTo>
                  <a:lnTo>
                    <a:pt x="3388819" y="2103286"/>
                  </a:lnTo>
                  <a:lnTo>
                    <a:pt x="3387974" y="2103286"/>
                  </a:lnTo>
                  <a:lnTo>
                    <a:pt x="3387129" y="2103286"/>
                  </a:lnTo>
                  <a:lnTo>
                    <a:pt x="3386284" y="2103286"/>
                  </a:lnTo>
                  <a:lnTo>
                    <a:pt x="3385439" y="2103286"/>
                  </a:lnTo>
                  <a:lnTo>
                    <a:pt x="3384593" y="2103286"/>
                  </a:lnTo>
                  <a:lnTo>
                    <a:pt x="3383748" y="2103286"/>
                  </a:lnTo>
                  <a:lnTo>
                    <a:pt x="3382903" y="2103286"/>
                  </a:lnTo>
                  <a:lnTo>
                    <a:pt x="3382058" y="2103286"/>
                  </a:lnTo>
                  <a:lnTo>
                    <a:pt x="3381213" y="2103286"/>
                  </a:lnTo>
                  <a:lnTo>
                    <a:pt x="3380368" y="2103286"/>
                  </a:lnTo>
                  <a:lnTo>
                    <a:pt x="3379523" y="2103286"/>
                  </a:lnTo>
                  <a:lnTo>
                    <a:pt x="3378678" y="2103286"/>
                  </a:lnTo>
                  <a:lnTo>
                    <a:pt x="3377833" y="2103286"/>
                  </a:lnTo>
                  <a:lnTo>
                    <a:pt x="3376988" y="2103286"/>
                  </a:lnTo>
                  <a:lnTo>
                    <a:pt x="3376143" y="2103286"/>
                  </a:lnTo>
                  <a:lnTo>
                    <a:pt x="3375297" y="2103286"/>
                  </a:lnTo>
                  <a:lnTo>
                    <a:pt x="3374452" y="2103286"/>
                  </a:lnTo>
                  <a:lnTo>
                    <a:pt x="3373607" y="2103286"/>
                  </a:lnTo>
                  <a:lnTo>
                    <a:pt x="3372762" y="2103286"/>
                  </a:lnTo>
                  <a:lnTo>
                    <a:pt x="3371917" y="2103286"/>
                  </a:lnTo>
                  <a:lnTo>
                    <a:pt x="3371072" y="2103286"/>
                  </a:lnTo>
                  <a:lnTo>
                    <a:pt x="3370227" y="2103286"/>
                  </a:lnTo>
                  <a:lnTo>
                    <a:pt x="3369382" y="2103286"/>
                  </a:lnTo>
                  <a:lnTo>
                    <a:pt x="3368537" y="2103286"/>
                  </a:lnTo>
                  <a:lnTo>
                    <a:pt x="3367692" y="2103286"/>
                  </a:lnTo>
                  <a:lnTo>
                    <a:pt x="3366847" y="2103286"/>
                  </a:lnTo>
                  <a:lnTo>
                    <a:pt x="3366001" y="2103286"/>
                  </a:lnTo>
                  <a:lnTo>
                    <a:pt x="3365156" y="2103286"/>
                  </a:lnTo>
                  <a:lnTo>
                    <a:pt x="3364311" y="2103286"/>
                  </a:lnTo>
                  <a:lnTo>
                    <a:pt x="3363466" y="2103286"/>
                  </a:lnTo>
                  <a:lnTo>
                    <a:pt x="3362621" y="2103286"/>
                  </a:lnTo>
                  <a:lnTo>
                    <a:pt x="3361776" y="2103286"/>
                  </a:lnTo>
                  <a:lnTo>
                    <a:pt x="3360931" y="2103286"/>
                  </a:lnTo>
                  <a:lnTo>
                    <a:pt x="3360086" y="2103286"/>
                  </a:lnTo>
                  <a:lnTo>
                    <a:pt x="3359241" y="2103286"/>
                  </a:lnTo>
                  <a:lnTo>
                    <a:pt x="3358396" y="2103286"/>
                  </a:lnTo>
                  <a:lnTo>
                    <a:pt x="3357551" y="2103286"/>
                  </a:lnTo>
                  <a:lnTo>
                    <a:pt x="3356705" y="2103286"/>
                  </a:lnTo>
                  <a:lnTo>
                    <a:pt x="3355860" y="2103286"/>
                  </a:lnTo>
                  <a:lnTo>
                    <a:pt x="3355015" y="2103286"/>
                  </a:lnTo>
                  <a:lnTo>
                    <a:pt x="3354170" y="2103286"/>
                  </a:lnTo>
                  <a:lnTo>
                    <a:pt x="3353325" y="2103286"/>
                  </a:lnTo>
                  <a:lnTo>
                    <a:pt x="3352480" y="2103286"/>
                  </a:lnTo>
                  <a:lnTo>
                    <a:pt x="3351635" y="2103286"/>
                  </a:lnTo>
                  <a:lnTo>
                    <a:pt x="3350790" y="2103286"/>
                  </a:lnTo>
                  <a:lnTo>
                    <a:pt x="3349945" y="2103286"/>
                  </a:lnTo>
                  <a:lnTo>
                    <a:pt x="3349100" y="2103286"/>
                  </a:lnTo>
                  <a:lnTo>
                    <a:pt x="3348255" y="2103286"/>
                  </a:lnTo>
                  <a:lnTo>
                    <a:pt x="3347409" y="2103286"/>
                  </a:lnTo>
                  <a:lnTo>
                    <a:pt x="3346564" y="2103286"/>
                  </a:lnTo>
                  <a:lnTo>
                    <a:pt x="3345719" y="2103286"/>
                  </a:lnTo>
                  <a:lnTo>
                    <a:pt x="3344874" y="2103286"/>
                  </a:lnTo>
                  <a:lnTo>
                    <a:pt x="3344029" y="2103286"/>
                  </a:lnTo>
                  <a:lnTo>
                    <a:pt x="3343184" y="2103286"/>
                  </a:lnTo>
                  <a:lnTo>
                    <a:pt x="3342339" y="2103286"/>
                  </a:lnTo>
                  <a:lnTo>
                    <a:pt x="3341494" y="2103286"/>
                  </a:lnTo>
                  <a:lnTo>
                    <a:pt x="3340649" y="2103286"/>
                  </a:lnTo>
                  <a:lnTo>
                    <a:pt x="3339804" y="2103286"/>
                  </a:lnTo>
                  <a:lnTo>
                    <a:pt x="3338958" y="2103286"/>
                  </a:lnTo>
                  <a:lnTo>
                    <a:pt x="3338113" y="2103286"/>
                  </a:lnTo>
                  <a:lnTo>
                    <a:pt x="3337268" y="2103286"/>
                  </a:lnTo>
                  <a:lnTo>
                    <a:pt x="3336423" y="2103286"/>
                  </a:lnTo>
                  <a:lnTo>
                    <a:pt x="3335578" y="2103286"/>
                  </a:lnTo>
                  <a:lnTo>
                    <a:pt x="3334733" y="2103286"/>
                  </a:lnTo>
                  <a:lnTo>
                    <a:pt x="3333888" y="2103286"/>
                  </a:lnTo>
                  <a:lnTo>
                    <a:pt x="3333043" y="2103286"/>
                  </a:lnTo>
                  <a:lnTo>
                    <a:pt x="3332198" y="2103286"/>
                  </a:lnTo>
                  <a:lnTo>
                    <a:pt x="3331353" y="2103286"/>
                  </a:lnTo>
                  <a:lnTo>
                    <a:pt x="3330508" y="2103286"/>
                  </a:lnTo>
                  <a:lnTo>
                    <a:pt x="3329662" y="2103286"/>
                  </a:lnTo>
                  <a:lnTo>
                    <a:pt x="3328817" y="2103286"/>
                  </a:lnTo>
                  <a:lnTo>
                    <a:pt x="3327972" y="2103286"/>
                  </a:lnTo>
                  <a:lnTo>
                    <a:pt x="3327127" y="2103286"/>
                  </a:lnTo>
                  <a:lnTo>
                    <a:pt x="3326282" y="2103286"/>
                  </a:lnTo>
                  <a:lnTo>
                    <a:pt x="3325437" y="2103286"/>
                  </a:lnTo>
                  <a:lnTo>
                    <a:pt x="3324592" y="2103286"/>
                  </a:lnTo>
                  <a:lnTo>
                    <a:pt x="3323747" y="2103286"/>
                  </a:lnTo>
                  <a:lnTo>
                    <a:pt x="3322902" y="2103286"/>
                  </a:lnTo>
                  <a:lnTo>
                    <a:pt x="3322057" y="2103286"/>
                  </a:lnTo>
                  <a:lnTo>
                    <a:pt x="3321212" y="2103286"/>
                  </a:lnTo>
                  <a:lnTo>
                    <a:pt x="3320366" y="2103286"/>
                  </a:lnTo>
                  <a:lnTo>
                    <a:pt x="3319521" y="2103286"/>
                  </a:lnTo>
                  <a:lnTo>
                    <a:pt x="3318676" y="2103286"/>
                  </a:lnTo>
                  <a:lnTo>
                    <a:pt x="3317831" y="2103286"/>
                  </a:lnTo>
                  <a:lnTo>
                    <a:pt x="3316986" y="2103286"/>
                  </a:lnTo>
                  <a:lnTo>
                    <a:pt x="3316141" y="2103286"/>
                  </a:lnTo>
                  <a:lnTo>
                    <a:pt x="3315296" y="2103286"/>
                  </a:lnTo>
                  <a:lnTo>
                    <a:pt x="3314451" y="2103286"/>
                  </a:lnTo>
                  <a:lnTo>
                    <a:pt x="3313606" y="2103286"/>
                  </a:lnTo>
                  <a:lnTo>
                    <a:pt x="3312761" y="2103286"/>
                  </a:lnTo>
                  <a:lnTo>
                    <a:pt x="3311916" y="2103286"/>
                  </a:lnTo>
                  <a:lnTo>
                    <a:pt x="3311070" y="2103286"/>
                  </a:lnTo>
                  <a:lnTo>
                    <a:pt x="3310225" y="2103286"/>
                  </a:lnTo>
                  <a:lnTo>
                    <a:pt x="3309380" y="2103286"/>
                  </a:lnTo>
                  <a:lnTo>
                    <a:pt x="3308535" y="2103286"/>
                  </a:lnTo>
                  <a:lnTo>
                    <a:pt x="3307690" y="2103286"/>
                  </a:lnTo>
                  <a:lnTo>
                    <a:pt x="3306845" y="2103286"/>
                  </a:lnTo>
                  <a:lnTo>
                    <a:pt x="3306000" y="2103286"/>
                  </a:lnTo>
                  <a:lnTo>
                    <a:pt x="3305155" y="2103286"/>
                  </a:lnTo>
                  <a:lnTo>
                    <a:pt x="3304310" y="2103286"/>
                  </a:lnTo>
                  <a:lnTo>
                    <a:pt x="3303465" y="2103286"/>
                  </a:lnTo>
                  <a:lnTo>
                    <a:pt x="3302620" y="2103286"/>
                  </a:lnTo>
                  <a:lnTo>
                    <a:pt x="3301774" y="2103286"/>
                  </a:lnTo>
                  <a:lnTo>
                    <a:pt x="3300929" y="2103286"/>
                  </a:lnTo>
                  <a:lnTo>
                    <a:pt x="3300084" y="2103286"/>
                  </a:lnTo>
                  <a:lnTo>
                    <a:pt x="3299239" y="2103286"/>
                  </a:lnTo>
                  <a:lnTo>
                    <a:pt x="3298394" y="2103286"/>
                  </a:lnTo>
                  <a:lnTo>
                    <a:pt x="3297549" y="2103286"/>
                  </a:lnTo>
                  <a:lnTo>
                    <a:pt x="3296704" y="2103286"/>
                  </a:lnTo>
                  <a:lnTo>
                    <a:pt x="3295859" y="2103286"/>
                  </a:lnTo>
                  <a:lnTo>
                    <a:pt x="3295014" y="2103286"/>
                  </a:lnTo>
                  <a:lnTo>
                    <a:pt x="3294169" y="2103286"/>
                  </a:lnTo>
                  <a:lnTo>
                    <a:pt x="3293324" y="2103286"/>
                  </a:lnTo>
                  <a:lnTo>
                    <a:pt x="3292478" y="2103286"/>
                  </a:lnTo>
                  <a:lnTo>
                    <a:pt x="3291633" y="2103286"/>
                  </a:lnTo>
                  <a:lnTo>
                    <a:pt x="3290788" y="2103286"/>
                  </a:lnTo>
                  <a:lnTo>
                    <a:pt x="3289943" y="2103286"/>
                  </a:lnTo>
                  <a:lnTo>
                    <a:pt x="3289098" y="2103286"/>
                  </a:lnTo>
                  <a:lnTo>
                    <a:pt x="3288253" y="2103286"/>
                  </a:lnTo>
                  <a:lnTo>
                    <a:pt x="3287408" y="2103286"/>
                  </a:lnTo>
                  <a:lnTo>
                    <a:pt x="3286563" y="2103286"/>
                  </a:lnTo>
                  <a:lnTo>
                    <a:pt x="3285718" y="2103286"/>
                  </a:lnTo>
                  <a:lnTo>
                    <a:pt x="3284873" y="2103286"/>
                  </a:lnTo>
                  <a:lnTo>
                    <a:pt x="3284028" y="2103286"/>
                  </a:lnTo>
                  <a:lnTo>
                    <a:pt x="3283182" y="2103286"/>
                  </a:lnTo>
                  <a:lnTo>
                    <a:pt x="3282337" y="2103286"/>
                  </a:lnTo>
                  <a:lnTo>
                    <a:pt x="3281492" y="2103286"/>
                  </a:lnTo>
                  <a:lnTo>
                    <a:pt x="3280647" y="2103286"/>
                  </a:lnTo>
                  <a:lnTo>
                    <a:pt x="3279802" y="2103286"/>
                  </a:lnTo>
                  <a:lnTo>
                    <a:pt x="3278957" y="2103286"/>
                  </a:lnTo>
                  <a:lnTo>
                    <a:pt x="3278112" y="2103286"/>
                  </a:lnTo>
                  <a:lnTo>
                    <a:pt x="3277267" y="2103286"/>
                  </a:lnTo>
                  <a:lnTo>
                    <a:pt x="3276422" y="2103286"/>
                  </a:lnTo>
                  <a:lnTo>
                    <a:pt x="3275577" y="2103286"/>
                  </a:lnTo>
                  <a:lnTo>
                    <a:pt x="3274731" y="2103286"/>
                  </a:lnTo>
                  <a:lnTo>
                    <a:pt x="3273886" y="2103286"/>
                  </a:lnTo>
                  <a:lnTo>
                    <a:pt x="3273041" y="2103286"/>
                  </a:lnTo>
                  <a:lnTo>
                    <a:pt x="3272196" y="2103286"/>
                  </a:lnTo>
                  <a:lnTo>
                    <a:pt x="3271351" y="2103286"/>
                  </a:lnTo>
                  <a:lnTo>
                    <a:pt x="3270506" y="2103286"/>
                  </a:lnTo>
                  <a:lnTo>
                    <a:pt x="3269661" y="2103286"/>
                  </a:lnTo>
                  <a:lnTo>
                    <a:pt x="3268816" y="2103286"/>
                  </a:lnTo>
                  <a:lnTo>
                    <a:pt x="3267971" y="2103286"/>
                  </a:lnTo>
                  <a:lnTo>
                    <a:pt x="3267126" y="2103286"/>
                  </a:lnTo>
                  <a:lnTo>
                    <a:pt x="3266281" y="2103286"/>
                  </a:lnTo>
                  <a:lnTo>
                    <a:pt x="3265435" y="2103286"/>
                  </a:lnTo>
                  <a:lnTo>
                    <a:pt x="3264590" y="2103286"/>
                  </a:lnTo>
                  <a:lnTo>
                    <a:pt x="3263745" y="2103286"/>
                  </a:lnTo>
                  <a:lnTo>
                    <a:pt x="3262900" y="2103286"/>
                  </a:lnTo>
                  <a:lnTo>
                    <a:pt x="3262055" y="2103286"/>
                  </a:lnTo>
                  <a:lnTo>
                    <a:pt x="3261210" y="2103286"/>
                  </a:lnTo>
                  <a:lnTo>
                    <a:pt x="3260365" y="2103286"/>
                  </a:lnTo>
                  <a:lnTo>
                    <a:pt x="3259520" y="2103286"/>
                  </a:lnTo>
                  <a:lnTo>
                    <a:pt x="3258675" y="2103286"/>
                  </a:lnTo>
                  <a:lnTo>
                    <a:pt x="3257830" y="2103286"/>
                  </a:lnTo>
                  <a:lnTo>
                    <a:pt x="3256985" y="2103286"/>
                  </a:lnTo>
                  <a:lnTo>
                    <a:pt x="3256139" y="2103286"/>
                  </a:lnTo>
                  <a:lnTo>
                    <a:pt x="3255294" y="2103286"/>
                  </a:lnTo>
                  <a:lnTo>
                    <a:pt x="3254449" y="2103286"/>
                  </a:lnTo>
                  <a:lnTo>
                    <a:pt x="3253604" y="2103286"/>
                  </a:lnTo>
                  <a:lnTo>
                    <a:pt x="3252759" y="2103286"/>
                  </a:lnTo>
                  <a:lnTo>
                    <a:pt x="3251914" y="2103286"/>
                  </a:lnTo>
                  <a:lnTo>
                    <a:pt x="3251069" y="2103286"/>
                  </a:lnTo>
                  <a:lnTo>
                    <a:pt x="3250224" y="2103286"/>
                  </a:lnTo>
                  <a:lnTo>
                    <a:pt x="3249379" y="2103286"/>
                  </a:lnTo>
                  <a:lnTo>
                    <a:pt x="3248534" y="2103286"/>
                  </a:lnTo>
                  <a:lnTo>
                    <a:pt x="3247689" y="2103286"/>
                  </a:lnTo>
                  <a:lnTo>
                    <a:pt x="3246843" y="2103286"/>
                  </a:lnTo>
                  <a:lnTo>
                    <a:pt x="3245998" y="2103286"/>
                  </a:lnTo>
                  <a:lnTo>
                    <a:pt x="3245153" y="2103286"/>
                  </a:lnTo>
                  <a:lnTo>
                    <a:pt x="3244308" y="2103286"/>
                  </a:lnTo>
                  <a:lnTo>
                    <a:pt x="3243463" y="2103286"/>
                  </a:lnTo>
                  <a:lnTo>
                    <a:pt x="3242618" y="2103286"/>
                  </a:lnTo>
                  <a:lnTo>
                    <a:pt x="3241773" y="2103286"/>
                  </a:lnTo>
                  <a:lnTo>
                    <a:pt x="3240928" y="2103286"/>
                  </a:lnTo>
                  <a:lnTo>
                    <a:pt x="3240083" y="2103286"/>
                  </a:lnTo>
                  <a:lnTo>
                    <a:pt x="3239238" y="2103286"/>
                  </a:lnTo>
                  <a:lnTo>
                    <a:pt x="3238393" y="2103286"/>
                  </a:lnTo>
                  <a:lnTo>
                    <a:pt x="3237547" y="2103286"/>
                  </a:lnTo>
                  <a:lnTo>
                    <a:pt x="3236702" y="2103286"/>
                  </a:lnTo>
                  <a:lnTo>
                    <a:pt x="3235857" y="2103286"/>
                  </a:lnTo>
                  <a:lnTo>
                    <a:pt x="3235012" y="2103286"/>
                  </a:lnTo>
                  <a:lnTo>
                    <a:pt x="3234167" y="2103286"/>
                  </a:lnTo>
                  <a:lnTo>
                    <a:pt x="3233322" y="2103286"/>
                  </a:lnTo>
                  <a:lnTo>
                    <a:pt x="3232477" y="2103286"/>
                  </a:lnTo>
                  <a:lnTo>
                    <a:pt x="3231632" y="2103286"/>
                  </a:lnTo>
                  <a:lnTo>
                    <a:pt x="3230787" y="2103286"/>
                  </a:lnTo>
                  <a:lnTo>
                    <a:pt x="3229942" y="2103286"/>
                  </a:lnTo>
                  <a:lnTo>
                    <a:pt x="3229097" y="2103286"/>
                  </a:lnTo>
                  <a:lnTo>
                    <a:pt x="3228251" y="2103286"/>
                  </a:lnTo>
                  <a:lnTo>
                    <a:pt x="3227406" y="2103286"/>
                  </a:lnTo>
                  <a:lnTo>
                    <a:pt x="3226561" y="2103286"/>
                  </a:lnTo>
                  <a:lnTo>
                    <a:pt x="3225716" y="2103286"/>
                  </a:lnTo>
                  <a:lnTo>
                    <a:pt x="3224871" y="2103286"/>
                  </a:lnTo>
                  <a:lnTo>
                    <a:pt x="3224026" y="2103286"/>
                  </a:lnTo>
                  <a:lnTo>
                    <a:pt x="3223181" y="2103286"/>
                  </a:lnTo>
                  <a:lnTo>
                    <a:pt x="3222336" y="2103286"/>
                  </a:lnTo>
                  <a:lnTo>
                    <a:pt x="3221491" y="2103286"/>
                  </a:lnTo>
                  <a:lnTo>
                    <a:pt x="3220646" y="2103286"/>
                  </a:lnTo>
                  <a:lnTo>
                    <a:pt x="3219801" y="2103286"/>
                  </a:lnTo>
                  <a:lnTo>
                    <a:pt x="3218955" y="2103286"/>
                  </a:lnTo>
                  <a:lnTo>
                    <a:pt x="3218110" y="2103286"/>
                  </a:lnTo>
                  <a:lnTo>
                    <a:pt x="3217265" y="2103286"/>
                  </a:lnTo>
                  <a:lnTo>
                    <a:pt x="3216420" y="2103286"/>
                  </a:lnTo>
                  <a:lnTo>
                    <a:pt x="3215575" y="2103286"/>
                  </a:lnTo>
                  <a:lnTo>
                    <a:pt x="3214730" y="2103286"/>
                  </a:lnTo>
                  <a:lnTo>
                    <a:pt x="3213885" y="2103286"/>
                  </a:lnTo>
                  <a:lnTo>
                    <a:pt x="3213040" y="2103286"/>
                  </a:lnTo>
                  <a:lnTo>
                    <a:pt x="3212195" y="2103286"/>
                  </a:lnTo>
                  <a:lnTo>
                    <a:pt x="3211350" y="2103286"/>
                  </a:lnTo>
                  <a:lnTo>
                    <a:pt x="3210504" y="2103286"/>
                  </a:lnTo>
                  <a:lnTo>
                    <a:pt x="3209659" y="2103286"/>
                  </a:lnTo>
                  <a:lnTo>
                    <a:pt x="3208814" y="2103286"/>
                  </a:lnTo>
                  <a:lnTo>
                    <a:pt x="3207969" y="2103286"/>
                  </a:lnTo>
                  <a:lnTo>
                    <a:pt x="3207124" y="2103286"/>
                  </a:lnTo>
                  <a:lnTo>
                    <a:pt x="3206279" y="2103286"/>
                  </a:lnTo>
                  <a:lnTo>
                    <a:pt x="3205434" y="2103286"/>
                  </a:lnTo>
                  <a:lnTo>
                    <a:pt x="3204589" y="2103286"/>
                  </a:lnTo>
                  <a:lnTo>
                    <a:pt x="3203744" y="2103286"/>
                  </a:lnTo>
                  <a:lnTo>
                    <a:pt x="3202899" y="2103286"/>
                  </a:lnTo>
                  <a:lnTo>
                    <a:pt x="3202054" y="2103286"/>
                  </a:lnTo>
                  <a:lnTo>
                    <a:pt x="3201208" y="2103286"/>
                  </a:lnTo>
                  <a:lnTo>
                    <a:pt x="3200363" y="2103286"/>
                  </a:lnTo>
                  <a:lnTo>
                    <a:pt x="3199518" y="2103286"/>
                  </a:lnTo>
                  <a:lnTo>
                    <a:pt x="3198673" y="2103286"/>
                  </a:lnTo>
                  <a:lnTo>
                    <a:pt x="3197828" y="2103286"/>
                  </a:lnTo>
                  <a:lnTo>
                    <a:pt x="3196983" y="2103286"/>
                  </a:lnTo>
                  <a:lnTo>
                    <a:pt x="3196138" y="2103286"/>
                  </a:lnTo>
                  <a:lnTo>
                    <a:pt x="3195293" y="2103286"/>
                  </a:lnTo>
                  <a:lnTo>
                    <a:pt x="3194448" y="2103286"/>
                  </a:lnTo>
                  <a:lnTo>
                    <a:pt x="3193603" y="2103286"/>
                  </a:lnTo>
                  <a:lnTo>
                    <a:pt x="3192758" y="2103286"/>
                  </a:lnTo>
                  <a:lnTo>
                    <a:pt x="3191912" y="2103286"/>
                  </a:lnTo>
                  <a:lnTo>
                    <a:pt x="3191067" y="2103286"/>
                  </a:lnTo>
                  <a:lnTo>
                    <a:pt x="3190222" y="2103286"/>
                  </a:lnTo>
                  <a:lnTo>
                    <a:pt x="3189377" y="2103286"/>
                  </a:lnTo>
                  <a:lnTo>
                    <a:pt x="3188532" y="2103286"/>
                  </a:lnTo>
                  <a:lnTo>
                    <a:pt x="3187687" y="2103286"/>
                  </a:lnTo>
                  <a:lnTo>
                    <a:pt x="3186842" y="2103286"/>
                  </a:lnTo>
                  <a:lnTo>
                    <a:pt x="3185997" y="2103286"/>
                  </a:lnTo>
                  <a:lnTo>
                    <a:pt x="3185152" y="2103286"/>
                  </a:lnTo>
                  <a:lnTo>
                    <a:pt x="3184307" y="2103286"/>
                  </a:lnTo>
                  <a:lnTo>
                    <a:pt x="3183462" y="2103286"/>
                  </a:lnTo>
                  <a:lnTo>
                    <a:pt x="3182616" y="2103286"/>
                  </a:lnTo>
                  <a:lnTo>
                    <a:pt x="3181771" y="2103286"/>
                  </a:lnTo>
                  <a:lnTo>
                    <a:pt x="3180926" y="2103286"/>
                  </a:lnTo>
                  <a:lnTo>
                    <a:pt x="3180081" y="2103286"/>
                  </a:lnTo>
                  <a:lnTo>
                    <a:pt x="3179236" y="2103286"/>
                  </a:lnTo>
                  <a:lnTo>
                    <a:pt x="3178391" y="2103286"/>
                  </a:lnTo>
                  <a:lnTo>
                    <a:pt x="3177546" y="2103286"/>
                  </a:lnTo>
                  <a:lnTo>
                    <a:pt x="3176701" y="2103286"/>
                  </a:lnTo>
                  <a:lnTo>
                    <a:pt x="3175856" y="2103286"/>
                  </a:lnTo>
                  <a:lnTo>
                    <a:pt x="3175011" y="2103286"/>
                  </a:lnTo>
                  <a:lnTo>
                    <a:pt x="3174166" y="2103286"/>
                  </a:lnTo>
                  <a:lnTo>
                    <a:pt x="3173320" y="2103286"/>
                  </a:lnTo>
                  <a:lnTo>
                    <a:pt x="3172475" y="2103286"/>
                  </a:lnTo>
                  <a:lnTo>
                    <a:pt x="3171630" y="2103286"/>
                  </a:lnTo>
                  <a:lnTo>
                    <a:pt x="3170785" y="2103286"/>
                  </a:lnTo>
                  <a:lnTo>
                    <a:pt x="3169940" y="2103286"/>
                  </a:lnTo>
                  <a:lnTo>
                    <a:pt x="3169095" y="2103286"/>
                  </a:lnTo>
                  <a:lnTo>
                    <a:pt x="3168250" y="2103286"/>
                  </a:lnTo>
                  <a:lnTo>
                    <a:pt x="3167405" y="2103286"/>
                  </a:lnTo>
                  <a:lnTo>
                    <a:pt x="3166560" y="2103286"/>
                  </a:lnTo>
                  <a:lnTo>
                    <a:pt x="3165715" y="2103286"/>
                  </a:lnTo>
                  <a:lnTo>
                    <a:pt x="3164870" y="2103286"/>
                  </a:lnTo>
                  <a:lnTo>
                    <a:pt x="3164024" y="2103286"/>
                  </a:lnTo>
                  <a:lnTo>
                    <a:pt x="3163179" y="2103286"/>
                  </a:lnTo>
                  <a:lnTo>
                    <a:pt x="3162334" y="2103286"/>
                  </a:lnTo>
                  <a:lnTo>
                    <a:pt x="3161489" y="2103286"/>
                  </a:lnTo>
                  <a:lnTo>
                    <a:pt x="3160644" y="2103286"/>
                  </a:lnTo>
                  <a:lnTo>
                    <a:pt x="3159799" y="2103286"/>
                  </a:lnTo>
                  <a:lnTo>
                    <a:pt x="3158954" y="2103286"/>
                  </a:lnTo>
                  <a:lnTo>
                    <a:pt x="3158109" y="2103286"/>
                  </a:lnTo>
                  <a:lnTo>
                    <a:pt x="3157264" y="2103286"/>
                  </a:lnTo>
                  <a:lnTo>
                    <a:pt x="3156419" y="2103286"/>
                  </a:lnTo>
                  <a:lnTo>
                    <a:pt x="3155574" y="2103286"/>
                  </a:lnTo>
                  <a:lnTo>
                    <a:pt x="3154728" y="2103286"/>
                  </a:lnTo>
                  <a:lnTo>
                    <a:pt x="3153883" y="2103286"/>
                  </a:lnTo>
                  <a:lnTo>
                    <a:pt x="3153038" y="2103286"/>
                  </a:lnTo>
                  <a:lnTo>
                    <a:pt x="3152193" y="2103286"/>
                  </a:lnTo>
                  <a:lnTo>
                    <a:pt x="3151348" y="2103286"/>
                  </a:lnTo>
                  <a:lnTo>
                    <a:pt x="3150503" y="2103286"/>
                  </a:lnTo>
                  <a:lnTo>
                    <a:pt x="3149658" y="2103286"/>
                  </a:lnTo>
                  <a:lnTo>
                    <a:pt x="3148813" y="2103286"/>
                  </a:lnTo>
                  <a:lnTo>
                    <a:pt x="3147968" y="2103286"/>
                  </a:lnTo>
                  <a:lnTo>
                    <a:pt x="3147123" y="2103286"/>
                  </a:lnTo>
                  <a:lnTo>
                    <a:pt x="3146277" y="2103286"/>
                  </a:lnTo>
                  <a:lnTo>
                    <a:pt x="3145432" y="2103286"/>
                  </a:lnTo>
                  <a:lnTo>
                    <a:pt x="3144587" y="2103286"/>
                  </a:lnTo>
                  <a:lnTo>
                    <a:pt x="3143742" y="2103286"/>
                  </a:lnTo>
                  <a:lnTo>
                    <a:pt x="3142897" y="2103286"/>
                  </a:lnTo>
                  <a:lnTo>
                    <a:pt x="3142052" y="2103286"/>
                  </a:lnTo>
                  <a:lnTo>
                    <a:pt x="3141207" y="2103286"/>
                  </a:lnTo>
                  <a:lnTo>
                    <a:pt x="3140362" y="2103286"/>
                  </a:lnTo>
                  <a:lnTo>
                    <a:pt x="3139517" y="2103286"/>
                  </a:lnTo>
                  <a:lnTo>
                    <a:pt x="3138672" y="2103286"/>
                  </a:lnTo>
                  <a:lnTo>
                    <a:pt x="3137827" y="2103286"/>
                  </a:lnTo>
                  <a:lnTo>
                    <a:pt x="3136981" y="2103286"/>
                  </a:lnTo>
                  <a:lnTo>
                    <a:pt x="3136136" y="2103286"/>
                  </a:lnTo>
                  <a:lnTo>
                    <a:pt x="3135291" y="2103286"/>
                  </a:lnTo>
                  <a:lnTo>
                    <a:pt x="3134446" y="2103286"/>
                  </a:lnTo>
                  <a:lnTo>
                    <a:pt x="3133601" y="2103286"/>
                  </a:lnTo>
                  <a:lnTo>
                    <a:pt x="3132756" y="2103286"/>
                  </a:lnTo>
                  <a:lnTo>
                    <a:pt x="3131911" y="2103286"/>
                  </a:lnTo>
                  <a:lnTo>
                    <a:pt x="3131066" y="2103286"/>
                  </a:lnTo>
                  <a:lnTo>
                    <a:pt x="3130221" y="2103286"/>
                  </a:lnTo>
                  <a:lnTo>
                    <a:pt x="3129376" y="2103286"/>
                  </a:lnTo>
                  <a:lnTo>
                    <a:pt x="3128531" y="2103286"/>
                  </a:lnTo>
                  <a:lnTo>
                    <a:pt x="3127685" y="2103286"/>
                  </a:lnTo>
                  <a:lnTo>
                    <a:pt x="3126840" y="2103286"/>
                  </a:lnTo>
                  <a:lnTo>
                    <a:pt x="3125995" y="2103286"/>
                  </a:lnTo>
                  <a:lnTo>
                    <a:pt x="3125150" y="2103286"/>
                  </a:lnTo>
                  <a:lnTo>
                    <a:pt x="3124305" y="2103286"/>
                  </a:lnTo>
                  <a:lnTo>
                    <a:pt x="3123460" y="2103286"/>
                  </a:lnTo>
                  <a:lnTo>
                    <a:pt x="3122615" y="2103286"/>
                  </a:lnTo>
                  <a:lnTo>
                    <a:pt x="3121770" y="2103286"/>
                  </a:lnTo>
                  <a:lnTo>
                    <a:pt x="3120925" y="2103286"/>
                  </a:lnTo>
                  <a:lnTo>
                    <a:pt x="3120080" y="2103286"/>
                  </a:lnTo>
                  <a:lnTo>
                    <a:pt x="3119235" y="2103286"/>
                  </a:lnTo>
                  <a:lnTo>
                    <a:pt x="3118389" y="2103286"/>
                  </a:lnTo>
                  <a:lnTo>
                    <a:pt x="3117544" y="2103286"/>
                  </a:lnTo>
                  <a:lnTo>
                    <a:pt x="3116699" y="2103286"/>
                  </a:lnTo>
                  <a:lnTo>
                    <a:pt x="3115854" y="2103286"/>
                  </a:lnTo>
                  <a:lnTo>
                    <a:pt x="3115009" y="2103286"/>
                  </a:lnTo>
                  <a:lnTo>
                    <a:pt x="3114164" y="2103286"/>
                  </a:lnTo>
                  <a:lnTo>
                    <a:pt x="3113319" y="2103286"/>
                  </a:lnTo>
                  <a:lnTo>
                    <a:pt x="3112474" y="2103286"/>
                  </a:lnTo>
                  <a:lnTo>
                    <a:pt x="3111629" y="2103286"/>
                  </a:lnTo>
                  <a:lnTo>
                    <a:pt x="3110784" y="2103286"/>
                  </a:lnTo>
                  <a:lnTo>
                    <a:pt x="3109939" y="2103286"/>
                  </a:lnTo>
                  <a:lnTo>
                    <a:pt x="3109093" y="2103286"/>
                  </a:lnTo>
                  <a:lnTo>
                    <a:pt x="3108248" y="2103286"/>
                  </a:lnTo>
                  <a:lnTo>
                    <a:pt x="3107403" y="2103286"/>
                  </a:lnTo>
                  <a:lnTo>
                    <a:pt x="3106558" y="2103286"/>
                  </a:lnTo>
                  <a:lnTo>
                    <a:pt x="3105713" y="2103286"/>
                  </a:lnTo>
                  <a:lnTo>
                    <a:pt x="3104868" y="2103286"/>
                  </a:lnTo>
                  <a:lnTo>
                    <a:pt x="3104023" y="2103286"/>
                  </a:lnTo>
                  <a:lnTo>
                    <a:pt x="3103178" y="2103286"/>
                  </a:lnTo>
                  <a:lnTo>
                    <a:pt x="3102333" y="2103286"/>
                  </a:lnTo>
                  <a:lnTo>
                    <a:pt x="3101488" y="2103286"/>
                  </a:lnTo>
                  <a:lnTo>
                    <a:pt x="3100643" y="2103286"/>
                  </a:lnTo>
                  <a:lnTo>
                    <a:pt x="3099797" y="2103286"/>
                  </a:lnTo>
                  <a:lnTo>
                    <a:pt x="3098952" y="2103286"/>
                  </a:lnTo>
                  <a:lnTo>
                    <a:pt x="3098107" y="2103286"/>
                  </a:lnTo>
                  <a:lnTo>
                    <a:pt x="3097262" y="2103286"/>
                  </a:lnTo>
                  <a:lnTo>
                    <a:pt x="3096417" y="2103286"/>
                  </a:lnTo>
                  <a:lnTo>
                    <a:pt x="3095572" y="2103286"/>
                  </a:lnTo>
                  <a:lnTo>
                    <a:pt x="3094727" y="2103286"/>
                  </a:lnTo>
                  <a:lnTo>
                    <a:pt x="3093882" y="2103286"/>
                  </a:lnTo>
                  <a:lnTo>
                    <a:pt x="3093037" y="2103286"/>
                  </a:lnTo>
                  <a:lnTo>
                    <a:pt x="3092192" y="2103286"/>
                  </a:lnTo>
                  <a:lnTo>
                    <a:pt x="3091347" y="2103286"/>
                  </a:lnTo>
                  <a:lnTo>
                    <a:pt x="3090501" y="2103286"/>
                  </a:lnTo>
                  <a:lnTo>
                    <a:pt x="3089656" y="2103286"/>
                  </a:lnTo>
                  <a:lnTo>
                    <a:pt x="3088811" y="2103286"/>
                  </a:lnTo>
                  <a:lnTo>
                    <a:pt x="3087966" y="2103286"/>
                  </a:lnTo>
                  <a:lnTo>
                    <a:pt x="3087121" y="2103286"/>
                  </a:lnTo>
                  <a:lnTo>
                    <a:pt x="3086276" y="2103286"/>
                  </a:lnTo>
                  <a:lnTo>
                    <a:pt x="3085431" y="2103286"/>
                  </a:lnTo>
                  <a:lnTo>
                    <a:pt x="3084586" y="2103286"/>
                  </a:lnTo>
                  <a:lnTo>
                    <a:pt x="3083741" y="2103286"/>
                  </a:lnTo>
                  <a:lnTo>
                    <a:pt x="3082896" y="2103286"/>
                  </a:lnTo>
                  <a:lnTo>
                    <a:pt x="3082050" y="2103286"/>
                  </a:lnTo>
                  <a:lnTo>
                    <a:pt x="3081205" y="2103286"/>
                  </a:lnTo>
                  <a:lnTo>
                    <a:pt x="3080360" y="2103286"/>
                  </a:lnTo>
                  <a:lnTo>
                    <a:pt x="3079515" y="2103286"/>
                  </a:lnTo>
                  <a:lnTo>
                    <a:pt x="3078670" y="2103286"/>
                  </a:lnTo>
                  <a:lnTo>
                    <a:pt x="3077825" y="2103286"/>
                  </a:lnTo>
                  <a:lnTo>
                    <a:pt x="3076980" y="2103286"/>
                  </a:lnTo>
                  <a:lnTo>
                    <a:pt x="3076135" y="2103286"/>
                  </a:lnTo>
                  <a:lnTo>
                    <a:pt x="3075290" y="2103286"/>
                  </a:lnTo>
                  <a:lnTo>
                    <a:pt x="3074445" y="2103286"/>
                  </a:lnTo>
                  <a:lnTo>
                    <a:pt x="3073600" y="2103286"/>
                  </a:lnTo>
                  <a:lnTo>
                    <a:pt x="3072754" y="2103286"/>
                  </a:lnTo>
                  <a:lnTo>
                    <a:pt x="3071909" y="2103286"/>
                  </a:lnTo>
                  <a:lnTo>
                    <a:pt x="3071064" y="2103286"/>
                  </a:lnTo>
                  <a:lnTo>
                    <a:pt x="3070219" y="2103286"/>
                  </a:lnTo>
                  <a:lnTo>
                    <a:pt x="3069374" y="2103286"/>
                  </a:lnTo>
                  <a:lnTo>
                    <a:pt x="3068529" y="2103286"/>
                  </a:lnTo>
                  <a:lnTo>
                    <a:pt x="3067684" y="2103286"/>
                  </a:lnTo>
                  <a:lnTo>
                    <a:pt x="3066839" y="2103286"/>
                  </a:lnTo>
                  <a:lnTo>
                    <a:pt x="3065994" y="2103286"/>
                  </a:lnTo>
                  <a:lnTo>
                    <a:pt x="3065149" y="2103286"/>
                  </a:lnTo>
                  <a:lnTo>
                    <a:pt x="3064304" y="2103286"/>
                  </a:lnTo>
                  <a:lnTo>
                    <a:pt x="3063458" y="2103286"/>
                  </a:lnTo>
                  <a:lnTo>
                    <a:pt x="3062613" y="2103286"/>
                  </a:lnTo>
                  <a:lnTo>
                    <a:pt x="3061768" y="2103286"/>
                  </a:lnTo>
                  <a:lnTo>
                    <a:pt x="3060923" y="2103286"/>
                  </a:lnTo>
                  <a:lnTo>
                    <a:pt x="3060078" y="2103286"/>
                  </a:lnTo>
                  <a:lnTo>
                    <a:pt x="3059233" y="2103286"/>
                  </a:lnTo>
                  <a:lnTo>
                    <a:pt x="3058388" y="2103286"/>
                  </a:lnTo>
                  <a:lnTo>
                    <a:pt x="3057543" y="2103286"/>
                  </a:lnTo>
                  <a:lnTo>
                    <a:pt x="3056698" y="2103286"/>
                  </a:lnTo>
                  <a:lnTo>
                    <a:pt x="3055853" y="2103286"/>
                  </a:lnTo>
                  <a:lnTo>
                    <a:pt x="3055008" y="2103286"/>
                  </a:lnTo>
                  <a:lnTo>
                    <a:pt x="3054162" y="2103286"/>
                  </a:lnTo>
                  <a:lnTo>
                    <a:pt x="3053317" y="2103286"/>
                  </a:lnTo>
                  <a:lnTo>
                    <a:pt x="3052472" y="2103286"/>
                  </a:lnTo>
                  <a:lnTo>
                    <a:pt x="3051627" y="2103286"/>
                  </a:lnTo>
                  <a:lnTo>
                    <a:pt x="3050782" y="2103286"/>
                  </a:lnTo>
                  <a:lnTo>
                    <a:pt x="3049937" y="2103286"/>
                  </a:lnTo>
                  <a:lnTo>
                    <a:pt x="3049092" y="2103286"/>
                  </a:lnTo>
                  <a:lnTo>
                    <a:pt x="3048247" y="2103286"/>
                  </a:lnTo>
                  <a:lnTo>
                    <a:pt x="3047402" y="2103286"/>
                  </a:lnTo>
                  <a:lnTo>
                    <a:pt x="3046557" y="2103286"/>
                  </a:lnTo>
                  <a:lnTo>
                    <a:pt x="3045712" y="2103286"/>
                  </a:lnTo>
                  <a:lnTo>
                    <a:pt x="3044866" y="2103286"/>
                  </a:lnTo>
                  <a:lnTo>
                    <a:pt x="3044021" y="2103286"/>
                  </a:lnTo>
                  <a:lnTo>
                    <a:pt x="3043176" y="2103286"/>
                  </a:lnTo>
                  <a:lnTo>
                    <a:pt x="3042331" y="2103286"/>
                  </a:lnTo>
                  <a:lnTo>
                    <a:pt x="3041486" y="2103286"/>
                  </a:lnTo>
                  <a:lnTo>
                    <a:pt x="3040641" y="2103286"/>
                  </a:lnTo>
                  <a:lnTo>
                    <a:pt x="3039796" y="2103286"/>
                  </a:lnTo>
                  <a:lnTo>
                    <a:pt x="3038951" y="2103286"/>
                  </a:lnTo>
                  <a:lnTo>
                    <a:pt x="3038106" y="2103286"/>
                  </a:lnTo>
                  <a:lnTo>
                    <a:pt x="3037261" y="2103286"/>
                  </a:lnTo>
                  <a:lnTo>
                    <a:pt x="3036416" y="2103286"/>
                  </a:lnTo>
                  <a:lnTo>
                    <a:pt x="3035570" y="2103286"/>
                  </a:lnTo>
                  <a:lnTo>
                    <a:pt x="3034725" y="2103286"/>
                  </a:lnTo>
                  <a:lnTo>
                    <a:pt x="3033880" y="2103286"/>
                  </a:lnTo>
                  <a:lnTo>
                    <a:pt x="3033035" y="2103286"/>
                  </a:lnTo>
                  <a:lnTo>
                    <a:pt x="3032190" y="2103286"/>
                  </a:lnTo>
                  <a:lnTo>
                    <a:pt x="3031345" y="2103286"/>
                  </a:lnTo>
                  <a:lnTo>
                    <a:pt x="3030500" y="2103286"/>
                  </a:lnTo>
                  <a:lnTo>
                    <a:pt x="3029655" y="2103286"/>
                  </a:lnTo>
                  <a:lnTo>
                    <a:pt x="3028810" y="2103286"/>
                  </a:lnTo>
                  <a:lnTo>
                    <a:pt x="3027965" y="2103286"/>
                  </a:lnTo>
                  <a:lnTo>
                    <a:pt x="3027120" y="2103286"/>
                  </a:lnTo>
                  <a:lnTo>
                    <a:pt x="3026274" y="2103286"/>
                  </a:lnTo>
                  <a:lnTo>
                    <a:pt x="3025429" y="2103286"/>
                  </a:lnTo>
                  <a:lnTo>
                    <a:pt x="3024584" y="2103286"/>
                  </a:lnTo>
                  <a:lnTo>
                    <a:pt x="3023739" y="2103286"/>
                  </a:lnTo>
                  <a:lnTo>
                    <a:pt x="3022894" y="2103286"/>
                  </a:lnTo>
                  <a:lnTo>
                    <a:pt x="3022049" y="2103286"/>
                  </a:lnTo>
                  <a:lnTo>
                    <a:pt x="3021204" y="2103286"/>
                  </a:lnTo>
                  <a:lnTo>
                    <a:pt x="3020359" y="2103286"/>
                  </a:lnTo>
                  <a:lnTo>
                    <a:pt x="3019514" y="2103286"/>
                  </a:lnTo>
                  <a:lnTo>
                    <a:pt x="3018669" y="2103286"/>
                  </a:lnTo>
                  <a:lnTo>
                    <a:pt x="3017823" y="2103286"/>
                  </a:lnTo>
                  <a:lnTo>
                    <a:pt x="3016978" y="2103286"/>
                  </a:lnTo>
                  <a:lnTo>
                    <a:pt x="3016133" y="2103286"/>
                  </a:lnTo>
                  <a:lnTo>
                    <a:pt x="3015288" y="2103286"/>
                  </a:lnTo>
                  <a:lnTo>
                    <a:pt x="3014443" y="2103286"/>
                  </a:lnTo>
                  <a:lnTo>
                    <a:pt x="3013598" y="2103286"/>
                  </a:lnTo>
                  <a:lnTo>
                    <a:pt x="3012753" y="2103286"/>
                  </a:lnTo>
                  <a:lnTo>
                    <a:pt x="3011908" y="2103286"/>
                  </a:lnTo>
                  <a:lnTo>
                    <a:pt x="3011063" y="2103286"/>
                  </a:lnTo>
                  <a:lnTo>
                    <a:pt x="3010218" y="2103286"/>
                  </a:lnTo>
                  <a:lnTo>
                    <a:pt x="3009373" y="2103286"/>
                  </a:lnTo>
                  <a:lnTo>
                    <a:pt x="3008527" y="2103286"/>
                  </a:lnTo>
                  <a:lnTo>
                    <a:pt x="3007682" y="2103286"/>
                  </a:lnTo>
                  <a:lnTo>
                    <a:pt x="3006837" y="2103286"/>
                  </a:lnTo>
                  <a:lnTo>
                    <a:pt x="3005992" y="2103286"/>
                  </a:lnTo>
                  <a:lnTo>
                    <a:pt x="3005147" y="2103286"/>
                  </a:lnTo>
                  <a:lnTo>
                    <a:pt x="3004302" y="2103286"/>
                  </a:lnTo>
                  <a:lnTo>
                    <a:pt x="3003457" y="2103286"/>
                  </a:lnTo>
                  <a:lnTo>
                    <a:pt x="3002612" y="2103286"/>
                  </a:lnTo>
                  <a:lnTo>
                    <a:pt x="3001767" y="2103286"/>
                  </a:lnTo>
                  <a:lnTo>
                    <a:pt x="3000922" y="2103286"/>
                  </a:lnTo>
                  <a:lnTo>
                    <a:pt x="3000077" y="2103286"/>
                  </a:lnTo>
                  <a:lnTo>
                    <a:pt x="2999231" y="2103286"/>
                  </a:lnTo>
                  <a:lnTo>
                    <a:pt x="2998386" y="2103286"/>
                  </a:lnTo>
                  <a:lnTo>
                    <a:pt x="2997541" y="2103286"/>
                  </a:lnTo>
                  <a:lnTo>
                    <a:pt x="2996696" y="2103286"/>
                  </a:lnTo>
                  <a:lnTo>
                    <a:pt x="2995851" y="2103286"/>
                  </a:lnTo>
                  <a:lnTo>
                    <a:pt x="2995006" y="2103286"/>
                  </a:lnTo>
                  <a:lnTo>
                    <a:pt x="2994161" y="2103286"/>
                  </a:lnTo>
                  <a:lnTo>
                    <a:pt x="2993316" y="2103286"/>
                  </a:lnTo>
                  <a:lnTo>
                    <a:pt x="2992471" y="2103286"/>
                  </a:lnTo>
                  <a:lnTo>
                    <a:pt x="2991626" y="2103286"/>
                  </a:lnTo>
                  <a:lnTo>
                    <a:pt x="2990781" y="2103286"/>
                  </a:lnTo>
                  <a:lnTo>
                    <a:pt x="2989935" y="2103286"/>
                  </a:lnTo>
                  <a:lnTo>
                    <a:pt x="2989090" y="2103286"/>
                  </a:lnTo>
                  <a:lnTo>
                    <a:pt x="2988245" y="2103286"/>
                  </a:lnTo>
                  <a:lnTo>
                    <a:pt x="2987400" y="2103286"/>
                  </a:lnTo>
                  <a:lnTo>
                    <a:pt x="2986555" y="2103286"/>
                  </a:lnTo>
                  <a:lnTo>
                    <a:pt x="2985710" y="2103286"/>
                  </a:lnTo>
                  <a:lnTo>
                    <a:pt x="2984865" y="2103286"/>
                  </a:lnTo>
                  <a:lnTo>
                    <a:pt x="2984020" y="2103286"/>
                  </a:lnTo>
                  <a:lnTo>
                    <a:pt x="2983175" y="2103286"/>
                  </a:lnTo>
                  <a:lnTo>
                    <a:pt x="2982330" y="2103286"/>
                  </a:lnTo>
                  <a:lnTo>
                    <a:pt x="2981485" y="2103286"/>
                  </a:lnTo>
                  <a:lnTo>
                    <a:pt x="2980639" y="2103286"/>
                  </a:lnTo>
                  <a:lnTo>
                    <a:pt x="2979794" y="2103286"/>
                  </a:lnTo>
                  <a:lnTo>
                    <a:pt x="2978949" y="2103286"/>
                  </a:lnTo>
                  <a:lnTo>
                    <a:pt x="2978104" y="2103286"/>
                  </a:lnTo>
                  <a:lnTo>
                    <a:pt x="2977259" y="2103286"/>
                  </a:lnTo>
                  <a:lnTo>
                    <a:pt x="2976414" y="2103286"/>
                  </a:lnTo>
                  <a:lnTo>
                    <a:pt x="2975569" y="2103286"/>
                  </a:lnTo>
                  <a:lnTo>
                    <a:pt x="2974724" y="2103286"/>
                  </a:lnTo>
                  <a:lnTo>
                    <a:pt x="2973879" y="2103286"/>
                  </a:lnTo>
                  <a:lnTo>
                    <a:pt x="2973034" y="2103286"/>
                  </a:lnTo>
                  <a:lnTo>
                    <a:pt x="2972189" y="2103286"/>
                  </a:lnTo>
                  <a:lnTo>
                    <a:pt x="2971343" y="2103286"/>
                  </a:lnTo>
                  <a:lnTo>
                    <a:pt x="2970498" y="2103286"/>
                  </a:lnTo>
                  <a:lnTo>
                    <a:pt x="2969653" y="2103286"/>
                  </a:lnTo>
                  <a:lnTo>
                    <a:pt x="2968808" y="2103286"/>
                  </a:lnTo>
                  <a:lnTo>
                    <a:pt x="2967963" y="2103286"/>
                  </a:lnTo>
                  <a:lnTo>
                    <a:pt x="2967118" y="2103286"/>
                  </a:lnTo>
                  <a:lnTo>
                    <a:pt x="2966273" y="2103286"/>
                  </a:lnTo>
                  <a:lnTo>
                    <a:pt x="2965428" y="2103286"/>
                  </a:lnTo>
                  <a:lnTo>
                    <a:pt x="2964583" y="2103286"/>
                  </a:lnTo>
                  <a:lnTo>
                    <a:pt x="2963738" y="2103286"/>
                  </a:lnTo>
                  <a:lnTo>
                    <a:pt x="2962893" y="2103286"/>
                  </a:lnTo>
                  <a:lnTo>
                    <a:pt x="2962047" y="2103286"/>
                  </a:lnTo>
                  <a:lnTo>
                    <a:pt x="2961202" y="2103286"/>
                  </a:lnTo>
                  <a:lnTo>
                    <a:pt x="2960357" y="2103286"/>
                  </a:lnTo>
                  <a:lnTo>
                    <a:pt x="2959512" y="2103286"/>
                  </a:lnTo>
                  <a:lnTo>
                    <a:pt x="2958667" y="2103286"/>
                  </a:lnTo>
                  <a:lnTo>
                    <a:pt x="2957822" y="2103286"/>
                  </a:lnTo>
                  <a:lnTo>
                    <a:pt x="2956977" y="2103286"/>
                  </a:lnTo>
                  <a:lnTo>
                    <a:pt x="2956132" y="2103286"/>
                  </a:lnTo>
                  <a:lnTo>
                    <a:pt x="2955287" y="2103286"/>
                  </a:lnTo>
                  <a:lnTo>
                    <a:pt x="2954442" y="2103286"/>
                  </a:lnTo>
                  <a:lnTo>
                    <a:pt x="2953596" y="2103286"/>
                  </a:lnTo>
                  <a:lnTo>
                    <a:pt x="2952751" y="2103286"/>
                  </a:lnTo>
                  <a:lnTo>
                    <a:pt x="2951906" y="2103286"/>
                  </a:lnTo>
                  <a:lnTo>
                    <a:pt x="2951061" y="2103286"/>
                  </a:lnTo>
                  <a:lnTo>
                    <a:pt x="2950216" y="2103286"/>
                  </a:lnTo>
                  <a:lnTo>
                    <a:pt x="2949371" y="2103286"/>
                  </a:lnTo>
                  <a:lnTo>
                    <a:pt x="2948526" y="2103286"/>
                  </a:lnTo>
                  <a:lnTo>
                    <a:pt x="2947681" y="2103286"/>
                  </a:lnTo>
                  <a:lnTo>
                    <a:pt x="2946836" y="2103286"/>
                  </a:lnTo>
                  <a:lnTo>
                    <a:pt x="2945991" y="2103286"/>
                  </a:lnTo>
                  <a:lnTo>
                    <a:pt x="2945146" y="2103286"/>
                  </a:lnTo>
                  <a:lnTo>
                    <a:pt x="2944300" y="2103286"/>
                  </a:lnTo>
                  <a:lnTo>
                    <a:pt x="2943455" y="2103286"/>
                  </a:lnTo>
                  <a:lnTo>
                    <a:pt x="2942610" y="2103286"/>
                  </a:lnTo>
                  <a:lnTo>
                    <a:pt x="2941765" y="2103286"/>
                  </a:lnTo>
                  <a:lnTo>
                    <a:pt x="2940920" y="2103286"/>
                  </a:lnTo>
                  <a:lnTo>
                    <a:pt x="2940075" y="2103286"/>
                  </a:lnTo>
                  <a:lnTo>
                    <a:pt x="2939230" y="2103286"/>
                  </a:lnTo>
                  <a:lnTo>
                    <a:pt x="2938385" y="2103286"/>
                  </a:lnTo>
                  <a:lnTo>
                    <a:pt x="2937540" y="2103286"/>
                  </a:lnTo>
                  <a:lnTo>
                    <a:pt x="2936695" y="2103286"/>
                  </a:lnTo>
                  <a:lnTo>
                    <a:pt x="2935850" y="2103286"/>
                  </a:lnTo>
                  <a:lnTo>
                    <a:pt x="2935004" y="2103286"/>
                  </a:lnTo>
                  <a:lnTo>
                    <a:pt x="2934159" y="2103286"/>
                  </a:lnTo>
                  <a:lnTo>
                    <a:pt x="2933314" y="2103286"/>
                  </a:lnTo>
                  <a:lnTo>
                    <a:pt x="2932469" y="2103286"/>
                  </a:lnTo>
                  <a:lnTo>
                    <a:pt x="2931624" y="2103286"/>
                  </a:lnTo>
                  <a:lnTo>
                    <a:pt x="2930779" y="2103286"/>
                  </a:lnTo>
                  <a:lnTo>
                    <a:pt x="2929934" y="2103286"/>
                  </a:lnTo>
                  <a:lnTo>
                    <a:pt x="2929089" y="2103286"/>
                  </a:lnTo>
                  <a:lnTo>
                    <a:pt x="2928244" y="2103286"/>
                  </a:lnTo>
                  <a:lnTo>
                    <a:pt x="2927399" y="2103286"/>
                  </a:lnTo>
                  <a:lnTo>
                    <a:pt x="2926554" y="2103286"/>
                  </a:lnTo>
                  <a:lnTo>
                    <a:pt x="2925708" y="2103286"/>
                  </a:lnTo>
                  <a:lnTo>
                    <a:pt x="2924863" y="2103286"/>
                  </a:lnTo>
                  <a:lnTo>
                    <a:pt x="2924018" y="2103286"/>
                  </a:lnTo>
                  <a:lnTo>
                    <a:pt x="2923173" y="2103286"/>
                  </a:lnTo>
                  <a:lnTo>
                    <a:pt x="2922328" y="2103286"/>
                  </a:lnTo>
                  <a:lnTo>
                    <a:pt x="2921483" y="2103286"/>
                  </a:lnTo>
                  <a:lnTo>
                    <a:pt x="2920638" y="2103286"/>
                  </a:lnTo>
                  <a:lnTo>
                    <a:pt x="2919793" y="2103286"/>
                  </a:lnTo>
                  <a:lnTo>
                    <a:pt x="2918948" y="2103286"/>
                  </a:lnTo>
                  <a:lnTo>
                    <a:pt x="2918103" y="2103286"/>
                  </a:lnTo>
                  <a:lnTo>
                    <a:pt x="2917258" y="2103286"/>
                  </a:lnTo>
                  <a:lnTo>
                    <a:pt x="2916412" y="2103286"/>
                  </a:lnTo>
                  <a:lnTo>
                    <a:pt x="2915567" y="2103286"/>
                  </a:lnTo>
                  <a:lnTo>
                    <a:pt x="2914722" y="2103286"/>
                  </a:lnTo>
                  <a:lnTo>
                    <a:pt x="2913877" y="2103286"/>
                  </a:lnTo>
                  <a:lnTo>
                    <a:pt x="2913032" y="2103286"/>
                  </a:lnTo>
                  <a:lnTo>
                    <a:pt x="2912187" y="2103286"/>
                  </a:lnTo>
                  <a:lnTo>
                    <a:pt x="2911342" y="2103286"/>
                  </a:lnTo>
                  <a:lnTo>
                    <a:pt x="2910497" y="2103286"/>
                  </a:lnTo>
                  <a:lnTo>
                    <a:pt x="2909652" y="2103286"/>
                  </a:lnTo>
                  <a:lnTo>
                    <a:pt x="2908807" y="2103286"/>
                  </a:lnTo>
                  <a:lnTo>
                    <a:pt x="2907962" y="2103286"/>
                  </a:lnTo>
                  <a:lnTo>
                    <a:pt x="2907116" y="2103286"/>
                  </a:lnTo>
                  <a:lnTo>
                    <a:pt x="2906271" y="2103286"/>
                  </a:lnTo>
                  <a:lnTo>
                    <a:pt x="2905426" y="2103286"/>
                  </a:lnTo>
                  <a:lnTo>
                    <a:pt x="2904581" y="2103286"/>
                  </a:lnTo>
                  <a:lnTo>
                    <a:pt x="2903736" y="2103286"/>
                  </a:lnTo>
                  <a:lnTo>
                    <a:pt x="2902891" y="2103286"/>
                  </a:lnTo>
                  <a:lnTo>
                    <a:pt x="2902046" y="2103286"/>
                  </a:lnTo>
                  <a:lnTo>
                    <a:pt x="2901201" y="2103286"/>
                  </a:lnTo>
                  <a:lnTo>
                    <a:pt x="2900356" y="2103286"/>
                  </a:lnTo>
                  <a:lnTo>
                    <a:pt x="2899511" y="2103286"/>
                  </a:lnTo>
                  <a:lnTo>
                    <a:pt x="2898666" y="2103286"/>
                  </a:lnTo>
                  <a:lnTo>
                    <a:pt x="2897820" y="2103286"/>
                  </a:lnTo>
                  <a:lnTo>
                    <a:pt x="2896975" y="2103286"/>
                  </a:lnTo>
                  <a:lnTo>
                    <a:pt x="2896130" y="2103286"/>
                  </a:lnTo>
                  <a:lnTo>
                    <a:pt x="2895285" y="2103286"/>
                  </a:lnTo>
                  <a:lnTo>
                    <a:pt x="2894440" y="2103286"/>
                  </a:lnTo>
                  <a:lnTo>
                    <a:pt x="2893595" y="2103286"/>
                  </a:lnTo>
                  <a:lnTo>
                    <a:pt x="2892750" y="2103286"/>
                  </a:lnTo>
                  <a:lnTo>
                    <a:pt x="2891905" y="2103286"/>
                  </a:lnTo>
                  <a:lnTo>
                    <a:pt x="2891060" y="2103286"/>
                  </a:lnTo>
                  <a:lnTo>
                    <a:pt x="2890215" y="2103286"/>
                  </a:lnTo>
                  <a:lnTo>
                    <a:pt x="2889369" y="2103286"/>
                  </a:lnTo>
                  <a:lnTo>
                    <a:pt x="2888524" y="2103286"/>
                  </a:lnTo>
                  <a:lnTo>
                    <a:pt x="2887679" y="2103286"/>
                  </a:lnTo>
                  <a:lnTo>
                    <a:pt x="2886834" y="2103286"/>
                  </a:lnTo>
                  <a:lnTo>
                    <a:pt x="2885989" y="2103286"/>
                  </a:lnTo>
                  <a:lnTo>
                    <a:pt x="2885144" y="2103286"/>
                  </a:lnTo>
                  <a:lnTo>
                    <a:pt x="2884299" y="2103286"/>
                  </a:lnTo>
                  <a:lnTo>
                    <a:pt x="2883454" y="2103286"/>
                  </a:lnTo>
                  <a:lnTo>
                    <a:pt x="2882609" y="2103286"/>
                  </a:lnTo>
                  <a:lnTo>
                    <a:pt x="2881764" y="2103286"/>
                  </a:lnTo>
                  <a:lnTo>
                    <a:pt x="2880919" y="2103286"/>
                  </a:lnTo>
                  <a:lnTo>
                    <a:pt x="2880073" y="2103286"/>
                  </a:lnTo>
                  <a:lnTo>
                    <a:pt x="2879228" y="2103286"/>
                  </a:lnTo>
                  <a:lnTo>
                    <a:pt x="2878383" y="2103286"/>
                  </a:lnTo>
                  <a:lnTo>
                    <a:pt x="2877538" y="2103286"/>
                  </a:lnTo>
                  <a:lnTo>
                    <a:pt x="2876693" y="2103286"/>
                  </a:lnTo>
                  <a:lnTo>
                    <a:pt x="2875848" y="2103286"/>
                  </a:lnTo>
                  <a:lnTo>
                    <a:pt x="2875003" y="2103286"/>
                  </a:lnTo>
                  <a:lnTo>
                    <a:pt x="2874158" y="2103286"/>
                  </a:lnTo>
                  <a:lnTo>
                    <a:pt x="2873313" y="2103286"/>
                  </a:lnTo>
                  <a:lnTo>
                    <a:pt x="2872468" y="2103286"/>
                  </a:lnTo>
                  <a:lnTo>
                    <a:pt x="2871623" y="2103286"/>
                  </a:lnTo>
                  <a:lnTo>
                    <a:pt x="2870777" y="2103286"/>
                  </a:lnTo>
                  <a:lnTo>
                    <a:pt x="2869932" y="2103286"/>
                  </a:lnTo>
                  <a:lnTo>
                    <a:pt x="2869087" y="2103286"/>
                  </a:lnTo>
                  <a:lnTo>
                    <a:pt x="2868242" y="2103286"/>
                  </a:lnTo>
                  <a:lnTo>
                    <a:pt x="2867397" y="2103286"/>
                  </a:lnTo>
                  <a:lnTo>
                    <a:pt x="2866552" y="2103286"/>
                  </a:lnTo>
                  <a:lnTo>
                    <a:pt x="2865707" y="2103286"/>
                  </a:lnTo>
                  <a:lnTo>
                    <a:pt x="2864862" y="2103286"/>
                  </a:lnTo>
                  <a:lnTo>
                    <a:pt x="2864017" y="2103286"/>
                  </a:lnTo>
                  <a:lnTo>
                    <a:pt x="2863172" y="2103286"/>
                  </a:lnTo>
                  <a:lnTo>
                    <a:pt x="2862327" y="2103286"/>
                  </a:lnTo>
                  <a:lnTo>
                    <a:pt x="2861481" y="2103286"/>
                  </a:lnTo>
                  <a:lnTo>
                    <a:pt x="2860636" y="2103286"/>
                  </a:lnTo>
                  <a:lnTo>
                    <a:pt x="2859791" y="2103286"/>
                  </a:lnTo>
                  <a:lnTo>
                    <a:pt x="2858946" y="2103286"/>
                  </a:lnTo>
                  <a:lnTo>
                    <a:pt x="2858101" y="2103286"/>
                  </a:lnTo>
                  <a:lnTo>
                    <a:pt x="2857256" y="2103286"/>
                  </a:lnTo>
                  <a:lnTo>
                    <a:pt x="2856411" y="2103286"/>
                  </a:lnTo>
                  <a:lnTo>
                    <a:pt x="2855566" y="2103286"/>
                  </a:lnTo>
                  <a:lnTo>
                    <a:pt x="2854721" y="2103286"/>
                  </a:lnTo>
                  <a:lnTo>
                    <a:pt x="2853876" y="2103286"/>
                  </a:lnTo>
                  <a:lnTo>
                    <a:pt x="2853031" y="2103286"/>
                  </a:lnTo>
                  <a:lnTo>
                    <a:pt x="2852185" y="2103286"/>
                  </a:lnTo>
                  <a:lnTo>
                    <a:pt x="2851340" y="2103286"/>
                  </a:lnTo>
                  <a:lnTo>
                    <a:pt x="2850495" y="2103286"/>
                  </a:lnTo>
                  <a:lnTo>
                    <a:pt x="2849650" y="2103286"/>
                  </a:lnTo>
                  <a:lnTo>
                    <a:pt x="2848805" y="2103286"/>
                  </a:lnTo>
                  <a:lnTo>
                    <a:pt x="2847960" y="2103286"/>
                  </a:lnTo>
                  <a:lnTo>
                    <a:pt x="2847115" y="2103286"/>
                  </a:lnTo>
                  <a:lnTo>
                    <a:pt x="2846270" y="2103286"/>
                  </a:lnTo>
                  <a:lnTo>
                    <a:pt x="2845425" y="2103286"/>
                  </a:lnTo>
                  <a:lnTo>
                    <a:pt x="2844580" y="2103286"/>
                  </a:lnTo>
                  <a:lnTo>
                    <a:pt x="2843735" y="2103286"/>
                  </a:lnTo>
                  <a:lnTo>
                    <a:pt x="2842889" y="2103286"/>
                  </a:lnTo>
                  <a:lnTo>
                    <a:pt x="2842044" y="2103286"/>
                  </a:lnTo>
                  <a:lnTo>
                    <a:pt x="2841199" y="2103286"/>
                  </a:lnTo>
                  <a:lnTo>
                    <a:pt x="2840354" y="2103286"/>
                  </a:lnTo>
                  <a:lnTo>
                    <a:pt x="2839509" y="2103286"/>
                  </a:lnTo>
                  <a:lnTo>
                    <a:pt x="2838664" y="2103286"/>
                  </a:lnTo>
                  <a:lnTo>
                    <a:pt x="2837819" y="2103286"/>
                  </a:lnTo>
                  <a:lnTo>
                    <a:pt x="2836974" y="2103286"/>
                  </a:lnTo>
                  <a:lnTo>
                    <a:pt x="2836129" y="2103286"/>
                  </a:lnTo>
                  <a:lnTo>
                    <a:pt x="2835284" y="2103286"/>
                  </a:lnTo>
                  <a:lnTo>
                    <a:pt x="2834438" y="2103286"/>
                  </a:lnTo>
                  <a:lnTo>
                    <a:pt x="2833593" y="2103286"/>
                  </a:lnTo>
                  <a:lnTo>
                    <a:pt x="2832748" y="2103286"/>
                  </a:lnTo>
                  <a:lnTo>
                    <a:pt x="2831903" y="2103286"/>
                  </a:lnTo>
                  <a:lnTo>
                    <a:pt x="2831058" y="2103286"/>
                  </a:lnTo>
                  <a:lnTo>
                    <a:pt x="2830213" y="2103286"/>
                  </a:lnTo>
                  <a:lnTo>
                    <a:pt x="2829368" y="2103286"/>
                  </a:lnTo>
                  <a:lnTo>
                    <a:pt x="2828523" y="2103286"/>
                  </a:lnTo>
                  <a:lnTo>
                    <a:pt x="2827678" y="2103286"/>
                  </a:lnTo>
                  <a:lnTo>
                    <a:pt x="2826833" y="2103286"/>
                  </a:lnTo>
                  <a:lnTo>
                    <a:pt x="2825988" y="2103286"/>
                  </a:lnTo>
                  <a:lnTo>
                    <a:pt x="2825142" y="2103286"/>
                  </a:lnTo>
                  <a:lnTo>
                    <a:pt x="2824297" y="2103286"/>
                  </a:lnTo>
                  <a:lnTo>
                    <a:pt x="2823452" y="2103286"/>
                  </a:lnTo>
                  <a:lnTo>
                    <a:pt x="2822607" y="2103286"/>
                  </a:lnTo>
                  <a:lnTo>
                    <a:pt x="2821762" y="2103286"/>
                  </a:lnTo>
                  <a:lnTo>
                    <a:pt x="2820917" y="2103286"/>
                  </a:lnTo>
                  <a:lnTo>
                    <a:pt x="2820072" y="2103286"/>
                  </a:lnTo>
                  <a:lnTo>
                    <a:pt x="2819227" y="2103286"/>
                  </a:lnTo>
                  <a:lnTo>
                    <a:pt x="2818382" y="2103286"/>
                  </a:lnTo>
                  <a:lnTo>
                    <a:pt x="2817537" y="2103286"/>
                  </a:lnTo>
                  <a:lnTo>
                    <a:pt x="2816692" y="2103286"/>
                  </a:lnTo>
                  <a:lnTo>
                    <a:pt x="2815846" y="2103286"/>
                  </a:lnTo>
                  <a:lnTo>
                    <a:pt x="2815001" y="2103286"/>
                  </a:lnTo>
                  <a:lnTo>
                    <a:pt x="2814156" y="2103286"/>
                  </a:lnTo>
                  <a:lnTo>
                    <a:pt x="2813311" y="2103286"/>
                  </a:lnTo>
                  <a:lnTo>
                    <a:pt x="2812466" y="2103286"/>
                  </a:lnTo>
                  <a:lnTo>
                    <a:pt x="2811621" y="2103286"/>
                  </a:lnTo>
                  <a:lnTo>
                    <a:pt x="2810776" y="2103286"/>
                  </a:lnTo>
                  <a:lnTo>
                    <a:pt x="2809931" y="2103286"/>
                  </a:lnTo>
                  <a:lnTo>
                    <a:pt x="2809086" y="2103286"/>
                  </a:lnTo>
                  <a:lnTo>
                    <a:pt x="2808241" y="2103286"/>
                  </a:lnTo>
                  <a:lnTo>
                    <a:pt x="2807396" y="2103286"/>
                  </a:lnTo>
                  <a:lnTo>
                    <a:pt x="2806550" y="2103286"/>
                  </a:lnTo>
                  <a:lnTo>
                    <a:pt x="2805705" y="2103286"/>
                  </a:lnTo>
                  <a:lnTo>
                    <a:pt x="2804860" y="2103286"/>
                  </a:lnTo>
                  <a:lnTo>
                    <a:pt x="2804015" y="2103286"/>
                  </a:lnTo>
                  <a:lnTo>
                    <a:pt x="2803170" y="2103286"/>
                  </a:lnTo>
                  <a:lnTo>
                    <a:pt x="2802325" y="2103286"/>
                  </a:lnTo>
                  <a:lnTo>
                    <a:pt x="2801480" y="2103286"/>
                  </a:lnTo>
                  <a:lnTo>
                    <a:pt x="2800635" y="2103286"/>
                  </a:lnTo>
                  <a:lnTo>
                    <a:pt x="2799790" y="2103286"/>
                  </a:lnTo>
                  <a:lnTo>
                    <a:pt x="2798945" y="2103286"/>
                  </a:lnTo>
                  <a:lnTo>
                    <a:pt x="2798100" y="2103286"/>
                  </a:lnTo>
                  <a:lnTo>
                    <a:pt x="2797254" y="2103286"/>
                  </a:lnTo>
                  <a:lnTo>
                    <a:pt x="2796409" y="2103286"/>
                  </a:lnTo>
                  <a:lnTo>
                    <a:pt x="2795564" y="2103286"/>
                  </a:lnTo>
                  <a:lnTo>
                    <a:pt x="2794719" y="2103286"/>
                  </a:lnTo>
                  <a:lnTo>
                    <a:pt x="2793874" y="2103286"/>
                  </a:lnTo>
                  <a:lnTo>
                    <a:pt x="2793029" y="2103286"/>
                  </a:lnTo>
                  <a:lnTo>
                    <a:pt x="2792184" y="2103286"/>
                  </a:lnTo>
                  <a:lnTo>
                    <a:pt x="2791339" y="2103286"/>
                  </a:lnTo>
                  <a:lnTo>
                    <a:pt x="2790494" y="2103286"/>
                  </a:lnTo>
                  <a:lnTo>
                    <a:pt x="2789649" y="2103286"/>
                  </a:lnTo>
                  <a:lnTo>
                    <a:pt x="2788804" y="2103286"/>
                  </a:lnTo>
                  <a:lnTo>
                    <a:pt x="2787958" y="2103286"/>
                  </a:lnTo>
                  <a:lnTo>
                    <a:pt x="2787113" y="2103286"/>
                  </a:lnTo>
                  <a:lnTo>
                    <a:pt x="2786268" y="2103286"/>
                  </a:lnTo>
                  <a:lnTo>
                    <a:pt x="2785423" y="2103286"/>
                  </a:lnTo>
                  <a:lnTo>
                    <a:pt x="2784578" y="2103286"/>
                  </a:lnTo>
                  <a:lnTo>
                    <a:pt x="2783733" y="2103286"/>
                  </a:lnTo>
                  <a:lnTo>
                    <a:pt x="2782888" y="2103286"/>
                  </a:lnTo>
                  <a:lnTo>
                    <a:pt x="2782043" y="2103286"/>
                  </a:lnTo>
                  <a:lnTo>
                    <a:pt x="2781198" y="2103286"/>
                  </a:lnTo>
                  <a:lnTo>
                    <a:pt x="2780353" y="2103286"/>
                  </a:lnTo>
                  <a:lnTo>
                    <a:pt x="2779508" y="2103286"/>
                  </a:lnTo>
                  <a:lnTo>
                    <a:pt x="2778662" y="2103286"/>
                  </a:lnTo>
                  <a:lnTo>
                    <a:pt x="2777817" y="2103286"/>
                  </a:lnTo>
                  <a:lnTo>
                    <a:pt x="2776972" y="2103286"/>
                  </a:lnTo>
                  <a:lnTo>
                    <a:pt x="2776127" y="2103286"/>
                  </a:lnTo>
                  <a:lnTo>
                    <a:pt x="2775282" y="2103286"/>
                  </a:lnTo>
                  <a:lnTo>
                    <a:pt x="2774437" y="2103286"/>
                  </a:lnTo>
                  <a:lnTo>
                    <a:pt x="2773592" y="2103286"/>
                  </a:lnTo>
                  <a:lnTo>
                    <a:pt x="2772747" y="2103286"/>
                  </a:lnTo>
                  <a:lnTo>
                    <a:pt x="2771902" y="2103286"/>
                  </a:lnTo>
                  <a:lnTo>
                    <a:pt x="2771057" y="2103286"/>
                  </a:lnTo>
                  <a:lnTo>
                    <a:pt x="2770211" y="2103286"/>
                  </a:lnTo>
                  <a:lnTo>
                    <a:pt x="2769366" y="2103286"/>
                  </a:lnTo>
                  <a:lnTo>
                    <a:pt x="2768521" y="2103286"/>
                  </a:lnTo>
                  <a:lnTo>
                    <a:pt x="2767676" y="2103286"/>
                  </a:lnTo>
                  <a:lnTo>
                    <a:pt x="2766831" y="2103286"/>
                  </a:lnTo>
                  <a:lnTo>
                    <a:pt x="2765986" y="2103286"/>
                  </a:lnTo>
                  <a:lnTo>
                    <a:pt x="2765141" y="2103286"/>
                  </a:lnTo>
                  <a:lnTo>
                    <a:pt x="2764296" y="2103286"/>
                  </a:lnTo>
                  <a:lnTo>
                    <a:pt x="2763451" y="2103286"/>
                  </a:lnTo>
                  <a:lnTo>
                    <a:pt x="2762606" y="2103286"/>
                  </a:lnTo>
                  <a:lnTo>
                    <a:pt x="2761761" y="2103286"/>
                  </a:lnTo>
                  <a:lnTo>
                    <a:pt x="2760915" y="2103286"/>
                  </a:lnTo>
                  <a:lnTo>
                    <a:pt x="2760070" y="2103286"/>
                  </a:lnTo>
                  <a:lnTo>
                    <a:pt x="2759225" y="2103286"/>
                  </a:lnTo>
                  <a:lnTo>
                    <a:pt x="2758380" y="2103286"/>
                  </a:lnTo>
                  <a:lnTo>
                    <a:pt x="2757535" y="2103286"/>
                  </a:lnTo>
                  <a:lnTo>
                    <a:pt x="2756690" y="2103286"/>
                  </a:lnTo>
                  <a:lnTo>
                    <a:pt x="2755845" y="2103286"/>
                  </a:lnTo>
                  <a:lnTo>
                    <a:pt x="2755000" y="2103286"/>
                  </a:lnTo>
                  <a:lnTo>
                    <a:pt x="2754155" y="2103286"/>
                  </a:lnTo>
                  <a:lnTo>
                    <a:pt x="2753310" y="2103286"/>
                  </a:lnTo>
                  <a:lnTo>
                    <a:pt x="2752465" y="2103286"/>
                  </a:lnTo>
                  <a:lnTo>
                    <a:pt x="2751619" y="2103286"/>
                  </a:lnTo>
                  <a:lnTo>
                    <a:pt x="2750774" y="2103286"/>
                  </a:lnTo>
                  <a:lnTo>
                    <a:pt x="2749929" y="2103286"/>
                  </a:lnTo>
                  <a:lnTo>
                    <a:pt x="2749084" y="2103286"/>
                  </a:lnTo>
                  <a:lnTo>
                    <a:pt x="2748239" y="2103286"/>
                  </a:lnTo>
                  <a:lnTo>
                    <a:pt x="2747394" y="2103286"/>
                  </a:lnTo>
                  <a:lnTo>
                    <a:pt x="2746549" y="2103286"/>
                  </a:lnTo>
                  <a:lnTo>
                    <a:pt x="2745704" y="2103286"/>
                  </a:lnTo>
                  <a:lnTo>
                    <a:pt x="2744859" y="2103286"/>
                  </a:lnTo>
                  <a:lnTo>
                    <a:pt x="2744014" y="2103286"/>
                  </a:lnTo>
                  <a:lnTo>
                    <a:pt x="2743169" y="2103286"/>
                  </a:lnTo>
                  <a:lnTo>
                    <a:pt x="2742323" y="2103286"/>
                  </a:lnTo>
                  <a:lnTo>
                    <a:pt x="2741478" y="2103286"/>
                  </a:lnTo>
                  <a:lnTo>
                    <a:pt x="2740633" y="2103286"/>
                  </a:lnTo>
                  <a:lnTo>
                    <a:pt x="2739788" y="2103286"/>
                  </a:lnTo>
                  <a:lnTo>
                    <a:pt x="2738943" y="2103286"/>
                  </a:lnTo>
                  <a:lnTo>
                    <a:pt x="2738098" y="2103286"/>
                  </a:lnTo>
                  <a:lnTo>
                    <a:pt x="2737253" y="2103286"/>
                  </a:lnTo>
                  <a:lnTo>
                    <a:pt x="2736408" y="2103286"/>
                  </a:lnTo>
                  <a:lnTo>
                    <a:pt x="2735563" y="2103286"/>
                  </a:lnTo>
                  <a:lnTo>
                    <a:pt x="2734718" y="2103286"/>
                  </a:lnTo>
                  <a:lnTo>
                    <a:pt x="2733873" y="2103286"/>
                  </a:lnTo>
                  <a:lnTo>
                    <a:pt x="2733027" y="2103286"/>
                  </a:lnTo>
                  <a:lnTo>
                    <a:pt x="2732182" y="2103286"/>
                  </a:lnTo>
                  <a:lnTo>
                    <a:pt x="2731337" y="2103286"/>
                  </a:lnTo>
                  <a:lnTo>
                    <a:pt x="2730492" y="2103286"/>
                  </a:lnTo>
                  <a:lnTo>
                    <a:pt x="2729647" y="2103286"/>
                  </a:lnTo>
                  <a:lnTo>
                    <a:pt x="2728802" y="2103286"/>
                  </a:lnTo>
                  <a:lnTo>
                    <a:pt x="2727957" y="2103286"/>
                  </a:lnTo>
                  <a:lnTo>
                    <a:pt x="2727112" y="2103286"/>
                  </a:lnTo>
                  <a:lnTo>
                    <a:pt x="2726267" y="2103286"/>
                  </a:lnTo>
                  <a:lnTo>
                    <a:pt x="2725422" y="2103286"/>
                  </a:lnTo>
                  <a:lnTo>
                    <a:pt x="2724577" y="2103286"/>
                  </a:lnTo>
                  <a:lnTo>
                    <a:pt x="2723731" y="2103286"/>
                  </a:lnTo>
                  <a:lnTo>
                    <a:pt x="2722886" y="2103286"/>
                  </a:lnTo>
                  <a:lnTo>
                    <a:pt x="2722041" y="2103286"/>
                  </a:lnTo>
                  <a:lnTo>
                    <a:pt x="2721196" y="2103286"/>
                  </a:lnTo>
                  <a:lnTo>
                    <a:pt x="2720351" y="2103286"/>
                  </a:lnTo>
                  <a:lnTo>
                    <a:pt x="2719506" y="2103286"/>
                  </a:lnTo>
                  <a:lnTo>
                    <a:pt x="2718661" y="2103286"/>
                  </a:lnTo>
                  <a:lnTo>
                    <a:pt x="2717816" y="2103286"/>
                  </a:lnTo>
                  <a:lnTo>
                    <a:pt x="2716971" y="2103286"/>
                  </a:lnTo>
                  <a:lnTo>
                    <a:pt x="2716126" y="2103286"/>
                  </a:lnTo>
                  <a:lnTo>
                    <a:pt x="2715281" y="2103286"/>
                  </a:lnTo>
                  <a:lnTo>
                    <a:pt x="2714435" y="2103286"/>
                  </a:lnTo>
                  <a:lnTo>
                    <a:pt x="2713590" y="2103286"/>
                  </a:lnTo>
                  <a:lnTo>
                    <a:pt x="2712745" y="2103286"/>
                  </a:lnTo>
                  <a:lnTo>
                    <a:pt x="2711900" y="2103286"/>
                  </a:lnTo>
                  <a:lnTo>
                    <a:pt x="2711055" y="2103286"/>
                  </a:lnTo>
                  <a:lnTo>
                    <a:pt x="2710210" y="2103286"/>
                  </a:lnTo>
                  <a:lnTo>
                    <a:pt x="2709365" y="2103286"/>
                  </a:lnTo>
                  <a:lnTo>
                    <a:pt x="2708520" y="2103286"/>
                  </a:lnTo>
                  <a:lnTo>
                    <a:pt x="2707675" y="2103286"/>
                  </a:lnTo>
                  <a:lnTo>
                    <a:pt x="2706830" y="2103286"/>
                  </a:lnTo>
                  <a:lnTo>
                    <a:pt x="2705984" y="2103286"/>
                  </a:lnTo>
                  <a:lnTo>
                    <a:pt x="2705139" y="2103286"/>
                  </a:lnTo>
                  <a:lnTo>
                    <a:pt x="2704294" y="2103286"/>
                  </a:lnTo>
                  <a:lnTo>
                    <a:pt x="2703449" y="2103286"/>
                  </a:lnTo>
                  <a:lnTo>
                    <a:pt x="2702604" y="2103286"/>
                  </a:lnTo>
                  <a:lnTo>
                    <a:pt x="2701759" y="2103286"/>
                  </a:lnTo>
                  <a:lnTo>
                    <a:pt x="2700914" y="2103286"/>
                  </a:lnTo>
                  <a:lnTo>
                    <a:pt x="2700069" y="2103286"/>
                  </a:lnTo>
                  <a:lnTo>
                    <a:pt x="2699224" y="2103286"/>
                  </a:lnTo>
                  <a:lnTo>
                    <a:pt x="2698379" y="2103286"/>
                  </a:lnTo>
                  <a:lnTo>
                    <a:pt x="2697534" y="2103286"/>
                  </a:lnTo>
                  <a:lnTo>
                    <a:pt x="2696688" y="2103286"/>
                  </a:lnTo>
                  <a:lnTo>
                    <a:pt x="2695843" y="2103286"/>
                  </a:lnTo>
                  <a:lnTo>
                    <a:pt x="2694998" y="2103286"/>
                  </a:lnTo>
                  <a:lnTo>
                    <a:pt x="2694153" y="2103286"/>
                  </a:lnTo>
                  <a:lnTo>
                    <a:pt x="2693308" y="2103286"/>
                  </a:lnTo>
                  <a:lnTo>
                    <a:pt x="2692463" y="2103286"/>
                  </a:lnTo>
                  <a:lnTo>
                    <a:pt x="2691618" y="2103286"/>
                  </a:lnTo>
                  <a:lnTo>
                    <a:pt x="2690773" y="2103286"/>
                  </a:lnTo>
                  <a:lnTo>
                    <a:pt x="2689928" y="2103286"/>
                  </a:lnTo>
                  <a:lnTo>
                    <a:pt x="2689083" y="2103286"/>
                  </a:lnTo>
                  <a:lnTo>
                    <a:pt x="2688238" y="2103286"/>
                  </a:lnTo>
                  <a:lnTo>
                    <a:pt x="2687392" y="2103286"/>
                  </a:lnTo>
                  <a:lnTo>
                    <a:pt x="2686547" y="2103286"/>
                  </a:lnTo>
                  <a:lnTo>
                    <a:pt x="2685702" y="2103286"/>
                  </a:lnTo>
                  <a:lnTo>
                    <a:pt x="2684857" y="2103286"/>
                  </a:lnTo>
                  <a:lnTo>
                    <a:pt x="2684012" y="2103286"/>
                  </a:lnTo>
                  <a:lnTo>
                    <a:pt x="2683167" y="2103286"/>
                  </a:lnTo>
                  <a:lnTo>
                    <a:pt x="2682322" y="2103286"/>
                  </a:lnTo>
                  <a:lnTo>
                    <a:pt x="2681477" y="2103286"/>
                  </a:lnTo>
                  <a:lnTo>
                    <a:pt x="2680632" y="2103286"/>
                  </a:lnTo>
                  <a:lnTo>
                    <a:pt x="2679787" y="2103286"/>
                  </a:lnTo>
                  <a:lnTo>
                    <a:pt x="2678942" y="2103286"/>
                  </a:lnTo>
                  <a:lnTo>
                    <a:pt x="2678096" y="2103286"/>
                  </a:lnTo>
                  <a:lnTo>
                    <a:pt x="2677251" y="2103286"/>
                  </a:lnTo>
                  <a:lnTo>
                    <a:pt x="2676406" y="2103286"/>
                  </a:lnTo>
                  <a:lnTo>
                    <a:pt x="2675561" y="2103286"/>
                  </a:lnTo>
                  <a:lnTo>
                    <a:pt x="2674716" y="2103286"/>
                  </a:lnTo>
                  <a:lnTo>
                    <a:pt x="2673871" y="2103286"/>
                  </a:lnTo>
                  <a:lnTo>
                    <a:pt x="2673026" y="2103286"/>
                  </a:lnTo>
                  <a:lnTo>
                    <a:pt x="2672181" y="2103286"/>
                  </a:lnTo>
                  <a:lnTo>
                    <a:pt x="2671336" y="2103286"/>
                  </a:lnTo>
                  <a:lnTo>
                    <a:pt x="2670491" y="2103286"/>
                  </a:lnTo>
                  <a:lnTo>
                    <a:pt x="2669646" y="2103286"/>
                  </a:lnTo>
                  <a:lnTo>
                    <a:pt x="2668800" y="2103286"/>
                  </a:lnTo>
                  <a:lnTo>
                    <a:pt x="2667955" y="2103286"/>
                  </a:lnTo>
                  <a:lnTo>
                    <a:pt x="2667110" y="2103286"/>
                  </a:lnTo>
                  <a:lnTo>
                    <a:pt x="2666265" y="2103286"/>
                  </a:lnTo>
                  <a:lnTo>
                    <a:pt x="2665420" y="2103286"/>
                  </a:lnTo>
                  <a:lnTo>
                    <a:pt x="2664575" y="2103286"/>
                  </a:lnTo>
                  <a:lnTo>
                    <a:pt x="2663730" y="2103286"/>
                  </a:lnTo>
                  <a:lnTo>
                    <a:pt x="2662885" y="2103286"/>
                  </a:lnTo>
                  <a:lnTo>
                    <a:pt x="2662040" y="2103286"/>
                  </a:lnTo>
                  <a:lnTo>
                    <a:pt x="2661195" y="2103286"/>
                  </a:lnTo>
                  <a:lnTo>
                    <a:pt x="2660350" y="2103286"/>
                  </a:lnTo>
                  <a:lnTo>
                    <a:pt x="2659504" y="2103286"/>
                  </a:lnTo>
                  <a:lnTo>
                    <a:pt x="2658659" y="2103286"/>
                  </a:lnTo>
                  <a:lnTo>
                    <a:pt x="2657814" y="2103286"/>
                  </a:lnTo>
                  <a:lnTo>
                    <a:pt x="2656969" y="2103286"/>
                  </a:lnTo>
                  <a:lnTo>
                    <a:pt x="2656124" y="2103286"/>
                  </a:lnTo>
                  <a:lnTo>
                    <a:pt x="2655279" y="2103286"/>
                  </a:lnTo>
                  <a:lnTo>
                    <a:pt x="2654434" y="2103286"/>
                  </a:lnTo>
                  <a:lnTo>
                    <a:pt x="2653589" y="2103286"/>
                  </a:lnTo>
                  <a:lnTo>
                    <a:pt x="2652744" y="2103286"/>
                  </a:lnTo>
                  <a:lnTo>
                    <a:pt x="2651899" y="2103286"/>
                  </a:lnTo>
                  <a:lnTo>
                    <a:pt x="2651054" y="2103286"/>
                  </a:lnTo>
                  <a:lnTo>
                    <a:pt x="2650208" y="2103286"/>
                  </a:lnTo>
                  <a:lnTo>
                    <a:pt x="2649363" y="2103286"/>
                  </a:lnTo>
                  <a:lnTo>
                    <a:pt x="2648518" y="2103286"/>
                  </a:lnTo>
                  <a:lnTo>
                    <a:pt x="2647673" y="2103286"/>
                  </a:lnTo>
                  <a:lnTo>
                    <a:pt x="2646828" y="2103286"/>
                  </a:lnTo>
                  <a:lnTo>
                    <a:pt x="2645983" y="2103286"/>
                  </a:lnTo>
                  <a:lnTo>
                    <a:pt x="2645138" y="2103286"/>
                  </a:lnTo>
                  <a:lnTo>
                    <a:pt x="2644293" y="2103286"/>
                  </a:lnTo>
                  <a:lnTo>
                    <a:pt x="2643448" y="2103286"/>
                  </a:lnTo>
                  <a:lnTo>
                    <a:pt x="2642603" y="2103286"/>
                  </a:lnTo>
                  <a:lnTo>
                    <a:pt x="2641757" y="2103286"/>
                  </a:lnTo>
                  <a:lnTo>
                    <a:pt x="2640912" y="2103286"/>
                  </a:lnTo>
                  <a:lnTo>
                    <a:pt x="2640067" y="2103286"/>
                  </a:lnTo>
                  <a:lnTo>
                    <a:pt x="2639222" y="2103286"/>
                  </a:lnTo>
                  <a:lnTo>
                    <a:pt x="2638377" y="2103286"/>
                  </a:lnTo>
                  <a:lnTo>
                    <a:pt x="2637532" y="2103286"/>
                  </a:lnTo>
                  <a:lnTo>
                    <a:pt x="2636687" y="2103286"/>
                  </a:lnTo>
                  <a:lnTo>
                    <a:pt x="2635842" y="2103286"/>
                  </a:lnTo>
                  <a:lnTo>
                    <a:pt x="2634997" y="2103286"/>
                  </a:lnTo>
                  <a:lnTo>
                    <a:pt x="2634152" y="2103286"/>
                  </a:lnTo>
                  <a:lnTo>
                    <a:pt x="2633307" y="2103286"/>
                  </a:lnTo>
                  <a:lnTo>
                    <a:pt x="2632461" y="2103286"/>
                  </a:lnTo>
                  <a:lnTo>
                    <a:pt x="2631616" y="2103286"/>
                  </a:lnTo>
                  <a:lnTo>
                    <a:pt x="2630771" y="2103286"/>
                  </a:lnTo>
                  <a:lnTo>
                    <a:pt x="2629926" y="2103286"/>
                  </a:lnTo>
                  <a:lnTo>
                    <a:pt x="2629081" y="2103286"/>
                  </a:lnTo>
                  <a:lnTo>
                    <a:pt x="2628236" y="2103286"/>
                  </a:lnTo>
                  <a:lnTo>
                    <a:pt x="2627391" y="2103286"/>
                  </a:lnTo>
                  <a:lnTo>
                    <a:pt x="2626546" y="2103286"/>
                  </a:lnTo>
                  <a:lnTo>
                    <a:pt x="2625701" y="2103286"/>
                  </a:lnTo>
                  <a:lnTo>
                    <a:pt x="2624856" y="2103286"/>
                  </a:lnTo>
                  <a:lnTo>
                    <a:pt x="2624011" y="2103286"/>
                  </a:lnTo>
                  <a:lnTo>
                    <a:pt x="2623165" y="2103286"/>
                  </a:lnTo>
                  <a:lnTo>
                    <a:pt x="2622320" y="2103286"/>
                  </a:lnTo>
                  <a:lnTo>
                    <a:pt x="2621475" y="2103286"/>
                  </a:lnTo>
                  <a:lnTo>
                    <a:pt x="2620630" y="2103286"/>
                  </a:lnTo>
                  <a:lnTo>
                    <a:pt x="2619785" y="2103286"/>
                  </a:lnTo>
                  <a:lnTo>
                    <a:pt x="2618940" y="2103286"/>
                  </a:lnTo>
                  <a:lnTo>
                    <a:pt x="2618095" y="2103286"/>
                  </a:lnTo>
                  <a:lnTo>
                    <a:pt x="2617250" y="2103286"/>
                  </a:lnTo>
                  <a:lnTo>
                    <a:pt x="2616405" y="2103286"/>
                  </a:lnTo>
                  <a:lnTo>
                    <a:pt x="2615560" y="2103286"/>
                  </a:lnTo>
                  <a:lnTo>
                    <a:pt x="2614715" y="2103286"/>
                  </a:lnTo>
                  <a:lnTo>
                    <a:pt x="2613869" y="2103286"/>
                  </a:lnTo>
                  <a:lnTo>
                    <a:pt x="2613024" y="2103286"/>
                  </a:lnTo>
                  <a:lnTo>
                    <a:pt x="2612179" y="2103286"/>
                  </a:lnTo>
                  <a:lnTo>
                    <a:pt x="2611334" y="2103286"/>
                  </a:lnTo>
                  <a:lnTo>
                    <a:pt x="2610489" y="2103286"/>
                  </a:lnTo>
                  <a:lnTo>
                    <a:pt x="2609644" y="2103286"/>
                  </a:lnTo>
                  <a:lnTo>
                    <a:pt x="2608799" y="2103286"/>
                  </a:lnTo>
                  <a:lnTo>
                    <a:pt x="2607954" y="2103286"/>
                  </a:lnTo>
                  <a:lnTo>
                    <a:pt x="2607109" y="2103286"/>
                  </a:lnTo>
                  <a:lnTo>
                    <a:pt x="2606264" y="2103286"/>
                  </a:lnTo>
                  <a:lnTo>
                    <a:pt x="2605419" y="2103286"/>
                  </a:lnTo>
                  <a:lnTo>
                    <a:pt x="2604573" y="2103286"/>
                  </a:lnTo>
                  <a:lnTo>
                    <a:pt x="2603728" y="2103286"/>
                  </a:lnTo>
                  <a:lnTo>
                    <a:pt x="2602883" y="2103286"/>
                  </a:lnTo>
                  <a:lnTo>
                    <a:pt x="2602038" y="2103286"/>
                  </a:lnTo>
                  <a:lnTo>
                    <a:pt x="2601193" y="2103286"/>
                  </a:lnTo>
                  <a:lnTo>
                    <a:pt x="2600348" y="2103286"/>
                  </a:lnTo>
                  <a:lnTo>
                    <a:pt x="2599503" y="2103286"/>
                  </a:lnTo>
                  <a:lnTo>
                    <a:pt x="2598658" y="2103286"/>
                  </a:lnTo>
                  <a:lnTo>
                    <a:pt x="2597813" y="2103286"/>
                  </a:lnTo>
                  <a:lnTo>
                    <a:pt x="2596968" y="2103286"/>
                  </a:lnTo>
                  <a:lnTo>
                    <a:pt x="2596123" y="2103286"/>
                  </a:lnTo>
                  <a:lnTo>
                    <a:pt x="2595277" y="2103286"/>
                  </a:lnTo>
                  <a:lnTo>
                    <a:pt x="2594432" y="2103286"/>
                  </a:lnTo>
                  <a:lnTo>
                    <a:pt x="2593587" y="2103286"/>
                  </a:lnTo>
                  <a:lnTo>
                    <a:pt x="2592742" y="2103286"/>
                  </a:lnTo>
                  <a:lnTo>
                    <a:pt x="2591897" y="2103286"/>
                  </a:lnTo>
                  <a:lnTo>
                    <a:pt x="2591052" y="2103286"/>
                  </a:lnTo>
                  <a:lnTo>
                    <a:pt x="2590207" y="2103286"/>
                  </a:lnTo>
                  <a:lnTo>
                    <a:pt x="2589362" y="2103286"/>
                  </a:lnTo>
                  <a:lnTo>
                    <a:pt x="2588517" y="2103286"/>
                  </a:lnTo>
                  <a:lnTo>
                    <a:pt x="2587672" y="2103286"/>
                  </a:lnTo>
                  <a:lnTo>
                    <a:pt x="2586827" y="2103286"/>
                  </a:lnTo>
                  <a:lnTo>
                    <a:pt x="2585981" y="2103286"/>
                  </a:lnTo>
                  <a:lnTo>
                    <a:pt x="2585136" y="2103286"/>
                  </a:lnTo>
                  <a:lnTo>
                    <a:pt x="2584291" y="2103286"/>
                  </a:lnTo>
                  <a:lnTo>
                    <a:pt x="2583446" y="2103286"/>
                  </a:lnTo>
                  <a:lnTo>
                    <a:pt x="2582601" y="2103286"/>
                  </a:lnTo>
                  <a:lnTo>
                    <a:pt x="2581756" y="2103286"/>
                  </a:lnTo>
                  <a:lnTo>
                    <a:pt x="2580911" y="2103286"/>
                  </a:lnTo>
                  <a:lnTo>
                    <a:pt x="2580066" y="2103286"/>
                  </a:lnTo>
                  <a:lnTo>
                    <a:pt x="2579221" y="2103286"/>
                  </a:lnTo>
                  <a:lnTo>
                    <a:pt x="2578376" y="2103286"/>
                  </a:lnTo>
                  <a:lnTo>
                    <a:pt x="2577530" y="2103286"/>
                  </a:lnTo>
                  <a:lnTo>
                    <a:pt x="2576685" y="2103286"/>
                  </a:lnTo>
                  <a:lnTo>
                    <a:pt x="2575840" y="2103286"/>
                  </a:lnTo>
                  <a:lnTo>
                    <a:pt x="2574995" y="2103286"/>
                  </a:lnTo>
                  <a:lnTo>
                    <a:pt x="2574150" y="2103286"/>
                  </a:lnTo>
                  <a:lnTo>
                    <a:pt x="2573305" y="2103286"/>
                  </a:lnTo>
                  <a:lnTo>
                    <a:pt x="2572460" y="2103286"/>
                  </a:lnTo>
                  <a:lnTo>
                    <a:pt x="2571615" y="2103286"/>
                  </a:lnTo>
                  <a:lnTo>
                    <a:pt x="2570770" y="2103286"/>
                  </a:lnTo>
                  <a:lnTo>
                    <a:pt x="2569925" y="2103286"/>
                  </a:lnTo>
                  <a:lnTo>
                    <a:pt x="2569080" y="2103286"/>
                  </a:lnTo>
                  <a:lnTo>
                    <a:pt x="2568234" y="2103286"/>
                  </a:lnTo>
                  <a:lnTo>
                    <a:pt x="2567389" y="2103286"/>
                  </a:lnTo>
                  <a:lnTo>
                    <a:pt x="2566544" y="2103286"/>
                  </a:lnTo>
                  <a:lnTo>
                    <a:pt x="2565699" y="2103286"/>
                  </a:lnTo>
                  <a:lnTo>
                    <a:pt x="2564854" y="2103286"/>
                  </a:lnTo>
                  <a:lnTo>
                    <a:pt x="2564009" y="2103286"/>
                  </a:lnTo>
                  <a:lnTo>
                    <a:pt x="2563164" y="2103286"/>
                  </a:lnTo>
                  <a:lnTo>
                    <a:pt x="2562319" y="2103286"/>
                  </a:lnTo>
                  <a:lnTo>
                    <a:pt x="2561474" y="2103286"/>
                  </a:lnTo>
                  <a:lnTo>
                    <a:pt x="2560629" y="2103286"/>
                  </a:lnTo>
                  <a:lnTo>
                    <a:pt x="2559784" y="2103286"/>
                  </a:lnTo>
                  <a:lnTo>
                    <a:pt x="2558938" y="2103286"/>
                  </a:lnTo>
                  <a:lnTo>
                    <a:pt x="2558093" y="2103286"/>
                  </a:lnTo>
                  <a:lnTo>
                    <a:pt x="2557248" y="2103286"/>
                  </a:lnTo>
                  <a:lnTo>
                    <a:pt x="2556403" y="2103286"/>
                  </a:lnTo>
                  <a:lnTo>
                    <a:pt x="2555558" y="2103286"/>
                  </a:lnTo>
                  <a:lnTo>
                    <a:pt x="2554713" y="2103286"/>
                  </a:lnTo>
                  <a:lnTo>
                    <a:pt x="2553868" y="2103286"/>
                  </a:lnTo>
                  <a:lnTo>
                    <a:pt x="2553023" y="2103286"/>
                  </a:lnTo>
                  <a:lnTo>
                    <a:pt x="2552178" y="2103286"/>
                  </a:lnTo>
                  <a:lnTo>
                    <a:pt x="2551333" y="2103286"/>
                  </a:lnTo>
                  <a:lnTo>
                    <a:pt x="2550488" y="2103286"/>
                  </a:lnTo>
                  <a:lnTo>
                    <a:pt x="2549642" y="2103286"/>
                  </a:lnTo>
                  <a:lnTo>
                    <a:pt x="2548797" y="2103286"/>
                  </a:lnTo>
                  <a:lnTo>
                    <a:pt x="2547952" y="2103286"/>
                  </a:lnTo>
                  <a:lnTo>
                    <a:pt x="2547107" y="2103286"/>
                  </a:lnTo>
                  <a:lnTo>
                    <a:pt x="2546262" y="2103286"/>
                  </a:lnTo>
                  <a:lnTo>
                    <a:pt x="2545417" y="2103286"/>
                  </a:lnTo>
                  <a:lnTo>
                    <a:pt x="2544572" y="2103286"/>
                  </a:lnTo>
                  <a:lnTo>
                    <a:pt x="2543727" y="2103286"/>
                  </a:lnTo>
                  <a:lnTo>
                    <a:pt x="2542882" y="2103286"/>
                  </a:lnTo>
                  <a:lnTo>
                    <a:pt x="2542037" y="2103286"/>
                  </a:lnTo>
                  <a:lnTo>
                    <a:pt x="2541192" y="2103286"/>
                  </a:lnTo>
                  <a:lnTo>
                    <a:pt x="2540346" y="2103286"/>
                  </a:lnTo>
                  <a:lnTo>
                    <a:pt x="2539501" y="2103286"/>
                  </a:lnTo>
                  <a:lnTo>
                    <a:pt x="2538656" y="2103286"/>
                  </a:lnTo>
                  <a:lnTo>
                    <a:pt x="2537811" y="2103286"/>
                  </a:lnTo>
                  <a:lnTo>
                    <a:pt x="2536966" y="2103286"/>
                  </a:lnTo>
                  <a:lnTo>
                    <a:pt x="2536121" y="2103286"/>
                  </a:lnTo>
                  <a:lnTo>
                    <a:pt x="2535276" y="2103286"/>
                  </a:lnTo>
                  <a:lnTo>
                    <a:pt x="2534431" y="2103286"/>
                  </a:lnTo>
                  <a:lnTo>
                    <a:pt x="2533586" y="2103286"/>
                  </a:lnTo>
                  <a:lnTo>
                    <a:pt x="2532741" y="2103286"/>
                  </a:lnTo>
                  <a:lnTo>
                    <a:pt x="2531896" y="2103286"/>
                  </a:lnTo>
                  <a:lnTo>
                    <a:pt x="2531050" y="2103286"/>
                  </a:lnTo>
                  <a:lnTo>
                    <a:pt x="2530205" y="2103286"/>
                  </a:lnTo>
                  <a:lnTo>
                    <a:pt x="2529360" y="2103286"/>
                  </a:lnTo>
                  <a:lnTo>
                    <a:pt x="2528515" y="2103286"/>
                  </a:lnTo>
                  <a:lnTo>
                    <a:pt x="2527670" y="2103286"/>
                  </a:lnTo>
                  <a:lnTo>
                    <a:pt x="2526825" y="2103286"/>
                  </a:lnTo>
                  <a:lnTo>
                    <a:pt x="2525980" y="2103286"/>
                  </a:lnTo>
                  <a:lnTo>
                    <a:pt x="2525135" y="2103286"/>
                  </a:lnTo>
                  <a:lnTo>
                    <a:pt x="2524290" y="2103286"/>
                  </a:lnTo>
                  <a:lnTo>
                    <a:pt x="2523445" y="2103286"/>
                  </a:lnTo>
                  <a:lnTo>
                    <a:pt x="2522600" y="2103286"/>
                  </a:lnTo>
                  <a:lnTo>
                    <a:pt x="2521754" y="2103286"/>
                  </a:lnTo>
                  <a:lnTo>
                    <a:pt x="2520909" y="2103286"/>
                  </a:lnTo>
                  <a:lnTo>
                    <a:pt x="2520064" y="2103286"/>
                  </a:lnTo>
                  <a:lnTo>
                    <a:pt x="2519219" y="2103286"/>
                  </a:lnTo>
                  <a:lnTo>
                    <a:pt x="2518374" y="2103286"/>
                  </a:lnTo>
                  <a:lnTo>
                    <a:pt x="2517529" y="2103286"/>
                  </a:lnTo>
                  <a:lnTo>
                    <a:pt x="2516684" y="2103286"/>
                  </a:lnTo>
                  <a:lnTo>
                    <a:pt x="2515839" y="2103286"/>
                  </a:lnTo>
                  <a:lnTo>
                    <a:pt x="2514994" y="2103286"/>
                  </a:lnTo>
                  <a:lnTo>
                    <a:pt x="2514149" y="2103286"/>
                  </a:lnTo>
                  <a:lnTo>
                    <a:pt x="2513303" y="2103286"/>
                  </a:lnTo>
                  <a:lnTo>
                    <a:pt x="2512458" y="2103286"/>
                  </a:lnTo>
                  <a:lnTo>
                    <a:pt x="2511613" y="2103286"/>
                  </a:lnTo>
                  <a:lnTo>
                    <a:pt x="2510768" y="2103286"/>
                  </a:lnTo>
                  <a:lnTo>
                    <a:pt x="2509923" y="2103286"/>
                  </a:lnTo>
                  <a:lnTo>
                    <a:pt x="2509078" y="2103286"/>
                  </a:lnTo>
                  <a:lnTo>
                    <a:pt x="2508233" y="2103286"/>
                  </a:lnTo>
                  <a:lnTo>
                    <a:pt x="2507388" y="2103286"/>
                  </a:lnTo>
                  <a:lnTo>
                    <a:pt x="2506543" y="2103286"/>
                  </a:lnTo>
                  <a:lnTo>
                    <a:pt x="2505698" y="2103286"/>
                  </a:lnTo>
                  <a:lnTo>
                    <a:pt x="2504853" y="2103286"/>
                  </a:lnTo>
                  <a:lnTo>
                    <a:pt x="2504007" y="2103286"/>
                  </a:lnTo>
                  <a:lnTo>
                    <a:pt x="2503162" y="2103286"/>
                  </a:lnTo>
                  <a:lnTo>
                    <a:pt x="2502317" y="2103286"/>
                  </a:lnTo>
                  <a:lnTo>
                    <a:pt x="2501472" y="2103286"/>
                  </a:lnTo>
                  <a:lnTo>
                    <a:pt x="2500627" y="2103286"/>
                  </a:lnTo>
                  <a:lnTo>
                    <a:pt x="2499782" y="2103286"/>
                  </a:lnTo>
                  <a:lnTo>
                    <a:pt x="2498937" y="2103286"/>
                  </a:lnTo>
                  <a:lnTo>
                    <a:pt x="2498092" y="2103286"/>
                  </a:lnTo>
                  <a:lnTo>
                    <a:pt x="2497247" y="2103286"/>
                  </a:lnTo>
                  <a:lnTo>
                    <a:pt x="2496402" y="2103286"/>
                  </a:lnTo>
                  <a:lnTo>
                    <a:pt x="2495557" y="2103286"/>
                  </a:lnTo>
                  <a:lnTo>
                    <a:pt x="2494711" y="2103286"/>
                  </a:lnTo>
                  <a:lnTo>
                    <a:pt x="2493866" y="2103286"/>
                  </a:lnTo>
                  <a:lnTo>
                    <a:pt x="2493021" y="2103286"/>
                  </a:lnTo>
                  <a:lnTo>
                    <a:pt x="2492176" y="2103286"/>
                  </a:lnTo>
                  <a:lnTo>
                    <a:pt x="2491331" y="2103286"/>
                  </a:lnTo>
                  <a:lnTo>
                    <a:pt x="2490486" y="2103286"/>
                  </a:lnTo>
                  <a:lnTo>
                    <a:pt x="2489641" y="2103286"/>
                  </a:lnTo>
                  <a:lnTo>
                    <a:pt x="2488796" y="2103286"/>
                  </a:lnTo>
                  <a:lnTo>
                    <a:pt x="2487951" y="2103286"/>
                  </a:lnTo>
                  <a:lnTo>
                    <a:pt x="2487106" y="2103286"/>
                  </a:lnTo>
                  <a:lnTo>
                    <a:pt x="2486261" y="2103286"/>
                  </a:lnTo>
                  <a:lnTo>
                    <a:pt x="2485415" y="2103286"/>
                  </a:lnTo>
                  <a:lnTo>
                    <a:pt x="2484570" y="2103286"/>
                  </a:lnTo>
                  <a:lnTo>
                    <a:pt x="2483725" y="2103286"/>
                  </a:lnTo>
                  <a:lnTo>
                    <a:pt x="2482880" y="2103286"/>
                  </a:lnTo>
                  <a:lnTo>
                    <a:pt x="2482035" y="2103286"/>
                  </a:lnTo>
                  <a:lnTo>
                    <a:pt x="2481190" y="2103286"/>
                  </a:lnTo>
                  <a:lnTo>
                    <a:pt x="2480345" y="2103286"/>
                  </a:lnTo>
                  <a:lnTo>
                    <a:pt x="2479500" y="2103286"/>
                  </a:lnTo>
                  <a:lnTo>
                    <a:pt x="2478655" y="2103286"/>
                  </a:lnTo>
                  <a:lnTo>
                    <a:pt x="2477810" y="2103286"/>
                  </a:lnTo>
                  <a:lnTo>
                    <a:pt x="2476965" y="2103286"/>
                  </a:lnTo>
                  <a:lnTo>
                    <a:pt x="2476119" y="2103286"/>
                  </a:lnTo>
                  <a:lnTo>
                    <a:pt x="2475274" y="2103286"/>
                  </a:lnTo>
                  <a:lnTo>
                    <a:pt x="2474429" y="2103286"/>
                  </a:lnTo>
                  <a:lnTo>
                    <a:pt x="2473584" y="2103286"/>
                  </a:lnTo>
                  <a:lnTo>
                    <a:pt x="2472739" y="2103286"/>
                  </a:lnTo>
                  <a:lnTo>
                    <a:pt x="2471894" y="2103286"/>
                  </a:lnTo>
                  <a:lnTo>
                    <a:pt x="2471049" y="2103286"/>
                  </a:lnTo>
                  <a:lnTo>
                    <a:pt x="2470204" y="2103286"/>
                  </a:lnTo>
                  <a:lnTo>
                    <a:pt x="2469359" y="2103286"/>
                  </a:lnTo>
                  <a:lnTo>
                    <a:pt x="2468514" y="2103286"/>
                  </a:lnTo>
                  <a:lnTo>
                    <a:pt x="2467669" y="2103286"/>
                  </a:lnTo>
                  <a:lnTo>
                    <a:pt x="2466823" y="2103286"/>
                  </a:lnTo>
                  <a:lnTo>
                    <a:pt x="2465978" y="2103286"/>
                  </a:lnTo>
                  <a:lnTo>
                    <a:pt x="2465133" y="2103286"/>
                  </a:lnTo>
                  <a:lnTo>
                    <a:pt x="2464288" y="2103286"/>
                  </a:lnTo>
                  <a:lnTo>
                    <a:pt x="2463443" y="2103286"/>
                  </a:lnTo>
                  <a:lnTo>
                    <a:pt x="2462598" y="2103286"/>
                  </a:lnTo>
                  <a:lnTo>
                    <a:pt x="2461753" y="2103286"/>
                  </a:lnTo>
                  <a:lnTo>
                    <a:pt x="2460908" y="2103286"/>
                  </a:lnTo>
                  <a:lnTo>
                    <a:pt x="2460063" y="2103286"/>
                  </a:lnTo>
                  <a:lnTo>
                    <a:pt x="2459218" y="2103286"/>
                  </a:lnTo>
                  <a:lnTo>
                    <a:pt x="2458373" y="2103286"/>
                  </a:lnTo>
                  <a:lnTo>
                    <a:pt x="2457527" y="2103286"/>
                  </a:lnTo>
                  <a:lnTo>
                    <a:pt x="2456682" y="2103286"/>
                  </a:lnTo>
                  <a:lnTo>
                    <a:pt x="2455837" y="2103286"/>
                  </a:lnTo>
                  <a:lnTo>
                    <a:pt x="2454992" y="2103286"/>
                  </a:lnTo>
                  <a:lnTo>
                    <a:pt x="2454147" y="2103286"/>
                  </a:lnTo>
                  <a:lnTo>
                    <a:pt x="2453302" y="2103286"/>
                  </a:lnTo>
                  <a:lnTo>
                    <a:pt x="2452457" y="2103286"/>
                  </a:lnTo>
                  <a:lnTo>
                    <a:pt x="2451612" y="2103286"/>
                  </a:lnTo>
                  <a:lnTo>
                    <a:pt x="2450767" y="2103286"/>
                  </a:lnTo>
                  <a:lnTo>
                    <a:pt x="2449922" y="2103286"/>
                  </a:lnTo>
                  <a:lnTo>
                    <a:pt x="2449076" y="2103286"/>
                  </a:lnTo>
                  <a:lnTo>
                    <a:pt x="2448231" y="2103286"/>
                  </a:lnTo>
                  <a:lnTo>
                    <a:pt x="2447386" y="2103286"/>
                  </a:lnTo>
                  <a:lnTo>
                    <a:pt x="2446541" y="2103286"/>
                  </a:lnTo>
                  <a:lnTo>
                    <a:pt x="2445696" y="2103286"/>
                  </a:lnTo>
                  <a:lnTo>
                    <a:pt x="2444851" y="2103286"/>
                  </a:lnTo>
                  <a:lnTo>
                    <a:pt x="2444006" y="2103286"/>
                  </a:lnTo>
                  <a:lnTo>
                    <a:pt x="2443161" y="2103286"/>
                  </a:lnTo>
                  <a:lnTo>
                    <a:pt x="2442316" y="2103286"/>
                  </a:lnTo>
                  <a:lnTo>
                    <a:pt x="2441471" y="2103286"/>
                  </a:lnTo>
                  <a:lnTo>
                    <a:pt x="2440626" y="2103286"/>
                  </a:lnTo>
                  <a:lnTo>
                    <a:pt x="2439780" y="2103286"/>
                  </a:lnTo>
                  <a:lnTo>
                    <a:pt x="2438935" y="2103286"/>
                  </a:lnTo>
                  <a:lnTo>
                    <a:pt x="2438090" y="2103286"/>
                  </a:lnTo>
                  <a:lnTo>
                    <a:pt x="2437245" y="2103286"/>
                  </a:lnTo>
                  <a:lnTo>
                    <a:pt x="2436400" y="2103286"/>
                  </a:lnTo>
                  <a:lnTo>
                    <a:pt x="2435555" y="2103286"/>
                  </a:lnTo>
                  <a:lnTo>
                    <a:pt x="2434710" y="2103286"/>
                  </a:lnTo>
                  <a:lnTo>
                    <a:pt x="2433865" y="2103286"/>
                  </a:lnTo>
                  <a:lnTo>
                    <a:pt x="2433020" y="2103286"/>
                  </a:lnTo>
                  <a:lnTo>
                    <a:pt x="2432175" y="2103286"/>
                  </a:lnTo>
                  <a:lnTo>
                    <a:pt x="2431330" y="2103286"/>
                  </a:lnTo>
                  <a:lnTo>
                    <a:pt x="2430484" y="2103286"/>
                  </a:lnTo>
                  <a:lnTo>
                    <a:pt x="2429639" y="2103286"/>
                  </a:lnTo>
                  <a:lnTo>
                    <a:pt x="2428794" y="2103286"/>
                  </a:lnTo>
                  <a:lnTo>
                    <a:pt x="2427949" y="2103286"/>
                  </a:lnTo>
                  <a:lnTo>
                    <a:pt x="2427104" y="2103286"/>
                  </a:lnTo>
                  <a:lnTo>
                    <a:pt x="2426259" y="2103286"/>
                  </a:lnTo>
                  <a:lnTo>
                    <a:pt x="2425414" y="2103286"/>
                  </a:lnTo>
                  <a:lnTo>
                    <a:pt x="2424569" y="2103286"/>
                  </a:lnTo>
                  <a:lnTo>
                    <a:pt x="2423724" y="2103286"/>
                  </a:lnTo>
                  <a:lnTo>
                    <a:pt x="2422879" y="2103286"/>
                  </a:lnTo>
                  <a:lnTo>
                    <a:pt x="2422034" y="2103286"/>
                  </a:lnTo>
                  <a:lnTo>
                    <a:pt x="2421188" y="2103286"/>
                  </a:lnTo>
                  <a:lnTo>
                    <a:pt x="2420343" y="2103286"/>
                  </a:lnTo>
                  <a:lnTo>
                    <a:pt x="2419498" y="2103286"/>
                  </a:lnTo>
                  <a:lnTo>
                    <a:pt x="2418653" y="2103286"/>
                  </a:lnTo>
                  <a:lnTo>
                    <a:pt x="2417808" y="2103286"/>
                  </a:lnTo>
                  <a:lnTo>
                    <a:pt x="2416963" y="2103286"/>
                  </a:lnTo>
                  <a:lnTo>
                    <a:pt x="2416118" y="2103286"/>
                  </a:lnTo>
                  <a:lnTo>
                    <a:pt x="2415273" y="2103286"/>
                  </a:lnTo>
                  <a:lnTo>
                    <a:pt x="2414428" y="2103286"/>
                  </a:lnTo>
                  <a:lnTo>
                    <a:pt x="2413583" y="2103286"/>
                  </a:lnTo>
                  <a:lnTo>
                    <a:pt x="2412738" y="2103286"/>
                  </a:lnTo>
                  <a:lnTo>
                    <a:pt x="2411892" y="2103286"/>
                  </a:lnTo>
                  <a:lnTo>
                    <a:pt x="2411047" y="2103286"/>
                  </a:lnTo>
                  <a:lnTo>
                    <a:pt x="2410202" y="2103286"/>
                  </a:lnTo>
                  <a:lnTo>
                    <a:pt x="2409357" y="2103286"/>
                  </a:lnTo>
                  <a:lnTo>
                    <a:pt x="2408512" y="2103286"/>
                  </a:lnTo>
                  <a:lnTo>
                    <a:pt x="2407667" y="2103286"/>
                  </a:lnTo>
                  <a:lnTo>
                    <a:pt x="2406822" y="2103286"/>
                  </a:lnTo>
                  <a:lnTo>
                    <a:pt x="2405977" y="2103286"/>
                  </a:lnTo>
                  <a:lnTo>
                    <a:pt x="2405132" y="2103286"/>
                  </a:lnTo>
                  <a:lnTo>
                    <a:pt x="2404287" y="2103286"/>
                  </a:lnTo>
                  <a:lnTo>
                    <a:pt x="2403442" y="2103286"/>
                  </a:lnTo>
                  <a:lnTo>
                    <a:pt x="2402596" y="2103286"/>
                  </a:lnTo>
                  <a:lnTo>
                    <a:pt x="2401751" y="2103286"/>
                  </a:lnTo>
                  <a:lnTo>
                    <a:pt x="2400906" y="2103286"/>
                  </a:lnTo>
                  <a:lnTo>
                    <a:pt x="2400061" y="2103286"/>
                  </a:lnTo>
                  <a:lnTo>
                    <a:pt x="2399216" y="2103286"/>
                  </a:lnTo>
                  <a:lnTo>
                    <a:pt x="2398371" y="2103286"/>
                  </a:lnTo>
                  <a:lnTo>
                    <a:pt x="2397526" y="2103286"/>
                  </a:lnTo>
                  <a:lnTo>
                    <a:pt x="2396681" y="2103286"/>
                  </a:lnTo>
                  <a:lnTo>
                    <a:pt x="2395836" y="2103286"/>
                  </a:lnTo>
                  <a:lnTo>
                    <a:pt x="2394991" y="2103286"/>
                  </a:lnTo>
                  <a:lnTo>
                    <a:pt x="2394145" y="2103286"/>
                  </a:lnTo>
                  <a:lnTo>
                    <a:pt x="2393300" y="2103286"/>
                  </a:lnTo>
                  <a:lnTo>
                    <a:pt x="2392455" y="2103286"/>
                  </a:lnTo>
                  <a:lnTo>
                    <a:pt x="2391610" y="2103286"/>
                  </a:lnTo>
                  <a:lnTo>
                    <a:pt x="2390765" y="2103286"/>
                  </a:lnTo>
                  <a:lnTo>
                    <a:pt x="2389920" y="2103286"/>
                  </a:lnTo>
                  <a:lnTo>
                    <a:pt x="2389075" y="2103286"/>
                  </a:lnTo>
                  <a:lnTo>
                    <a:pt x="2388230" y="2103286"/>
                  </a:lnTo>
                  <a:lnTo>
                    <a:pt x="2387385" y="2103286"/>
                  </a:lnTo>
                  <a:lnTo>
                    <a:pt x="2386540" y="2103286"/>
                  </a:lnTo>
                  <a:lnTo>
                    <a:pt x="2385695" y="2103286"/>
                  </a:lnTo>
                  <a:lnTo>
                    <a:pt x="2384849" y="2103286"/>
                  </a:lnTo>
                  <a:lnTo>
                    <a:pt x="2384004" y="2103286"/>
                  </a:lnTo>
                  <a:lnTo>
                    <a:pt x="2383159" y="2103286"/>
                  </a:lnTo>
                  <a:lnTo>
                    <a:pt x="2382314" y="2103286"/>
                  </a:lnTo>
                  <a:lnTo>
                    <a:pt x="2381469" y="2103286"/>
                  </a:lnTo>
                  <a:lnTo>
                    <a:pt x="2380624" y="2103286"/>
                  </a:lnTo>
                  <a:lnTo>
                    <a:pt x="2379779" y="2103286"/>
                  </a:lnTo>
                  <a:lnTo>
                    <a:pt x="2378934" y="2103286"/>
                  </a:lnTo>
                  <a:lnTo>
                    <a:pt x="2378089" y="2103286"/>
                  </a:lnTo>
                  <a:lnTo>
                    <a:pt x="2377244" y="2103286"/>
                  </a:lnTo>
                  <a:lnTo>
                    <a:pt x="2376399" y="2103286"/>
                  </a:lnTo>
                  <a:lnTo>
                    <a:pt x="2375553" y="2103286"/>
                  </a:lnTo>
                  <a:lnTo>
                    <a:pt x="2374708" y="2103286"/>
                  </a:lnTo>
                  <a:lnTo>
                    <a:pt x="2373863" y="2103286"/>
                  </a:lnTo>
                  <a:lnTo>
                    <a:pt x="2373018" y="2103286"/>
                  </a:lnTo>
                  <a:lnTo>
                    <a:pt x="2372173" y="2103286"/>
                  </a:lnTo>
                  <a:lnTo>
                    <a:pt x="2371328" y="2103286"/>
                  </a:lnTo>
                  <a:lnTo>
                    <a:pt x="2370483" y="2103286"/>
                  </a:lnTo>
                  <a:lnTo>
                    <a:pt x="2369638" y="2103286"/>
                  </a:lnTo>
                  <a:lnTo>
                    <a:pt x="2368793" y="2103286"/>
                  </a:lnTo>
                  <a:lnTo>
                    <a:pt x="2367948" y="2103286"/>
                  </a:lnTo>
                  <a:lnTo>
                    <a:pt x="2367103" y="2103286"/>
                  </a:lnTo>
                  <a:lnTo>
                    <a:pt x="2366257" y="2103286"/>
                  </a:lnTo>
                  <a:lnTo>
                    <a:pt x="2365412" y="2103286"/>
                  </a:lnTo>
                  <a:lnTo>
                    <a:pt x="2364567" y="2103286"/>
                  </a:lnTo>
                  <a:lnTo>
                    <a:pt x="2363722" y="2103286"/>
                  </a:lnTo>
                  <a:lnTo>
                    <a:pt x="2362877" y="2103286"/>
                  </a:lnTo>
                  <a:lnTo>
                    <a:pt x="2362032" y="2103286"/>
                  </a:lnTo>
                  <a:lnTo>
                    <a:pt x="2361187" y="2103286"/>
                  </a:lnTo>
                  <a:lnTo>
                    <a:pt x="2360342" y="2103286"/>
                  </a:lnTo>
                  <a:lnTo>
                    <a:pt x="2359497" y="2103286"/>
                  </a:lnTo>
                  <a:lnTo>
                    <a:pt x="2358652" y="2103286"/>
                  </a:lnTo>
                  <a:lnTo>
                    <a:pt x="2357807" y="2103286"/>
                  </a:lnTo>
                  <a:lnTo>
                    <a:pt x="2356961" y="2103286"/>
                  </a:lnTo>
                  <a:lnTo>
                    <a:pt x="2356116" y="2103286"/>
                  </a:lnTo>
                  <a:lnTo>
                    <a:pt x="2355271" y="2103286"/>
                  </a:lnTo>
                  <a:lnTo>
                    <a:pt x="2354426" y="2103286"/>
                  </a:lnTo>
                  <a:lnTo>
                    <a:pt x="2353581" y="2103286"/>
                  </a:lnTo>
                  <a:lnTo>
                    <a:pt x="2352736" y="2103286"/>
                  </a:lnTo>
                  <a:lnTo>
                    <a:pt x="2351891" y="2103286"/>
                  </a:lnTo>
                  <a:lnTo>
                    <a:pt x="2351046" y="2103286"/>
                  </a:lnTo>
                  <a:lnTo>
                    <a:pt x="2350201" y="2103286"/>
                  </a:lnTo>
                  <a:lnTo>
                    <a:pt x="2349356" y="2103286"/>
                  </a:lnTo>
                  <a:lnTo>
                    <a:pt x="2348511" y="2103286"/>
                  </a:lnTo>
                  <a:lnTo>
                    <a:pt x="2347665" y="2103286"/>
                  </a:lnTo>
                  <a:lnTo>
                    <a:pt x="2346820" y="2103286"/>
                  </a:lnTo>
                  <a:lnTo>
                    <a:pt x="2345975" y="2103286"/>
                  </a:lnTo>
                  <a:lnTo>
                    <a:pt x="2345130" y="2103286"/>
                  </a:lnTo>
                  <a:lnTo>
                    <a:pt x="2344285" y="2103286"/>
                  </a:lnTo>
                  <a:lnTo>
                    <a:pt x="2343440" y="2103286"/>
                  </a:lnTo>
                  <a:lnTo>
                    <a:pt x="2342595" y="2103286"/>
                  </a:lnTo>
                  <a:lnTo>
                    <a:pt x="2341750" y="2103286"/>
                  </a:lnTo>
                  <a:lnTo>
                    <a:pt x="2340905" y="2103286"/>
                  </a:lnTo>
                  <a:lnTo>
                    <a:pt x="2340060" y="2103286"/>
                  </a:lnTo>
                  <a:lnTo>
                    <a:pt x="2339215" y="2103286"/>
                  </a:lnTo>
                  <a:lnTo>
                    <a:pt x="2338369" y="2103286"/>
                  </a:lnTo>
                  <a:lnTo>
                    <a:pt x="2337524" y="2103286"/>
                  </a:lnTo>
                  <a:lnTo>
                    <a:pt x="2336679" y="2103286"/>
                  </a:lnTo>
                  <a:lnTo>
                    <a:pt x="2335834" y="2103286"/>
                  </a:lnTo>
                  <a:lnTo>
                    <a:pt x="2334989" y="2103286"/>
                  </a:lnTo>
                  <a:lnTo>
                    <a:pt x="2334144" y="2103286"/>
                  </a:lnTo>
                  <a:lnTo>
                    <a:pt x="2333299" y="2103286"/>
                  </a:lnTo>
                  <a:lnTo>
                    <a:pt x="2332454" y="2103286"/>
                  </a:lnTo>
                  <a:lnTo>
                    <a:pt x="2331609" y="2103286"/>
                  </a:lnTo>
                  <a:lnTo>
                    <a:pt x="2330764" y="2103286"/>
                  </a:lnTo>
                  <a:lnTo>
                    <a:pt x="2329918" y="2103286"/>
                  </a:lnTo>
                  <a:lnTo>
                    <a:pt x="2329073" y="2103286"/>
                  </a:lnTo>
                  <a:lnTo>
                    <a:pt x="2328228" y="2103286"/>
                  </a:lnTo>
                  <a:lnTo>
                    <a:pt x="2327383" y="2103286"/>
                  </a:lnTo>
                  <a:lnTo>
                    <a:pt x="2326538" y="2103286"/>
                  </a:lnTo>
                  <a:lnTo>
                    <a:pt x="2325693" y="2103286"/>
                  </a:lnTo>
                  <a:lnTo>
                    <a:pt x="2324848" y="2103286"/>
                  </a:lnTo>
                  <a:lnTo>
                    <a:pt x="2324003" y="2103286"/>
                  </a:lnTo>
                  <a:lnTo>
                    <a:pt x="2323158" y="2103286"/>
                  </a:lnTo>
                  <a:lnTo>
                    <a:pt x="2322313" y="2103286"/>
                  </a:lnTo>
                  <a:lnTo>
                    <a:pt x="2321468" y="2103286"/>
                  </a:lnTo>
                  <a:lnTo>
                    <a:pt x="2320622" y="2103286"/>
                  </a:lnTo>
                  <a:lnTo>
                    <a:pt x="2319777" y="2103286"/>
                  </a:lnTo>
                  <a:lnTo>
                    <a:pt x="2318932" y="2103286"/>
                  </a:lnTo>
                  <a:lnTo>
                    <a:pt x="2318087" y="2103286"/>
                  </a:lnTo>
                  <a:lnTo>
                    <a:pt x="2317242" y="2103286"/>
                  </a:lnTo>
                  <a:lnTo>
                    <a:pt x="2316397" y="2103286"/>
                  </a:lnTo>
                  <a:lnTo>
                    <a:pt x="2315552" y="2103286"/>
                  </a:lnTo>
                  <a:lnTo>
                    <a:pt x="2314707" y="2103286"/>
                  </a:lnTo>
                  <a:lnTo>
                    <a:pt x="2313862" y="2103286"/>
                  </a:lnTo>
                  <a:lnTo>
                    <a:pt x="2313017" y="2103286"/>
                  </a:lnTo>
                  <a:lnTo>
                    <a:pt x="2312172" y="2103286"/>
                  </a:lnTo>
                  <a:lnTo>
                    <a:pt x="2311326" y="2103286"/>
                  </a:lnTo>
                  <a:lnTo>
                    <a:pt x="2310481" y="2103286"/>
                  </a:lnTo>
                  <a:lnTo>
                    <a:pt x="2309636" y="2103286"/>
                  </a:lnTo>
                  <a:lnTo>
                    <a:pt x="2308791" y="2103286"/>
                  </a:lnTo>
                  <a:lnTo>
                    <a:pt x="2307946" y="2103286"/>
                  </a:lnTo>
                  <a:lnTo>
                    <a:pt x="2307101" y="2103286"/>
                  </a:lnTo>
                  <a:lnTo>
                    <a:pt x="2306256" y="2103286"/>
                  </a:lnTo>
                  <a:lnTo>
                    <a:pt x="2305411" y="2103286"/>
                  </a:lnTo>
                  <a:lnTo>
                    <a:pt x="2304566" y="2103286"/>
                  </a:lnTo>
                  <a:lnTo>
                    <a:pt x="2303721" y="2103286"/>
                  </a:lnTo>
                  <a:lnTo>
                    <a:pt x="2302876" y="2103286"/>
                  </a:lnTo>
                  <a:lnTo>
                    <a:pt x="2302030" y="2103286"/>
                  </a:lnTo>
                  <a:lnTo>
                    <a:pt x="2301185" y="2103286"/>
                  </a:lnTo>
                  <a:lnTo>
                    <a:pt x="2300340" y="2103286"/>
                  </a:lnTo>
                  <a:lnTo>
                    <a:pt x="2299495" y="2103286"/>
                  </a:lnTo>
                  <a:lnTo>
                    <a:pt x="2298650" y="2103286"/>
                  </a:lnTo>
                  <a:lnTo>
                    <a:pt x="2297805" y="2103286"/>
                  </a:lnTo>
                  <a:lnTo>
                    <a:pt x="2296960" y="2103286"/>
                  </a:lnTo>
                  <a:lnTo>
                    <a:pt x="2296115" y="2103286"/>
                  </a:lnTo>
                  <a:lnTo>
                    <a:pt x="2295270" y="2103286"/>
                  </a:lnTo>
                  <a:lnTo>
                    <a:pt x="2294425" y="2103286"/>
                  </a:lnTo>
                  <a:lnTo>
                    <a:pt x="2293580" y="2103286"/>
                  </a:lnTo>
                  <a:lnTo>
                    <a:pt x="2292734" y="2103286"/>
                  </a:lnTo>
                  <a:lnTo>
                    <a:pt x="2291889" y="2103286"/>
                  </a:lnTo>
                  <a:lnTo>
                    <a:pt x="2291044" y="2103286"/>
                  </a:lnTo>
                  <a:lnTo>
                    <a:pt x="2290199" y="2103286"/>
                  </a:lnTo>
                  <a:lnTo>
                    <a:pt x="2289354" y="2103286"/>
                  </a:lnTo>
                  <a:lnTo>
                    <a:pt x="2288509" y="2103286"/>
                  </a:lnTo>
                  <a:lnTo>
                    <a:pt x="2287664" y="2103286"/>
                  </a:lnTo>
                  <a:lnTo>
                    <a:pt x="2286819" y="2103286"/>
                  </a:lnTo>
                  <a:lnTo>
                    <a:pt x="2285974" y="2103286"/>
                  </a:lnTo>
                  <a:lnTo>
                    <a:pt x="2285129" y="2103286"/>
                  </a:lnTo>
                  <a:lnTo>
                    <a:pt x="2284284" y="2103286"/>
                  </a:lnTo>
                  <a:lnTo>
                    <a:pt x="2283438" y="2103286"/>
                  </a:lnTo>
                  <a:lnTo>
                    <a:pt x="2282593" y="2103286"/>
                  </a:lnTo>
                  <a:lnTo>
                    <a:pt x="2281748" y="2103286"/>
                  </a:lnTo>
                  <a:lnTo>
                    <a:pt x="2280903" y="2103286"/>
                  </a:lnTo>
                  <a:lnTo>
                    <a:pt x="2280058" y="2103286"/>
                  </a:lnTo>
                  <a:lnTo>
                    <a:pt x="2279213" y="2103286"/>
                  </a:lnTo>
                  <a:lnTo>
                    <a:pt x="2278368" y="2103286"/>
                  </a:lnTo>
                  <a:lnTo>
                    <a:pt x="2277523" y="2103286"/>
                  </a:lnTo>
                  <a:lnTo>
                    <a:pt x="2276678" y="2103286"/>
                  </a:lnTo>
                  <a:lnTo>
                    <a:pt x="2275833" y="2103286"/>
                  </a:lnTo>
                  <a:lnTo>
                    <a:pt x="2274988" y="2103286"/>
                  </a:lnTo>
                  <a:lnTo>
                    <a:pt x="2274142" y="2103286"/>
                  </a:lnTo>
                  <a:lnTo>
                    <a:pt x="2273297" y="2103286"/>
                  </a:lnTo>
                  <a:lnTo>
                    <a:pt x="2272452" y="2103286"/>
                  </a:lnTo>
                  <a:lnTo>
                    <a:pt x="2271607" y="2103286"/>
                  </a:lnTo>
                  <a:lnTo>
                    <a:pt x="2270762" y="2103286"/>
                  </a:lnTo>
                  <a:lnTo>
                    <a:pt x="2269917" y="2103286"/>
                  </a:lnTo>
                  <a:lnTo>
                    <a:pt x="2269072" y="2103286"/>
                  </a:lnTo>
                  <a:lnTo>
                    <a:pt x="2268227" y="2103286"/>
                  </a:lnTo>
                  <a:lnTo>
                    <a:pt x="2267382" y="2103286"/>
                  </a:lnTo>
                  <a:lnTo>
                    <a:pt x="2266537" y="2103286"/>
                  </a:lnTo>
                  <a:lnTo>
                    <a:pt x="2265691" y="2103286"/>
                  </a:lnTo>
                  <a:lnTo>
                    <a:pt x="2264846" y="2103286"/>
                  </a:lnTo>
                  <a:lnTo>
                    <a:pt x="2264001" y="2103286"/>
                  </a:lnTo>
                  <a:lnTo>
                    <a:pt x="2263156" y="2103286"/>
                  </a:lnTo>
                  <a:lnTo>
                    <a:pt x="2262311" y="2103286"/>
                  </a:lnTo>
                  <a:lnTo>
                    <a:pt x="2261466" y="2103286"/>
                  </a:lnTo>
                  <a:lnTo>
                    <a:pt x="2260621" y="2103286"/>
                  </a:lnTo>
                  <a:lnTo>
                    <a:pt x="2259776" y="2103286"/>
                  </a:lnTo>
                  <a:lnTo>
                    <a:pt x="2258931" y="2103286"/>
                  </a:lnTo>
                  <a:lnTo>
                    <a:pt x="2258086" y="2103286"/>
                  </a:lnTo>
                  <a:lnTo>
                    <a:pt x="2257241" y="2103286"/>
                  </a:lnTo>
                  <a:lnTo>
                    <a:pt x="2256395" y="2103286"/>
                  </a:lnTo>
                  <a:lnTo>
                    <a:pt x="2255550" y="2103286"/>
                  </a:lnTo>
                  <a:lnTo>
                    <a:pt x="2254705" y="2103286"/>
                  </a:lnTo>
                  <a:lnTo>
                    <a:pt x="2253860" y="2103286"/>
                  </a:lnTo>
                  <a:lnTo>
                    <a:pt x="2253015" y="2103286"/>
                  </a:lnTo>
                  <a:lnTo>
                    <a:pt x="2252170" y="2103286"/>
                  </a:lnTo>
                  <a:lnTo>
                    <a:pt x="2251325" y="2103286"/>
                  </a:lnTo>
                  <a:lnTo>
                    <a:pt x="2250480" y="2103286"/>
                  </a:lnTo>
                  <a:lnTo>
                    <a:pt x="2249635" y="2103286"/>
                  </a:lnTo>
                  <a:lnTo>
                    <a:pt x="2248790" y="2103286"/>
                  </a:lnTo>
                  <a:lnTo>
                    <a:pt x="2247945" y="2103286"/>
                  </a:lnTo>
                  <a:lnTo>
                    <a:pt x="2247099" y="2103286"/>
                  </a:lnTo>
                  <a:lnTo>
                    <a:pt x="2246254" y="2103286"/>
                  </a:lnTo>
                  <a:lnTo>
                    <a:pt x="2245409" y="2103286"/>
                  </a:lnTo>
                  <a:lnTo>
                    <a:pt x="2244564" y="2103286"/>
                  </a:lnTo>
                  <a:lnTo>
                    <a:pt x="2243719" y="2103286"/>
                  </a:lnTo>
                  <a:lnTo>
                    <a:pt x="2242874" y="2103286"/>
                  </a:lnTo>
                  <a:lnTo>
                    <a:pt x="2242029" y="2103286"/>
                  </a:lnTo>
                  <a:lnTo>
                    <a:pt x="2241184" y="2103286"/>
                  </a:lnTo>
                  <a:lnTo>
                    <a:pt x="2240339" y="2103286"/>
                  </a:lnTo>
                  <a:lnTo>
                    <a:pt x="2239494" y="2103286"/>
                  </a:lnTo>
                  <a:lnTo>
                    <a:pt x="2238649" y="2103286"/>
                  </a:lnTo>
                  <a:lnTo>
                    <a:pt x="2237803" y="2103286"/>
                  </a:lnTo>
                  <a:lnTo>
                    <a:pt x="2236958" y="2103286"/>
                  </a:lnTo>
                  <a:lnTo>
                    <a:pt x="2236113" y="2103286"/>
                  </a:lnTo>
                  <a:lnTo>
                    <a:pt x="2235268" y="2103286"/>
                  </a:lnTo>
                  <a:lnTo>
                    <a:pt x="2234423" y="2103286"/>
                  </a:lnTo>
                  <a:lnTo>
                    <a:pt x="2233578" y="2103286"/>
                  </a:lnTo>
                  <a:lnTo>
                    <a:pt x="2232733" y="2103286"/>
                  </a:lnTo>
                  <a:lnTo>
                    <a:pt x="2231888" y="2103286"/>
                  </a:lnTo>
                  <a:lnTo>
                    <a:pt x="2231043" y="2103286"/>
                  </a:lnTo>
                  <a:lnTo>
                    <a:pt x="2230198" y="2103286"/>
                  </a:lnTo>
                  <a:lnTo>
                    <a:pt x="2229353" y="2103286"/>
                  </a:lnTo>
                  <a:lnTo>
                    <a:pt x="2228507" y="2103286"/>
                  </a:lnTo>
                  <a:lnTo>
                    <a:pt x="2227662" y="2103286"/>
                  </a:lnTo>
                  <a:lnTo>
                    <a:pt x="2226817" y="2103286"/>
                  </a:lnTo>
                  <a:lnTo>
                    <a:pt x="2225972" y="2103286"/>
                  </a:lnTo>
                  <a:lnTo>
                    <a:pt x="2225127" y="2103286"/>
                  </a:lnTo>
                  <a:lnTo>
                    <a:pt x="2224282" y="2103286"/>
                  </a:lnTo>
                  <a:lnTo>
                    <a:pt x="2223437" y="2103286"/>
                  </a:lnTo>
                  <a:lnTo>
                    <a:pt x="2222592" y="2103286"/>
                  </a:lnTo>
                  <a:lnTo>
                    <a:pt x="2221747" y="2103286"/>
                  </a:lnTo>
                  <a:lnTo>
                    <a:pt x="2220902" y="2103286"/>
                  </a:lnTo>
                  <a:lnTo>
                    <a:pt x="2220057" y="2103286"/>
                  </a:lnTo>
                  <a:lnTo>
                    <a:pt x="2219211" y="2103286"/>
                  </a:lnTo>
                  <a:lnTo>
                    <a:pt x="2218366" y="2103286"/>
                  </a:lnTo>
                  <a:lnTo>
                    <a:pt x="2217521" y="2103286"/>
                  </a:lnTo>
                  <a:lnTo>
                    <a:pt x="2216676" y="2103286"/>
                  </a:lnTo>
                  <a:lnTo>
                    <a:pt x="2215831" y="2103286"/>
                  </a:lnTo>
                  <a:lnTo>
                    <a:pt x="2214986" y="2103286"/>
                  </a:lnTo>
                  <a:lnTo>
                    <a:pt x="2214141" y="2103286"/>
                  </a:lnTo>
                  <a:lnTo>
                    <a:pt x="2213296" y="2103286"/>
                  </a:lnTo>
                  <a:lnTo>
                    <a:pt x="2212451" y="2103286"/>
                  </a:lnTo>
                  <a:lnTo>
                    <a:pt x="2211606" y="2103286"/>
                  </a:lnTo>
                  <a:lnTo>
                    <a:pt x="2210761" y="2103286"/>
                  </a:lnTo>
                  <a:lnTo>
                    <a:pt x="2209915" y="2103286"/>
                  </a:lnTo>
                  <a:lnTo>
                    <a:pt x="2209070" y="2103286"/>
                  </a:lnTo>
                  <a:lnTo>
                    <a:pt x="2208225" y="2103286"/>
                  </a:lnTo>
                  <a:lnTo>
                    <a:pt x="2207380" y="2103286"/>
                  </a:lnTo>
                  <a:lnTo>
                    <a:pt x="2206535" y="2103286"/>
                  </a:lnTo>
                  <a:lnTo>
                    <a:pt x="2205690" y="2103286"/>
                  </a:lnTo>
                  <a:lnTo>
                    <a:pt x="2204845" y="2103286"/>
                  </a:lnTo>
                  <a:lnTo>
                    <a:pt x="2204000" y="2103286"/>
                  </a:lnTo>
                  <a:lnTo>
                    <a:pt x="2203155" y="2103286"/>
                  </a:lnTo>
                  <a:lnTo>
                    <a:pt x="2202310" y="2103286"/>
                  </a:lnTo>
                  <a:lnTo>
                    <a:pt x="2201464" y="2103286"/>
                  </a:lnTo>
                  <a:lnTo>
                    <a:pt x="2200619" y="2103286"/>
                  </a:lnTo>
                  <a:lnTo>
                    <a:pt x="2199774" y="2103286"/>
                  </a:lnTo>
                  <a:lnTo>
                    <a:pt x="2198929" y="2103286"/>
                  </a:lnTo>
                  <a:lnTo>
                    <a:pt x="2198084" y="2103286"/>
                  </a:lnTo>
                  <a:lnTo>
                    <a:pt x="2197239" y="2103286"/>
                  </a:lnTo>
                  <a:lnTo>
                    <a:pt x="2196394" y="2103286"/>
                  </a:lnTo>
                  <a:lnTo>
                    <a:pt x="2195549" y="2103286"/>
                  </a:lnTo>
                  <a:lnTo>
                    <a:pt x="2194704" y="2103286"/>
                  </a:lnTo>
                  <a:lnTo>
                    <a:pt x="2193859" y="2103286"/>
                  </a:lnTo>
                  <a:lnTo>
                    <a:pt x="2193014" y="2103286"/>
                  </a:lnTo>
                  <a:lnTo>
                    <a:pt x="2192168" y="2103286"/>
                  </a:lnTo>
                  <a:lnTo>
                    <a:pt x="2191323" y="2103286"/>
                  </a:lnTo>
                  <a:lnTo>
                    <a:pt x="2190478" y="2103286"/>
                  </a:lnTo>
                  <a:lnTo>
                    <a:pt x="2189633" y="2103286"/>
                  </a:lnTo>
                  <a:lnTo>
                    <a:pt x="2188788" y="2103286"/>
                  </a:lnTo>
                  <a:lnTo>
                    <a:pt x="2187943" y="2103286"/>
                  </a:lnTo>
                  <a:lnTo>
                    <a:pt x="2187098" y="2103286"/>
                  </a:lnTo>
                  <a:lnTo>
                    <a:pt x="2186253" y="2103286"/>
                  </a:lnTo>
                  <a:lnTo>
                    <a:pt x="2185408" y="2103286"/>
                  </a:lnTo>
                  <a:lnTo>
                    <a:pt x="2184563" y="2103286"/>
                  </a:lnTo>
                  <a:lnTo>
                    <a:pt x="2183718" y="2103286"/>
                  </a:lnTo>
                  <a:lnTo>
                    <a:pt x="2182872" y="2103286"/>
                  </a:lnTo>
                  <a:lnTo>
                    <a:pt x="2182027" y="2103286"/>
                  </a:lnTo>
                  <a:lnTo>
                    <a:pt x="2181182" y="2103286"/>
                  </a:lnTo>
                  <a:lnTo>
                    <a:pt x="2180337" y="2103286"/>
                  </a:lnTo>
                  <a:lnTo>
                    <a:pt x="2179492" y="2103286"/>
                  </a:lnTo>
                  <a:lnTo>
                    <a:pt x="2178647" y="2103286"/>
                  </a:lnTo>
                  <a:lnTo>
                    <a:pt x="2177802" y="2103286"/>
                  </a:lnTo>
                  <a:lnTo>
                    <a:pt x="2176957" y="2103286"/>
                  </a:lnTo>
                  <a:lnTo>
                    <a:pt x="2176112" y="2103286"/>
                  </a:lnTo>
                  <a:lnTo>
                    <a:pt x="2175267" y="2103286"/>
                  </a:lnTo>
                  <a:lnTo>
                    <a:pt x="2174422" y="2103286"/>
                  </a:lnTo>
                  <a:lnTo>
                    <a:pt x="2173576" y="2103286"/>
                  </a:lnTo>
                  <a:lnTo>
                    <a:pt x="2172731" y="2103286"/>
                  </a:lnTo>
                  <a:lnTo>
                    <a:pt x="2171886" y="2103286"/>
                  </a:lnTo>
                  <a:lnTo>
                    <a:pt x="2171041" y="2103286"/>
                  </a:lnTo>
                  <a:lnTo>
                    <a:pt x="2170196" y="2103286"/>
                  </a:lnTo>
                  <a:lnTo>
                    <a:pt x="2169351" y="2103286"/>
                  </a:lnTo>
                  <a:lnTo>
                    <a:pt x="2168506" y="2103286"/>
                  </a:lnTo>
                  <a:lnTo>
                    <a:pt x="2167661" y="2103286"/>
                  </a:lnTo>
                  <a:lnTo>
                    <a:pt x="2166816" y="2103286"/>
                  </a:lnTo>
                  <a:lnTo>
                    <a:pt x="2165971" y="2103286"/>
                  </a:lnTo>
                  <a:lnTo>
                    <a:pt x="2165126" y="2103286"/>
                  </a:lnTo>
                  <a:lnTo>
                    <a:pt x="2164280" y="2103286"/>
                  </a:lnTo>
                  <a:lnTo>
                    <a:pt x="2163435" y="2103286"/>
                  </a:lnTo>
                  <a:lnTo>
                    <a:pt x="2162590" y="2103286"/>
                  </a:lnTo>
                  <a:lnTo>
                    <a:pt x="2161745" y="2103286"/>
                  </a:lnTo>
                  <a:lnTo>
                    <a:pt x="2160900" y="2103286"/>
                  </a:lnTo>
                  <a:lnTo>
                    <a:pt x="2160055" y="2103286"/>
                  </a:lnTo>
                  <a:lnTo>
                    <a:pt x="2159210" y="2103286"/>
                  </a:lnTo>
                  <a:lnTo>
                    <a:pt x="2158365" y="2103286"/>
                  </a:lnTo>
                  <a:lnTo>
                    <a:pt x="2157520" y="2103286"/>
                  </a:lnTo>
                  <a:lnTo>
                    <a:pt x="2156675" y="2103286"/>
                  </a:lnTo>
                  <a:lnTo>
                    <a:pt x="2155830" y="2103286"/>
                  </a:lnTo>
                  <a:lnTo>
                    <a:pt x="2154984" y="2103286"/>
                  </a:lnTo>
                  <a:lnTo>
                    <a:pt x="2154139" y="2103286"/>
                  </a:lnTo>
                  <a:lnTo>
                    <a:pt x="2153294" y="2103286"/>
                  </a:lnTo>
                  <a:lnTo>
                    <a:pt x="2152449" y="2103286"/>
                  </a:lnTo>
                  <a:lnTo>
                    <a:pt x="2151604" y="2103286"/>
                  </a:lnTo>
                  <a:lnTo>
                    <a:pt x="2150759" y="2103286"/>
                  </a:lnTo>
                  <a:lnTo>
                    <a:pt x="2149914" y="2103286"/>
                  </a:lnTo>
                  <a:lnTo>
                    <a:pt x="2149069" y="2103286"/>
                  </a:lnTo>
                  <a:lnTo>
                    <a:pt x="2148224" y="2103286"/>
                  </a:lnTo>
                  <a:lnTo>
                    <a:pt x="2147379" y="2103286"/>
                  </a:lnTo>
                  <a:lnTo>
                    <a:pt x="2146534" y="2103286"/>
                  </a:lnTo>
                  <a:lnTo>
                    <a:pt x="2145688" y="2103286"/>
                  </a:lnTo>
                  <a:lnTo>
                    <a:pt x="2144843" y="2103286"/>
                  </a:lnTo>
                  <a:lnTo>
                    <a:pt x="2143998" y="2103286"/>
                  </a:lnTo>
                  <a:lnTo>
                    <a:pt x="2143153" y="2103286"/>
                  </a:lnTo>
                  <a:lnTo>
                    <a:pt x="2142308" y="2103286"/>
                  </a:lnTo>
                  <a:lnTo>
                    <a:pt x="2141463" y="2103286"/>
                  </a:lnTo>
                  <a:lnTo>
                    <a:pt x="2140618" y="2103286"/>
                  </a:lnTo>
                  <a:lnTo>
                    <a:pt x="2139773" y="2103286"/>
                  </a:lnTo>
                  <a:lnTo>
                    <a:pt x="2138928" y="2103286"/>
                  </a:lnTo>
                  <a:lnTo>
                    <a:pt x="2138083" y="2103286"/>
                  </a:lnTo>
                  <a:lnTo>
                    <a:pt x="2137237" y="2103286"/>
                  </a:lnTo>
                  <a:lnTo>
                    <a:pt x="2136392" y="2103286"/>
                  </a:lnTo>
                  <a:lnTo>
                    <a:pt x="2135547" y="2103286"/>
                  </a:lnTo>
                  <a:lnTo>
                    <a:pt x="2134702" y="2103286"/>
                  </a:lnTo>
                  <a:lnTo>
                    <a:pt x="2133857" y="2103286"/>
                  </a:lnTo>
                  <a:lnTo>
                    <a:pt x="2133012" y="2103286"/>
                  </a:lnTo>
                  <a:lnTo>
                    <a:pt x="2132167" y="2103286"/>
                  </a:lnTo>
                  <a:lnTo>
                    <a:pt x="2131322" y="2103286"/>
                  </a:lnTo>
                  <a:lnTo>
                    <a:pt x="2130477" y="2103286"/>
                  </a:lnTo>
                  <a:lnTo>
                    <a:pt x="2129632" y="2103286"/>
                  </a:lnTo>
                  <a:lnTo>
                    <a:pt x="2128787" y="2103286"/>
                  </a:lnTo>
                  <a:lnTo>
                    <a:pt x="2127941" y="2103286"/>
                  </a:lnTo>
                  <a:lnTo>
                    <a:pt x="2127096" y="2103286"/>
                  </a:lnTo>
                  <a:lnTo>
                    <a:pt x="2126251" y="2103286"/>
                  </a:lnTo>
                  <a:lnTo>
                    <a:pt x="2125406" y="2103286"/>
                  </a:lnTo>
                  <a:lnTo>
                    <a:pt x="2124561" y="2103286"/>
                  </a:lnTo>
                  <a:lnTo>
                    <a:pt x="2123716" y="2103286"/>
                  </a:lnTo>
                  <a:lnTo>
                    <a:pt x="2122871" y="2103286"/>
                  </a:lnTo>
                  <a:lnTo>
                    <a:pt x="2122026" y="2103286"/>
                  </a:lnTo>
                  <a:lnTo>
                    <a:pt x="2121181" y="2103286"/>
                  </a:lnTo>
                  <a:lnTo>
                    <a:pt x="2120336" y="2103286"/>
                  </a:lnTo>
                  <a:lnTo>
                    <a:pt x="2119491" y="2103286"/>
                  </a:lnTo>
                  <a:lnTo>
                    <a:pt x="2118645" y="2103286"/>
                  </a:lnTo>
                  <a:lnTo>
                    <a:pt x="2117800" y="2103286"/>
                  </a:lnTo>
                  <a:lnTo>
                    <a:pt x="2116955" y="2103286"/>
                  </a:lnTo>
                  <a:lnTo>
                    <a:pt x="2116110" y="2103286"/>
                  </a:lnTo>
                  <a:lnTo>
                    <a:pt x="2115265" y="2103286"/>
                  </a:lnTo>
                  <a:lnTo>
                    <a:pt x="2114420" y="2103286"/>
                  </a:lnTo>
                  <a:lnTo>
                    <a:pt x="2113575" y="2103286"/>
                  </a:lnTo>
                  <a:lnTo>
                    <a:pt x="2112730" y="2103286"/>
                  </a:lnTo>
                  <a:lnTo>
                    <a:pt x="2111885" y="2103286"/>
                  </a:lnTo>
                  <a:lnTo>
                    <a:pt x="2111040" y="2103286"/>
                  </a:lnTo>
                  <a:lnTo>
                    <a:pt x="2110195" y="2103286"/>
                  </a:lnTo>
                  <a:lnTo>
                    <a:pt x="2109349" y="2103286"/>
                  </a:lnTo>
                  <a:lnTo>
                    <a:pt x="2108504" y="2103286"/>
                  </a:lnTo>
                  <a:lnTo>
                    <a:pt x="2107659" y="2103286"/>
                  </a:lnTo>
                  <a:lnTo>
                    <a:pt x="2106814" y="2103286"/>
                  </a:lnTo>
                  <a:lnTo>
                    <a:pt x="2105969" y="2103286"/>
                  </a:lnTo>
                  <a:lnTo>
                    <a:pt x="2105124" y="2103286"/>
                  </a:lnTo>
                  <a:lnTo>
                    <a:pt x="2104279" y="2103286"/>
                  </a:lnTo>
                  <a:lnTo>
                    <a:pt x="2103434" y="2103286"/>
                  </a:lnTo>
                  <a:lnTo>
                    <a:pt x="2102589" y="2103286"/>
                  </a:lnTo>
                  <a:lnTo>
                    <a:pt x="2101744" y="2103286"/>
                  </a:lnTo>
                  <a:lnTo>
                    <a:pt x="2100899" y="2103286"/>
                  </a:lnTo>
                  <a:lnTo>
                    <a:pt x="2100053" y="2103286"/>
                  </a:lnTo>
                  <a:lnTo>
                    <a:pt x="2099208" y="2103286"/>
                  </a:lnTo>
                  <a:lnTo>
                    <a:pt x="2098363" y="2103286"/>
                  </a:lnTo>
                  <a:lnTo>
                    <a:pt x="2097518" y="2103286"/>
                  </a:lnTo>
                  <a:lnTo>
                    <a:pt x="2096673" y="2103286"/>
                  </a:lnTo>
                  <a:lnTo>
                    <a:pt x="2095828" y="2103286"/>
                  </a:lnTo>
                  <a:lnTo>
                    <a:pt x="2094983" y="2103286"/>
                  </a:lnTo>
                  <a:lnTo>
                    <a:pt x="2094138" y="2103286"/>
                  </a:lnTo>
                  <a:lnTo>
                    <a:pt x="2093293" y="2103286"/>
                  </a:lnTo>
                  <a:lnTo>
                    <a:pt x="2092448" y="2103286"/>
                  </a:lnTo>
                  <a:lnTo>
                    <a:pt x="2091603" y="2103286"/>
                  </a:lnTo>
                  <a:lnTo>
                    <a:pt x="2090757" y="2103286"/>
                  </a:lnTo>
                  <a:lnTo>
                    <a:pt x="2089912" y="2103286"/>
                  </a:lnTo>
                  <a:lnTo>
                    <a:pt x="2089067" y="2103286"/>
                  </a:lnTo>
                  <a:lnTo>
                    <a:pt x="2088222" y="2103286"/>
                  </a:lnTo>
                  <a:lnTo>
                    <a:pt x="2087377" y="2103286"/>
                  </a:lnTo>
                  <a:lnTo>
                    <a:pt x="2086532" y="2103286"/>
                  </a:lnTo>
                  <a:lnTo>
                    <a:pt x="2085687" y="2103286"/>
                  </a:lnTo>
                  <a:lnTo>
                    <a:pt x="2084842" y="2103286"/>
                  </a:lnTo>
                  <a:lnTo>
                    <a:pt x="2083997" y="2103286"/>
                  </a:lnTo>
                  <a:lnTo>
                    <a:pt x="2083152" y="2103286"/>
                  </a:lnTo>
                  <a:lnTo>
                    <a:pt x="2082307" y="2103286"/>
                  </a:lnTo>
                  <a:lnTo>
                    <a:pt x="2081461" y="2103286"/>
                  </a:lnTo>
                  <a:lnTo>
                    <a:pt x="2080616" y="2103286"/>
                  </a:lnTo>
                  <a:lnTo>
                    <a:pt x="2079771" y="2103286"/>
                  </a:lnTo>
                  <a:lnTo>
                    <a:pt x="2078926" y="2103286"/>
                  </a:lnTo>
                  <a:lnTo>
                    <a:pt x="2078081" y="2103286"/>
                  </a:lnTo>
                  <a:lnTo>
                    <a:pt x="2077236" y="2103286"/>
                  </a:lnTo>
                  <a:lnTo>
                    <a:pt x="2076391" y="2103286"/>
                  </a:lnTo>
                  <a:lnTo>
                    <a:pt x="2075546" y="2103286"/>
                  </a:lnTo>
                  <a:lnTo>
                    <a:pt x="2074701" y="2103286"/>
                  </a:lnTo>
                  <a:lnTo>
                    <a:pt x="2073856" y="2103286"/>
                  </a:lnTo>
                  <a:lnTo>
                    <a:pt x="2073010" y="2103286"/>
                  </a:lnTo>
                  <a:lnTo>
                    <a:pt x="2072165" y="2103286"/>
                  </a:lnTo>
                  <a:lnTo>
                    <a:pt x="2071320" y="2103286"/>
                  </a:lnTo>
                  <a:lnTo>
                    <a:pt x="2070475" y="2103286"/>
                  </a:lnTo>
                  <a:lnTo>
                    <a:pt x="2069630" y="2103286"/>
                  </a:lnTo>
                  <a:lnTo>
                    <a:pt x="2068785" y="2103286"/>
                  </a:lnTo>
                  <a:lnTo>
                    <a:pt x="2067940" y="2103286"/>
                  </a:lnTo>
                  <a:lnTo>
                    <a:pt x="2067095" y="2103286"/>
                  </a:lnTo>
                  <a:lnTo>
                    <a:pt x="2066250" y="2103286"/>
                  </a:lnTo>
                  <a:lnTo>
                    <a:pt x="2065405" y="2103286"/>
                  </a:lnTo>
                  <a:lnTo>
                    <a:pt x="2064560" y="2103286"/>
                  </a:lnTo>
                  <a:lnTo>
                    <a:pt x="2063714" y="2103286"/>
                  </a:lnTo>
                  <a:lnTo>
                    <a:pt x="2062869" y="2103286"/>
                  </a:lnTo>
                  <a:lnTo>
                    <a:pt x="2062024" y="2103286"/>
                  </a:lnTo>
                  <a:lnTo>
                    <a:pt x="2061179" y="2103286"/>
                  </a:lnTo>
                  <a:lnTo>
                    <a:pt x="2060334" y="2103286"/>
                  </a:lnTo>
                  <a:lnTo>
                    <a:pt x="2059489" y="2103286"/>
                  </a:lnTo>
                  <a:lnTo>
                    <a:pt x="2058644" y="2103286"/>
                  </a:lnTo>
                  <a:lnTo>
                    <a:pt x="2057799" y="2103286"/>
                  </a:lnTo>
                  <a:lnTo>
                    <a:pt x="2056954" y="2103286"/>
                  </a:lnTo>
                  <a:lnTo>
                    <a:pt x="2056109" y="2103286"/>
                  </a:lnTo>
                  <a:lnTo>
                    <a:pt x="2055264" y="2103286"/>
                  </a:lnTo>
                  <a:lnTo>
                    <a:pt x="2054418" y="2103286"/>
                  </a:lnTo>
                  <a:lnTo>
                    <a:pt x="2053573" y="2103286"/>
                  </a:lnTo>
                  <a:lnTo>
                    <a:pt x="2052728" y="2103286"/>
                  </a:lnTo>
                  <a:lnTo>
                    <a:pt x="2051883" y="2103286"/>
                  </a:lnTo>
                  <a:lnTo>
                    <a:pt x="2051038" y="2103286"/>
                  </a:lnTo>
                  <a:lnTo>
                    <a:pt x="2050193" y="2103286"/>
                  </a:lnTo>
                  <a:lnTo>
                    <a:pt x="2049348" y="2103286"/>
                  </a:lnTo>
                  <a:lnTo>
                    <a:pt x="2048503" y="2103286"/>
                  </a:lnTo>
                  <a:lnTo>
                    <a:pt x="2047658" y="2103286"/>
                  </a:lnTo>
                  <a:lnTo>
                    <a:pt x="2046813" y="2103286"/>
                  </a:lnTo>
                  <a:lnTo>
                    <a:pt x="2045968" y="2103286"/>
                  </a:lnTo>
                  <a:lnTo>
                    <a:pt x="2045122" y="2103286"/>
                  </a:lnTo>
                  <a:lnTo>
                    <a:pt x="2044277" y="2103286"/>
                  </a:lnTo>
                  <a:lnTo>
                    <a:pt x="2043432" y="2103286"/>
                  </a:lnTo>
                  <a:lnTo>
                    <a:pt x="2042587" y="2103286"/>
                  </a:lnTo>
                  <a:lnTo>
                    <a:pt x="2041742" y="2103286"/>
                  </a:lnTo>
                  <a:lnTo>
                    <a:pt x="2040897" y="2103286"/>
                  </a:lnTo>
                  <a:lnTo>
                    <a:pt x="2040052" y="2103286"/>
                  </a:lnTo>
                  <a:lnTo>
                    <a:pt x="2039207" y="2103286"/>
                  </a:lnTo>
                  <a:lnTo>
                    <a:pt x="2038362" y="2103286"/>
                  </a:lnTo>
                  <a:lnTo>
                    <a:pt x="2037517" y="2103286"/>
                  </a:lnTo>
                  <a:lnTo>
                    <a:pt x="2036672" y="2103286"/>
                  </a:lnTo>
                  <a:lnTo>
                    <a:pt x="2035826" y="2103286"/>
                  </a:lnTo>
                  <a:lnTo>
                    <a:pt x="2034981" y="2103286"/>
                  </a:lnTo>
                  <a:lnTo>
                    <a:pt x="2034136" y="2103286"/>
                  </a:lnTo>
                  <a:lnTo>
                    <a:pt x="2033291" y="2103286"/>
                  </a:lnTo>
                  <a:lnTo>
                    <a:pt x="2032446" y="2103286"/>
                  </a:lnTo>
                  <a:lnTo>
                    <a:pt x="2031601" y="2103286"/>
                  </a:lnTo>
                  <a:lnTo>
                    <a:pt x="2030756" y="2103286"/>
                  </a:lnTo>
                  <a:lnTo>
                    <a:pt x="2029911" y="2103286"/>
                  </a:lnTo>
                  <a:lnTo>
                    <a:pt x="2029066" y="2103286"/>
                  </a:lnTo>
                  <a:lnTo>
                    <a:pt x="2028221" y="2103286"/>
                  </a:lnTo>
                  <a:lnTo>
                    <a:pt x="2027376" y="2103286"/>
                  </a:lnTo>
                  <a:lnTo>
                    <a:pt x="2026530" y="2103286"/>
                  </a:lnTo>
                  <a:lnTo>
                    <a:pt x="2025685" y="2103286"/>
                  </a:lnTo>
                  <a:lnTo>
                    <a:pt x="2024840" y="2103286"/>
                  </a:lnTo>
                  <a:lnTo>
                    <a:pt x="2023995" y="2103286"/>
                  </a:lnTo>
                  <a:lnTo>
                    <a:pt x="2023150" y="2103286"/>
                  </a:lnTo>
                  <a:lnTo>
                    <a:pt x="2022305" y="2103286"/>
                  </a:lnTo>
                  <a:lnTo>
                    <a:pt x="2021460" y="2103286"/>
                  </a:lnTo>
                  <a:lnTo>
                    <a:pt x="2020615" y="2103286"/>
                  </a:lnTo>
                  <a:lnTo>
                    <a:pt x="2019770" y="2103286"/>
                  </a:lnTo>
                  <a:lnTo>
                    <a:pt x="2018925" y="2103286"/>
                  </a:lnTo>
                  <a:lnTo>
                    <a:pt x="2018080" y="2103286"/>
                  </a:lnTo>
                  <a:lnTo>
                    <a:pt x="2017234" y="2103286"/>
                  </a:lnTo>
                  <a:lnTo>
                    <a:pt x="2016389" y="2103286"/>
                  </a:lnTo>
                  <a:lnTo>
                    <a:pt x="2015544" y="2103286"/>
                  </a:lnTo>
                  <a:lnTo>
                    <a:pt x="2014699" y="2103286"/>
                  </a:lnTo>
                  <a:lnTo>
                    <a:pt x="2013854" y="2103286"/>
                  </a:lnTo>
                  <a:lnTo>
                    <a:pt x="2013009" y="2103286"/>
                  </a:lnTo>
                  <a:lnTo>
                    <a:pt x="2012164" y="2103286"/>
                  </a:lnTo>
                  <a:lnTo>
                    <a:pt x="2011319" y="2103286"/>
                  </a:lnTo>
                  <a:lnTo>
                    <a:pt x="2010474" y="2103286"/>
                  </a:lnTo>
                  <a:lnTo>
                    <a:pt x="2009629" y="2103286"/>
                  </a:lnTo>
                  <a:lnTo>
                    <a:pt x="2008783" y="2103286"/>
                  </a:lnTo>
                  <a:lnTo>
                    <a:pt x="2007938" y="2103286"/>
                  </a:lnTo>
                  <a:lnTo>
                    <a:pt x="2007093" y="2103286"/>
                  </a:lnTo>
                  <a:lnTo>
                    <a:pt x="2006248" y="2103286"/>
                  </a:lnTo>
                  <a:lnTo>
                    <a:pt x="2005403" y="2103286"/>
                  </a:lnTo>
                  <a:lnTo>
                    <a:pt x="2004558" y="2103286"/>
                  </a:lnTo>
                  <a:lnTo>
                    <a:pt x="2003713" y="2103286"/>
                  </a:lnTo>
                  <a:lnTo>
                    <a:pt x="2002868" y="2103286"/>
                  </a:lnTo>
                  <a:lnTo>
                    <a:pt x="2002023" y="2103286"/>
                  </a:lnTo>
                  <a:lnTo>
                    <a:pt x="2001178" y="2103286"/>
                  </a:lnTo>
                  <a:lnTo>
                    <a:pt x="2000333" y="2103286"/>
                  </a:lnTo>
                  <a:lnTo>
                    <a:pt x="1999487" y="2103286"/>
                  </a:lnTo>
                  <a:lnTo>
                    <a:pt x="1998642" y="2103286"/>
                  </a:lnTo>
                  <a:lnTo>
                    <a:pt x="1997797" y="2103286"/>
                  </a:lnTo>
                  <a:lnTo>
                    <a:pt x="1996952" y="2103286"/>
                  </a:lnTo>
                  <a:lnTo>
                    <a:pt x="1996107" y="2103286"/>
                  </a:lnTo>
                  <a:lnTo>
                    <a:pt x="1995262" y="2103286"/>
                  </a:lnTo>
                  <a:lnTo>
                    <a:pt x="1994417" y="2103286"/>
                  </a:lnTo>
                  <a:lnTo>
                    <a:pt x="1993572" y="2103286"/>
                  </a:lnTo>
                  <a:lnTo>
                    <a:pt x="1992727" y="2103286"/>
                  </a:lnTo>
                  <a:lnTo>
                    <a:pt x="1991882" y="2103286"/>
                  </a:lnTo>
                  <a:lnTo>
                    <a:pt x="1991037" y="2103286"/>
                  </a:lnTo>
                  <a:lnTo>
                    <a:pt x="1990191" y="2103286"/>
                  </a:lnTo>
                  <a:lnTo>
                    <a:pt x="1989346" y="2103286"/>
                  </a:lnTo>
                  <a:lnTo>
                    <a:pt x="1988501" y="2103286"/>
                  </a:lnTo>
                  <a:lnTo>
                    <a:pt x="1987656" y="2103286"/>
                  </a:lnTo>
                  <a:lnTo>
                    <a:pt x="1986811" y="2103286"/>
                  </a:lnTo>
                  <a:lnTo>
                    <a:pt x="1985966" y="2103286"/>
                  </a:lnTo>
                  <a:lnTo>
                    <a:pt x="1985121" y="2103286"/>
                  </a:lnTo>
                  <a:lnTo>
                    <a:pt x="1984276" y="2103286"/>
                  </a:lnTo>
                  <a:lnTo>
                    <a:pt x="1983431" y="2103286"/>
                  </a:lnTo>
                  <a:lnTo>
                    <a:pt x="1982586" y="2103286"/>
                  </a:lnTo>
                  <a:lnTo>
                    <a:pt x="1981741" y="2103286"/>
                  </a:lnTo>
                  <a:lnTo>
                    <a:pt x="1980895" y="2103286"/>
                  </a:lnTo>
                  <a:lnTo>
                    <a:pt x="1980050" y="2103286"/>
                  </a:lnTo>
                  <a:lnTo>
                    <a:pt x="1979205" y="2103286"/>
                  </a:lnTo>
                  <a:lnTo>
                    <a:pt x="1978360" y="2103286"/>
                  </a:lnTo>
                  <a:lnTo>
                    <a:pt x="1977515" y="2103286"/>
                  </a:lnTo>
                  <a:lnTo>
                    <a:pt x="1976670" y="2103286"/>
                  </a:lnTo>
                  <a:lnTo>
                    <a:pt x="1975825" y="2103286"/>
                  </a:lnTo>
                  <a:lnTo>
                    <a:pt x="1974980" y="2103286"/>
                  </a:lnTo>
                  <a:lnTo>
                    <a:pt x="1974135" y="2103286"/>
                  </a:lnTo>
                  <a:lnTo>
                    <a:pt x="1973290" y="2103286"/>
                  </a:lnTo>
                  <a:lnTo>
                    <a:pt x="1972445" y="2103286"/>
                  </a:lnTo>
                  <a:lnTo>
                    <a:pt x="1971599" y="2103286"/>
                  </a:lnTo>
                  <a:lnTo>
                    <a:pt x="1970754" y="2103286"/>
                  </a:lnTo>
                  <a:lnTo>
                    <a:pt x="1969909" y="2103286"/>
                  </a:lnTo>
                  <a:lnTo>
                    <a:pt x="1969064" y="2103286"/>
                  </a:lnTo>
                  <a:lnTo>
                    <a:pt x="1968219" y="2103286"/>
                  </a:lnTo>
                  <a:lnTo>
                    <a:pt x="1967374" y="2103286"/>
                  </a:lnTo>
                  <a:lnTo>
                    <a:pt x="1966529" y="2103286"/>
                  </a:lnTo>
                  <a:lnTo>
                    <a:pt x="1965684" y="2103286"/>
                  </a:lnTo>
                  <a:lnTo>
                    <a:pt x="1964839" y="2103286"/>
                  </a:lnTo>
                  <a:lnTo>
                    <a:pt x="1963994" y="2103286"/>
                  </a:lnTo>
                  <a:lnTo>
                    <a:pt x="1963149" y="2103286"/>
                  </a:lnTo>
                  <a:lnTo>
                    <a:pt x="1962303" y="2103286"/>
                  </a:lnTo>
                  <a:lnTo>
                    <a:pt x="1961458" y="2103286"/>
                  </a:lnTo>
                  <a:lnTo>
                    <a:pt x="1960613" y="2103286"/>
                  </a:lnTo>
                  <a:lnTo>
                    <a:pt x="1959768" y="2103286"/>
                  </a:lnTo>
                  <a:lnTo>
                    <a:pt x="1958923" y="2103286"/>
                  </a:lnTo>
                  <a:lnTo>
                    <a:pt x="1958078" y="2103286"/>
                  </a:lnTo>
                  <a:lnTo>
                    <a:pt x="1957233" y="2103286"/>
                  </a:lnTo>
                  <a:lnTo>
                    <a:pt x="1956388" y="2103286"/>
                  </a:lnTo>
                  <a:lnTo>
                    <a:pt x="1955543" y="2103286"/>
                  </a:lnTo>
                  <a:lnTo>
                    <a:pt x="1954698" y="2103286"/>
                  </a:lnTo>
                  <a:lnTo>
                    <a:pt x="1953853" y="2103286"/>
                  </a:lnTo>
                  <a:lnTo>
                    <a:pt x="1953007" y="2103286"/>
                  </a:lnTo>
                  <a:lnTo>
                    <a:pt x="1952162" y="2103286"/>
                  </a:lnTo>
                  <a:lnTo>
                    <a:pt x="1951317" y="2103286"/>
                  </a:lnTo>
                  <a:lnTo>
                    <a:pt x="1950472" y="2103286"/>
                  </a:lnTo>
                  <a:lnTo>
                    <a:pt x="1949627" y="2103286"/>
                  </a:lnTo>
                  <a:lnTo>
                    <a:pt x="1948782" y="2103286"/>
                  </a:lnTo>
                  <a:lnTo>
                    <a:pt x="1947937" y="2103286"/>
                  </a:lnTo>
                  <a:lnTo>
                    <a:pt x="1947092" y="2103286"/>
                  </a:lnTo>
                  <a:lnTo>
                    <a:pt x="1946247" y="2103286"/>
                  </a:lnTo>
                  <a:lnTo>
                    <a:pt x="1945402" y="2103286"/>
                  </a:lnTo>
                  <a:lnTo>
                    <a:pt x="1944556" y="2103286"/>
                  </a:lnTo>
                  <a:lnTo>
                    <a:pt x="1943711" y="2103286"/>
                  </a:lnTo>
                  <a:lnTo>
                    <a:pt x="1942866" y="2103286"/>
                  </a:lnTo>
                  <a:lnTo>
                    <a:pt x="1942021" y="2103286"/>
                  </a:lnTo>
                  <a:lnTo>
                    <a:pt x="1941176" y="2103286"/>
                  </a:lnTo>
                  <a:lnTo>
                    <a:pt x="1940331" y="2103286"/>
                  </a:lnTo>
                  <a:lnTo>
                    <a:pt x="1939486" y="2103286"/>
                  </a:lnTo>
                  <a:lnTo>
                    <a:pt x="1938641" y="2103286"/>
                  </a:lnTo>
                  <a:lnTo>
                    <a:pt x="1937796" y="2103286"/>
                  </a:lnTo>
                  <a:lnTo>
                    <a:pt x="1936951" y="2103286"/>
                  </a:lnTo>
                  <a:lnTo>
                    <a:pt x="1936106" y="2103286"/>
                  </a:lnTo>
                  <a:lnTo>
                    <a:pt x="1935260" y="2103286"/>
                  </a:lnTo>
                  <a:lnTo>
                    <a:pt x="1934415" y="2103286"/>
                  </a:lnTo>
                  <a:lnTo>
                    <a:pt x="1933570" y="2103286"/>
                  </a:lnTo>
                  <a:lnTo>
                    <a:pt x="1932725" y="2103286"/>
                  </a:lnTo>
                  <a:lnTo>
                    <a:pt x="1931880" y="2103286"/>
                  </a:lnTo>
                  <a:lnTo>
                    <a:pt x="1931035" y="2103286"/>
                  </a:lnTo>
                  <a:lnTo>
                    <a:pt x="1930190" y="2103286"/>
                  </a:lnTo>
                  <a:lnTo>
                    <a:pt x="1929345" y="2103286"/>
                  </a:lnTo>
                  <a:lnTo>
                    <a:pt x="1928500" y="2103286"/>
                  </a:lnTo>
                  <a:lnTo>
                    <a:pt x="1927655" y="2103286"/>
                  </a:lnTo>
                  <a:lnTo>
                    <a:pt x="1926810" y="2103286"/>
                  </a:lnTo>
                  <a:lnTo>
                    <a:pt x="1925964" y="2103286"/>
                  </a:lnTo>
                  <a:lnTo>
                    <a:pt x="1925119" y="2103286"/>
                  </a:lnTo>
                  <a:lnTo>
                    <a:pt x="1924274" y="2103286"/>
                  </a:lnTo>
                  <a:lnTo>
                    <a:pt x="1923429" y="2103286"/>
                  </a:lnTo>
                  <a:lnTo>
                    <a:pt x="1922584" y="2103286"/>
                  </a:lnTo>
                  <a:lnTo>
                    <a:pt x="1921739" y="2103286"/>
                  </a:lnTo>
                  <a:lnTo>
                    <a:pt x="1920894" y="2103286"/>
                  </a:lnTo>
                  <a:lnTo>
                    <a:pt x="1920049" y="2103286"/>
                  </a:lnTo>
                  <a:lnTo>
                    <a:pt x="1919204" y="2103286"/>
                  </a:lnTo>
                  <a:lnTo>
                    <a:pt x="1918359" y="2103286"/>
                  </a:lnTo>
                  <a:lnTo>
                    <a:pt x="1917514" y="2103286"/>
                  </a:lnTo>
                  <a:lnTo>
                    <a:pt x="1916668" y="2103286"/>
                  </a:lnTo>
                  <a:lnTo>
                    <a:pt x="1915823" y="2103286"/>
                  </a:lnTo>
                  <a:lnTo>
                    <a:pt x="1914978" y="2103286"/>
                  </a:lnTo>
                  <a:lnTo>
                    <a:pt x="1914133" y="2103286"/>
                  </a:lnTo>
                  <a:lnTo>
                    <a:pt x="1913288" y="2103286"/>
                  </a:lnTo>
                  <a:lnTo>
                    <a:pt x="1912443" y="2103286"/>
                  </a:lnTo>
                  <a:lnTo>
                    <a:pt x="1911598" y="2103286"/>
                  </a:lnTo>
                  <a:lnTo>
                    <a:pt x="1910753" y="2103286"/>
                  </a:lnTo>
                  <a:lnTo>
                    <a:pt x="1909908" y="2103286"/>
                  </a:lnTo>
                  <a:lnTo>
                    <a:pt x="1909063" y="2103286"/>
                  </a:lnTo>
                  <a:lnTo>
                    <a:pt x="1908218" y="2103286"/>
                  </a:lnTo>
                  <a:lnTo>
                    <a:pt x="1907372" y="2103286"/>
                  </a:lnTo>
                  <a:lnTo>
                    <a:pt x="1906527" y="2103286"/>
                  </a:lnTo>
                  <a:lnTo>
                    <a:pt x="1905682" y="2103286"/>
                  </a:lnTo>
                  <a:lnTo>
                    <a:pt x="1904837" y="2103286"/>
                  </a:lnTo>
                  <a:lnTo>
                    <a:pt x="1903992" y="2103286"/>
                  </a:lnTo>
                  <a:lnTo>
                    <a:pt x="1903147" y="2103286"/>
                  </a:lnTo>
                  <a:lnTo>
                    <a:pt x="1902302" y="2103286"/>
                  </a:lnTo>
                  <a:lnTo>
                    <a:pt x="1901457" y="2103286"/>
                  </a:lnTo>
                  <a:lnTo>
                    <a:pt x="1900612" y="2103286"/>
                  </a:lnTo>
                  <a:lnTo>
                    <a:pt x="1899767" y="2103286"/>
                  </a:lnTo>
                  <a:lnTo>
                    <a:pt x="1898922" y="2103286"/>
                  </a:lnTo>
                  <a:lnTo>
                    <a:pt x="1898076" y="2103286"/>
                  </a:lnTo>
                  <a:lnTo>
                    <a:pt x="1897231" y="2103286"/>
                  </a:lnTo>
                  <a:lnTo>
                    <a:pt x="1896386" y="2103286"/>
                  </a:lnTo>
                  <a:lnTo>
                    <a:pt x="1895541" y="2103286"/>
                  </a:lnTo>
                  <a:lnTo>
                    <a:pt x="1894696" y="2103286"/>
                  </a:lnTo>
                  <a:lnTo>
                    <a:pt x="1893851" y="2103286"/>
                  </a:lnTo>
                  <a:lnTo>
                    <a:pt x="1893006" y="2103286"/>
                  </a:lnTo>
                  <a:lnTo>
                    <a:pt x="1892161" y="2103286"/>
                  </a:lnTo>
                  <a:lnTo>
                    <a:pt x="1891316" y="2103286"/>
                  </a:lnTo>
                  <a:lnTo>
                    <a:pt x="1890471" y="2103286"/>
                  </a:lnTo>
                  <a:lnTo>
                    <a:pt x="1889625" y="2103286"/>
                  </a:lnTo>
                  <a:lnTo>
                    <a:pt x="1888780" y="2103286"/>
                  </a:lnTo>
                  <a:lnTo>
                    <a:pt x="1887935" y="2103286"/>
                  </a:lnTo>
                  <a:lnTo>
                    <a:pt x="1887090" y="2103286"/>
                  </a:lnTo>
                  <a:lnTo>
                    <a:pt x="1886245" y="2103286"/>
                  </a:lnTo>
                  <a:lnTo>
                    <a:pt x="1885400" y="2103286"/>
                  </a:lnTo>
                  <a:lnTo>
                    <a:pt x="1884555" y="2103286"/>
                  </a:lnTo>
                  <a:lnTo>
                    <a:pt x="1883710" y="2103286"/>
                  </a:lnTo>
                  <a:lnTo>
                    <a:pt x="1882865" y="2103286"/>
                  </a:lnTo>
                  <a:lnTo>
                    <a:pt x="1882020" y="2103286"/>
                  </a:lnTo>
                  <a:lnTo>
                    <a:pt x="1881175" y="2103286"/>
                  </a:lnTo>
                  <a:lnTo>
                    <a:pt x="1880329" y="2103286"/>
                  </a:lnTo>
                  <a:lnTo>
                    <a:pt x="1879484" y="2103286"/>
                  </a:lnTo>
                  <a:lnTo>
                    <a:pt x="1878639" y="2103286"/>
                  </a:lnTo>
                  <a:lnTo>
                    <a:pt x="1877794" y="2103286"/>
                  </a:lnTo>
                  <a:lnTo>
                    <a:pt x="1876949" y="2103286"/>
                  </a:lnTo>
                  <a:lnTo>
                    <a:pt x="1876104" y="2103286"/>
                  </a:lnTo>
                  <a:lnTo>
                    <a:pt x="1875259" y="2103286"/>
                  </a:lnTo>
                  <a:lnTo>
                    <a:pt x="1874414" y="2103286"/>
                  </a:lnTo>
                  <a:lnTo>
                    <a:pt x="1873569" y="2103286"/>
                  </a:lnTo>
                  <a:lnTo>
                    <a:pt x="1872724" y="2103286"/>
                  </a:lnTo>
                  <a:lnTo>
                    <a:pt x="1871879" y="2103286"/>
                  </a:lnTo>
                  <a:lnTo>
                    <a:pt x="1871033" y="2103286"/>
                  </a:lnTo>
                  <a:lnTo>
                    <a:pt x="1870188" y="2103286"/>
                  </a:lnTo>
                  <a:lnTo>
                    <a:pt x="1869343" y="2103286"/>
                  </a:lnTo>
                  <a:lnTo>
                    <a:pt x="1868498" y="2103286"/>
                  </a:lnTo>
                  <a:lnTo>
                    <a:pt x="1867653" y="2103286"/>
                  </a:lnTo>
                  <a:lnTo>
                    <a:pt x="1866808" y="2103286"/>
                  </a:lnTo>
                  <a:lnTo>
                    <a:pt x="1865963" y="2103286"/>
                  </a:lnTo>
                  <a:lnTo>
                    <a:pt x="1865118" y="2103286"/>
                  </a:lnTo>
                  <a:lnTo>
                    <a:pt x="1864273" y="2103286"/>
                  </a:lnTo>
                  <a:lnTo>
                    <a:pt x="1863428" y="2103286"/>
                  </a:lnTo>
                  <a:lnTo>
                    <a:pt x="1862583" y="2103286"/>
                  </a:lnTo>
                  <a:lnTo>
                    <a:pt x="1861737" y="2103286"/>
                  </a:lnTo>
                  <a:lnTo>
                    <a:pt x="1860892" y="2103286"/>
                  </a:lnTo>
                  <a:lnTo>
                    <a:pt x="1860047" y="2103286"/>
                  </a:lnTo>
                  <a:lnTo>
                    <a:pt x="1859202" y="2103286"/>
                  </a:lnTo>
                  <a:lnTo>
                    <a:pt x="1858357" y="2103286"/>
                  </a:lnTo>
                  <a:lnTo>
                    <a:pt x="1857512" y="2103286"/>
                  </a:lnTo>
                  <a:lnTo>
                    <a:pt x="1856667" y="2103286"/>
                  </a:lnTo>
                  <a:lnTo>
                    <a:pt x="1855822" y="2103286"/>
                  </a:lnTo>
                  <a:lnTo>
                    <a:pt x="1854977" y="2103286"/>
                  </a:lnTo>
                  <a:lnTo>
                    <a:pt x="1854132" y="2103286"/>
                  </a:lnTo>
                  <a:lnTo>
                    <a:pt x="1853287" y="2103286"/>
                  </a:lnTo>
                  <a:lnTo>
                    <a:pt x="1852441" y="2103286"/>
                  </a:lnTo>
                  <a:lnTo>
                    <a:pt x="1851596" y="2103286"/>
                  </a:lnTo>
                  <a:lnTo>
                    <a:pt x="1850751" y="2103286"/>
                  </a:lnTo>
                  <a:lnTo>
                    <a:pt x="1849906" y="2103286"/>
                  </a:lnTo>
                  <a:lnTo>
                    <a:pt x="1849061" y="2103286"/>
                  </a:lnTo>
                  <a:lnTo>
                    <a:pt x="1848216" y="2103286"/>
                  </a:lnTo>
                  <a:lnTo>
                    <a:pt x="1847371" y="2103286"/>
                  </a:lnTo>
                  <a:lnTo>
                    <a:pt x="1846526" y="2103286"/>
                  </a:lnTo>
                  <a:lnTo>
                    <a:pt x="1845681" y="2103286"/>
                  </a:lnTo>
                  <a:lnTo>
                    <a:pt x="1844836" y="2103286"/>
                  </a:lnTo>
                  <a:lnTo>
                    <a:pt x="1843991" y="2103286"/>
                  </a:lnTo>
                  <a:lnTo>
                    <a:pt x="1843145" y="2103286"/>
                  </a:lnTo>
                  <a:lnTo>
                    <a:pt x="1842300" y="2103286"/>
                  </a:lnTo>
                  <a:lnTo>
                    <a:pt x="1841455" y="2103286"/>
                  </a:lnTo>
                  <a:lnTo>
                    <a:pt x="1840610" y="2103286"/>
                  </a:lnTo>
                  <a:lnTo>
                    <a:pt x="1839765" y="2103286"/>
                  </a:lnTo>
                  <a:lnTo>
                    <a:pt x="1838920" y="2103286"/>
                  </a:lnTo>
                  <a:lnTo>
                    <a:pt x="1838075" y="2103286"/>
                  </a:lnTo>
                  <a:lnTo>
                    <a:pt x="1837230" y="2103286"/>
                  </a:lnTo>
                  <a:lnTo>
                    <a:pt x="1836385" y="2103286"/>
                  </a:lnTo>
                  <a:lnTo>
                    <a:pt x="1835540" y="2103286"/>
                  </a:lnTo>
                  <a:lnTo>
                    <a:pt x="1834695" y="2103286"/>
                  </a:lnTo>
                  <a:lnTo>
                    <a:pt x="1833849" y="2103286"/>
                  </a:lnTo>
                  <a:lnTo>
                    <a:pt x="1833004" y="2103286"/>
                  </a:lnTo>
                  <a:lnTo>
                    <a:pt x="1832159" y="2103286"/>
                  </a:lnTo>
                  <a:lnTo>
                    <a:pt x="1831314" y="2103286"/>
                  </a:lnTo>
                  <a:lnTo>
                    <a:pt x="1830469" y="2103286"/>
                  </a:lnTo>
                  <a:lnTo>
                    <a:pt x="1829624" y="2103286"/>
                  </a:lnTo>
                  <a:lnTo>
                    <a:pt x="1828779" y="2103286"/>
                  </a:lnTo>
                  <a:lnTo>
                    <a:pt x="1827934" y="2103286"/>
                  </a:lnTo>
                  <a:lnTo>
                    <a:pt x="1827089" y="2103286"/>
                  </a:lnTo>
                  <a:lnTo>
                    <a:pt x="1826244" y="2103286"/>
                  </a:lnTo>
                  <a:lnTo>
                    <a:pt x="1825398" y="2103286"/>
                  </a:lnTo>
                  <a:lnTo>
                    <a:pt x="1824553" y="2103286"/>
                  </a:lnTo>
                  <a:lnTo>
                    <a:pt x="1823708" y="2103286"/>
                  </a:lnTo>
                  <a:lnTo>
                    <a:pt x="1822863" y="2103286"/>
                  </a:lnTo>
                  <a:lnTo>
                    <a:pt x="1822018" y="2103286"/>
                  </a:lnTo>
                  <a:lnTo>
                    <a:pt x="1821173" y="2103286"/>
                  </a:lnTo>
                  <a:lnTo>
                    <a:pt x="1820328" y="2103286"/>
                  </a:lnTo>
                  <a:lnTo>
                    <a:pt x="1819483" y="2103286"/>
                  </a:lnTo>
                  <a:lnTo>
                    <a:pt x="1818638" y="2103286"/>
                  </a:lnTo>
                  <a:lnTo>
                    <a:pt x="1817793" y="2103286"/>
                  </a:lnTo>
                  <a:lnTo>
                    <a:pt x="1816948" y="2103286"/>
                  </a:lnTo>
                  <a:lnTo>
                    <a:pt x="1816102" y="2103286"/>
                  </a:lnTo>
                  <a:lnTo>
                    <a:pt x="1815257" y="2103286"/>
                  </a:lnTo>
                  <a:lnTo>
                    <a:pt x="1814412" y="2103286"/>
                  </a:lnTo>
                  <a:lnTo>
                    <a:pt x="1813567" y="2103286"/>
                  </a:lnTo>
                  <a:lnTo>
                    <a:pt x="1812722" y="2103286"/>
                  </a:lnTo>
                  <a:lnTo>
                    <a:pt x="1811877" y="2103286"/>
                  </a:lnTo>
                  <a:lnTo>
                    <a:pt x="1811032" y="2103286"/>
                  </a:lnTo>
                  <a:lnTo>
                    <a:pt x="1810187" y="2103286"/>
                  </a:lnTo>
                  <a:lnTo>
                    <a:pt x="1809342" y="2103286"/>
                  </a:lnTo>
                  <a:lnTo>
                    <a:pt x="1808497" y="2103286"/>
                  </a:lnTo>
                  <a:lnTo>
                    <a:pt x="1807652" y="2103286"/>
                  </a:lnTo>
                  <a:lnTo>
                    <a:pt x="1806806" y="2103286"/>
                  </a:lnTo>
                  <a:lnTo>
                    <a:pt x="1805961" y="2103286"/>
                  </a:lnTo>
                  <a:lnTo>
                    <a:pt x="1805116" y="2103286"/>
                  </a:lnTo>
                  <a:lnTo>
                    <a:pt x="1804271" y="2103286"/>
                  </a:lnTo>
                  <a:lnTo>
                    <a:pt x="1803426" y="2103286"/>
                  </a:lnTo>
                  <a:lnTo>
                    <a:pt x="1802581" y="2103286"/>
                  </a:lnTo>
                  <a:lnTo>
                    <a:pt x="1801736" y="2103286"/>
                  </a:lnTo>
                  <a:lnTo>
                    <a:pt x="1800891" y="2103286"/>
                  </a:lnTo>
                  <a:lnTo>
                    <a:pt x="1800046" y="2103286"/>
                  </a:lnTo>
                  <a:lnTo>
                    <a:pt x="1799201" y="2103286"/>
                  </a:lnTo>
                  <a:lnTo>
                    <a:pt x="1798356" y="2103286"/>
                  </a:lnTo>
                  <a:lnTo>
                    <a:pt x="1797510" y="2103286"/>
                  </a:lnTo>
                  <a:lnTo>
                    <a:pt x="1796665" y="2103286"/>
                  </a:lnTo>
                  <a:lnTo>
                    <a:pt x="1795820" y="2103286"/>
                  </a:lnTo>
                  <a:lnTo>
                    <a:pt x="1794975" y="2103286"/>
                  </a:lnTo>
                  <a:lnTo>
                    <a:pt x="1794130" y="2103286"/>
                  </a:lnTo>
                  <a:lnTo>
                    <a:pt x="1793285" y="2103286"/>
                  </a:lnTo>
                  <a:lnTo>
                    <a:pt x="1792440" y="2103286"/>
                  </a:lnTo>
                  <a:lnTo>
                    <a:pt x="1791595" y="2103286"/>
                  </a:lnTo>
                  <a:lnTo>
                    <a:pt x="1790750" y="2103286"/>
                  </a:lnTo>
                  <a:lnTo>
                    <a:pt x="1789905" y="2103286"/>
                  </a:lnTo>
                  <a:lnTo>
                    <a:pt x="1789060" y="2103286"/>
                  </a:lnTo>
                  <a:lnTo>
                    <a:pt x="1788214" y="2103286"/>
                  </a:lnTo>
                  <a:lnTo>
                    <a:pt x="1787369" y="2103286"/>
                  </a:lnTo>
                  <a:lnTo>
                    <a:pt x="1786524" y="2103286"/>
                  </a:lnTo>
                  <a:lnTo>
                    <a:pt x="1785679" y="2103286"/>
                  </a:lnTo>
                  <a:lnTo>
                    <a:pt x="1784834" y="2103286"/>
                  </a:lnTo>
                  <a:lnTo>
                    <a:pt x="1783989" y="2103286"/>
                  </a:lnTo>
                  <a:lnTo>
                    <a:pt x="1783144" y="2103286"/>
                  </a:lnTo>
                  <a:lnTo>
                    <a:pt x="1782299" y="2103286"/>
                  </a:lnTo>
                  <a:lnTo>
                    <a:pt x="1781454" y="2103286"/>
                  </a:lnTo>
                  <a:lnTo>
                    <a:pt x="1780609" y="2103286"/>
                  </a:lnTo>
                  <a:lnTo>
                    <a:pt x="1779764" y="2103286"/>
                  </a:lnTo>
                  <a:lnTo>
                    <a:pt x="1778918" y="2103286"/>
                  </a:lnTo>
                  <a:lnTo>
                    <a:pt x="1778073" y="2103286"/>
                  </a:lnTo>
                  <a:lnTo>
                    <a:pt x="1777228" y="2103286"/>
                  </a:lnTo>
                  <a:lnTo>
                    <a:pt x="1776383" y="2103286"/>
                  </a:lnTo>
                  <a:lnTo>
                    <a:pt x="1775538" y="2103286"/>
                  </a:lnTo>
                  <a:lnTo>
                    <a:pt x="1774693" y="2103286"/>
                  </a:lnTo>
                  <a:lnTo>
                    <a:pt x="1773848" y="2103286"/>
                  </a:lnTo>
                  <a:lnTo>
                    <a:pt x="1773003" y="2103286"/>
                  </a:lnTo>
                  <a:lnTo>
                    <a:pt x="1772158" y="2103286"/>
                  </a:lnTo>
                  <a:lnTo>
                    <a:pt x="1771313" y="2103286"/>
                  </a:lnTo>
                  <a:lnTo>
                    <a:pt x="1770468" y="2103286"/>
                  </a:lnTo>
                  <a:lnTo>
                    <a:pt x="1769622" y="2103286"/>
                  </a:lnTo>
                  <a:lnTo>
                    <a:pt x="1768777" y="2103286"/>
                  </a:lnTo>
                  <a:lnTo>
                    <a:pt x="1767932" y="2103286"/>
                  </a:lnTo>
                  <a:lnTo>
                    <a:pt x="1767087" y="2103286"/>
                  </a:lnTo>
                  <a:lnTo>
                    <a:pt x="1766242" y="2103286"/>
                  </a:lnTo>
                  <a:lnTo>
                    <a:pt x="1765397" y="2103286"/>
                  </a:lnTo>
                  <a:lnTo>
                    <a:pt x="1764552" y="2103286"/>
                  </a:lnTo>
                  <a:lnTo>
                    <a:pt x="1763707" y="2103286"/>
                  </a:lnTo>
                  <a:lnTo>
                    <a:pt x="1762862" y="2103286"/>
                  </a:lnTo>
                  <a:lnTo>
                    <a:pt x="1762017" y="2103286"/>
                  </a:lnTo>
                  <a:lnTo>
                    <a:pt x="1761171" y="2103286"/>
                  </a:lnTo>
                  <a:lnTo>
                    <a:pt x="1760326" y="2103286"/>
                  </a:lnTo>
                  <a:lnTo>
                    <a:pt x="1759481" y="2103286"/>
                  </a:lnTo>
                  <a:lnTo>
                    <a:pt x="1758636" y="2103286"/>
                  </a:lnTo>
                  <a:lnTo>
                    <a:pt x="1757791" y="2103286"/>
                  </a:lnTo>
                  <a:lnTo>
                    <a:pt x="1756946" y="2103286"/>
                  </a:lnTo>
                  <a:lnTo>
                    <a:pt x="1756101" y="2103286"/>
                  </a:lnTo>
                  <a:lnTo>
                    <a:pt x="1755256" y="2103286"/>
                  </a:lnTo>
                  <a:lnTo>
                    <a:pt x="1754411" y="2103286"/>
                  </a:lnTo>
                  <a:lnTo>
                    <a:pt x="1753566" y="2103286"/>
                  </a:lnTo>
                  <a:lnTo>
                    <a:pt x="1752721" y="2103286"/>
                  </a:lnTo>
                  <a:lnTo>
                    <a:pt x="1751875" y="2103286"/>
                  </a:lnTo>
                  <a:lnTo>
                    <a:pt x="1751030" y="2103286"/>
                  </a:lnTo>
                  <a:lnTo>
                    <a:pt x="1750185" y="2103286"/>
                  </a:lnTo>
                  <a:lnTo>
                    <a:pt x="1749340" y="2103286"/>
                  </a:lnTo>
                  <a:lnTo>
                    <a:pt x="1748495" y="2103286"/>
                  </a:lnTo>
                  <a:lnTo>
                    <a:pt x="1747650" y="2103286"/>
                  </a:lnTo>
                  <a:lnTo>
                    <a:pt x="1746805" y="2103286"/>
                  </a:lnTo>
                  <a:lnTo>
                    <a:pt x="1745960" y="2103286"/>
                  </a:lnTo>
                  <a:lnTo>
                    <a:pt x="1745115" y="2103286"/>
                  </a:lnTo>
                  <a:lnTo>
                    <a:pt x="1744270" y="2103286"/>
                  </a:lnTo>
                  <a:lnTo>
                    <a:pt x="1743425" y="2103286"/>
                  </a:lnTo>
                  <a:lnTo>
                    <a:pt x="1742579" y="2103286"/>
                  </a:lnTo>
                  <a:lnTo>
                    <a:pt x="1741734" y="2103286"/>
                  </a:lnTo>
                  <a:lnTo>
                    <a:pt x="1740889" y="2103286"/>
                  </a:lnTo>
                  <a:lnTo>
                    <a:pt x="1740044" y="2103286"/>
                  </a:lnTo>
                  <a:lnTo>
                    <a:pt x="1739199" y="2103286"/>
                  </a:lnTo>
                  <a:lnTo>
                    <a:pt x="1738354" y="2103286"/>
                  </a:lnTo>
                  <a:lnTo>
                    <a:pt x="1737509" y="2103286"/>
                  </a:lnTo>
                  <a:lnTo>
                    <a:pt x="1736664" y="2103286"/>
                  </a:lnTo>
                  <a:lnTo>
                    <a:pt x="1735819" y="2103286"/>
                  </a:lnTo>
                  <a:lnTo>
                    <a:pt x="1734974" y="2103286"/>
                  </a:lnTo>
                  <a:lnTo>
                    <a:pt x="1734129" y="2103286"/>
                  </a:lnTo>
                  <a:lnTo>
                    <a:pt x="1733283" y="2103286"/>
                  </a:lnTo>
                  <a:lnTo>
                    <a:pt x="1732438" y="2103286"/>
                  </a:lnTo>
                  <a:lnTo>
                    <a:pt x="1731593" y="2103286"/>
                  </a:lnTo>
                  <a:lnTo>
                    <a:pt x="1730748" y="2103286"/>
                  </a:lnTo>
                  <a:lnTo>
                    <a:pt x="1729903" y="2103286"/>
                  </a:lnTo>
                  <a:lnTo>
                    <a:pt x="1729058" y="2103286"/>
                  </a:lnTo>
                  <a:lnTo>
                    <a:pt x="1728213" y="2103286"/>
                  </a:lnTo>
                  <a:lnTo>
                    <a:pt x="1727368" y="2103286"/>
                  </a:lnTo>
                  <a:lnTo>
                    <a:pt x="1726523" y="2103286"/>
                  </a:lnTo>
                  <a:lnTo>
                    <a:pt x="1725678" y="2103286"/>
                  </a:lnTo>
                  <a:lnTo>
                    <a:pt x="1724833" y="2103286"/>
                  </a:lnTo>
                  <a:lnTo>
                    <a:pt x="1723987" y="2103286"/>
                  </a:lnTo>
                  <a:lnTo>
                    <a:pt x="1723142" y="2103286"/>
                  </a:lnTo>
                  <a:lnTo>
                    <a:pt x="1722297" y="2103286"/>
                  </a:lnTo>
                  <a:lnTo>
                    <a:pt x="1721452" y="2103286"/>
                  </a:lnTo>
                  <a:lnTo>
                    <a:pt x="1720607" y="2103286"/>
                  </a:lnTo>
                  <a:lnTo>
                    <a:pt x="1719762" y="2103286"/>
                  </a:lnTo>
                  <a:lnTo>
                    <a:pt x="1718917" y="2103286"/>
                  </a:lnTo>
                  <a:lnTo>
                    <a:pt x="1718072" y="2103286"/>
                  </a:lnTo>
                  <a:lnTo>
                    <a:pt x="1717227" y="2103286"/>
                  </a:lnTo>
                  <a:lnTo>
                    <a:pt x="1716382" y="2103286"/>
                  </a:lnTo>
                  <a:lnTo>
                    <a:pt x="1715537" y="2103286"/>
                  </a:lnTo>
                  <a:lnTo>
                    <a:pt x="1714691" y="2103286"/>
                  </a:lnTo>
                  <a:lnTo>
                    <a:pt x="1713846" y="2103286"/>
                  </a:lnTo>
                  <a:lnTo>
                    <a:pt x="1713001" y="2103286"/>
                  </a:lnTo>
                  <a:lnTo>
                    <a:pt x="1712156" y="2103286"/>
                  </a:lnTo>
                  <a:lnTo>
                    <a:pt x="1711311" y="2103286"/>
                  </a:lnTo>
                  <a:lnTo>
                    <a:pt x="1710466" y="2103286"/>
                  </a:lnTo>
                  <a:lnTo>
                    <a:pt x="1709621" y="2103286"/>
                  </a:lnTo>
                  <a:lnTo>
                    <a:pt x="1708776" y="2103286"/>
                  </a:lnTo>
                  <a:lnTo>
                    <a:pt x="1707931" y="2103286"/>
                  </a:lnTo>
                  <a:lnTo>
                    <a:pt x="1707086" y="2103286"/>
                  </a:lnTo>
                  <a:lnTo>
                    <a:pt x="1706241" y="2103286"/>
                  </a:lnTo>
                  <a:lnTo>
                    <a:pt x="1705395" y="2103286"/>
                  </a:lnTo>
                  <a:lnTo>
                    <a:pt x="1704550" y="2103286"/>
                  </a:lnTo>
                  <a:lnTo>
                    <a:pt x="1703705" y="2103286"/>
                  </a:lnTo>
                  <a:lnTo>
                    <a:pt x="1702860" y="2103286"/>
                  </a:lnTo>
                  <a:lnTo>
                    <a:pt x="1702015" y="2103286"/>
                  </a:lnTo>
                  <a:lnTo>
                    <a:pt x="1701170" y="2103286"/>
                  </a:lnTo>
                  <a:lnTo>
                    <a:pt x="1700325" y="2103286"/>
                  </a:lnTo>
                  <a:lnTo>
                    <a:pt x="1699480" y="2103286"/>
                  </a:lnTo>
                  <a:lnTo>
                    <a:pt x="1698635" y="2103286"/>
                  </a:lnTo>
                  <a:lnTo>
                    <a:pt x="1697790" y="2103286"/>
                  </a:lnTo>
                  <a:lnTo>
                    <a:pt x="1696944" y="2103286"/>
                  </a:lnTo>
                  <a:lnTo>
                    <a:pt x="1696099" y="2103286"/>
                  </a:lnTo>
                  <a:lnTo>
                    <a:pt x="1695254" y="2103286"/>
                  </a:lnTo>
                  <a:lnTo>
                    <a:pt x="1694409" y="2103286"/>
                  </a:lnTo>
                  <a:lnTo>
                    <a:pt x="1693564" y="2103286"/>
                  </a:lnTo>
                  <a:lnTo>
                    <a:pt x="1692719" y="2103286"/>
                  </a:lnTo>
                  <a:lnTo>
                    <a:pt x="1691874" y="2103286"/>
                  </a:lnTo>
                  <a:lnTo>
                    <a:pt x="1691029" y="2103286"/>
                  </a:lnTo>
                  <a:lnTo>
                    <a:pt x="1690184" y="2103286"/>
                  </a:lnTo>
                  <a:lnTo>
                    <a:pt x="1689339" y="2103286"/>
                  </a:lnTo>
                  <a:lnTo>
                    <a:pt x="1688494" y="2103286"/>
                  </a:lnTo>
                  <a:lnTo>
                    <a:pt x="1687648" y="2103286"/>
                  </a:lnTo>
                  <a:lnTo>
                    <a:pt x="1686803" y="2103286"/>
                  </a:lnTo>
                  <a:lnTo>
                    <a:pt x="1685958" y="2103286"/>
                  </a:lnTo>
                  <a:lnTo>
                    <a:pt x="1685113" y="2103286"/>
                  </a:lnTo>
                  <a:lnTo>
                    <a:pt x="1684268" y="2103286"/>
                  </a:lnTo>
                  <a:lnTo>
                    <a:pt x="1683423" y="2103286"/>
                  </a:lnTo>
                  <a:lnTo>
                    <a:pt x="1682578" y="2103286"/>
                  </a:lnTo>
                  <a:lnTo>
                    <a:pt x="1681733" y="2103286"/>
                  </a:lnTo>
                  <a:lnTo>
                    <a:pt x="1680888" y="2103286"/>
                  </a:lnTo>
                  <a:lnTo>
                    <a:pt x="1680043" y="2103286"/>
                  </a:lnTo>
                  <a:lnTo>
                    <a:pt x="1679198" y="2103286"/>
                  </a:lnTo>
                  <a:lnTo>
                    <a:pt x="1678352" y="2103286"/>
                  </a:lnTo>
                  <a:lnTo>
                    <a:pt x="1677507" y="2103286"/>
                  </a:lnTo>
                  <a:lnTo>
                    <a:pt x="1676662" y="2103286"/>
                  </a:lnTo>
                  <a:lnTo>
                    <a:pt x="1675817" y="2103286"/>
                  </a:lnTo>
                  <a:lnTo>
                    <a:pt x="1674972" y="2103286"/>
                  </a:lnTo>
                  <a:lnTo>
                    <a:pt x="1674127" y="2103286"/>
                  </a:lnTo>
                  <a:lnTo>
                    <a:pt x="1673282" y="2103286"/>
                  </a:lnTo>
                  <a:lnTo>
                    <a:pt x="1672437" y="2103286"/>
                  </a:lnTo>
                  <a:lnTo>
                    <a:pt x="1671592" y="2103286"/>
                  </a:lnTo>
                  <a:lnTo>
                    <a:pt x="1670747" y="2103286"/>
                  </a:lnTo>
                  <a:lnTo>
                    <a:pt x="1669902" y="2103286"/>
                  </a:lnTo>
                  <a:lnTo>
                    <a:pt x="1669056" y="2103286"/>
                  </a:lnTo>
                  <a:lnTo>
                    <a:pt x="1668211" y="2103286"/>
                  </a:lnTo>
                  <a:lnTo>
                    <a:pt x="1667366" y="2103286"/>
                  </a:lnTo>
                  <a:lnTo>
                    <a:pt x="1666521" y="2103286"/>
                  </a:lnTo>
                  <a:lnTo>
                    <a:pt x="1665676" y="2103286"/>
                  </a:lnTo>
                  <a:lnTo>
                    <a:pt x="1664831" y="2103286"/>
                  </a:lnTo>
                  <a:lnTo>
                    <a:pt x="1663986" y="2103286"/>
                  </a:lnTo>
                  <a:lnTo>
                    <a:pt x="1663141" y="2103286"/>
                  </a:lnTo>
                  <a:lnTo>
                    <a:pt x="1662296" y="2103286"/>
                  </a:lnTo>
                  <a:lnTo>
                    <a:pt x="1661451" y="2103286"/>
                  </a:lnTo>
                  <a:lnTo>
                    <a:pt x="1660606" y="2103286"/>
                  </a:lnTo>
                  <a:lnTo>
                    <a:pt x="1659760" y="2103286"/>
                  </a:lnTo>
                  <a:lnTo>
                    <a:pt x="1658915" y="2103286"/>
                  </a:lnTo>
                  <a:lnTo>
                    <a:pt x="1658070" y="2103286"/>
                  </a:lnTo>
                  <a:lnTo>
                    <a:pt x="1657225" y="2103286"/>
                  </a:lnTo>
                  <a:lnTo>
                    <a:pt x="1656380" y="2103286"/>
                  </a:lnTo>
                  <a:lnTo>
                    <a:pt x="1655535" y="2103286"/>
                  </a:lnTo>
                  <a:lnTo>
                    <a:pt x="1654690" y="2103286"/>
                  </a:lnTo>
                  <a:lnTo>
                    <a:pt x="1653845" y="2103286"/>
                  </a:lnTo>
                  <a:lnTo>
                    <a:pt x="1653000" y="2103286"/>
                  </a:lnTo>
                  <a:lnTo>
                    <a:pt x="1652155" y="2103286"/>
                  </a:lnTo>
                  <a:lnTo>
                    <a:pt x="1651310" y="2103286"/>
                  </a:lnTo>
                  <a:lnTo>
                    <a:pt x="1650464" y="2103286"/>
                  </a:lnTo>
                  <a:lnTo>
                    <a:pt x="1649619" y="2103286"/>
                  </a:lnTo>
                  <a:lnTo>
                    <a:pt x="1648774" y="2103286"/>
                  </a:lnTo>
                  <a:lnTo>
                    <a:pt x="1647929" y="2103286"/>
                  </a:lnTo>
                  <a:lnTo>
                    <a:pt x="1647084" y="2103286"/>
                  </a:lnTo>
                  <a:lnTo>
                    <a:pt x="1646239" y="2103286"/>
                  </a:lnTo>
                  <a:lnTo>
                    <a:pt x="1645394" y="2103286"/>
                  </a:lnTo>
                  <a:lnTo>
                    <a:pt x="1644549" y="2103286"/>
                  </a:lnTo>
                  <a:lnTo>
                    <a:pt x="1643704" y="2103286"/>
                  </a:lnTo>
                  <a:lnTo>
                    <a:pt x="1642859" y="2103286"/>
                  </a:lnTo>
                  <a:lnTo>
                    <a:pt x="1642014" y="2103286"/>
                  </a:lnTo>
                  <a:lnTo>
                    <a:pt x="1641168" y="2103286"/>
                  </a:lnTo>
                  <a:lnTo>
                    <a:pt x="1640323" y="2103286"/>
                  </a:lnTo>
                  <a:lnTo>
                    <a:pt x="1639478" y="2103286"/>
                  </a:lnTo>
                  <a:lnTo>
                    <a:pt x="1638633" y="2103286"/>
                  </a:lnTo>
                  <a:lnTo>
                    <a:pt x="1637788" y="2103286"/>
                  </a:lnTo>
                  <a:lnTo>
                    <a:pt x="1636943" y="2103286"/>
                  </a:lnTo>
                  <a:lnTo>
                    <a:pt x="1636098" y="2103286"/>
                  </a:lnTo>
                  <a:lnTo>
                    <a:pt x="1635253" y="2103286"/>
                  </a:lnTo>
                  <a:lnTo>
                    <a:pt x="1634408" y="2103286"/>
                  </a:lnTo>
                  <a:lnTo>
                    <a:pt x="1633563" y="2103286"/>
                  </a:lnTo>
                  <a:lnTo>
                    <a:pt x="1632717" y="2103286"/>
                  </a:lnTo>
                  <a:lnTo>
                    <a:pt x="1631872" y="2103286"/>
                  </a:lnTo>
                  <a:lnTo>
                    <a:pt x="1631027" y="2103286"/>
                  </a:lnTo>
                  <a:lnTo>
                    <a:pt x="1630182" y="2103286"/>
                  </a:lnTo>
                  <a:lnTo>
                    <a:pt x="1629337" y="2103286"/>
                  </a:lnTo>
                  <a:lnTo>
                    <a:pt x="1628492" y="2103286"/>
                  </a:lnTo>
                  <a:lnTo>
                    <a:pt x="1627647" y="2103286"/>
                  </a:lnTo>
                  <a:lnTo>
                    <a:pt x="1626802" y="2103286"/>
                  </a:lnTo>
                  <a:lnTo>
                    <a:pt x="1625957" y="2103286"/>
                  </a:lnTo>
                  <a:lnTo>
                    <a:pt x="1625112" y="2103286"/>
                  </a:lnTo>
                  <a:lnTo>
                    <a:pt x="1624267" y="2103286"/>
                  </a:lnTo>
                  <a:lnTo>
                    <a:pt x="1623421" y="2103286"/>
                  </a:lnTo>
                  <a:lnTo>
                    <a:pt x="1622576" y="2103286"/>
                  </a:lnTo>
                  <a:lnTo>
                    <a:pt x="1621731" y="2103286"/>
                  </a:lnTo>
                  <a:lnTo>
                    <a:pt x="1620886" y="2103286"/>
                  </a:lnTo>
                  <a:lnTo>
                    <a:pt x="1620041" y="2103286"/>
                  </a:lnTo>
                  <a:lnTo>
                    <a:pt x="1619196" y="2103286"/>
                  </a:lnTo>
                  <a:lnTo>
                    <a:pt x="1618351" y="2103286"/>
                  </a:lnTo>
                  <a:lnTo>
                    <a:pt x="1617506" y="2103286"/>
                  </a:lnTo>
                  <a:lnTo>
                    <a:pt x="1616661" y="2103286"/>
                  </a:lnTo>
                  <a:lnTo>
                    <a:pt x="1615816" y="2103286"/>
                  </a:lnTo>
                  <a:lnTo>
                    <a:pt x="1614971" y="2103286"/>
                  </a:lnTo>
                  <a:lnTo>
                    <a:pt x="1614125" y="2103286"/>
                  </a:lnTo>
                  <a:lnTo>
                    <a:pt x="1613280" y="2103286"/>
                  </a:lnTo>
                  <a:lnTo>
                    <a:pt x="1612435" y="2103286"/>
                  </a:lnTo>
                  <a:lnTo>
                    <a:pt x="1611590" y="2103286"/>
                  </a:lnTo>
                  <a:lnTo>
                    <a:pt x="1610745" y="2103286"/>
                  </a:lnTo>
                  <a:lnTo>
                    <a:pt x="1609900" y="2103286"/>
                  </a:lnTo>
                  <a:lnTo>
                    <a:pt x="1609055" y="2103286"/>
                  </a:lnTo>
                  <a:lnTo>
                    <a:pt x="1608210" y="2103286"/>
                  </a:lnTo>
                  <a:lnTo>
                    <a:pt x="1607365" y="2103286"/>
                  </a:lnTo>
                  <a:lnTo>
                    <a:pt x="1606520" y="2103286"/>
                  </a:lnTo>
                  <a:lnTo>
                    <a:pt x="1605675" y="2103286"/>
                  </a:lnTo>
                  <a:lnTo>
                    <a:pt x="1604829" y="2103286"/>
                  </a:lnTo>
                  <a:lnTo>
                    <a:pt x="1603984" y="2103286"/>
                  </a:lnTo>
                  <a:lnTo>
                    <a:pt x="1603139" y="2103286"/>
                  </a:lnTo>
                  <a:lnTo>
                    <a:pt x="1602294" y="2103286"/>
                  </a:lnTo>
                  <a:lnTo>
                    <a:pt x="1601449" y="2103286"/>
                  </a:lnTo>
                  <a:lnTo>
                    <a:pt x="1600604" y="2103286"/>
                  </a:lnTo>
                  <a:lnTo>
                    <a:pt x="1599759" y="2103286"/>
                  </a:lnTo>
                  <a:lnTo>
                    <a:pt x="1598914" y="2103286"/>
                  </a:lnTo>
                  <a:lnTo>
                    <a:pt x="1598069" y="2103286"/>
                  </a:lnTo>
                  <a:lnTo>
                    <a:pt x="1597224" y="2103286"/>
                  </a:lnTo>
                  <a:lnTo>
                    <a:pt x="1596379" y="2103286"/>
                  </a:lnTo>
                  <a:lnTo>
                    <a:pt x="1595533" y="2103286"/>
                  </a:lnTo>
                  <a:lnTo>
                    <a:pt x="1594688" y="2103286"/>
                  </a:lnTo>
                  <a:lnTo>
                    <a:pt x="1593843" y="2103286"/>
                  </a:lnTo>
                  <a:lnTo>
                    <a:pt x="1592998" y="2103286"/>
                  </a:lnTo>
                  <a:lnTo>
                    <a:pt x="1592153" y="2103286"/>
                  </a:lnTo>
                  <a:lnTo>
                    <a:pt x="1591308" y="2103286"/>
                  </a:lnTo>
                  <a:lnTo>
                    <a:pt x="1590463" y="2103286"/>
                  </a:lnTo>
                  <a:lnTo>
                    <a:pt x="1589618" y="2103286"/>
                  </a:lnTo>
                  <a:lnTo>
                    <a:pt x="1588773" y="2103286"/>
                  </a:lnTo>
                  <a:lnTo>
                    <a:pt x="1587928" y="2103286"/>
                  </a:lnTo>
                  <a:lnTo>
                    <a:pt x="1587083" y="2103286"/>
                  </a:lnTo>
                  <a:lnTo>
                    <a:pt x="1586237" y="2103286"/>
                  </a:lnTo>
                  <a:lnTo>
                    <a:pt x="1585392" y="2103286"/>
                  </a:lnTo>
                  <a:lnTo>
                    <a:pt x="1584547" y="2103286"/>
                  </a:lnTo>
                  <a:lnTo>
                    <a:pt x="1583702" y="2103286"/>
                  </a:lnTo>
                  <a:lnTo>
                    <a:pt x="1582857" y="2103286"/>
                  </a:lnTo>
                  <a:lnTo>
                    <a:pt x="1582012" y="2103286"/>
                  </a:lnTo>
                  <a:lnTo>
                    <a:pt x="1581167" y="2103286"/>
                  </a:lnTo>
                  <a:lnTo>
                    <a:pt x="1580322" y="2103286"/>
                  </a:lnTo>
                  <a:lnTo>
                    <a:pt x="1579477" y="2103286"/>
                  </a:lnTo>
                  <a:lnTo>
                    <a:pt x="1578632" y="2103286"/>
                  </a:lnTo>
                  <a:lnTo>
                    <a:pt x="1577787" y="2103286"/>
                  </a:lnTo>
                  <a:lnTo>
                    <a:pt x="1576941" y="2103286"/>
                  </a:lnTo>
                  <a:lnTo>
                    <a:pt x="1576096" y="2103286"/>
                  </a:lnTo>
                  <a:lnTo>
                    <a:pt x="1575251" y="2103286"/>
                  </a:lnTo>
                  <a:lnTo>
                    <a:pt x="1574406" y="2103286"/>
                  </a:lnTo>
                  <a:lnTo>
                    <a:pt x="1573561" y="2103286"/>
                  </a:lnTo>
                  <a:lnTo>
                    <a:pt x="1572716" y="2103286"/>
                  </a:lnTo>
                  <a:lnTo>
                    <a:pt x="1571871" y="2103286"/>
                  </a:lnTo>
                  <a:lnTo>
                    <a:pt x="1571026" y="2103286"/>
                  </a:lnTo>
                  <a:lnTo>
                    <a:pt x="1570181" y="2103286"/>
                  </a:lnTo>
                  <a:lnTo>
                    <a:pt x="1569336" y="2103286"/>
                  </a:lnTo>
                  <a:lnTo>
                    <a:pt x="1568490" y="2103286"/>
                  </a:lnTo>
                  <a:lnTo>
                    <a:pt x="1567645" y="2103286"/>
                  </a:lnTo>
                  <a:lnTo>
                    <a:pt x="1566800" y="2103286"/>
                  </a:lnTo>
                  <a:lnTo>
                    <a:pt x="1565955" y="2103286"/>
                  </a:lnTo>
                  <a:lnTo>
                    <a:pt x="1565110" y="2103286"/>
                  </a:lnTo>
                  <a:lnTo>
                    <a:pt x="1564265" y="2103286"/>
                  </a:lnTo>
                  <a:lnTo>
                    <a:pt x="1563420" y="2103286"/>
                  </a:lnTo>
                  <a:lnTo>
                    <a:pt x="1562575" y="2103286"/>
                  </a:lnTo>
                  <a:lnTo>
                    <a:pt x="1561730" y="2103286"/>
                  </a:lnTo>
                  <a:lnTo>
                    <a:pt x="1560885" y="2103286"/>
                  </a:lnTo>
                  <a:lnTo>
                    <a:pt x="1560040" y="2103286"/>
                  </a:lnTo>
                  <a:lnTo>
                    <a:pt x="1559194" y="2103286"/>
                  </a:lnTo>
                  <a:lnTo>
                    <a:pt x="1558349" y="2103286"/>
                  </a:lnTo>
                  <a:lnTo>
                    <a:pt x="1557504" y="2103286"/>
                  </a:lnTo>
                  <a:lnTo>
                    <a:pt x="1556659" y="2103286"/>
                  </a:lnTo>
                  <a:lnTo>
                    <a:pt x="1555814" y="2103286"/>
                  </a:lnTo>
                  <a:lnTo>
                    <a:pt x="1554969" y="2103286"/>
                  </a:lnTo>
                  <a:lnTo>
                    <a:pt x="1554124" y="2103286"/>
                  </a:lnTo>
                  <a:lnTo>
                    <a:pt x="1553279" y="2103286"/>
                  </a:lnTo>
                  <a:lnTo>
                    <a:pt x="1552434" y="2103286"/>
                  </a:lnTo>
                  <a:lnTo>
                    <a:pt x="1551589" y="2103286"/>
                  </a:lnTo>
                  <a:lnTo>
                    <a:pt x="1550744" y="2103286"/>
                  </a:lnTo>
                  <a:lnTo>
                    <a:pt x="1549898" y="2103286"/>
                  </a:lnTo>
                  <a:lnTo>
                    <a:pt x="1549053" y="2103286"/>
                  </a:lnTo>
                  <a:lnTo>
                    <a:pt x="1548208" y="2103286"/>
                  </a:lnTo>
                  <a:lnTo>
                    <a:pt x="1547363" y="2103286"/>
                  </a:lnTo>
                  <a:lnTo>
                    <a:pt x="1546518" y="2103286"/>
                  </a:lnTo>
                  <a:lnTo>
                    <a:pt x="1545673" y="2103286"/>
                  </a:lnTo>
                  <a:lnTo>
                    <a:pt x="1544828" y="2103286"/>
                  </a:lnTo>
                  <a:lnTo>
                    <a:pt x="1543983" y="2103286"/>
                  </a:lnTo>
                  <a:lnTo>
                    <a:pt x="1543138" y="2103286"/>
                  </a:lnTo>
                  <a:lnTo>
                    <a:pt x="1542293" y="2103286"/>
                  </a:lnTo>
                  <a:lnTo>
                    <a:pt x="1541448" y="2103286"/>
                  </a:lnTo>
                  <a:lnTo>
                    <a:pt x="1540602" y="2103286"/>
                  </a:lnTo>
                  <a:lnTo>
                    <a:pt x="1539757" y="2103286"/>
                  </a:lnTo>
                  <a:lnTo>
                    <a:pt x="1538912" y="2103286"/>
                  </a:lnTo>
                  <a:lnTo>
                    <a:pt x="1538067" y="2103286"/>
                  </a:lnTo>
                  <a:lnTo>
                    <a:pt x="1537222" y="2103286"/>
                  </a:lnTo>
                  <a:lnTo>
                    <a:pt x="1536377" y="2103286"/>
                  </a:lnTo>
                  <a:lnTo>
                    <a:pt x="1535532" y="2103286"/>
                  </a:lnTo>
                  <a:lnTo>
                    <a:pt x="1534687" y="2103286"/>
                  </a:lnTo>
                  <a:lnTo>
                    <a:pt x="1533842" y="2103286"/>
                  </a:lnTo>
                  <a:lnTo>
                    <a:pt x="1532997" y="2103286"/>
                  </a:lnTo>
                  <a:lnTo>
                    <a:pt x="1532152" y="2103286"/>
                  </a:lnTo>
                  <a:lnTo>
                    <a:pt x="1531306" y="2103286"/>
                  </a:lnTo>
                  <a:lnTo>
                    <a:pt x="1530461" y="2103286"/>
                  </a:lnTo>
                  <a:lnTo>
                    <a:pt x="1529616" y="2103286"/>
                  </a:lnTo>
                  <a:lnTo>
                    <a:pt x="1528771" y="2103286"/>
                  </a:lnTo>
                  <a:lnTo>
                    <a:pt x="1527926" y="2103286"/>
                  </a:lnTo>
                  <a:lnTo>
                    <a:pt x="1527081" y="2103286"/>
                  </a:lnTo>
                  <a:lnTo>
                    <a:pt x="1526236" y="2103286"/>
                  </a:lnTo>
                  <a:lnTo>
                    <a:pt x="1525391" y="2103286"/>
                  </a:lnTo>
                  <a:lnTo>
                    <a:pt x="1524546" y="2103286"/>
                  </a:lnTo>
                  <a:lnTo>
                    <a:pt x="1523701" y="2103286"/>
                  </a:lnTo>
                  <a:lnTo>
                    <a:pt x="1522856" y="2103286"/>
                  </a:lnTo>
                  <a:lnTo>
                    <a:pt x="1522010" y="2103286"/>
                  </a:lnTo>
                  <a:lnTo>
                    <a:pt x="1521165" y="2103286"/>
                  </a:lnTo>
                  <a:lnTo>
                    <a:pt x="1520320" y="2103286"/>
                  </a:lnTo>
                  <a:lnTo>
                    <a:pt x="1519475" y="2103286"/>
                  </a:lnTo>
                  <a:lnTo>
                    <a:pt x="1518630" y="2103286"/>
                  </a:lnTo>
                  <a:lnTo>
                    <a:pt x="1517785" y="2103286"/>
                  </a:lnTo>
                  <a:lnTo>
                    <a:pt x="1516940" y="2103286"/>
                  </a:lnTo>
                  <a:lnTo>
                    <a:pt x="1516095" y="2103286"/>
                  </a:lnTo>
                  <a:lnTo>
                    <a:pt x="1515250" y="2103286"/>
                  </a:lnTo>
                  <a:lnTo>
                    <a:pt x="1514405" y="2103286"/>
                  </a:lnTo>
                  <a:lnTo>
                    <a:pt x="1513560" y="2103286"/>
                  </a:lnTo>
                  <a:lnTo>
                    <a:pt x="1512714" y="2103286"/>
                  </a:lnTo>
                  <a:lnTo>
                    <a:pt x="1511869" y="2103286"/>
                  </a:lnTo>
                  <a:lnTo>
                    <a:pt x="1511024" y="2103286"/>
                  </a:lnTo>
                  <a:lnTo>
                    <a:pt x="1510179" y="2103286"/>
                  </a:lnTo>
                  <a:lnTo>
                    <a:pt x="1509334" y="2103286"/>
                  </a:lnTo>
                  <a:lnTo>
                    <a:pt x="1508489" y="2103286"/>
                  </a:lnTo>
                  <a:lnTo>
                    <a:pt x="1507644" y="2103286"/>
                  </a:lnTo>
                  <a:lnTo>
                    <a:pt x="1506799" y="2103286"/>
                  </a:lnTo>
                  <a:lnTo>
                    <a:pt x="1505954" y="2103286"/>
                  </a:lnTo>
                  <a:lnTo>
                    <a:pt x="1505109" y="2103286"/>
                  </a:lnTo>
                  <a:lnTo>
                    <a:pt x="1504263" y="2103286"/>
                  </a:lnTo>
                  <a:lnTo>
                    <a:pt x="1503418" y="2103286"/>
                  </a:lnTo>
                  <a:lnTo>
                    <a:pt x="1502573" y="2103286"/>
                  </a:lnTo>
                  <a:lnTo>
                    <a:pt x="1501728" y="2103286"/>
                  </a:lnTo>
                  <a:lnTo>
                    <a:pt x="1500883" y="2103286"/>
                  </a:lnTo>
                  <a:lnTo>
                    <a:pt x="1500038" y="2103286"/>
                  </a:lnTo>
                  <a:lnTo>
                    <a:pt x="1499193" y="2103286"/>
                  </a:lnTo>
                  <a:lnTo>
                    <a:pt x="1498348" y="2103286"/>
                  </a:lnTo>
                  <a:lnTo>
                    <a:pt x="1497503" y="2103286"/>
                  </a:lnTo>
                  <a:lnTo>
                    <a:pt x="1496658" y="2103286"/>
                  </a:lnTo>
                  <a:lnTo>
                    <a:pt x="1495813" y="2103286"/>
                  </a:lnTo>
                  <a:lnTo>
                    <a:pt x="1494967" y="2103286"/>
                  </a:lnTo>
                  <a:lnTo>
                    <a:pt x="1494122" y="2103286"/>
                  </a:lnTo>
                  <a:lnTo>
                    <a:pt x="1493277" y="2103286"/>
                  </a:lnTo>
                  <a:lnTo>
                    <a:pt x="1492432" y="2103286"/>
                  </a:lnTo>
                  <a:lnTo>
                    <a:pt x="1491587" y="2103286"/>
                  </a:lnTo>
                  <a:lnTo>
                    <a:pt x="1490742" y="2103286"/>
                  </a:lnTo>
                  <a:lnTo>
                    <a:pt x="1489897" y="2103286"/>
                  </a:lnTo>
                  <a:lnTo>
                    <a:pt x="1489052" y="2103286"/>
                  </a:lnTo>
                  <a:lnTo>
                    <a:pt x="1488207" y="2103286"/>
                  </a:lnTo>
                  <a:lnTo>
                    <a:pt x="1487362" y="2103286"/>
                  </a:lnTo>
                  <a:lnTo>
                    <a:pt x="1486517" y="2103286"/>
                  </a:lnTo>
                  <a:lnTo>
                    <a:pt x="1485671" y="2103286"/>
                  </a:lnTo>
                  <a:lnTo>
                    <a:pt x="1484826" y="2103286"/>
                  </a:lnTo>
                  <a:lnTo>
                    <a:pt x="1483981" y="2103286"/>
                  </a:lnTo>
                  <a:lnTo>
                    <a:pt x="1483136" y="2103286"/>
                  </a:lnTo>
                  <a:lnTo>
                    <a:pt x="1482291" y="2103286"/>
                  </a:lnTo>
                  <a:lnTo>
                    <a:pt x="1481446" y="2103286"/>
                  </a:lnTo>
                  <a:lnTo>
                    <a:pt x="1480601" y="2103286"/>
                  </a:lnTo>
                  <a:lnTo>
                    <a:pt x="1479756" y="2103286"/>
                  </a:lnTo>
                  <a:lnTo>
                    <a:pt x="1478911" y="2103286"/>
                  </a:lnTo>
                  <a:lnTo>
                    <a:pt x="1478066" y="2103286"/>
                  </a:lnTo>
                  <a:lnTo>
                    <a:pt x="1477221" y="2103286"/>
                  </a:lnTo>
                  <a:lnTo>
                    <a:pt x="1476375" y="2103286"/>
                  </a:lnTo>
                  <a:lnTo>
                    <a:pt x="1475530" y="2103286"/>
                  </a:lnTo>
                  <a:lnTo>
                    <a:pt x="1474685" y="2103286"/>
                  </a:lnTo>
                  <a:lnTo>
                    <a:pt x="1473840" y="2103286"/>
                  </a:lnTo>
                  <a:lnTo>
                    <a:pt x="1472995" y="2103286"/>
                  </a:lnTo>
                  <a:lnTo>
                    <a:pt x="1472150" y="2103286"/>
                  </a:lnTo>
                  <a:lnTo>
                    <a:pt x="1471305" y="2103286"/>
                  </a:lnTo>
                  <a:lnTo>
                    <a:pt x="1470460" y="2103286"/>
                  </a:lnTo>
                  <a:lnTo>
                    <a:pt x="1469615" y="2103286"/>
                  </a:lnTo>
                  <a:lnTo>
                    <a:pt x="1468770" y="2103286"/>
                  </a:lnTo>
                  <a:lnTo>
                    <a:pt x="1467925" y="2103286"/>
                  </a:lnTo>
                  <a:lnTo>
                    <a:pt x="1467079" y="2103286"/>
                  </a:lnTo>
                  <a:lnTo>
                    <a:pt x="1466234" y="2103286"/>
                  </a:lnTo>
                  <a:lnTo>
                    <a:pt x="1465389" y="2103286"/>
                  </a:lnTo>
                  <a:lnTo>
                    <a:pt x="1464544" y="2103286"/>
                  </a:lnTo>
                  <a:lnTo>
                    <a:pt x="1463699" y="2103286"/>
                  </a:lnTo>
                  <a:lnTo>
                    <a:pt x="1462854" y="2103286"/>
                  </a:lnTo>
                  <a:lnTo>
                    <a:pt x="1462009" y="2103286"/>
                  </a:lnTo>
                  <a:lnTo>
                    <a:pt x="1461164" y="2103286"/>
                  </a:lnTo>
                  <a:lnTo>
                    <a:pt x="1460319" y="2103286"/>
                  </a:lnTo>
                  <a:lnTo>
                    <a:pt x="1459474" y="2103286"/>
                  </a:lnTo>
                  <a:lnTo>
                    <a:pt x="1458629" y="2103286"/>
                  </a:lnTo>
                  <a:lnTo>
                    <a:pt x="1457783" y="2103286"/>
                  </a:lnTo>
                  <a:lnTo>
                    <a:pt x="1456938" y="2103286"/>
                  </a:lnTo>
                  <a:lnTo>
                    <a:pt x="1456093" y="2103286"/>
                  </a:lnTo>
                  <a:lnTo>
                    <a:pt x="1455248" y="2103286"/>
                  </a:lnTo>
                  <a:lnTo>
                    <a:pt x="1454403" y="2103286"/>
                  </a:lnTo>
                  <a:lnTo>
                    <a:pt x="1453558" y="2103286"/>
                  </a:lnTo>
                  <a:lnTo>
                    <a:pt x="1452713" y="2103286"/>
                  </a:lnTo>
                  <a:lnTo>
                    <a:pt x="1451868" y="2103286"/>
                  </a:lnTo>
                  <a:lnTo>
                    <a:pt x="1451023" y="2103286"/>
                  </a:lnTo>
                  <a:lnTo>
                    <a:pt x="1450178" y="2103286"/>
                  </a:lnTo>
                  <a:lnTo>
                    <a:pt x="1449333" y="2103286"/>
                  </a:lnTo>
                  <a:lnTo>
                    <a:pt x="1448487" y="2103286"/>
                  </a:lnTo>
                  <a:lnTo>
                    <a:pt x="1447642" y="2103286"/>
                  </a:lnTo>
                  <a:lnTo>
                    <a:pt x="1446797" y="2103286"/>
                  </a:lnTo>
                  <a:lnTo>
                    <a:pt x="1445952" y="2103286"/>
                  </a:lnTo>
                  <a:lnTo>
                    <a:pt x="1445107" y="2103286"/>
                  </a:lnTo>
                  <a:lnTo>
                    <a:pt x="1444262" y="2103286"/>
                  </a:lnTo>
                  <a:lnTo>
                    <a:pt x="1443417" y="2103286"/>
                  </a:lnTo>
                  <a:lnTo>
                    <a:pt x="1442572" y="2103286"/>
                  </a:lnTo>
                  <a:lnTo>
                    <a:pt x="1441727" y="2103286"/>
                  </a:lnTo>
                  <a:lnTo>
                    <a:pt x="1440882" y="2103286"/>
                  </a:lnTo>
                  <a:lnTo>
                    <a:pt x="1440036" y="2103286"/>
                  </a:lnTo>
                  <a:lnTo>
                    <a:pt x="1439191" y="2103286"/>
                  </a:lnTo>
                  <a:lnTo>
                    <a:pt x="1438346" y="2103286"/>
                  </a:lnTo>
                  <a:lnTo>
                    <a:pt x="1437501" y="2103286"/>
                  </a:lnTo>
                  <a:lnTo>
                    <a:pt x="1436656" y="2103286"/>
                  </a:lnTo>
                  <a:lnTo>
                    <a:pt x="1435811" y="2103286"/>
                  </a:lnTo>
                  <a:lnTo>
                    <a:pt x="1434966" y="2103286"/>
                  </a:lnTo>
                  <a:lnTo>
                    <a:pt x="1434121" y="2103286"/>
                  </a:lnTo>
                  <a:lnTo>
                    <a:pt x="1433276" y="2103286"/>
                  </a:lnTo>
                  <a:lnTo>
                    <a:pt x="1432431" y="2103286"/>
                  </a:lnTo>
                  <a:lnTo>
                    <a:pt x="1431586" y="2103286"/>
                  </a:lnTo>
                  <a:lnTo>
                    <a:pt x="1430740" y="2103286"/>
                  </a:lnTo>
                  <a:lnTo>
                    <a:pt x="1429895" y="2103286"/>
                  </a:lnTo>
                  <a:lnTo>
                    <a:pt x="1429050" y="2103286"/>
                  </a:lnTo>
                  <a:lnTo>
                    <a:pt x="1428205" y="2103286"/>
                  </a:lnTo>
                  <a:lnTo>
                    <a:pt x="1427360" y="2103286"/>
                  </a:lnTo>
                  <a:lnTo>
                    <a:pt x="1426515" y="2103286"/>
                  </a:lnTo>
                  <a:lnTo>
                    <a:pt x="1425670" y="2103286"/>
                  </a:lnTo>
                  <a:lnTo>
                    <a:pt x="1424825" y="2103286"/>
                  </a:lnTo>
                  <a:lnTo>
                    <a:pt x="1423980" y="2103286"/>
                  </a:lnTo>
                  <a:lnTo>
                    <a:pt x="1423135" y="2103286"/>
                  </a:lnTo>
                  <a:lnTo>
                    <a:pt x="1422290" y="2103286"/>
                  </a:lnTo>
                  <a:lnTo>
                    <a:pt x="1421444" y="2103286"/>
                  </a:lnTo>
                  <a:lnTo>
                    <a:pt x="1420599" y="2103286"/>
                  </a:lnTo>
                  <a:lnTo>
                    <a:pt x="1419754" y="2103286"/>
                  </a:lnTo>
                  <a:lnTo>
                    <a:pt x="1418909" y="2103286"/>
                  </a:lnTo>
                  <a:lnTo>
                    <a:pt x="1418064" y="2103286"/>
                  </a:lnTo>
                  <a:lnTo>
                    <a:pt x="1417219" y="2103286"/>
                  </a:lnTo>
                  <a:lnTo>
                    <a:pt x="1416374" y="2103286"/>
                  </a:lnTo>
                  <a:lnTo>
                    <a:pt x="1415529" y="2103286"/>
                  </a:lnTo>
                  <a:lnTo>
                    <a:pt x="1414684" y="2103286"/>
                  </a:lnTo>
                  <a:lnTo>
                    <a:pt x="1413839" y="2103286"/>
                  </a:lnTo>
                  <a:lnTo>
                    <a:pt x="1412994" y="2103286"/>
                  </a:lnTo>
                  <a:lnTo>
                    <a:pt x="1412148" y="2103286"/>
                  </a:lnTo>
                  <a:lnTo>
                    <a:pt x="1411303" y="2103286"/>
                  </a:lnTo>
                  <a:lnTo>
                    <a:pt x="1410458" y="2103286"/>
                  </a:lnTo>
                  <a:lnTo>
                    <a:pt x="1409613" y="2103286"/>
                  </a:lnTo>
                  <a:lnTo>
                    <a:pt x="1408768" y="2103286"/>
                  </a:lnTo>
                  <a:lnTo>
                    <a:pt x="1407923" y="2103286"/>
                  </a:lnTo>
                  <a:lnTo>
                    <a:pt x="1407078" y="2103286"/>
                  </a:lnTo>
                  <a:lnTo>
                    <a:pt x="1406233" y="2103286"/>
                  </a:lnTo>
                  <a:lnTo>
                    <a:pt x="1405388" y="2103286"/>
                  </a:lnTo>
                  <a:lnTo>
                    <a:pt x="1404543" y="2103286"/>
                  </a:lnTo>
                  <a:lnTo>
                    <a:pt x="1403698" y="2103286"/>
                  </a:lnTo>
                  <a:lnTo>
                    <a:pt x="1402852" y="2103286"/>
                  </a:lnTo>
                  <a:lnTo>
                    <a:pt x="1402007" y="2103286"/>
                  </a:lnTo>
                  <a:lnTo>
                    <a:pt x="1401162" y="2103286"/>
                  </a:lnTo>
                  <a:lnTo>
                    <a:pt x="1400317" y="2103286"/>
                  </a:lnTo>
                  <a:lnTo>
                    <a:pt x="1399472" y="2103286"/>
                  </a:lnTo>
                  <a:lnTo>
                    <a:pt x="1398627" y="2103286"/>
                  </a:lnTo>
                  <a:lnTo>
                    <a:pt x="1397782" y="2103286"/>
                  </a:lnTo>
                  <a:lnTo>
                    <a:pt x="1396937" y="2103286"/>
                  </a:lnTo>
                  <a:lnTo>
                    <a:pt x="1396092" y="2103286"/>
                  </a:lnTo>
                  <a:lnTo>
                    <a:pt x="1395247" y="2103286"/>
                  </a:lnTo>
                  <a:lnTo>
                    <a:pt x="1394402" y="2103286"/>
                  </a:lnTo>
                  <a:lnTo>
                    <a:pt x="1393556" y="2103286"/>
                  </a:lnTo>
                  <a:lnTo>
                    <a:pt x="1392711" y="2103286"/>
                  </a:lnTo>
                  <a:lnTo>
                    <a:pt x="1391866" y="2103286"/>
                  </a:lnTo>
                  <a:lnTo>
                    <a:pt x="1391021" y="2103286"/>
                  </a:lnTo>
                  <a:lnTo>
                    <a:pt x="1390176" y="2103286"/>
                  </a:lnTo>
                  <a:lnTo>
                    <a:pt x="1389331" y="2103286"/>
                  </a:lnTo>
                  <a:lnTo>
                    <a:pt x="1388486" y="2103286"/>
                  </a:lnTo>
                  <a:lnTo>
                    <a:pt x="1387641" y="2103286"/>
                  </a:lnTo>
                  <a:lnTo>
                    <a:pt x="1386796" y="2103286"/>
                  </a:lnTo>
                  <a:lnTo>
                    <a:pt x="1385951" y="2103286"/>
                  </a:lnTo>
                  <a:lnTo>
                    <a:pt x="1385105" y="2103286"/>
                  </a:lnTo>
                  <a:lnTo>
                    <a:pt x="1384260" y="2103286"/>
                  </a:lnTo>
                  <a:lnTo>
                    <a:pt x="1383415" y="2103286"/>
                  </a:lnTo>
                  <a:lnTo>
                    <a:pt x="1382570" y="2103286"/>
                  </a:lnTo>
                  <a:lnTo>
                    <a:pt x="1381725" y="2103286"/>
                  </a:lnTo>
                  <a:lnTo>
                    <a:pt x="1380880" y="2103286"/>
                  </a:lnTo>
                  <a:lnTo>
                    <a:pt x="1380035" y="2103286"/>
                  </a:lnTo>
                  <a:lnTo>
                    <a:pt x="1379190" y="2103286"/>
                  </a:lnTo>
                  <a:lnTo>
                    <a:pt x="1378345" y="2103286"/>
                  </a:lnTo>
                  <a:lnTo>
                    <a:pt x="1377500" y="2103286"/>
                  </a:lnTo>
                  <a:lnTo>
                    <a:pt x="1376655" y="2103286"/>
                  </a:lnTo>
                  <a:lnTo>
                    <a:pt x="1375809" y="2103286"/>
                  </a:lnTo>
                  <a:lnTo>
                    <a:pt x="1374964" y="2103286"/>
                  </a:lnTo>
                  <a:lnTo>
                    <a:pt x="1374119" y="2103286"/>
                  </a:lnTo>
                  <a:lnTo>
                    <a:pt x="1373274" y="2103286"/>
                  </a:lnTo>
                  <a:lnTo>
                    <a:pt x="1372429" y="2103286"/>
                  </a:lnTo>
                  <a:lnTo>
                    <a:pt x="1371584" y="2103286"/>
                  </a:lnTo>
                  <a:lnTo>
                    <a:pt x="1370739" y="2103286"/>
                  </a:lnTo>
                  <a:lnTo>
                    <a:pt x="1369894" y="2103286"/>
                  </a:lnTo>
                  <a:lnTo>
                    <a:pt x="1369049" y="2103286"/>
                  </a:lnTo>
                  <a:lnTo>
                    <a:pt x="1368204" y="2103286"/>
                  </a:lnTo>
                  <a:lnTo>
                    <a:pt x="1367359" y="2103286"/>
                  </a:lnTo>
                  <a:lnTo>
                    <a:pt x="1366513" y="2103286"/>
                  </a:lnTo>
                  <a:lnTo>
                    <a:pt x="1365668" y="2103286"/>
                  </a:lnTo>
                  <a:lnTo>
                    <a:pt x="1364823" y="2103286"/>
                  </a:lnTo>
                  <a:lnTo>
                    <a:pt x="1363978" y="2103286"/>
                  </a:lnTo>
                  <a:lnTo>
                    <a:pt x="1363133" y="2103286"/>
                  </a:lnTo>
                  <a:lnTo>
                    <a:pt x="1362288" y="2103286"/>
                  </a:lnTo>
                  <a:lnTo>
                    <a:pt x="1361443" y="2103286"/>
                  </a:lnTo>
                  <a:lnTo>
                    <a:pt x="1360598" y="2103286"/>
                  </a:lnTo>
                  <a:lnTo>
                    <a:pt x="1359753" y="2103286"/>
                  </a:lnTo>
                  <a:lnTo>
                    <a:pt x="1358908" y="2103286"/>
                  </a:lnTo>
                  <a:lnTo>
                    <a:pt x="1358063" y="2103286"/>
                  </a:lnTo>
                  <a:lnTo>
                    <a:pt x="1357217" y="2103286"/>
                  </a:lnTo>
                  <a:lnTo>
                    <a:pt x="1356372" y="2103286"/>
                  </a:lnTo>
                  <a:lnTo>
                    <a:pt x="1355527" y="2103286"/>
                  </a:lnTo>
                  <a:lnTo>
                    <a:pt x="1354682" y="2103286"/>
                  </a:lnTo>
                  <a:lnTo>
                    <a:pt x="1353837" y="2103286"/>
                  </a:lnTo>
                  <a:lnTo>
                    <a:pt x="1352992" y="2103286"/>
                  </a:lnTo>
                  <a:lnTo>
                    <a:pt x="1352147" y="2103286"/>
                  </a:lnTo>
                  <a:lnTo>
                    <a:pt x="1351302" y="2103286"/>
                  </a:lnTo>
                  <a:lnTo>
                    <a:pt x="1350457" y="2103286"/>
                  </a:lnTo>
                  <a:lnTo>
                    <a:pt x="1349612" y="2103286"/>
                  </a:lnTo>
                  <a:lnTo>
                    <a:pt x="1348767" y="2103286"/>
                  </a:lnTo>
                  <a:lnTo>
                    <a:pt x="1347921" y="2103286"/>
                  </a:lnTo>
                  <a:lnTo>
                    <a:pt x="1347076" y="2103286"/>
                  </a:lnTo>
                  <a:lnTo>
                    <a:pt x="1346231" y="2103286"/>
                  </a:lnTo>
                  <a:lnTo>
                    <a:pt x="1345386" y="2103286"/>
                  </a:lnTo>
                  <a:lnTo>
                    <a:pt x="1344541" y="2103286"/>
                  </a:lnTo>
                  <a:lnTo>
                    <a:pt x="1343696" y="2103286"/>
                  </a:lnTo>
                  <a:lnTo>
                    <a:pt x="1342851" y="2103286"/>
                  </a:lnTo>
                  <a:lnTo>
                    <a:pt x="1342006" y="2103286"/>
                  </a:lnTo>
                  <a:lnTo>
                    <a:pt x="1341161" y="2103286"/>
                  </a:lnTo>
                  <a:lnTo>
                    <a:pt x="1340316" y="2103286"/>
                  </a:lnTo>
                  <a:lnTo>
                    <a:pt x="1339471" y="2103286"/>
                  </a:lnTo>
                  <a:lnTo>
                    <a:pt x="1338625" y="2103286"/>
                  </a:lnTo>
                  <a:lnTo>
                    <a:pt x="1337780" y="2103286"/>
                  </a:lnTo>
                  <a:lnTo>
                    <a:pt x="1336935" y="2103286"/>
                  </a:lnTo>
                  <a:lnTo>
                    <a:pt x="1336090" y="2103286"/>
                  </a:lnTo>
                  <a:lnTo>
                    <a:pt x="1335245" y="2103286"/>
                  </a:lnTo>
                  <a:lnTo>
                    <a:pt x="1334400" y="2103286"/>
                  </a:lnTo>
                  <a:lnTo>
                    <a:pt x="1333555" y="2103286"/>
                  </a:lnTo>
                  <a:lnTo>
                    <a:pt x="1332710" y="2103286"/>
                  </a:lnTo>
                  <a:lnTo>
                    <a:pt x="1331865" y="2103286"/>
                  </a:lnTo>
                  <a:lnTo>
                    <a:pt x="1331020" y="2103286"/>
                  </a:lnTo>
                  <a:lnTo>
                    <a:pt x="1330175" y="2103286"/>
                  </a:lnTo>
                  <a:lnTo>
                    <a:pt x="1329329" y="2103286"/>
                  </a:lnTo>
                  <a:lnTo>
                    <a:pt x="1328484" y="2103286"/>
                  </a:lnTo>
                  <a:lnTo>
                    <a:pt x="1327639" y="2103286"/>
                  </a:lnTo>
                  <a:lnTo>
                    <a:pt x="1326794" y="2103286"/>
                  </a:lnTo>
                  <a:lnTo>
                    <a:pt x="1325949" y="2103286"/>
                  </a:lnTo>
                  <a:lnTo>
                    <a:pt x="1325104" y="2103286"/>
                  </a:lnTo>
                  <a:lnTo>
                    <a:pt x="1324259" y="2103286"/>
                  </a:lnTo>
                  <a:lnTo>
                    <a:pt x="1323414" y="2103286"/>
                  </a:lnTo>
                  <a:lnTo>
                    <a:pt x="1322569" y="2103286"/>
                  </a:lnTo>
                  <a:lnTo>
                    <a:pt x="1321724" y="2103286"/>
                  </a:lnTo>
                  <a:lnTo>
                    <a:pt x="1320878" y="2103286"/>
                  </a:lnTo>
                  <a:lnTo>
                    <a:pt x="1320033" y="2103286"/>
                  </a:lnTo>
                  <a:lnTo>
                    <a:pt x="1319188" y="2103286"/>
                  </a:lnTo>
                  <a:lnTo>
                    <a:pt x="1318343" y="2103286"/>
                  </a:lnTo>
                  <a:lnTo>
                    <a:pt x="1317498" y="2103286"/>
                  </a:lnTo>
                  <a:lnTo>
                    <a:pt x="1316653" y="2103286"/>
                  </a:lnTo>
                  <a:lnTo>
                    <a:pt x="1315808" y="2103286"/>
                  </a:lnTo>
                  <a:lnTo>
                    <a:pt x="1314963" y="2103286"/>
                  </a:lnTo>
                  <a:lnTo>
                    <a:pt x="1314118" y="2103286"/>
                  </a:lnTo>
                  <a:lnTo>
                    <a:pt x="1313273" y="2103286"/>
                  </a:lnTo>
                  <a:lnTo>
                    <a:pt x="1312428" y="2103286"/>
                  </a:lnTo>
                  <a:lnTo>
                    <a:pt x="1311582" y="2103286"/>
                  </a:lnTo>
                  <a:lnTo>
                    <a:pt x="1310737" y="2103286"/>
                  </a:lnTo>
                  <a:lnTo>
                    <a:pt x="1309892" y="2103286"/>
                  </a:lnTo>
                  <a:lnTo>
                    <a:pt x="1309047" y="2103286"/>
                  </a:lnTo>
                  <a:lnTo>
                    <a:pt x="1308202" y="2103286"/>
                  </a:lnTo>
                  <a:lnTo>
                    <a:pt x="1307357" y="2103286"/>
                  </a:lnTo>
                  <a:lnTo>
                    <a:pt x="1306512" y="2103286"/>
                  </a:lnTo>
                  <a:lnTo>
                    <a:pt x="1305667" y="2103286"/>
                  </a:lnTo>
                  <a:lnTo>
                    <a:pt x="1304822" y="2103286"/>
                  </a:lnTo>
                  <a:lnTo>
                    <a:pt x="1303977" y="2103286"/>
                  </a:lnTo>
                  <a:lnTo>
                    <a:pt x="1303132" y="2103286"/>
                  </a:lnTo>
                  <a:lnTo>
                    <a:pt x="1302286" y="2103286"/>
                  </a:lnTo>
                  <a:lnTo>
                    <a:pt x="1301441" y="2103286"/>
                  </a:lnTo>
                  <a:lnTo>
                    <a:pt x="1300596" y="2103286"/>
                  </a:lnTo>
                  <a:lnTo>
                    <a:pt x="1299751" y="2103286"/>
                  </a:lnTo>
                  <a:lnTo>
                    <a:pt x="1298906" y="2103286"/>
                  </a:lnTo>
                  <a:lnTo>
                    <a:pt x="1298061" y="2103286"/>
                  </a:lnTo>
                  <a:lnTo>
                    <a:pt x="1297216" y="2103286"/>
                  </a:lnTo>
                  <a:lnTo>
                    <a:pt x="1296371" y="2103286"/>
                  </a:lnTo>
                  <a:lnTo>
                    <a:pt x="1295526" y="2103286"/>
                  </a:lnTo>
                  <a:lnTo>
                    <a:pt x="1294681" y="2103286"/>
                  </a:lnTo>
                  <a:lnTo>
                    <a:pt x="1293836" y="2103286"/>
                  </a:lnTo>
                  <a:lnTo>
                    <a:pt x="1292990" y="2103286"/>
                  </a:lnTo>
                  <a:lnTo>
                    <a:pt x="1292145" y="2103286"/>
                  </a:lnTo>
                  <a:lnTo>
                    <a:pt x="1291300" y="2103286"/>
                  </a:lnTo>
                  <a:lnTo>
                    <a:pt x="1290455" y="2103286"/>
                  </a:lnTo>
                  <a:lnTo>
                    <a:pt x="1289610" y="2103286"/>
                  </a:lnTo>
                  <a:lnTo>
                    <a:pt x="1288765" y="2103286"/>
                  </a:lnTo>
                  <a:lnTo>
                    <a:pt x="1287920" y="2103286"/>
                  </a:lnTo>
                  <a:lnTo>
                    <a:pt x="1287075" y="2103286"/>
                  </a:lnTo>
                  <a:lnTo>
                    <a:pt x="1286230" y="2103286"/>
                  </a:lnTo>
                  <a:lnTo>
                    <a:pt x="1285385" y="2103286"/>
                  </a:lnTo>
                  <a:lnTo>
                    <a:pt x="1284540" y="2103286"/>
                  </a:lnTo>
                  <a:lnTo>
                    <a:pt x="1283694" y="2103286"/>
                  </a:lnTo>
                  <a:lnTo>
                    <a:pt x="1282849" y="2103286"/>
                  </a:lnTo>
                  <a:lnTo>
                    <a:pt x="1282004" y="2103286"/>
                  </a:lnTo>
                  <a:lnTo>
                    <a:pt x="1281159" y="2103286"/>
                  </a:lnTo>
                  <a:lnTo>
                    <a:pt x="1280314" y="2103286"/>
                  </a:lnTo>
                  <a:lnTo>
                    <a:pt x="1279469" y="2103286"/>
                  </a:lnTo>
                  <a:lnTo>
                    <a:pt x="1278624" y="2103286"/>
                  </a:lnTo>
                  <a:lnTo>
                    <a:pt x="1277779" y="2103286"/>
                  </a:lnTo>
                  <a:lnTo>
                    <a:pt x="1276934" y="2103286"/>
                  </a:lnTo>
                  <a:lnTo>
                    <a:pt x="1276089" y="2103286"/>
                  </a:lnTo>
                  <a:lnTo>
                    <a:pt x="1275244" y="2103286"/>
                  </a:lnTo>
                  <a:lnTo>
                    <a:pt x="1274398" y="2103286"/>
                  </a:lnTo>
                  <a:lnTo>
                    <a:pt x="1273553" y="2103286"/>
                  </a:lnTo>
                  <a:lnTo>
                    <a:pt x="1272708" y="2103286"/>
                  </a:lnTo>
                  <a:lnTo>
                    <a:pt x="1271863" y="2103286"/>
                  </a:lnTo>
                  <a:lnTo>
                    <a:pt x="1271018" y="2103286"/>
                  </a:lnTo>
                  <a:lnTo>
                    <a:pt x="1270173" y="2103286"/>
                  </a:lnTo>
                  <a:lnTo>
                    <a:pt x="1269328" y="2103286"/>
                  </a:lnTo>
                  <a:lnTo>
                    <a:pt x="1268483" y="2103286"/>
                  </a:lnTo>
                  <a:lnTo>
                    <a:pt x="1267638" y="2103286"/>
                  </a:lnTo>
                  <a:lnTo>
                    <a:pt x="1266793" y="2103286"/>
                  </a:lnTo>
                  <a:lnTo>
                    <a:pt x="1265948" y="2103286"/>
                  </a:lnTo>
                  <a:lnTo>
                    <a:pt x="1265102" y="2103286"/>
                  </a:lnTo>
                  <a:lnTo>
                    <a:pt x="1264257" y="2103286"/>
                  </a:lnTo>
                  <a:lnTo>
                    <a:pt x="1263412" y="2103286"/>
                  </a:lnTo>
                  <a:lnTo>
                    <a:pt x="1262567" y="2103286"/>
                  </a:lnTo>
                  <a:lnTo>
                    <a:pt x="1261722" y="2103286"/>
                  </a:lnTo>
                  <a:lnTo>
                    <a:pt x="1260877" y="2103286"/>
                  </a:lnTo>
                  <a:lnTo>
                    <a:pt x="1260032" y="2103286"/>
                  </a:lnTo>
                  <a:lnTo>
                    <a:pt x="1259187" y="2103286"/>
                  </a:lnTo>
                  <a:lnTo>
                    <a:pt x="1258342" y="2103286"/>
                  </a:lnTo>
                  <a:lnTo>
                    <a:pt x="1257497" y="2103286"/>
                  </a:lnTo>
                  <a:lnTo>
                    <a:pt x="1256651" y="2103286"/>
                  </a:lnTo>
                  <a:lnTo>
                    <a:pt x="1255806" y="2103286"/>
                  </a:lnTo>
                  <a:lnTo>
                    <a:pt x="1254961" y="2103286"/>
                  </a:lnTo>
                  <a:lnTo>
                    <a:pt x="1254116" y="2103286"/>
                  </a:lnTo>
                  <a:lnTo>
                    <a:pt x="1253271" y="2103286"/>
                  </a:lnTo>
                  <a:lnTo>
                    <a:pt x="1252426" y="2103286"/>
                  </a:lnTo>
                  <a:lnTo>
                    <a:pt x="1251581" y="2103286"/>
                  </a:lnTo>
                  <a:lnTo>
                    <a:pt x="1250736" y="2103286"/>
                  </a:lnTo>
                  <a:lnTo>
                    <a:pt x="1249891" y="2103286"/>
                  </a:lnTo>
                  <a:lnTo>
                    <a:pt x="1249046" y="2103286"/>
                  </a:lnTo>
                  <a:lnTo>
                    <a:pt x="1248201" y="2103286"/>
                  </a:lnTo>
                  <a:lnTo>
                    <a:pt x="1247355" y="2103286"/>
                  </a:lnTo>
                  <a:lnTo>
                    <a:pt x="1246510" y="2103286"/>
                  </a:lnTo>
                  <a:lnTo>
                    <a:pt x="1245665" y="2103286"/>
                  </a:lnTo>
                  <a:lnTo>
                    <a:pt x="1244820" y="2103286"/>
                  </a:lnTo>
                  <a:lnTo>
                    <a:pt x="1243975" y="2103286"/>
                  </a:lnTo>
                  <a:lnTo>
                    <a:pt x="1243130" y="2103286"/>
                  </a:lnTo>
                  <a:lnTo>
                    <a:pt x="1242285" y="2103286"/>
                  </a:lnTo>
                  <a:lnTo>
                    <a:pt x="1241440" y="2103286"/>
                  </a:lnTo>
                  <a:lnTo>
                    <a:pt x="1240595" y="2103286"/>
                  </a:lnTo>
                  <a:lnTo>
                    <a:pt x="1239750" y="2103286"/>
                  </a:lnTo>
                  <a:lnTo>
                    <a:pt x="1238905" y="2103286"/>
                  </a:lnTo>
                  <a:lnTo>
                    <a:pt x="1238059" y="2103286"/>
                  </a:lnTo>
                  <a:lnTo>
                    <a:pt x="1237214" y="2103286"/>
                  </a:lnTo>
                  <a:lnTo>
                    <a:pt x="1236369" y="2103286"/>
                  </a:lnTo>
                  <a:lnTo>
                    <a:pt x="1235524" y="2103286"/>
                  </a:lnTo>
                  <a:lnTo>
                    <a:pt x="1234679" y="2103286"/>
                  </a:lnTo>
                  <a:lnTo>
                    <a:pt x="1233834" y="2103286"/>
                  </a:lnTo>
                  <a:lnTo>
                    <a:pt x="1232989" y="2103286"/>
                  </a:lnTo>
                  <a:lnTo>
                    <a:pt x="1232144" y="2103286"/>
                  </a:lnTo>
                  <a:lnTo>
                    <a:pt x="1231299" y="2103286"/>
                  </a:lnTo>
                  <a:lnTo>
                    <a:pt x="1230454" y="2103286"/>
                  </a:lnTo>
                  <a:lnTo>
                    <a:pt x="1229609" y="2103286"/>
                  </a:lnTo>
                  <a:lnTo>
                    <a:pt x="1228763" y="2103286"/>
                  </a:lnTo>
                  <a:lnTo>
                    <a:pt x="1227918" y="2103286"/>
                  </a:lnTo>
                  <a:lnTo>
                    <a:pt x="1227073" y="2103286"/>
                  </a:lnTo>
                  <a:lnTo>
                    <a:pt x="1226228" y="2103286"/>
                  </a:lnTo>
                  <a:lnTo>
                    <a:pt x="1225383" y="2103286"/>
                  </a:lnTo>
                  <a:lnTo>
                    <a:pt x="1224538" y="2103286"/>
                  </a:lnTo>
                  <a:lnTo>
                    <a:pt x="1223693" y="2103286"/>
                  </a:lnTo>
                  <a:lnTo>
                    <a:pt x="1222848" y="2103286"/>
                  </a:lnTo>
                  <a:lnTo>
                    <a:pt x="1222003" y="2103286"/>
                  </a:lnTo>
                  <a:lnTo>
                    <a:pt x="1221158" y="2103286"/>
                  </a:lnTo>
                  <a:lnTo>
                    <a:pt x="1220313" y="2103286"/>
                  </a:lnTo>
                  <a:lnTo>
                    <a:pt x="1219467" y="2103286"/>
                  </a:lnTo>
                  <a:lnTo>
                    <a:pt x="1218622" y="2103286"/>
                  </a:lnTo>
                  <a:lnTo>
                    <a:pt x="1217777" y="2103286"/>
                  </a:lnTo>
                  <a:lnTo>
                    <a:pt x="1216932" y="2103286"/>
                  </a:lnTo>
                  <a:lnTo>
                    <a:pt x="1216087" y="2103286"/>
                  </a:lnTo>
                  <a:lnTo>
                    <a:pt x="1215242" y="2103286"/>
                  </a:lnTo>
                  <a:lnTo>
                    <a:pt x="1214397" y="2103286"/>
                  </a:lnTo>
                  <a:lnTo>
                    <a:pt x="1213552" y="2103286"/>
                  </a:lnTo>
                  <a:lnTo>
                    <a:pt x="1212707" y="2103286"/>
                  </a:lnTo>
                  <a:lnTo>
                    <a:pt x="1211862" y="2103286"/>
                  </a:lnTo>
                  <a:lnTo>
                    <a:pt x="1211017" y="2103286"/>
                  </a:lnTo>
                  <a:lnTo>
                    <a:pt x="1210171" y="2103286"/>
                  </a:lnTo>
                  <a:lnTo>
                    <a:pt x="1209326" y="2103286"/>
                  </a:lnTo>
                  <a:lnTo>
                    <a:pt x="1208481" y="2103286"/>
                  </a:lnTo>
                  <a:lnTo>
                    <a:pt x="1207636" y="2103286"/>
                  </a:lnTo>
                  <a:lnTo>
                    <a:pt x="1206791" y="2103286"/>
                  </a:lnTo>
                  <a:lnTo>
                    <a:pt x="1205946" y="2103286"/>
                  </a:lnTo>
                  <a:lnTo>
                    <a:pt x="1205101" y="2103286"/>
                  </a:lnTo>
                  <a:lnTo>
                    <a:pt x="1204256" y="2103286"/>
                  </a:lnTo>
                  <a:lnTo>
                    <a:pt x="1203411" y="2103286"/>
                  </a:lnTo>
                  <a:lnTo>
                    <a:pt x="1202566" y="2103286"/>
                  </a:lnTo>
                  <a:lnTo>
                    <a:pt x="1201721" y="2103286"/>
                  </a:lnTo>
                  <a:lnTo>
                    <a:pt x="1200875" y="2103286"/>
                  </a:lnTo>
                  <a:lnTo>
                    <a:pt x="1200030" y="2103286"/>
                  </a:lnTo>
                  <a:lnTo>
                    <a:pt x="1199185" y="2103286"/>
                  </a:lnTo>
                  <a:lnTo>
                    <a:pt x="1198340" y="2103286"/>
                  </a:lnTo>
                  <a:lnTo>
                    <a:pt x="1197495" y="2103286"/>
                  </a:lnTo>
                  <a:lnTo>
                    <a:pt x="1196650" y="2103286"/>
                  </a:lnTo>
                  <a:lnTo>
                    <a:pt x="1195805" y="2103286"/>
                  </a:lnTo>
                  <a:lnTo>
                    <a:pt x="1194960" y="2103286"/>
                  </a:lnTo>
                  <a:lnTo>
                    <a:pt x="1194115" y="2103286"/>
                  </a:lnTo>
                  <a:lnTo>
                    <a:pt x="1193270" y="2103286"/>
                  </a:lnTo>
                  <a:lnTo>
                    <a:pt x="1192424" y="2103286"/>
                  </a:lnTo>
                  <a:lnTo>
                    <a:pt x="1191579" y="2103286"/>
                  </a:lnTo>
                  <a:lnTo>
                    <a:pt x="1190734" y="2103286"/>
                  </a:lnTo>
                  <a:lnTo>
                    <a:pt x="1189889" y="2103286"/>
                  </a:lnTo>
                  <a:lnTo>
                    <a:pt x="1189044" y="2103286"/>
                  </a:lnTo>
                  <a:lnTo>
                    <a:pt x="1188199" y="2103286"/>
                  </a:lnTo>
                  <a:lnTo>
                    <a:pt x="1187354" y="2103286"/>
                  </a:lnTo>
                  <a:lnTo>
                    <a:pt x="1186509" y="2103286"/>
                  </a:lnTo>
                  <a:lnTo>
                    <a:pt x="1185664" y="2103286"/>
                  </a:lnTo>
                  <a:lnTo>
                    <a:pt x="1184819" y="2103286"/>
                  </a:lnTo>
                  <a:lnTo>
                    <a:pt x="1183974" y="2103286"/>
                  </a:lnTo>
                  <a:lnTo>
                    <a:pt x="1183128" y="2103286"/>
                  </a:lnTo>
                  <a:lnTo>
                    <a:pt x="1182283" y="2103286"/>
                  </a:lnTo>
                  <a:lnTo>
                    <a:pt x="1181438" y="2103286"/>
                  </a:lnTo>
                  <a:lnTo>
                    <a:pt x="1180593" y="2103286"/>
                  </a:lnTo>
                  <a:lnTo>
                    <a:pt x="1179748" y="2103286"/>
                  </a:lnTo>
                  <a:lnTo>
                    <a:pt x="1178903" y="2103286"/>
                  </a:lnTo>
                  <a:lnTo>
                    <a:pt x="1178058" y="2103286"/>
                  </a:lnTo>
                  <a:lnTo>
                    <a:pt x="1177213" y="2103286"/>
                  </a:lnTo>
                  <a:lnTo>
                    <a:pt x="1176368" y="2103286"/>
                  </a:lnTo>
                  <a:lnTo>
                    <a:pt x="1175523" y="2103286"/>
                  </a:lnTo>
                  <a:lnTo>
                    <a:pt x="1174678" y="2103286"/>
                  </a:lnTo>
                  <a:lnTo>
                    <a:pt x="1173832" y="2103286"/>
                  </a:lnTo>
                  <a:lnTo>
                    <a:pt x="1172987" y="2103286"/>
                  </a:lnTo>
                  <a:lnTo>
                    <a:pt x="1172142" y="2103286"/>
                  </a:lnTo>
                  <a:lnTo>
                    <a:pt x="1171297" y="2103286"/>
                  </a:lnTo>
                  <a:lnTo>
                    <a:pt x="1170452" y="2103286"/>
                  </a:lnTo>
                  <a:lnTo>
                    <a:pt x="1169607" y="2103286"/>
                  </a:lnTo>
                  <a:lnTo>
                    <a:pt x="1168762" y="2103286"/>
                  </a:lnTo>
                  <a:lnTo>
                    <a:pt x="1167917" y="2103286"/>
                  </a:lnTo>
                  <a:lnTo>
                    <a:pt x="1167072" y="2103286"/>
                  </a:lnTo>
                  <a:lnTo>
                    <a:pt x="1166227" y="2103286"/>
                  </a:lnTo>
                  <a:lnTo>
                    <a:pt x="1165382" y="2103286"/>
                  </a:lnTo>
                  <a:lnTo>
                    <a:pt x="1164536" y="2103286"/>
                  </a:lnTo>
                  <a:lnTo>
                    <a:pt x="1163691" y="2103286"/>
                  </a:lnTo>
                  <a:lnTo>
                    <a:pt x="1162846" y="2103286"/>
                  </a:lnTo>
                  <a:lnTo>
                    <a:pt x="1162001" y="2103286"/>
                  </a:lnTo>
                  <a:lnTo>
                    <a:pt x="1161156" y="2103286"/>
                  </a:lnTo>
                  <a:lnTo>
                    <a:pt x="1160311" y="2103286"/>
                  </a:lnTo>
                  <a:lnTo>
                    <a:pt x="1159466" y="2103286"/>
                  </a:lnTo>
                  <a:lnTo>
                    <a:pt x="1158621" y="2103286"/>
                  </a:lnTo>
                  <a:lnTo>
                    <a:pt x="1157776" y="2103286"/>
                  </a:lnTo>
                  <a:lnTo>
                    <a:pt x="1156931" y="2103286"/>
                  </a:lnTo>
                  <a:lnTo>
                    <a:pt x="1156086" y="2103286"/>
                  </a:lnTo>
                  <a:lnTo>
                    <a:pt x="1155240" y="2103286"/>
                  </a:lnTo>
                  <a:lnTo>
                    <a:pt x="1154395" y="2103286"/>
                  </a:lnTo>
                  <a:lnTo>
                    <a:pt x="1153550" y="2103286"/>
                  </a:lnTo>
                  <a:lnTo>
                    <a:pt x="1152705" y="2103286"/>
                  </a:lnTo>
                  <a:lnTo>
                    <a:pt x="1151860" y="2103286"/>
                  </a:lnTo>
                  <a:lnTo>
                    <a:pt x="1151015" y="2103286"/>
                  </a:lnTo>
                  <a:lnTo>
                    <a:pt x="1150170" y="2103286"/>
                  </a:lnTo>
                  <a:lnTo>
                    <a:pt x="1149325" y="2103286"/>
                  </a:lnTo>
                  <a:lnTo>
                    <a:pt x="1148480" y="2103286"/>
                  </a:lnTo>
                  <a:lnTo>
                    <a:pt x="1147635" y="2103286"/>
                  </a:lnTo>
                  <a:lnTo>
                    <a:pt x="1146790" y="2103286"/>
                  </a:lnTo>
                  <a:lnTo>
                    <a:pt x="1145944" y="2103286"/>
                  </a:lnTo>
                  <a:lnTo>
                    <a:pt x="1145099" y="2103286"/>
                  </a:lnTo>
                  <a:lnTo>
                    <a:pt x="1144254" y="2103286"/>
                  </a:lnTo>
                  <a:lnTo>
                    <a:pt x="1143409" y="2103286"/>
                  </a:lnTo>
                  <a:lnTo>
                    <a:pt x="1142564" y="2103286"/>
                  </a:lnTo>
                  <a:lnTo>
                    <a:pt x="1141719" y="2103286"/>
                  </a:lnTo>
                  <a:lnTo>
                    <a:pt x="1140874" y="2103286"/>
                  </a:lnTo>
                  <a:lnTo>
                    <a:pt x="1140029" y="2103286"/>
                  </a:lnTo>
                  <a:lnTo>
                    <a:pt x="1139184" y="2103286"/>
                  </a:lnTo>
                  <a:lnTo>
                    <a:pt x="1138339" y="2103286"/>
                  </a:lnTo>
                  <a:lnTo>
                    <a:pt x="1137494" y="2103286"/>
                  </a:lnTo>
                  <a:lnTo>
                    <a:pt x="1136648" y="2103286"/>
                  </a:lnTo>
                  <a:lnTo>
                    <a:pt x="1135803" y="2103286"/>
                  </a:lnTo>
                  <a:lnTo>
                    <a:pt x="1134958" y="2103286"/>
                  </a:lnTo>
                  <a:lnTo>
                    <a:pt x="1134113" y="2103286"/>
                  </a:lnTo>
                  <a:lnTo>
                    <a:pt x="1133268" y="2103286"/>
                  </a:lnTo>
                  <a:lnTo>
                    <a:pt x="1132423" y="2103286"/>
                  </a:lnTo>
                  <a:lnTo>
                    <a:pt x="1131578" y="2103286"/>
                  </a:lnTo>
                  <a:lnTo>
                    <a:pt x="1130733" y="2103286"/>
                  </a:lnTo>
                  <a:lnTo>
                    <a:pt x="1129888" y="2103286"/>
                  </a:lnTo>
                  <a:lnTo>
                    <a:pt x="1129043" y="2103286"/>
                  </a:lnTo>
                  <a:lnTo>
                    <a:pt x="1128197" y="2103286"/>
                  </a:lnTo>
                  <a:lnTo>
                    <a:pt x="1127352" y="2103286"/>
                  </a:lnTo>
                  <a:lnTo>
                    <a:pt x="1126507" y="2103286"/>
                  </a:lnTo>
                  <a:lnTo>
                    <a:pt x="1125662" y="2103286"/>
                  </a:lnTo>
                  <a:lnTo>
                    <a:pt x="1124817" y="2103286"/>
                  </a:lnTo>
                  <a:lnTo>
                    <a:pt x="1123972" y="2103286"/>
                  </a:lnTo>
                  <a:lnTo>
                    <a:pt x="1123127" y="2103286"/>
                  </a:lnTo>
                  <a:lnTo>
                    <a:pt x="1122282" y="2103286"/>
                  </a:lnTo>
                  <a:lnTo>
                    <a:pt x="1121437" y="2103286"/>
                  </a:lnTo>
                  <a:lnTo>
                    <a:pt x="1120592" y="2103286"/>
                  </a:lnTo>
                  <a:lnTo>
                    <a:pt x="1119747" y="2103286"/>
                  </a:lnTo>
                  <a:lnTo>
                    <a:pt x="1118901" y="2103286"/>
                  </a:lnTo>
                  <a:lnTo>
                    <a:pt x="1118056" y="2103286"/>
                  </a:lnTo>
                  <a:lnTo>
                    <a:pt x="1117211" y="2103286"/>
                  </a:lnTo>
                  <a:lnTo>
                    <a:pt x="1116366" y="2103286"/>
                  </a:lnTo>
                  <a:lnTo>
                    <a:pt x="1115521" y="2103286"/>
                  </a:lnTo>
                  <a:lnTo>
                    <a:pt x="1114676" y="2103286"/>
                  </a:lnTo>
                  <a:lnTo>
                    <a:pt x="1113831" y="2103286"/>
                  </a:lnTo>
                  <a:lnTo>
                    <a:pt x="1112986" y="2103286"/>
                  </a:lnTo>
                  <a:lnTo>
                    <a:pt x="1112141" y="2103286"/>
                  </a:lnTo>
                  <a:lnTo>
                    <a:pt x="1111296" y="2103286"/>
                  </a:lnTo>
                  <a:lnTo>
                    <a:pt x="1110451" y="2103286"/>
                  </a:lnTo>
                  <a:lnTo>
                    <a:pt x="1109605" y="2103286"/>
                  </a:lnTo>
                  <a:lnTo>
                    <a:pt x="1108760" y="2103286"/>
                  </a:lnTo>
                  <a:lnTo>
                    <a:pt x="1107915" y="2103286"/>
                  </a:lnTo>
                  <a:lnTo>
                    <a:pt x="1107070" y="2103286"/>
                  </a:lnTo>
                  <a:lnTo>
                    <a:pt x="1106225" y="2103286"/>
                  </a:lnTo>
                  <a:lnTo>
                    <a:pt x="1105380" y="2103286"/>
                  </a:lnTo>
                  <a:lnTo>
                    <a:pt x="1104535" y="2103286"/>
                  </a:lnTo>
                  <a:lnTo>
                    <a:pt x="1103690" y="2103286"/>
                  </a:lnTo>
                  <a:lnTo>
                    <a:pt x="1102845" y="2103286"/>
                  </a:lnTo>
                  <a:lnTo>
                    <a:pt x="1102000" y="2103286"/>
                  </a:lnTo>
                  <a:lnTo>
                    <a:pt x="1101155" y="2103286"/>
                  </a:lnTo>
                  <a:lnTo>
                    <a:pt x="1100309" y="2103286"/>
                  </a:lnTo>
                  <a:lnTo>
                    <a:pt x="1099464" y="2103286"/>
                  </a:lnTo>
                  <a:lnTo>
                    <a:pt x="1098619" y="2103286"/>
                  </a:lnTo>
                  <a:lnTo>
                    <a:pt x="1097774" y="2103286"/>
                  </a:lnTo>
                  <a:lnTo>
                    <a:pt x="1096929" y="2103286"/>
                  </a:lnTo>
                  <a:lnTo>
                    <a:pt x="1096084" y="2103286"/>
                  </a:lnTo>
                  <a:lnTo>
                    <a:pt x="1095239" y="2103286"/>
                  </a:lnTo>
                  <a:lnTo>
                    <a:pt x="1094394" y="2103286"/>
                  </a:lnTo>
                  <a:lnTo>
                    <a:pt x="1093549" y="2103286"/>
                  </a:lnTo>
                  <a:lnTo>
                    <a:pt x="1092704" y="2103286"/>
                  </a:lnTo>
                  <a:lnTo>
                    <a:pt x="1091859" y="2103286"/>
                  </a:lnTo>
                  <a:lnTo>
                    <a:pt x="1091013" y="2103286"/>
                  </a:lnTo>
                  <a:lnTo>
                    <a:pt x="1090168" y="2103286"/>
                  </a:lnTo>
                  <a:lnTo>
                    <a:pt x="1089323" y="2103286"/>
                  </a:lnTo>
                  <a:lnTo>
                    <a:pt x="1088478" y="2103286"/>
                  </a:lnTo>
                  <a:lnTo>
                    <a:pt x="1087633" y="2103286"/>
                  </a:lnTo>
                  <a:lnTo>
                    <a:pt x="1086788" y="2103286"/>
                  </a:lnTo>
                  <a:lnTo>
                    <a:pt x="1085943" y="2103286"/>
                  </a:lnTo>
                  <a:lnTo>
                    <a:pt x="1085098" y="2103286"/>
                  </a:lnTo>
                  <a:lnTo>
                    <a:pt x="1084253" y="2103286"/>
                  </a:lnTo>
                  <a:lnTo>
                    <a:pt x="1083408" y="2103286"/>
                  </a:lnTo>
                  <a:lnTo>
                    <a:pt x="1082563" y="2103286"/>
                  </a:lnTo>
                  <a:lnTo>
                    <a:pt x="1081717" y="2103286"/>
                  </a:lnTo>
                  <a:lnTo>
                    <a:pt x="1080872" y="2103286"/>
                  </a:lnTo>
                  <a:lnTo>
                    <a:pt x="1080027" y="2103286"/>
                  </a:lnTo>
                  <a:lnTo>
                    <a:pt x="1079182" y="2103286"/>
                  </a:lnTo>
                  <a:lnTo>
                    <a:pt x="1078337" y="2103286"/>
                  </a:lnTo>
                  <a:lnTo>
                    <a:pt x="1077492" y="2103286"/>
                  </a:lnTo>
                  <a:lnTo>
                    <a:pt x="1076647" y="2103286"/>
                  </a:lnTo>
                  <a:lnTo>
                    <a:pt x="1075802" y="2103286"/>
                  </a:lnTo>
                  <a:lnTo>
                    <a:pt x="1074957" y="2103286"/>
                  </a:lnTo>
                  <a:lnTo>
                    <a:pt x="1074112" y="2103286"/>
                  </a:lnTo>
                  <a:lnTo>
                    <a:pt x="1073267" y="2103286"/>
                  </a:lnTo>
                  <a:lnTo>
                    <a:pt x="1072421" y="2103286"/>
                  </a:lnTo>
                  <a:lnTo>
                    <a:pt x="1071576" y="2103286"/>
                  </a:lnTo>
                  <a:lnTo>
                    <a:pt x="1070731" y="2103286"/>
                  </a:lnTo>
                  <a:lnTo>
                    <a:pt x="1069886" y="2103286"/>
                  </a:lnTo>
                  <a:lnTo>
                    <a:pt x="1069041" y="2103286"/>
                  </a:lnTo>
                  <a:lnTo>
                    <a:pt x="1068196" y="2103286"/>
                  </a:lnTo>
                  <a:lnTo>
                    <a:pt x="1067351" y="2103286"/>
                  </a:lnTo>
                  <a:lnTo>
                    <a:pt x="1066506" y="2103286"/>
                  </a:lnTo>
                  <a:lnTo>
                    <a:pt x="1065661" y="2103286"/>
                  </a:lnTo>
                  <a:lnTo>
                    <a:pt x="1064816" y="2103286"/>
                  </a:lnTo>
                  <a:lnTo>
                    <a:pt x="1063970" y="2103286"/>
                  </a:lnTo>
                  <a:lnTo>
                    <a:pt x="1063125" y="2103286"/>
                  </a:lnTo>
                  <a:lnTo>
                    <a:pt x="1062280" y="2103286"/>
                  </a:lnTo>
                  <a:lnTo>
                    <a:pt x="1061435" y="2103286"/>
                  </a:lnTo>
                  <a:lnTo>
                    <a:pt x="1060590" y="2103286"/>
                  </a:lnTo>
                  <a:lnTo>
                    <a:pt x="1059745" y="2103286"/>
                  </a:lnTo>
                  <a:lnTo>
                    <a:pt x="1058900" y="2103286"/>
                  </a:lnTo>
                  <a:lnTo>
                    <a:pt x="1058055" y="2103286"/>
                  </a:lnTo>
                  <a:lnTo>
                    <a:pt x="1057210" y="2103286"/>
                  </a:lnTo>
                  <a:lnTo>
                    <a:pt x="1056365" y="2103286"/>
                  </a:lnTo>
                  <a:lnTo>
                    <a:pt x="1055520" y="2103286"/>
                  </a:lnTo>
                  <a:lnTo>
                    <a:pt x="1054674" y="2103286"/>
                  </a:lnTo>
                  <a:lnTo>
                    <a:pt x="1053829" y="2103286"/>
                  </a:lnTo>
                  <a:lnTo>
                    <a:pt x="1052984" y="2103286"/>
                  </a:lnTo>
                  <a:lnTo>
                    <a:pt x="1052139" y="2103286"/>
                  </a:lnTo>
                  <a:lnTo>
                    <a:pt x="1051294" y="2103286"/>
                  </a:lnTo>
                  <a:lnTo>
                    <a:pt x="1050449" y="2103286"/>
                  </a:lnTo>
                  <a:lnTo>
                    <a:pt x="1049604" y="2103286"/>
                  </a:lnTo>
                  <a:lnTo>
                    <a:pt x="1048759" y="2103286"/>
                  </a:lnTo>
                  <a:lnTo>
                    <a:pt x="1047914" y="2103286"/>
                  </a:lnTo>
                  <a:lnTo>
                    <a:pt x="1047069" y="2103286"/>
                  </a:lnTo>
                  <a:lnTo>
                    <a:pt x="1046224" y="2103286"/>
                  </a:lnTo>
                  <a:lnTo>
                    <a:pt x="1045378" y="2103286"/>
                  </a:lnTo>
                  <a:lnTo>
                    <a:pt x="1044533" y="2103286"/>
                  </a:lnTo>
                  <a:lnTo>
                    <a:pt x="1043688" y="2103286"/>
                  </a:lnTo>
                  <a:lnTo>
                    <a:pt x="1042843" y="2103286"/>
                  </a:lnTo>
                  <a:lnTo>
                    <a:pt x="1041998" y="2103286"/>
                  </a:lnTo>
                  <a:lnTo>
                    <a:pt x="1041153" y="2103286"/>
                  </a:lnTo>
                  <a:lnTo>
                    <a:pt x="1040308" y="2103286"/>
                  </a:lnTo>
                  <a:lnTo>
                    <a:pt x="1039463" y="2103286"/>
                  </a:lnTo>
                  <a:lnTo>
                    <a:pt x="1038618" y="2103286"/>
                  </a:lnTo>
                  <a:lnTo>
                    <a:pt x="1037773" y="2103286"/>
                  </a:lnTo>
                  <a:lnTo>
                    <a:pt x="1036928" y="2103286"/>
                  </a:lnTo>
                  <a:lnTo>
                    <a:pt x="1036082" y="2103286"/>
                  </a:lnTo>
                  <a:lnTo>
                    <a:pt x="1035237" y="2103286"/>
                  </a:lnTo>
                  <a:lnTo>
                    <a:pt x="1034392" y="2103286"/>
                  </a:lnTo>
                  <a:lnTo>
                    <a:pt x="1033547" y="2103286"/>
                  </a:lnTo>
                  <a:lnTo>
                    <a:pt x="1032702" y="2103286"/>
                  </a:lnTo>
                  <a:lnTo>
                    <a:pt x="1031857" y="2103286"/>
                  </a:lnTo>
                  <a:lnTo>
                    <a:pt x="1031012" y="2103286"/>
                  </a:lnTo>
                  <a:lnTo>
                    <a:pt x="1030167" y="2103286"/>
                  </a:lnTo>
                  <a:lnTo>
                    <a:pt x="1029322" y="2103286"/>
                  </a:lnTo>
                  <a:lnTo>
                    <a:pt x="1028477" y="2103286"/>
                  </a:lnTo>
                  <a:lnTo>
                    <a:pt x="1027632" y="2103286"/>
                  </a:lnTo>
                  <a:lnTo>
                    <a:pt x="1026786" y="2103286"/>
                  </a:lnTo>
                  <a:lnTo>
                    <a:pt x="1025941" y="2103286"/>
                  </a:lnTo>
                  <a:lnTo>
                    <a:pt x="1025096" y="2103286"/>
                  </a:lnTo>
                  <a:lnTo>
                    <a:pt x="1024251" y="2103286"/>
                  </a:lnTo>
                  <a:lnTo>
                    <a:pt x="1023406" y="2103286"/>
                  </a:lnTo>
                  <a:lnTo>
                    <a:pt x="1022561" y="2103286"/>
                  </a:lnTo>
                  <a:lnTo>
                    <a:pt x="1021716" y="2103286"/>
                  </a:lnTo>
                  <a:lnTo>
                    <a:pt x="1020871" y="2103286"/>
                  </a:lnTo>
                  <a:lnTo>
                    <a:pt x="1020026" y="2103286"/>
                  </a:lnTo>
                  <a:lnTo>
                    <a:pt x="1019181" y="2103286"/>
                  </a:lnTo>
                  <a:lnTo>
                    <a:pt x="1018336" y="2103286"/>
                  </a:lnTo>
                  <a:lnTo>
                    <a:pt x="1017490" y="2103286"/>
                  </a:lnTo>
                  <a:lnTo>
                    <a:pt x="1016645" y="2103286"/>
                  </a:lnTo>
                  <a:lnTo>
                    <a:pt x="1015800" y="2103286"/>
                  </a:lnTo>
                  <a:lnTo>
                    <a:pt x="1014955" y="2103286"/>
                  </a:lnTo>
                  <a:lnTo>
                    <a:pt x="1014110" y="2103286"/>
                  </a:lnTo>
                  <a:lnTo>
                    <a:pt x="1013265" y="2103286"/>
                  </a:lnTo>
                  <a:lnTo>
                    <a:pt x="1012420" y="2103286"/>
                  </a:lnTo>
                  <a:lnTo>
                    <a:pt x="1011575" y="2103286"/>
                  </a:lnTo>
                  <a:lnTo>
                    <a:pt x="1010730" y="2103286"/>
                  </a:lnTo>
                  <a:lnTo>
                    <a:pt x="1009885" y="2103286"/>
                  </a:lnTo>
                  <a:lnTo>
                    <a:pt x="1009040" y="2103286"/>
                  </a:lnTo>
                  <a:lnTo>
                    <a:pt x="1008194" y="2103286"/>
                  </a:lnTo>
                  <a:lnTo>
                    <a:pt x="1007349" y="2103286"/>
                  </a:lnTo>
                  <a:lnTo>
                    <a:pt x="1006504" y="2103286"/>
                  </a:lnTo>
                  <a:lnTo>
                    <a:pt x="1005659" y="2103286"/>
                  </a:lnTo>
                  <a:lnTo>
                    <a:pt x="1004814" y="2103286"/>
                  </a:lnTo>
                  <a:lnTo>
                    <a:pt x="1003969" y="2103286"/>
                  </a:lnTo>
                  <a:lnTo>
                    <a:pt x="1003124" y="2103286"/>
                  </a:lnTo>
                  <a:lnTo>
                    <a:pt x="1002279" y="2103286"/>
                  </a:lnTo>
                  <a:lnTo>
                    <a:pt x="1001434" y="2103286"/>
                  </a:lnTo>
                  <a:lnTo>
                    <a:pt x="1000589" y="2103286"/>
                  </a:lnTo>
                  <a:lnTo>
                    <a:pt x="999743" y="2103286"/>
                  </a:lnTo>
                  <a:lnTo>
                    <a:pt x="998898" y="2103286"/>
                  </a:lnTo>
                  <a:lnTo>
                    <a:pt x="998053" y="2103286"/>
                  </a:lnTo>
                  <a:lnTo>
                    <a:pt x="997208" y="2103286"/>
                  </a:lnTo>
                  <a:lnTo>
                    <a:pt x="996363" y="2103286"/>
                  </a:lnTo>
                  <a:lnTo>
                    <a:pt x="995518" y="2103286"/>
                  </a:lnTo>
                  <a:lnTo>
                    <a:pt x="994673" y="2103286"/>
                  </a:lnTo>
                  <a:lnTo>
                    <a:pt x="993828" y="2103286"/>
                  </a:lnTo>
                  <a:lnTo>
                    <a:pt x="992983" y="2103286"/>
                  </a:lnTo>
                  <a:lnTo>
                    <a:pt x="992138" y="2103286"/>
                  </a:lnTo>
                  <a:lnTo>
                    <a:pt x="991293" y="2103286"/>
                  </a:lnTo>
                  <a:lnTo>
                    <a:pt x="990447" y="2103286"/>
                  </a:lnTo>
                  <a:lnTo>
                    <a:pt x="989602" y="2103286"/>
                  </a:lnTo>
                  <a:lnTo>
                    <a:pt x="988757" y="2103286"/>
                  </a:lnTo>
                  <a:lnTo>
                    <a:pt x="987912" y="2103286"/>
                  </a:lnTo>
                  <a:lnTo>
                    <a:pt x="987067" y="2103286"/>
                  </a:lnTo>
                  <a:lnTo>
                    <a:pt x="986222" y="2103286"/>
                  </a:lnTo>
                  <a:lnTo>
                    <a:pt x="985377" y="2103286"/>
                  </a:lnTo>
                  <a:lnTo>
                    <a:pt x="984532" y="2103286"/>
                  </a:lnTo>
                  <a:lnTo>
                    <a:pt x="983687" y="2103286"/>
                  </a:lnTo>
                  <a:lnTo>
                    <a:pt x="982842" y="2103286"/>
                  </a:lnTo>
                  <a:lnTo>
                    <a:pt x="981997" y="2103286"/>
                  </a:lnTo>
                  <a:lnTo>
                    <a:pt x="981151" y="2103286"/>
                  </a:lnTo>
                  <a:lnTo>
                    <a:pt x="980306" y="2103286"/>
                  </a:lnTo>
                  <a:lnTo>
                    <a:pt x="979461" y="2103286"/>
                  </a:lnTo>
                  <a:lnTo>
                    <a:pt x="978616" y="2103286"/>
                  </a:lnTo>
                  <a:lnTo>
                    <a:pt x="977771" y="2103286"/>
                  </a:lnTo>
                  <a:lnTo>
                    <a:pt x="976926" y="2103286"/>
                  </a:lnTo>
                  <a:lnTo>
                    <a:pt x="976081" y="2103286"/>
                  </a:lnTo>
                  <a:lnTo>
                    <a:pt x="975236" y="2103286"/>
                  </a:lnTo>
                  <a:lnTo>
                    <a:pt x="974391" y="2103286"/>
                  </a:lnTo>
                  <a:lnTo>
                    <a:pt x="973546" y="2103286"/>
                  </a:lnTo>
                  <a:lnTo>
                    <a:pt x="972701" y="2103286"/>
                  </a:lnTo>
                  <a:lnTo>
                    <a:pt x="971855" y="2103286"/>
                  </a:lnTo>
                  <a:lnTo>
                    <a:pt x="971010" y="2103286"/>
                  </a:lnTo>
                  <a:lnTo>
                    <a:pt x="970165" y="2103286"/>
                  </a:lnTo>
                  <a:lnTo>
                    <a:pt x="969320" y="2103286"/>
                  </a:lnTo>
                  <a:lnTo>
                    <a:pt x="968475" y="2103286"/>
                  </a:lnTo>
                  <a:lnTo>
                    <a:pt x="967630" y="2103286"/>
                  </a:lnTo>
                  <a:lnTo>
                    <a:pt x="966785" y="2103286"/>
                  </a:lnTo>
                  <a:lnTo>
                    <a:pt x="965940" y="2103286"/>
                  </a:lnTo>
                  <a:lnTo>
                    <a:pt x="965095" y="2103286"/>
                  </a:lnTo>
                  <a:lnTo>
                    <a:pt x="964250" y="2103286"/>
                  </a:lnTo>
                  <a:lnTo>
                    <a:pt x="963405" y="2103286"/>
                  </a:lnTo>
                  <a:lnTo>
                    <a:pt x="962559" y="2103286"/>
                  </a:lnTo>
                  <a:lnTo>
                    <a:pt x="961714" y="2103286"/>
                  </a:lnTo>
                  <a:lnTo>
                    <a:pt x="960869" y="2103286"/>
                  </a:lnTo>
                  <a:lnTo>
                    <a:pt x="960024" y="2103286"/>
                  </a:lnTo>
                  <a:lnTo>
                    <a:pt x="959179" y="2103286"/>
                  </a:lnTo>
                  <a:lnTo>
                    <a:pt x="958334" y="2103286"/>
                  </a:lnTo>
                  <a:lnTo>
                    <a:pt x="957489" y="2103286"/>
                  </a:lnTo>
                  <a:lnTo>
                    <a:pt x="956644" y="2103286"/>
                  </a:lnTo>
                  <a:lnTo>
                    <a:pt x="955799" y="2103286"/>
                  </a:lnTo>
                  <a:lnTo>
                    <a:pt x="954954" y="2103286"/>
                  </a:lnTo>
                  <a:lnTo>
                    <a:pt x="954109" y="2103286"/>
                  </a:lnTo>
                  <a:lnTo>
                    <a:pt x="953263" y="2103286"/>
                  </a:lnTo>
                  <a:lnTo>
                    <a:pt x="952418" y="2103286"/>
                  </a:lnTo>
                  <a:lnTo>
                    <a:pt x="951573" y="2103286"/>
                  </a:lnTo>
                  <a:lnTo>
                    <a:pt x="950728" y="2103286"/>
                  </a:lnTo>
                  <a:lnTo>
                    <a:pt x="949883" y="2103286"/>
                  </a:lnTo>
                  <a:lnTo>
                    <a:pt x="949038" y="2103286"/>
                  </a:lnTo>
                  <a:lnTo>
                    <a:pt x="948193" y="2103286"/>
                  </a:lnTo>
                  <a:lnTo>
                    <a:pt x="947348" y="2103286"/>
                  </a:lnTo>
                  <a:lnTo>
                    <a:pt x="946503" y="2103286"/>
                  </a:lnTo>
                  <a:lnTo>
                    <a:pt x="945658" y="2103286"/>
                  </a:lnTo>
                  <a:lnTo>
                    <a:pt x="944812" y="2103286"/>
                  </a:lnTo>
                  <a:lnTo>
                    <a:pt x="943967" y="2103286"/>
                  </a:lnTo>
                  <a:lnTo>
                    <a:pt x="943122" y="2103286"/>
                  </a:lnTo>
                  <a:lnTo>
                    <a:pt x="942277" y="2103286"/>
                  </a:lnTo>
                  <a:lnTo>
                    <a:pt x="941432" y="2103286"/>
                  </a:lnTo>
                  <a:lnTo>
                    <a:pt x="940587" y="2103286"/>
                  </a:lnTo>
                  <a:lnTo>
                    <a:pt x="939742" y="2103286"/>
                  </a:lnTo>
                  <a:lnTo>
                    <a:pt x="938897" y="2103286"/>
                  </a:lnTo>
                  <a:lnTo>
                    <a:pt x="938052" y="2103286"/>
                  </a:lnTo>
                  <a:lnTo>
                    <a:pt x="937207" y="2103286"/>
                  </a:lnTo>
                  <a:lnTo>
                    <a:pt x="936362" y="2103286"/>
                  </a:lnTo>
                  <a:lnTo>
                    <a:pt x="935516" y="2103286"/>
                  </a:lnTo>
                  <a:lnTo>
                    <a:pt x="934671" y="2103286"/>
                  </a:lnTo>
                  <a:lnTo>
                    <a:pt x="933826" y="2103286"/>
                  </a:lnTo>
                  <a:lnTo>
                    <a:pt x="932981" y="2103286"/>
                  </a:lnTo>
                  <a:lnTo>
                    <a:pt x="932136" y="2103286"/>
                  </a:lnTo>
                  <a:lnTo>
                    <a:pt x="931291" y="2103286"/>
                  </a:lnTo>
                  <a:lnTo>
                    <a:pt x="930446" y="2103286"/>
                  </a:lnTo>
                  <a:lnTo>
                    <a:pt x="929601" y="2103286"/>
                  </a:lnTo>
                  <a:lnTo>
                    <a:pt x="928756" y="2103286"/>
                  </a:lnTo>
                  <a:lnTo>
                    <a:pt x="927911" y="2103286"/>
                  </a:lnTo>
                  <a:lnTo>
                    <a:pt x="927066" y="2103286"/>
                  </a:lnTo>
                  <a:lnTo>
                    <a:pt x="926220" y="2103286"/>
                  </a:lnTo>
                  <a:lnTo>
                    <a:pt x="925375" y="2103286"/>
                  </a:lnTo>
                  <a:lnTo>
                    <a:pt x="924530" y="2103286"/>
                  </a:lnTo>
                  <a:lnTo>
                    <a:pt x="923685" y="2103286"/>
                  </a:lnTo>
                  <a:lnTo>
                    <a:pt x="922840" y="2103286"/>
                  </a:lnTo>
                  <a:lnTo>
                    <a:pt x="921995" y="2103286"/>
                  </a:lnTo>
                  <a:lnTo>
                    <a:pt x="921150" y="2103286"/>
                  </a:lnTo>
                  <a:lnTo>
                    <a:pt x="920305" y="2103286"/>
                  </a:lnTo>
                  <a:lnTo>
                    <a:pt x="919460" y="2103286"/>
                  </a:lnTo>
                  <a:lnTo>
                    <a:pt x="918615" y="2103286"/>
                  </a:lnTo>
                  <a:lnTo>
                    <a:pt x="917770" y="2103286"/>
                  </a:lnTo>
                  <a:lnTo>
                    <a:pt x="916924" y="2103286"/>
                  </a:lnTo>
                  <a:lnTo>
                    <a:pt x="916079" y="2103286"/>
                  </a:lnTo>
                  <a:lnTo>
                    <a:pt x="915234" y="2103286"/>
                  </a:lnTo>
                  <a:lnTo>
                    <a:pt x="914389" y="2103286"/>
                  </a:lnTo>
                  <a:lnTo>
                    <a:pt x="913544" y="2103286"/>
                  </a:lnTo>
                  <a:lnTo>
                    <a:pt x="912699" y="2103286"/>
                  </a:lnTo>
                  <a:lnTo>
                    <a:pt x="911854" y="2103286"/>
                  </a:lnTo>
                  <a:lnTo>
                    <a:pt x="911009" y="2103286"/>
                  </a:lnTo>
                  <a:lnTo>
                    <a:pt x="910164" y="2103286"/>
                  </a:lnTo>
                  <a:lnTo>
                    <a:pt x="909319" y="2103286"/>
                  </a:lnTo>
                  <a:lnTo>
                    <a:pt x="908474" y="2103286"/>
                  </a:lnTo>
                  <a:lnTo>
                    <a:pt x="907628" y="2103286"/>
                  </a:lnTo>
                  <a:lnTo>
                    <a:pt x="906783" y="2103286"/>
                  </a:lnTo>
                  <a:lnTo>
                    <a:pt x="905938" y="2103286"/>
                  </a:lnTo>
                  <a:lnTo>
                    <a:pt x="905093" y="2103286"/>
                  </a:lnTo>
                  <a:lnTo>
                    <a:pt x="904248" y="2103286"/>
                  </a:lnTo>
                  <a:lnTo>
                    <a:pt x="903403" y="2103286"/>
                  </a:lnTo>
                  <a:lnTo>
                    <a:pt x="902558" y="2103286"/>
                  </a:lnTo>
                  <a:lnTo>
                    <a:pt x="901713" y="2103286"/>
                  </a:lnTo>
                  <a:lnTo>
                    <a:pt x="900868" y="2103286"/>
                  </a:lnTo>
                  <a:lnTo>
                    <a:pt x="900023" y="2103286"/>
                  </a:lnTo>
                  <a:lnTo>
                    <a:pt x="899178" y="2103286"/>
                  </a:lnTo>
                  <a:lnTo>
                    <a:pt x="898332" y="2103286"/>
                  </a:lnTo>
                  <a:lnTo>
                    <a:pt x="897487" y="2103286"/>
                  </a:lnTo>
                  <a:lnTo>
                    <a:pt x="896642" y="2103286"/>
                  </a:lnTo>
                  <a:lnTo>
                    <a:pt x="895797" y="2103286"/>
                  </a:lnTo>
                  <a:lnTo>
                    <a:pt x="894952" y="2103286"/>
                  </a:lnTo>
                  <a:lnTo>
                    <a:pt x="894107" y="2103286"/>
                  </a:lnTo>
                  <a:lnTo>
                    <a:pt x="893262" y="2103286"/>
                  </a:lnTo>
                  <a:lnTo>
                    <a:pt x="892417" y="2103286"/>
                  </a:lnTo>
                  <a:lnTo>
                    <a:pt x="891572" y="2103286"/>
                  </a:lnTo>
                  <a:lnTo>
                    <a:pt x="890727" y="2103286"/>
                  </a:lnTo>
                  <a:lnTo>
                    <a:pt x="889882" y="2103286"/>
                  </a:lnTo>
                  <a:lnTo>
                    <a:pt x="889036" y="2103286"/>
                  </a:lnTo>
                  <a:lnTo>
                    <a:pt x="888191" y="2103286"/>
                  </a:lnTo>
                  <a:lnTo>
                    <a:pt x="887346" y="2103286"/>
                  </a:lnTo>
                  <a:lnTo>
                    <a:pt x="886501" y="2103286"/>
                  </a:lnTo>
                  <a:lnTo>
                    <a:pt x="885656" y="2103286"/>
                  </a:lnTo>
                  <a:lnTo>
                    <a:pt x="884811" y="2103286"/>
                  </a:lnTo>
                  <a:lnTo>
                    <a:pt x="883966" y="2103286"/>
                  </a:lnTo>
                  <a:lnTo>
                    <a:pt x="883121" y="2103286"/>
                  </a:lnTo>
                  <a:lnTo>
                    <a:pt x="882276" y="2103286"/>
                  </a:lnTo>
                  <a:lnTo>
                    <a:pt x="881431" y="2103286"/>
                  </a:lnTo>
                  <a:lnTo>
                    <a:pt x="880585" y="2103286"/>
                  </a:lnTo>
                  <a:lnTo>
                    <a:pt x="879740" y="2103286"/>
                  </a:lnTo>
                  <a:lnTo>
                    <a:pt x="878895" y="2103286"/>
                  </a:lnTo>
                  <a:lnTo>
                    <a:pt x="878050" y="2103286"/>
                  </a:lnTo>
                  <a:lnTo>
                    <a:pt x="877205" y="2103286"/>
                  </a:lnTo>
                  <a:lnTo>
                    <a:pt x="876360" y="2103286"/>
                  </a:lnTo>
                  <a:lnTo>
                    <a:pt x="875515" y="2103286"/>
                  </a:lnTo>
                  <a:lnTo>
                    <a:pt x="874670" y="2103286"/>
                  </a:lnTo>
                  <a:lnTo>
                    <a:pt x="873825" y="2103286"/>
                  </a:lnTo>
                  <a:lnTo>
                    <a:pt x="872980" y="2103286"/>
                  </a:lnTo>
                  <a:lnTo>
                    <a:pt x="872135" y="2103286"/>
                  </a:lnTo>
                  <a:lnTo>
                    <a:pt x="871289" y="2103286"/>
                  </a:lnTo>
                  <a:lnTo>
                    <a:pt x="870444" y="2103286"/>
                  </a:lnTo>
                  <a:lnTo>
                    <a:pt x="869599" y="2103286"/>
                  </a:lnTo>
                  <a:lnTo>
                    <a:pt x="868754" y="2103286"/>
                  </a:lnTo>
                  <a:lnTo>
                    <a:pt x="867909" y="2103286"/>
                  </a:lnTo>
                  <a:lnTo>
                    <a:pt x="867064" y="2103286"/>
                  </a:lnTo>
                  <a:lnTo>
                    <a:pt x="866219" y="2103286"/>
                  </a:lnTo>
                  <a:lnTo>
                    <a:pt x="865374" y="2103286"/>
                  </a:lnTo>
                  <a:lnTo>
                    <a:pt x="864529" y="2103286"/>
                  </a:lnTo>
                  <a:lnTo>
                    <a:pt x="863684" y="2103286"/>
                  </a:lnTo>
                  <a:lnTo>
                    <a:pt x="862839" y="2103286"/>
                  </a:lnTo>
                  <a:lnTo>
                    <a:pt x="861993" y="2103286"/>
                  </a:lnTo>
                  <a:lnTo>
                    <a:pt x="861148" y="2103286"/>
                  </a:lnTo>
                  <a:lnTo>
                    <a:pt x="860303" y="2103286"/>
                  </a:lnTo>
                  <a:lnTo>
                    <a:pt x="859458" y="2103286"/>
                  </a:lnTo>
                  <a:lnTo>
                    <a:pt x="858613" y="2103286"/>
                  </a:lnTo>
                  <a:lnTo>
                    <a:pt x="857768" y="2103286"/>
                  </a:lnTo>
                  <a:lnTo>
                    <a:pt x="856923" y="2103286"/>
                  </a:lnTo>
                  <a:lnTo>
                    <a:pt x="856078" y="2103286"/>
                  </a:lnTo>
                  <a:lnTo>
                    <a:pt x="855233" y="2103286"/>
                  </a:lnTo>
                  <a:lnTo>
                    <a:pt x="854388" y="2103286"/>
                  </a:lnTo>
                  <a:lnTo>
                    <a:pt x="853543" y="2103286"/>
                  </a:lnTo>
                  <a:lnTo>
                    <a:pt x="852697" y="2103286"/>
                  </a:lnTo>
                  <a:lnTo>
                    <a:pt x="851852" y="2103286"/>
                  </a:lnTo>
                  <a:lnTo>
                    <a:pt x="851007" y="2103286"/>
                  </a:lnTo>
                  <a:lnTo>
                    <a:pt x="850162" y="2103286"/>
                  </a:lnTo>
                  <a:lnTo>
                    <a:pt x="849317" y="2103286"/>
                  </a:lnTo>
                  <a:lnTo>
                    <a:pt x="848472" y="2103286"/>
                  </a:lnTo>
                  <a:lnTo>
                    <a:pt x="847627" y="2103286"/>
                  </a:lnTo>
                  <a:lnTo>
                    <a:pt x="846782" y="2103286"/>
                  </a:lnTo>
                  <a:lnTo>
                    <a:pt x="845937" y="2103286"/>
                  </a:lnTo>
                  <a:lnTo>
                    <a:pt x="845092" y="2103286"/>
                  </a:lnTo>
                  <a:lnTo>
                    <a:pt x="844247" y="2103286"/>
                  </a:lnTo>
                  <a:lnTo>
                    <a:pt x="843401" y="2103286"/>
                  </a:lnTo>
                  <a:lnTo>
                    <a:pt x="842556" y="2103286"/>
                  </a:lnTo>
                  <a:lnTo>
                    <a:pt x="841711" y="2103286"/>
                  </a:lnTo>
                  <a:lnTo>
                    <a:pt x="840866" y="2103286"/>
                  </a:lnTo>
                  <a:lnTo>
                    <a:pt x="840021" y="2103286"/>
                  </a:lnTo>
                  <a:lnTo>
                    <a:pt x="839176" y="2103286"/>
                  </a:lnTo>
                  <a:lnTo>
                    <a:pt x="838331" y="2103286"/>
                  </a:lnTo>
                  <a:lnTo>
                    <a:pt x="837486" y="2103286"/>
                  </a:lnTo>
                  <a:lnTo>
                    <a:pt x="836641" y="2103286"/>
                  </a:lnTo>
                  <a:lnTo>
                    <a:pt x="835796" y="2103286"/>
                  </a:lnTo>
                  <a:lnTo>
                    <a:pt x="834951" y="2103286"/>
                  </a:lnTo>
                  <a:lnTo>
                    <a:pt x="834105" y="2103286"/>
                  </a:lnTo>
                  <a:lnTo>
                    <a:pt x="833260" y="2103286"/>
                  </a:lnTo>
                  <a:lnTo>
                    <a:pt x="832415" y="2103286"/>
                  </a:lnTo>
                  <a:lnTo>
                    <a:pt x="831570" y="2103286"/>
                  </a:lnTo>
                  <a:lnTo>
                    <a:pt x="830725" y="2103286"/>
                  </a:lnTo>
                  <a:lnTo>
                    <a:pt x="829880" y="2103286"/>
                  </a:lnTo>
                  <a:lnTo>
                    <a:pt x="829035" y="2103286"/>
                  </a:lnTo>
                  <a:lnTo>
                    <a:pt x="828190" y="2103286"/>
                  </a:lnTo>
                  <a:lnTo>
                    <a:pt x="827345" y="2103286"/>
                  </a:lnTo>
                  <a:lnTo>
                    <a:pt x="826500" y="2103286"/>
                  </a:lnTo>
                  <a:lnTo>
                    <a:pt x="825655" y="2103286"/>
                  </a:lnTo>
                  <a:lnTo>
                    <a:pt x="824809" y="2103286"/>
                  </a:lnTo>
                  <a:lnTo>
                    <a:pt x="823964" y="2103286"/>
                  </a:lnTo>
                  <a:lnTo>
                    <a:pt x="823119" y="2103286"/>
                  </a:lnTo>
                  <a:lnTo>
                    <a:pt x="822274" y="2103286"/>
                  </a:lnTo>
                  <a:lnTo>
                    <a:pt x="821429" y="2103286"/>
                  </a:lnTo>
                  <a:lnTo>
                    <a:pt x="820584" y="2103286"/>
                  </a:lnTo>
                  <a:lnTo>
                    <a:pt x="819739" y="2103286"/>
                  </a:lnTo>
                  <a:lnTo>
                    <a:pt x="818894" y="2103286"/>
                  </a:lnTo>
                  <a:lnTo>
                    <a:pt x="818049" y="2103286"/>
                  </a:lnTo>
                  <a:lnTo>
                    <a:pt x="817204" y="2103286"/>
                  </a:lnTo>
                  <a:lnTo>
                    <a:pt x="816358" y="2103286"/>
                  </a:lnTo>
                  <a:lnTo>
                    <a:pt x="815513" y="2103286"/>
                  </a:lnTo>
                  <a:lnTo>
                    <a:pt x="814668" y="2103286"/>
                  </a:lnTo>
                  <a:lnTo>
                    <a:pt x="813823" y="2103286"/>
                  </a:lnTo>
                  <a:lnTo>
                    <a:pt x="812978" y="2103286"/>
                  </a:lnTo>
                  <a:lnTo>
                    <a:pt x="812133" y="2103286"/>
                  </a:lnTo>
                  <a:lnTo>
                    <a:pt x="811288" y="2103286"/>
                  </a:lnTo>
                  <a:lnTo>
                    <a:pt x="810443" y="2103286"/>
                  </a:lnTo>
                  <a:lnTo>
                    <a:pt x="809598" y="2103286"/>
                  </a:lnTo>
                  <a:lnTo>
                    <a:pt x="808753" y="2103286"/>
                  </a:lnTo>
                  <a:lnTo>
                    <a:pt x="807908" y="2103286"/>
                  </a:lnTo>
                  <a:lnTo>
                    <a:pt x="807062" y="2103286"/>
                  </a:lnTo>
                  <a:lnTo>
                    <a:pt x="806217" y="2103286"/>
                  </a:lnTo>
                  <a:lnTo>
                    <a:pt x="805372" y="2103286"/>
                  </a:lnTo>
                  <a:lnTo>
                    <a:pt x="804527" y="2103286"/>
                  </a:lnTo>
                  <a:lnTo>
                    <a:pt x="803682" y="2103286"/>
                  </a:lnTo>
                  <a:lnTo>
                    <a:pt x="802837" y="2103286"/>
                  </a:lnTo>
                  <a:lnTo>
                    <a:pt x="801992" y="2103286"/>
                  </a:lnTo>
                  <a:lnTo>
                    <a:pt x="801147" y="2103286"/>
                  </a:lnTo>
                  <a:lnTo>
                    <a:pt x="800302" y="2103286"/>
                  </a:lnTo>
                  <a:lnTo>
                    <a:pt x="799457" y="2103286"/>
                  </a:lnTo>
                  <a:lnTo>
                    <a:pt x="798612" y="2103286"/>
                  </a:lnTo>
                  <a:lnTo>
                    <a:pt x="797766" y="2103286"/>
                  </a:lnTo>
                  <a:lnTo>
                    <a:pt x="796921" y="2103286"/>
                  </a:lnTo>
                  <a:lnTo>
                    <a:pt x="796076" y="2103286"/>
                  </a:lnTo>
                  <a:lnTo>
                    <a:pt x="795231" y="2103286"/>
                  </a:lnTo>
                  <a:lnTo>
                    <a:pt x="794386" y="2103286"/>
                  </a:lnTo>
                  <a:lnTo>
                    <a:pt x="793541" y="2103286"/>
                  </a:lnTo>
                  <a:lnTo>
                    <a:pt x="792696" y="2103286"/>
                  </a:lnTo>
                  <a:lnTo>
                    <a:pt x="791851" y="2103286"/>
                  </a:lnTo>
                  <a:lnTo>
                    <a:pt x="791006" y="2103286"/>
                  </a:lnTo>
                  <a:lnTo>
                    <a:pt x="790161" y="2103286"/>
                  </a:lnTo>
                  <a:lnTo>
                    <a:pt x="789316" y="2103286"/>
                  </a:lnTo>
                  <a:lnTo>
                    <a:pt x="788470" y="2103286"/>
                  </a:lnTo>
                  <a:lnTo>
                    <a:pt x="787625" y="2103286"/>
                  </a:lnTo>
                  <a:lnTo>
                    <a:pt x="786780" y="2103286"/>
                  </a:lnTo>
                  <a:lnTo>
                    <a:pt x="785935" y="2103286"/>
                  </a:lnTo>
                  <a:lnTo>
                    <a:pt x="785090" y="2103286"/>
                  </a:lnTo>
                  <a:lnTo>
                    <a:pt x="784245" y="2103286"/>
                  </a:lnTo>
                  <a:lnTo>
                    <a:pt x="783400" y="2103286"/>
                  </a:lnTo>
                  <a:lnTo>
                    <a:pt x="782555" y="2103286"/>
                  </a:lnTo>
                  <a:lnTo>
                    <a:pt x="781710" y="2103286"/>
                  </a:lnTo>
                  <a:lnTo>
                    <a:pt x="780865" y="2103286"/>
                  </a:lnTo>
                  <a:lnTo>
                    <a:pt x="780020" y="2103286"/>
                  </a:lnTo>
                  <a:lnTo>
                    <a:pt x="779174" y="2103286"/>
                  </a:lnTo>
                  <a:lnTo>
                    <a:pt x="778329" y="2103286"/>
                  </a:lnTo>
                  <a:lnTo>
                    <a:pt x="777484" y="2103286"/>
                  </a:lnTo>
                  <a:lnTo>
                    <a:pt x="776639" y="2103286"/>
                  </a:lnTo>
                  <a:lnTo>
                    <a:pt x="775794" y="2103286"/>
                  </a:lnTo>
                  <a:lnTo>
                    <a:pt x="774949" y="2103286"/>
                  </a:lnTo>
                  <a:lnTo>
                    <a:pt x="774104" y="2103286"/>
                  </a:lnTo>
                  <a:lnTo>
                    <a:pt x="773259" y="2103286"/>
                  </a:lnTo>
                  <a:lnTo>
                    <a:pt x="772414" y="2103286"/>
                  </a:lnTo>
                  <a:lnTo>
                    <a:pt x="771569" y="2103286"/>
                  </a:lnTo>
                  <a:lnTo>
                    <a:pt x="770724" y="2103286"/>
                  </a:lnTo>
                  <a:lnTo>
                    <a:pt x="769878" y="2103286"/>
                  </a:lnTo>
                  <a:lnTo>
                    <a:pt x="769033" y="2103286"/>
                  </a:lnTo>
                  <a:lnTo>
                    <a:pt x="768188" y="2103286"/>
                  </a:lnTo>
                  <a:lnTo>
                    <a:pt x="767343" y="2103286"/>
                  </a:lnTo>
                  <a:lnTo>
                    <a:pt x="766498" y="2103286"/>
                  </a:lnTo>
                  <a:lnTo>
                    <a:pt x="765653" y="2103286"/>
                  </a:lnTo>
                  <a:lnTo>
                    <a:pt x="764808" y="2103286"/>
                  </a:lnTo>
                  <a:lnTo>
                    <a:pt x="763963" y="2103286"/>
                  </a:lnTo>
                  <a:lnTo>
                    <a:pt x="763118" y="2103286"/>
                  </a:lnTo>
                  <a:lnTo>
                    <a:pt x="762273" y="2103286"/>
                  </a:lnTo>
                  <a:lnTo>
                    <a:pt x="761428" y="2103286"/>
                  </a:lnTo>
                  <a:lnTo>
                    <a:pt x="760582" y="2103286"/>
                  </a:lnTo>
                  <a:lnTo>
                    <a:pt x="759737" y="2103286"/>
                  </a:lnTo>
                  <a:lnTo>
                    <a:pt x="758892" y="2103286"/>
                  </a:lnTo>
                  <a:lnTo>
                    <a:pt x="758047" y="2103286"/>
                  </a:lnTo>
                  <a:lnTo>
                    <a:pt x="757202" y="2103286"/>
                  </a:lnTo>
                  <a:lnTo>
                    <a:pt x="756357" y="2103286"/>
                  </a:lnTo>
                  <a:lnTo>
                    <a:pt x="755512" y="2103286"/>
                  </a:lnTo>
                  <a:lnTo>
                    <a:pt x="754667" y="2103286"/>
                  </a:lnTo>
                  <a:lnTo>
                    <a:pt x="753822" y="2103286"/>
                  </a:lnTo>
                  <a:lnTo>
                    <a:pt x="752977" y="2103286"/>
                  </a:lnTo>
                  <a:lnTo>
                    <a:pt x="752131" y="2103286"/>
                  </a:lnTo>
                  <a:lnTo>
                    <a:pt x="751286" y="2103286"/>
                  </a:lnTo>
                  <a:lnTo>
                    <a:pt x="750441" y="2103286"/>
                  </a:lnTo>
                  <a:lnTo>
                    <a:pt x="749596" y="2103286"/>
                  </a:lnTo>
                  <a:lnTo>
                    <a:pt x="748751" y="2103286"/>
                  </a:lnTo>
                  <a:lnTo>
                    <a:pt x="747906" y="2103286"/>
                  </a:lnTo>
                  <a:lnTo>
                    <a:pt x="747061" y="2103286"/>
                  </a:lnTo>
                  <a:lnTo>
                    <a:pt x="746216" y="2103286"/>
                  </a:lnTo>
                  <a:lnTo>
                    <a:pt x="745371" y="2103286"/>
                  </a:lnTo>
                  <a:lnTo>
                    <a:pt x="744526" y="2103286"/>
                  </a:lnTo>
                  <a:lnTo>
                    <a:pt x="743681" y="2103286"/>
                  </a:lnTo>
                  <a:lnTo>
                    <a:pt x="742835" y="2103286"/>
                  </a:lnTo>
                  <a:lnTo>
                    <a:pt x="741990" y="2103286"/>
                  </a:lnTo>
                  <a:lnTo>
                    <a:pt x="741145" y="2103286"/>
                  </a:lnTo>
                  <a:lnTo>
                    <a:pt x="740300" y="2103286"/>
                  </a:lnTo>
                  <a:lnTo>
                    <a:pt x="739455" y="2103286"/>
                  </a:lnTo>
                  <a:lnTo>
                    <a:pt x="738610" y="2103286"/>
                  </a:lnTo>
                  <a:lnTo>
                    <a:pt x="737765" y="2103286"/>
                  </a:lnTo>
                  <a:lnTo>
                    <a:pt x="736920" y="2103286"/>
                  </a:lnTo>
                  <a:lnTo>
                    <a:pt x="736075" y="2103286"/>
                  </a:lnTo>
                  <a:lnTo>
                    <a:pt x="735230" y="2103286"/>
                  </a:lnTo>
                  <a:lnTo>
                    <a:pt x="734385" y="2103286"/>
                  </a:lnTo>
                  <a:lnTo>
                    <a:pt x="733539" y="2103286"/>
                  </a:lnTo>
                  <a:lnTo>
                    <a:pt x="732694" y="2103286"/>
                  </a:lnTo>
                  <a:lnTo>
                    <a:pt x="731849" y="2103286"/>
                  </a:lnTo>
                  <a:lnTo>
                    <a:pt x="731004" y="2103286"/>
                  </a:lnTo>
                  <a:lnTo>
                    <a:pt x="730159" y="2103286"/>
                  </a:lnTo>
                  <a:lnTo>
                    <a:pt x="729314" y="2103286"/>
                  </a:lnTo>
                  <a:lnTo>
                    <a:pt x="728469" y="2103286"/>
                  </a:lnTo>
                  <a:lnTo>
                    <a:pt x="727624" y="2103286"/>
                  </a:lnTo>
                  <a:lnTo>
                    <a:pt x="726779" y="2103286"/>
                  </a:lnTo>
                  <a:lnTo>
                    <a:pt x="725934" y="2103286"/>
                  </a:lnTo>
                  <a:lnTo>
                    <a:pt x="725089" y="2103286"/>
                  </a:lnTo>
                  <a:lnTo>
                    <a:pt x="724243" y="2103286"/>
                  </a:lnTo>
                  <a:lnTo>
                    <a:pt x="723398" y="2103286"/>
                  </a:lnTo>
                  <a:lnTo>
                    <a:pt x="722553" y="2103286"/>
                  </a:lnTo>
                  <a:lnTo>
                    <a:pt x="721708" y="2103286"/>
                  </a:lnTo>
                  <a:lnTo>
                    <a:pt x="720863" y="2103286"/>
                  </a:lnTo>
                  <a:lnTo>
                    <a:pt x="720018" y="2103286"/>
                  </a:lnTo>
                  <a:lnTo>
                    <a:pt x="719173" y="2103286"/>
                  </a:lnTo>
                  <a:lnTo>
                    <a:pt x="718328" y="2103286"/>
                  </a:lnTo>
                  <a:lnTo>
                    <a:pt x="717483" y="2103286"/>
                  </a:lnTo>
                  <a:lnTo>
                    <a:pt x="716638" y="2103286"/>
                  </a:lnTo>
                  <a:lnTo>
                    <a:pt x="715793" y="2103286"/>
                  </a:lnTo>
                  <a:lnTo>
                    <a:pt x="714947" y="2103286"/>
                  </a:lnTo>
                  <a:lnTo>
                    <a:pt x="714102" y="2103286"/>
                  </a:lnTo>
                  <a:lnTo>
                    <a:pt x="713257" y="2103286"/>
                  </a:lnTo>
                  <a:lnTo>
                    <a:pt x="712412" y="2103286"/>
                  </a:lnTo>
                  <a:lnTo>
                    <a:pt x="711567" y="2103286"/>
                  </a:lnTo>
                  <a:lnTo>
                    <a:pt x="710722" y="2103286"/>
                  </a:lnTo>
                  <a:lnTo>
                    <a:pt x="709877" y="2103286"/>
                  </a:lnTo>
                  <a:lnTo>
                    <a:pt x="709032" y="2103286"/>
                  </a:lnTo>
                  <a:lnTo>
                    <a:pt x="708187" y="2103286"/>
                  </a:lnTo>
                  <a:lnTo>
                    <a:pt x="707342" y="2103286"/>
                  </a:lnTo>
                  <a:lnTo>
                    <a:pt x="706497" y="2103286"/>
                  </a:lnTo>
                  <a:lnTo>
                    <a:pt x="705651" y="2103286"/>
                  </a:lnTo>
                  <a:lnTo>
                    <a:pt x="704806" y="2103286"/>
                  </a:lnTo>
                  <a:lnTo>
                    <a:pt x="703961" y="2103286"/>
                  </a:lnTo>
                  <a:lnTo>
                    <a:pt x="703116" y="2103286"/>
                  </a:lnTo>
                  <a:lnTo>
                    <a:pt x="702271" y="2103286"/>
                  </a:lnTo>
                  <a:lnTo>
                    <a:pt x="701426" y="2103286"/>
                  </a:lnTo>
                  <a:lnTo>
                    <a:pt x="700581" y="2103286"/>
                  </a:lnTo>
                  <a:lnTo>
                    <a:pt x="699736" y="2103286"/>
                  </a:lnTo>
                  <a:lnTo>
                    <a:pt x="698891" y="2103286"/>
                  </a:lnTo>
                  <a:lnTo>
                    <a:pt x="698046" y="2103286"/>
                  </a:lnTo>
                  <a:lnTo>
                    <a:pt x="697201" y="2103286"/>
                  </a:lnTo>
                  <a:lnTo>
                    <a:pt x="696355" y="2103286"/>
                  </a:lnTo>
                  <a:lnTo>
                    <a:pt x="695510" y="2103286"/>
                  </a:lnTo>
                  <a:lnTo>
                    <a:pt x="694665" y="2103286"/>
                  </a:lnTo>
                  <a:lnTo>
                    <a:pt x="693820" y="2103286"/>
                  </a:lnTo>
                  <a:lnTo>
                    <a:pt x="692975" y="2103286"/>
                  </a:lnTo>
                  <a:lnTo>
                    <a:pt x="692130" y="2103286"/>
                  </a:lnTo>
                  <a:lnTo>
                    <a:pt x="691285" y="2103286"/>
                  </a:lnTo>
                  <a:lnTo>
                    <a:pt x="690440" y="2103286"/>
                  </a:lnTo>
                  <a:lnTo>
                    <a:pt x="689595" y="2103286"/>
                  </a:lnTo>
                  <a:lnTo>
                    <a:pt x="688750" y="2103286"/>
                  </a:lnTo>
                  <a:lnTo>
                    <a:pt x="687904" y="2103286"/>
                  </a:lnTo>
                  <a:lnTo>
                    <a:pt x="687059" y="2103286"/>
                  </a:lnTo>
                  <a:lnTo>
                    <a:pt x="686214" y="2103286"/>
                  </a:lnTo>
                  <a:lnTo>
                    <a:pt x="685369" y="2103286"/>
                  </a:lnTo>
                  <a:lnTo>
                    <a:pt x="684524" y="2103286"/>
                  </a:lnTo>
                  <a:lnTo>
                    <a:pt x="683679" y="2103286"/>
                  </a:lnTo>
                  <a:lnTo>
                    <a:pt x="682834" y="2103286"/>
                  </a:lnTo>
                  <a:lnTo>
                    <a:pt x="681989" y="2103286"/>
                  </a:lnTo>
                  <a:lnTo>
                    <a:pt x="681144" y="2103286"/>
                  </a:lnTo>
                  <a:lnTo>
                    <a:pt x="680299" y="2103286"/>
                  </a:lnTo>
                  <a:lnTo>
                    <a:pt x="679454" y="2103286"/>
                  </a:lnTo>
                  <a:lnTo>
                    <a:pt x="678608" y="2103286"/>
                  </a:lnTo>
                  <a:lnTo>
                    <a:pt x="677763" y="2103286"/>
                  </a:lnTo>
                  <a:lnTo>
                    <a:pt x="676918" y="2103286"/>
                  </a:lnTo>
                  <a:lnTo>
                    <a:pt x="676073" y="2103286"/>
                  </a:lnTo>
                  <a:lnTo>
                    <a:pt x="675228" y="2103286"/>
                  </a:lnTo>
                  <a:lnTo>
                    <a:pt x="674383" y="2103286"/>
                  </a:lnTo>
                  <a:lnTo>
                    <a:pt x="673538" y="2103286"/>
                  </a:lnTo>
                  <a:lnTo>
                    <a:pt x="672693" y="2103286"/>
                  </a:lnTo>
                  <a:lnTo>
                    <a:pt x="671848" y="2103286"/>
                  </a:lnTo>
                  <a:lnTo>
                    <a:pt x="671003" y="2103286"/>
                  </a:lnTo>
                  <a:lnTo>
                    <a:pt x="670158" y="2103286"/>
                  </a:lnTo>
                  <a:lnTo>
                    <a:pt x="669312" y="2103286"/>
                  </a:lnTo>
                  <a:lnTo>
                    <a:pt x="668467" y="2103286"/>
                  </a:lnTo>
                  <a:lnTo>
                    <a:pt x="667622" y="2103286"/>
                  </a:lnTo>
                  <a:lnTo>
                    <a:pt x="666777" y="2103286"/>
                  </a:lnTo>
                  <a:lnTo>
                    <a:pt x="665932" y="2103286"/>
                  </a:lnTo>
                  <a:lnTo>
                    <a:pt x="665087" y="2103286"/>
                  </a:lnTo>
                  <a:lnTo>
                    <a:pt x="664242" y="2103286"/>
                  </a:lnTo>
                  <a:lnTo>
                    <a:pt x="663397" y="2103286"/>
                  </a:lnTo>
                  <a:lnTo>
                    <a:pt x="662552" y="2103286"/>
                  </a:lnTo>
                  <a:lnTo>
                    <a:pt x="661707" y="2103286"/>
                  </a:lnTo>
                  <a:lnTo>
                    <a:pt x="660862" y="2103286"/>
                  </a:lnTo>
                  <a:lnTo>
                    <a:pt x="660016" y="2103286"/>
                  </a:lnTo>
                  <a:lnTo>
                    <a:pt x="659171" y="2103286"/>
                  </a:lnTo>
                  <a:lnTo>
                    <a:pt x="658326" y="2103286"/>
                  </a:lnTo>
                  <a:lnTo>
                    <a:pt x="657481" y="2103286"/>
                  </a:lnTo>
                  <a:lnTo>
                    <a:pt x="656636" y="2103286"/>
                  </a:lnTo>
                  <a:lnTo>
                    <a:pt x="655791" y="2103286"/>
                  </a:lnTo>
                  <a:lnTo>
                    <a:pt x="654946" y="2103286"/>
                  </a:lnTo>
                  <a:lnTo>
                    <a:pt x="654101" y="2103286"/>
                  </a:lnTo>
                  <a:lnTo>
                    <a:pt x="653256" y="2103286"/>
                  </a:lnTo>
                  <a:lnTo>
                    <a:pt x="652411" y="2103286"/>
                  </a:lnTo>
                  <a:lnTo>
                    <a:pt x="651566" y="2103286"/>
                  </a:lnTo>
                  <a:lnTo>
                    <a:pt x="650720" y="2103286"/>
                  </a:lnTo>
                  <a:lnTo>
                    <a:pt x="649875" y="2103286"/>
                  </a:lnTo>
                  <a:lnTo>
                    <a:pt x="649030" y="2103286"/>
                  </a:lnTo>
                  <a:lnTo>
                    <a:pt x="648185" y="2103286"/>
                  </a:lnTo>
                  <a:lnTo>
                    <a:pt x="647340" y="2103286"/>
                  </a:lnTo>
                  <a:lnTo>
                    <a:pt x="646495" y="2103286"/>
                  </a:lnTo>
                  <a:lnTo>
                    <a:pt x="645650" y="2103286"/>
                  </a:lnTo>
                  <a:lnTo>
                    <a:pt x="644805" y="2103286"/>
                  </a:lnTo>
                  <a:lnTo>
                    <a:pt x="643960" y="2103286"/>
                  </a:lnTo>
                  <a:lnTo>
                    <a:pt x="643115" y="2103286"/>
                  </a:lnTo>
                  <a:lnTo>
                    <a:pt x="642270" y="2103286"/>
                  </a:lnTo>
                  <a:lnTo>
                    <a:pt x="641424" y="2103286"/>
                  </a:lnTo>
                  <a:lnTo>
                    <a:pt x="640579" y="2103286"/>
                  </a:lnTo>
                  <a:lnTo>
                    <a:pt x="639734" y="2103286"/>
                  </a:lnTo>
                  <a:lnTo>
                    <a:pt x="638889" y="2103286"/>
                  </a:lnTo>
                  <a:lnTo>
                    <a:pt x="638044" y="2103286"/>
                  </a:lnTo>
                  <a:lnTo>
                    <a:pt x="637199" y="2103286"/>
                  </a:lnTo>
                  <a:lnTo>
                    <a:pt x="636354" y="2103286"/>
                  </a:lnTo>
                  <a:lnTo>
                    <a:pt x="635509" y="2103286"/>
                  </a:lnTo>
                  <a:lnTo>
                    <a:pt x="634664" y="2103286"/>
                  </a:lnTo>
                  <a:lnTo>
                    <a:pt x="633819" y="2103286"/>
                  </a:lnTo>
                  <a:lnTo>
                    <a:pt x="632974" y="2103286"/>
                  </a:lnTo>
                  <a:lnTo>
                    <a:pt x="632128" y="2103286"/>
                  </a:lnTo>
                  <a:lnTo>
                    <a:pt x="631283" y="2103286"/>
                  </a:lnTo>
                  <a:lnTo>
                    <a:pt x="630438" y="2103286"/>
                  </a:lnTo>
                  <a:lnTo>
                    <a:pt x="629593" y="2103286"/>
                  </a:lnTo>
                  <a:lnTo>
                    <a:pt x="628748" y="2103286"/>
                  </a:lnTo>
                  <a:lnTo>
                    <a:pt x="627903" y="2103286"/>
                  </a:lnTo>
                  <a:lnTo>
                    <a:pt x="627058" y="2103286"/>
                  </a:lnTo>
                  <a:lnTo>
                    <a:pt x="626213" y="2103286"/>
                  </a:lnTo>
                  <a:lnTo>
                    <a:pt x="625368" y="2103286"/>
                  </a:lnTo>
                  <a:lnTo>
                    <a:pt x="624523" y="2103286"/>
                  </a:lnTo>
                  <a:lnTo>
                    <a:pt x="623677" y="2103286"/>
                  </a:lnTo>
                  <a:lnTo>
                    <a:pt x="622832" y="2103286"/>
                  </a:lnTo>
                  <a:lnTo>
                    <a:pt x="621987" y="2103286"/>
                  </a:lnTo>
                  <a:lnTo>
                    <a:pt x="621142" y="2103286"/>
                  </a:lnTo>
                  <a:lnTo>
                    <a:pt x="620297" y="2103286"/>
                  </a:lnTo>
                  <a:lnTo>
                    <a:pt x="619452" y="2103286"/>
                  </a:lnTo>
                  <a:lnTo>
                    <a:pt x="618607" y="2103286"/>
                  </a:lnTo>
                  <a:lnTo>
                    <a:pt x="617762" y="2103286"/>
                  </a:lnTo>
                  <a:lnTo>
                    <a:pt x="616917" y="2103286"/>
                  </a:lnTo>
                  <a:lnTo>
                    <a:pt x="616072" y="2103286"/>
                  </a:lnTo>
                  <a:lnTo>
                    <a:pt x="615227" y="2103286"/>
                  </a:lnTo>
                  <a:lnTo>
                    <a:pt x="614381" y="2103286"/>
                  </a:lnTo>
                  <a:lnTo>
                    <a:pt x="613536" y="2103286"/>
                  </a:lnTo>
                  <a:lnTo>
                    <a:pt x="612691" y="2103286"/>
                  </a:lnTo>
                  <a:lnTo>
                    <a:pt x="611846" y="2103286"/>
                  </a:lnTo>
                  <a:lnTo>
                    <a:pt x="611001" y="2103286"/>
                  </a:lnTo>
                  <a:lnTo>
                    <a:pt x="610156" y="2103286"/>
                  </a:lnTo>
                  <a:lnTo>
                    <a:pt x="609311" y="2103286"/>
                  </a:lnTo>
                  <a:lnTo>
                    <a:pt x="608466" y="2103286"/>
                  </a:lnTo>
                  <a:lnTo>
                    <a:pt x="607621" y="2103286"/>
                  </a:lnTo>
                  <a:lnTo>
                    <a:pt x="606776" y="2103286"/>
                  </a:lnTo>
                  <a:lnTo>
                    <a:pt x="605931" y="2103286"/>
                  </a:lnTo>
                  <a:lnTo>
                    <a:pt x="605085" y="2103286"/>
                  </a:lnTo>
                  <a:lnTo>
                    <a:pt x="604240" y="2103286"/>
                  </a:lnTo>
                  <a:lnTo>
                    <a:pt x="603395" y="2103286"/>
                  </a:lnTo>
                  <a:lnTo>
                    <a:pt x="602550" y="2103286"/>
                  </a:lnTo>
                  <a:lnTo>
                    <a:pt x="601705" y="2103286"/>
                  </a:lnTo>
                  <a:lnTo>
                    <a:pt x="600860" y="2103286"/>
                  </a:lnTo>
                  <a:lnTo>
                    <a:pt x="600015" y="2103286"/>
                  </a:lnTo>
                  <a:lnTo>
                    <a:pt x="599170" y="2103286"/>
                  </a:lnTo>
                  <a:lnTo>
                    <a:pt x="598325" y="2103286"/>
                  </a:lnTo>
                  <a:lnTo>
                    <a:pt x="597480" y="2103286"/>
                  </a:lnTo>
                  <a:lnTo>
                    <a:pt x="596635" y="2103286"/>
                  </a:lnTo>
                  <a:lnTo>
                    <a:pt x="595789" y="2103286"/>
                  </a:lnTo>
                  <a:lnTo>
                    <a:pt x="594944" y="2103286"/>
                  </a:lnTo>
                  <a:lnTo>
                    <a:pt x="594099" y="2103286"/>
                  </a:lnTo>
                  <a:lnTo>
                    <a:pt x="593254" y="2103286"/>
                  </a:lnTo>
                  <a:lnTo>
                    <a:pt x="592409" y="2103286"/>
                  </a:lnTo>
                  <a:lnTo>
                    <a:pt x="591564" y="2103286"/>
                  </a:lnTo>
                  <a:lnTo>
                    <a:pt x="590719" y="2103286"/>
                  </a:lnTo>
                  <a:lnTo>
                    <a:pt x="589874" y="2103286"/>
                  </a:lnTo>
                  <a:lnTo>
                    <a:pt x="589029" y="2103286"/>
                  </a:lnTo>
                  <a:lnTo>
                    <a:pt x="588184" y="2103286"/>
                  </a:lnTo>
                  <a:lnTo>
                    <a:pt x="587339" y="2103286"/>
                  </a:lnTo>
                  <a:lnTo>
                    <a:pt x="586493" y="2103286"/>
                  </a:lnTo>
                  <a:lnTo>
                    <a:pt x="585648" y="2103286"/>
                  </a:lnTo>
                  <a:lnTo>
                    <a:pt x="584803" y="2103286"/>
                  </a:lnTo>
                  <a:lnTo>
                    <a:pt x="583958" y="2103286"/>
                  </a:lnTo>
                  <a:lnTo>
                    <a:pt x="583113" y="2103286"/>
                  </a:lnTo>
                  <a:lnTo>
                    <a:pt x="582268" y="2103286"/>
                  </a:lnTo>
                  <a:lnTo>
                    <a:pt x="581423" y="2103286"/>
                  </a:lnTo>
                  <a:lnTo>
                    <a:pt x="580578" y="2103286"/>
                  </a:lnTo>
                  <a:lnTo>
                    <a:pt x="579733" y="2103286"/>
                  </a:lnTo>
                  <a:lnTo>
                    <a:pt x="578888" y="2103286"/>
                  </a:lnTo>
                  <a:lnTo>
                    <a:pt x="578043" y="2103286"/>
                  </a:lnTo>
                  <a:lnTo>
                    <a:pt x="577197" y="2103286"/>
                  </a:lnTo>
                  <a:lnTo>
                    <a:pt x="576352" y="2103286"/>
                  </a:lnTo>
                  <a:lnTo>
                    <a:pt x="575507" y="2103286"/>
                  </a:lnTo>
                  <a:lnTo>
                    <a:pt x="574662" y="2103286"/>
                  </a:lnTo>
                  <a:lnTo>
                    <a:pt x="573817" y="2103286"/>
                  </a:lnTo>
                  <a:lnTo>
                    <a:pt x="572972" y="2103286"/>
                  </a:lnTo>
                  <a:lnTo>
                    <a:pt x="572127" y="2103286"/>
                  </a:lnTo>
                  <a:lnTo>
                    <a:pt x="571282" y="2103286"/>
                  </a:lnTo>
                  <a:lnTo>
                    <a:pt x="570437" y="2103286"/>
                  </a:lnTo>
                  <a:lnTo>
                    <a:pt x="569592" y="2103286"/>
                  </a:lnTo>
                  <a:lnTo>
                    <a:pt x="568747" y="2103286"/>
                  </a:lnTo>
                  <a:lnTo>
                    <a:pt x="567901" y="2103286"/>
                  </a:lnTo>
                  <a:lnTo>
                    <a:pt x="567056" y="2103286"/>
                  </a:lnTo>
                  <a:lnTo>
                    <a:pt x="566211" y="2103286"/>
                  </a:lnTo>
                  <a:lnTo>
                    <a:pt x="565366" y="2103286"/>
                  </a:lnTo>
                  <a:lnTo>
                    <a:pt x="564521" y="2103286"/>
                  </a:lnTo>
                  <a:lnTo>
                    <a:pt x="563676" y="2103286"/>
                  </a:lnTo>
                  <a:lnTo>
                    <a:pt x="562831" y="2103286"/>
                  </a:lnTo>
                  <a:lnTo>
                    <a:pt x="561986" y="2103286"/>
                  </a:lnTo>
                  <a:lnTo>
                    <a:pt x="561141" y="2103286"/>
                  </a:lnTo>
                  <a:lnTo>
                    <a:pt x="560296" y="2103286"/>
                  </a:lnTo>
                  <a:lnTo>
                    <a:pt x="559450" y="2103286"/>
                  </a:lnTo>
                  <a:lnTo>
                    <a:pt x="558605" y="2103286"/>
                  </a:lnTo>
                  <a:lnTo>
                    <a:pt x="557760" y="2103286"/>
                  </a:lnTo>
                  <a:lnTo>
                    <a:pt x="556915" y="2103286"/>
                  </a:lnTo>
                  <a:lnTo>
                    <a:pt x="556070" y="2103286"/>
                  </a:lnTo>
                  <a:lnTo>
                    <a:pt x="555225" y="2103286"/>
                  </a:lnTo>
                  <a:lnTo>
                    <a:pt x="554380" y="2103286"/>
                  </a:lnTo>
                  <a:lnTo>
                    <a:pt x="553535" y="2103286"/>
                  </a:lnTo>
                  <a:lnTo>
                    <a:pt x="552690" y="2103286"/>
                  </a:lnTo>
                  <a:lnTo>
                    <a:pt x="551845" y="2103286"/>
                  </a:lnTo>
                  <a:lnTo>
                    <a:pt x="551000" y="2103286"/>
                  </a:lnTo>
                  <a:lnTo>
                    <a:pt x="550154" y="2103286"/>
                  </a:lnTo>
                  <a:lnTo>
                    <a:pt x="549309" y="2103286"/>
                  </a:lnTo>
                  <a:lnTo>
                    <a:pt x="548464" y="2103286"/>
                  </a:lnTo>
                  <a:lnTo>
                    <a:pt x="547619" y="2103286"/>
                  </a:lnTo>
                  <a:lnTo>
                    <a:pt x="546774" y="2103286"/>
                  </a:lnTo>
                  <a:lnTo>
                    <a:pt x="545929" y="2103286"/>
                  </a:lnTo>
                  <a:lnTo>
                    <a:pt x="545084" y="2103286"/>
                  </a:lnTo>
                  <a:lnTo>
                    <a:pt x="544239" y="2103286"/>
                  </a:lnTo>
                  <a:lnTo>
                    <a:pt x="543394" y="2103286"/>
                  </a:lnTo>
                  <a:lnTo>
                    <a:pt x="542549" y="2103286"/>
                  </a:lnTo>
                  <a:lnTo>
                    <a:pt x="541704" y="2103286"/>
                  </a:lnTo>
                  <a:lnTo>
                    <a:pt x="540858" y="2103286"/>
                  </a:lnTo>
                  <a:lnTo>
                    <a:pt x="540013" y="2103286"/>
                  </a:lnTo>
                  <a:lnTo>
                    <a:pt x="539168" y="2103286"/>
                  </a:lnTo>
                  <a:lnTo>
                    <a:pt x="538323" y="2103286"/>
                  </a:lnTo>
                  <a:lnTo>
                    <a:pt x="537478" y="2103286"/>
                  </a:lnTo>
                  <a:lnTo>
                    <a:pt x="536633" y="2103286"/>
                  </a:lnTo>
                  <a:lnTo>
                    <a:pt x="535788" y="2103286"/>
                  </a:lnTo>
                  <a:lnTo>
                    <a:pt x="534943" y="2103286"/>
                  </a:lnTo>
                  <a:lnTo>
                    <a:pt x="534098" y="2103286"/>
                  </a:lnTo>
                  <a:lnTo>
                    <a:pt x="533253" y="2103286"/>
                  </a:lnTo>
                  <a:lnTo>
                    <a:pt x="532408" y="2103286"/>
                  </a:lnTo>
                  <a:lnTo>
                    <a:pt x="531562" y="2103286"/>
                  </a:lnTo>
                  <a:lnTo>
                    <a:pt x="530717" y="2103286"/>
                  </a:lnTo>
                  <a:lnTo>
                    <a:pt x="529872" y="2103286"/>
                  </a:lnTo>
                  <a:lnTo>
                    <a:pt x="529027" y="2103286"/>
                  </a:lnTo>
                  <a:lnTo>
                    <a:pt x="528182" y="2103286"/>
                  </a:lnTo>
                  <a:lnTo>
                    <a:pt x="527337" y="2103286"/>
                  </a:lnTo>
                  <a:lnTo>
                    <a:pt x="526492" y="2103286"/>
                  </a:lnTo>
                  <a:lnTo>
                    <a:pt x="525647" y="2103286"/>
                  </a:lnTo>
                  <a:lnTo>
                    <a:pt x="524802" y="2103286"/>
                  </a:lnTo>
                  <a:lnTo>
                    <a:pt x="523957" y="2103286"/>
                  </a:lnTo>
                  <a:lnTo>
                    <a:pt x="523112" y="2103286"/>
                  </a:lnTo>
                  <a:lnTo>
                    <a:pt x="522266" y="2103286"/>
                  </a:lnTo>
                  <a:lnTo>
                    <a:pt x="521421" y="2103286"/>
                  </a:lnTo>
                  <a:lnTo>
                    <a:pt x="520576" y="2103286"/>
                  </a:lnTo>
                  <a:lnTo>
                    <a:pt x="519731" y="2103286"/>
                  </a:lnTo>
                  <a:lnTo>
                    <a:pt x="518886" y="2103286"/>
                  </a:lnTo>
                  <a:lnTo>
                    <a:pt x="518041" y="2103286"/>
                  </a:lnTo>
                  <a:lnTo>
                    <a:pt x="517196" y="2103286"/>
                  </a:lnTo>
                  <a:lnTo>
                    <a:pt x="516351" y="2103286"/>
                  </a:lnTo>
                  <a:lnTo>
                    <a:pt x="515506" y="2103286"/>
                  </a:lnTo>
                  <a:lnTo>
                    <a:pt x="514661" y="2103286"/>
                  </a:lnTo>
                  <a:lnTo>
                    <a:pt x="513816" y="2103286"/>
                  </a:lnTo>
                  <a:lnTo>
                    <a:pt x="512970" y="2103286"/>
                  </a:lnTo>
                  <a:lnTo>
                    <a:pt x="512125" y="2103286"/>
                  </a:lnTo>
                  <a:lnTo>
                    <a:pt x="511280" y="2103286"/>
                  </a:lnTo>
                  <a:lnTo>
                    <a:pt x="510435" y="2103286"/>
                  </a:lnTo>
                  <a:lnTo>
                    <a:pt x="509590" y="2103286"/>
                  </a:lnTo>
                  <a:lnTo>
                    <a:pt x="508745" y="2103286"/>
                  </a:lnTo>
                  <a:lnTo>
                    <a:pt x="507900" y="2103286"/>
                  </a:lnTo>
                  <a:lnTo>
                    <a:pt x="507055" y="2103286"/>
                  </a:lnTo>
                  <a:lnTo>
                    <a:pt x="506210" y="2103286"/>
                  </a:lnTo>
                  <a:lnTo>
                    <a:pt x="505365" y="2103286"/>
                  </a:lnTo>
                  <a:lnTo>
                    <a:pt x="504520" y="2103286"/>
                  </a:lnTo>
                  <a:lnTo>
                    <a:pt x="503674" y="2103286"/>
                  </a:lnTo>
                  <a:lnTo>
                    <a:pt x="502829" y="2103286"/>
                  </a:lnTo>
                  <a:lnTo>
                    <a:pt x="501984" y="2103286"/>
                  </a:lnTo>
                  <a:lnTo>
                    <a:pt x="501139" y="2103286"/>
                  </a:lnTo>
                  <a:lnTo>
                    <a:pt x="500294" y="2103286"/>
                  </a:lnTo>
                  <a:lnTo>
                    <a:pt x="499449" y="2103286"/>
                  </a:lnTo>
                  <a:lnTo>
                    <a:pt x="498604" y="2103286"/>
                  </a:lnTo>
                  <a:lnTo>
                    <a:pt x="497759" y="2103286"/>
                  </a:lnTo>
                  <a:lnTo>
                    <a:pt x="496914" y="2103286"/>
                  </a:lnTo>
                  <a:lnTo>
                    <a:pt x="496069" y="2103286"/>
                  </a:lnTo>
                  <a:lnTo>
                    <a:pt x="495223" y="2103286"/>
                  </a:lnTo>
                  <a:lnTo>
                    <a:pt x="494378" y="2103286"/>
                  </a:lnTo>
                  <a:lnTo>
                    <a:pt x="493533" y="2103286"/>
                  </a:lnTo>
                  <a:lnTo>
                    <a:pt x="492688" y="2103286"/>
                  </a:lnTo>
                  <a:lnTo>
                    <a:pt x="491843" y="2103286"/>
                  </a:lnTo>
                  <a:lnTo>
                    <a:pt x="490998" y="2103286"/>
                  </a:lnTo>
                  <a:lnTo>
                    <a:pt x="490153" y="2103286"/>
                  </a:lnTo>
                  <a:lnTo>
                    <a:pt x="489308" y="2103286"/>
                  </a:lnTo>
                  <a:lnTo>
                    <a:pt x="488463" y="2103286"/>
                  </a:lnTo>
                  <a:lnTo>
                    <a:pt x="487618" y="2103286"/>
                  </a:lnTo>
                  <a:lnTo>
                    <a:pt x="486773" y="2103286"/>
                  </a:lnTo>
                  <a:lnTo>
                    <a:pt x="485927" y="2103286"/>
                  </a:lnTo>
                  <a:lnTo>
                    <a:pt x="485082" y="2103286"/>
                  </a:lnTo>
                  <a:lnTo>
                    <a:pt x="484237" y="2103286"/>
                  </a:lnTo>
                  <a:lnTo>
                    <a:pt x="483392" y="2103286"/>
                  </a:lnTo>
                  <a:lnTo>
                    <a:pt x="482547" y="2103286"/>
                  </a:lnTo>
                  <a:lnTo>
                    <a:pt x="481702" y="2103286"/>
                  </a:lnTo>
                  <a:lnTo>
                    <a:pt x="480857" y="2103286"/>
                  </a:lnTo>
                  <a:lnTo>
                    <a:pt x="480012" y="2103286"/>
                  </a:lnTo>
                  <a:lnTo>
                    <a:pt x="479167" y="2103286"/>
                  </a:lnTo>
                  <a:lnTo>
                    <a:pt x="478322" y="2103286"/>
                  </a:lnTo>
                  <a:lnTo>
                    <a:pt x="477477" y="2103286"/>
                  </a:lnTo>
                  <a:lnTo>
                    <a:pt x="476631" y="2103286"/>
                  </a:lnTo>
                  <a:lnTo>
                    <a:pt x="475786" y="2103286"/>
                  </a:lnTo>
                  <a:lnTo>
                    <a:pt x="474941" y="2103286"/>
                  </a:lnTo>
                  <a:lnTo>
                    <a:pt x="474096" y="2103286"/>
                  </a:lnTo>
                  <a:lnTo>
                    <a:pt x="473251" y="2103286"/>
                  </a:lnTo>
                  <a:lnTo>
                    <a:pt x="472406" y="2103286"/>
                  </a:lnTo>
                  <a:lnTo>
                    <a:pt x="471561" y="2103286"/>
                  </a:lnTo>
                  <a:lnTo>
                    <a:pt x="470716" y="2103286"/>
                  </a:lnTo>
                  <a:lnTo>
                    <a:pt x="469871" y="2103286"/>
                  </a:lnTo>
                  <a:lnTo>
                    <a:pt x="469026" y="2103286"/>
                  </a:lnTo>
                  <a:lnTo>
                    <a:pt x="468181" y="2103286"/>
                  </a:lnTo>
                  <a:lnTo>
                    <a:pt x="467335" y="2103286"/>
                  </a:lnTo>
                  <a:lnTo>
                    <a:pt x="466490" y="2103286"/>
                  </a:lnTo>
                  <a:lnTo>
                    <a:pt x="465645" y="2103286"/>
                  </a:lnTo>
                  <a:lnTo>
                    <a:pt x="464800" y="2103286"/>
                  </a:lnTo>
                  <a:lnTo>
                    <a:pt x="463955" y="2103286"/>
                  </a:lnTo>
                  <a:lnTo>
                    <a:pt x="463110" y="2103286"/>
                  </a:lnTo>
                  <a:lnTo>
                    <a:pt x="462265" y="2103286"/>
                  </a:lnTo>
                  <a:lnTo>
                    <a:pt x="461420" y="2103286"/>
                  </a:lnTo>
                  <a:lnTo>
                    <a:pt x="460575" y="2103286"/>
                  </a:lnTo>
                  <a:lnTo>
                    <a:pt x="459730" y="2103286"/>
                  </a:lnTo>
                  <a:lnTo>
                    <a:pt x="458885" y="2103286"/>
                  </a:lnTo>
                  <a:lnTo>
                    <a:pt x="458039" y="2103286"/>
                  </a:lnTo>
                  <a:lnTo>
                    <a:pt x="457194" y="2103286"/>
                  </a:lnTo>
                  <a:lnTo>
                    <a:pt x="456349" y="2103286"/>
                  </a:lnTo>
                  <a:lnTo>
                    <a:pt x="455504" y="2103286"/>
                  </a:lnTo>
                  <a:lnTo>
                    <a:pt x="454659" y="2103286"/>
                  </a:lnTo>
                  <a:lnTo>
                    <a:pt x="453814" y="2103286"/>
                  </a:lnTo>
                  <a:lnTo>
                    <a:pt x="452969" y="2103286"/>
                  </a:lnTo>
                  <a:lnTo>
                    <a:pt x="452124" y="2103286"/>
                  </a:lnTo>
                  <a:lnTo>
                    <a:pt x="451279" y="2103286"/>
                  </a:lnTo>
                  <a:lnTo>
                    <a:pt x="450434" y="2103286"/>
                  </a:lnTo>
                  <a:lnTo>
                    <a:pt x="449589" y="2103286"/>
                  </a:lnTo>
                  <a:lnTo>
                    <a:pt x="448743" y="2103286"/>
                  </a:lnTo>
                  <a:lnTo>
                    <a:pt x="447898" y="2103286"/>
                  </a:lnTo>
                  <a:lnTo>
                    <a:pt x="447053" y="2103286"/>
                  </a:lnTo>
                  <a:lnTo>
                    <a:pt x="446208" y="2103286"/>
                  </a:lnTo>
                  <a:lnTo>
                    <a:pt x="445363" y="2103286"/>
                  </a:lnTo>
                  <a:lnTo>
                    <a:pt x="444518" y="2103286"/>
                  </a:lnTo>
                  <a:lnTo>
                    <a:pt x="443673" y="2103286"/>
                  </a:lnTo>
                  <a:lnTo>
                    <a:pt x="442828" y="2103286"/>
                  </a:lnTo>
                  <a:lnTo>
                    <a:pt x="441983" y="2103286"/>
                  </a:lnTo>
                  <a:lnTo>
                    <a:pt x="441138" y="2103286"/>
                  </a:lnTo>
                  <a:lnTo>
                    <a:pt x="440292" y="2103286"/>
                  </a:lnTo>
                  <a:lnTo>
                    <a:pt x="439447" y="2103286"/>
                  </a:lnTo>
                  <a:lnTo>
                    <a:pt x="438602" y="2103286"/>
                  </a:lnTo>
                  <a:lnTo>
                    <a:pt x="437757" y="2103286"/>
                  </a:lnTo>
                  <a:lnTo>
                    <a:pt x="436912" y="2103286"/>
                  </a:lnTo>
                  <a:lnTo>
                    <a:pt x="436067" y="2103286"/>
                  </a:lnTo>
                  <a:lnTo>
                    <a:pt x="435222" y="2103286"/>
                  </a:lnTo>
                  <a:lnTo>
                    <a:pt x="434377" y="2103286"/>
                  </a:lnTo>
                  <a:lnTo>
                    <a:pt x="433532" y="2103286"/>
                  </a:lnTo>
                  <a:lnTo>
                    <a:pt x="432687" y="2103286"/>
                  </a:lnTo>
                  <a:lnTo>
                    <a:pt x="431842" y="2103286"/>
                  </a:lnTo>
                  <a:lnTo>
                    <a:pt x="430996" y="2103286"/>
                  </a:lnTo>
                  <a:lnTo>
                    <a:pt x="430151" y="2103286"/>
                  </a:lnTo>
                  <a:lnTo>
                    <a:pt x="429306" y="2103286"/>
                  </a:lnTo>
                  <a:lnTo>
                    <a:pt x="428461" y="2103286"/>
                  </a:lnTo>
                  <a:lnTo>
                    <a:pt x="427616" y="2103286"/>
                  </a:lnTo>
                  <a:lnTo>
                    <a:pt x="426771" y="2103286"/>
                  </a:lnTo>
                  <a:lnTo>
                    <a:pt x="425926" y="2103286"/>
                  </a:lnTo>
                  <a:lnTo>
                    <a:pt x="425081" y="2103286"/>
                  </a:lnTo>
                  <a:lnTo>
                    <a:pt x="424236" y="2103286"/>
                  </a:lnTo>
                  <a:lnTo>
                    <a:pt x="423391" y="2103286"/>
                  </a:lnTo>
                  <a:lnTo>
                    <a:pt x="422546" y="2103286"/>
                  </a:lnTo>
                  <a:lnTo>
                    <a:pt x="421700" y="2103286"/>
                  </a:lnTo>
                  <a:lnTo>
                    <a:pt x="420855" y="2103286"/>
                  </a:lnTo>
                  <a:lnTo>
                    <a:pt x="420010" y="2103286"/>
                  </a:lnTo>
                  <a:lnTo>
                    <a:pt x="419165" y="2103286"/>
                  </a:lnTo>
                  <a:lnTo>
                    <a:pt x="418320" y="2103286"/>
                  </a:lnTo>
                  <a:lnTo>
                    <a:pt x="417475" y="2103286"/>
                  </a:lnTo>
                  <a:lnTo>
                    <a:pt x="416630" y="2103286"/>
                  </a:lnTo>
                  <a:lnTo>
                    <a:pt x="415785" y="2103286"/>
                  </a:lnTo>
                  <a:lnTo>
                    <a:pt x="414940" y="2103286"/>
                  </a:lnTo>
                  <a:lnTo>
                    <a:pt x="414095" y="2103286"/>
                  </a:lnTo>
                  <a:lnTo>
                    <a:pt x="413250" y="2103286"/>
                  </a:lnTo>
                  <a:lnTo>
                    <a:pt x="412404" y="2103286"/>
                  </a:lnTo>
                  <a:lnTo>
                    <a:pt x="411559" y="2103286"/>
                  </a:lnTo>
                  <a:lnTo>
                    <a:pt x="410714" y="2103286"/>
                  </a:lnTo>
                  <a:lnTo>
                    <a:pt x="409869" y="2103286"/>
                  </a:lnTo>
                  <a:lnTo>
                    <a:pt x="409024" y="2103286"/>
                  </a:lnTo>
                  <a:lnTo>
                    <a:pt x="408179" y="2103286"/>
                  </a:lnTo>
                  <a:lnTo>
                    <a:pt x="407334" y="2103286"/>
                  </a:lnTo>
                  <a:lnTo>
                    <a:pt x="406489" y="2103286"/>
                  </a:lnTo>
                  <a:lnTo>
                    <a:pt x="405644" y="2103286"/>
                  </a:lnTo>
                  <a:lnTo>
                    <a:pt x="404799" y="2103286"/>
                  </a:lnTo>
                  <a:lnTo>
                    <a:pt x="403954" y="2103286"/>
                  </a:lnTo>
                  <a:lnTo>
                    <a:pt x="403108" y="2103286"/>
                  </a:lnTo>
                  <a:lnTo>
                    <a:pt x="402263" y="2103286"/>
                  </a:lnTo>
                  <a:lnTo>
                    <a:pt x="401418" y="2103286"/>
                  </a:lnTo>
                  <a:lnTo>
                    <a:pt x="400573" y="2103286"/>
                  </a:lnTo>
                  <a:lnTo>
                    <a:pt x="399728" y="2103286"/>
                  </a:lnTo>
                  <a:lnTo>
                    <a:pt x="398883" y="2103286"/>
                  </a:lnTo>
                  <a:lnTo>
                    <a:pt x="398038" y="2103286"/>
                  </a:lnTo>
                  <a:lnTo>
                    <a:pt x="397193" y="2103286"/>
                  </a:lnTo>
                  <a:lnTo>
                    <a:pt x="396348" y="2103286"/>
                  </a:lnTo>
                  <a:lnTo>
                    <a:pt x="395503" y="2103286"/>
                  </a:lnTo>
                  <a:lnTo>
                    <a:pt x="394658" y="2103286"/>
                  </a:lnTo>
                  <a:lnTo>
                    <a:pt x="393812" y="2103286"/>
                  </a:lnTo>
                  <a:lnTo>
                    <a:pt x="392967" y="2103286"/>
                  </a:lnTo>
                  <a:lnTo>
                    <a:pt x="392122" y="2103286"/>
                  </a:lnTo>
                  <a:lnTo>
                    <a:pt x="391277" y="2103286"/>
                  </a:lnTo>
                  <a:lnTo>
                    <a:pt x="390432" y="2103286"/>
                  </a:lnTo>
                  <a:lnTo>
                    <a:pt x="389587" y="2103286"/>
                  </a:lnTo>
                  <a:lnTo>
                    <a:pt x="388742" y="2103286"/>
                  </a:lnTo>
                  <a:lnTo>
                    <a:pt x="387897" y="2103286"/>
                  </a:lnTo>
                  <a:lnTo>
                    <a:pt x="387052" y="2103286"/>
                  </a:lnTo>
                  <a:lnTo>
                    <a:pt x="386207" y="2103286"/>
                  </a:lnTo>
                  <a:lnTo>
                    <a:pt x="385362" y="2103286"/>
                  </a:lnTo>
                  <a:lnTo>
                    <a:pt x="384516" y="2103286"/>
                  </a:lnTo>
                  <a:lnTo>
                    <a:pt x="383671" y="2103286"/>
                  </a:lnTo>
                  <a:lnTo>
                    <a:pt x="382826" y="2103286"/>
                  </a:lnTo>
                  <a:lnTo>
                    <a:pt x="381981" y="2103286"/>
                  </a:lnTo>
                  <a:lnTo>
                    <a:pt x="381136" y="2103286"/>
                  </a:lnTo>
                  <a:lnTo>
                    <a:pt x="380291" y="2103286"/>
                  </a:lnTo>
                  <a:lnTo>
                    <a:pt x="379446" y="2103286"/>
                  </a:lnTo>
                  <a:lnTo>
                    <a:pt x="378601" y="2103286"/>
                  </a:lnTo>
                  <a:lnTo>
                    <a:pt x="377756" y="2103286"/>
                  </a:lnTo>
                  <a:lnTo>
                    <a:pt x="376911" y="2103286"/>
                  </a:lnTo>
                  <a:lnTo>
                    <a:pt x="376065" y="2103286"/>
                  </a:lnTo>
                  <a:lnTo>
                    <a:pt x="375220" y="2103286"/>
                  </a:lnTo>
                  <a:lnTo>
                    <a:pt x="374375" y="2103286"/>
                  </a:lnTo>
                  <a:lnTo>
                    <a:pt x="373530" y="2103286"/>
                  </a:lnTo>
                  <a:lnTo>
                    <a:pt x="372685" y="2103286"/>
                  </a:lnTo>
                  <a:lnTo>
                    <a:pt x="371840" y="2103286"/>
                  </a:lnTo>
                  <a:lnTo>
                    <a:pt x="370995" y="2103286"/>
                  </a:lnTo>
                  <a:lnTo>
                    <a:pt x="370150" y="2103286"/>
                  </a:lnTo>
                  <a:lnTo>
                    <a:pt x="369305" y="2103286"/>
                  </a:lnTo>
                  <a:lnTo>
                    <a:pt x="368460" y="2103286"/>
                  </a:lnTo>
                  <a:lnTo>
                    <a:pt x="367615" y="2103286"/>
                  </a:lnTo>
                  <a:lnTo>
                    <a:pt x="366769" y="2103286"/>
                  </a:lnTo>
                  <a:lnTo>
                    <a:pt x="365924" y="2103286"/>
                  </a:lnTo>
                  <a:lnTo>
                    <a:pt x="365079" y="2103286"/>
                  </a:lnTo>
                  <a:lnTo>
                    <a:pt x="364234" y="2103286"/>
                  </a:lnTo>
                  <a:lnTo>
                    <a:pt x="363389" y="2103286"/>
                  </a:lnTo>
                  <a:lnTo>
                    <a:pt x="362544" y="2103286"/>
                  </a:lnTo>
                  <a:lnTo>
                    <a:pt x="361699" y="2103286"/>
                  </a:lnTo>
                  <a:lnTo>
                    <a:pt x="360854" y="2103286"/>
                  </a:lnTo>
                  <a:lnTo>
                    <a:pt x="360009" y="2103286"/>
                  </a:lnTo>
                  <a:lnTo>
                    <a:pt x="359164" y="2103286"/>
                  </a:lnTo>
                  <a:lnTo>
                    <a:pt x="358319" y="2103286"/>
                  </a:lnTo>
                  <a:lnTo>
                    <a:pt x="357473" y="2103286"/>
                  </a:lnTo>
                  <a:lnTo>
                    <a:pt x="356628" y="2103286"/>
                  </a:lnTo>
                  <a:lnTo>
                    <a:pt x="355783" y="2103286"/>
                  </a:lnTo>
                  <a:lnTo>
                    <a:pt x="354938" y="2103286"/>
                  </a:lnTo>
                  <a:lnTo>
                    <a:pt x="354093" y="2103286"/>
                  </a:lnTo>
                  <a:lnTo>
                    <a:pt x="353248" y="2103286"/>
                  </a:lnTo>
                  <a:lnTo>
                    <a:pt x="352403" y="2103286"/>
                  </a:lnTo>
                  <a:lnTo>
                    <a:pt x="351558" y="2103286"/>
                  </a:lnTo>
                  <a:lnTo>
                    <a:pt x="350713" y="2103286"/>
                  </a:lnTo>
                  <a:lnTo>
                    <a:pt x="349868" y="2103286"/>
                  </a:lnTo>
                  <a:lnTo>
                    <a:pt x="349023" y="2103286"/>
                  </a:lnTo>
                  <a:lnTo>
                    <a:pt x="348177" y="2103286"/>
                  </a:lnTo>
                  <a:lnTo>
                    <a:pt x="347332" y="2103286"/>
                  </a:lnTo>
                  <a:lnTo>
                    <a:pt x="346487" y="2103286"/>
                  </a:lnTo>
                  <a:lnTo>
                    <a:pt x="345642" y="2103286"/>
                  </a:lnTo>
                  <a:lnTo>
                    <a:pt x="344797" y="2103286"/>
                  </a:lnTo>
                  <a:lnTo>
                    <a:pt x="343952" y="2103286"/>
                  </a:lnTo>
                  <a:lnTo>
                    <a:pt x="343107" y="2103286"/>
                  </a:lnTo>
                  <a:lnTo>
                    <a:pt x="342262" y="2103286"/>
                  </a:lnTo>
                  <a:lnTo>
                    <a:pt x="341417" y="2103286"/>
                  </a:lnTo>
                  <a:lnTo>
                    <a:pt x="340572" y="2103286"/>
                  </a:lnTo>
                  <a:lnTo>
                    <a:pt x="339727" y="2103286"/>
                  </a:lnTo>
                  <a:lnTo>
                    <a:pt x="338881" y="2103286"/>
                  </a:lnTo>
                  <a:lnTo>
                    <a:pt x="338036" y="2103286"/>
                  </a:lnTo>
                  <a:lnTo>
                    <a:pt x="337191" y="2103286"/>
                  </a:lnTo>
                  <a:lnTo>
                    <a:pt x="336346" y="2103286"/>
                  </a:lnTo>
                  <a:lnTo>
                    <a:pt x="335501" y="2103286"/>
                  </a:lnTo>
                  <a:lnTo>
                    <a:pt x="334656" y="2103286"/>
                  </a:lnTo>
                  <a:lnTo>
                    <a:pt x="333811" y="2103286"/>
                  </a:lnTo>
                  <a:lnTo>
                    <a:pt x="332966" y="2103286"/>
                  </a:lnTo>
                  <a:lnTo>
                    <a:pt x="332121" y="2103286"/>
                  </a:lnTo>
                  <a:lnTo>
                    <a:pt x="331276" y="2103286"/>
                  </a:lnTo>
                  <a:lnTo>
                    <a:pt x="330431" y="2103286"/>
                  </a:lnTo>
                  <a:lnTo>
                    <a:pt x="329585" y="2103286"/>
                  </a:lnTo>
                  <a:lnTo>
                    <a:pt x="328740" y="2103286"/>
                  </a:lnTo>
                  <a:lnTo>
                    <a:pt x="327895" y="2103286"/>
                  </a:lnTo>
                  <a:lnTo>
                    <a:pt x="327050" y="2103286"/>
                  </a:lnTo>
                  <a:lnTo>
                    <a:pt x="326205" y="2103286"/>
                  </a:lnTo>
                  <a:lnTo>
                    <a:pt x="325360" y="2103286"/>
                  </a:lnTo>
                  <a:lnTo>
                    <a:pt x="324515" y="2103286"/>
                  </a:lnTo>
                  <a:lnTo>
                    <a:pt x="323670" y="2103286"/>
                  </a:lnTo>
                  <a:lnTo>
                    <a:pt x="322825" y="2103286"/>
                  </a:lnTo>
                  <a:lnTo>
                    <a:pt x="321980" y="2103286"/>
                  </a:lnTo>
                  <a:lnTo>
                    <a:pt x="321135" y="2103286"/>
                  </a:lnTo>
                  <a:lnTo>
                    <a:pt x="320289" y="2103286"/>
                  </a:lnTo>
                  <a:lnTo>
                    <a:pt x="319444" y="2103286"/>
                  </a:lnTo>
                  <a:lnTo>
                    <a:pt x="318599" y="2103286"/>
                  </a:lnTo>
                  <a:lnTo>
                    <a:pt x="317754" y="2103286"/>
                  </a:lnTo>
                  <a:lnTo>
                    <a:pt x="316909" y="2103286"/>
                  </a:lnTo>
                  <a:lnTo>
                    <a:pt x="316064" y="2103286"/>
                  </a:lnTo>
                  <a:lnTo>
                    <a:pt x="315219" y="2103286"/>
                  </a:lnTo>
                  <a:lnTo>
                    <a:pt x="314374" y="2103286"/>
                  </a:lnTo>
                  <a:lnTo>
                    <a:pt x="313529" y="2103286"/>
                  </a:lnTo>
                  <a:lnTo>
                    <a:pt x="312684" y="2103286"/>
                  </a:lnTo>
                  <a:lnTo>
                    <a:pt x="311838" y="2103286"/>
                  </a:lnTo>
                  <a:lnTo>
                    <a:pt x="310993" y="2103286"/>
                  </a:lnTo>
                  <a:lnTo>
                    <a:pt x="310148" y="2103286"/>
                  </a:lnTo>
                  <a:lnTo>
                    <a:pt x="309303" y="2103286"/>
                  </a:lnTo>
                  <a:lnTo>
                    <a:pt x="308458" y="2103286"/>
                  </a:lnTo>
                  <a:lnTo>
                    <a:pt x="307613" y="2103286"/>
                  </a:lnTo>
                  <a:lnTo>
                    <a:pt x="306768" y="2103286"/>
                  </a:lnTo>
                  <a:lnTo>
                    <a:pt x="305923" y="2103286"/>
                  </a:lnTo>
                  <a:lnTo>
                    <a:pt x="305078" y="2103286"/>
                  </a:lnTo>
                  <a:lnTo>
                    <a:pt x="304233" y="2103286"/>
                  </a:lnTo>
                  <a:lnTo>
                    <a:pt x="303388" y="2103286"/>
                  </a:lnTo>
                  <a:lnTo>
                    <a:pt x="302542" y="2103286"/>
                  </a:lnTo>
                  <a:lnTo>
                    <a:pt x="301697" y="2103286"/>
                  </a:lnTo>
                  <a:lnTo>
                    <a:pt x="300852" y="2103286"/>
                  </a:lnTo>
                  <a:lnTo>
                    <a:pt x="300007" y="2103286"/>
                  </a:lnTo>
                  <a:lnTo>
                    <a:pt x="299162" y="2103286"/>
                  </a:lnTo>
                  <a:lnTo>
                    <a:pt x="298317" y="2103286"/>
                  </a:lnTo>
                  <a:lnTo>
                    <a:pt x="297472" y="2103286"/>
                  </a:lnTo>
                  <a:lnTo>
                    <a:pt x="296627" y="2103286"/>
                  </a:lnTo>
                  <a:lnTo>
                    <a:pt x="295782" y="2103286"/>
                  </a:lnTo>
                  <a:lnTo>
                    <a:pt x="294937" y="2103286"/>
                  </a:lnTo>
                  <a:lnTo>
                    <a:pt x="294092" y="2103286"/>
                  </a:lnTo>
                  <a:lnTo>
                    <a:pt x="293246" y="2103286"/>
                  </a:lnTo>
                  <a:lnTo>
                    <a:pt x="292401" y="2103286"/>
                  </a:lnTo>
                  <a:lnTo>
                    <a:pt x="291556" y="2103286"/>
                  </a:lnTo>
                  <a:lnTo>
                    <a:pt x="290711" y="2103286"/>
                  </a:lnTo>
                  <a:lnTo>
                    <a:pt x="289866" y="2103286"/>
                  </a:lnTo>
                  <a:lnTo>
                    <a:pt x="289021" y="2103286"/>
                  </a:lnTo>
                  <a:lnTo>
                    <a:pt x="288176" y="2103286"/>
                  </a:lnTo>
                  <a:lnTo>
                    <a:pt x="287331" y="2103286"/>
                  </a:lnTo>
                  <a:lnTo>
                    <a:pt x="286486" y="2103286"/>
                  </a:lnTo>
                  <a:lnTo>
                    <a:pt x="285641" y="2103286"/>
                  </a:lnTo>
                  <a:lnTo>
                    <a:pt x="284796" y="2103286"/>
                  </a:lnTo>
                  <a:lnTo>
                    <a:pt x="283950" y="2103286"/>
                  </a:lnTo>
                  <a:lnTo>
                    <a:pt x="283105" y="2103286"/>
                  </a:lnTo>
                  <a:lnTo>
                    <a:pt x="282260" y="2103286"/>
                  </a:lnTo>
                  <a:lnTo>
                    <a:pt x="281415" y="2103286"/>
                  </a:lnTo>
                  <a:lnTo>
                    <a:pt x="280570" y="2103286"/>
                  </a:lnTo>
                  <a:lnTo>
                    <a:pt x="279725" y="2103286"/>
                  </a:lnTo>
                  <a:lnTo>
                    <a:pt x="278880" y="2103286"/>
                  </a:lnTo>
                  <a:lnTo>
                    <a:pt x="278035" y="2103286"/>
                  </a:lnTo>
                  <a:lnTo>
                    <a:pt x="277190" y="2103286"/>
                  </a:lnTo>
                  <a:lnTo>
                    <a:pt x="276345" y="2103286"/>
                  </a:lnTo>
                  <a:lnTo>
                    <a:pt x="275500" y="2103286"/>
                  </a:lnTo>
                  <a:lnTo>
                    <a:pt x="274654" y="2103286"/>
                  </a:lnTo>
                  <a:lnTo>
                    <a:pt x="273809" y="2103286"/>
                  </a:lnTo>
                  <a:lnTo>
                    <a:pt x="272964" y="2103286"/>
                  </a:lnTo>
                  <a:lnTo>
                    <a:pt x="272119" y="2103286"/>
                  </a:lnTo>
                  <a:lnTo>
                    <a:pt x="271274" y="2103286"/>
                  </a:lnTo>
                  <a:lnTo>
                    <a:pt x="270429" y="2103286"/>
                  </a:lnTo>
                  <a:lnTo>
                    <a:pt x="269584" y="2103286"/>
                  </a:lnTo>
                  <a:lnTo>
                    <a:pt x="268739" y="2103286"/>
                  </a:lnTo>
                  <a:lnTo>
                    <a:pt x="267894" y="2103286"/>
                  </a:lnTo>
                  <a:lnTo>
                    <a:pt x="267049" y="2103286"/>
                  </a:lnTo>
                  <a:lnTo>
                    <a:pt x="266204" y="2103286"/>
                  </a:lnTo>
                  <a:lnTo>
                    <a:pt x="265358" y="2103286"/>
                  </a:lnTo>
                  <a:lnTo>
                    <a:pt x="264513" y="2103286"/>
                  </a:lnTo>
                  <a:lnTo>
                    <a:pt x="263668" y="2103286"/>
                  </a:lnTo>
                  <a:lnTo>
                    <a:pt x="262823" y="2103286"/>
                  </a:lnTo>
                  <a:lnTo>
                    <a:pt x="261978" y="2103286"/>
                  </a:lnTo>
                  <a:lnTo>
                    <a:pt x="261133" y="2103286"/>
                  </a:lnTo>
                  <a:lnTo>
                    <a:pt x="260288" y="2103286"/>
                  </a:lnTo>
                  <a:lnTo>
                    <a:pt x="259443" y="2103286"/>
                  </a:lnTo>
                  <a:lnTo>
                    <a:pt x="258598" y="2103286"/>
                  </a:lnTo>
                  <a:lnTo>
                    <a:pt x="257753" y="2103286"/>
                  </a:lnTo>
                  <a:lnTo>
                    <a:pt x="256908" y="2103286"/>
                  </a:lnTo>
                  <a:lnTo>
                    <a:pt x="256062" y="2103286"/>
                  </a:lnTo>
                  <a:lnTo>
                    <a:pt x="255217" y="2103286"/>
                  </a:lnTo>
                  <a:lnTo>
                    <a:pt x="254372" y="2103286"/>
                  </a:lnTo>
                  <a:lnTo>
                    <a:pt x="253527" y="2103286"/>
                  </a:lnTo>
                  <a:lnTo>
                    <a:pt x="252682" y="2103286"/>
                  </a:lnTo>
                  <a:lnTo>
                    <a:pt x="251837" y="2103286"/>
                  </a:lnTo>
                  <a:lnTo>
                    <a:pt x="250992" y="2103286"/>
                  </a:lnTo>
                  <a:lnTo>
                    <a:pt x="250147" y="2103286"/>
                  </a:lnTo>
                  <a:lnTo>
                    <a:pt x="249302" y="2103286"/>
                  </a:lnTo>
                  <a:lnTo>
                    <a:pt x="248457" y="2103286"/>
                  </a:lnTo>
                  <a:lnTo>
                    <a:pt x="247611" y="2103286"/>
                  </a:lnTo>
                  <a:lnTo>
                    <a:pt x="246766" y="2103286"/>
                  </a:lnTo>
                  <a:lnTo>
                    <a:pt x="245921" y="2103286"/>
                  </a:lnTo>
                  <a:lnTo>
                    <a:pt x="245076" y="2103286"/>
                  </a:lnTo>
                  <a:lnTo>
                    <a:pt x="244231" y="2103286"/>
                  </a:lnTo>
                  <a:lnTo>
                    <a:pt x="243386" y="2103286"/>
                  </a:lnTo>
                  <a:lnTo>
                    <a:pt x="242541" y="2103286"/>
                  </a:lnTo>
                  <a:lnTo>
                    <a:pt x="241696" y="2103286"/>
                  </a:lnTo>
                  <a:lnTo>
                    <a:pt x="240851" y="2103286"/>
                  </a:lnTo>
                  <a:lnTo>
                    <a:pt x="240006" y="2103286"/>
                  </a:lnTo>
                  <a:lnTo>
                    <a:pt x="239161" y="2103286"/>
                  </a:lnTo>
                  <a:lnTo>
                    <a:pt x="238315" y="2103286"/>
                  </a:lnTo>
                  <a:lnTo>
                    <a:pt x="237470" y="2103286"/>
                  </a:lnTo>
                  <a:lnTo>
                    <a:pt x="236625" y="2103286"/>
                  </a:lnTo>
                  <a:lnTo>
                    <a:pt x="235780" y="2103286"/>
                  </a:lnTo>
                  <a:lnTo>
                    <a:pt x="234935" y="2103286"/>
                  </a:lnTo>
                  <a:lnTo>
                    <a:pt x="234090" y="2103286"/>
                  </a:lnTo>
                  <a:lnTo>
                    <a:pt x="233245" y="2103286"/>
                  </a:lnTo>
                  <a:lnTo>
                    <a:pt x="232400" y="2103286"/>
                  </a:lnTo>
                  <a:lnTo>
                    <a:pt x="231555" y="2103286"/>
                  </a:lnTo>
                  <a:lnTo>
                    <a:pt x="230710" y="2103286"/>
                  </a:lnTo>
                  <a:lnTo>
                    <a:pt x="229865" y="2103286"/>
                  </a:lnTo>
                  <a:lnTo>
                    <a:pt x="229019" y="2103286"/>
                  </a:lnTo>
                  <a:lnTo>
                    <a:pt x="228174" y="2103286"/>
                  </a:lnTo>
                  <a:lnTo>
                    <a:pt x="227329" y="2103286"/>
                  </a:lnTo>
                  <a:lnTo>
                    <a:pt x="226484" y="2103286"/>
                  </a:lnTo>
                  <a:lnTo>
                    <a:pt x="225639" y="2103286"/>
                  </a:lnTo>
                  <a:lnTo>
                    <a:pt x="224794" y="2103286"/>
                  </a:lnTo>
                  <a:lnTo>
                    <a:pt x="223949" y="2103286"/>
                  </a:lnTo>
                  <a:lnTo>
                    <a:pt x="223104" y="2103286"/>
                  </a:lnTo>
                  <a:lnTo>
                    <a:pt x="222259" y="2103286"/>
                  </a:lnTo>
                  <a:lnTo>
                    <a:pt x="221414" y="2103286"/>
                  </a:lnTo>
                  <a:lnTo>
                    <a:pt x="220569" y="2103286"/>
                  </a:lnTo>
                  <a:lnTo>
                    <a:pt x="219723" y="2103286"/>
                  </a:lnTo>
                  <a:lnTo>
                    <a:pt x="218878" y="2103286"/>
                  </a:lnTo>
                  <a:lnTo>
                    <a:pt x="218033" y="2103286"/>
                  </a:lnTo>
                  <a:lnTo>
                    <a:pt x="217188" y="2103286"/>
                  </a:lnTo>
                  <a:lnTo>
                    <a:pt x="216343" y="2103286"/>
                  </a:lnTo>
                  <a:lnTo>
                    <a:pt x="215498" y="2103286"/>
                  </a:lnTo>
                  <a:lnTo>
                    <a:pt x="214653" y="2103286"/>
                  </a:lnTo>
                  <a:lnTo>
                    <a:pt x="213808" y="2103286"/>
                  </a:lnTo>
                  <a:lnTo>
                    <a:pt x="212963" y="2103286"/>
                  </a:lnTo>
                  <a:lnTo>
                    <a:pt x="212118" y="2103286"/>
                  </a:lnTo>
                  <a:lnTo>
                    <a:pt x="211273" y="2103286"/>
                  </a:lnTo>
                  <a:lnTo>
                    <a:pt x="210427" y="2103286"/>
                  </a:lnTo>
                  <a:lnTo>
                    <a:pt x="209582" y="2103286"/>
                  </a:lnTo>
                  <a:lnTo>
                    <a:pt x="208737" y="2103286"/>
                  </a:lnTo>
                  <a:lnTo>
                    <a:pt x="207892" y="2103286"/>
                  </a:lnTo>
                  <a:lnTo>
                    <a:pt x="207047" y="2103286"/>
                  </a:lnTo>
                  <a:lnTo>
                    <a:pt x="206202" y="2103286"/>
                  </a:lnTo>
                  <a:lnTo>
                    <a:pt x="205357" y="2103286"/>
                  </a:lnTo>
                  <a:lnTo>
                    <a:pt x="204512" y="2103286"/>
                  </a:lnTo>
                  <a:lnTo>
                    <a:pt x="203667" y="2103286"/>
                  </a:lnTo>
                  <a:lnTo>
                    <a:pt x="202822" y="2103286"/>
                  </a:lnTo>
                  <a:lnTo>
                    <a:pt x="201977" y="2103286"/>
                  </a:lnTo>
                  <a:lnTo>
                    <a:pt x="201131" y="2103286"/>
                  </a:lnTo>
                  <a:lnTo>
                    <a:pt x="200286" y="2103286"/>
                  </a:lnTo>
                  <a:lnTo>
                    <a:pt x="199441" y="2103286"/>
                  </a:lnTo>
                  <a:lnTo>
                    <a:pt x="198596" y="2103286"/>
                  </a:lnTo>
                  <a:lnTo>
                    <a:pt x="197751" y="2103286"/>
                  </a:lnTo>
                  <a:lnTo>
                    <a:pt x="196906" y="2103286"/>
                  </a:lnTo>
                  <a:lnTo>
                    <a:pt x="196061" y="2103286"/>
                  </a:lnTo>
                  <a:lnTo>
                    <a:pt x="195216" y="2103286"/>
                  </a:lnTo>
                  <a:lnTo>
                    <a:pt x="194371" y="2103286"/>
                  </a:lnTo>
                  <a:lnTo>
                    <a:pt x="193526" y="2103286"/>
                  </a:lnTo>
                  <a:lnTo>
                    <a:pt x="192681" y="2103286"/>
                  </a:lnTo>
                  <a:lnTo>
                    <a:pt x="191835" y="2103286"/>
                  </a:lnTo>
                  <a:lnTo>
                    <a:pt x="190990" y="2103286"/>
                  </a:lnTo>
                  <a:lnTo>
                    <a:pt x="190145" y="2103286"/>
                  </a:lnTo>
                  <a:lnTo>
                    <a:pt x="189300" y="2103286"/>
                  </a:lnTo>
                  <a:lnTo>
                    <a:pt x="188455" y="2103286"/>
                  </a:lnTo>
                  <a:lnTo>
                    <a:pt x="187610" y="2103286"/>
                  </a:lnTo>
                  <a:lnTo>
                    <a:pt x="186765" y="2103286"/>
                  </a:lnTo>
                  <a:lnTo>
                    <a:pt x="185920" y="2103286"/>
                  </a:lnTo>
                  <a:lnTo>
                    <a:pt x="185075" y="2103286"/>
                  </a:lnTo>
                  <a:lnTo>
                    <a:pt x="184230" y="2103286"/>
                  </a:lnTo>
                  <a:lnTo>
                    <a:pt x="183384" y="2103286"/>
                  </a:lnTo>
                  <a:lnTo>
                    <a:pt x="182539" y="2103286"/>
                  </a:lnTo>
                  <a:lnTo>
                    <a:pt x="181694" y="2103286"/>
                  </a:lnTo>
                  <a:lnTo>
                    <a:pt x="180849" y="2103286"/>
                  </a:lnTo>
                  <a:lnTo>
                    <a:pt x="180004" y="2103286"/>
                  </a:lnTo>
                  <a:lnTo>
                    <a:pt x="179159" y="2103286"/>
                  </a:lnTo>
                  <a:lnTo>
                    <a:pt x="178314" y="2103286"/>
                  </a:lnTo>
                  <a:lnTo>
                    <a:pt x="177469" y="2103286"/>
                  </a:lnTo>
                  <a:lnTo>
                    <a:pt x="176624" y="2103286"/>
                  </a:lnTo>
                  <a:lnTo>
                    <a:pt x="175779" y="2103286"/>
                  </a:lnTo>
                  <a:lnTo>
                    <a:pt x="174934" y="2103286"/>
                  </a:lnTo>
                  <a:lnTo>
                    <a:pt x="174088" y="2103286"/>
                  </a:lnTo>
                  <a:lnTo>
                    <a:pt x="173243" y="2103286"/>
                  </a:lnTo>
                  <a:lnTo>
                    <a:pt x="172398" y="2103286"/>
                  </a:lnTo>
                  <a:lnTo>
                    <a:pt x="171553" y="2103286"/>
                  </a:lnTo>
                  <a:lnTo>
                    <a:pt x="170708" y="2103286"/>
                  </a:lnTo>
                  <a:lnTo>
                    <a:pt x="169863" y="2103286"/>
                  </a:lnTo>
                  <a:lnTo>
                    <a:pt x="169018" y="2103286"/>
                  </a:lnTo>
                  <a:lnTo>
                    <a:pt x="168173" y="2103286"/>
                  </a:lnTo>
                  <a:lnTo>
                    <a:pt x="167328" y="2103286"/>
                  </a:lnTo>
                  <a:lnTo>
                    <a:pt x="166483" y="2103286"/>
                  </a:lnTo>
                  <a:lnTo>
                    <a:pt x="165638" y="2103286"/>
                  </a:lnTo>
                  <a:lnTo>
                    <a:pt x="164792" y="2103286"/>
                  </a:lnTo>
                  <a:lnTo>
                    <a:pt x="163947" y="2103286"/>
                  </a:lnTo>
                  <a:lnTo>
                    <a:pt x="163102" y="2103286"/>
                  </a:lnTo>
                  <a:lnTo>
                    <a:pt x="162257" y="2103286"/>
                  </a:lnTo>
                  <a:lnTo>
                    <a:pt x="161412" y="2103286"/>
                  </a:lnTo>
                  <a:lnTo>
                    <a:pt x="160567" y="2103286"/>
                  </a:lnTo>
                  <a:lnTo>
                    <a:pt x="159722" y="2103286"/>
                  </a:lnTo>
                  <a:lnTo>
                    <a:pt x="158877" y="2103286"/>
                  </a:lnTo>
                  <a:lnTo>
                    <a:pt x="158032" y="2103286"/>
                  </a:lnTo>
                  <a:lnTo>
                    <a:pt x="157187" y="2103286"/>
                  </a:lnTo>
                  <a:lnTo>
                    <a:pt x="156342" y="2103286"/>
                  </a:lnTo>
                  <a:lnTo>
                    <a:pt x="155496" y="2103286"/>
                  </a:lnTo>
                  <a:lnTo>
                    <a:pt x="154651" y="2103286"/>
                  </a:lnTo>
                  <a:lnTo>
                    <a:pt x="153806" y="2103286"/>
                  </a:lnTo>
                  <a:lnTo>
                    <a:pt x="152961" y="2103286"/>
                  </a:lnTo>
                  <a:lnTo>
                    <a:pt x="152116" y="2103286"/>
                  </a:lnTo>
                  <a:lnTo>
                    <a:pt x="151271" y="2103286"/>
                  </a:lnTo>
                  <a:lnTo>
                    <a:pt x="150426" y="2103286"/>
                  </a:lnTo>
                  <a:lnTo>
                    <a:pt x="149581" y="2103286"/>
                  </a:lnTo>
                  <a:lnTo>
                    <a:pt x="148736" y="2103286"/>
                  </a:lnTo>
                  <a:lnTo>
                    <a:pt x="147891" y="2103286"/>
                  </a:lnTo>
                  <a:lnTo>
                    <a:pt x="147046" y="2103286"/>
                  </a:lnTo>
                  <a:lnTo>
                    <a:pt x="146200" y="2103286"/>
                  </a:lnTo>
                  <a:lnTo>
                    <a:pt x="145355" y="2103286"/>
                  </a:lnTo>
                  <a:lnTo>
                    <a:pt x="144510" y="2103286"/>
                  </a:lnTo>
                  <a:lnTo>
                    <a:pt x="143665" y="2103286"/>
                  </a:lnTo>
                  <a:lnTo>
                    <a:pt x="142820" y="2103286"/>
                  </a:lnTo>
                  <a:lnTo>
                    <a:pt x="141975" y="2103286"/>
                  </a:lnTo>
                  <a:lnTo>
                    <a:pt x="141130" y="2103286"/>
                  </a:lnTo>
                  <a:lnTo>
                    <a:pt x="140285" y="2103286"/>
                  </a:lnTo>
                  <a:lnTo>
                    <a:pt x="139440" y="2103286"/>
                  </a:lnTo>
                  <a:lnTo>
                    <a:pt x="138595" y="2103286"/>
                  </a:lnTo>
                  <a:lnTo>
                    <a:pt x="137750" y="2103286"/>
                  </a:lnTo>
                  <a:lnTo>
                    <a:pt x="136904" y="2103286"/>
                  </a:lnTo>
                  <a:lnTo>
                    <a:pt x="136059" y="2103286"/>
                  </a:lnTo>
                  <a:lnTo>
                    <a:pt x="135214" y="2103286"/>
                  </a:lnTo>
                  <a:lnTo>
                    <a:pt x="134369" y="2103286"/>
                  </a:lnTo>
                  <a:lnTo>
                    <a:pt x="133524" y="2103286"/>
                  </a:lnTo>
                  <a:lnTo>
                    <a:pt x="132679" y="2103286"/>
                  </a:lnTo>
                  <a:lnTo>
                    <a:pt x="131834" y="2103286"/>
                  </a:lnTo>
                  <a:lnTo>
                    <a:pt x="130989" y="2103286"/>
                  </a:lnTo>
                  <a:lnTo>
                    <a:pt x="130144" y="2103286"/>
                  </a:lnTo>
                  <a:lnTo>
                    <a:pt x="129299" y="2103286"/>
                  </a:lnTo>
                  <a:lnTo>
                    <a:pt x="128454" y="2103286"/>
                  </a:lnTo>
                  <a:lnTo>
                    <a:pt x="127608" y="2103286"/>
                  </a:lnTo>
                  <a:lnTo>
                    <a:pt x="126763" y="2103286"/>
                  </a:lnTo>
                  <a:lnTo>
                    <a:pt x="125918" y="2103286"/>
                  </a:lnTo>
                  <a:lnTo>
                    <a:pt x="125073" y="2103286"/>
                  </a:lnTo>
                  <a:lnTo>
                    <a:pt x="124228" y="2103286"/>
                  </a:lnTo>
                  <a:lnTo>
                    <a:pt x="123383" y="2103286"/>
                  </a:lnTo>
                  <a:lnTo>
                    <a:pt x="122538" y="2103286"/>
                  </a:lnTo>
                  <a:lnTo>
                    <a:pt x="121693" y="2103286"/>
                  </a:lnTo>
                  <a:lnTo>
                    <a:pt x="120848" y="2103286"/>
                  </a:lnTo>
                  <a:lnTo>
                    <a:pt x="120003" y="2103286"/>
                  </a:lnTo>
                  <a:lnTo>
                    <a:pt x="119157" y="2103286"/>
                  </a:lnTo>
                  <a:lnTo>
                    <a:pt x="118312" y="2103286"/>
                  </a:lnTo>
                  <a:lnTo>
                    <a:pt x="117467" y="2103286"/>
                  </a:lnTo>
                  <a:lnTo>
                    <a:pt x="116622" y="2103286"/>
                  </a:lnTo>
                  <a:lnTo>
                    <a:pt x="115777" y="2103286"/>
                  </a:lnTo>
                  <a:lnTo>
                    <a:pt x="114932" y="2103286"/>
                  </a:lnTo>
                  <a:lnTo>
                    <a:pt x="114087" y="2103286"/>
                  </a:lnTo>
                  <a:lnTo>
                    <a:pt x="113242" y="2103286"/>
                  </a:lnTo>
                  <a:lnTo>
                    <a:pt x="112397" y="2103286"/>
                  </a:lnTo>
                  <a:lnTo>
                    <a:pt x="111552" y="2103286"/>
                  </a:lnTo>
                  <a:lnTo>
                    <a:pt x="110707" y="2103286"/>
                  </a:lnTo>
                  <a:lnTo>
                    <a:pt x="109861" y="2103286"/>
                  </a:lnTo>
                  <a:lnTo>
                    <a:pt x="109016" y="2103286"/>
                  </a:lnTo>
                  <a:lnTo>
                    <a:pt x="108171" y="2103286"/>
                  </a:lnTo>
                  <a:lnTo>
                    <a:pt x="107326" y="2103286"/>
                  </a:lnTo>
                  <a:lnTo>
                    <a:pt x="106481" y="2103286"/>
                  </a:lnTo>
                  <a:lnTo>
                    <a:pt x="105636" y="2103286"/>
                  </a:lnTo>
                  <a:lnTo>
                    <a:pt x="104791" y="2103286"/>
                  </a:lnTo>
                  <a:lnTo>
                    <a:pt x="103946" y="2103286"/>
                  </a:lnTo>
                  <a:lnTo>
                    <a:pt x="103101" y="2103286"/>
                  </a:lnTo>
                  <a:lnTo>
                    <a:pt x="102256" y="2103286"/>
                  </a:lnTo>
                  <a:lnTo>
                    <a:pt x="101411" y="2103286"/>
                  </a:lnTo>
                  <a:lnTo>
                    <a:pt x="100565" y="2103286"/>
                  </a:lnTo>
                  <a:lnTo>
                    <a:pt x="99720" y="2103286"/>
                  </a:lnTo>
                  <a:lnTo>
                    <a:pt x="98875" y="2103286"/>
                  </a:lnTo>
                  <a:lnTo>
                    <a:pt x="98030" y="2103286"/>
                  </a:lnTo>
                  <a:lnTo>
                    <a:pt x="97185" y="2103286"/>
                  </a:lnTo>
                  <a:lnTo>
                    <a:pt x="96340" y="2103286"/>
                  </a:lnTo>
                  <a:lnTo>
                    <a:pt x="95495" y="2103286"/>
                  </a:lnTo>
                  <a:lnTo>
                    <a:pt x="94650" y="2103286"/>
                  </a:lnTo>
                  <a:lnTo>
                    <a:pt x="93805" y="2103286"/>
                  </a:lnTo>
                  <a:lnTo>
                    <a:pt x="92960" y="2103286"/>
                  </a:lnTo>
                  <a:lnTo>
                    <a:pt x="92115" y="2103286"/>
                  </a:lnTo>
                  <a:lnTo>
                    <a:pt x="91269" y="2103286"/>
                  </a:lnTo>
                  <a:lnTo>
                    <a:pt x="90424" y="2103286"/>
                  </a:lnTo>
                  <a:lnTo>
                    <a:pt x="89579" y="2103286"/>
                  </a:lnTo>
                  <a:lnTo>
                    <a:pt x="88734" y="2103286"/>
                  </a:lnTo>
                  <a:lnTo>
                    <a:pt x="87889" y="2103286"/>
                  </a:lnTo>
                  <a:lnTo>
                    <a:pt x="87044" y="2103286"/>
                  </a:lnTo>
                  <a:lnTo>
                    <a:pt x="86199" y="2103286"/>
                  </a:lnTo>
                  <a:lnTo>
                    <a:pt x="85354" y="2103286"/>
                  </a:lnTo>
                  <a:lnTo>
                    <a:pt x="84509" y="2103286"/>
                  </a:lnTo>
                  <a:lnTo>
                    <a:pt x="83664" y="2103286"/>
                  </a:lnTo>
                  <a:lnTo>
                    <a:pt x="82819" y="2103286"/>
                  </a:lnTo>
                  <a:lnTo>
                    <a:pt x="81973" y="2103286"/>
                  </a:lnTo>
                  <a:lnTo>
                    <a:pt x="81128" y="2103286"/>
                  </a:lnTo>
                  <a:lnTo>
                    <a:pt x="80283" y="2103286"/>
                  </a:lnTo>
                  <a:lnTo>
                    <a:pt x="79438" y="2103286"/>
                  </a:lnTo>
                  <a:lnTo>
                    <a:pt x="78593" y="2103286"/>
                  </a:lnTo>
                  <a:lnTo>
                    <a:pt x="77748" y="2103286"/>
                  </a:lnTo>
                  <a:lnTo>
                    <a:pt x="76903" y="2103286"/>
                  </a:lnTo>
                  <a:lnTo>
                    <a:pt x="76058" y="2103286"/>
                  </a:lnTo>
                  <a:lnTo>
                    <a:pt x="75213" y="2103286"/>
                  </a:lnTo>
                  <a:lnTo>
                    <a:pt x="74368" y="2103286"/>
                  </a:lnTo>
                  <a:lnTo>
                    <a:pt x="73523" y="2103286"/>
                  </a:lnTo>
                  <a:lnTo>
                    <a:pt x="72677" y="2103286"/>
                  </a:lnTo>
                  <a:lnTo>
                    <a:pt x="71832" y="2103286"/>
                  </a:lnTo>
                  <a:lnTo>
                    <a:pt x="70987" y="2103286"/>
                  </a:lnTo>
                  <a:lnTo>
                    <a:pt x="70142" y="2103286"/>
                  </a:lnTo>
                  <a:lnTo>
                    <a:pt x="69297" y="2103286"/>
                  </a:lnTo>
                  <a:lnTo>
                    <a:pt x="68452" y="2103286"/>
                  </a:lnTo>
                  <a:lnTo>
                    <a:pt x="67607" y="2103286"/>
                  </a:lnTo>
                  <a:lnTo>
                    <a:pt x="66762" y="2103286"/>
                  </a:lnTo>
                  <a:lnTo>
                    <a:pt x="65917" y="2103286"/>
                  </a:lnTo>
                  <a:lnTo>
                    <a:pt x="65072" y="2103286"/>
                  </a:lnTo>
                  <a:lnTo>
                    <a:pt x="64227" y="2103286"/>
                  </a:lnTo>
                  <a:lnTo>
                    <a:pt x="63381" y="2103286"/>
                  </a:lnTo>
                  <a:lnTo>
                    <a:pt x="62536" y="2103286"/>
                  </a:lnTo>
                  <a:lnTo>
                    <a:pt x="61691" y="2103286"/>
                  </a:lnTo>
                  <a:lnTo>
                    <a:pt x="60846" y="2103286"/>
                  </a:lnTo>
                  <a:lnTo>
                    <a:pt x="60001" y="2103286"/>
                  </a:lnTo>
                  <a:lnTo>
                    <a:pt x="59156" y="2103286"/>
                  </a:lnTo>
                  <a:lnTo>
                    <a:pt x="58311" y="2103286"/>
                  </a:lnTo>
                  <a:lnTo>
                    <a:pt x="57466" y="2103286"/>
                  </a:lnTo>
                  <a:lnTo>
                    <a:pt x="56621" y="2103286"/>
                  </a:lnTo>
                  <a:lnTo>
                    <a:pt x="55776" y="2103286"/>
                  </a:lnTo>
                  <a:lnTo>
                    <a:pt x="54930" y="2103286"/>
                  </a:lnTo>
                  <a:lnTo>
                    <a:pt x="54085" y="2103286"/>
                  </a:lnTo>
                  <a:lnTo>
                    <a:pt x="53240" y="2103286"/>
                  </a:lnTo>
                  <a:lnTo>
                    <a:pt x="52395" y="2103286"/>
                  </a:lnTo>
                  <a:lnTo>
                    <a:pt x="51550" y="2103286"/>
                  </a:lnTo>
                  <a:lnTo>
                    <a:pt x="50705" y="2103286"/>
                  </a:lnTo>
                  <a:lnTo>
                    <a:pt x="49860" y="2103286"/>
                  </a:lnTo>
                  <a:lnTo>
                    <a:pt x="49015" y="2103286"/>
                  </a:lnTo>
                  <a:lnTo>
                    <a:pt x="48170" y="2103286"/>
                  </a:lnTo>
                  <a:lnTo>
                    <a:pt x="47325" y="2103286"/>
                  </a:lnTo>
                  <a:lnTo>
                    <a:pt x="46480" y="2103286"/>
                  </a:lnTo>
                  <a:lnTo>
                    <a:pt x="45634" y="2103286"/>
                  </a:lnTo>
                  <a:lnTo>
                    <a:pt x="44789" y="2103286"/>
                  </a:lnTo>
                  <a:lnTo>
                    <a:pt x="43944" y="2103286"/>
                  </a:lnTo>
                  <a:lnTo>
                    <a:pt x="43099" y="2103286"/>
                  </a:lnTo>
                  <a:lnTo>
                    <a:pt x="42254" y="2103286"/>
                  </a:lnTo>
                  <a:lnTo>
                    <a:pt x="41409" y="2103286"/>
                  </a:lnTo>
                  <a:lnTo>
                    <a:pt x="40564" y="2103286"/>
                  </a:lnTo>
                  <a:lnTo>
                    <a:pt x="39719" y="2103286"/>
                  </a:lnTo>
                  <a:lnTo>
                    <a:pt x="38874" y="2103286"/>
                  </a:lnTo>
                  <a:lnTo>
                    <a:pt x="38029" y="2103286"/>
                  </a:lnTo>
                  <a:lnTo>
                    <a:pt x="37184" y="2103286"/>
                  </a:lnTo>
                  <a:lnTo>
                    <a:pt x="36338" y="2103286"/>
                  </a:lnTo>
                  <a:lnTo>
                    <a:pt x="35493" y="2103286"/>
                  </a:lnTo>
                  <a:lnTo>
                    <a:pt x="34648" y="2103286"/>
                  </a:lnTo>
                  <a:lnTo>
                    <a:pt x="33803" y="2103286"/>
                  </a:lnTo>
                  <a:lnTo>
                    <a:pt x="32958" y="2103286"/>
                  </a:lnTo>
                  <a:lnTo>
                    <a:pt x="32113" y="2103286"/>
                  </a:lnTo>
                  <a:lnTo>
                    <a:pt x="31268" y="2103286"/>
                  </a:lnTo>
                  <a:lnTo>
                    <a:pt x="30423" y="2103286"/>
                  </a:lnTo>
                  <a:lnTo>
                    <a:pt x="29578" y="2103286"/>
                  </a:lnTo>
                  <a:lnTo>
                    <a:pt x="28733" y="2103286"/>
                  </a:lnTo>
                  <a:lnTo>
                    <a:pt x="27888" y="2103286"/>
                  </a:lnTo>
                  <a:lnTo>
                    <a:pt x="27042" y="2103286"/>
                  </a:lnTo>
                  <a:lnTo>
                    <a:pt x="26197" y="2103286"/>
                  </a:lnTo>
                  <a:lnTo>
                    <a:pt x="25352" y="2103286"/>
                  </a:lnTo>
                  <a:lnTo>
                    <a:pt x="24507" y="2103286"/>
                  </a:lnTo>
                  <a:lnTo>
                    <a:pt x="23662" y="2103286"/>
                  </a:lnTo>
                  <a:lnTo>
                    <a:pt x="22817" y="2103286"/>
                  </a:lnTo>
                  <a:lnTo>
                    <a:pt x="21972" y="2103286"/>
                  </a:lnTo>
                  <a:lnTo>
                    <a:pt x="21127" y="2103286"/>
                  </a:lnTo>
                  <a:lnTo>
                    <a:pt x="20282" y="2103286"/>
                  </a:lnTo>
                  <a:lnTo>
                    <a:pt x="19437" y="2103286"/>
                  </a:lnTo>
                  <a:lnTo>
                    <a:pt x="18592" y="2103286"/>
                  </a:lnTo>
                  <a:lnTo>
                    <a:pt x="17746" y="2103286"/>
                  </a:lnTo>
                  <a:lnTo>
                    <a:pt x="16901" y="2103286"/>
                  </a:lnTo>
                  <a:lnTo>
                    <a:pt x="16056" y="2103286"/>
                  </a:lnTo>
                  <a:lnTo>
                    <a:pt x="15211" y="2103286"/>
                  </a:lnTo>
                  <a:lnTo>
                    <a:pt x="14366" y="2103286"/>
                  </a:lnTo>
                  <a:lnTo>
                    <a:pt x="13521" y="2103286"/>
                  </a:lnTo>
                  <a:lnTo>
                    <a:pt x="12676" y="2103286"/>
                  </a:lnTo>
                  <a:lnTo>
                    <a:pt x="11831" y="2103286"/>
                  </a:lnTo>
                  <a:lnTo>
                    <a:pt x="10986" y="2103286"/>
                  </a:lnTo>
                  <a:lnTo>
                    <a:pt x="10141" y="2103286"/>
                  </a:lnTo>
                  <a:lnTo>
                    <a:pt x="9296" y="2103286"/>
                  </a:lnTo>
                  <a:lnTo>
                    <a:pt x="8450" y="2103286"/>
                  </a:lnTo>
                  <a:lnTo>
                    <a:pt x="7605" y="2103286"/>
                  </a:lnTo>
                  <a:lnTo>
                    <a:pt x="6760" y="2103286"/>
                  </a:lnTo>
                  <a:lnTo>
                    <a:pt x="5915" y="2103286"/>
                  </a:lnTo>
                  <a:lnTo>
                    <a:pt x="5070" y="2103286"/>
                  </a:lnTo>
                  <a:lnTo>
                    <a:pt x="4225" y="2103286"/>
                  </a:lnTo>
                  <a:lnTo>
                    <a:pt x="3380" y="2103286"/>
                  </a:lnTo>
                  <a:lnTo>
                    <a:pt x="2535" y="2103286"/>
                  </a:lnTo>
                  <a:lnTo>
                    <a:pt x="1690" y="2103286"/>
                  </a:lnTo>
                  <a:lnTo>
                    <a:pt x="845" y="2103286"/>
                  </a:lnTo>
                  <a:lnTo>
                    <a:pt x="0" y="2103286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693775" y="69589"/>
              <a:ext cx="8304720" cy="2103286"/>
            </a:xfrm>
            <a:custGeom>
              <a:avLst/>
              <a:pathLst>
                <a:path w="8304720" h="2103286">
                  <a:moveTo>
                    <a:pt x="0" y="1385429"/>
                  </a:moveTo>
                  <a:lnTo>
                    <a:pt x="845" y="1365629"/>
                  </a:lnTo>
                  <a:lnTo>
                    <a:pt x="1690" y="1308270"/>
                  </a:lnTo>
                  <a:lnTo>
                    <a:pt x="2535" y="1235780"/>
                  </a:lnTo>
                  <a:lnTo>
                    <a:pt x="3380" y="1232103"/>
                  </a:lnTo>
                  <a:lnTo>
                    <a:pt x="4225" y="1250505"/>
                  </a:lnTo>
                  <a:lnTo>
                    <a:pt x="5070" y="1258299"/>
                  </a:lnTo>
                  <a:lnTo>
                    <a:pt x="5915" y="1249887"/>
                  </a:lnTo>
                  <a:lnTo>
                    <a:pt x="6760" y="1255058"/>
                  </a:lnTo>
                  <a:lnTo>
                    <a:pt x="7605" y="1270150"/>
                  </a:lnTo>
                  <a:lnTo>
                    <a:pt x="8450" y="1273422"/>
                  </a:lnTo>
                  <a:lnTo>
                    <a:pt x="9296" y="1261016"/>
                  </a:lnTo>
                  <a:lnTo>
                    <a:pt x="10141" y="1165050"/>
                  </a:lnTo>
                  <a:lnTo>
                    <a:pt x="10986" y="1043989"/>
                  </a:lnTo>
                  <a:lnTo>
                    <a:pt x="11831" y="946608"/>
                  </a:lnTo>
                  <a:lnTo>
                    <a:pt x="12676" y="865785"/>
                  </a:lnTo>
                  <a:lnTo>
                    <a:pt x="13521" y="772279"/>
                  </a:lnTo>
                  <a:lnTo>
                    <a:pt x="14366" y="714536"/>
                  </a:lnTo>
                  <a:lnTo>
                    <a:pt x="15211" y="767156"/>
                  </a:lnTo>
                  <a:lnTo>
                    <a:pt x="16056" y="787399"/>
                  </a:lnTo>
                  <a:lnTo>
                    <a:pt x="16901" y="751416"/>
                  </a:lnTo>
                  <a:lnTo>
                    <a:pt x="17746" y="717854"/>
                  </a:lnTo>
                  <a:lnTo>
                    <a:pt x="18592" y="673432"/>
                  </a:lnTo>
                  <a:lnTo>
                    <a:pt x="19437" y="571891"/>
                  </a:lnTo>
                  <a:lnTo>
                    <a:pt x="20282" y="444625"/>
                  </a:lnTo>
                  <a:lnTo>
                    <a:pt x="21127" y="380183"/>
                  </a:lnTo>
                  <a:lnTo>
                    <a:pt x="21972" y="339738"/>
                  </a:lnTo>
                  <a:lnTo>
                    <a:pt x="22817" y="323524"/>
                  </a:lnTo>
                  <a:lnTo>
                    <a:pt x="23662" y="324560"/>
                  </a:lnTo>
                  <a:lnTo>
                    <a:pt x="24507" y="308085"/>
                  </a:lnTo>
                  <a:lnTo>
                    <a:pt x="25352" y="271021"/>
                  </a:lnTo>
                  <a:lnTo>
                    <a:pt x="26197" y="183032"/>
                  </a:lnTo>
                  <a:lnTo>
                    <a:pt x="27042" y="115135"/>
                  </a:lnTo>
                  <a:lnTo>
                    <a:pt x="27888" y="62939"/>
                  </a:lnTo>
                  <a:lnTo>
                    <a:pt x="28733" y="78307"/>
                  </a:lnTo>
                  <a:lnTo>
                    <a:pt x="29578" y="146102"/>
                  </a:lnTo>
                  <a:lnTo>
                    <a:pt x="30423" y="191448"/>
                  </a:lnTo>
                  <a:lnTo>
                    <a:pt x="31268" y="260195"/>
                  </a:lnTo>
                  <a:lnTo>
                    <a:pt x="32113" y="352278"/>
                  </a:lnTo>
                  <a:lnTo>
                    <a:pt x="32958" y="440885"/>
                  </a:lnTo>
                  <a:lnTo>
                    <a:pt x="33803" y="468234"/>
                  </a:lnTo>
                  <a:lnTo>
                    <a:pt x="34648" y="417787"/>
                  </a:lnTo>
                  <a:lnTo>
                    <a:pt x="35493" y="408007"/>
                  </a:lnTo>
                  <a:lnTo>
                    <a:pt x="36338" y="375223"/>
                  </a:lnTo>
                  <a:lnTo>
                    <a:pt x="37184" y="305760"/>
                  </a:lnTo>
                  <a:lnTo>
                    <a:pt x="38029" y="234798"/>
                  </a:lnTo>
                  <a:lnTo>
                    <a:pt x="38874" y="144916"/>
                  </a:lnTo>
                  <a:lnTo>
                    <a:pt x="39719" y="119599"/>
                  </a:lnTo>
                  <a:lnTo>
                    <a:pt x="40564" y="92014"/>
                  </a:lnTo>
                  <a:lnTo>
                    <a:pt x="41409" y="56438"/>
                  </a:lnTo>
                  <a:lnTo>
                    <a:pt x="42254" y="23577"/>
                  </a:lnTo>
                  <a:lnTo>
                    <a:pt x="43099" y="8208"/>
                  </a:lnTo>
                  <a:lnTo>
                    <a:pt x="43944" y="0"/>
                  </a:lnTo>
                  <a:lnTo>
                    <a:pt x="43944" y="0"/>
                  </a:lnTo>
                  <a:lnTo>
                    <a:pt x="44789" y="75846"/>
                  </a:lnTo>
                  <a:lnTo>
                    <a:pt x="45634" y="203092"/>
                  </a:lnTo>
                  <a:lnTo>
                    <a:pt x="46480" y="314808"/>
                  </a:lnTo>
                  <a:lnTo>
                    <a:pt x="47325" y="370640"/>
                  </a:lnTo>
                  <a:lnTo>
                    <a:pt x="48170" y="367387"/>
                  </a:lnTo>
                  <a:lnTo>
                    <a:pt x="49015" y="409868"/>
                  </a:lnTo>
                  <a:lnTo>
                    <a:pt x="49860" y="387096"/>
                  </a:lnTo>
                  <a:lnTo>
                    <a:pt x="50705" y="294645"/>
                  </a:lnTo>
                  <a:lnTo>
                    <a:pt x="51550" y="221384"/>
                  </a:lnTo>
                  <a:lnTo>
                    <a:pt x="52395" y="213605"/>
                  </a:lnTo>
                  <a:lnTo>
                    <a:pt x="53240" y="265058"/>
                  </a:lnTo>
                  <a:lnTo>
                    <a:pt x="54085" y="248529"/>
                  </a:lnTo>
                  <a:lnTo>
                    <a:pt x="54930" y="192949"/>
                  </a:lnTo>
                  <a:lnTo>
                    <a:pt x="55776" y="197147"/>
                  </a:lnTo>
                  <a:lnTo>
                    <a:pt x="56621" y="299430"/>
                  </a:lnTo>
                  <a:lnTo>
                    <a:pt x="57466" y="386774"/>
                  </a:lnTo>
                  <a:lnTo>
                    <a:pt x="58311" y="404710"/>
                  </a:lnTo>
                  <a:lnTo>
                    <a:pt x="59156" y="427308"/>
                  </a:lnTo>
                  <a:lnTo>
                    <a:pt x="60001" y="469634"/>
                  </a:lnTo>
                  <a:lnTo>
                    <a:pt x="60846" y="485722"/>
                  </a:lnTo>
                  <a:lnTo>
                    <a:pt x="61691" y="406654"/>
                  </a:lnTo>
                  <a:lnTo>
                    <a:pt x="62536" y="299592"/>
                  </a:lnTo>
                  <a:lnTo>
                    <a:pt x="63381" y="242065"/>
                  </a:lnTo>
                  <a:lnTo>
                    <a:pt x="64227" y="281975"/>
                  </a:lnTo>
                  <a:lnTo>
                    <a:pt x="65072" y="349661"/>
                  </a:lnTo>
                  <a:lnTo>
                    <a:pt x="65917" y="393804"/>
                  </a:lnTo>
                  <a:lnTo>
                    <a:pt x="66762" y="451068"/>
                  </a:lnTo>
                  <a:lnTo>
                    <a:pt x="67607" y="530172"/>
                  </a:lnTo>
                  <a:lnTo>
                    <a:pt x="68452" y="586873"/>
                  </a:lnTo>
                  <a:lnTo>
                    <a:pt x="69297" y="561168"/>
                  </a:lnTo>
                  <a:lnTo>
                    <a:pt x="70142" y="511222"/>
                  </a:lnTo>
                  <a:lnTo>
                    <a:pt x="70987" y="452294"/>
                  </a:lnTo>
                  <a:lnTo>
                    <a:pt x="71832" y="466385"/>
                  </a:lnTo>
                  <a:lnTo>
                    <a:pt x="72677" y="539816"/>
                  </a:lnTo>
                  <a:lnTo>
                    <a:pt x="73523" y="644767"/>
                  </a:lnTo>
                  <a:lnTo>
                    <a:pt x="74368" y="769805"/>
                  </a:lnTo>
                  <a:lnTo>
                    <a:pt x="75213" y="838486"/>
                  </a:lnTo>
                  <a:lnTo>
                    <a:pt x="76058" y="855564"/>
                  </a:lnTo>
                  <a:lnTo>
                    <a:pt x="76903" y="795829"/>
                  </a:lnTo>
                  <a:lnTo>
                    <a:pt x="77748" y="692077"/>
                  </a:lnTo>
                  <a:lnTo>
                    <a:pt x="78593" y="594391"/>
                  </a:lnTo>
                  <a:lnTo>
                    <a:pt x="79438" y="499410"/>
                  </a:lnTo>
                  <a:lnTo>
                    <a:pt x="80283" y="501563"/>
                  </a:lnTo>
                  <a:lnTo>
                    <a:pt x="81128" y="582614"/>
                  </a:lnTo>
                  <a:lnTo>
                    <a:pt x="81973" y="659446"/>
                  </a:lnTo>
                  <a:lnTo>
                    <a:pt x="82819" y="773103"/>
                  </a:lnTo>
                  <a:lnTo>
                    <a:pt x="83664" y="869657"/>
                  </a:lnTo>
                  <a:lnTo>
                    <a:pt x="84509" y="957271"/>
                  </a:lnTo>
                  <a:lnTo>
                    <a:pt x="85354" y="1046094"/>
                  </a:lnTo>
                  <a:lnTo>
                    <a:pt x="86199" y="1169940"/>
                  </a:lnTo>
                  <a:lnTo>
                    <a:pt x="87044" y="1321154"/>
                  </a:lnTo>
                  <a:lnTo>
                    <a:pt x="87889" y="1395911"/>
                  </a:lnTo>
                  <a:lnTo>
                    <a:pt x="88734" y="1471449"/>
                  </a:lnTo>
                  <a:lnTo>
                    <a:pt x="89579" y="1551679"/>
                  </a:lnTo>
                  <a:lnTo>
                    <a:pt x="90424" y="1587487"/>
                  </a:lnTo>
                  <a:lnTo>
                    <a:pt x="91269" y="1533507"/>
                  </a:lnTo>
                  <a:lnTo>
                    <a:pt x="92115" y="1444208"/>
                  </a:lnTo>
                  <a:lnTo>
                    <a:pt x="92960" y="1417316"/>
                  </a:lnTo>
                  <a:lnTo>
                    <a:pt x="93805" y="1428511"/>
                  </a:lnTo>
                  <a:lnTo>
                    <a:pt x="94650" y="1464933"/>
                  </a:lnTo>
                  <a:lnTo>
                    <a:pt x="95495" y="1498017"/>
                  </a:lnTo>
                  <a:lnTo>
                    <a:pt x="96340" y="1584340"/>
                  </a:lnTo>
                  <a:lnTo>
                    <a:pt x="97185" y="1704260"/>
                  </a:lnTo>
                  <a:lnTo>
                    <a:pt x="98030" y="1743682"/>
                  </a:lnTo>
                  <a:lnTo>
                    <a:pt x="98875" y="1748914"/>
                  </a:lnTo>
                  <a:lnTo>
                    <a:pt x="99720" y="1730830"/>
                  </a:lnTo>
                  <a:lnTo>
                    <a:pt x="100565" y="1716453"/>
                  </a:lnTo>
                  <a:lnTo>
                    <a:pt x="101411" y="1705940"/>
                  </a:lnTo>
                  <a:lnTo>
                    <a:pt x="102256" y="1720047"/>
                  </a:lnTo>
                  <a:lnTo>
                    <a:pt x="103101" y="1722617"/>
                  </a:lnTo>
                  <a:lnTo>
                    <a:pt x="103946" y="1758895"/>
                  </a:lnTo>
                  <a:lnTo>
                    <a:pt x="104791" y="1816832"/>
                  </a:lnTo>
                  <a:lnTo>
                    <a:pt x="105636" y="1846495"/>
                  </a:lnTo>
                  <a:lnTo>
                    <a:pt x="106481" y="1847007"/>
                  </a:lnTo>
                  <a:lnTo>
                    <a:pt x="107326" y="1842726"/>
                  </a:lnTo>
                  <a:lnTo>
                    <a:pt x="108171" y="1903042"/>
                  </a:lnTo>
                  <a:lnTo>
                    <a:pt x="109016" y="1961902"/>
                  </a:lnTo>
                  <a:lnTo>
                    <a:pt x="109861" y="1963761"/>
                  </a:lnTo>
                  <a:lnTo>
                    <a:pt x="110707" y="1987660"/>
                  </a:lnTo>
                  <a:lnTo>
                    <a:pt x="111552" y="2055876"/>
                  </a:lnTo>
                  <a:lnTo>
                    <a:pt x="112397" y="2056286"/>
                  </a:lnTo>
                  <a:lnTo>
                    <a:pt x="113242" y="2059878"/>
                  </a:lnTo>
                  <a:lnTo>
                    <a:pt x="114087" y="2033130"/>
                  </a:lnTo>
                  <a:lnTo>
                    <a:pt x="114932" y="2033747"/>
                  </a:lnTo>
                  <a:lnTo>
                    <a:pt x="115777" y="2043262"/>
                  </a:lnTo>
                  <a:lnTo>
                    <a:pt x="116622" y="2024473"/>
                  </a:lnTo>
                  <a:lnTo>
                    <a:pt x="117467" y="2017840"/>
                  </a:lnTo>
                  <a:lnTo>
                    <a:pt x="118312" y="1946472"/>
                  </a:lnTo>
                  <a:lnTo>
                    <a:pt x="119157" y="1844239"/>
                  </a:lnTo>
                  <a:lnTo>
                    <a:pt x="120003" y="1788527"/>
                  </a:lnTo>
                  <a:lnTo>
                    <a:pt x="120848" y="1820733"/>
                  </a:lnTo>
                  <a:lnTo>
                    <a:pt x="121693" y="1815606"/>
                  </a:lnTo>
                  <a:lnTo>
                    <a:pt x="122538" y="1771952"/>
                  </a:lnTo>
                  <a:lnTo>
                    <a:pt x="123383" y="1803765"/>
                  </a:lnTo>
                  <a:lnTo>
                    <a:pt x="124228" y="1886483"/>
                  </a:lnTo>
                  <a:lnTo>
                    <a:pt x="125073" y="1954038"/>
                  </a:lnTo>
                  <a:lnTo>
                    <a:pt x="125918" y="1897538"/>
                  </a:lnTo>
                  <a:lnTo>
                    <a:pt x="126763" y="1864881"/>
                  </a:lnTo>
                  <a:lnTo>
                    <a:pt x="127608" y="1883023"/>
                  </a:lnTo>
                  <a:lnTo>
                    <a:pt x="128454" y="1911630"/>
                  </a:lnTo>
                  <a:lnTo>
                    <a:pt x="129299" y="1889021"/>
                  </a:lnTo>
                  <a:lnTo>
                    <a:pt x="130144" y="1844699"/>
                  </a:lnTo>
                  <a:lnTo>
                    <a:pt x="130989" y="1885735"/>
                  </a:lnTo>
                  <a:lnTo>
                    <a:pt x="131834" y="1933175"/>
                  </a:lnTo>
                  <a:lnTo>
                    <a:pt x="132679" y="1988999"/>
                  </a:lnTo>
                  <a:lnTo>
                    <a:pt x="133524" y="2036679"/>
                  </a:lnTo>
                  <a:lnTo>
                    <a:pt x="134369" y="2085998"/>
                  </a:lnTo>
                  <a:lnTo>
                    <a:pt x="135214" y="2078562"/>
                  </a:lnTo>
                  <a:lnTo>
                    <a:pt x="136059" y="2031199"/>
                  </a:lnTo>
                  <a:lnTo>
                    <a:pt x="136904" y="2041063"/>
                  </a:lnTo>
                  <a:lnTo>
                    <a:pt x="137750" y="2045385"/>
                  </a:lnTo>
                  <a:lnTo>
                    <a:pt x="138595" y="1977258"/>
                  </a:lnTo>
                  <a:lnTo>
                    <a:pt x="139440" y="1937519"/>
                  </a:lnTo>
                  <a:lnTo>
                    <a:pt x="140285" y="1967308"/>
                  </a:lnTo>
                  <a:lnTo>
                    <a:pt x="141130" y="2009548"/>
                  </a:lnTo>
                  <a:lnTo>
                    <a:pt x="141975" y="2006561"/>
                  </a:lnTo>
                  <a:lnTo>
                    <a:pt x="142820" y="1991678"/>
                  </a:lnTo>
                  <a:lnTo>
                    <a:pt x="143665" y="2029019"/>
                  </a:lnTo>
                  <a:lnTo>
                    <a:pt x="144510" y="2063152"/>
                  </a:lnTo>
                  <a:lnTo>
                    <a:pt x="145355" y="2065928"/>
                  </a:lnTo>
                  <a:lnTo>
                    <a:pt x="146200" y="2043126"/>
                  </a:lnTo>
                  <a:lnTo>
                    <a:pt x="147046" y="2022191"/>
                  </a:lnTo>
                  <a:lnTo>
                    <a:pt x="147891" y="2020593"/>
                  </a:lnTo>
                  <a:lnTo>
                    <a:pt x="148736" y="2041982"/>
                  </a:lnTo>
                  <a:lnTo>
                    <a:pt x="149581" y="2085425"/>
                  </a:lnTo>
                  <a:lnTo>
                    <a:pt x="150426" y="2103286"/>
                  </a:lnTo>
                  <a:lnTo>
                    <a:pt x="150426" y="2103286"/>
                  </a:lnTo>
                  <a:lnTo>
                    <a:pt x="151271" y="2103286"/>
                  </a:lnTo>
                  <a:lnTo>
                    <a:pt x="152116" y="2103286"/>
                  </a:lnTo>
                  <a:lnTo>
                    <a:pt x="152961" y="2103286"/>
                  </a:lnTo>
                  <a:lnTo>
                    <a:pt x="153806" y="2103286"/>
                  </a:lnTo>
                  <a:lnTo>
                    <a:pt x="154651" y="2032217"/>
                  </a:lnTo>
                  <a:lnTo>
                    <a:pt x="155496" y="1986604"/>
                  </a:lnTo>
                  <a:lnTo>
                    <a:pt x="156342" y="1896730"/>
                  </a:lnTo>
                  <a:lnTo>
                    <a:pt x="157187" y="1837901"/>
                  </a:lnTo>
                  <a:lnTo>
                    <a:pt x="158032" y="1811540"/>
                  </a:lnTo>
                  <a:lnTo>
                    <a:pt x="158877" y="1812433"/>
                  </a:lnTo>
                  <a:lnTo>
                    <a:pt x="159722" y="1858866"/>
                  </a:lnTo>
                  <a:lnTo>
                    <a:pt x="160567" y="1822560"/>
                  </a:lnTo>
                  <a:lnTo>
                    <a:pt x="161412" y="1867776"/>
                  </a:lnTo>
                  <a:lnTo>
                    <a:pt x="162257" y="1908222"/>
                  </a:lnTo>
                  <a:lnTo>
                    <a:pt x="163102" y="1906215"/>
                  </a:lnTo>
                  <a:lnTo>
                    <a:pt x="163947" y="1855125"/>
                  </a:lnTo>
                  <a:lnTo>
                    <a:pt x="164792" y="1823878"/>
                  </a:lnTo>
                  <a:lnTo>
                    <a:pt x="165638" y="1899639"/>
                  </a:lnTo>
                  <a:lnTo>
                    <a:pt x="166483" y="1972754"/>
                  </a:lnTo>
                  <a:lnTo>
                    <a:pt x="167328" y="1999009"/>
                  </a:lnTo>
                  <a:lnTo>
                    <a:pt x="168173" y="1994883"/>
                  </a:lnTo>
                  <a:lnTo>
                    <a:pt x="169018" y="2016769"/>
                  </a:lnTo>
                  <a:lnTo>
                    <a:pt x="169863" y="2041870"/>
                  </a:lnTo>
                  <a:lnTo>
                    <a:pt x="170708" y="1973897"/>
                  </a:lnTo>
                  <a:lnTo>
                    <a:pt x="171553" y="1853702"/>
                  </a:lnTo>
                  <a:lnTo>
                    <a:pt x="172398" y="1864211"/>
                  </a:lnTo>
                  <a:lnTo>
                    <a:pt x="173243" y="1899519"/>
                  </a:lnTo>
                  <a:lnTo>
                    <a:pt x="174088" y="1934756"/>
                  </a:lnTo>
                  <a:lnTo>
                    <a:pt x="174934" y="1968863"/>
                  </a:lnTo>
                  <a:lnTo>
                    <a:pt x="175779" y="1994116"/>
                  </a:lnTo>
                  <a:lnTo>
                    <a:pt x="176624" y="2014082"/>
                  </a:lnTo>
                  <a:lnTo>
                    <a:pt x="177469" y="2017240"/>
                  </a:lnTo>
                  <a:lnTo>
                    <a:pt x="178314" y="1999128"/>
                  </a:lnTo>
                  <a:lnTo>
                    <a:pt x="179159" y="1966136"/>
                  </a:lnTo>
                  <a:lnTo>
                    <a:pt x="180004" y="1951264"/>
                  </a:lnTo>
                  <a:lnTo>
                    <a:pt x="180849" y="1981913"/>
                  </a:lnTo>
                  <a:lnTo>
                    <a:pt x="181694" y="2031143"/>
                  </a:lnTo>
                  <a:lnTo>
                    <a:pt x="182539" y="2053636"/>
                  </a:lnTo>
                  <a:lnTo>
                    <a:pt x="183384" y="2069816"/>
                  </a:lnTo>
                  <a:lnTo>
                    <a:pt x="184230" y="2075014"/>
                  </a:lnTo>
                  <a:lnTo>
                    <a:pt x="185075" y="2057269"/>
                  </a:lnTo>
                  <a:lnTo>
                    <a:pt x="185920" y="2048893"/>
                  </a:lnTo>
                  <a:lnTo>
                    <a:pt x="186765" y="1974207"/>
                  </a:lnTo>
                  <a:lnTo>
                    <a:pt x="187610" y="1867921"/>
                  </a:lnTo>
                  <a:lnTo>
                    <a:pt x="188455" y="1791947"/>
                  </a:lnTo>
                  <a:lnTo>
                    <a:pt x="189300" y="1760941"/>
                  </a:lnTo>
                  <a:lnTo>
                    <a:pt x="190145" y="1741243"/>
                  </a:lnTo>
                  <a:lnTo>
                    <a:pt x="190990" y="1693724"/>
                  </a:lnTo>
                  <a:lnTo>
                    <a:pt x="191835" y="1753464"/>
                  </a:lnTo>
                  <a:lnTo>
                    <a:pt x="192681" y="1775234"/>
                  </a:lnTo>
                  <a:lnTo>
                    <a:pt x="193526" y="1754138"/>
                  </a:lnTo>
                  <a:lnTo>
                    <a:pt x="194371" y="1732385"/>
                  </a:lnTo>
                  <a:lnTo>
                    <a:pt x="195216" y="1729859"/>
                  </a:lnTo>
                  <a:lnTo>
                    <a:pt x="196061" y="1775442"/>
                  </a:lnTo>
                  <a:lnTo>
                    <a:pt x="196906" y="1795924"/>
                  </a:lnTo>
                  <a:lnTo>
                    <a:pt x="197751" y="1850823"/>
                  </a:lnTo>
                  <a:lnTo>
                    <a:pt x="198596" y="1895861"/>
                  </a:lnTo>
                  <a:lnTo>
                    <a:pt x="199441" y="1850395"/>
                  </a:lnTo>
                  <a:lnTo>
                    <a:pt x="200286" y="1748577"/>
                  </a:lnTo>
                  <a:lnTo>
                    <a:pt x="201131" y="1618465"/>
                  </a:lnTo>
                  <a:lnTo>
                    <a:pt x="201977" y="1500246"/>
                  </a:lnTo>
                  <a:lnTo>
                    <a:pt x="202822" y="1426826"/>
                  </a:lnTo>
                  <a:lnTo>
                    <a:pt x="203667" y="1367276"/>
                  </a:lnTo>
                  <a:lnTo>
                    <a:pt x="204512" y="1397757"/>
                  </a:lnTo>
                  <a:lnTo>
                    <a:pt x="205357" y="1444728"/>
                  </a:lnTo>
                  <a:lnTo>
                    <a:pt x="206202" y="1446767"/>
                  </a:lnTo>
                  <a:lnTo>
                    <a:pt x="207047" y="1457187"/>
                  </a:lnTo>
                  <a:lnTo>
                    <a:pt x="207892" y="1468470"/>
                  </a:lnTo>
                  <a:lnTo>
                    <a:pt x="208737" y="1513461"/>
                  </a:lnTo>
                  <a:lnTo>
                    <a:pt x="209582" y="1565349"/>
                  </a:lnTo>
                  <a:lnTo>
                    <a:pt x="210427" y="1563552"/>
                  </a:lnTo>
                  <a:lnTo>
                    <a:pt x="211273" y="1645322"/>
                  </a:lnTo>
                  <a:lnTo>
                    <a:pt x="212118" y="1726012"/>
                  </a:lnTo>
                  <a:lnTo>
                    <a:pt x="212963" y="1810755"/>
                  </a:lnTo>
                  <a:lnTo>
                    <a:pt x="213808" y="1887814"/>
                  </a:lnTo>
                  <a:lnTo>
                    <a:pt x="214653" y="1898171"/>
                  </a:lnTo>
                  <a:lnTo>
                    <a:pt x="215498" y="1913497"/>
                  </a:lnTo>
                  <a:lnTo>
                    <a:pt x="216343" y="1911389"/>
                  </a:lnTo>
                  <a:lnTo>
                    <a:pt x="217188" y="1888803"/>
                  </a:lnTo>
                  <a:lnTo>
                    <a:pt x="218033" y="1795923"/>
                  </a:lnTo>
                  <a:lnTo>
                    <a:pt x="218878" y="1678713"/>
                  </a:lnTo>
                  <a:lnTo>
                    <a:pt x="219723" y="1622720"/>
                  </a:lnTo>
                  <a:lnTo>
                    <a:pt x="220569" y="1639695"/>
                  </a:lnTo>
                  <a:lnTo>
                    <a:pt x="221414" y="1601321"/>
                  </a:lnTo>
                  <a:lnTo>
                    <a:pt x="222259" y="1545374"/>
                  </a:lnTo>
                  <a:lnTo>
                    <a:pt x="223104" y="1590419"/>
                  </a:lnTo>
                  <a:lnTo>
                    <a:pt x="223949" y="1626094"/>
                  </a:lnTo>
                  <a:lnTo>
                    <a:pt x="224794" y="1602017"/>
                  </a:lnTo>
                  <a:lnTo>
                    <a:pt x="225639" y="1584841"/>
                  </a:lnTo>
                  <a:lnTo>
                    <a:pt x="226484" y="1640951"/>
                  </a:lnTo>
                  <a:lnTo>
                    <a:pt x="227329" y="1681284"/>
                  </a:lnTo>
                  <a:lnTo>
                    <a:pt x="228174" y="1639835"/>
                  </a:lnTo>
                  <a:lnTo>
                    <a:pt x="229019" y="1630631"/>
                  </a:lnTo>
                  <a:lnTo>
                    <a:pt x="229865" y="1696657"/>
                  </a:lnTo>
                  <a:lnTo>
                    <a:pt x="230710" y="1707220"/>
                  </a:lnTo>
                  <a:lnTo>
                    <a:pt x="231555" y="1672214"/>
                  </a:lnTo>
                  <a:lnTo>
                    <a:pt x="232400" y="1668507"/>
                  </a:lnTo>
                  <a:lnTo>
                    <a:pt x="233245" y="1676512"/>
                  </a:lnTo>
                  <a:lnTo>
                    <a:pt x="234090" y="1705282"/>
                  </a:lnTo>
                  <a:lnTo>
                    <a:pt x="234935" y="1654299"/>
                  </a:lnTo>
                  <a:lnTo>
                    <a:pt x="235780" y="1564500"/>
                  </a:lnTo>
                  <a:lnTo>
                    <a:pt x="236625" y="1517289"/>
                  </a:lnTo>
                  <a:lnTo>
                    <a:pt x="237470" y="1470504"/>
                  </a:lnTo>
                  <a:lnTo>
                    <a:pt x="238315" y="1420900"/>
                  </a:lnTo>
                  <a:lnTo>
                    <a:pt x="239161" y="1371042"/>
                  </a:lnTo>
                  <a:lnTo>
                    <a:pt x="240006" y="1369789"/>
                  </a:lnTo>
                  <a:lnTo>
                    <a:pt x="240851" y="1503764"/>
                  </a:lnTo>
                  <a:lnTo>
                    <a:pt x="241696" y="1591254"/>
                  </a:lnTo>
                  <a:lnTo>
                    <a:pt x="242541" y="1617390"/>
                  </a:lnTo>
                  <a:lnTo>
                    <a:pt x="243386" y="1667565"/>
                  </a:lnTo>
                  <a:lnTo>
                    <a:pt x="244231" y="1737067"/>
                  </a:lnTo>
                  <a:lnTo>
                    <a:pt x="245076" y="1755504"/>
                  </a:lnTo>
                  <a:lnTo>
                    <a:pt x="245921" y="1708499"/>
                  </a:lnTo>
                  <a:lnTo>
                    <a:pt x="246766" y="1662617"/>
                  </a:lnTo>
                  <a:lnTo>
                    <a:pt x="247611" y="1627477"/>
                  </a:lnTo>
                  <a:lnTo>
                    <a:pt x="248457" y="1624355"/>
                  </a:lnTo>
                  <a:lnTo>
                    <a:pt x="249302" y="1583229"/>
                  </a:lnTo>
                  <a:lnTo>
                    <a:pt x="250147" y="1563480"/>
                  </a:lnTo>
                  <a:lnTo>
                    <a:pt x="250992" y="1561028"/>
                  </a:lnTo>
                  <a:lnTo>
                    <a:pt x="251837" y="1590472"/>
                  </a:lnTo>
                  <a:lnTo>
                    <a:pt x="252682" y="1640709"/>
                  </a:lnTo>
                  <a:lnTo>
                    <a:pt x="253527" y="1592683"/>
                  </a:lnTo>
                  <a:lnTo>
                    <a:pt x="254372" y="1545320"/>
                  </a:lnTo>
                  <a:lnTo>
                    <a:pt x="255217" y="1537873"/>
                  </a:lnTo>
                  <a:lnTo>
                    <a:pt x="256062" y="1468181"/>
                  </a:lnTo>
                  <a:lnTo>
                    <a:pt x="256908" y="1393131"/>
                  </a:lnTo>
                  <a:lnTo>
                    <a:pt x="257753" y="1304217"/>
                  </a:lnTo>
                  <a:lnTo>
                    <a:pt x="258598" y="1319921"/>
                  </a:lnTo>
                  <a:lnTo>
                    <a:pt x="259443" y="1305826"/>
                  </a:lnTo>
                  <a:lnTo>
                    <a:pt x="260288" y="1247849"/>
                  </a:lnTo>
                  <a:lnTo>
                    <a:pt x="261133" y="1193078"/>
                  </a:lnTo>
                  <a:lnTo>
                    <a:pt x="261978" y="1114615"/>
                  </a:lnTo>
                  <a:lnTo>
                    <a:pt x="262823" y="1051314"/>
                  </a:lnTo>
                  <a:lnTo>
                    <a:pt x="263668" y="959117"/>
                  </a:lnTo>
                  <a:lnTo>
                    <a:pt x="264513" y="898116"/>
                  </a:lnTo>
                  <a:lnTo>
                    <a:pt x="265358" y="841376"/>
                  </a:lnTo>
                  <a:lnTo>
                    <a:pt x="266204" y="847778"/>
                  </a:lnTo>
                  <a:lnTo>
                    <a:pt x="267049" y="919747"/>
                  </a:lnTo>
                  <a:lnTo>
                    <a:pt x="267894" y="970230"/>
                  </a:lnTo>
                  <a:lnTo>
                    <a:pt x="268739" y="968809"/>
                  </a:lnTo>
                  <a:lnTo>
                    <a:pt x="269584" y="910864"/>
                  </a:lnTo>
                  <a:lnTo>
                    <a:pt x="270429" y="939272"/>
                  </a:lnTo>
                  <a:lnTo>
                    <a:pt x="271274" y="953802"/>
                  </a:lnTo>
                  <a:lnTo>
                    <a:pt x="272119" y="898584"/>
                  </a:lnTo>
                  <a:lnTo>
                    <a:pt x="272964" y="861932"/>
                  </a:lnTo>
                  <a:lnTo>
                    <a:pt x="273809" y="856636"/>
                  </a:lnTo>
                  <a:lnTo>
                    <a:pt x="274654" y="903132"/>
                  </a:lnTo>
                  <a:lnTo>
                    <a:pt x="275500" y="872684"/>
                  </a:lnTo>
                  <a:lnTo>
                    <a:pt x="276345" y="821633"/>
                  </a:lnTo>
                  <a:lnTo>
                    <a:pt x="277190" y="741314"/>
                  </a:lnTo>
                  <a:lnTo>
                    <a:pt x="278035" y="641643"/>
                  </a:lnTo>
                  <a:lnTo>
                    <a:pt x="278880" y="523919"/>
                  </a:lnTo>
                  <a:lnTo>
                    <a:pt x="279725" y="400259"/>
                  </a:lnTo>
                  <a:lnTo>
                    <a:pt x="280570" y="288367"/>
                  </a:lnTo>
                  <a:lnTo>
                    <a:pt x="281415" y="156250"/>
                  </a:lnTo>
                  <a:lnTo>
                    <a:pt x="282260" y="79720"/>
                  </a:lnTo>
                  <a:lnTo>
                    <a:pt x="283105" y="36444"/>
                  </a:lnTo>
                  <a:lnTo>
                    <a:pt x="283950" y="5715"/>
                  </a:lnTo>
                  <a:lnTo>
                    <a:pt x="284796" y="21750"/>
                  </a:lnTo>
                  <a:lnTo>
                    <a:pt x="285641" y="36644"/>
                  </a:lnTo>
                  <a:lnTo>
                    <a:pt x="286486" y="68856"/>
                  </a:lnTo>
                  <a:lnTo>
                    <a:pt x="287331" y="130396"/>
                  </a:lnTo>
                  <a:lnTo>
                    <a:pt x="288176" y="241562"/>
                  </a:lnTo>
                  <a:lnTo>
                    <a:pt x="289021" y="360801"/>
                  </a:lnTo>
                  <a:lnTo>
                    <a:pt x="289866" y="494428"/>
                  </a:lnTo>
                  <a:lnTo>
                    <a:pt x="290711" y="681104"/>
                  </a:lnTo>
                  <a:lnTo>
                    <a:pt x="291556" y="876662"/>
                  </a:lnTo>
                  <a:lnTo>
                    <a:pt x="292401" y="984494"/>
                  </a:lnTo>
                  <a:lnTo>
                    <a:pt x="293246" y="1001935"/>
                  </a:lnTo>
                  <a:lnTo>
                    <a:pt x="294092" y="991675"/>
                  </a:lnTo>
                  <a:lnTo>
                    <a:pt x="294937" y="991384"/>
                  </a:lnTo>
                  <a:lnTo>
                    <a:pt x="295782" y="960002"/>
                  </a:lnTo>
                  <a:lnTo>
                    <a:pt x="296627" y="931231"/>
                  </a:lnTo>
                  <a:lnTo>
                    <a:pt x="297472" y="950833"/>
                  </a:lnTo>
                  <a:lnTo>
                    <a:pt x="298317" y="996821"/>
                  </a:lnTo>
                  <a:lnTo>
                    <a:pt x="299162" y="1093958"/>
                  </a:lnTo>
                  <a:lnTo>
                    <a:pt x="300007" y="1100161"/>
                  </a:lnTo>
                  <a:lnTo>
                    <a:pt x="300852" y="1063782"/>
                  </a:lnTo>
                  <a:lnTo>
                    <a:pt x="301697" y="1053244"/>
                  </a:lnTo>
                  <a:lnTo>
                    <a:pt x="302542" y="1060067"/>
                  </a:lnTo>
                  <a:lnTo>
                    <a:pt x="303388" y="1100440"/>
                  </a:lnTo>
                  <a:lnTo>
                    <a:pt x="304233" y="1086245"/>
                  </a:lnTo>
                  <a:lnTo>
                    <a:pt x="305078" y="1127106"/>
                  </a:lnTo>
                  <a:lnTo>
                    <a:pt x="305923" y="1237110"/>
                  </a:lnTo>
                  <a:lnTo>
                    <a:pt x="306768" y="1329544"/>
                  </a:lnTo>
                  <a:lnTo>
                    <a:pt x="307613" y="1396976"/>
                  </a:lnTo>
                  <a:lnTo>
                    <a:pt x="308458" y="1435673"/>
                  </a:lnTo>
                  <a:lnTo>
                    <a:pt x="309303" y="1475636"/>
                  </a:lnTo>
                  <a:lnTo>
                    <a:pt x="310148" y="1528645"/>
                  </a:lnTo>
                  <a:lnTo>
                    <a:pt x="310993" y="1580727"/>
                  </a:lnTo>
                  <a:lnTo>
                    <a:pt x="311838" y="1570070"/>
                  </a:lnTo>
                  <a:lnTo>
                    <a:pt x="312684" y="1516185"/>
                  </a:lnTo>
                  <a:lnTo>
                    <a:pt x="313529" y="1513981"/>
                  </a:lnTo>
                  <a:lnTo>
                    <a:pt x="314374" y="1526467"/>
                  </a:lnTo>
                  <a:lnTo>
                    <a:pt x="315219" y="1452567"/>
                  </a:lnTo>
                  <a:lnTo>
                    <a:pt x="316064" y="1357930"/>
                  </a:lnTo>
                  <a:lnTo>
                    <a:pt x="316909" y="1374536"/>
                  </a:lnTo>
                  <a:lnTo>
                    <a:pt x="317754" y="1419475"/>
                  </a:lnTo>
                  <a:lnTo>
                    <a:pt x="318599" y="1421135"/>
                  </a:lnTo>
                  <a:lnTo>
                    <a:pt x="319444" y="1462472"/>
                  </a:lnTo>
                  <a:lnTo>
                    <a:pt x="320289" y="1547458"/>
                  </a:lnTo>
                  <a:lnTo>
                    <a:pt x="321135" y="1575924"/>
                  </a:lnTo>
                  <a:lnTo>
                    <a:pt x="321980" y="1574661"/>
                  </a:lnTo>
                  <a:lnTo>
                    <a:pt x="322825" y="1590423"/>
                  </a:lnTo>
                  <a:lnTo>
                    <a:pt x="323670" y="1652049"/>
                  </a:lnTo>
                  <a:lnTo>
                    <a:pt x="324515" y="1684881"/>
                  </a:lnTo>
                  <a:lnTo>
                    <a:pt x="325360" y="1665380"/>
                  </a:lnTo>
                  <a:lnTo>
                    <a:pt x="326205" y="1654505"/>
                  </a:lnTo>
                  <a:lnTo>
                    <a:pt x="327050" y="1620700"/>
                  </a:lnTo>
                  <a:lnTo>
                    <a:pt x="327895" y="1613767"/>
                  </a:lnTo>
                  <a:lnTo>
                    <a:pt x="328740" y="1617969"/>
                  </a:lnTo>
                  <a:lnTo>
                    <a:pt x="329585" y="1600910"/>
                  </a:lnTo>
                  <a:lnTo>
                    <a:pt x="330431" y="1618204"/>
                  </a:lnTo>
                  <a:lnTo>
                    <a:pt x="331276" y="1684887"/>
                  </a:lnTo>
                  <a:lnTo>
                    <a:pt x="332121" y="1756530"/>
                  </a:lnTo>
                  <a:lnTo>
                    <a:pt x="332966" y="1793097"/>
                  </a:lnTo>
                  <a:lnTo>
                    <a:pt x="333811" y="1771495"/>
                  </a:lnTo>
                  <a:lnTo>
                    <a:pt x="334656" y="1746776"/>
                  </a:lnTo>
                  <a:lnTo>
                    <a:pt x="335501" y="1786518"/>
                  </a:lnTo>
                  <a:lnTo>
                    <a:pt x="336346" y="1768593"/>
                  </a:lnTo>
                  <a:lnTo>
                    <a:pt x="337191" y="1683309"/>
                  </a:lnTo>
                  <a:lnTo>
                    <a:pt x="338036" y="1639573"/>
                  </a:lnTo>
                  <a:lnTo>
                    <a:pt x="338881" y="1622462"/>
                  </a:lnTo>
                  <a:lnTo>
                    <a:pt x="339727" y="1676126"/>
                  </a:lnTo>
                  <a:lnTo>
                    <a:pt x="340572" y="1719534"/>
                  </a:lnTo>
                  <a:lnTo>
                    <a:pt x="341417" y="1790745"/>
                  </a:lnTo>
                  <a:lnTo>
                    <a:pt x="342262" y="1907185"/>
                  </a:lnTo>
                  <a:lnTo>
                    <a:pt x="343107" y="1969347"/>
                  </a:lnTo>
                  <a:lnTo>
                    <a:pt x="343952" y="1948161"/>
                  </a:lnTo>
                  <a:lnTo>
                    <a:pt x="344797" y="1890006"/>
                  </a:lnTo>
                  <a:lnTo>
                    <a:pt x="345642" y="1835204"/>
                  </a:lnTo>
                  <a:lnTo>
                    <a:pt x="346487" y="1760767"/>
                  </a:lnTo>
                  <a:lnTo>
                    <a:pt x="347332" y="1656717"/>
                  </a:lnTo>
                  <a:lnTo>
                    <a:pt x="348177" y="1595436"/>
                  </a:lnTo>
                  <a:lnTo>
                    <a:pt x="349023" y="1634124"/>
                  </a:lnTo>
                  <a:lnTo>
                    <a:pt x="349868" y="1647587"/>
                  </a:lnTo>
                  <a:lnTo>
                    <a:pt x="350713" y="1617765"/>
                  </a:lnTo>
                  <a:lnTo>
                    <a:pt x="351558" y="1605659"/>
                  </a:lnTo>
                  <a:lnTo>
                    <a:pt x="352403" y="1627469"/>
                  </a:lnTo>
                  <a:lnTo>
                    <a:pt x="353248" y="1651038"/>
                  </a:lnTo>
                  <a:lnTo>
                    <a:pt x="354093" y="1657527"/>
                  </a:lnTo>
                  <a:lnTo>
                    <a:pt x="354938" y="1679368"/>
                  </a:lnTo>
                  <a:lnTo>
                    <a:pt x="355783" y="1660029"/>
                  </a:lnTo>
                  <a:lnTo>
                    <a:pt x="356628" y="1631743"/>
                  </a:lnTo>
                  <a:lnTo>
                    <a:pt x="357473" y="1618833"/>
                  </a:lnTo>
                  <a:lnTo>
                    <a:pt x="358319" y="1579849"/>
                  </a:lnTo>
                  <a:lnTo>
                    <a:pt x="359164" y="1533054"/>
                  </a:lnTo>
                  <a:lnTo>
                    <a:pt x="360009" y="1469485"/>
                  </a:lnTo>
                  <a:lnTo>
                    <a:pt x="360854" y="1391683"/>
                  </a:lnTo>
                  <a:lnTo>
                    <a:pt x="361699" y="1349566"/>
                  </a:lnTo>
                  <a:lnTo>
                    <a:pt x="362544" y="1351423"/>
                  </a:lnTo>
                  <a:lnTo>
                    <a:pt x="363389" y="1315007"/>
                  </a:lnTo>
                  <a:lnTo>
                    <a:pt x="364234" y="1304321"/>
                  </a:lnTo>
                  <a:lnTo>
                    <a:pt x="365079" y="1373424"/>
                  </a:lnTo>
                  <a:lnTo>
                    <a:pt x="365924" y="1432491"/>
                  </a:lnTo>
                  <a:lnTo>
                    <a:pt x="366769" y="1445032"/>
                  </a:lnTo>
                  <a:lnTo>
                    <a:pt x="367615" y="1433136"/>
                  </a:lnTo>
                  <a:lnTo>
                    <a:pt x="368460" y="1444426"/>
                  </a:lnTo>
                  <a:lnTo>
                    <a:pt x="369305" y="1440594"/>
                  </a:lnTo>
                  <a:lnTo>
                    <a:pt x="370150" y="1422970"/>
                  </a:lnTo>
                  <a:lnTo>
                    <a:pt x="370995" y="1513838"/>
                  </a:lnTo>
                  <a:lnTo>
                    <a:pt x="371840" y="1634856"/>
                  </a:lnTo>
                  <a:lnTo>
                    <a:pt x="372685" y="1691335"/>
                  </a:lnTo>
                  <a:lnTo>
                    <a:pt x="373530" y="1698977"/>
                  </a:lnTo>
                  <a:lnTo>
                    <a:pt x="374375" y="1688658"/>
                  </a:lnTo>
                  <a:lnTo>
                    <a:pt x="375220" y="1678994"/>
                  </a:lnTo>
                  <a:lnTo>
                    <a:pt x="376065" y="1693871"/>
                  </a:lnTo>
                  <a:lnTo>
                    <a:pt x="376911" y="1692550"/>
                  </a:lnTo>
                  <a:lnTo>
                    <a:pt x="377756" y="1628360"/>
                  </a:lnTo>
                  <a:lnTo>
                    <a:pt x="378601" y="1635853"/>
                  </a:lnTo>
                  <a:lnTo>
                    <a:pt x="379446" y="1603536"/>
                  </a:lnTo>
                  <a:lnTo>
                    <a:pt x="380291" y="1517267"/>
                  </a:lnTo>
                  <a:lnTo>
                    <a:pt x="381136" y="1428648"/>
                  </a:lnTo>
                  <a:lnTo>
                    <a:pt x="381981" y="1348728"/>
                  </a:lnTo>
                  <a:lnTo>
                    <a:pt x="382826" y="1388838"/>
                  </a:lnTo>
                  <a:lnTo>
                    <a:pt x="383671" y="1426987"/>
                  </a:lnTo>
                  <a:lnTo>
                    <a:pt x="384516" y="1472789"/>
                  </a:lnTo>
                  <a:lnTo>
                    <a:pt x="385362" y="1497042"/>
                  </a:lnTo>
                  <a:lnTo>
                    <a:pt x="386207" y="1394488"/>
                  </a:lnTo>
                  <a:lnTo>
                    <a:pt x="387052" y="1274284"/>
                  </a:lnTo>
                  <a:lnTo>
                    <a:pt x="387897" y="1132960"/>
                  </a:lnTo>
                  <a:lnTo>
                    <a:pt x="388742" y="1001748"/>
                  </a:lnTo>
                  <a:lnTo>
                    <a:pt x="389587" y="988830"/>
                  </a:lnTo>
                  <a:lnTo>
                    <a:pt x="390432" y="1005312"/>
                  </a:lnTo>
                  <a:lnTo>
                    <a:pt x="391277" y="1067366"/>
                  </a:lnTo>
                  <a:lnTo>
                    <a:pt x="392122" y="1135756"/>
                  </a:lnTo>
                  <a:lnTo>
                    <a:pt x="392967" y="1232946"/>
                  </a:lnTo>
                  <a:lnTo>
                    <a:pt x="393812" y="1311446"/>
                  </a:lnTo>
                  <a:lnTo>
                    <a:pt x="394658" y="1286859"/>
                  </a:lnTo>
                  <a:lnTo>
                    <a:pt x="395503" y="1293330"/>
                  </a:lnTo>
                  <a:lnTo>
                    <a:pt x="396348" y="1303937"/>
                  </a:lnTo>
                  <a:lnTo>
                    <a:pt x="397193" y="1360753"/>
                  </a:lnTo>
                  <a:lnTo>
                    <a:pt x="398038" y="1394485"/>
                  </a:lnTo>
                  <a:lnTo>
                    <a:pt x="398883" y="1456871"/>
                  </a:lnTo>
                  <a:lnTo>
                    <a:pt x="399728" y="1589122"/>
                  </a:lnTo>
                  <a:lnTo>
                    <a:pt x="400573" y="1652408"/>
                  </a:lnTo>
                  <a:lnTo>
                    <a:pt x="401418" y="1696397"/>
                  </a:lnTo>
                  <a:lnTo>
                    <a:pt x="402263" y="1724970"/>
                  </a:lnTo>
                  <a:lnTo>
                    <a:pt x="403108" y="1709264"/>
                  </a:lnTo>
                  <a:lnTo>
                    <a:pt x="403954" y="1609471"/>
                  </a:lnTo>
                  <a:lnTo>
                    <a:pt x="404799" y="1510449"/>
                  </a:lnTo>
                  <a:lnTo>
                    <a:pt x="405644" y="1449700"/>
                  </a:lnTo>
                  <a:lnTo>
                    <a:pt x="406489" y="1430574"/>
                  </a:lnTo>
                  <a:lnTo>
                    <a:pt x="407334" y="1451636"/>
                  </a:lnTo>
                  <a:lnTo>
                    <a:pt x="408179" y="1526326"/>
                  </a:lnTo>
                  <a:lnTo>
                    <a:pt x="409024" y="1617039"/>
                  </a:lnTo>
                  <a:lnTo>
                    <a:pt x="409869" y="1614210"/>
                  </a:lnTo>
                  <a:lnTo>
                    <a:pt x="410714" y="1586237"/>
                  </a:lnTo>
                  <a:lnTo>
                    <a:pt x="411559" y="1576829"/>
                  </a:lnTo>
                  <a:lnTo>
                    <a:pt x="412404" y="1532992"/>
                  </a:lnTo>
                  <a:lnTo>
                    <a:pt x="413250" y="1490232"/>
                  </a:lnTo>
                  <a:lnTo>
                    <a:pt x="414095" y="1450206"/>
                  </a:lnTo>
                  <a:lnTo>
                    <a:pt x="414940" y="1427438"/>
                  </a:lnTo>
                  <a:lnTo>
                    <a:pt x="415785" y="1498733"/>
                  </a:lnTo>
                  <a:lnTo>
                    <a:pt x="416630" y="1587627"/>
                  </a:lnTo>
                  <a:lnTo>
                    <a:pt x="417475" y="1575841"/>
                  </a:lnTo>
                  <a:lnTo>
                    <a:pt x="418320" y="1529098"/>
                  </a:lnTo>
                  <a:lnTo>
                    <a:pt x="419165" y="1552949"/>
                  </a:lnTo>
                  <a:lnTo>
                    <a:pt x="420010" y="1596143"/>
                  </a:lnTo>
                  <a:lnTo>
                    <a:pt x="420855" y="1557947"/>
                  </a:lnTo>
                  <a:lnTo>
                    <a:pt x="421700" y="1491851"/>
                  </a:lnTo>
                  <a:lnTo>
                    <a:pt x="422546" y="1504906"/>
                  </a:lnTo>
                  <a:lnTo>
                    <a:pt x="423391" y="1567759"/>
                  </a:lnTo>
                  <a:lnTo>
                    <a:pt x="424236" y="1637936"/>
                  </a:lnTo>
                  <a:lnTo>
                    <a:pt x="425081" y="1679298"/>
                  </a:lnTo>
                  <a:lnTo>
                    <a:pt x="425926" y="1691345"/>
                  </a:lnTo>
                  <a:lnTo>
                    <a:pt x="426771" y="1727476"/>
                  </a:lnTo>
                  <a:lnTo>
                    <a:pt x="427616" y="1785281"/>
                  </a:lnTo>
                  <a:lnTo>
                    <a:pt x="428461" y="1793350"/>
                  </a:lnTo>
                  <a:lnTo>
                    <a:pt x="429306" y="1744502"/>
                  </a:lnTo>
                  <a:lnTo>
                    <a:pt x="430151" y="1715627"/>
                  </a:lnTo>
                  <a:lnTo>
                    <a:pt x="430996" y="1729747"/>
                  </a:lnTo>
                  <a:lnTo>
                    <a:pt x="431842" y="1780780"/>
                  </a:lnTo>
                  <a:lnTo>
                    <a:pt x="432687" y="1794325"/>
                  </a:lnTo>
                  <a:lnTo>
                    <a:pt x="433532" y="1802854"/>
                  </a:lnTo>
                  <a:lnTo>
                    <a:pt x="434377" y="1824237"/>
                  </a:lnTo>
                  <a:lnTo>
                    <a:pt x="435222" y="1846600"/>
                  </a:lnTo>
                  <a:lnTo>
                    <a:pt x="436067" y="1872463"/>
                  </a:lnTo>
                  <a:lnTo>
                    <a:pt x="436912" y="1831455"/>
                  </a:lnTo>
                  <a:lnTo>
                    <a:pt x="437757" y="1789802"/>
                  </a:lnTo>
                  <a:lnTo>
                    <a:pt x="438602" y="1748633"/>
                  </a:lnTo>
                  <a:lnTo>
                    <a:pt x="439447" y="1725225"/>
                  </a:lnTo>
                  <a:lnTo>
                    <a:pt x="440292" y="1727225"/>
                  </a:lnTo>
                  <a:lnTo>
                    <a:pt x="441138" y="1706333"/>
                  </a:lnTo>
                  <a:lnTo>
                    <a:pt x="441983" y="1647412"/>
                  </a:lnTo>
                  <a:lnTo>
                    <a:pt x="442828" y="1637722"/>
                  </a:lnTo>
                  <a:lnTo>
                    <a:pt x="443673" y="1607893"/>
                  </a:lnTo>
                  <a:lnTo>
                    <a:pt x="444518" y="1543189"/>
                  </a:lnTo>
                  <a:lnTo>
                    <a:pt x="445363" y="1514899"/>
                  </a:lnTo>
                  <a:lnTo>
                    <a:pt x="446208" y="1557001"/>
                  </a:lnTo>
                  <a:lnTo>
                    <a:pt x="447053" y="1631228"/>
                  </a:lnTo>
                  <a:lnTo>
                    <a:pt x="447898" y="1631150"/>
                  </a:lnTo>
                  <a:lnTo>
                    <a:pt x="448743" y="1643832"/>
                  </a:lnTo>
                  <a:lnTo>
                    <a:pt x="449589" y="1694171"/>
                  </a:lnTo>
                  <a:lnTo>
                    <a:pt x="450434" y="1714045"/>
                  </a:lnTo>
                  <a:lnTo>
                    <a:pt x="451279" y="1699970"/>
                  </a:lnTo>
                  <a:lnTo>
                    <a:pt x="452124" y="1724661"/>
                  </a:lnTo>
                  <a:lnTo>
                    <a:pt x="452969" y="1776835"/>
                  </a:lnTo>
                  <a:lnTo>
                    <a:pt x="453814" y="1864537"/>
                  </a:lnTo>
                  <a:lnTo>
                    <a:pt x="454659" y="1936948"/>
                  </a:lnTo>
                  <a:lnTo>
                    <a:pt x="455504" y="1964998"/>
                  </a:lnTo>
                  <a:lnTo>
                    <a:pt x="456349" y="1970930"/>
                  </a:lnTo>
                  <a:lnTo>
                    <a:pt x="457194" y="1921681"/>
                  </a:lnTo>
                  <a:lnTo>
                    <a:pt x="458039" y="1900167"/>
                  </a:lnTo>
                  <a:lnTo>
                    <a:pt x="458885" y="1849094"/>
                  </a:lnTo>
                  <a:lnTo>
                    <a:pt x="459730" y="1803674"/>
                  </a:lnTo>
                  <a:lnTo>
                    <a:pt x="460575" y="1770656"/>
                  </a:lnTo>
                  <a:lnTo>
                    <a:pt x="461420" y="1737243"/>
                  </a:lnTo>
                  <a:lnTo>
                    <a:pt x="462265" y="1677110"/>
                  </a:lnTo>
                  <a:lnTo>
                    <a:pt x="463110" y="1602612"/>
                  </a:lnTo>
                  <a:lnTo>
                    <a:pt x="463955" y="1590234"/>
                  </a:lnTo>
                  <a:lnTo>
                    <a:pt x="464800" y="1527316"/>
                  </a:lnTo>
                  <a:lnTo>
                    <a:pt x="465645" y="1466592"/>
                  </a:lnTo>
                  <a:lnTo>
                    <a:pt x="466490" y="1432246"/>
                  </a:lnTo>
                  <a:lnTo>
                    <a:pt x="467335" y="1455836"/>
                  </a:lnTo>
                  <a:lnTo>
                    <a:pt x="468181" y="1496604"/>
                  </a:lnTo>
                  <a:lnTo>
                    <a:pt x="469026" y="1534611"/>
                  </a:lnTo>
                  <a:lnTo>
                    <a:pt x="469871" y="1605613"/>
                  </a:lnTo>
                  <a:lnTo>
                    <a:pt x="470716" y="1685958"/>
                  </a:lnTo>
                  <a:lnTo>
                    <a:pt x="471561" y="1725110"/>
                  </a:lnTo>
                  <a:lnTo>
                    <a:pt x="472406" y="1728174"/>
                  </a:lnTo>
                  <a:lnTo>
                    <a:pt x="473251" y="1695878"/>
                  </a:lnTo>
                  <a:lnTo>
                    <a:pt x="474096" y="1577880"/>
                  </a:lnTo>
                  <a:lnTo>
                    <a:pt x="474941" y="1493875"/>
                  </a:lnTo>
                  <a:lnTo>
                    <a:pt x="475786" y="1487813"/>
                  </a:lnTo>
                  <a:lnTo>
                    <a:pt x="476631" y="1500230"/>
                  </a:lnTo>
                  <a:lnTo>
                    <a:pt x="477477" y="1504916"/>
                  </a:lnTo>
                  <a:lnTo>
                    <a:pt x="478322" y="1530511"/>
                  </a:lnTo>
                  <a:lnTo>
                    <a:pt x="479167" y="1588247"/>
                  </a:lnTo>
                  <a:lnTo>
                    <a:pt x="480012" y="1645723"/>
                  </a:lnTo>
                  <a:lnTo>
                    <a:pt x="480857" y="1638757"/>
                  </a:lnTo>
                  <a:lnTo>
                    <a:pt x="481702" y="1651399"/>
                  </a:lnTo>
                  <a:lnTo>
                    <a:pt x="482547" y="1729664"/>
                  </a:lnTo>
                  <a:lnTo>
                    <a:pt x="483392" y="1796872"/>
                  </a:lnTo>
                  <a:lnTo>
                    <a:pt x="484237" y="1856797"/>
                  </a:lnTo>
                  <a:lnTo>
                    <a:pt x="485082" y="1907324"/>
                  </a:lnTo>
                  <a:lnTo>
                    <a:pt x="485927" y="1927435"/>
                  </a:lnTo>
                  <a:lnTo>
                    <a:pt x="486773" y="1889086"/>
                  </a:lnTo>
                  <a:lnTo>
                    <a:pt x="487618" y="1783259"/>
                  </a:lnTo>
                  <a:lnTo>
                    <a:pt x="488463" y="1701331"/>
                  </a:lnTo>
                  <a:lnTo>
                    <a:pt x="489308" y="1674056"/>
                  </a:lnTo>
                  <a:lnTo>
                    <a:pt x="490153" y="1607442"/>
                  </a:lnTo>
                  <a:lnTo>
                    <a:pt x="490998" y="1533885"/>
                  </a:lnTo>
                  <a:lnTo>
                    <a:pt x="491843" y="1518256"/>
                  </a:lnTo>
                  <a:lnTo>
                    <a:pt x="492688" y="1547863"/>
                  </a:lnTo>
                  <a:lnTo>
                    <a:pt x="493533" y="1617284"/>
                  </a:lnTo>
                  <a:lnTo>
                    <a:pt x="494378" y="1636575"/>
                  </a:lnTo>
                  <a:lnTo>
                    <a:pt x="495223" y="1676891"/>
                  </a:lnTo>
                  <a:lnTo>
                    <a:pt x="496069" y="1694967"/>
                  </a:lnTo>
                  <a:lnTo>
                    <a:pt x="496914" y="1675616"/>
                  </a:lnTo>
                  <a:lnTo>
                    <a:pt x="497759" y="1660670"/>
                  </a:lnTo>
                  <a:lnTo>
                    <a:pt x="498604" y="1615980"/>
                  </a:lnTo>
                  <a:lnTo>
                    <a:pt x="499449" y="1612875"/>
                  </a:lnTo>
                  <a:lnTo>
                    <a:pt x="500294" y="1570535"/>
                  </a:lnTo>
                  <a:lnTo>
                    <a:pt x="501139" y="1579744"/>
                  </a:lnTo>
                  <a:lnTo>
                    <a:pt x="501984" y="1656587"/>
                  </a:lnTo>
                  <a:lnTo>
                    <a:pt x="502829" y="1705293"/>
                  </a:lnTo>
                  <a:lnTo>
                    <a:pt x="503674" y="1702555"/>
                  </a:lnTo>
                  <a:lnTo>
                    <a:pt x="504520" y="1684975"/>
                  </a:lnTo>
                  <a:lnTo>
                    <a:pt x="505365" y="1701047"/>
                  </a:lnTo>
                  <a:lnTo>
                    <a:pt x="506210" y="1676270"/>
                  </a:lnTo>
                  <a:lnTo>
                    <a:pt x="507055" y="1571241"/>
                  </a:lnTo>
                  <a:lnTo>
                    <a:pt x="507900" y="1520918"/>
                  </a:lnTo>
                  <a:lnTo>
                    <a:pt x="508745" y="1492248"/>
                  </a:lnTo>
                  <a:lnTo>
                    <a:pt x="509590" y="1456991"/>
                  </a:lnTo>
                  <a:lnTo>
                    <a:pt x="510435" y="1401736"/>
                  </a:lnTo>
                  <a:lnTo>
                    <a:pt x="511280" y="1402004"/>
                  </a:lnTo>
                  <a:lnTo>
                    <a:pt x="512125" y="1444684"/>
                  </a:lnTo>
                  <a:lnTo>
                    <a:pt x="512970" y="1428162"/>
                  </a:lnTo>
                  <a:lnTo>
                    <a:pt x="513816" y="1435992"/>
                  </a:lnTo>
                  <a:lnTo>
                    <a:pt x="514661" y="1503708"/>
                  </a:lnTo>
                  <a:lnTo>
                    <a:pt x="515506" y="1613260"/>
                  </a:lnTo>
                  <a:lnTo>
                    <a:pt x="516351" y="1685049"/>
                  </a:lnTo>
                  <a:lnTo>
                    <a:pt x="517196" y="1730314"/>
                  </a:lnTo>
                  <a:lnTo>
                    <a:pt x="518041" y="1782585"/>
                  </a:lnTo>
                  <a:lnTo>
                    <a:pt x="518886" y="1843768"/>
                  </a:lnTo>
                  <a:lnTo>
                    <a:pt x="519731" y="1819336"/>
                  </a:lnTo>
                  <a:lnTo>
                    <a:pt x="520576" y="1771076"/>
                  </a:lnTo>
                  <a:lnTo>
                    <a:pt x="521421" y="1780267"/>
                  </a:lnTo>
                  <a:lnTo>
                    <a:pt x="522266" y="1794991"/>
                  </a:lnTo>
                  <a:lnTo>
                    <a:pt x="523112" y="1771141"/>
                  </a:lnTo>
                  <a:lnTo>
                    <a:pt x="523957" y="1738678"/>
                  </a:lnTo>
                  <a:lnTo>
                    <a:pt x="524802" y="1761622"/>
                  </a:lnTo>
                  <a:lnTo>
                    <a:pt x="525647" y="1802934"/>
                  </a:lnTo>
                  <a:lnTo>
                    <a:pt x="526492" y="1799804"/>
                  </a:lnTo>
                  <a:lnTo>
                    <a:pt x="527337" y="1805193"/>
                  </a:lnTo>
                  <a:lnTo>
                    <a:pt x="528182" y="1835919"/>
                  </a:lnTo>
                  <a:lnTo>
                    <a:pt x="529027" y="1862951"/>
                  </a:lnTo>
                  <a:lnTo>
                    <a:pt x="529872" y="1830998"/>
                  </a:lnTo>
                  <a:lnTo>
                    <a:pt x="530717" y="1813253"/>
                  </a:lnTo>
                  <a:lnTo>
                    <a:pt x="531562" y="1811978"/>
                  </a:lnTo>
                  <a:lnTo>
                    <a:pt x="532408" y="1802187"/>
                  </a:lnTo>
                  <a:lnTo>
                    <a:pt x="533253" y="1853854"/>
                  </a:lnTo>
                  <a:lnTo>
                    <a:pt x="534098" y="1867630"/>
                  </a:lnTo>
                  <a:lnTo>
                    <a:pt x="534943" y="1872286"/>
                  </a:lnTo>
                  <a:lnTo>
                    <a:pt x="535788" y="1861211"/>
                  </a:lnTo>
                  <a:lnTo>
                    <a:pt x="536633" y="1809311"/>
                  </a:lnTo>
                  <a:lnTo>
                    <a:pt x="537478" y="1754810"/>
                  </a:lnTo>
                  <a:lnTo>
                    <a:pt x="538323" y="1699169"/>
                  </a:lnTo>
                  <a:lnTo>
                    <a:pt x="539168" y="1687736"/>
                  </a:lnTo>
                  <a:lnTo>
                    <a:pt x="540013" y="1698412"/>
                  </a:lnTo>
                  <a:lnTo>
                    <a:pt x="540858" y="1723586"/>
                  </a:lnTo>
                  <a:lnTo>
                    <a:pt x="541704" y="1748766"/>
                  </a:lnTo>
                  <a:lnTo>
                    <a:pt x="542549" y="1752161"/>
                  </a:lnTo>
                  <a:lnTo>
                    <a:pt x="543394" y="1759692"/>
                  </a:lnTo>
                  <a:lnTo>
                    <a:pt x="544239" y="1755991"/>
                  </a:lnTo>
                  <a:lnTo>
                    <a:pt x="545084" y="1743732"/>
                  </a:lnTo>
                  <a:lnTo>
                    <a:pt x="545929" y="1754260"/>
                  </a:lnTo>
                  <a:lnTo>
                    <a:pt x="546774" y="1826837"/>
                  </a:lnTo>
                  <a:lnTo>
                    <a:pt x="547619" y="1890044"/>
                  </a:lnTo>
                  <a:lnTo>
                    <a:pt x="548464" y="1841344"/>
                  </a:lnTo>
                  <a:lnTo>
                    <a:pt x="549309" y="1745960"/>
                  </a:lnTo>
                  <a:lnTo>
                    <a:pt x="550154" y="1661111"/>
                  </a:lnTo>
                  <a:lnTo>
                    <a:pt x="551000" y="1562532"/>
                  </a:lnTo>
                  <a:lnTo>
                    <a:pt x="551845" y="1518600"/>
                  </a:lnTo>
                  <a:lnTo>
                    <a:pt x="552690" y="1502768"/>
                  </a:lnTo>
                  <a:lnTo>
                    <a:pt x="553535" y="1500072"/>
                  </a:lnTo>
                  <a:lnTo>
                    <a:pt x="554380" y="1485756"/>
                  </a:lnTo>
                  <a:lnTo>
                    <a:pt x="555225" y="1499935"/>
                  </a:lnTo>
                  <a:lnTo>
                    <a:pt x="556070" y="1539443"/>
                  </a:lnTo>
                  <a:lnTo>
                    <a:pt x="556915" y="1474136"/>
                  </a:lnTo>
                  <a:lnTo>
                    <a:pt x="557760" y="1425893"/>
                  </a:lnTo>
                  <a:lnTo>
                    <a:pt x="558605" y="1483208"/>
                  </a:lnTo>
                  <a:lnTo>
                    <a:pt x="559450" y="1605002"/>
                  </a:lnTo>
                  <a:lnTo>
                    <a:pt x="560296" y="1738737"/>
                  </a:lnTo>
                  <a:lnTo>
                    <a:pt x="561141" y="1812687"/>
                  </a:lnTo>
                  <a:lnTo>
                    <a:pt x="561986" y="1920101"/>
                  </a:lnTo>
                  <a:lnTo>
                    <a:pt x="562831" y="2027304"/>
                  </a:lnTo>
                  <a:lnTo>
                    <a:pt x="563676" y="2073018"/>
                  </a:lnTo>
                  <a:lnTo>
                    <a:pt x="564521" y="2097120"/>
                  </a:lnTo>
                  <a:lnTo>
                    <a:pt x="565366" y="2103286"/>
                  </a:lnTo>
                  <a:lnTo>
                    <a:pt x="565366" y="2103286"/>
                  </a:lnTo>
                  <a:lnTo>
                    <a:pt x="566211" y="2103286"/>
                  </a:lnTo>
                  <a:lnTo>
                    <a:pt x="567056" y="2103286"/>
                  </a:lnTo>
                  <a:lnTo>
                    <a:pt x="567901" y="2103286"/>
                  </a:lnTo>
                  <a:lnTo>
                    <a:pt x="568747" y="2103286"/>
                  </a:lnTo>
                  <a:lnTo>
                    <a:pt x="569592" y="2060775"/>
                  </a:lnTo>
                  <a:lnTo>
                    <a:pt x="570437" y="2009849"/>
                  </a:lnTo>
                  <a:lnTo>
                    <a:pt x="571282" y="1983858"/>
                  </a:lnTo>
                  <a:lnTo>
                    <a:pt x="572127" y="1966217"/>
                  </a:lnTo>
                  <a:lnTo>
                    <a:pt x="572972" y="1959858"/>
                  </a:lnTo>
                  <a:lnTo>
                    <a:pt x="573817" y="1962132"/>
                  </a:lnTo>
                  <a:lnTo>
                    <a:pt x="574662" y="1937535"/>
                  </a:lnTo>
                  <a:lnTo>
                    <a:pt x="575507" y="1889382"/>
                  </a:lnTo>
                  <a:lnTo>
                    <a:pt x="576352" y="1794562"/>
                  </a:lnTo>
                  <a:lnTo>
                    <a:pt x="577197" y="1700552"/>
                  </a:lnTo>
                  <a:lnTo>
                    <a:pt x="578043" y="1628613"/>
                  </a:lnTo>
                  <a:lnTo>
                    <a:pt x="578888" y="1575323"/>
                  </a:lnTo>
                  <a:lnTo>
                    <a:pt x="579733" y="1631928"/>
                  </a:lnTo>
                  <a:lnTo>
                    <a:pt x="580578" y="1694702"/>
                  </a:lnTo>
                  <a:lnTo>
                    <a:pt x="581423" y="1754585"/>
                  </a:lnTo>
                  <a:lnTo>
                    <a:pt x="582268" y="1883668"/>
                  </a:lnTo>
                  <a:lnTo>
                    <a:pt x="583113" y="1984502"/>
                  </a:lnTo>
                  <a:lnTo>
                    <a:pt x="583958" y="1988443"/>
                  </a:lnTo>
                  <a:lnTo>
                    <a:pt x="584803" y="1882199"/>
                  </a:lnTo>
                  <a:lnTo>
                    <a:pt x="585648" y="1774806"/>
                  </a:lnTo>
                  <a:lnTo>
                    <a:pt x="586493" y="1725011"/>
                  </a:lnTo>
                  <a:lnTo>
                    <a:pt x="587339" y="1647482"/>
                  </a:lnTo>
                  <a:lnTo>
                    <a:pt x="588184" y="1574095"/>
                  </a:lnTo>
                  <a:lnTo>
                    <a:pt x="589029" y="1644317"/>
                  </a:lnTo>
                  <a:lnTo>
                    <a:pt x="589874" y="1790553"/>
                  </a:lnTo>
                  <a:lnTo>
                    <a:pt x="590719" y="1930539"/>
                  </a:lnTo>
                  <a:lnTo>
                    <a:pt x="591564" y="2012879"/>
                  </a:lnTo>
                  <a:lnTo>
                    <a:pt x="592409" y="2068029"/>
                  </a:lnTo>
                  <a:lnTo>
                    <a:pt x="593254" y="2090625"/>
                  </a:lnTo>
                  <a:lnTo>
                    <a:pt x="594099" y="2018985"/>
                  </a:lnTo>
                  <a:lnTo>
                    <a:pt x="594944" y="1881548"/>
                  </a:lnTo>
                  <a:lnTo>
                    <a:pt x="595789" y="1795755"/>
                  </a:lnTo>
                  <a:lnTo>
                    <a:pt x="596635" y="1738351"/>
                  </a:lnTo>
                  <a:lnTo>
                    <a:pt x="597480" y="1658486"/>
                  </a:lnTo>
                  <a:lnTo>
                    <a:pt x="598325" y="1600643"/>
                  </a:lnTo>
                  <a:lnTo>
                    <a:pt x="599170" y="1608747"/>
                  </a:lnTo>
                  <a:lnTo>
                    <a:pt x="600015" y="1614976"/>
                  </a:lnTo>
                  <a:lnTo>
                    <a:pt x="600860" y="1552150"/>
                  </a:lnTo>
                  <a:lnTo>
                    <a:pt x="601705" y="1513283"/>
                  </a:lnTo>
                  <a:lnTo>
                    <a:pt x="602550" y="1510015"/>
                  </a:lnTo>
                  <a:lnTo>
                    <a:pt x="603395" y="1504683"/>
                  </a:lnTo>
                  <a:lnTo>
                    <a:pt x="604240" y="1479249"/>
                  </a:lnTo>
                  <a:lnTo>
                    <a:pt x="605085" y="1502993"/>
                  </a:lnTo>
                  <a:lnTo>
                    <a:pt x="605931" y="1541010"/>
                  </a:lnTo>
                  <a:lnTo>
                    <a:pt x="606776" y="1522908"/>
                  </a:lnTo>
                  <a:lnTo>
                    <a:pt x="607621" y="1508339"/>
                  </a:lnTo>
                  <a:lnTo>
                    <a:pt x="608466" y="1502703"/>
                  </a:lnTo>
                  <a:lnTo>
                    <a:pt x="609311" y="1490837"/>
                  </a:lnTo>
                  <a:lnTo>
                    <a:pt x="610156" y="1502466"/>
                  </a:lnTo>
                  <a:lnTo>
                    <a:pt x="611001" y="1523208"/>
                  </a:lnTo>
                  <a:lnTo>
                    <a:pt x="611846" y="1586720"/>
                  </a:lnTo>
                  <a:lnTo>
                    <a:pt x="612691" y="1630597"/>
                  </a:lnTo>
                  <a:lnTo>
                    <a:pt x="613536" y="1649653"/>
                  </a:lnTo>
                  <a:lnTo>
                    <a:pt x="614381" y="1633328"/>
                  </a:lnTo>
                  <a:lnTo>
                    <a:pt x="615227" y="1603769"/>
                  </a:lnTo>
                  <a:lnTo>
                    <a:pt x="616072" y="1553657"/>
                  </a:lnTo>
                  <a:lnTo>
                    <a:pt x="616917" y="1512938"/>
                  </a:lnTo>
                  <a:lnTo>
                    <a:pt x="617762" y="1463237"/>
                  </a:lnTo>
                  <a:lnTo>
                    <a:pt x="618607" y="1443907"/>
                  </a:lnTo>
                  <a:lnTo>
                    <a:pt x="619452" y="1527136"/>
                  </a:lnTo>
                  <a:lnTo>
                    <a:pt x="620297" y="1599256"/>
                  </a:lnTo>
                  <a:lnTo>
                    <a:pt x="621142" y="1664907"/>
                  </a:lnTo>
                  <a:lnTo>
                    <a:pt x="621987" y="1707924"/>
                  </a:lnTo>
                  <a:lnTo>
                    <a:pt x="622832" y="1779558"/>
                  </a:lnTo>
                  <a:lnTo>
                    <a:pt x="623677" y="1850095"/>
                  </a:lnTo>
                  <a:lnTo>
                    <a:pt x="624523" y="1854046"/>
                  </a:lnTo>
                  <a:lnTo>
                    <a:pt x="625368" y="1828413"/>
                  </a:lnTo>
                  <a:lnTo>
                    <a:pt x="626213" y="1837604"/>
                  </a:lnTo>
                  <a:lnTo>
                    <a:pt x="627058" y="1845173"/>
                  </a:lnTo>
                  <a:lnTo>
                    <a:pt x="627903" y="1847775"/>
                  </a:lnTo>
                  <a:lnTo>
                    <a:pt x="628748" y="1813785"/>
                  </a:lnTo>
                  <a:lnTo>
                    <a:pt x="629593" y="1772320"/>
                  </a:lnTo>
                  <a:lnTo>
                    <a:pt x="630438" y="1743604"/>
                  </a:lnTo>
                  <a:lnTo>
                    <a:pt x="631283" y="1687395"/>
                  </a:lnTo>
                  <a:lnTo>
                    <a:pt x="632128" y="1640273"/>
                  </a:lnTo>
                  <a:lnTo>
                    <a:pt x="632974" y="1621431"/>
                  </a:lnTo>
                  <a:lnTo>
                    <a:pt x="633819" y="1655475"/>
                  </a:lnTo>
                  <a:lnTo>
                    <a:pt x="634664" y="1709244"/>
                  </a:lnTo>
                  <a:lnTo>
                    <a:pt x="635509" y="1744721"/>
                  </a:lnTo>
                  <a:lnTo>
                    <a:pt x="636354" y="1755462"/>
                  </a:lnTo>
                  <a:lnTo>
                    <a:pt x="637199" y="1776648"/>
                  </a:lnTo>
                  <a:lnTo>
                    <a:pt x="638044" y="1765380"/>
                  </a:lnTo>
                  <a:lnTo>
                    <a:pt x="638889" y="1737354"/>
                  </a:lnTo>
                  <a:lnTo>
                    <a:pt x="639734" y="1687469"/>
                  </a:lnTo>
                  <a:lnTo>
                    <a:pt x="640579" y="1649788"/>
                  </a:lnTo>
                  <a:lnTo>
                    <a:pt x="641424" y="1676025"/>
                  </a:lnTo>
                  <a:lnTo>
                    <a:pt x="642270" y="1677551"/>
                  </a:lnTo>
                  <a:lnTo>
                    <a:pt x="643115" y="1641282"/>
                  </a:lnTo>
                  <a:lnTo>
                    <a:pt x="643960" y="1575427"/>
                  </a:lnTo>
                  <a:lnTo>
                    <a:pt x="644805" y="1513313"/>
                  </a:lnTo>
                  <a:lnTo>
                    <a:pt x="645650" y="1495690"/>
                  </a:lnTo>
                  <a:lnTo>
                    <a:pt x="646495" y="1447735"/>
                  </a:lnTo>
                  <a:lnTo>
                    <a:pt x="647340" y="1385286"/>
                  </a:lnTo>
                  <a:lnTo>
                    <a:pt x="648185" y="1401618"/>
                  </a:lnTo>
                  <a:lnTo>
                    <a:pt x="649030" y="1488419"/>
                  </a:lnTo>
                  <a:lnTo>
                    <a:pt x="649875" y="1550055"/>
                  </a:lnTo>
                  <a:lnTo>
                    <a:pt x="650720" y="1574007"/>
                  </a:lnTo>
                  <a:lnTo>
                    <a:pt x="651566" y="1592438"/>
                  </a:lnTo>
                  <a:lnTo>
                    <a:pt x="652411" y="1634024"/>
                  </a:lnTo>
                  <a:lnTo>
                    <a:pt x="653256" y="1695630"/>
                  </a:lnTo>
                  <a:lnTo>
                    <a:pt x="654101" y="1693414"/>
                  </a:lnTo>
                  <a:lnTo>
                    <a:pt x="654946" y="1660687"/>
                  </a:lnTo>
                  <a:lnTo>
                    <a:pt x="655791" y="1604034"/>
                  </a:lnTo>
                  <a:lnTo>
                    <a:pt x="656636" y="1607817"/>
                  </a:lnTo>
                  <a:lnTo>
                    <a:pt x="657481" y="1625391"/>
                  </a:lnTo>
                  <a:lnTo>
                    <a:pt x="658326" y="1589554"/>
                  </a:lnTo>
                  <a:lnTo>
                    <a:pt x="659171" y="1569046"/>
                  </a:lnTo>
                  <a:lnTo>
                    <a:pt x="660016" y="1634154"/>
                  </a:lnTo>
                  <a:lnTo>
                    <a:pt x="660862" y="1741077"/>
                  </a:lnTo>
                  <a:lnTo>
                    <a:pt x="661707" y="1800991"/>
                  </a:lnTo>
                  <a:lnTo>
                    <a:pt x="662552" y="1821630"/>
                  </a:lnTo>
                  <a:lnTo>
                    <a:pt x="663397" y="1870394"/>
                  </a:lnTo>
                  <a:lnTo>
                    <a:pt x="664242" y="1930296"/>
                  </a:lnTo>
                  <a:lnTo>
                    <a:pt x="665087" y="1964095"/>
                  </a:lnTo>
                  <a:lnTo>
                    <a:pt x="665932" y="1989220"/>
                  </a:lnTo>
                  <a:lnTo>
                    <a:pt x="666777" y="1990743"/>
                  </a:lnTo>
                  <a:lnTo>
                    <a:pt x="667622" y="1986783"/>
                  </a:lnTo>
                  <a:lnTo>
                    <a:pt x="668467" y="1883347"/>
                  </a:lnTo>
                  <a:lnTo>
                    <a:pt x="669312" y="1782024"/>
                  </a:lnTo>
                  <a:lnTo>
                    <a:pt x="670158" y="1689049"/>
                  </a:lnTo>
                  <a:lnTo>
                    <a:pt x="671003" y="1591190"/>
                  </a:lnTo>
                  <a:lnTo>
                    <a:pt x="671848" y="1519655"/>
                  </a:lnTo>
                  <a:lnTo>
                    <a:pt x="672693" y="1477384"/>
                  </a:lnTo>
                  <a:lnTo>
                    <a:pt x="673538" y="1482616"/>
                  </a:lnTo>
                  <a:lnTo>
                    <a:pt x="674383" y="1445264"/>
                  </a:lnTo>
                  <a:lnTo>
                    <a:pt x="675228" y="1449865"/>
                  </a:lnTo>
                  <a:lnTo>
                    <a:pt x="676073" y="1469783"/>
                  </a:lnTo>
                  <a:lnTo>
                    <a:pt x="676918" y="1468643"/>
                  </a:lnTo>
                  <a:lnTo>
                    <a:pt x="677763" y="1490643"/>
                  </a:lnTo>
                  <a:lnTo>
                    <a:pt x="678608" y="1574502"/>
                  </a:lnTo>
                  <a:lnTo>
                    <a:pt x="679454" y="1651314"/>
                  </a:lnTo>
                  <a:lnTo>
                    <a:pt x="680299" y="1668378"/>
                  </a:lnTo>
                  <a:lnTo>
                    <a:pt x="681144" y="1716700"/>
                  </a:lnTo>
                  <a:lnTo>
                    <a:pt x="681989" y="1742202"/>
                  </a:lnTo>
                  <a:lnTo>
                    <a:pt x="682834" y="1707496"/>
                  </a:lnTo>
                  <a:lnTo>
                    <a:pt x="683679" y="1654809"/>
                  </a:lnTo>
                  <a:lnTo>
                    <a:pt x="684524" y="1627361"/>
                  </a:lnTo>
                  <a:lnTo>
                    <a:pt x="685369" y="1616549"/>
                  </a:lnTo>
                  <a:lnTo>
                    <a:pt x="686214" y="1608810"/>
                  </a:lnTo>
                  <a:lnTo>
                    <a:pt x="687059" y="1635945"/>
                  </a:lnTo>
                  <a:lnTo>
                    <a:pt x="687904" y="1729026"/>
                  </a:lnTo>
                  <a:lnTo>
                    <a:pt x="688750" y="1818592"/>
                  </a:lnTo>
                  <a:lnTo>
                    <a:pt x="689595" y="1926894"/>
                  </a:lnTo>
                  <a:lnTo>
                    <a:pt x="690440" y="2003847"/>
                  </a:lnTo>
                  <a:lnTo>
                    <a:pt x="691285" y="1977859"/>
                  </a:lnTo>
                  <a:lnTo>
                    <a:pt x="692130" y="1973558"/>
                  </a:lnTo>
                  <a:lnTo>
                    <a:pt x="692975" y="1968408"/>
                  </a:lnTo>
                  <a:lnTo>
                    <a:pt x="693820" y="1921948"/>
                  </a:lnTo>
                  <a:lnTo>
                    <a:pt x="694665" y="1844765"/>
                  </a:lnTo>
                  <a:lnTo>
                    <a:pt x="695510" y="1769456"/>
                  </a:lnTo>
                  <a:lnTo>
                    <a:pt x="696355" y="1758542"/>
                  </a:lnTo>
                  <a:lnTo>
                    <a:pt x="697201" y="1736604"/>
                  </a:lnTo>
                  <a:lnTo>
                    <a:pt x="698046" y="1749980"/>
                  </a:lnTo>
                  <a:lnTo>
                    <a:pt x="698891" y="1786280"/>
                  </a:lnTo>
                  <a:lnTo>
                    <a:pt x="699736" y="1878291"/>
                  </a:lnTo>
                  <a:lnTo>
                    <a:pt x="700581" y="1940748"/>
                  </a:lnTo>
                  <a:lnTo>
                    <a:pt x="701426" y="1981805"/>
                  </a:lnTo>
                  <a:lnTo>
                    <a:pt x="702271" y="1989559"/>
                  </a:lnTo>
                  <a:lnTo>
                    <a:pt x="703116" y="1916951"/>
                  </a:lnTo>
                  <a:lnTo>
                    <a:pt x="703961" y="1889005"/>
                  </a:lnTo>
                  <a:lnTo>
                    <a:pt x="704806" y="1807847"/>
                  </a:lnTo>
                  <a:lnTo>
                    <a:pt x="705651" y="1758422"/>
                  </a:lnTo>
                  <a:lnTo>
                    <a:pt x="706497" y="1740424"/>
                  </a:lnTo>
                  <a:lnTo>
                    <a:pt x="707342" y="1791201"/>
                  </a:lnTo>
                  <a:lnTo>
                    <a:pt x="708187" y="1914449"/>
                  </a:lnTo>
                  <a:lnTo>
                    <a:pt x="709032" y="1984398"/>
                  </a:lnTo>
                  <a:lnTo>
                    <a:pt x="709877" y="2023667"/>
                  </a:lnTo>
                  <a:lnTo>
                    <a:pt x="710722" y="2090070"/>
                  </a:lnTo>
                  <a:lnTo>
                    <a:pt x="711567" y="2103286"/>
                  </a:lnTo>
                  <a:lnTo>
                    <a:pt x="711567" y="2103286"/>
                  </a:lnTo>
                  <a:lnTo>
                    <a:pt x="712412" y="2103286"/>
                  </a:lnTo>
                  <a:lnTo>
                    <a:pt x="713257" y="2103286"/>
                  </a:lnTo>
                  <a:lnTo>
                    <a:pt x="714102" y="2025538"/>
                  </a:lnTo>
                  <a:lnTo>
                    <a:pt x="714947" y="1999538"/>
                  </a:lnTo>
                  <a:lnTo>
                    <a:pt x="715793" y="2023111"/>
                  </a:lnTo>
                  <a:lnTo>
                    <a:pt x="716638" y="2056536"/>
                  </a:lnTo>
                  <a:lnTo>
                    <a:pt x="717483" y="2089006"/>
                  </a:lnTo>
                  <a:lnTo>
                    <a:pt x="718328" y="2088667"/>
                  </a:lnTo>
                  <a:lnTo>
                    <a:pt x="719173" y="2099559"/>
                  </a:lnTo>
                  <a:lnTo>
                    <a:pt x="720018" y="2103019"/>
                  </a:lnTo>
                  <a:lnTo>
                    <a:pt x="720863" y="2057176"/>
                  </a:lnTo>
                  <a:lnTo>
                    <a:pt x="721708" y="1971379"/>
                  </a:lnTo>
                  <a:lnTo>
                    <a:pt x="722553" y="1894635"/>
                  </a:lnTo>
                  <a:lnTo>
                    <a:pt x="723398" y="1915100"/>
                  </a:lnTo>
                  <a:lnTo>
                    <a:pt x="724243" y="1961453"/>
                  </a:lnTo>
                  <a:lnTo>
                    <a:pt x="725089" y="2011548"/>
                  </a:lnTo>
                  <a:lnTo>
                    <a:pt x="725934" y="2069834"/>
                  </a:lnTo>
                  <a:lnTo>
                    <a:pt x="726779" y="2103286"/>
                  </a:lnTo>
                  <a:lnTo>
                    <a:pt x="726779" y="2103286"/>
                  </a:lnTo>
                  <a:lnTo>
                    <a:pt x="727624" y="2103286"/>
                  </a:lnTo>
                  <a:lnTo>
                    <a:pt x="728469" y="2103286"/>
                  </a:lnTo>
                  <a:lnTo>
                    <a:pt x="729314" y="2103286"/>
                  </a:lnTo>
                  <a:lnTo>
                    <a:pt x="730159" y="2103286"/>
                  </a:lnTo>
                  <a:lnTo>
                    <a:pt x="731004" y="2103286"/>
                  </a:lnTo>
                  <a:lnTo>
                    <a:pt x="731849" y="2103286"/>
                  </a:lnTo>
                  <a:lnTo>
                    <a:pt x="732694" y="2089214"/>
                  </a:lnTo>
                  <a:lnTo>
                    <a:pt x="733539" y="2039951"/>
                  </a:lnTo>
                  <a:lnTo>
                    <a:pt x="734385" y="2019327"/>
                  </a:lnTo>
                  <a:lnTo>
                    <a:pt x="735230" y="1997662"/>
                  </a:lnTo>
                  <a:lnTo>
                    <a:pt x="736075" y="1995150"/>
                  </a:lnTo>
                  <a:lnTo>
                    <a:pt x="736920" y="2006931"/>
                  </a:lnTo>
                  <a:lnTo>
                    <a:pt x="737765" y="2020897"/>
                  </a:lnTo>
                  <a:lnTo>
                    <a:pt x="738610" y="2067440"/>
                  </a:lnTo>
                  <a:lnTo>
                    <a:pt x="739455" y="2103286"/>
                  </a:lnTo>
                  <a:lnTo>
                    <a:pt x="739455" y="2103286"/>
                  </a:lnTo>
                  <a:lnTo>
                    <a:pt x="740300" y="2103286"/>
                  </a:lnTo>
                  <a:lnTo>
                    <a:pt x="741145" y="2103286"/>
                  </a:lnTo>
                  <a:lnTo>
                    <a:pt x="741990" y="2103286"/>
                  </a:lnTo>
                  <a:lnTo>
                    <a:pt x="742835" y="2103286"/>
                  </a:lnTo>
                  <a:lnTo>
                    <a:pt x="743681" y="2103286"/>
                  </a:lnTo>
                  <a:lnTo>
                    <a:pt x="744526" y="2103286"/>
                  </a:lnTo>
                  <a:lnTo>
                    <a:pt x="745371" y="2103286"/>
                  </a:lnTo>
                  <a:lnTo>
                    <a:pt x="746216" y="2103286"/>
                  </a:lnTo>
                  <a:lnTo>
                    <a:pt x="747061" y="2103286"/>
                  </a:lnTo>
                  <a:lnTo>
                    <a:pt x="747906" y="2081002"/>
                  </a:lnTo>
                  <a:lnTo>
                    <a:pt x="748751" y="2025777"/>
                  </a:lnTo>
                  <a:lnTo>
                    <a:pt x="749596" y="1987881"/>
                  </a:lnTo>
                  <a:lnTo>
                    <a:pt x="750441" y="1978906"/>
                  </a:lnTo>
                  <a:lnTo>
                    <a:pt x="751286" y="1968845"/>
                  </a:lnTo>
                  <a:lnTo>
                    <a:pt x="752131" y="1985744"/>
                  </a:lnTo>
                  <a:lnTo>
                    <a:pt x="752977" y="2030119"/>
                  </a:lnTo>
                  <a:lnTo>
                    <a:pt x="753822" y="2100691"/>
                  </a:lnTo>
                  <a:lnTo>
                    <a:pt x="754667" y="2103286"/>
                  </a:lnTo>
                  <a:lnTo>
                    <a:pt x="754667" y="2103286"/>
                  </a:lnTo>
                  <a:lnTo>
                    <a:pt x="755512" y="2103286"/>
                  </a:lnTo>
                  <a:lnTo>
                    <a:pt x="756357" y="2103286"/>
                  </a:lnTo>
                  <a:lnTo>
                    <a:pt x="757202" y="2103286"/>
                  </a:lnTo>
                  <a:lnTo>
                    <a:pt x="758047" y="2103286"/>
                  </a:lnTo>
                  <a:lnTo>
                    <a:pt x="758892" y="2103286"/>
                  </a:lnTo>
                  <a:lnTo>
                    <a:pt x="759737" y="2103286"/>
                  </a:lnTo>
                  <a:lnTo>
                    <a:pt x="760582" y="2044897"/>
                  </a:lnTo>
                  <a:lnTo>
                    <a:pt x="761428" y="1944410"/>
                  </a:lnTo>
                  <a:lnTo>
                    <a:pt x="762273" y="1933056"/>
                  </a:lnTo>
                  <a:lnTo>
                    <a:pt x="763118" y="1923102"/>
                  </a:lnTo>
                  <a:lnTo>
                    <a:pt x="763963" y="1921760"/>
                  </a:lnTo>
                  <a:lnTo>
                    <a:pt x="764808" y="1968337"/>
                  </a:lnTo>
                  <a:lnTo>
                    <a:pt x="765653" y="2017051"/>
                  </a:lnTo>
                  <a:lnTo>
                    <a:pt x="766498" y="2038925"/>
                  </a:lnTo>
                  <a:lnTo>
                    <a:pt x="767343" y="2064158"/>
                  </a:lnTo>
                  <a:lnTo>
                    <a:pt x="768188" y="2103286"/>
                  </a:lnTo>
                  <a:lnTo>
                    <a:pt x="768188" y="2103286"/>
                  </a:lnTo>
                  <a:lnTo>
                    <a:pt x="769033" y="2098308"/>
                  </a:lnTo>
                  <a:lnTo>
                    <a:pt x="769878" y="2093440"/>
                  </a:lnTo>
                  <a:lnTo>
                    <a:pt x="770724" y="2103286"/>
                  </a:lnTo>
                  <a:lnTo>
                    <a:pt x="770724" y="2103286"/>
                  </a:lnTo>
                  <a:lnTo>
                    <a:pt x="771569" y="2103286"/>
                  </a:lnTo>
                  <a:lnTo>
                    <a:pt x="772414" y="2103286"/>
                  </a:lnTo>
                  <a:lnTo>
                    <a:pt x="773259" y="2103286"/>
                  </a:lnTo>
                  <a:lnTo>
                    <a:pt x="774104" y="2103286"/>
                  </a:lnTo>
                  <a:lnTo>
                    <a:pt x="774949" y="2103286"/>
                  </a:lnTo>
                  <a:lnTo>
                    <a:pt x="775794" y="2103286"/>
                  </a:lnTo>
                  <a:lnTo>
                    <a:pt x="776639" y="2103286"/>
                  </a:lnTo>
                  <a:lnTo>
                    <a:pt x="777484" y="2103286"/>
                  </a:lnTo>
                  <a:lnTo>
                    <a:pt x="778329" y="2103286"/>
                  </a:lnTo>
                  <a:lnTo>
                    <a:pt x="779174" y="2103286"/>
                  </a:lnTo>
                  <a:lnTo>
                    <a:pt x="780020" y="2103286"/>
                  </a:lnTo>
                  <a:lnTo>
                    <a:pt x="780865" y="2103286"/>
                  </a:lnTo>
                  <a:lnTo>
                    <a:pt x="781710" y="2103286"/>
                  </a:lnTo>
                  <a:lnTo>
                    <a:pt x="782555" y="2103286"/>
                  </a:lnTo>
                  <a:lnTo>
                    <a:pt x="783400" y="2103286"/>
                  </a:lnTo>
                  <a:lnTo>
                    <a:pt x="784245" y="2103286"/>
                  </a:lnTo>
                  <a:lnTo>
                    <a:pt x="785090" y="2103286"/>
                  </a:lnTo>
                  <a:lnTo>
                    <a:pt x="785935" y="2103286"/>
                  </a:lnTo>
                  <a:lnTo>
                    <a:pt x="786780" y="2103286"/>
                  </a:lnTo>
                  <a:lnTo>
                    <a:pt x="787625" y="2103286"/>
                  </a:lnTo>
                  <a:lnTo>
                    <a:pt x="788470" y="2103286"/>
                  </a:lnTo>
                  <a:lnTo>
                    <a:pt x="789316" y="2087960"/>
                  </a:lnTo>
                  <a:lnTo>
                    <a:pt x="790161" y="2079465"/>
                  </a:lnTo>
                  <a:lnTo>
                    <a:pt x="791006" y="2072438"/>
                  </a:lnTo>
                  <a:lnTo>
                    <a:pt x="791851" y="2041155"/>
                  </a:lnTo>
                  <a:lnTo>
                    <a:pt x="792696" y="2029505"/>
                  </a:lnTo>
                  <a:lnTo>
                    <a:pt x="793541" y="2063219"/>
                  </a:lnTo>
                  <a:lnTo>
                    <a:pt x="794386" y="2075616"/>
                  </a:lnTo>
                  <a:lnTo>
                    <a:pt x="795231" y="2045114"/>
                  </a:lnTo>
                  <a:lnTo>
                    <a:pt x="796076" y="2034083"/>
                  </a:lnTo>
                  <a:lnTo>
                    <a:pt x="796921" y="2077235"/>
                  </a:lnTo>
                  <a:lnTo>
                    <a:pt x="797766" y="2103286"/>
                  </a:lnTo>
                  <a:lnTo>
                    <a:pt x="797766" y="2103286"/>
                  </a:lnTo>
                  <a:lnTo>
                    <a:pt x="798612" y="2103286"/>
                  </a:lnTo>
                  <a:lnTo>
                    <a:pt x="799457" y="2103286"/>
                  </a:lnTo>
                  <a:lnTo>
                    <a:pt x="800302" y="2103286"/>
                  </a:lnTo>
                  <a:lnTo>
                    <a:pt x="801147" y="2103286"/>
                  </a:lnTo>
                  <a:lnTo>
                    <a:pt x="801992" y="2103286"/>
                  </a:lnTo>
                  <a:lnTo>
                    <a:pt x="802837" y="2103286"/>
                  </a:lnTo>
                  <a:lnTo>
                    <a:pt x="803682" y="2103286"/>
                  </a:lnTo>
                  <a:lnTo>
                    <a:pt x="804527" y="2103286"/>
                  </a:lnTo>
                  <a:lnTo>
                    <a:pt x="805372" y="2071851"/>
                  </a:lnTo>
                  <a:lnTo>
                    <a:pt x="806217" y="2032673"/>
                  </a:lnTo>
                  <a:lnTo>
                    <a:pt x="807062" y="2028716"/>
                  </a:lnTo>
                  <a:lnTo>
                    <a:pt x="807908" y="2019745"/>
                  </a:lnTo>
                  <a:lnTo>
                    <a:pt x="808753" y="2034252"/>
                  </a:lnTo>
                  <a:lnTo>
                    <a:pt x="809598" y="1992209"/>
                  </a:lnTo>
                  <a:lnTo>
                    <a:pt x="810443" y="1921975"/>
                  </a:lnTo>
                  <a:lnTo>
                    <a:pt x="811288" y="1917317"/>
                  </a:lnTo>
                  <a:lnTo>
                    <a:pt x="812133" y="1907150"/>
                  </a:lnTo>
                  <a:lnTo>
                    <a:pt x="812978" y="1892920"/>
                  </a:lnTo>
                  <a:lnTo>
                    <a:pt x="813823" y="1864684"/>
                  </a:lnTo>
                  <a:lnTo>
                    <a:pt x="814668" y="1893035"/>
                  </a:lnTo>
                  <a:lnTo>
                    <a:pt x="815513" y="1997256"/>
                  </a:lnTo>
                  <a:lnTo>
                    <a:pt x="816358" y="2061746"/>
                  </a:lnTo>
                  <a:lnTo>
                    <a:pt x="817204" y="2103286"/>
                  </a:lnTo>
                  <a:lnTo>
                    <a:pt x="817204" y="2103286"/>
                  </a:lnTo>
                  <a:lnTo>
                    <a:pt x="818049" y="2103286"/>
                  </a:lnTo>
                  <a:lnTo>
                    <a:pt x="818894" y="2103286"/>
                  </a:lnTo>
                  <a:lnTo>
                    <a:pt x="819739" y="2103286"/>
                  </a:lnTo>
                  <a:lnTo>
                    <a:pt x="820584" y="2103286"/>
                  </a:lnTo>
                  <a:lnTo>
                    <a:pt x="821429" y="2085492"/>
                  </a:lnTo>
                  <a:lnTo>
                    <a:pt x="822274" y="2047862"/>
                  </a:lnTo>
                  <a:lnTo>
                    <a:pt x="823119" y="2020926"/>
                  </a:lnTo>
                  <a:lnTo>
                    <a:pt x="823964" y="2039465"/>
                  </a:lnTo>
                  <a:lnTo>
                    <a:pt x="824809" y="2047931"/>
                  </a:lnTo>
                  <a:lnTo>
                    <a:pt x="825655" y="2061376"/>
                  </a:lnTo>
                  <a:lnTo>
                    <a:pt x="826500" y="2096895"/>
                  </a:lnTo>
                  <a:lnTo>
                    <a:pt x="827345" y="2103286"/>
                  </a:lnTo>
                  <a:lnTo>
                    <a:pt x="827345" y="2103286"/>
                  </a:lnTo>
                  <a:lnTo>
                    <a:pt x="828190" y="2103286"/>
                  </a:lnTo>
                  <a:lnTo>
                    <a:pt x="829035" y="2103286"/>
                  </a:lnTo>
                  <a:lnTo>
                    <a:pt x="829880" y="2103286"/>
                  </a:lnTo>
                  <a:lnTo>
                    <a:pt x="830725" y="2103286"/>
                  </a:lnTo>
                  <a:lnTo>
                    <a:pt x="831570" y="2103286"/>
                  </a:lnTo>
                  <a:lnTo>
                    <a:pt x="832415" y="2103286"/>
                  </a:lnTo>
                  <a:lnTo>
                    <a:pt x="833260" y="2103286"/>
                  </a:lnTo>
                  <a:lnTo>
                    <a:pt x="834105" y="2103286"/>
                  </a:lnTo>
                  <a:lnTo>
                    <a:pt x="834951" y="2103286"/>
                  </a:lnTo>
                  <a:lnTo>
                    <a:pt x="835796" y="2103286"/>
                  </a:lnTo>
                  <a:lnTo>
                    <a:pt x="836641" y="2103286"/>
                  </a:lnTo>
                  <a:lnTo>
                    <a:pt x="837486" y="2103286"/>
                  </a:lnTo>
                  <a:lnTo>
                    <a:pt x="838331" y="2103286"/>
                  </a:lnTo>
                  <a:lnTo>
                    <a:pt x="839176" y="2103286"/>
                  </a:lnTo>
                  <a:lnTo>
                    <a:pt x="840021" y="2103286"/>
                  </a:lnTo>
                  <a:lnTo>
                    <a:pt x="840866" y="2103286"/>
                  </a:lnTo>
                  <a:lnTo>
                    <a:pt x="841711" y="2103286"/>
                  </a:lnTo>
                  <a:lnTo>
                    <a:pt x="842556" y="2103286"/>
                  </a:lnTo>
                  <a:lnTo>
                    <a:pt x="843401" y="2103286"/>
                  </a:lnTo>
                  <a:lnTo>
                    <a:pt x="844247" y="2103286"/>
                  </a:lnTo>
                  <a:lnTo>
                    <a:pt x="845092" y="2064019"/>
                  </a:lnTo>
                  <a:lnTo>
                    <a:pt x="845937" y="2009942"/>
                  </a:lnTo>
                  <a:lnTo>
                    <a:pt x="846782" y="2000713"/>
                  </a:lnTo>
                  <a:lnTo>
                    <a:pt x="847627" y="1986641"/>
                  </a:lnTo>
                  <a:lnTo>
                    <a:pt x="848472" y="1918449"/>
                  </a:lnTo>
                  <a:lnTo>
                    <a:pt x="849317" y="1887813"/>
                  </a:lnTo>
                  <a:lnTo>
                    <a:pt x="850162" y="1881277"/>
                  </a:lnTo>
                  <a:lnTo>
                    <a:pt x="851007" y="1852096"/>
                  </a:lnTo>
                  <a:lnTo>
                    <a:pt x="851852" y="1844052"/>
                  </a:lnTo>
                  <a:lnTo>
                    <a:pt x="852697" y="1850525"/>
                  </a:lnTo>
                  <a:lnTo>
                    <a:pt x="853543" y="1908029"/>
                  </a:lnTo>
                  <a:lnTo>
                    <a:pt x="854388" y="1955379"/>
                  </a:lnTo>
                  <a:lnTo>
                    <a:pt x="855233" y="2021282"/>
                  </a:lnTo>
                  <a:lnTo>
                    <a:pt x="856078" y="2090078"/>
                  </a:lnTo>
                  <a:lnTo>
                    <a:pt x="856923" y="2103286"/>
                  </a:lnTo>
                  <a:lnTo>
                    <a:pt x="856923" y="2103286"/>
                  </a:lnTo>
                  <a:lnTo>
                    <a:pt x="857768" y="2069054"/>
                  </a:lnTo>
                  <a:lnTo>
                    <a:pt x="858613" y="2063028"/>
                  </a:lnTo>
                  <a:lnTo>
                    <a:pt x="859458" y="2068062"/>
                  </a:lnTo>
                  <a:lnTo>
                    <a:pt x="860303" y="2052375"/>
                  </a:lnTo>
                  <a:lnTo>
                    <a:pt x="861148" y="2043992"/>
                  </a:lnTo>
                  <a:lnTo>
                    <a:pt x="861993" y="2067526"/>
                  </a:lnTo>
                  <a:lnTo>
                    <a:pt x="862839" y="2101104"/>
                  </a:lnTo>
                  <a:lnTo>
                    <a:pt x="863684" y="2103286"/>
                  </a:lnTo>
                  <a:lnTo>
                    <a:pt x="863684" y="2103286"/>
                  </a:lnTo>
                  <a:lnTo>
                    <a:pt x="864529" y="2103286"/>
                  </a:lnTo>
                  <a:lnTo>
                    <a:pt x="865374" y="2103286"/>
                  </a:lnTo>
                  <a:lnTo>
                    <a:pt x="866219" y="2103286"/>
                  </a:lnTo>
                  <a:lnTo>
                    <a:pt x="867064" y="2103286"/>
                  </a:lnTo>
                  <a:lnTo>
                    <a:pt x="867909" y="2103286"/>
                  </a:lnTo>
                  <a:lnTo>
                    <a:pt x="868754" y="2103286"/>
                  </a:lnTo>
                  <a:lnTo>
                    <a:pt x="869599" y="2103286"/>
                  </a:lnTo>
                  <a:lnTo>
                    <a:pt x="870444" y="2076684"/>
                  </a:lnTo>
                  <a:lnTo>
                    <a:pt x="871289" y="2050494"/>
                  </a:lnTo>
                  <a:lnTo>
                    <a:pt x="872135" y="2028238"/>
                  </a:lnTo>
                  <a:lnTo>
                    <a:pt x="872980" y="2003239"/>
                  </a:lnTo>
                  <a:lnTo>
                    <a:pt x="873825" y="2006838"/>
                  </a:lnTo>
                  <a:lnTo>
                    <a:pt x="874670" y="2006307"/>
                  </a:lnTo>
                  <a:lnTo>
                    <a:pt x="875515" y="2045270"/>
                  </a:lnTo>
                  <a:lnTo>
                    <a:pt x="876360" y="2090373"/>
                  </a:lnTo>
                  <a:lnTo>
                    <a:pt x="877205" y="2101522"/>
                  </a:lnTo>
                  <a:lnTo>
                    <a:pt x="878050" y="2103286"/>
                  </a:lnTo>
                  <a:lnTo>
                    <a:pt x="878050" y="2103286"/>
                  </a:lnTo>
                  <a:lnTo>
                    <a:pt x="878895" y="2103286"/>
                  </a:lnTo>
                  <a:lnTo>
                    <a:pt x="879740" y="2103286"/>
                  </a:lnTo>
                  <a:lnTo>
                    <a:pt x="880585" y="2078017"/>
                  </a:lnTo>
                  <a:lnTo>
                    <a:pt x="881431" y="2023785"/>
                  </a:lnTo>
                  <a:lnTo>
                    <a:pt x="882276" y="2016004"/>
                  </a:lnTo>
                  <a:lnTo>
                    <a:pt x="883121" y="2018131"/>
                  </a:lnTo>
                  <a:lnTo>
                    <a:pt x="883966" y="2032023"/>
                  </a:lnTo>
                  <a:lnTo>
                    <a:pt x="884811" y="2035060"/>
                  </a:lnTo>
                  <a:lnTo>
                    <a:pt x="885656" y="2017493"/>
                  </a:lnTo>
                  <a:lnTo>
                    <a:pt x="886501" y="2041812"/>
                  </a:lnTo>
                  <a:lnTo>
                    <a:pt x="887346" y="2058896"/>
                  </a:lnTo>
                  <a:lnTo>
                    <a:pt x="888191" y="2080213"/>
                  </a:lnTo>
                  <a:lnTo>
                    <a:pt x="889036" y="2094785"/>
                  </a:lnTo>
                  <a:lnTo>
                    <a:pt x="889882" y="2103286"/>
                  </a:lnTo>
                  <a:lnTo>
                    <a:pt x="889882" y="2103286"/>
                  </a:lnTo>
                  <a:lnTo>
                    <a:pt x="890727" y="2103286"/>
                  </a:lnTo>
                  <a:lnTo>
                    <a:pt x="891572" y="2103286"/>
                  </a:lnTo>
                  <a:lnTo>
                    <a:pt x="892417" y="2072867"/>
                  </a:lnTo>
                  <a:lnTo>
                    <a:pt x="893262" y="2016804"/>
                  </a:lnTo>
                  <a:lnTo>
                    <a:pt x="894107" y="1997551"/>
                  </a:lnTo>
                  <a:lnTo>
                    <a:pt x="894952" y="1956744"/>
                  </a:lnTo>
                  <a:lnTo>
                    <a:pt x="895797" y="1953504"/>
                  </a:lnTo>
                  <a:lnTo>
                    <a:pt x="896642" y="2003326"/>
                  </a:lnTo>
                  <a:lnTo>
                    <a:pt x="897487" y="2103286"/>
                  </a:lnTo>
                  <a:lnTo>
                    <a:pt x="897487" y="2103286"/>
                  </a:lnTo>
                  <a:lnTo>
                    <a:pt x="898332" y="2103286"/>
                  </a:lnTo>
                  <a:lnTo>
                    <a:pt x="899178" y="2103286"/>
                  </a:lnTo>
                  <a:lnTo>
                    <a:pt x="900023" y="2103286"/>
                  </a:lnTo>
                  <a:lnTo>
                    <a:pt x="900868" y="2103286"/>
                  </a:lnTo>
                  <a:lnTo>
                    <a:pt x="901713" y="2103286"/>
                  </a:lnTo>
                  <a:lnTo>
                    <a:pt x="902558" y="2103286"/>
                  </a:lnTo>
                  <a:lnTo>
                    <a:pt x="903403" y="2078982"/>
                  </a:lnTo>
                  <a:lnTo>
                    <a:pt x="904248" y="2103286"/>
                  </a:lnTo>
                  <a:lnTo>
                    <a:pt x="904248" y="2103286"/>
                  </a:lnTo>
                  <a:lnTo>
                    <a:pt x="905093" y="2103286"/>
                  </a:lnTo>
                  <a:lnTo>
                    <a:pt x="905938" y="2103286"/>
                  </a:lnTo>
                  <a:lnTo>
                    <a:pt x="906783" y="2103286"/>
                  </a:lnTo>
                  <a:lnTo>
                    <a:pt x="907628" y="2103286"/>
                  </a:lnTo>
                  <a:lnTo>
                    <a:pt x="908474" y="2103286"/>
                  </a:lnTo>
                  <a:lnTo>
                    <a:pt x="909319" y="2103286"/>
                  </a:lnTo>
                  <a:lnTo>
                    <a:pt x="910164" y="2103286"/>
                  </a:lnTo>
                  <a:lnTo>
                    <a:pt x="911009" y="2103286"/>
                  </a:lnTo>
                  <a:lnTo>
                    <a:pt x="911854" y="2103286"/>
                  </a:lnTo>
                  <a:lnTo>
                    <a:pt x="912699" y="2103286"/>
                  </a:lnTo>
                  <a:lnTo>
                    <a:pt x="913544" y="2103286"/>
                  </a:lnTo>
                  <a:lnTo>
                    <a:pt x="914389" y="2103286"/>
                  </a:lnTo>
                  <a:lnTo>
                    <a:pt x="915234" y="2103286"/>
                  </a:lnTo>
                  <a:lnTo>
                    <a:pt x="916079" y="2103286"/>
                  </a:lnTo>
                  <a:lnTo>
                    <a:pt x="916924" y="2103286"/>
                  </a:lnTo>
                  <a:lnTo>
                    <a:pt x="917770" y="2103286"/>
                  </a:lnTo>
                  <a:lnTo>
                    <a:pt x="918615" y="2103286"/>
                  </a:lnTo>
                  <a:lnTo>
                    <a:pt x="919460" y="2103286"/>
                  </a:lnTo>
                  <a:lnTo>
                    <a:pt x="920305" y="2103286"/>
                  </a:lnTo>
                  <a:lnTo>
                    <a:pt x="921150" y="2103286"/>
                  </a:lnTo>
                  <a:lnTo>
                    <a:pt x="921995" y="2103286"/>
                  </a:lnTo>
                  <a:lnTo>
                    <a:pt x="922840" y="2103286"/>
                  </a:lnTo>
                  <a:lnTo>
                    <a:pt x="923685" y="2103286"/>
                  </a:lnTo>
                  <a:lnTo>
                    <a:pt x="924530" y="2067409"/>
                  </a:lnTo>
                  <a:lnTo>
                    <a:pt x="925375" y="2060784"/>
                  </a:lnTo>
                  <a:lnTo>
                    <a:pt x="926220" y="2067477"/>
                  </a:lnTo>
                  <a:lnTo>
                    <a:pt x="927066" y="2043040"/>
                  </a:lnTo>
                  <a:lnTo>
                    <a:pt x="927911" y="2028616"/>
                  </a:lnTo>
                  <a:lnTo>
                    <a:pt x="928756" y="2070523"/>
                  </a:lnTo>
                  <a:lnTo>
                    <a:pt x="929601" y="2103286"/>
                  </a:lnTo>
                  <a:lnTo>
                    <a:pt x="929601" y="2103286"/>
                  </a:lnTo>
                  <a:lnTo>
                    <a:pt x="930446" y="2100559"/>
                  </a:lnTo>
                  <a:lnTo>
                    <a:pt x="931291" y="2053773"/>
                  </a:lnTo>
                  <a:lnTo>
                    <a:pt x="932136" y="2024738"/>
                  </a:lnTo>
                  <a:lnTo>
                    <a:pt x="932981" y="2002641"/>
                  </a:lnTo>
                  <a:lnTo>
                    <a:pt x="933826" y="1994282"/>
                  </a:lnTo>
                  <a:lnTo>
                    <a:pt x="934671" y="1996428"/>
                  </a:lnTo>
                  <a:lnTo>
                    <a:pt x="935516" y="2066857"/>
                  </a:lnTo>
                  <a:lnTo>
                    <a:pt x="936362" y="2103286"/>
                  </a:lnTo>
                  <a:lnTo>
                    <a:pt x="936362" y="2103286"/>
                  </a:lnTo>
                  <a:lnTo>
                    <a:pt x="937207" y="2103286"/>
                  </a:lnTo>
                  <a:lnTo>
                    <a:pt x="938052" y="2103286"/>
                  </a:lnTo>
                  <a:lnTo>
                    <a:pt x="938897" y="2103286"/>
                  </a:lnTo>
                  <a:lnTo>
                    <a:pt x="939742" y="2103286"/>
                  </a:lnTo>
                  <a:lnTo>
                    <a:pt x="940587" y="2103286"/>
                  </a:lnTo>
                  <a:lnTo>
                    <a:pt x="941432" y="2103286"/>
                  </a:lnTo>
                  <a:lnTo>
                    <a:pt x="942277" y="2103286"/>
                  </a:lnTo>
                  <a:lnTo>
                    <a:pt x="943122" y="2103286"/>
                  </a:lnTo>
                  <a:lnTo>
                    <a:pt x="943967" y="2103286"/>
                  </a:lnTo>
                  <a:lnTo>
                    <a:pt x="944812" y="2103286"/>
                  </a:lnTo>
                  <a:lnTo>
                    <a:pt x="945658" y="2103286"/>
                  </a:lnTo>
                  <a:lnTo>
                    <a:pt x="946503" y="2103286"/>
                  </a:lnTo>
                  <a:lnTo>
                    <a:pt x="947348" y="2103286"/>
                  </a:lnTo>
                  <a:lnTo>
                    <a:pt x="948193" y="2102169"/>
                  </a:lnTo>
                  <a:lnTo>
                    <a:pt x="949038" y="2103286"/>
                  </a:lnTo>
                  <a:lnTo>
                    <a:pt x="949038" y="2103286"/>
                  </a:lnTo>
                  <a:lnTo>
                    <a:pt x="949883" y="2103286"/>
                  </a:lnTo>
                  <a:lnTo>
                    <a:pt x="950728" y="2103286"/>
                  </a:lnTo>
                  <a:lnTo>
                    <a:pt x="951573" y="2103286"/>
                  </a:lnTo>
                  <a:lnTo>
                    <a:pt x="952418" y="2103286"/>
                  </a:lnTo>
                  <a:lnTo>
                    <a:pt x="953263" y="2103286"/>
                  </a:lnTo>
                  <a:lnTo>
                    <a:pt x="954109" y="2103286"/>
                  </a:lnTo>
                  <a:lnTo>
                    <a:pt x="954954" y="2103286"/>
                  </a:lnTo>
                  <a:lnTo>
                    <a:pt x="955799" y="2103286"/>
                  </a:lnTo>
                  <a:lnTo>
                    <a:pt x="956644" y="2097592"/>
                  </a:lnTo>
                  <a:lnTo>
                    <a:pt x="957489" y="2082312"/>
                  </a:lnTo>
                  <a:lnTo>
                    <a:pt x="958334" y="2103286"/>
                  </a:lnTo>
                  <a:lnTo>
                    <a:pt x="958334" y="2103286"/>
                  </a:lnTo>
                  <a:lnTo>
                    <a:pt x="959179" y="2103286"/>
                  </a:lnTo>
                  <a:lnTo>
                    <a:pt x="960024" y="2103286"/>
                  </a:lnTo>
                  <a:lnTo>
                    <a:pt x="960869" y="2103286"/>
                  </a:lnTo>
                  <a:lnTo>
                    <a:pt x="961714" y="2103286"/>
                  </a:lnTo>
                  <a:lnTo>
                    <a:pt x="962559" y="2103286"/>
                  </a:lnTo>
                  <a:lnTo>
                    <a:pt x="963405" y="2087115"/>
                  </a:lnTo>
                  <a:lnTo>
                    <a:pt x="964250" y="2068708"/>
                  </a:lnTo>
                  <a:lnTo>
                    <a:pt x="965095" y="2090894"/>
                  </a:lnTo>
                  <a:lnTo>
                    <a:pt x="965940" y="2059600"/>
                  </a:lnTo>
                  <a:lnTo>
                    <a:pt x="966785" y="2059491"/>
                  </a:lnTo>
                  <a:lnTo>
                    <a:pt x="967630" y="2095927"/>
                  </a:lnTo>
                  <a:lnTo>
                    <a:pt x="968475" y="2034821"/>
                  </a:lnTo>
                  <a:lnTo>
                    <a:pt x="969320" y="1979758"/>
                  </a:lnTo>
                  <a:lnTo>
                    <a:pt x="970165" y="1982550"/>
                  </a:lnTo>
                  <a:lnTo>
                    <a:pt x="971010" y="2001366"/>
                  </a:lnTo>
                  <a:lnTo>
                    <a:pt x="971855" y="1986751"/>
                  </a:lnTo>
                  <a:lnTo>
                    <a:pt x="972701" y="1995112"/>
                  </a:lnTo>
                  <a:lnTo>
                    <a:pt x="973546" y="2103286"/>
                  </a:lnTo>
                  <a:lnTo>
                    <a:pt x="973546" y="2103286"/>
                  </a:lnTo>
                  <a:lnTo>
                    <a:pt x="974391" y="2103286"/>
                  </a:lnTo>
                  <a:lnTo>
                    <a:pt x="975236" y="2103286"/>
                  </a:lnTo>
                  <a:lnTo>
                    <a:pt x="976081" y="2103286"/>
                  </a:lnTo>
                  <a:lnTo>
                    <a:pt x="976926" y="2103286"/>
                  </a:lnTo>
                  <a:lnTo>
                    <a:pt x="977771" y="2103286"/>
                  </a:lnTo>
                  <a:lnTo>
                    <a:pt x="978616" y="2103286"/>
                  </a:lnTo>
                  <a:lnTo>
                    <a:pt x="979461" y="2103286"/>
                  </a:lnTo>
                  <a:lnTo>
                    <a:pt x="980306" y="2103286"/>
                  </a:lnTo>
                  <a:lnTo>
                    <a:pt x="981151" y="2103286"/>
                  </a:lnTo>
                  <a:lnTo>
                    <a:pt x="981997" y="2103286"/>
                  </a:lnTo>
                  <a:lnTo>
                    <a:pt x="982842" y="2103286"/>
                  </a:lnTo>
                  <a:lnTo>
                    <a:pt x="983687" y="2103286"/>
                  </a:lnTo>
                  <a:lnTo>
                    <a:pt x="984532" y="2103286"/>
                  </a:lnTo>
                  <a:lnTo>
                    <a:pt x="985377" y="2103286"/>
                  </a:lnTo>
                  <a:lnTo>
                    <a:pt x="986222" y="2103286"/>
                  </a:lnTo>
                  <a:lnTo>
                    <a:pt x="987067" y="2103286"/>
                  </a:lnTo>
                  <a:lnTo>
                    <a:pt x="987912" y="2103286"/>
                  </a:lnTo>
                  <a:lnTo>
                    <a:pt x="988757" y="2050477"/>
                  </a:lnTo>
                  <a:lnTo>
                    <a:pt x="989602" y="2017272"/>
                  </a:lnTo>
                  <a:lnTo>
                    <a:pt x="990447" y="2004403"/>
                  </a:lnTo>
                  <a:lnTo>
                    <a:pt x="991293" y="2052558"/>
                  </a:lnTo>
                  <a:lnTo>
                    <a:pt x="992138" y="2056399"/>
                  </a:lnTo>
                  <a:lnTo>
                    <a:pt x="992983" y="2023021"/>
                  </a:lnTo>
                  <a:lnTo>
                    <a:pt x="993828" y="2046921"/>
                  </a:lnTo>
                  <a:lnTo>
                    <a:pt x="994673" y="2085159"/>
                  </a:lnTo>
                  <a:lnTo>
                    <a:pt x="995518" y="2076392"/>
                  </a:lnTo>
                  <a:lnTo>
                    <a:pt x="996363" y="2037724"/>
                  </a:lnTo>
                  <a:lnTo>
                    <a:pt x="997208" y="2073114"/>
                  </a:lnTo>
                  <a:lnTo>
                    <a:pt x="998053" y="2103286"/>
                  </a:lnTo>
                  <a:lnTo>
                    <a:pt x="998053" y="2103286"/>
                  </a:lnTo>
                  <a:lnTo>
                    <a:pt x="998898" y="2103286"/>
                  </a:lnTo>
                  <a:lnTo>
                    <a:pt x="999743" y="2103286"/>
                  </a:lnTo>
                  <a:lnTo>
                    <a:pt x="1000589" y="2103286"/>
                  </a:lnTo>
                  <a:lnTo>
                    <a:pt x="1001434" y="2103286"/>
                  </a:lnTo>
                  <a:lnTo>
                    <a:pt x="1002279" y="2103286"/>
                  </a:lnTo>
                  <a:lnTo>
                    <a:pt x="1003124" y="2103286"/>
                  </a:lnTo>
                  <a:lnTo>
                    <a:pt x="1003969" y="2103286"/>
                  </a:lnTo>
                  <a:lnTo>
                    <a:pt x="1004814" y="2103286"/>
                  </a:lnTo>
                  <a:lnTo>
                    <a:pt x="1005659" y="2103286"/>
                  </a:lnTo>
                  <a:lnTo>
                    <a:pt x="1006504" y="2103286"/>
                  </a:lnTo>
                  <a:lnTo>
                    <a:pt x="1007349" y="2103286"/>
                  </a:lnTo>
                  <a:lnTo>
                    <a:pt x="1008194" y="2103286"/>
                  </a:lnTo>
                  <a:lnTo>
                    <a:pt x="1009040" y="2103286"/>
                  </a:lnTo>
                  <a:lnTo>
                    <a:pt x="1009885" y="2103286"/>
                  </a:lnTo>
                  <a:lnTo>
                    <a:pt x="1010730" y="2103286"/>
                  </a:lnTo>
                  <a:lnTo>
                    <a:pt x="1011575" y="2103286"/>
                  </a:lnTo>
                  <a:lnTo>
                    <a:pt x="1012420" y="2103286"/>
                  </a:lnTo>
                  <a:lnTo>
                    <a:pt x="1013265" y="2103286"/>
                  </a:lnTo>
                  <a:lnTo>
                    <a:pt x="1014110" y="2103286"/>
                  </a:lnTo>
                  <a:lnTo>
                    <a:pt x="1014955" y="2103286"/>
                  </a:lnTo>
                  <a:lnTo>
                    <a:pt x="1015800" y="2103286"/>
                  </a:lnTo>
                  <a:lnTo>
                    <a:pt x="1016645" y="2103286"/>
                  </a:lnTo>
                  <a:lnTo>
                    <a:pt x="1017490" y="2103286"/>
                  </a:lnTo>
                  <a:lnTo>
                    <a:pt x="1018336" y="2103286"/>
                  </a:lnTo>
                  <a:lnTo>
                    <a:pt x="1019181" y="2103286"/>
                  </a:lnTo>
                  <a:lnTo>
                    <a:pt x="1020026" y="2103286"/>
                  </a:lnTo>
                  <a:lnTo>
                    <a:pt x="1020871" y="2103286"/>
                  </a:lnTo>
                  <a:lnTo>
                    <a:pt x="1021716" y="2103286"/>
                  </a:lnTo>
                  <a:lnTo>
                    <a:pt x="1022561" y="2103286"/>
                  </a:lnTo>
                  <a:lnTo>
                    <a:pt x="1023406" y="2053579"/>
                  </a:lnTo>
                  <a:lnTo>
                    <a:pt x="1024251" y="1988309"/>
                  </a:lnTo>
                  <a:lnTo>
                    <a:pt x="1025096" y="1962352"/>
                  </a:lnTo>
                  <a:lnTo>
                    <a:pt x="1025941" y="1961066"/>
                  </a:lnTo>
                  <a:lnTo>
                    <a:pt x="1026786" y="1955900"/>
                  </a:lnTo>
                  <a:lnTo>
                    <a:pt x="1027632" y="2001935"/>
                  </a:lnTo>
                  <a:lnTo>
                    <a:pt x="1028477" y="2044602"/>
                  </a:lnTo>
                  <a:lnTo>
                    <a:pt x="1029322" y="2071888"/>
                  </a:lnTo>
                  <a:lnTo>
                    <a:pt x="1030167" y="2101325"/>
                  </a:lnTo>
                  <a:lnTo>
                    <a:pt x="1031012" y="2103286"/>
                  </a:lnTo>
                  <a:lnTo>
                    <a:pt x="1031012" y="2103286"/>
                  </a:lnTo>
                  <a:lnTo>
                    <a:pt x="1031857" y="2103286"/>
                  </a:lnTo>
                  <a:lnTo>
                    <a:pt x="1032702" y="2103286"/>
                  </a:lnTo>
                  <a:lnTo>
                    <a:pt x="1033547" y="2103286"/>
                  </a:lnTo>
                  <a:lnTo>
                    <a:pt x="1034392" y="2103286"/>
                  </a:lnTo>
                  <a:lnTo>
                    <a:pt x="1035237" y="2103286"/>
                  </a:lnTo>
                  <a:lnTo>
                    <a:pt x="1036082" y="2103286"/>
                  </a:lnTo>
                  <a:lnTo>
                    <a:pt x="1036928" y="2103286"/>
                  </a:lnTo>
                  <a:lnTo>
                    <a:pt x="1037773" y="2098796"/>
                  </a:lnTo>
                  <a:lnTo>
                    <a:pt x="1038618" y="2025245"/>
                  </a:lnTo>
                  <a:lnTo>
                    <a:pt x="1039463" y="1964417"/>
                  </a:lnTo>
                  <a:lnTo>
                    <a:pt x="1040308" y="1992371"/>
                  </a:lnTo>
                  <a:lnTo>
                    <a:pt x="1041153" y="1981458"/>
                  </a:lnTo>
                  <a:lnTo>
                    <a:pt x="1041998" y="1875162"/>
                  </a:lnTo>
                  <a:lnTo>
                    <a:pt x="1042843" y="1842565"/>
                  </a:lnTo>
                  <a:lnTo>
                    <a:pt x="1043688" y="1919552"/>
                  </a:lnTo>
                  <a:lnTo>
                    <a:pt x="1044533" y="1990877"/>
                  </a:lnTo>
                  <a:lnTo>
                    <a:pt x="1045378" y="1982381"/>
                  </a:lnTo>
                  <a:lnTo>
                    <a:pt x="1046224" y="2029055"/>
                  </a:lnTo>
                  <a:lnTo>
                    <a:pt x="1047069" y="2103286"/>
                  </a:lnTo>
                  <a:lnTo>
                    <a:pt x="1047069" y="2103286"/>
                  </a:lnTo>
                  <a:lnTo>
                    <a:pt x="1047914" y="2103286"/>
                  </a:lnTo>
                  <a:lnTo>
                    <a:pt x="1048759" y="2103286"/>
                  </a:lnTo>
                  <a:lnTo>
                    <a:pt x="1049604" y="2103286"/>
                  </a:lnTo>
                  <a:lnTo>
                    <a:pt x="1050449" y="2103286"/>
                  </a:lnTo>
                  <a:lnTo>
                    <a:pt x="1051294" y="2103286"/>
                  </a:lnTo>
                  <a:lnTo>
                    <a:pt x="1052139" y="2103286"/>
                  </a:lnTo>
                  <a:lnTo>
                    <a:pt x="1052984" y="2103286"/>
                  </a:lnTo>
                  <a:lnTo>
                    <a:pt x="1053829" y="2103286"/>
                  </a:lnTo>
                  <a:lnTo>
                    <a:pt x="1054674" y="2103286"/>
                  </a:lnTo>
                  <a:lnTo>
                    <a:pt x="1055520" y="2103286"/>
                  </a:lnTo>
                  <a:lnTo>
                    <a:pt x="1056365" y="2103286"/>
                  </a:lnTo>
                  <a:lnTo>
                    <a:pt x="1057210" y="2103286"/>
                  </a:lnTo>
                  <a:lnTo>
                    <a:pt x="1058055" y="2103286"/>
                  </a:lnTo>
                  <a:lnTo>
                    <a:pt x="1058900" y="2103286"/>
                  </a:lnTo>
                  <a:lnTo>
                    <a:pt x="1059745" y="2062980"/>
                  </a:lnTo>
                  <a:lnTo>
                    <a:pt x="1060590" y="1996003"/>
                  </a:lnTo>
                  <a:lnTo>
                    <a:pt x="1061435" y="1984168"/>
                  </a:lnTo>
                  <a:lnTo>
                    <a:pt x="1062280" y="2030711"/>
                  </a:lnTo>
                  <a:lnTo>
                    <a:pt x="1063125" y="2083706"/>
                  </a:lnTo>
                  <a:lnTo>
                    <a:pt x="1063970" y="2103286"/>
                  </a:lnTo>
                  <a:lnTo>
                    <a:pt x="1063970" y="2103286"/>
                  </a:lnTo>
                  <a:lnTo>
                    <a:pt x="1064816" y="2097035"/>
                  </a:lnTo>
                  <a:lnTo>
                    <a:pt x="1065661" y="2050213"/>
                  </a:lnTo>
                  <a:lnTo>
                    <a:pt x="1066506" y="1985364"/>
                  </a:lnTo>
                  <a:lnTo>
                    <a:pt x="1067351" y="1957857"/>
                  </a:lnTo>
                  <a:lnTo>
                    <a:pt x="1068196" y="1957837"/>
                  </a:lnTo>
                  <a:lnTo>
                    <a:pt x="1069041" y="1957647"/>
                  </a:lnTo>
                  <a:lnTo>
                    <a:pt x="1069886" y="1929289"/>
                  </a:lnTo>
                  <a:lnTo>
                    <a:pt x="1070731" y="1963808"/>
                  </a:lnTo>
                  <a:lnTo>
                    <a:pt x="1071576" y="2025070"/>
                  </a:lnTo>
                  <a:lnTo>
                    <a:pt x="1072421" y="2047747"/>
                  </a:lnTo>
                  <a:lnTo>
                    <a:pt x="1073267" y="2094722"/>
                  </a:lnTo>
                  <a:lnTo>
                    <a:pt x="1074112" y="2103286"/>
                  </a:lnTo>
                  <a:lnTo>
                    <a:pt x="1074112" y="2103286"/>
                  </a:lnTo>
                  <a:lnTo>
                    <a:pt x="1074957" y="2103286"/>
                  </a:lnTo>
                  <a:lnTo>
                    <a:pt x="1075802" y="2103286"/>
                  </a:lnTo>
                  <a:lnTo>
                    <a:pt x="1076647" y="2103286"/>
                  </a:lnTo>
                  <a:lnTo>
                    <a:pt x="1077492" y="2103286"/>
                  </a:lnTo>
                  <a:lnTo>
                    <a:pt x="1078337" y="2103286"/>
                  </a:lnTo>
                  <a:lnTo>
                    <a:pt x="1079182" y="2103286"/>
                  </a:lnTo>
                  <a:lnTo>
                    <a:pt x="1080027" y="2103286"/>
                  </a:lnTo>
                  <a:lnTo>
                    <a:pt x="1080872" y="2103286"/>
                  </a:lnTo>
                  <a:lnTo>
                    <a:pt x="1081717" y="2103286"/>
                  </a:lnTo>
                  <a:lnTo>
                    <a:pt x="1082563" y="2103286"/>
                  </a:lnTo>
                  <a:lnTo>
                    <a:pt x="1083408" y="2103286"/>
                  </a:lnTo>
                  <a:lnTo>
                    <a:pt x="1084253" y="2103286"/>
                  </a:lnTo>
                  <a:lnTo>
                    <a:pt x="1085098" y="2103286"/>
                  </a:lnTo>
                  <a:lnTo>
                    <a:pt x="1085943" y="2103286"/>
                  </a:lnTo>
                  <a:lnTo>
                    <a:pt x="1086788" y="2043327"/>
                  </a:lnTo>
                  <a:lnTo>
                    <a:pt x="1087633" y="1985465"/>
                  </a:lnTo>
                  <a:lnTo>
                    <a:pt x="1088478" y="1991514"/>
                  </a:lnTo>
                  <a:lnTo>
                    <a:pt x="1089323" y="2007580"/>
                  </a:lnTo>
                  <a:lnTo>
                    <a:pt x="1090168" y="2006022"/>
                  </a:lnTo>
                  <a:lnTo>
                    <a:pt x="1091013" y="2026325"/>
                  </a:lnTo>
                  <a:lnTo>
                    <a:pt x="1091859" y="2028081"/>
                  </a:lnTo>
                  <a:lnTo>
                    <a:pt x="1092704" y="2023446"/>
                  </a:lnTo>
                  <a:lnTo>
                    <a:pt x="1093549" y="2007460"/>
                  </a:lnTo>
                  <a:lnTo>
                    <a:pt x="1094394" y="1933949"/>
                  </a:lnTo>
                  <a:lnTo>
                    <a:pt x="1095239" y="1918127"/>
                  </a:lnTo>
                  <a:lnTo>
                    <a:pt x="1096084" y="1924326"/>
                  </a:lnTo>
                  <a:lnTo>
                    <a:pt x="1096929" y="1990850"/>
                  </a:lnTo>
                  <a:lnTo>
                    <a:pt x="1097774" y="1999948"/>
                  </a:lnTo>
                  <a:lnTo>
                    <a:pt x="1098619" y="1976238"/>
                  </a:lnTo>
                  <a:lnTo>
                    <a:pt x="1099464" y="1988635"/>
                  </a:lnTo>
                  <a:lnTo>
                    <a:pt x="1100309" y="1968685"/>
                  </a:lnTo>
                  <a:lnTo>
                    <a:pt x="1101155" y="1905156"/>
                  </a:lnTo>
                  <a:lnTo>
                    <a:pt x="1102000" y="1833140"/>
                  </a:lnTo>
                  <a:lnTo>
                    <a:pt x="1102845" y="1808005"/>
                  </a:lnTo>
                  <a:lnTo>
                    <a:pt x="1103690" y="1775466"/>
                  </a:lnTo>
                  <a:lnTo>
                    <a:pt x="1104535" y="1754756"/>
                  </a:lnTo>
                  <a:lnTo>
                    <a:pt x="1105380" y="1757248"/>
                  </a:lnTo>
                  <a:lnTo>
                    <a:pt x="1106225" y="1794552"/>
                  </a:lnTo>
                  <a:lnTo>
                    <a:pt x="1107070" y="1797596"/>
                  </a:lnTo>
                  <a:lnTo>
                    <a:pt x="1107915" y="1781913"/>
                  </a:lnTo>
                  <a:lnTo>
                    <a:pt x="1108760" y="1794944"/>
                  </a:lnTo>
                  <a:lnTo>
                    <a:pt x="1109605" y="1783889"/>
                  </a:lnTo>
                  <a:lnTo>
                    <a:pt x="1110451" y="1719406"/>
                  </a:lnTo>
                  <a:lnTo>
                    <a:pt x="1111296" y="1673501"/>
                  </a:lnTo>
                  <a:lnTo>
                    <a:pt x="1112141" y="1640880"/>
                  </a:lnTo>
                  <a:lnTo>
                    <a:pt x="1112986" y="1597450"/>
                  </a:lnTo>
                  <a:lnTo>
                    <a:pt x="1113831" y="1502789"/>
                  </a:lnTo>
                  <a:lnTo>
                    <a:pt x="1114676" y="1416234"/>
                  </a:lnTo>
                  <a:lnTo>
                    <a:pt x="1115521" y="1402352"/>
                  </a:lnTo>
                  <a:lnTo>
                    <a:pt x="1116366" y="1378192"/>
                  </a:lnTo>
                  <a:lnTo>
                    <a:pt x="1117211" y="1362651"/>
                  </a:lnTo>
                  <a:lnTo>
                    <a:pt x="1118056" y="1367770"/>
                  </a:lnTo>
                  <a:lnTo>
                    <a:pt x="1118901" y="1450069"/>
                  </a:lnTo>
                  <a:lnTo>
                    <a:pt x="1119747" y="1514627"/>
                  </a:lnTo>
                  <a:lnTo>
                    <a:pt x="1120592" y="1480205"/>
                  </a:lnTo>
                  <a:lnTo>
                    <a:pt x="1121437" y="1438297"/>
                  </a:lnTo>
                  <a:lnTo>
                    <a:pt x="1122282" y="1424830"/>
                  </a:lnTo>
                  <a:lnTo>
                    <a:pt x="1123127" y="1455871"/>
                  </a:lnTo>
                  <a:lnTo>
                    <a:pt x="1123972" y="1504548"/>
                  </a:lnTo>
                  <a:lnTo>
                    <a:pt x="1124817" y="1587539"/>
                  </a:lnTo>
                  <a:lnTo>
                    <a:pt x="1125662" y="1627241"/>
                  </a:lnTo>
                  <a:lnTo>
                    <a:pt x="1126507" y="1639636"/>
                  </a:lnTo>
                  <a:lnTo>
                    <a:pt x="1127352" y="1623125"/>
                  </a:lnTo>
                  <a:lnTo>
                    <a:pt x="1128197" y="1578907"/>
                  </a:lnTo>
                  <a:lnTo>
                    <a:pt x="1129043" y="1470721"/>
                  </a:lnTo>
                  <a:lnTo>
                    <a:pt x="1129888" y="1352041"/>
                  </a:lnTo>
                  <a:lnTo>
                    <a:pt x="1130733" y="1339030"/>
                  </a:lnTo>
                  <a:lnTo>
                    <a:pt x="1131578" y="1380823"/>
                  </a:lnTo>
                  <a:lnTo>
                    <a:pt x="1132423" y="1410582"/>
                  </a:lnTo>
                  <a:lnTo>
                    <a:pt x="1133268" y="1444165"/>
                  </a:lnTo>
                  <a:lnTo>
                    <a:pt x="1134113" y="1493779"/>
                  </a:lnTo>
                  <a:lnTo>
                    <a:pt x="1134958" y="1573663"/>
                  </a:lnTo>
                  <a:lnTo>
                    <a:pt x="1135803" y="1581982"/>
                  </a:lnTo>
                  <a:lnTo>
                    <a:pt x="1136648" y="1561317"/>
                  </a:lnTo>
                  <a:lnTo>
                    <a:pt x="1137494" y="1555250"/>
                  </a:lnTo>
                  <a:lnTo>
                    <a:pt x="1138339" y="1518596"/>
                  </a:lnTo>
                  <a:lnTo>
                    <a:pt x="1139184" y="1521002"/>
                  </a:lnTo>
                  <a:lnTo>
                    <a:pt x="1140029" y="1498768"/>
                  </a:lnTo>
                  <a:lnTo>
                    <a:pt x="1140874" y="1477394"/>
                  </a:lnTo>
                  <a:lnTo>
                    <a:pt x="1141719" y="1426837"/>
                  </a:lnTo>
                  <a:lnTo>
                    <a:pt x="1142564" y="1419582"/>
                  </a:lnTo>
                  <a:lnTo>
                    <a:pt x="1143409" y="1476048"/>
                  </a:lnTo>
                  <a:lnTo>
                    <a:pt x="1144254" y="1507552"/>
                  </a:lnTo>
                  <a:lnTo>
                    <a:pt x="1145099" y="1535494"/>
                  </a:lnTo>
                  <a:lnTo>
                    <a:pt x="1145944" y="1554925"/>
                  </a:lnTo>
                  <a:lnTo>
                    <a:pt x="1146790" y="1591368"/>
                  </a:lnTo>
                  <a:lnTo>
                    <a:pt x="1147635" y="1637706"/>
                  </a:lnTo>
                  <a:lnTo>
                    <a:pt x="1148480" y="1661430"/>
                  </a:lnTo>
                  <a:lnTo>
                    <a:pt x="1149325" y="1609116"/>
                  </a:lnTo>
                  <a:lnTo>
                    <a:pt x="1150170" y="1546717"/>
                  </a:lnTo>
                  <a:lnTo>
                    <a:pt x="1151015" y="1597433"/>
                  </a:lnTo>
                  <a:lnTo>
                    <a:pt x="1151860" y="1626875"/>
                  </a:lnTo>
                  <a:lnTo>
                    <a:pt x="1152705" y="1581237"/>
                  </a:lnTo>
                  <a:lnTo>
                    <a:pt x="1153550" y="1506289"/>
                  </a:lnTo>
                  <a:lnTo>
                    <a:pt x="1154395" y="1527126"/>
                  </a:lnTo>
                  <a:lnTo>
                    <a:pt x="1155240" y="1592439"/>
                  </a:lnTo>
                  <a:lnTo>
                    <a:pt x="1156086" y="1608184"/>
                  </a:lnTo>
                  <a:lnTo>
                    <a:pt x="1156931" y="1652789"/>
                  </a:lnTo>
                  <a:lnTo>
                    <a:pt x="1157776" y="1717200"/>
                  </a:lnTo>
                  <a:lnTo>
                    <a:pt x="1158621" y="1763189"/>
                  </a:lnTo>
                  <a:lnTo>
                    <a:pt x="1159466" y="1822593"/>
                  </a:lnTo>
                  <a:lnTo>
                    <a:pt x="1160311" y="1852024"/>
                  </a:lnTo>
                  <a:lnTo>
                    <a:pt x="1161156" y="1855947"/>
                  </a:lnTo>
                  <a:lnTo>
                    <a:pt x="1162001" y="1828740"/>
                  </a:lnTo>
                  <a:lnTo>
                    <a:pt x="1162846" y="1810161"/>
                  </a:lnTo>
                  <a:lnTo>
                    <a:pt x="1163691" y="1839369"/>
                  </a:lnTo>
                  <a:lnTo>
                    <a:pt x="1164536" y="1807623"/>
                  </a:lnTo>
                  <a:lnTo>
                    <a:pt x="1165382" y="1764481"/>
                  </a:lnTo>
                  <a:lnTo>
                    <a:pt x="1166227" y="1722757"/>
                  </a:lnTo>
                  <a:lnTo>
                    <a:pt x="1167072" y="1718986"/>
                  </a:lnTo>
                  <a:lnTo>
                    <a:pt x="1167917" y="1792732"/>
                  </a:lnTo>
                  <a:lnTo>
                    <a:pt x="1168762" y="1816267"/>
                  </a:lnTo>
                  <a:lnTo>
                    <a:pt x="1169607" y="1841320"/>
                  </a:lnTo>
                  <a:lnTo>
                    <a:pt x="1170452" y="1886860"/>
                  </a:lnTo>
                  <a:lnTo>
                    <a:pt x="1171297" y="1916195"/>
                  </a:lnTo>
                  <a:lnTo>
                    <a:pt x="1172142" y="1935210"/>
                  </a:lnTo>
                  <a:lnTo>
                    <a:pt x="1172987" y="1879918"/>
                  </a:lnTo>
                  <a:lnTo>
                    <a:pt x="1173832" y="1817730"/>
                  </a:lnTo>
                  <a:lnTo>
                    <a:pt x="1174678" y="1795544"/>
                  </a:lnTo>
                  <a:lnTo>
                    <a:pt x="1175523" y="1784369"/>
                  </a:lnTo>
                  <a:lnTo>
                    <a:pt x="1176368" y="1780029"/>
                  </a:lnTo>
                  <a:lnTo>
                    <a:pt x="1177213" y="1784362"/>
                  </a:lnTo>
                  <a:lnTo>
                    <a:pt x="1178058" y="1770575"/>
                  </a:lnTo>
                  <a:lnTo>
                    <a:pt x="1178903" y="1795011"/>
                  </a:lnTo>
                  <a:lnTo>
                    <a:pt x="1179748" y="1801065"/>
                  </a:lnTo>
                  <a:lnTo>
                    <a:pt x="1180593" y="1804366"/>
                  </a:lnTo>
                  <a:lnTo>
                    <a:pt x="1181438" y="1829812"/>
                  </a:lnTo>
                  <a:lnTo>
                    <a:pt x="1182283" y="1867116"/>
                  </a:lnTo>
                  <a:lnTo>
                    <a:pt x="1183128" y="1967743"/>
                  </a:lnTo>
                  <a:lnTo>
                    <a:pt x="1183974" y="1982001"/>
                  </a:lnTo>
                  <a:lnTo>
                    <a:pt x="1184819" y="1996195"/>
                  </a:lnTo>
                  <a:lnTo>
                    <a:pt x="1185664" y="2039973"/>
                  </a:lnTo>
                  <a:lnTo>
                    <a:pt x="1186509" y="2050677"/>
                  </a:lnTo>
                  <a:lnTo>
                    <a:pt x="1187354" y="2029509"/>
                  </a:lnTo>
                  <a:lnTo>
                    <a:pt x="1188199" y="1920040"/>
                  </a:lnTo>
                  <a:lnTo>
                    <a:pt x="1189044" y="1862125"/>
                  </a:lnTo>
                  <a:lnTo>
                    <a:pt x="1189889" y="1793471"/>
                  </a:lnTo>
                  <a:lnTo>
                    <a:pt x="1190734" y="1686639"/>
                  </a:lnTo>
                  <a:lnTo>
                    <a:pt x="1191579" y="1595144"/>
                  </a:lnTo>
                  <a:lnTo>
                    <a:pt x="1192424" y="1556554"/>
                  </a:lnTo>
                  <a:lnTo>
                    <a:pt x="1193270" y="1584969"/>
                  </a:lnTo>
                  <a:lnTo>
                    <a:pt x="1194115" y="1658253"/>
                  </a:lnTo>
                  <a:lnTo>
                    <a:pt x="1194960" y="1754775"/>
                  </a:lnTo>
                  <a:lnTo>
                    <a:pt x="1195805" y="1837933"/>
                  </a:lnTo>
                  <a:lnTo>
                    <a:pt x="1196650" y="1938616"/>
                  </a:lnTo>
                  <a:lnTo>
                    <a:pt x="1197495" y="1988369"/>
                  </a:lnTo>
                  <a:lnTo>
                    <a:pt x="1198340" y="1942833"/>
                  </a:lnTo>
                  <a:lnTo>
                    <a:pt x="1199185" y="1812719"/>
                  </a:lnTo>
                  <a:lnTo>
                    <a:pt x="1200030" y="1728123"/>
                  </a:lnTo>
                  <a:lnTo>
                    <a:pt x="1200875" y="1706250"/>
                  </a:lnTo>
                  <a:lnTo>
                    <a:pt x="1201721" y="1694977"/>
                  </a:lnTo>
                  <a:lnTo>
                    <a:pt x="1202566" y="1620027"/>
                  </a:lnTo>
                  <a:lnTo>
                    <a:pt x="1203411" y="1578175"/>
                  </a:lnTo>
                  <a:lnTo>
                    <a:pt x="1204256" y="1634152"/>
                  </a:lnTo>
                  <a:lnTo>
                    <a:pt x="1205101" y="1654136"/>
                  </a:lnTo>
                  <a:lnTo>
                    <a:pt x="1205946" y="1604539"/>
                  </a:lnTo>
                  <a:lnTo>
                    <a:pt x="1206791" y="1542447"/>
                  </a:lnTo>
                  <a:lnTo>
                    <a:pt x="1207636" y="1603280"/>
                  </a:lnTo>
                  <a:lnTo>
                    <a:pt x="1208481" y="1722476"/>
                  </a:lnTo>
                  <a:lnTo>
                    <a:pt x="1209326" y="1794445"/>
                  </a:lnTo>
                  <a:lnTo>
                    <a:pt x="1210171" y="1799414"/>
                  </a:lnTo>
                  <a:lnTo>
                    <a:pt x="1211017" y="1788244"/>
                  </a:lnTo>
                  <a:lnTo>
                    <a:pt x="1211862" y="1845546"/>
                  </a:lnTo>
                  <a:lnTo>
                    <a:pt x="1212707" y="1880777"/>
                  </a:lnTo>
                  <a:lnTo>
                    <a:pt x="1213552" y="1848333"/>
                  </a:lnTo>
                  <a:lnTo>
                    <a:pt x="1214397" y="1820974"/>
                  </a:lnTo>
                  <a:lnTo>
                    <a:pt x="1215242" y="1821151"/>
                  </a:lnTo>
                  <a:lnTo>
                    <a:pt x="1216087" y="1816477"/>
                  </a:lnTo>
                  <a:lnTo>
                    <a:pt x="1216932" y="1715509"/>
                  </a:lnTo>
                  <a:lnTo>
                    <a:pt x="1217777" y="1636716"/>
                  </a:lnTo>
                  <a:lnTo>
                    <a:pt x="1218622" y="1634133"/>
                  </a:lnTo>
                  <a:lnTo>
                    <a:pt x="1219467" y="1623481"/>
                  </a:lnTo>
                  <a:lnTo>
                    <a:pt x="1220313" y="1649919"/>
                  </a:lnTo>
                  <a:lnTo>
                    <a:pt x="1221158" y="1698691"/>
                  </a:lnTo>
                  <a:lnTo>
                    <a:pt x="1222003" y="1701080"/>
                  </a:lnTo>
                  <a:lnTo>
                    <a:pt x="1222848" y="1633328"/>
                  </a:lnTo>
                  <a:lnTo>
                    <a:pt x="1223693" y="1593830"/>
                  </a:lnTo>
                  <a:lnTo>
                    <a:pt x="1224538" y="1565564"/>
                  </a:lnTo>
                  <a:lnTo>
                    <a:pt x="1225383" y="1508097"/>
                  </a:lnTo>
                  <a:lnTo>
                    <a:pt x="1226228" y="1418627"/>
                  </a:lnTo>
                  <a:lnTo>
                    <a:pt x="1227073" y="1378910"/>
                  </a:lnTo>
                  <a:lnTo>
                    <a:pt x="1227918" y="1424147"/>
                  </a:lnTo>
                  <a:lnTo>
                    <a:pt x="1228763" y="1459780"/>
                  </a:lnTo>
                  <a:lnTo>
                    <a:pt x="1229609" y="1476873"/>
                  </a:lnTo>
                  <a:lnTo>
                    <a:pt x="1230454" y="1512467"/>
                  </a:lnTo>
                  <a:lnTo>
                    <a:pt x="1231299" y="1628363"/>
                  </a:lnTo>
                  <a:lnTo>
                    <a:pt x="1232144" y="1782721"/>
                  </a:lnTo>
                  <a:lnTo>
                    <a:pt x="1232989" y="1879967"/>
                  </a:lnTo>
                  <a:lnTo>
                    <a:pt x="1233834" y="1862567"/>
                  </a:lnTo>
                  <a:lnTo>
                    <a:pt x="1234679" y="1833230"/>
                  </a:lnTo>
                  <a:lnTo>
                    <a:pt x="1235524" y="1848686"/>
                  </a:lnTo>
                  <a:lnTo>
                    <a:pt x="1236369" y="1857447"/>
                  </a:lnTo>
                  <a:lnTo>
                    <a:pt x="1237214" y="1836966"/>
                  </a:lnTo>
                  <a:lnTo>
                    <a:pt x="1238059" y="1803922"/>
                  </a:lnTo>
                  <a:lnTo>
                    <a:pt x="1238905" y="1818486"/>
                  </a:lnTo>
                  <a:lnTo>
                    <a:pt x="1239750" y="1831427"/>
                  </a:lnTo>
                  <a:lnTo>
                    <a:pt x="1240595" y="1773521"/>
                  </a:lnTo>
                  <a:lnTo>
                    <a:pt x="1241440" y="1685244"/>
                  </a:lnTo>
                  <a:lnTo>
                    <a:pt x="1242285" y="1671735"/>
                  </a:lnTo>
                  <a:lnTo>
                    <a:pt x="1243130" y="1682261"/>
                  </a:lnTo>
                  <a:lnTo>
                    <a:pt x="1243975" y="1712068"/>
                  </a:lnTo>
                  <a:lnTo>
                    <a:pt x="1244820" y="1751743"/>
                  </a:lnTo>
                  <a:lnTo>
                    <a:pt x="1245665" y="1770544"/>
                  </a:lnTo>
                  <a:lnTo>
                    <a:pt x="1246510" y="1789231"/>
                  </a:lnTo>
                  <a:lnTo>
                    <a:pt x="1247355" y="1728453"/>
                  </a:lnTo>
                  <a:lnTo>
                    <a:pt x="1248201" y="1651610"/>
                  </a:lnTo>
                  <a:lnTo>
                    <a:pt x="1249046" y="1620332"/>
                  </a:lnTo>
                  <a:lnTo>
                    <a:pt x="1249891" y="1629677"/>
                  </a:lnTo>
                  <a:lnTo>
                    <a:pt x="1250736" y="1635752"/>
                  </a:lnTo>
                  <a:lnTo>
                    <a:pt x="1251581" y="1569762"/>
                  </a:lnTo>
                  <a:lnTo>
                    <a:pt x="1252426" y="1503356"/>
                  </a:lnTo>
                  <a:lnTo>
                    <a:pt x="1253271" y="1506196"/>
                  </a:lnTo>
                  <a:lnTo>
                    <a:pt x="1254116" y="1533050"/>
                  </a:lnTo>
                  <a:lnTo>
                    <a:pt x="1254961" y="1512782"/>
                  </a:lnTo>
                  <a:lnTo>
                    <a:pt x="1255806" y="1509783"/>
                  </a:lnTo>
                  <a:lnTo>
                    <a:pt x="1256651" y="1624262"/>
                  </a:lnTo>
                  <a:lnTo>
                    <a:pt x="1257497" y="1739336"/>
                  </a:lnTo>
                  <a:lnTo>
                    <a:pt x="1258342" y="1768879"/>
                  </a:lnTo>
                  <a:lnTo>
                    <a:pt x="1259187" y="1785105"/>
                  </a:lnTo>
                  <a:lnTo>
                    <a:pt x="1260032" y="1867088"/>
                  </a:lnTo>
                  <a:lnTo>
                    <a:pt x="1260877" y="1947817"/>
                  </a:lnTo>
                  <a:lnTo>
                    <a:pt x="1261722" y="1965229"/>
                  </a:lnTo>
                  <a:lnTo>
                    <a:pt x="1262567" y="1952670"/>
                  </a:lnTo>
                  <a:lnTo>
                    <a:pt x="1263412" y="1918959"/>
                  </a:lnTo>
                  <a:lnTo>
                    <a:pt x="1264257" y="1785669"/>
                  </a:lnTo>
                  <a:lnTo>
                    <a:pt x="1265102" y="1641659"/>
                  </a:lnTo>
                  <a:lnTo>
                    <a:pt x="1265948" y="1540963"/>
                  </a:lnTo>
                  <a:lnTo>
                    <a:pt x="1266793" y="1453142"/>
                  </a:lnTo>
                  <a:lnTo>
                    <a:pt x="1267638" y="1407145"/>
                  </a:lnTo>
                  <a:lnTo>
                    <a:pt x="1268483" y="1413771"/>
                  </a:lnTo>
                  <a:lnTo>
                    <a:pt x="1269328" y="1440711"/>
                  </a:lnTo>
                  <a:lnTo>
                    <a:pt x="1270173" y="1461531"/>
                  </a:lnTo>
                  <a:lnTo>
                    <a:pt x="1271018" y="1501295"/>
                  </a:lnTo>
                  <a:lnTo>
                    <a:pt x="1271863" y="1569939"/>
                  </a:lnTo>
                  <a:lnTo>
                    <a:pt x="1272708" y="1642239"/>
                  </a:lnTo>
                  <a:lnTo>
                    <a:pt x="1273553" y="1684879"/>
                  </a:lnTo>
                  <a:lnTo>
                    <a:pt x="1274398" y="1726684"/>
                  </a:lnTo>
                  <a:lnTo>
                    <a:pt x="1275244" y="1768261"/>
                  </a:lnTo>
                  <a:lnTo>
                    <a:pt x="1276089" y="1804078"/>
                  </a:lnTo>
                  <a:lnTo>
                    <a:pt x="1276934" y="1746812"/>
                  </a:lnTo>
                  <a:lnTo>
                    <a:pt x="1277779" y="1682444"/>
                  </a:lnTo>
                  <a:lnTo>
                    <a:pt x="1278624" y="1648474"/>
                  </a:lnTo>
                  <a:lnTo>
                    <a:pt x="1279469" y="1602258"/>
                  </a:lnTo>
                  <a:lnTo>
                    <a:pt x="1280314" y="1561046"/>
                  </a:lnTo>
                  <a:lnTo>
                    <a:pt x="1281159" y="1513787"/>
                  </a:lnTo>
                  <a:lnTo>
                    <a:pt x="1282004" y="1524172"/>
                  </a:lnTo>
                  <a:lnTo>
                    <a:pt x="1282849" y="1562048"/>
                  </a:lnTo>
                  <a:lnTo>
                    <a:pt x="1283694" y="1608319"/>
                  </a:lnTo>
                  <a:lnTo>
                    <a:pt x="1284540" y="1729384"/>
                  </a:lnTo>
                  <a:lnTo>
                    <a:pt x="1285385" y="1804861"/>
                  </a:lnTo>
                  <a:lnTo>
                    <a:pt x="1286230" y="1836180"/>
                  </a:lnTo>
                  <a:lnTo>
                    <a:pt x="1287075" y="1907053"/>
                  </a:lnTo>
                  <a:lnTo>
                    <a:pt x="1287920" y="1957953"/>
                  </a:lnTo>
                  <a:lnTo>
                    <a:pt x="1288765" y="1929445"/>
                  </a:lnTo>
                  <a:lnTo>
                    <a:pt x="1289610" y="1880893"/>
                  </a:lnTo>
                  <a:lnTo>
                    <a:pt x="1290455" y="1891423"/>
                  </a:lnTo>
                  <a:lnTo>
                    <a:pt x="1291300" y="1910355"/>
                  </a:lnTo>
                  <a:lnTo>
                    <a:pt x="1292145" y="1893255"/>
                  </a:lnTo>
                  <a:lnTo>
                    <a:pt x="1292990" y="1819146"/>
                  </a:lnTo>
                  <a:lnTo>
                    <a:pt x="1293836" y="1812917"/>
                  </a:lnTo>
                  <a:lnTo>
                    <a:pt x="1294681" y="1780102"/>
                  </a:lnTo>
                  <a:lnTo>
                    <a:pt x="1295526" y="1704979"/>
                  </a:lnTo>
                  <a:lnTo>
                    <a:pt x="1296371" y="1658477"/>
                  </a:lnTo>
                  <a:lnTo>
                    <a:pt x="1297216" y="1577506"/>
                  </a:lnTo>
                  <a:lnTo>
                    <a:pt x="1298061" y="1550832"/>
                  </a:lnTo>
                  <a:lnTo>
                    <a:pt x="1298906" y="1527047"/>
                  </a:lnTo>
                  <a:lnTo>
                    <a:pt x="1299751" y="1494474"/>
                  </a:lnTo>
                  <a:lnTo>
                    <a:pt x="1300596" y="1433910"/>
                  </a:lnTo>
                  <a:lnTo>
                    <a:pt x="1301441" y="1332805"/>
                  </a:lnTo>
                  <a:lnTo>
                    <a:pt x="1302286" y="1291511"/>
                  </a:lnTo>
                  <a:lnTo>
                    <a:pt x="1303132" y="1312542"/>
                  </a:lnTo>
                  <a:lnTo>
                    <a:pt x="1303977" y="1284933"/>
                  </a:lnTo>
                  <a:lnTo>
                    <a:pt x="1304822" y="1238412"/>
                  </a:lnTo>
                  <a:lnTo>
                    <a:pt x="1305667" y="1193934"/>
                  </a:lnTo>
                  <a:lnTo>
                    <a:pt x="1306512" y="1205472"/>
                  </a:lnTo>
                  <a:lnTo>
                    <a:pt x="1307357" y="1290698"/>
                  </a:lnTo>
                  <a:lnTo>
                    <a:pt x="1308202" y="1292116"/>
                  </a:lnTo>
                  <a:lnTo>
                    <a:pt x="1309047" y="1333116"/>
                  </a:lnTo>
                  <a:lnTo>
                    <a:pt x="1309892" y="1367841"/>
                  </a:lnTo>
                  <a:lnTo>
                    <a:pt x="1310737" y="1449822"/>
                  </a:lnTo>
                  <a:lnTo>
                    <a:pt x="1311582" y="1500294"/>
                  </a:lnTo>
                  <a:lnTo>
                    <a:pt x="1312428" y="1477178"/>
                  </a:lnTo>
                  <a:lnTo>
                    <a:pt x="1313273" y="1483966"/>
                  </a:lnTo>
                  <a:lnTo>
                    <a:pt x="1314118" y="1508705"/>
                  </a:lnTo>
                  <a:lnTo>
                    <a:pt x="1314963" y="1628642"/>
                  </a:lnTo>
                  <a:lnTo>
                    <a:pt x="1315808" y="1727358"/>
                  </a:lnTo>
                  <a:lnTo>
                    <a:pt x="1316653" y="1807671"/>
                  </a:lnTo>
                  <a:lnTo>
                    <a:pt x="1317498" y="1836775"/>
                  </a:lnTo>
                  <a:lnTo>
                    <a:pt x="1318343" y="1883057"/>
                  </a:lnTo>
                  <a:lnTo>
                    <a:pt x="1319188" y="1902577"/>
                  </a:lnTo>
                  <a:lnTo>
                    <a:pt x="1320033" y="1829524"/>
                  </a:lnTo>
                  <a:lnTo>
                    <a:pt x="1320878" y="1747909"/>
                  </a:lnTo>
                  <a:lnTo>
                    <a:pt x="1321724" y="1714759"/>
                  </a:lnTo>
                  <a:lnTo>
                    <a:pt x="1322569" y="1715730"/>
                  </a:lnTo>
                  <a:lnTo>
                    <a:pt x="1323414" y="1702192"/>
                  </a:lnTo>
                  <a:lnTo>
                    <a:pt x="1324259" y="1724217"/>
                  </a:lnTo>
                  <a:lnTo>
                    <a:pt x="1325104" y="1831290"/>
                  </a:lnTo>
                  <a:lnTo>
                    <a:pt x="1325949" y="1883448"/>
                  </a:lnTo>
                  <a:lnTo>
                    <a:pt x="1326794" y="1882534"/>
                  </a:lnTo>
                  <a:lnTo>
                    <a:pt x="1327639" y="1887540"/>
                  </a:lnTo>
                  <a:lnTo>
                    <a:pt x="1328484" y="1889641"/>
                  </a:lnTo>
                  <a:lnTo>
                    <a:pt x="1329329" y="1870608"/>
                  </a:lnTo>
                  <a:lnTo>
                    <a:pt x="1330175" y="1829180"/>
                  </a:lnTo>
                  <a:lnTo>
                    <a:pt x="1331020" y="1898845"/>
                  </a:lnTo>
                  <a:lnTo>
                    <a:pt x="1331865" y="1969039"/>
                  </a:lnTo>
                  <a:lnTo>
                    <a:pt x="1332710" y="1960690"/>
                  </a:lnTo>
                  <a:lnTo>
                    <a:pt x="1333555" y="1958659"/>
                  </a:lnTo>
                  <a:lnTo>
                    <a:pt x="1334400" y="1995850"/>
                  </a:lnTo>
                  <a:lnTo>
                    <a:pt x="1335245" y="1981985"/>
                  </a:lnTo>
                  <a:lnTo>
                    <a:pt x="1336090" y="1878349"/>
                  </a:lnTo>
                  <a:lnTo>
                    <a:pt x="1336935" y="1797207"/>
                  </a:lnTo>
                  <a:lnTo>
                    <a:pt x="1337780" y="1791135"/>
                  </a:lnTo>
                  <a:lnTo>
                    <a:pt x="1338625" y="1785092"/>
                  </a:lnTo>
                  <a:lnTo>
                    <a:pt x="1339471" y="1744788"/>
                  </a:lnTo>
                  <a:lnTo>
                    <a:pt x="1340316" y="1719934"/>
                  </a:lnTo>
                  <a:lnTo>
                    <a:pt x="1341161" y="1766130"/>
                  </a:lnTo>
                  <a:lnTo>
                    <a:pt x="1342006" y="1833685"/>
                  </a:lnTo>
                  <a:lnTo>
                    <a:pt x="1342851" y="1866902"/>
                  </a:lnTo>
                  <a:lnTo>
                    <a:pt x="1343696" y="1853829"/>
                  </a:lnTo>
                  <a:lnTo>
                    <a:pt x="1344541" y="1800512"/>
                  </a:lnTo>
                  <a:lnTo>
                    <a:pt x="1345386" y="1825474"/>
                  </a:lnTo>
                  <a:lnTo>
                    <a:pt x="1346231" y="1889697"/>
                  </a:lnTo>
                  <a:lnTo>
                    <a:pt x="1347076" y="1898833"/>
                  </a:lnTo>
                  <a:lnTo>
                    <a:pt x="1347921" y="1890231"/>
                  </a:lnTo>
                  <a:lnTo>
                    <a:pt x="1348767" y="1899423"/>
                  </a:lnTo>
                  <a:lnTo>
                    <a:pt x="1349612" y="1972435"/>
                  </a:lnTo>
                  <a:lnTo>
                    <a:pt x="1350457" y="1996138"/>
                  </a:lnTo>
                  <a:lnTo>
                    <a:pt x="1351302" y="1968939"/>
                  </a:lnTo>
                  <a:lnTo>
                    <a:pt x="1352147" y="1939532"/>
                  </a:lnTo>
                  <a:lnTo>
                    <a:pt x="1352992" y="1914130"/>
                  </a:lnTo>
                  <a:lnTo>
                    <a:pt x="1353837" y="1892174"/>
                  </a:lnTo>
                  <a:lnTo>
                    <a:pt x="1354682" y="1837510"/>
                  </a:lnTo>
                  <a:lnTo>
                    <a:pt x="1355527" y="1810808"/>
                  </a:lnTo>
                  <a:lnTo>
                    <a:pt x="1356372" y="1789864"/>
                  </a:lnTo>
                  <a:lnTo>
                    <a:pt x="1357217" y="1810137"/>
                  </a:lnTo>
                  <a:lnTo>
                    <a:pt x="1358063" y="1853706"/>
                  </a:lnTo>
                  <a:lnTo>
                    <a:pt x="1358908" y="1853351"/>
                  </a:lnTo>
                  <a:lnTo>
                    <a:pt x="1359753" y="1806852"/>
                  </a:lnTo>
                  <a:lnTo>
                    <a:pt x="1360598" y="1786473"/>
                  </a:lnTo>
                  <a:lnTo>
                    <a:pt x="1361443" y="1800992"/>
                  </a:lnTo>
                  <a:lnTo>
                    <a:pt x="1362288" y="1785872"/>
                  </a:lnTo>
                  <a:lnTo>
                    <a:pt x="1363133" y="1797126"/>
                  </a:lnTo>
                  <a:lnTo>
                    <a:pt x="1363978" y="1883691"/>
                  </a:lnTo>
                  <a:lnTo>
                    <a:pt x="1364823" y="2025722"/>
                  </a:lnTo>
                  <a:lnTo>
                    <a:pt x="1365668" y="2051153"/>
                  </a:lnTo>
                  <a:lnTo>
                    <a:pt x="1366513" y="2026731"/>
                  </a:lnTo>
                  <a:lnTo>
                    <a:pt x="1367359" y="2031987"/>
                  </a:lnTo>
                  <a:lnTo>
                    <a:pt x="1368204" y="1982067"/>
                  </a:lnTo>
                  <a:lnTo>
                    <a:pt x="1369049" y="1893683"/>
                  </a:lnTo>
                  <a:lnTo>
                    <a:pt x="1369894" y="1809121"/>
                  </a:lnTo>
                  <a:lnTo>
                    <a:pt x="1370739" y="1780167"/>
                  </a:lnTo>
                  <a:lnTo>
                    <a:pt x="1371584" y="1791312"/>
                  </a:lnTo>
                  <a:lnTo>
                    <a:pt x="1372429" y="1788950"/>
                  </a:lnTo>
                  <a:lnTo>
                    <a:pt x="1373274" y="1813067"/>
                  </a:lnTo>
                  <a:lnTo>
                    <a:pt x="1374119" y="1863279"/>
                  </a:lnTo>
                  <a:lnTo>
                    <a:pt x="1374964" y="1876399"/>
                  </a:lnTo>
                  <a:lnTo>
                    <a:pt x="1375809" y="1885392"/>
                  </a:lnTo>
                  <a:lnTo>
                    <a:pt x="1376655" y="1830927"/>
                  </a:lnTo>
                  <a:lnTo>
                    <a:pt x="1377500" y="1796378"/>
                  </a:lnTo>
                  <a:lnTo>
                    <a:pt x="1378345" y="1804040"/>
                  </a:lnTo>
                  <a:lnTo>
                    <a:pt x="1379190" y="1805624"/>
                  </a:lnTo>
                  <a:lnTo>
                    <a:pt x="1380035" y="1809685"/>
                  </a:lnTo>
                  <a:lnTo>
                    <a:pt x="1380880" y="1834963"/>
                  </a:lnTo>
                  <a:lnTo>
                    <a:pt x="1381725" y="1907675"/>
                  </a:lnTo>
                  <a:lnTo>
                    <a:pt x="1382570" y="1974941"/>
                  </a:lnTo>
                  <a:lnTo>
                    <a:pt x="1383415" y="2007272"/>
                  </a:lnTo>
                  <a:lnTo>
                    <a:pt x="1384260" y="2036213"/>
                  </a:lnTo>
                  <a:lnTo>
                    <a:pt x="1385105" y="2083438"/>
                  </a:lnTo>
                  <a:lnTo>
                    <a:pt x="1385951" y="2086580"/>
                  </a:lnTo>
                  <a:lnTo>
                    <a:pt x="1386796" y="2053687"/>
                  </a:lnTo>
                  <a:lnTo>
                    <a:pt x="1387641" y="2025317"/>
                  </a:lnTo>
                  <a:lnTo>
                    <a:pt x="1388486" y="2015916"/>
                  </a:lnTo>
                  <a:lnTo>
                    <a:pt x="1389331" y="2015916"/>
                  </a:lnTo>
                  <a:lnTo>
                    <a:pt x="1390176" y="2015917"/>
                  </a:lnTo>
                  <a:lnTo>
                    <a:pt x="1391021" y="2020161"/>
                  </a:lnTo>
                  <a:lnTo>
                    <a:pt x="1391866" y="2034101"/>
                  </a:lnTo>
                  <a:lnTo>
                    <a:pt x="1392711" y="2027200"/>
                  </a:lnTo>
                  <a:lnTo>
                    <a:pt x="1393556" y="1997191"/>
                  </a:lnTo>
                  <a:lnTo>
                    <a:pt x="1394402" y="1945911"/>
                  </a:lnTo>
                  <a:lnTo>
                    <a:pt x="1395247" y="1882500"/>
                  </a:lnTo>
                  <a:lnTo>
                    <a:pt x="1396092" y="1834325"/>
                  </a:lnTo>
                  <a:lnTo>
                    <a:pt x="1396937" y="1793489"/>
                  </a:lnTo>
                  <a:lnTo>
                    <a:pt x="1397782" y="1776473"/>
                  </a:lnTo>
                  <a:lnTo>
                    <a:pt x="1398627" y="1799034"/>
                  </a:lnTo>
                  <a:lnTo>
                    <a:pt x="1399472" y="1842042"/>
                  </a:lnTo>
                  <a:lnTo>
                    <a:pt x="1400317" y="1889687"/>
                  </a:lnTo>
                  <a:lnTo>
                    <a:pt x="1401162" y="1945634"/>
                  </a:lnTo>
                  <a:lnTo>
                    <a:pt x="1402007" y="2007210"/>
                  </a:lnTo>
                  <a:lnTo>
                    <a:pt x="1402852" y="2080004"/>
                  </a:lnTo>
                  <a:lnTo>
                    <a:pt x="1403698" y="2090997"/>
                  </a:lnTo>
                  <a:lnTo>
                    <a:pt x="1404543" y="2051276"/>
                  </a:lnTo>
                  <a:lnTo>
                    <a:pt x="1405388" y="2043097"/>
                  </a:lnTo>
                  <a:lnTo>
                    <a:pt x="1406233" y="2040681"/>
                  </a:lnTo>
                  <a:lnTo>
                    <a:pt x="1407078" y="2005187"/>
                  </a:lnTo>
                  <a:lnTo>
                    <a:pt x="1407923" y="1947519"/>
                  </a:lnTo>
                  <a:lnTo>
                    <a:pt x="1408768" y="1943978"/>
                  </a:lnTo>
                  <a:lnTo>
                    <a:pt x="1409613" y="1981868"/>
                  </a:lnTo>
                  <a:lnTo>
                    <a:pt x="1410458" y="1999510"/>
                  </a:lnTo>
                  <a:lnTo>
                    <a:pt x="1411303" y="2030281"/>
                  </a:lnTo>
                  <a:lnTo>
                    <a:pt x="1412148" y="2062335"/>
                  </a:lnTo>
                  <a:lnTo>
                    <a:pt x="1412994" y="2079001"/>
                  </a:lnTo>
                  <a:lnTo>
                    <a:pt x="1413839" y="2060003"/>
                  </a:lnTo>
                  <a:lnTo>
                    <a:pt x="1414684" y="2042650"/>
                  </a:lnTo>
                  <a:lnTo>
                    <a:pt x="1415529" y="2054279"/>
                  </a:lnTo>
                  <a:lnTo>
                    <a:pt x="1416374" y="2002350"/>
                  </a:lnTo>
                  <a:lnTo>
                    <a:pt x="1417219" y="1980441"/>
                  </a:lnTo>
                  <a:lnTo>
                    <a:pt x="1418064" y="1957784"/>
                  </a:lnTo>
                  <a:lnTo>
                    <a:pt x="1418909" y="1958001"/>
                  </a:lnTo>
                  <a:lnTo>
                    <a:pt x="1419754" y="1980545"/>
                  </a:lnTo>
                  <a:lnTo>
                    <a:pt x="1420599" y="1967405"/>
                  </a:lnTo>
                  <a:lnTo>
                    <a:pt x="1421444" y="1997035"/>
                  </a:lnTo>
                  <a:lnTo>
                    <a:pt x="1422290" y="1985544"/>
                  </a:lnTo>
                  <a:lnTo>
                    <a:pt x="1423135" y="2008202"/>
                  </a:lnTo>
                  <a:lnTo>
                    <a:pt x="1423980" y="2026983"/>
                  </a:lnTo>
                  <a:lnTo>
                    <a:pt x="1424825" y="2031896"/>
                  </a:lnTo>
                  <a:lnTo>
                    <a:pt x="1425670" y="2039708"/>
                  </a:lnTo>
                  <a:lnTo>
                    <a:pt x="1426515" y="2033175"/>
                  </a:lnTo>
                  <a:lnTo>
                    <a:pt x="1427360" y="2035259"/>
                  </a:lnTo>
                  <a:lnTo>
                    <a:pt x="1428205" y="2016108"/>
                  </a:lnTo>
                  <a:lnTo>
                    <a:pt x="1429050" y="2015620"/>
                  </a:lnTo>
                  <a:lnTo>
                    <a:pt x="1429895" y="1952725"/>
                  </a:lnTo>
                  <a:lnTo>
                    <a:pt x="1430740" y="1889473"/>
                  </a:lnTo>
                  <a:lnTo>
                    <a:pt x="1431586" y="1851850"/>
                  </a:lnTo>
                  <a:lnTo>
                    <a:pt x="1432431" y="1870669"/>
                  </a:lnTo>
                  <a:lnTo>
                    <a:pt x="1433276" y="1847340"/>
                  </a:lnTo>
                  <a:lnTo>
                    <a:pt x="1434121" y="1807189"/>
                  </a:lnTo>
                  <a:lnTo>
                    <a:pt x="1434966" y="1846249"/>
                  </a:lnTo>
                  <a:lnTo>
                    <a:pt x="1435811" y="1894047"/>
                  </a:lnTo>
                  <a:lnTo>
                    <a:pt x="1436656" y="1878490"/>
                  </a:lnTo>
                  <a:lnTo>
                    <a:pt x="1437501" y="1828667"/>
                  </a:lnTo>
                  <a:lnTo>
                    <a:pt x="1438346" y="1786415"/>
                  </a:lnTo>
                  <a:lnTo>
                    <a:pt x="1439191" y="1747810"/>
                  </a:lnTo>
                  <a:lnTo>
                    <a:pt x="1440036" y="1734045"/>
                  </a:lnTo>
                  <a:lnTo>
                    <a:pt x="1440882" y="1737221"/>
                  </a:lnTo>
                  <a:lnTo>
                    <a:pt x="1441727" y="1794095"/>
                  </a:lnTo>
                  <a:lnTo>
                    <a:pt x="1442572" y="1808063"/>
                  </a:lnTo>
                  <a:lnTo>
                    <a:pt x="1443417" y="1866198"/>
                  </a:lnTo>
                  <a:lnTo>
                    <a:pt x="1444262" y="1945443"/>
                  </a:lnTo>
                  <a:lnTo>
                    <a:pt x="1445107" y="1953557"/>
                  </a:lnTo>
                  <a:lnTo>
                    <a:pt x="1445952" y="1869710"/>
                  </a:lnTo>
                  <a:lnTo>
                    <a:pt x="1446797" y="1767372"/>
                  </a:lnTo>
                  <a:lnTo>
                    <a:pt x="1447642" y="1727516"/>
                  </a:lnTo>
                  <a:lnTo>
                    <a:pt x="1448487" y="1727408"/>
                  </a:lnTo>
                  <a:lnTo>
                    <a:pt x="1449333" y="1727408"/>
                  </a:lnTo>
                  <a:lnTo>
                    <a:pt x="1450178" y="1756895"/>
                  </a:lnTo>
                  <a:lnTo>
                    <a:pt x="1451023" y="1844342"/>
                  </a:lnTo>
                  <a:lnTo>
                    <a:pt x="1451868" y="1923081"/>
                  </a:lnTo>
                  <a:lnTo>
                    <a:pt x="1452713" y="1994817"/>
                  </a:lnTo>
                  <a:lnTo>
                    <a:pt x="1453558" y="2013039"/>
                  </a:lnTo>
                  <a:lnTo>
                    <a:pt x="1454403" y="1993431"/>
                  </a:lnTo>
                  <a:lnTo>
                    <a:pt x="1455248" y="1986284"/>
                  </a:lnTo>
                  <a:lnTo>
                    <a:pt x="1456093" y="2029793"/>
                  </a:lnTo>
                  <a:lnTo>
                    <a:pt x="1456938" y="2071920"/>
                  </a:lnTo>
                  <a:lnTo>
                    <a:pt x="1457783" y="2085072"/>
                  </a:lnTo>
                  <a:lnTo>
                    <a:pt x="1458629" y="2093556"/>
                  </a:lnTo>
                  <a:lnTo>
                    <a:pt x="1459474" y="2103286"/>
                  </a:lnTo>
                  <a:lnTo>
                    <a:pt x="1459474" y="2103286"/>
                  </a:lnTo>
                  <a:lnTo>
                    <a:pt x="1460319" y="2103286"/>
                  </a:lnTo>
                  <a:lnTo>
                    <a:pt x="1461164" y="2057062"/>
                  </a:lnTo>
                  <a:lnTo>
                    <a:pt x="1462009" y="1998436"/>
                  </a:lnTo>
                  <a:lnTo>
                    <a:pt x="1462854" y="1955376"/>
                  </a:lnTo>
                  <a:lnTo>
                    <a:pt x="1463699" y="1894917"/>
                  </a:lnTo>
                  <a:lnTo>
                    <a:pt x="1464544" y="1808912"/>
                  </a:lnTo>
                  <a:lnTo>
                    <a:pt x="1465389" y="1713184"/>
                  </a:lnTo>
                  <a:lnTo>
                    <a:pt x="1466234" y="1647269"/>
                  </a:lnTo>
                  <a:lnTo>
                    <a:pt x="1467079" y="1633879"/>
                  </a:lnTo>
                  <a:lnTo>
                    <a:pt x="1467925" y="1666652"/>
                  </a:lnTo>
                  <a:lnTo>
                    <a:pt x="1468770" y="1727112"/>
                  </a:lnTo>
                  <a:lnTo>
                    <a:pt x="1469615" y="1813115"/>
                  </a:lnTo>
                  <a:lnTo>
                    <a:pt x="1470460" y="1913529"/>
                  </a:lnTo>
                  <a:lnTo>
                    <a:pt x="1471305" y="1993125"/>
                  </a:lnTo>
                  <a:lnTo>
                    <a:pt x="1472150" y="2053673"/>
                  </a:lnTo>
                  <a:lnTo>
                    <a:pt x="1472995" y="2087563"/>
                  </a:lnTo>
                  <a:lnTo>
                    <a:pt x="1473840" y="2050178"/>
                  </a:lnTo>
                  <a:lnTo>
                    <a:pt x="1474685" y="2015769"/>
                  </a:lnTo>
                  <a:lnTo>
                    <a:pt x="1475530" y="1995887"/>
                  </a:lnTo>
                  <a:lnTo>
                    <a:pt x="1476375" y="2003580"/>
                  </a:lnTo>
                  <a:lnTo>
                    <a:pt x="1477221" y="2014881"/>
                  </a:lnTo>
                  <a:lnTo>
                    <a:pt x="1478066" y="2009320"/>
                  </a:lnTo>
                  <a:lnTo>
                    <a:pt x="1478911" y="2026959"/>
                  </a:lnTo>
                  <a:lnTo>
                    <a:pt x="1479756" y="2033912"/>
                  </a:lnTo>
                  <a:lnTo>
                    <a:pt x="1480601" y="2049133"/>
                  </a:lnTo>
                  <a:lnTo>
                    <a:pt x="1481446" y="2022965"/>
                  </a:lnTo>
                  <a:lnTo>
                    <a:pt x="1482291" y="1967519"/>
                  </a:lnTo>
                  <a:lnTo>
                    <a:pt x="1483136" y="1949423"/>
                  </a:lnTo>
                  <a:lnTo>
                    <a:pt x="1483981" y="1945558"/>
                  </a:lnTo>
                  <a:lnTo>
                    <a:pt x="1484826" y="1943679"/>
                  </a:lnTo>
                  <a:lnTo>
                    <a:pt x="1485671" y="1899755"/>
                  </a:lnTo>
                  <a:lnTo>
                    <a:pt x="1486517" y="1867501"/>
                  </a:lnTo>
                  <a:lnTo>
                    <a:pt x="1487362" y="1835084"/>
                  </a:lnTo>
                  <a:lnTo>
                    <a:pt x="1488207" y="1782002"/>
                  </a:lnTo>
                  <a:lnTo>
                    <a:pt x="1489052" y="1790234"/>
                  </a:lnTo>
                  <a:lnTo>
                    <a:pt x="1489897" y="1827906"/>
                  </a:lnTo>
                  <a:lnTo>
                    <a:pt x="1490742" y="1894922"/>
                  </a:lnTo>
                  <a:lnTo>
                    <a:pt x="1491587" y="1972213"/>
                  </a:lnTo>
                  <a:lnTo>
                    <a:pt x="1492432" y="2033437"/>
                  </a:lnTo>
                  <a:lnTo>
                    <a:pt x="1493277" y="2057281"/>
                  </a:lnTo>
                  <a:lnTo>
                    <a:pt x="1494122" y="2027433"/>
                  </a:lnTo>
                  <a:lnTo>
                    <a:pt x="1494967" y="2002246"/>
                  </a:lnTo>
                  <a:lnTo>
                    <a:pt x="1495813" y="1988026"/>
                  </a:lnTo>
                  <a:lnTo>
                    <a:pt x="1496658" y="1965204"/>
                  </a:lnTo>
                  <a:lnTo>
                    <a:pt x="1497503" y="1975724"/>
                  </a:lnTo>
                  <a:lnTo>
                    <a:pt x="1498348" y="2022221"/>
                  </a:lnTo>
                  <a:lnTo>
                    <a:pt x="1499193" y="2052247"/>
                  </a:lnTo>
                  <a:lnTo>
                    <a:pt x="1500038" y="2023604"/>
                  </a:lnTo>
                  <a:lnTo>
                    <a:pt x="1500883" y="1968965"/>
                  </a:lnTo>
                  <a:lnTo>
                    <a:pt x="1501728" y="1918168"/>
                  </a:lnTo>
                  <a:lnTo>
                    <a:pt x="1502573" y="1892516"/>
                  </a:lnTo>
                  <a:lnTo>
                    <a:pt x="1503418" y="1875018"/>
                  </a:lnTo>
                  <a:lnTo>
                    <a:pt x="1504263" y="1890219"/>
                  </a:lnTo>
                  <a:lnTo>
                    <a:pt x="1505109" y="1935712"/>
                  </a:lnTo>
                  <a:lnTo>
                    <a:pt x="1505954" y="1985151"/>
                  </a:lnTo>
                  <a:lnTo>
                    <a:pt x="1506799" y="2041006"/>
                  </a:lnTo>
                  <a:lnTo>
                    <a:pt x="1507644" y="2035638"/>
                  </a:lnTo>
                  <a:lnTo>
                    <a:pt x="1508489" y="1995309"/>
                  </a:lnTo>
                  <a:lnTo>
                    <a:pt x="1509334" y="1976496"/>
                  </a:lnTo>
                  <a:lnTo>
                    <a:pt x="1510179" y="1949360"/>
                  </a:lnTo>
                  <a:lnTo>
                    <a:pt x="1511024" y="1930220"/>
                  </a:lnTo>
                  <a:lnTo>
                    <a:pt x="1511869" y="1932462"/>
                  </a:lnTo>
                  <a:lnTo>
                    <a:pt x="1512714" y="1964044"/>
                  </a:lnTo>
                  <a:lnTo>
                    <a:pt x="1513560" y="2004668"/>
                  </a:lnTo>
                  <a:lnTo>
                    <a:pt x="1514405" y="2023480"/>
                  </a:lnTo>
                  <a:lnTo>
                    <a:pt x="1515250" y="2050617"/>
                  </a:lnTo>
                  <a:lnTo>
                    <a:pt x="1516095" y="2069829"/>
                  </a:lnTo>
                  <a:lnTo>
                    <a:pt x="1516940" y="2041198"/>
                  </a:lnTo>
                  <a:lnTo>
                    <a:pt x="1517785" y="2014853"/>
                  </a:lnTo>
                  <a:lnTo>
                    <a:pt x="1518630" y="2002431"/>
                  </a:lnTo>
                  <a:lnTo>
                    <a:pt x="1519475" y="1986651"/>
                  </a:lnTo>
                  <a:lnTo>
                    <a:pt x="1520320" y="2005908"/>
                  </a:lnTo>
                  <a:lnTo>
                    <a:pt x="1521165" y="2021385"/>
                  </a:lnTo>
                  <a:lnTo>
                    <a:pt x="1522010" y="2055535"/>
                  </a:lnTo>
                  <a:lnTo>
                    <a:pt x="1522856" y="2080761"/>
                  </a:lnTo>
                  <a:lnTo>
                    <a:pt x="1523701" y="2038877"/>
                  </a:lnTo>
                  <a:lnTo>
                    <a:pt x="1524546" y="1975827"/>
                  </a:lnTo>
                  <a:lnTo>
                    <a:pt x="1525391" y="1921975"/>
                  </a:lnTo>
                  <a:lnTo>
                    <a:pt x="1526236" y="1906424"/>
                  </a:lnTo>
                  <a:lnTo>
                    <a:pt x="1527081" y="1902451"/>
                  </a:lnTo>
                  <a:lnTo>
                    <a:pt x="1527926" y="1917224"/>
                  </a:lnTo>
                  <a:lnTo>
                    <a:pt x="1528771" y="1952638"/>
                  </a:lnTo>
                  <a:lnTo>
                    <a:pt x="1529616" y="1996783"/>
                  </a:lnTo>
                  <a:lnTo>
                    <a:pt x="1530461" y="2038349"/>
                  </a:lnTo>
                  <a:lnTo>
                    <a:pt x="1531306" y="2040417"/>
                  </a:lnTo>
                  <a:lnTo>
                    <a:pt x="1532152" y="1986235"/>
                  </a:lnTo>
                  <a:lnTo>
                    <a:pt x="1532997" y="1901227"/>
                  </a:lnTo>
                  <a:lnTo>
                    <a:pt x="1533842" y="1854667"/>
                  </a:lnTo>
                  <a:lnTo>
                    <a:pt x="1534687" y="1864363"/>
                  </a:lnTo>
                  <a:lnTo>
                    <a:pt x="1535532" y="1836069"/>
                  </a:lnTo>
                  <a:lnTo>
                    <a:pt x="1536377" y="1808555"/>
                  </a:lnTo>
                  <a:lnTo>
                    <a:pt x="1537222" y="1845147"/>
                  </a:lnTo>
                  <a:lnTo>
                    <a:pt x="1538067" y="1907946"/>
                  </a:lnTo>
                  <a:lnTo>
                    <a:pt x="1538912" y="1973400"/>
                  </a:lnTo>
                  <a:lnTo>
                    <a:pt x="1539757" y="1998388"/>
                  </a:lnTo>
                  <a:lnTo>
                    <a:pt x="1540602" y="1991840"/>
                  </a:lnTo>
                  <a:lnTo>
                    <a:pt x="1541448" y="1992863"/>
                  </a:lnTo>
                  <a:lnTo>
                    <a:pt x="1542293" y="2001956"/>
                  </a:lnTo>
                  <a:lnTo>
                    <a:pt x="1543138" y="1976395"/>
                  </a:lnTo>
                  <a:lnTo>
                    <a:pt x="1543983" y="1932977"/>
                  </a:lnTo>
                  <a:lnTo>
                    <a:pt x="1544828" y="1943957"/>
                  </a:lnTo>
                  <a:lnTo>
                    <a:pt x="1545673" y="2016925"/>
                  </a:lnTo>
                  <a:lnTo>
                    <a:pt x="1546518" y="2042452"/>
                  </a:lnTo>
                  <a:lnTo>
                    <a:pt x="1547363" y="2028037"/>
                  </a:lnTo>
                  <a:lnTo>
                    <a:pt x="1548208" y="2046808"/>
                  </a:lnTo>
                  <a:lnTo>
                    <a:pt x="1549053" y="2103286"/>
                  </a:lnTo>
                  <a:lnTo>
                    <a:pt x="1549053" y="2103286"/>
                  </a:lnTo>
                  <a:lnTo>
                    <a:pt x="1549898" y="2103286"/>
                  </a:lnTo>
                  <a:lnTo>
                    <a:pt x="1550744" y="2055498"/>
                  </a:lnTo>
                  <a:lnTo>
                    <a:pt x="1551589" y="2050005"/>
                  </a:lnTo>
                  <a:lnTo>
                    <a:pt x="1552434" y="2058705"/>
                  </a:lnTo>
                  <a:lnTo>
                    <a:pt x="1553279" y="2074485"/>
                  </a:lnTo>
                  <a:lnTo>
                    <a:pt x="1554124" y="2041641"/>
                  </a:lnTo>
                  <a:lnTo>
                    <a:pt x="1554969" y="1991006"/>
                  </a:lnTo>
                  <a:lnTo>
                    <a:pt x="1555814" y="1944794"/>
                  </a:lnTo>
                  <a:lnTo>
                    <a:pt x="1556659" y="1903762"/>
                  </a:lnTo>
                  <a:lnTo>
                    <a:pt x="1557504" y="1874750"/>
                  </a:lnTo>
                  <a:lnTo>
                    <a:pt x="1558349" y="1868571"/>
                  </a:lnTo>
                  <a:lnTo>
                    <a:pt x="1559194" y="1900982"/>
                  </a:lnTo>
                  <a:lnTo>
                    <a:pt x="1560040" y="1918670"/>
                  </a:lnTo>
                  <a:lnTo>
                    <a:pt x="1560885" y="1918074"/>
                  </a:lnTo>
                  <a:lnTo>
                    <a:pt x="1561730" y="1930235"/>
                  </a:lnTo>
                  <a:lnTo>
                    <a:pt x="1562575" y="1938968"/>
                  </a:lnTo>
                  <a:lnTo>
                    <a:pt x="1563420" y="1942374"/>
                  </a:lnTo>
                  <a:lnTo>
                    <a:pt x="1564265" y="1910831"/>
                  </a:lnTo>
                  <a:lnTo>
                    <a:pt x="1565110" y="1878514"/>
                  </a:lnTo>
                  <a:lnTo>
                    <a:pt x="1565955" y="1903449"/>
                  </a:lnTo>
                  <a:lnTo>
                    <a:pt x="1566800" y="1930777"/>
                  </a:lnTo>
                  <a:lnTo>
                    <a:pt x="1567645" y="1924127"/>
                  </a:lnTo>
                  <a:lnTo>
                    <a:pt x="1568490" y="1876566"/>
                  </a:lnTo>
                  <a:lnTo>
                    <a:pt x="1569336" y="1891938"/>
                  </a:lnTo>
                  <a:lnTo>
                    <a:pt x="1570181" y="1953040"/>
                  </a:lnTo>
                  <a:lnTo>
                    <a:pt x="1571026" y="1998520"/>
                  </a:lnTo>
                  <a:lnTo>
                    <a:pt x="1571871" y="1984181"/>
                  </a:lnTo>
                  <a:lnTo>
                    <a:pt x="1572716" y="1944984"/>
                  </a:lnTo>
                  <a:lnTo>
                    <a:pt x="1573561" y="1948497"/>
                  </a:lnTo>
                  <a:lnTo>
                    <a:pt x="1574406" y="1934831"/>
                  </a:lnTo>
                  <a:lnTo>
                    <a:pt x="1575251" y="1890483"/>
                  </a:lnTo>
                  <a:lnTo>
                    <a:pt x="1576096" y="1819420"/>
                  </a:lnTo>
                  <a:lnTo>
                    <a:pt x="1576941" y="1771613"/>
                  </a:lnTo>
                  <a:lnTo>
                    <a:pt x="1577787" y="1806994"/>
                  </a:lnTo>
                  <a:lnTo>
                    <a:pt x="1578632" y="1820137"/>
                  </a:lnTo>
                  <a:lnTo>
                    <a:pt x="1579477" y="1809527"/>
                  </a:lnTo>
                  <a:lnTo>
                    <a:pt x="1580322" y="1797352"/>
                  </a:lnTo>
                  <a:lnTo>
                    <a:pt x="1581167" y="1786259"/>
                  </a:lnTo>
                  <a:lnTo>
                    <a:pt x="1582012" y="1791812"/>
                  </a:lnTo>
                  <a:lnTo>
                    <a:pt x="1582857" y="1787068"/>
                  </a:lnTo>
                  <a:lnTo>
                    <a:pt x="1583702" y="1792204"/>
                  </a:lnTo>
                  <a:lnTo>
                    <a:pt x="1584547" y="1811644"/>
                  </a:lnTo>
                  <a:lnTo>
                    <a:pt x="1585392" y="1861127"/>
                  </a:lnTo>
                  <a:lnTo>
                    <a:pt x="1586237" y="1911279"/>
                  </a:lnTo>
                  <a:lnTo>
                    <a:pt x="1587083" y="1973411"/>
                  </a:lnTo>
                  <a:lnTo>
                    <a:pt x="1587928" y="2031250"/>
                  </a:lnTo>
                  <a:lnTo>
                    <a:pt x="1588773" y="2079847"/>
                  </a:lnTo>
                  <a:lnTo>
                    <a:pt x="1589618" y="2077880"/>
                  </a:lnTo>
                  <a:lnTo>
                    <a:pt x="1590463" y="2056497"/>
                  </a:lnTo>
                  <a:lnTo>
                    <a:pt x="1591308" y="2058560"/>
                  </a:lnTo>
                  <a:lnTo>
                    <a:pt x="1592153" y="2047913"/>
                  </a:lnTo>
                  <a:lnTo>
                    <a:pt x="1592998" y="2012640"/>
                  </a:lnTo>
                  <a:lnTo>
                    <a:pt x="1593843" y="2003457"/>
                  </a:lnTo>
                  <a:lnTo>
                    <a:pt x="1594688" y="2027106"/>
                  </a:lnTo>
                  <a:lnTo>
                    <a:pt x="1595533" y="2069877"/>
                  </a:lnTo>
                  <a:lnTo>
                    <a:pt x="1596379" y="2092433"/>
                  </a:lnTo>
                  <a:lnTo>
                    <a:pt x="1597224" y="2103286"/>
                  </a:lnTo>
                  <a:lnTo>
                    <a:pt x="1597224" y="2103286"/>
                  </a:lnTo>
                  <a:lnTo>
                    <a:pt x="1598069" y="2098584"/>
                  </a:lnTo>
                  <a:lnTo>
                    <a:pt x="1598914" y="2065402"/>
                  </a:lnTo>
                  <a:lnTo>
                    <a:pt x="1599759" y="2050599"/>
                  </a:lnTo>
                  <a:lnTo>
                    <a:pt x="1600604" y="2043947"/>
                  </a:lnTo>
                  <a:lnTo>
                    <a:pt x="1601449" y="2052570"/>
                  </a:lnTo>
                  <a:lnTo>
                    <a:pt x="1602294" y="2091495"/>
                  </a:lnTo>
                  <a:lnTo>
                    <a:pt x="1603139" y="2103286"/>
                  </a:lnTo>
                  <a:lnTo>
                    <a:pt x="1603139" y="2103286"/>
                  </a:lnTo>
                  <a:lnTo>
                    <a:pt x="1603984" y="2103286"/>
                  </a:lnTo>
                  <a:lnTo>
                    <a:pt x="1604829" y="2102521"/>
                  </a:lnTo>
                  <a:lnTo>
                    <a:pt x="1605675" y="2028550"/>
                  </a:lnTo>
                  <a:lnTo>
                    <a:pt x="1606520" y="1929235"/>
                  </a:lnTo>
                  <a:lnTo>
                    <a:pt x="1607365" y="1781601"/>
                  </a:lnTo>
                  <a:lnTo>
                    <a:pt x="1608210" y="1652709"/>
                  </a:lnTo>
                  <a:lnTo>
                    <a:pt x="1609055" y="1601037"/>
                  </a:lnTo>
                  <a:lnTo>
                    <a:pt x="1609900" y="1608602"/>
                  </a:lnTo>
                  <a:lnTo>
                    <a:pt x="1610745" y="1658845"/>
                  </a:lnTo>
                  <a:lnTo>
                    <a:pt x="1611590" y="1705758"/>
                  </a:lnTo>
                  <a:lnTo>
                    <a:pt x="1612435" y="1801794"/>
                  </a:lnTo>
                  <a:lnTo>
                    <a:pt x="1613280" y="1899323"/>
                  </a:lnTo>
                  <a:lnTo>
                    <a:pt x="1614125" y="1985499"/>
                  </a:lnTo>
                  <a:lnTo>
                    <a:pt x="1614971" y="2043664"/>
                  </a:lnTo>
                  <a:lnTo>
                    <a:pt x="1615816" y="2010622"/>
                  </a:lnTo>
                  <a:lnTo>
                    <a:pt x="1616661" y="2019872"/>
                  </a:lnTo>
                  <a:lnTo>
                    <a:pt x="1617506" y="2013503"/>
                  </a:lnTo>
                  <a:lnTo>
                    <a:pt x="1618351" y="1918787"/>
                  </a:lnTo>
                  <a:lnTo>
                    <a:pt x="1619196" y="1843410"/>
                  </a:lnTo>
                  <a:lnTo>
                    <a:pt x="1620041" y="1826464"/>
                  </a:lnTo>
                  <a:lnTo>
                    <a:pt x="1620886" y="1858931"/>
                  </a:lnTo>
                  <a:lnTo>
                    <a:pt x="1621731" y="1892589"/>
                  </a:lnTo>
                  <a:lnTo>
                    <a:pt x="1622576" y="1905361"/>
                  </a:lnTo>
                  <a:lnTo>
                    <a:pt x="1623421" y="1951491"/>
                  </a:lnTo>
                  <a:lnTo>
                    <a:pt x="1624267" y="2016091"/>
                  </a:lnTo>
                  <a:lnTo>
                    <a:pt x="1625112" y="2032796"/>
                  </a:lnTo>
                  <a:lnTo>
                    <a:pt x="1625957" y="2014430"/>
                  </a:lnTo>
                  <a:lnTo>
                    <a:pt x="1626802" y="1970283"/>
                  </a:lnTo>
                  <a:lnTo>
                    <a:pt x="1627647" y="1951929"/>
                  </a:lnTo>
                  <a:lnTo>
                    <a:pt x="1628492" y="2000514"/>
                  </a:lnTo>
                  <a:lnTo>
                    <a:pt x="1629337" y="1997728"/>
                  </a:lnTo>
                  <a:lnTo>
                    <a:pt x="1630182" y="1957810"/>
                  </a:lnTo>
                  <a:lnTo>
                    <a:pt x="1631027" y="1976346"/>
                  </a:lnTo>
                  <a:lnTo>
                    <a:pt x="1631872" y="2013580"/>
                  </a:lnTo>
                  <a:lnTo>
                    <a:pt x="1632717" y="1930952"/>
                  </a:lnTo>
                  <a:lnTo>
                    <a:pt x="1633563" y="1839700"/>
                  </a:lnTo>
                  <a:lnTo>
                    <a:pt x="1634408" y="1819710"/>
                  </a:lnTo>
                  <a:lnTo>
                    <a:pt x="1635253" y="1845896"/>
                  </a:lnTo>
                  <a:lnTo>
                    <a:pt x="1636098" y="1856587"/>
                  </a:lnTo>
                  <a:lnTo>
                    <a:pt x="1636943" y="1851262"/>
                  </a:lnTo>
                  <a:lnTo>
                    <a:pt x="1637788" y="1947836"/>
                  </a:lnTo>
                  <a:lnTo>
                    <a:pt x="1638633" y="1992877"/>
                  </a:lnTo>
                  <a:lnTo>
                    <a:pt x="1639478" y="1983453"/>
                  </a:lnTo>
                  <a:lnTo>
                    <a:pt x="1640323" y="1963737"/>
                  </a:lnTo>
                  <a:lnTo>
                    <a:pt x="1641168" y="1948405"/>
                  </a:lnTo>
                  <a:lnTo>
                    <a:pt x="1642014" y="1913934"/>
                  </a:lnTo>
                  <a:lnTo>
                    <a:pt x="1642859" y="1917871"/>
                  </a:lnTo>
                  <a:lnTo>
                    <a:pt x="1643704" y="1964081"/>
                  </a:lnTo>
                  <a:lnTo>
                    <a:pt x="1644549" y="1989505"/>
                  </a:lnTo>
                  <a:lnTo>
                    <a:pt x="1645394" y="1996083"/>
                  </a:lnTo>
                  <a:lnTo>
                    <a:pt x="1646239" y="1991243"/>
                  </a:lnTo>
                  <a:lnTo>
                    <a:pt x="1647084" y="1986356"/>
                  </a:lnTo>
                  <a:lnTo>
                    <a:pt x="1647929" y="1966780"/>
                  </a:lnTo>
                  <a:lnTo>
                    <a:pt x="1648774" y="1933296"/>
                  </a:lnTo>
                  <a:lnTo>
                    <a:pt x="1649619" y="1927909"/>
                  </a:lnTo>
                  <a:lnTo>
                    <a:pt x="1650464" y="1941047"/>
                  </a:lnTo>
                  <a:lnTo>
                    <a:pt x="1651310" y="1974998"/>
                  </a:lnTo>
                  <a:lnTo>
                    <a:pt x="1652155" y="2034008"/>
                  </a:lnTo>
                  <a:lnTo>
                    <a:pt x="1653000" y="2060326"/>
                  </a:lnTo>
                  <a:lnTo>
                    <a:pt x="1653845" y="2093808"/>
                  </a:lnTo>
                  <a:lnTo>
                    <a:pt x="1654690" y="2103186"/>
                  </a:lnTo>
                  <a:lnTo>
                    <a:pt x="1655535" y="2103186"/>
                  </a:lnTo>
                  <a:lnTo>
                    <a:pt x="1656380" y="2093063"/>
                  </a:lnTo>
                  <a:lnTo>
                    <a:pt x="1657225" y="2092507"/>
                  </a:lnTo>
                  <a:lnTo>
                    <a:pt x="1658070" y="2081984"/>
                  </a:lnTo>
                  <a:lnTo>
                    <a:pt x="1658915" y="2040415"/>
                  </a:lnTo>
                  <a:lnTo>
                    <a:pt x="1659760" y="2017488"/>
                  </a:lnTo>
                  <a:lnTo>
                    <a:pt x="1660606" y="1975660"/>
                  </a:lnTo>
                  <a:lnTo>
                    <a:pt x="1661451" y="1920760"/>
                  </a:lnTo>
                  <a:lnTo>
                    <a:pt x="1662296" y="1901367"/>
                  </a:lnTo>
                  <a:lnTo>
                    <a:pt x="1663141" y="1909944"/>
                  </a:lnTo>
                  <a:lnTo>
                    <a:pt x="1663986" y="1918033"/>
                  </a:lnTo>
                  <a:lnTo>
                    <a:pt x="1664831" y="1895172"/>
                  </a:lnTo>
                  <a:lnTo>
                    <a:pt x="1665676" y="1938894"/>
                  </a:lnTo>
                  <a:lnTo>
                    <a:pt x="1666521" y="2005293"/>
                  </a:lnTo>
                  <a:lnTo>
                    <a:pt x="1667366" y="1985018"/>
                  </a:lnTo>
                  <a:lnTo>
                    <a:pt x="1668211" y="1930165"/>
                  </a:lnTo>
                  <a:lnTo>
                    <a:pt x="1669056" y="1883617"/>
                  </a:lnTo>
                  <a:lnTo>
                    <a:pt x="1669902" y="1889437"/>
                  </a:lnTo>
                  <a:lnTo>
                    <a:pt x="1670747" y="1879570"/>
                  </a:lnTo>
                  <a:lnTo>
                    <a:pt x="1671592" y="1864417"/>
                  </a:lnTo>
                  <a:lnTo>
                    <a:pt x="1672437" y="1884987"/>
                  </a:lnTo>
                  <a:lnTo>
                    <a:pt x="1673282" y="1941789"/>
                  </a:lnTo>
                  <a:lnTo>
                    <a:pt x="1674127" y="2021816"/>
                  </a:lnTo>
                  <a:lnTo>
                    <a:pt x="1674972" y="2031514"/>
                  </a:lnTo>
                  <a:lnTo>
                    <a:pt x="1675817" y="1983172"/>
                  </a:lnTo>
                  <a:lnTo>
                    <a:pt x="1676662" y="1929902"/>
                  </a:lnTo>
                  <a:lnTo>
                    <a:pt x="1677507" y="1876325"/>
                  </a:lnTo>
                  <a:lnTo>
                    <a:pt x="1678352" y="1849393"/>
                  </a:lnTo>
                  <a:lnTo>
                    <a:pt x="1679198" y="1829435"/>
                  </a:lnTo>
                  <a:lnTo>
                    <a:pt x="1680043" y="1833848"/>
                  </a:lnTo>
                  <a:lnTo>
                    <a:pt x="1680888" y="1862549"/>
                  </a:lnTo>
                  <a:lnTo>
                    <a:pt x="1681733" y="1857232"/>
                  </a:lnTo>
                  <a:lnTo>
                    <a:pt x="1682578" y="1841510"/>
                  </a:lnTo>
                  <a:lnTo>
                    <a:pt x="1683423" y="1812808"/>
                  </a:lnTo>
                  <a:lnTo>
                    <a:pt x="1684268" y="1755481"/>
                  </a:lnTo>
                  <a:lnTo>
                    <a:pt x="1685113" y="1681128"/>
                  </a:lnTo>
                  <a:lnTo>
                    <a:pt x="1685958" y="1602820"/>
                  </a:lnTo>
                  <a:lnTo>
                    <a:pt x="1686803" y="1552118"/>
                  </a:lnTo>
                  <a:lnTo>
                    <a:pt x="1687648" y="1536817"/>
                  </a:lnTo>
                  <a:lnTo>
                    <a:pt x="1688494" y="1532394"/>
                  </a:lnTo>
                  <a:lnTo>
                    <a:pt x="1689339" y="1553936"/>
                  </a:lnTo>
                  <a:lnTo>
                    <a:pt x="1690184" y="1588801"/>
                  </a:lnTo>
                  <a:lnTo>
                    <a:pt x="1691029" y="1622515"/>
                  </a:lnTo>
                  <a:lnTo>
                    <a:pt x="1691874" y="1646586"/>
                  </a:lnTo>
                  <a:lnTo>
                    <a:pt x="1692719" y="1647336"/>
                  </a:lnTo>
                  <a:lnTo>
                    <a:pt x="1693564" y="1649570"/>
                  </a:lnTo>
                  <a:lnTo>
                    <a:pt x="1694409" y="1653967"/>
                  </a:lnTo>
                  <a:lnTo>
                    <a:pt x="1695254" y="1653148"/>
                  </a:lnTo>
                  <a:lnTo>
                    <a:pt x="1696099" y="1662366"/>
                  </a:lnTo>
                  <a:lnTo>
                    <a:pt x="1696944" y="1692634"/>
                  </a:lnTo>
                  <a:lnTo>
                    <a:pt x="1697790" y="1736975"/>
                  </a:lnTo>
                  <a:lnTo>
                    <a:pt x="1698635" y="1786360"/>
                  </a:lnTo>
                  <a:lnTo>
                    <a:pt x="1699480" y="1823574"/>
                  </a:lnTo>
                  <a:lnTo>
                    <a:pt x="1700325" y="1832081"/>
                  </a:lnTo>
                  <a:lnTo>
                    <a:pt x="1701170" y="1843049"/>
                  </a:lnTo>
                  <a:lnTo>
                    <a:pt x="1702015" y="1855255"/>
                  </a:lnTo>
                  <a:lnTo>
                    <a:pt x="1702860" y="1849830"/>
                  </a:lnTo>
                  <a:lnTo>
                    <a:pt x="1703705" y="1807676"/>
                  </a:lnTo>
                  <a:lnTo>
                    <a:pt x="1704550" y="1769221"/>
                  </a:lnTo>
                  <a:lnTo>
                    <a:pt x="1705395" y="1796037"/>
                  </a:lnTo>
                  <a:lnTo>
                    <a:pt x="1706241" y="1834733"/>
                  </a:lnTo>
                  <a:lnTo>
                    <a:pt x="1707086" y="1876989"/>
                  </a:lnTo>
                  <a:lnTo>
                    <a:pt x="1707931" y="1871654"/>
                  </a:lnTo>
                  <a:lnTo>
                    <a:pt x="1708776" y="1878722"/>
                  </a:lnTo>
                  <a:lnTo>
                    <a:pt x="1709621" y="1931014"/>
                  </a:lnTo>
                  <a:lnTo>
                    <a:pt x="1710466" y="1928729"/>
                  </a:lnTo>
                  <a:lnTo>
                    <a:pt x="1711311" y="1923455"/>
                  </a:lnTo>
                  <a:lnTo>
                    <a:pt x="1712156" y="1923945"/>
                  </a:lnTo>
                  <a:lnTo>
                    <a:pt x="1713001" y="1974213"/>
                  </a:lnTo>
                  <a:lnTo>
                    <a:pt x="1713846" y="2017738"/>
                  </a:lnTo>
                  <a:lnTo>
                    <a:pt x="1714691" y="2003233"/>
                  </a:lnTo>
                  <a:lnTo>
                    <a:pt x="1715537" y="1994196"/>
                  </a:lnTo>
                  <a:lnTo>
                    <a:pt x="1716382" y="1950724"/>
                  </a:lnTo>
                  <a:lnTo>
                    <a:pt x="1717227" y="1891569"/>
                  </a:lnTo>
                  <a:lnTo>
                    <a:pt x="1718072" y="1872973"/>
                  </a:lnTo>
                  <a:lnTo>
                    <a:pt x="1718917" y="1841280"/>
                  </a:lnTo>
                  <a:lnTo>
                    <a:pt x="1719762" y="1826265"/>
                  </a:lnTo>
                  <a:lnTo>
                    <a:pt x="1720607" y="1816694"/>
                  </a:lnTo>
                  <a:lnTo>
                    <a:pt x="1721452" y="1812449"/>
                  </a:lnTo>
                  <a:lnTo>
                    <a:pt x="1722297" y="1814701"/>
                  </a:lnTo>
                  <a:lnTo>
                    <a:pt x="1723142" y="1828411"/>
                  </a:lnTo>
                  <a:lnTo>
                    <a:pt x="1723987" y="1860105"/>
                  </a:lnTo>
                  <a:lnTo>
                    <a:pt x="1724833" y="1889922"/>
                  </a:lnTo>
                  <a:lnTo>
                    <a:pt x="1725678" y="1937961"/>
                  </a:lnTo>
                  <a:lnTo>
                    <a:pt x="1726523" y="1987797"/>
                  </a:lnTo>
                  <a:lnTo>
                    <a:pt x="1727368" y="2056262"/>
                  </a:lnTo>
                  <a:lnTo>
                    <a:pt x="1728213" y="2073484"/>
                  </a:lnTo>
                  <a:lnTo>
                    <a:pt x="1729058" y="2055622"/>
                  </a:lnTo>
                  <a:lnTo>
                    <a:pt x="1729903" y="1991868"/>
                  </a:lnTo>
                  <a:lnTo>
                    <a:pt x="1730748" y="1975624"/>
                  </a:lnTo>
                  <a:lnTo>
                    <a:pt x="1731593" y="2009436"/>
                  </a:lnTo>
                  <a:lnTo>
                    <a:pt x="1732438" y="2015497"/>
                  </a:lnTo>
                  <a:lnTo>
                    <a:pt x="1733283" y="2033145"/>
                  </a:lnTo>
                  <a:lnTo>
                    <a:pt x="1734129" y="2074102"/>
                  </a:lnTo>
                  <a:lnTo>
                    <a:pt x="1734974" y="2103286"/>
                  </a:lnTo>
                  <a:lnTo>
                    <a:pt x="1734974" y="2103286"/>
                  </a:lnTo>
                  <a:lnTo>
                    <a:pt x="1735819" y="2094502"/>
                  </a:lnTo>
                  <a:lnTo>
                    <a:pt x="1736664" y="2046696"/>
                  </a:lnTo>
                  <a:lnTo>
                    <a:pt x="1737509" y="2007899"/>
                  </a:lnTo>
                  <a:lnTo>
                    <a:pt x="1738354" y="1920840"/>
                  </a:lnTo>
                  <a:lnTo>
                    <a:pt x="1739199" y="1864457"/>
                  </a:lnTo>
                  <a:lnTo>
                    <a:pt x="1740044" y="1852739"/>
                  </a:lnTo>
                  <a:lnTo>
                    <a:pt x="1740889" y="1907296"/>
                  </a:lnTo>
                  <a:lnTo>
                    <a:pt x="1741734" y="1923825"/>
                  </a:lnTo>
                  <a:lnTo>
                    <a:pt x="1742579" y="1906263"/>
                  </a:lnTo>
                  <a:lnTo>
                    <a:pt x="1743425" y="1957350"/>
                  </a:lnTo>
                  <a:lnTo>
                    <a:pt x="1744270" y="1987583"/>
                  </a:lnTo>
                  <a:lnTo>
                    <a:pt x="1745115" y="1987017"/>
                  </a:lnTo>
                  <a:lnTo>
                    <a:pt x="1745960" y="1959651"/>
                  </a:lnTo>
                  <a:lnTo>
                    <a:pt x="1746805" y="1964528"/>
                  </a:lnTo>
                  <a:lnTo>
                    <a:pt x="1747650" y="1968430"/>
                  </a:lnTo>
                  <a:lnTo>
                    <a:pt x="1748495" y="1925978"/>
                  </a:lnTo>
                  <a:lnTo>
                    <a:pt x="1749340" y="1893591"/>
                  </a:lnTo>
                  <a:lnTo>
                    <a:pt x="1750185" y="1905822"/>
                  </a:lnTo>
                  <a:lnTo>
                    <a:pt x="1751030" y="1920664"/>
                  </a:lnTo>
                  <a:lnTo>
                    <a:pt x="1751875" y="1891331"/>
                  </a:lnTo>
                  <a:lnTo>
                    <a:pt x="1752721" y="1887902"/>
                  </a:lnTo>
                  <a:lnTo>
                    <a:pt x="1753566" y="1937622"/>
                  </a:lnTo>
                  <a:lnTo>
                    <a:pt x="1754411" y="1969616"/>
                  </a:lnTo>
                  <a:lnTo>
                    <a:pt x="1755256" y="1972211"/>
                  </a:lnTo>
                  <a:lnTo>
                    <a:pt x="1756101" y="1980380"/>
                  </a:lnTo>
                  <a:lnTo>
                    <a:pt x="1756946" y="1999769"/>
                  </a:lnTo>
                  <a:lnTo>
                    <a:pt x="1757791" y="2005535"/>
                  </a:lnTo>
                  <a:lnTo>
                    <a:pt x="1758636" y="1961415"/>
                  </a:lnTo>
                  <a:lnTo>
                    <a:pt x="1759481" y="1894493"/>
                  </a:lnTo>
                  <a:lnTo>
                    <a:pt x="1760326" y="1862458"/>
                  </a:lnTo>
                  <a:lnTo>
                    <a:pt x="1761171" y="1815576"/>
                  </a:lnTo>
                  <a:lnTo>
                    <a:pt x="1762017" y="1752889"/>
                  </a:lnTo>
                  <a:lnTo>
                    <a:pt x="1762862" y="1711357"/>
                  </a:lnTo>
                  <a:lnTo>
                    <a:pt x="1763707" y="1693867"/>
                  </a:lnTo>
                  <a:lnTo>
                    <a:pt x="1764552" y="1726108"/>
                  </a:lnTo>
                  <a:lnTo>
                    <a:pt x="1765397" y="1727214"/>
                  </a:lnTo>
                  <a:lnTo>
                    <a:pt x="1766242" y="1713765"/>
                  </a:lnTo>
                  <a:lnTo>
                    <a:pt x="1767087" y="1777591"/>
                  </a:lnTo>
                  <a:lnTo>
                    <a:pt x="1767932" y="1843512"/>
                  </a:lnTo>
                  <a:lnTo>
                    <a:pt x="1768777" y="1844660"/>
                  </a:lnTo>
                  <a:lnTo>
                    <a:pt x="1769622" y="1811748"/>
                  </a:lnTo>
                  <a:lnTo>
                    <a:pt x="1770468" y="1812916"/>
                  </a:lnTo>
                  <a:lnTo>
                    <a:pt x="1771313" y="1869493"/>
                  </a:lnTo>
                  <a:lnTo>
                    <a:pt x="1772158" y="1887367"/>
                  </a:lnTo>
                  <a:lnTo>
                    <a:pt x="1773003" y="1882894"/>
                  </a:lnTo>
                  <a:lnTo>
                    <a:pt x="1773848" y="1916120"/>
                  </a:lnTo>
                  <a:lnTo>
                    <a:pt x="1774693" y="1953947"/>
                  </a:lnTo>
                  <a:lnTo>
                    <a:pt x="1775538" y="1961463"/>
                  </a:lnTo>
                  <a:lnTo>
                    <a:pt x="1776383" y="1939095"/>
                  </a:lnTo>
                  <a:lnTo>
                    <a:pt x="1777228" y="1932444"/>
                  </a:lnTo>
                  <a:lnTo>
                    <a:pt x="1778073" y="1958020"/>
                  </a:lnTo>
                  <a:lnTo>
                    <a:pt x="1778918" y="1970280"/>
                  </a:lnTo>
                  <a:lnTo>
                    <a:pt x="1779764" y="1950410"/>
                  </a:lnTo>
                  <a:lnTo>
                    <a:pt x="1780609" y="1953454"/>
                  </a:lnTo>
                  <a:lnTo>
                    <a:pt x="1781454" y="1968888"/>
                  </a:lnTo>
                  <a:lnTo>
                    <a:pt x="1782299" y="1968394"/>
                  </a:lnTo>
                  <a:lnTo>
                    <a:pt x="1783144" y="1951609"/>
                  </a:lnTo>
                  <a:lnTo>
                    <a:pt x="1783989" y="1927441"/>
                  </a:lnTo>
                  <a:lnTo>
                    <a:pt x="1784834" y="1919176"/>
                  </a:lnTo>
                  <a:lnTo>
                    <a:pt x="1785679" y="1909977"/>
                  </a:lnTo>
                  <a:lnTo>
                    <a:pt x="1786524" y="1893440"/>
                  </a:lnTo>
                  <a:lnTo>
                    <a:pt x="1787369" y="1852900"/>
                  </a:lnTo>
                  <a:lnTo>
                    <a:pt x="1788214" y="1854844"/>
                  </a:lnTo>
                  <a:lnTo>
                    <a:pt x="1789060" y="1892708"/>
                  </a:lnTo>
                  <a:lnTo>
                    <a:pt x="1789905" y="1954057"/>
                  </a:lnTo>
                  <a:lnTo>
                    <a:pt x="1790750" y="1991736"/>
                  </a:lnTo>
                  <a:lnTo>
                    <a:pt x="1791595" y="2020223"/>
                  </a:lnTo>
                  <a:lnTo>
                    <a:pt x="1792440" y="2063348"/>
                  </a:lnTo>
                  <a:lnTo>
                    <a:pt x="1793285" y="2039327"/>
                  </a:lnTo>
                  <a:lnTo>
                    <a:pt x="1794130" y="2001237"/>
                  </a:lnTo>
                  <a:lnTo>
                    <a:pt x="1794975" y="2008235"/>
                  </a:lnTo>
                  <a:lnTo>
                    <a:pt x="1795820" y="2025777"/>
                  </a:lnTo>
                  <a:lnTo>
                    <a:pt x="1796665" y="2014625"/>
                  </a:lnTo>
                  <a:lnTo>
                    <a:pt x="1797510" y="2000311"/>
                  </a:lnTo>
                  <a:lnTo>
                    <a:pt x="1798356" y="1991425"/>
                  </a:lnTo>
                  <a:lnTo>
                    <a:pt x="1799201" y="2012258"/>
                  </a:lnTo>
                  <a:lnTo>
                    <a:pt x="1800046" y="1970788"/>
                  </a:lnTo>
                  <a:lnTo>
                    <a:pt x="1800891" y="1948191"/>
                  </a:lnTo>
                  <a:lnTo>
                    <a:pt x="1801736" y="1941555"/>
                  </a:lnTo>
                  <a:lnTo>
                    <a:pt x="1802581" y="1924206"/>
                  </a:lnTo>
                  <a:lnTo>
                    <a:pt x="1803426" y="1939376"/>
                  </a:lnTo>
                  <a:lnTo>
                    <a:pt x="1804271" y="1951832"/>
                  </a:lnTo>
                  <a:lnTo>
                    <a:pt x="1805116" y="1968777"/>
                  </a:lnTo>
                  <a:lnTo>
                    <a:pt x="1805961" y="1948798"/>
                  </a:lnTo>
                  <a:lnTo>
                    <a:pt x="1806806" y="1972487"/>
                  </a:lnTo>
                  <a:lnTo>
                    <a:pt x="1807652" y="1971422"/>
                  </a:lnTo>
                  <a:lnTo>
                    <a:pt x="1808497" y="1932038"/>
                  </a:lnTo>
                  <a:lnTo>
                    <a:pt x="1809342" y="1917198"/>
                  </a:lnTo>
                  <a:lnTo>
                    <a:pt x="1810187" y="1893399"/>
                  </a:lnTo>
                  <a:lnTo>
                    <a:pt x="1811032" y="1880555"/>
                  </a:lnTo>
                  <a:lnTo>
                    <a:pt x="1811877" y="1831357"/>
                  </a:lnTo>
                  <a:lnTo>
                    <a:pt x="1812722" y="1839840"/>
                  </a:lnTo>
                  <a:lnTo>
                    <a:pt x="1813567" y="1850231"/>
                  </a:lnTo>
                  <a:lnTo>
                    <a:pt x="1814412" y="1837297"/>
                  </a:lnTo>
                  <a:lnTo>
                    <a:pt x="1815257" y="1871468"/>
                  </a:lnTo>
                  <a:lnTo>
                    <a:pt x="1816102" y="1873760"/>
                  </a:lnTo>
                  <a:lnTo>
                    <a:pt x="1816948" y="1864863"/>
                  </a:lnTo>
                  <a:lnTo>
                    <a:pt x="1817793" y="1818393"/>
                  </a:lnTo>
                  <a:lnTo>
                    <a:pt x="1818638" y="1797247"/>
                  </a:lnTo>
                  <a:lnTo>
                    <a:pt x="1819483" y="1779170"/>
                  </a:lnTo>
                  <a:lnTo>
                    <a:pt x="1820328" y="1702770"/>
                  </a:lnTo>
                  <a:lnTo>
                    <a:pt x="1821173" y="1664894"/>
                  </a:lnTo>
                  <a:lnTo>
                    <a:pt x="1822018" y="1702966"/>
                  </a:lnTo>
                  <a:lnTo>
                    <a:pt x="1822863" y="1760923"/>
                  </a:lnTo>
                  <a:lnTo>
                    <a:pt x="1823708" y="1801587"/>
                  </a:lnTo>
                  <a:lnTo>
                    <a:pt x="1824553" y="1827849"/>
                  </a:lnTo>
                  <a:lnTo>
                    <a:pt x="1825398" y="1899870"/>
                  </a:lnTo>
                  <a:lnTo>
                    <a:pt x="1826244" y="1983381"/>
                  </a:lnTo>
                  <a:lnTo>
                    <a:pt x="1827089" y="1981673"/>
                  </a:lnTo>
                  <a:lnTo>
                    <a:pt x="1827934" y="1944784"/>
                  </a:lnTo>
                  <a:lnTo>
                    <a:pt x="1828779" y="1869048"/>
                  </a:lnTo>
                  <a:lnTo>
                    <a:pt x="1829624" y="1832110"/>
                  </a:lnTo>
                  <a:lnTo>
                    <a:pt x="1830469" y="1797695"/>
                  </a:lnTo>
                  <a:lnTo>
                    <a:pt x="1831314" y="1723686"/>
                  </a:lnTo>
                  <a:lnTo>
                    <a:pt x="1832159" y="1639414"/>
                  </a:lnTo>
                  <a:lnTo>
                    <a:pt x="1833004" y="1635984"/>
                  </a:lnTo>
                  <a:lnTo>
                    <a:pt x="1833849" y="1718917"/>
                  </a:lnTo>
                  <a:lnTo>
                    <a:pt x="1834695" y="1774095"/>
                  </a:lnTo>
                  <a:lnTo>
                    <a:pt x="1835540" y="1776312"/>
                  </a:lnTo>
                  <a:lnTo>
                    <a:pt x="1836385" y="1742516"/>
                  </a:lnTo>
                  <a:lnTo>
                    <a:pt x="1837230" y="1722228"/>
                  </a:lnTo>
                  <a:lnTo>
                    <a:pt x="1838075" y="1728229"/>
                  </a:lnTo>
                  <a:lnTo>
                    <a:pt x="1838920" y="1748768"/>
                  </a:lnTo>
                  <a:lnTo>
                    <a:pt x="1839765" y="1772744"/>
                  </a:lnTo>
                  <a:lnTo>
                    <a:pt x="1840610" y="1827019"/>
                  </a:lnTo>
                  <a:lnTo>
                    <a:pt x="1841455" y="1879472"/>
                  </a:lnTo>
                  <a:lnTo>
                    <a:pt x="1842300" y="1927896"/>
                  </a:lnTo>
                  <a:lnTo>
                    <a:pt x="1843145" y="1890032"/>
                  </a:lnTo>
                  <a:lnTo>
                    <a:pt x="1843991" y="1832604"/>
                  </a:lnTo>
                  <a:lnTo>
                    <a:pt x="1844836" y="1771723"/>
                  </a:lnTo>
                  <a:lnTo>
                    <a:pt x="1845681" y="1692964"/>
                  </a:lnTo>
                  <a:lnTo>
                    <a:pt x="1846526" y="1660747"/>
                  </a:lnTo>
                  <a:lnTo>
                    <a:pt x="1847371" y="1651132"/>
                  </a:lnTo>
                  <a:lnTo>
                    <a:pt x="1848216" y="1677435"/>
                  </a:lnTo>
                  <a:lnTo>
                    <a:pt x="1849061" y="1712833"/>
                  </a:lnTo>
                  <a:lnTo>
                    <a:pt x="1849906" y="1695032"/>
                  </a:lnTo>
                  <a:lnTo>
                    <a:pt x="1850751" y="1668574"/>
                  </a:lnTo>
                  <a:lnTo>
                    <a:pt x="1851596" y="1662404"/>
                  </a:lnTo>
                  <a:lnTo>
                    <a:pt x="1852441" y="1734707"/>
                  </a:lnTo>
                  <a:lnTo>
                    <a:pt x="1853287" y="1766363"/>
                  </a:lnTo>
                  <a:lnTo>
                    <a:pt x="1854132" y="1718598"/>
                  </a:lnTo>
                  <a:lnTo>
                    <a:pt x="1854977" y="1655072"/>
                  </a:lnTo>
                  <a:lnTo>
                    <a:pt x="1855822" y="1651133"/>
                  </a:lnTo>
                  <a:lnTo>
                    <a:pt x="1856667" y="1679662"/>
                  </a:lnTo>
                  <a:lnTo>
                    <a:pt x="1857512" y="1682453"/>
                  </a:lnTo>
                  <a:lnTo>
                    <a:pt x="1858357" y="1665340"/>
                  </a:lnTo>
                  <a:lnTo>
                    <a:pt x="1859202" y="1621978"/>
                  </a:lnTo>
                  <a:lnTo>
                    <a:pt x="1860047" y="1653684"/>
                  </a:lnTo>
                  <a:lnTo>
                    <a:pt x="1860892" y="1680965"/>
                  </a:lnTo>
                  <a:lnTo>
                    <a:pt x="1861737" y="1654177"/>
                  </a:lnTo>
                  <a:lnTo>
                    <a:pt x="1862583" y="1583269"/>
                  </a:lnTo>
                  <a:lnTo>
                    <a:pt x="1863428" y="1593880"/>
                  </a:lnTo>
                  <a:lnTo>
                    <a:pt x="1864273" y="1708262"/>
                  </a:lnTo>
                  <a:lnTo>
                    <a:pt x="1865118" y="1780741"/>
                  </a:lnTo>
                  <a:lnTo>
                    <a:pt x="1865963" y="1794455"/>
                  </a:lnTo>
                  <a:lnTo>
                    <a:pt x="1866808" y="1840578"/>
                  </a:lnTo>
                  <a:lnTo>
                    <a:pt x="1867653" y="1866403"/>
                  </a:lnTo>
                  <a:lnTo>
                    <a:pt x="1868498" y="1881941"/>
                  </a:lnTo>
                  <a:lnTo>
                    <a:pt x="1869343" y="1889870"/>
                  </a:lnTo>
                  <a:lnTo>
                    <a:pt x="1870188" y="1910069"/>
                  </a:lnTo>
                  <a:lnTo>
                    <a:pt x="1871033" y="1967690"/>
                  </a:lnTo>
                  <a:lnTo>
                    <a:pt x="1871879" y="1979667"/>
                  </a:lnTo>
                  <a:lnTo>
                    <a:pt x="1872724" y="2002908"/>
                  </a:lnTo>
                  <a:lnTo>
                    <a:pt x="1873569" y="2022245"/>
                  </a:lnTo>
                  <a:lnTo>
                    <a:pt x="1874414" y="1968979"/>
                  </a:lnTo>
                  <a:lnTo>
                    <a:pt x="1875259" y="1923025"/>
                  </a:lnTo>
                  <a:lnTo>
                    <a:pt x="1876104" y="1914834"/>
                  </a:lnTo>
                  <a:lnTo>
                    <a:pt x="1876949" y="1938682"/>
                  </a:lnTo>
                  <a:lnTo>
                    <a:pt x="1877794" y="1967006"/>
                  </a:lnTo>
                  <a:lnTo>
                    <a:pt x="1878639" y="1968328"/>
                  </a:lnTo>
                  <a:lnTo>
                    <a:pt x="1879484" y="1971544"/>
                  </a:lnTo>
                  <a:lnTo>
                    <a:pt x="1880329" y="1931476"/>
                  </a:lnTo>
                  <a:lnTo>
                    <a:pt x="1881175" y="1854446"/>
                  </a:lnTo>
                  <a:lnTo>
                    <a:pt x="1882020" y="1754582"/>
                  </a:lnTo>
                  <a:lnTo>
                    <a:pt x="1882865" y="1643575"/>
                  </a:lnTo>
                  <a:lnTo>
                    <a:pt x="1883710" y="1532275"/>
                  </a:lnTo>
                  <a:lnTo>
                    <a:pt x="1884555" y="1469417"/>
                  </a:lnTo>
                  <a:lnTo>
                    <a:pt x="1885400" y="1470744"/>
                  </a:lnTo>
                  <a:lnTo>
                    <a:pt x="1886245" y="1437932"/>
                  </a:lnTo>
                  <a:lnTo>
                    <a:pt x="1887090" y="1436732"/>
                  </a:lnTo>
                  <a:lnTo>
                    <a:pt x="1887935" y="1455331"/>
                  </a:lnTo>
                  <a:lnTo>
                    <a:pt x="1888780" y="1490154"/>
                  </a:lnTo>
                  <a:lnTo>
                    <a:pt x="1889625" y="1503150"/>
                  </a:lnTo>
                  <a:lnTo>
                    <a:pt x="1890471" y="1499470"/>
                  </a:lnTo>
                  <a:lnTo>
                    <a:pt x="1891316" y="1602827"/>
                  </a:lnTo>
                  <a:lnTo>
                    <a:pt x="1892161" y="1703893"/>
                  </a:lnTo>
                  <a:lnTo>
                    <a:pt x="1893006" y="1796301"/>
                  </a:lnTo>
                  <a:lnTo>
                    <a:pt x="1893851" y="1869698"/>
                  </a:lnTo>
                  <a:lnTo>
                    <a:pt x="1894696" y="1935845"/>
                  </a:lnTo>
                  <a:lnTo>
                    <a:pt x="1895541" y="2001963"/>
                  </a:lnTo>
                  <a:lnTo>
                    <a:pt x="1896386" y="2012164"/>
                  </a:lnTo>
                  <a:lnTo>
                    <a:pt x="1897231" y="1980247"/>
                  </a:lnTo>
                  <a:lnTo>
                    <a:pt x="1898076" y="1914522"/>
                  </a:lnTo>
                  <a:lnTo>
                    <a:pt x="1898922" y="1855143"/>
                  </a:lnTo>
                  <a:lnTo>
                    <a:pt x="1899767" y="1755010"/>
                  </a:lnTo>
                  <a:lnTo>
                    <a:pt x="1900612" y="1616998"/>
                  </a:lnTo>
                  <a:lnTo>
                    <a:pt x="1901457" y="1470538"/>
                  </a:lnTo>
                  <a:lnTo>
                    <a:pt x="1902302" y="1384560"/>
                  </a:lnTo>
                  <a:lnTo>
                    <a:pt x="1903147" y="1328207"/>
                  </a:lnTo>
                  <a:lnTo>
                    <a:pt x="1903992" y="1249745"/>
                  </a:lnTo>
                  <a:lnTo>
                    <a:pt x="1904837" y="1206469"/>
                  </a:lnTo>
                  <a:lnTo>
                    <a:pt x="1905682" y="1172810"/>
                  </a:lnTo>
                  <a:lnTo>
                    <a:pt x="1906527" y="1135233"/>
                  </a:lnTo>
                  <a:lnTo>
                    <a:pt x="1907372" y="1126410"/>
                  </a:lnTo>
                  <a:lnTo>
                    <a:pt x="1908218" y="1176141"/>
                  </a:lnTo>
                  <a:lnTo>
                    <a:pt x="1909063" y="1242213"/>
                  </a:lnTo>
                  <a:lnTo>
                    <a:pt x="1909908" y="1325515"/>
                  </a:lnTo>
                  <a:lnTo>
                    <a:pt x="1910753" y="1337264"/>
                  </a:lnTo>
                  <a:lnTo>
                    <a:pt x="1911598" y="1322448"/>
                  </a:lnTo>
                  <a:lnTo>
                    <a:pt x="1912443" y="1290452"/>
                  </a:lnTo>
                  <a:lnTo>
                    <a:pt x="1913288" y="1272559"/>
                  </a:lnTo>
                  <a:lnTo>
                    <a:pt x="1914133" y="1201693"/>
                  </a:lnTo>
                  <a:lnTo>
                    <a:pt x="1914978" y="1115374"/>
                  </a:lnTo>
                  <a:lnTo>
                    <a:pt x="1915823" y="1162258"/>
                  </a:lnTo>
                  <a:lnTo>
                    <a:pt x="1916668" y="1195584"/>
                  </a:lnTo>
                  <a:lnTo>
                    <a:pt x="1917514" y="1153748"/>
                  </a:lnTo>
                  <a:lnTo>
                    <a:pt x="1918359" y="1018403"/>
                  </a:lnTo>
                  <a:lnTo>
                    <a:pt x="1919204" y="983366"/>
                  </a:lnTo>
                  <a:lnTo>
                    <a:pt x="1920049" y="981938"/>
                  </a:lnTo>
                  <a:lnTo>
                    <a:pt x="1920894" y="872958"/>
                  </a:lnTo>
                  <a:lnTo>
                    <a:pt x="1921739" y="822363"/>
                  </a:lnTo>
                  <a:lnTo>
                    <a:pt x="1922584" y="846629"/>
                  </a:lnTo>
                  <a:lnTo>
                    <a:pt x="1923429" y="870808"/>
                  </a:lnTo>
                  <a:lnTo>
                    <a:pt x="1924274" y="851155"/>
                  </a:lnTo>
                  <a:lnTo>
                    <a:pt x="1925119" y="850041"/>
                  </a:lnTo>
                  <a:lnTo>
                    <a:pt x="1925964" y="923117"/>
                  </a:lnTo>
                  <a:lnTo>
                    <a:pt x="1926810" y="981012"/>
                  </a:lnTo>
                  <a:lnTo>
                    <a:pt x="1927655" y="1012216"/>
                  </a:lnTo>
                  <a:lnTo>
                    <a:pt x="1928500" y="1126472"/>
                  </a:lnTo>
                  <a:lnTo>
                    <a:pt x="1929345" y="1236228"/>
                  </a:lnTo>
                  <a:lnTo>
                    <a:pt x="1930190" y="1317073"/>
                  </a:lnTo>
                  <a:lnTo>
                    <a:pt x="1931035" y="1466735"/>
                  </a:lnTo>
                  <a:lnTo>
                    <a:pt x="1931880" y="1575056"/>
                  </a:lnTo>
                  <a:lnTo>
                    <a:pt x="1932725" y="1645425"/>
                  </a:lnTo>
                  <a:lnTo>
                    <a:pt x="1933570" y="1634612"/>
                  </a:lnTo>
                  <a:lnTo>
                    <a:pt x="1934415" y="1614597"/>
                  </a:lnTo>
                  <a:lnTo>
                    <a:pt x="1935260" y="1591028"/>
                  </a:lnTo>
                  <a:lnTo>
                    <a:pt x="1936106" y="1500742"/>
                  </a:lnTo>
                  <a:lnTo>
                    <a:pt x="1936951" y="1436286"/>
                  </a:lnTo>
                  <a:lnTo>
                    <a:pt x="1937796" y="1387474"/>
                  </a:lnTo>
                  <a:lnTo>
                    <a:pt x="1938641" y="1324567"/>
                  </a:lnTo>
                  <a:lnTo>
                    <a:pt x="1939486" y="1278438"/>
                  </a:lnTo>
                  <a:lnTo>
                    <a:pt x="1940331" y="1205176"/>
                  </a:lnTo>
                  <a:lnTo>
                    <a:pt x="1941176" y="1137085"/>
                  </a:lnTo>
                  <a:lnTo>
                    <a:pt x="1942021" y="1049888"/>
                  </a:lnTo>
                  <a:lnTo>
                    <a:pt x="1942866" y="954598"/>
                  </a:lnTo>
                  <a:lnTo>
                    <a:pt x="1943711" y="900985"/>
                  </a:lnTo>
                  <a:lnTo>
                    <a:pt x="1944556" y="839198"/>
                  </a:lnTo>
                  <a:lnTo>
                    <a:pt x="1945402" y="822886"/>
                  </a:lnTo>
                  <a:lnTo>
                    <a:pt x="1946247" y="845426"/>
                  </a:lnTo>
                  <a:lnTo>
                    <a:pt x="1947092" y="925447"/>
                  </a:lnTo>
                  <a:lnTo>
                    <a:pt x="1947937" y="931004"/>
                  </a:lnTo>
                  <a:lnTo>
                    <a:pt x="1948782" y="902149"/>
                  </a:lnTo>
                  <a:lnTo>
                    <a:pt x="1949627" y="890789"/>
                  </a:lnTo>
                  <a:lnTo>
                    <a:pt x="1950472" y="861644"/>
                  </a:lnTo>
                  <a:lnTo>
                    <a:pt x="1951317" y="794300"/>
                  </a:lnTo>
                  <a:lnTo>
                    <a:pt x="1952162" y="707491"/>
                  </a:lnTo>
                  <a:lnTo>
                    <a:pt x="1953007" y="816657"/>
                  </a:lnTo>
                  <a:lnTo>
                    <a:pt x="1953853" y="865152"/>
                  </a:lnTo>
                  <a:lnTo>
                    <a:pt x="1954698" y="828954"/>
                  </a:lnTo>
                  <a:lnTo>
                    <a:pt x="1955543" y="826007"/>
                  </a:lnTo>
                  <a:lnTo>
                    <a:pt x="1956388" y="799041"/>
                  </a:lnTo>
                  <a:lnTo>
                    <a:pt x="1957233" y="769998"/>
                  </a:lnTo>
                  <a:lnTo>
                    <a:pt x="1958078" y="727822"/>
                  </a:lnTo>
                  <a:lnTo>
                    <a:pt x="1958923" y="763667"/>
                  </a:lnTo>
                  <a:lnTo>
                    <a:pt x="1959768" y="826678"/>
                  </a:lnTo>
                  <a:lnTo>
                    <a:pt x="1960613" y="834995"/>
                  </a:lnTo>
                  <a:lnTo>
                    <a:pt x="1961458" y="821866"/>
                  </a:lnTo>
                  <a:lnTo>
                    <a:pt x="1962303" y="804364"/>
                  </a:lnTo>
                  <a:lnTo>
                    <a:pt x="1963149" y="690994"/>
                  </a:lnTo>
                  <a:lnTo>
                    <a:pt x="1963994" y="585956"/>
                  </a:lnTo>
                  <a:lnTo>
                    <a:pt x="1964839" y="555205"/>
                  </a:lnTo>
                  <a:lnTo>
                    <a:pt x="1965684" y="579420"/>
                  </a:lnTo>
                  <a:lnTo>
                    <a:pt x="1966529" y="631727"/>
                  </a:lnTo>
                  <a:lnTo>
                    <a:pt x="1967374" y="642582"/>
                  </a:lnTo>
                  <a:lnTo>
                    <a:pt x="1968219" y="609333"/>
                  </a:lnTo>
                  <a:lnTo>
                    <a:pt x="1969064" y="600738"/>
                  </a:lnTo>
                  <a:lnTo>
                    <a:pt x="1969909" y="637811"/>
                  </a:lnTo>
                  <a:lnTo>
                    <a:pt x="1970754" y="655088"/>
                  </a:lnTo>
                  <a:lnTo>
                    <a:pt x="1971599" y="660212"/>
                  </a:lnTo>
                  <a:lnTo>
                    <a:pt x="1972445" y="663111"/>
                  </a:lnTo>
                  <a:lnTo>
                    <a:pt x="1973290" y="706573"/>
                  </a:lnTo>
                  <a:lnTo>
                    <a:pt x="1974135" y="738247"/>
                  </a:lnTo>
                  <a:lnTo>
                    <a:pt x="1974980" y="664007"/>
                  </a:lnTo>
                  <a:lnTo>
                    <a:pt x="1975825" y="535161"/>
                  </a:lnTo>
                  <a:lnTo>
                    <a:pt x="1976670" y="433914"/>
                  </a:lnTo>
                  <a:lnTo>
                    <a:pt x="1977515" y="411174"/>
                  </a:lnTo>
                  <a:lnTo>
                    <a:pt x="1978360" y="450482"/>
                  </a:lnTo>
                  <a:lnTo>
                    <a:pt x="1979205" y="434060"/>
                  </a:lnTo>
                  <a:lnTo>
                    <a:pt x="1980050" y="411259"/>
                  </a:lnTo>
                  <a:lnTo>
                    <a:pt x="1980895" y="488665"/>
                  </a:lnTo>
                  <a:lnTo>
                    <a:pt x="1981741" y="564137"/>
                  </a:lnTo>
                  <a:lnTo>
                    <a:pt x="1982586" y="628372"/>
                  </a:lnTo>
                  <a:lnTo>
                    <a:pt x="1983431" y="658692"/>
                  </a:lnTo>
                  <a:lnTo>
                    <a:pt x="1984276" y="684877"/>
                  </a:lnTo>
                  <a:lnTo>
                    <a:pt x="1985121" y="728098"/>
                  </a:lnTo>
                  <a:lnTo>
                    <a:pt x="1985966" y="685855"/>
                  </a:lnTo>
                  <a:lnTo>
                    <a:pt x="1986811" y="589633"/>
                  </a:lnTo>
                  <a:lnTo>
                    <a:pt x="1987656" y="496530"/>
                  </a:lnTo>
                  <a:lnTo>
                    <a:pt x="1988501" y="383201"/>
                  </a:lnTo>
                  <a:lnTo>
                    <a:pt x="1989346" y="325187"/>
                  </a:lnTo>
                  <a:lnTo>
                    <a:pt x="1990191" y="294064"/>
                  </a:lnTo>
                  <a:lnTo>
                    <a:pt x="1991037" y="314144"/>
                  </a:lnTo>
                  <a:lnTo>
                    <a:pt x="1991882" y="429601"/>
                  </a:lnTo>
                  <a:lnTo>
                    <a:pt x="1992727" y="530771"/>
                  </a:lnTo>
                  <a:lnTo>
                    <a:pt x="1993572" y="592513"/>
                  </a:lnTo>
                  <a:lnTo>
                    <a:pt x="1994417" y="655626"/>
                  </a:lnTo>
                  <a:lnTo>
                    <a:pt x="1995262" y="730989"/>
                  </a:lnTo>
                  <a:lnTo>
                    <a:pt x="1996107" y="783057"/>
                  </a:lnTo>
                  <a:lnTo>
                    <a:pt x="1996952" y="825517"/>
                  </a:lnTo>
                  <a:lnTo>
                    <a:pt x="1997797" y="878277"/>
                  </a:lnTo>
                  <a:lnTo>
                    <a:pt x="1998642" y="913838"/>
                  </a:lnTo>
                  <a:lnTo>
                    <a:pt x="1999487" y="893069"/>
                  </a:lnTo>
                  <a:lnTo>
                    <a:pt x="2000333" y="845152"/>
                  </a:lnTo>
                  <a:lnTo>
                    <a:pt x="2001178" y="823737"/>
                  </a:lnTo>
                  <a:lnTo>
                    <a:pt x="2002023" y="782456"/>
                  </a:lnTo>
                  <a:lnTo>
                    <a:pt x="2002868" y="706581"/>
                  </a:lnTo>
                  <a:lnTo>
                    <a:pt x="2003713" y="655339"/>
                  </a:lnTo>
                  <a:lnTo>
                    <a:pt x="2004558" y="669397"/>
                  </a:lnTo>
                  <a:lnTo>
                    <a:pt x="2005403" y="757634"/>
                  </a:lnTo>
                  <a:lnTo>
                    <a:pt x="2006248" y="795838"/>
                  </a:lnTo>
                  <a:lnTo>
                    <a:pt x="2007093" y="823796"/>
                  </a:lnTo>
                  <a:lnTo>
                    <a:pt x="2007938" y="902214"/>
                  </a:lnTo>
                  <a:lnTo>
                    <a:pt x="2008783" y="1012925"/>
                  </a:lnTo>
                  <a:lnTo>
                    <a:pt x="2009629" y="1121134"/>
                  </a:lnTo>
                  <a:lnTo>
                    <a:pt x="2010474" y="1115375"/>
                  </a:lnTo>
                  <a:lnTo>
                    <a:pt x="2011319" y="1064274"/>
                  </a:lnTo>
                  <a:lnTo>
                    <a:pt x="2012164" y="1053304"/>
                  </a:lnTo>
                  <a:lnTo>
                    <a:pt x="2013009" y="976162"/>
                  </a:lnTo>
                  <a:lnTo>
                    <a:pt x="2013854" y="911971"/>
                  </a:lnTo>
                  <a:lnTo>
                    <a:pt x="2014699" y="850198"/>
                  </a:lnTo>
                  <a:lnTo>
                    <a:pt x="2015544" y="796441"/>
                  </a:lnTo>
                  <a:lnTo>
                    <a:pt x="2016389" y="806064"/>
                  </a:lnTo>
                  <a:lnTo>
                    <a:pt x="2017234" y="767693"/>
                  </a:lnTo>
                  <a:lnTo>
                    <a:pt x="2018080" y="791243"/>
                  </a:lnTo>
                  <a:lnTo>
                    <a:pt x="2018925" y="850870"/>
                  </a:lnTo>
                  <a:lnTo>
                    <a:pt x="2019770" y="862991"/>
                  </a:lnTo>
                  <a:lnTo>
                    <a:pt x="2020615" y="892819"/>
                  </a:lnTo>
                  <a:lnTo>
                    <a:pt x="2021460" y="937676"/>
                  </a:lnTo>
                  <a:lnTo>
                    <a:pt x="2022305" y="1034417"/>
                  </a:lnTo>
                  <a:lnTo>
                    <a:pt x="2023150" y="1036124"/>
                  </a:lnTo>
                  <a:lnTo>
                    <a:pt x="2023995" y="985508"/>
                  </a:lnTo>
                  <a:lnTo>
                    <a:pt x="2024840" y="1014476"/>
                  </a:lnTo>
                  <a:lnTo>
                    <a:pt x="2025685" y="1024963"/>
                  </a:lnTo>
                  <a:lnTo>
                    <a:pt x="2026530" y="1047310"/>
                  </a:lnTo>
                  <a:lnTo>
                    <a:pt x="2027376" y="1090535"/>
                  </a:lnTo>
                  <a:lnTo>
                    <a:pt x="2028221" y="1218432"/>
                  </a:lnTo>
                  <a:lnTo>
                    <a:pt x="2029066" y="1293468"/>
                  </a:lnTo>
                  <a:lnTo>
                    <a:pt x="2029911" y="1317897"/>
                  </a:lnTo>
                  <a:lnTo>
                    <a:pt x="2030756" y="1425987"/>
                  </a:lnTo>
                  <a:lnTo>
                    <a:pt x="2031601" y="1532549"/>
                  </a:lnTo>
                  <a:lnTo>
                    <a:pt x="2032446" y="1561306"/>
                  </a:lnTo>
                  <a:lnTo>
                    <a:pt x="2033291" y="1565014"/>
                  </a:lnTo>
                  <a:lnTo>
                    <a:pt x="2034136" y="1609208"/>
                  </a:lnTo>
                  <a:lnTo>
                    <a:pt x="2034981" y="1655340"/>
                  </a:lnTo>
                  <a:lnTo>
                    <a:pt x="2035826" y="1685355"/>
                  </a:lnTo>
                  <a:lnTo>
                    <a:pt x="2036672" y="1706518"/>
                  </a:lnTo>
                  <a:lnTo>
                    <a:pt x="2037517" y="1711601"/>
                  </a:lnTo>
                  <a:lnTo>
                    <a:pt x="2038362" y="1690187"/>
                  </a:lnTo>
                  <a:lnTo>
                    <a:pt x="2039207" y="1687923"/>
                  </a:lnTo>
                  <a:lnTo>
                    <a:pt x="2040052" y="1746383"/>
                  </a:lnTo>
                  <a:lnTo>
                    <a:pt x="2040897" y="1769352"/>
                  </a:lnTo>
                  <a:lnTo>
                    <a:pt x="2041742" y="1762752"/>
                  </a:lnTo>
                  <a:lnTo>
                    <a:pt x="2042587" y="1795368"/>
                  </a:lnTo>
                  <a:lnTo>
                    <a:pt x="2043432" y="1843125"/>
                  </a:lnTo>
                  <a:lnTo>
                    <a:pt x="2044277" y="1854676"/>
                  </a:lnTo>
                  <a:lnTo>
                    <a:pt x="2045122" y="1831866"/>
                  </a:lnTo>
                  <a:lnTo>
                    <a:pt x="2045968" y="1836214"/>
                  </a:lnTo>
                  <a:lnTo>
                    <a:pt x="2046813" y="1887761"/>
                  </a:lnTo>
                  <a:lnTo>
                    <a:pt x="2047658" y="1937231"/>
                  </a:lnTo>
                  <a:lnTo>
                    <a:pt x="2048503" y="1977163"/>
                  </a:lnTo>
                  <a:lnTo>
                    <a:pt x="2049348" y="1997383"/>
                  </a:lnTo>
                  <a:lnTo>
                    <a:pt x="2050193" y="1971736"/>
                  </a:lnTo>
                  <a:lnTo>
                    <a:pt x="2051038" y="1927252"/>
                  </a:lnTo>
                  <a:lnTo>
                    <a:pt x="2051883" y="1879244"/>
                  </a:lnTo>
                  <a:lnTo>
                    <a:pt x="2052728" y="1824309"/>
                  </a:lnTo>
                  <a:lnTo>
                    <a:pt x="2053573" y="1771258"/>
                  </a:lnTo>
                  <a:lnTo>
                    <a:pt x="2054418" y="1784460"/>
                  </a:lnTo>
                  <a:lnTo>
                    <a:pt x="2055264" y="1851031"/>
                  </a:lnTo>
                  <a:lnTo>
                    <a:pt x="2056109" y="1919163"/>
                  </a:lnTo>
                  <a:lnTo>
                    <a:pt x="2056954" y="1950698"/>
                  </a:lnTo>
                  <a:lnTo>
                    <a:pt x="2057799" y="1972389"/>
                  </a:lnTo>
                  <a:lnTo>
                    <a:pt x="2058644" y="2020197"/>
                  </a:lnTo>
                  <a:lnTo>
                    <a:pt x="2059489" y="2049793"/>
                  </a:lnTo>
                  <a:lnTo>
                    <a:pt x="2060334" y="2047936"/>
                  </a:lnTo>
                  <a:lnTo>
                    <a:pt x="2061179" y="2045978"/>
                  </a:lnTo>
                  <a:lnTo>
                    <a:pt x="2062024" y="2058281"/>
                  </a:lnTo>
                  <a:lnTo>
                    <a:pt x="2062869" y="2062929"/>
                  </a:lnTo>
                  <a:lnTo>
                    <a:pt x="2063714" y="2015130"/>
                  </a:lnTo>
                  <a:lnTo>
                    <a:pt x="2064560" y="1940456"/>
                  </a:lnTo>
                  <a:lnTo>
                    <a:pt x="2065405" y="1854859"/>
                  </a:lnTo>
                  <a:lnTo>
                    <a:pt x="2066250" y="1788016"/>
                  </a:lnTo>
                  <a:lnTo>
                    <a:pt x="2067095" y="1695195"/>
                  </a:lnTo>
                  <a:lnTo>
                    <a:pt x="2067940" y="1615227"/>
                  </a:lnTo>
                  <a:lnTo>
                    <a:pt x="2068785" y="1626537"/>
                  </a:lnTo>
                  <a:lnTo>
                    <a:pt x="2069630" y="1637141"/>
                  </a:lnTo>
                  <a:lnTo>
                    <a:pt x="2070475" y="1657978"/>
                  </a:lnTo>
                  <a:lnTo>
                    <a:pt x="2071320" y="1686573"/>
                  </a:lnTo>
                  <a:lnTo>
                    <a:pt x="2072165" y="1725211"/>
                  </a:lnTo>
                  <a:lnTo>
                    <a:pt x="2073010" y="1769940"/>
                  </a:lnTo>
                  <a:lnTo>
                    <a:pt x="2073856" y="1837093"/>
                  </a:lnTo>
                  <a:lnTo>
                    <a:pt x="2074701" y="1909978"/>
                  </a:lnTo>
                  <a:lnTo>
                    <a:pt x="2075546" y="1969993"/>
                  </a:lnTo>
                  <a:lnTo>
                    <a:pt x="2076391" y="1985044"/>
                  </a:lnTo>
                  <a:lnTo>
                    <a:pt x="2077236" y="2010712"/>
                  </a:lnTo>
                  <a:lnTo>
                    <a:pt x="2078081" y="2008199"/>
                  </a:lnTo>
                  <a:lnTo>
                    <a:pt x="2078926" y="1931765"/>
                  </a:lnTo>
                  <a:lnTo>
                    <a:pt x="2079771" y="1881856"/>
                  </a:lnTo>
                  <a:lnTo>
                    <a:pt x="2080616" y="1812381"/>
                  </a:lnTo>
                  <a:lnTo>
                    <a:pt x="2081461" y="1741239"/>
                  </a:lnTo>
                  <a:lnTo>
                    <a:pt x="2082307" y="1643985"/>
                  </a:lnTo>
                  <a:lnTo>
                    <a:pt x="2083152" y="1618857"/>
                  </a:lnTo>
                  <a:lnTo>
                    <a:pt x="2083997" y="1606234"/>
                  </a:lnTo>
                  <a:lnTo>
                    <a:pt x="2084842" y="1527520"/>
                  </a:lnTo>
                  <a:lnTo>
                    <a:pt x="2085687" y="1465689"/>
                  </a:lnTo>
                  <a:lnTo>
                    <a:pt x="2086532" y="1484737"/>
                  </a:lnTo>
                  <a:lnTo>
                    <a:pt x="2087377" y="1530654"/>
                  </a:lnTo>
                  <a:lnTo>
                    <a:pt x="2088222" y="1497448"/>
                  </a:lnTo>
                  <a:lnTo>
                    <a:pt x="2089067" y="1461952"/>
                  </a:lnTo>
                  <a:lnTo>
                    <a:pt x="2089912" y="1501675"/>
                  </a:lnTo>
                  <a:lnTo>
                    <a:pt x="2090757" y="1559779"/>
                  </a:lnTo>
                  <a:lnTo>
                    <a:pt x="2091603" y="1621109"/>
                  </a:lnTo>
                  <a:lnTo>
                    <a:pt x="2092448" y="1715866"/>
                  </a:lnTo>
                  <a:lnTo>
                    <a:pt x="2093293" y="1806211"/>
                  </a:lnTo>
                  <a:lnTo>
                    <a:pt x="2094138" y="1845502"/>
                  </a:lnTo>
                  <a:lnTo>
                    <a:pt x="2094983" y="1827027"/>
                  </a:lnTo>
                  <a:lnTo>
                    <a:pt x="2095828" y="1781179"/>
                  </a:lnTo>
                  <a:lnTo>
                    <a:pt x="2096673" y="1699731"/>
                  </a:lnTo>
                  <a:lnTo>
                    <a:pt x="2097518" y="1601332"/>
                  </a:lnTo>
                  <a:lnTo>
                    <a:pt x="2098363" y="1591159"/>
                  </a:lnTo>
                  <a:lnTo>
                    <a:pt x="2099208" y="1614586"/>
                  </a:lnTo>
                  <a:lnTo>
                    <a:pt x="2100053" y="1623855"/>
                  </a:lnTo>
                  <a:lnTo>
                    <a:pt x="2100899" y="1656925"/>
                  </a:lnTo>
                  <a:lnTo>
                    <a:pt x="2101744" y="1705484"/>
                  </a:lnTo>
                  <a:lnTo>
                    <a:pt x="2102589" y="1728602"/>
                  </a:lnTo>
                  <a:lnTo>
                    <a:pt x="2103434" y="1662943"/>
                  </a:lnTo>
                  <a:lnTo>
                    <a:pt x="2104279" y="1600964"/>
                  </a:lnTo>
                  <a:lnTo>
                    <a:pt x="2105124" y="1605198"/>
                  </a:lnTo>
                  <a:lnTo>
                    <a:pt x="2105969" y="1597401"/>
                  </a:lnTo>
                  <a:lnTo>
                    <a:pt x="2106814" y="1568262"/>
                  </a:lnTo>
                  <a:lnTo>
                    <a:pt x="2107659" y="1576335"/>
                  </a:lnTo>
                  <a:lnTo>
                    <a:pt x="2108504" y="1620131"/>
                  </a:lnTo>
                  <a:lnTo>
                    <a:pt x="2109349" y="1685901"/>
                  </a:lnTo>
                  <a:lnTo>
                    <a:pt x="2110195" y="1744399"/>
                  </a:lnTo>
                  <a:lnTo>
                    <a:pt x="2111040" y="1831195"/>
                  </a:lnTo>
                  <a:lnTo>
                    <a:pt x="2111885" y="1872715"/>
                  </a:lnTo>
                  <a:lnTo>
                    <a:pt x="2112730" y="1910939"/>
                  </a:lnTo>
                  <a:lnTo>
                    <a:pt x="2113575" y="1955544"/>
                  </a:lnTo>
                  <a:lnTo>
                    <a:pt x="2114420" y="1975922"/>
                  </a:lnTo>
                  <a:lnTo>
                    <a:pt x="2115265" y="1968007"/>
                  </a:lnTo>
                  <a:lnTo>
                    <a:pt x="2116110" y="1974329"/>
                  </a:lnTo>
                  <a:lnTo>
                    <a:pt x="2116955" y="1957093"/>
                  </a:lnTo>
                  <a:lnTo>
                    <a:pt x="2117800" y="1916969"/>
                  </a:lnTo>
                  <a:lnTo>
                    <a:pt x="2118645" y="1867010"/>
                  </a:lnTo>
                  <a:lnTo>
                    <a:pt x="2119491" y="1864177"/>
                  </a:lnTo>
                  <a:lnTo>
                    <a:pt x="2120336" y="1871085"/>
                  </a:lnTo>
                  <a:lnTo>
                    <a:pt x="2121181" y="1829886"/>
                  </a:lnTo>
                  <a:lnTo>
                    <a:pt x="2122026" y="1859008"/>
                  </a:lnTo>
                  <a:lnTo>
                    <a:pt x="2122871" y="1882527"/>
                  </a:lnTo>
                  <a:lnTo>
                    <a:pt x="2123716" y="1915449"/>
                  </a:lnTo>
                  <a:lnTo>
                    <a:pt x="2124561" y="1925286"/>
                  </a:lnTo>
                  <a:lnTo>
                    <a:pt x="2125406" y="1964306"/>
                  </a:lnTo>
                  <a:lnTo>
                    <a:pt x="2126251" y="2025114"/>
                  </a:lnTo>
                  <a:lnTo>
                    <a:pt x="2127096" y="2030069"/>
                  </a:lnTo>
                  <a:lnTo>
                    <a:pt x="2127941" y="2031654"/>
                  </a:lnTo>
                  <a:lnTo>
                    <a:pt x="2128787" y="2018229"/>
                  </a:lnTo>
                  <a:lnTo>
                    <a:pt x="2129632" y="2016818"/>
                  </a:lnTo>
                  <a:lnTo>
                    <a:pt x="2130477" y="2009843"/>
                  </a:lnTo>
                  <a:lnTo>
                    <a:pt x="2131322" y="1974592"/>
                  </a:lnTo>
                  <a:lnTo>
                    <a:pt x="2132167" y="1959868"/>
                  </a:lnTo>
                  <a:lnTo>
                    <a:pt x="2133012" y="1933827"/>
                  </a:lnTo>
                  <a:lnTo>
                    <a:pt x="2133857" y="1903929"/>
                  </a:lnTo>
                  <a:lnTo>
                    <a:pt x="2134702" y="1817948"/>
                  </a:lnTo>
                  <a:lnTo>
                    <a:pt x="2135547" y="1769046"/>
                  </a:lnTo>
                  <a:lnTo>
                    <a:pt x="2136392" y="1720127"/>
                  </a:lnTo>
                  <a:lnTo>
                    <a:pt x="2137237" y="1682956"/>
                  </a:lnTo>
                  <a:lnTo>
                    <a:pt x="2138083" y="1668121"/>
                  </a:lnTo>
                  <a:lnTo>
                    <a:pt x="2138928" y="1640689"/>
                  </a:lnTo>
                  <a:lnTo>
                    <a:pt x="2139773" y="1677078"/>
                  </a:lnTo>
                  <a:lnTo>
                    <a:pt x="2140618" y="1705838"/>
                  </a:lnTo>
                  <a:lnTo>
                    <a:pt x="2141463" y="1719065"/>
                  </a:lnTo>
                  <a:lnTo>
                    <a:pt x="2142308" y="1723939"/>
                  </a:lnTo>
                  <a:lnTo>
                    <a:pt x="2143153" y="1745685"/>
                  </a:lnTo>
                  <a:lnTo>
                    <a:pt x="2143998" y="1774077"/>
                  </a:lnTo>
                  <a:lnTo>
                    <a:pt x="2144843" y="1764933"/>
                  </a:lnTo>
                  <a:lnTo>
                    <a:pt x="2145688" y="1758727"/>
                  </a:lnTo>
                  <a:lnTo>
                    <a:pt x="2146534" y="1815463"/>
                  </a:lnTo>
                  <a:lnTo>
                    <a:pt x="2147379" y="1868258"/>
                  </a:lnTo>
                  <a:lnTo>
                    <a:pt x="2148224" y="1859285"/>
                  </a:lnTo>
                  <a:lnTo>
                    <a:pt x="2149069" y="1837102"/>
                  </a:lnTo>
                  <a:lnTo>
                    <a:pt x="2149914" y="1821066"/>
                  </a:lnTo>
                  <a:lnTo>
                    <a:pt x="2150759" y="1804835"/>
                  </a:lnTo>
                  <a:lnTo>
                    <a:pt x="2151604" y="1803513"/>
                  </a:lnTo>
                  <a:lnTo>
                    <a:pt x="2152449" y="1815370"/>
                  </a:lnTo>
                  <a:lnTo>
                    <a:pt x="2153294" y="1872568"/>
                  </a:lnTo>
                  <a:lnTo>
                    <a:pt x="2154139" y="1953569"/>
                  </a:lnTo>
                  <a:lnTo>
                    <a:pt x="2154984" y="1986129"/>
                  </a:lnTo>
                  <a:lnTo>
                    <a:pt x="2155830" y="1969558"/>
                  </a:lnTo>
                  <a:lnTo>
                    <a:pt x="2156675" y="1896844"/>
                  </a:lnTo>
                  <a:lnTo>
                    <a:pt x="2157520" y="1847714"/>
                  </a:lnTo>
                  <a:lnTo>
                    <a:pt x="2158365" y="1826954"/>
                  </a:lnTo>
                  <a:lnTo>
                    <a:pt x="2159210" y="1755908"/>
                  </a:lnTo>
                  <a:lnTo>
                    <a:pt x="2160055" y="1752312"/>
                  </a:lnTo>
                  <a:lnTo>
                    <a:pt x="2160900" y="1806980"/>
                  </a:lnTo>
                  <a:lnTo>
                    <a:pt x="2161745" y="1881016"/>
                  </a:lnTo>
                  <a:lnTo>
                    <a:pt x="2162590" y="1930148"/>
                  </a:lnTo>
                  <a:lnTo>
                    <a:pt x="2163435" y="1950908"/>
                  </a:lnTo>
                  <a:lnTo>
                    <a:pt x="2164280" y="2022538"/>
                  </a:lnTo>
                  <a:lnTo>
                    <a:pt x="2165126" y="2069756"/>
                  </a:lnTo>
                  <a:lnTo>
                    <a:pt x="2165971" y="2069756"/>
                  </a:lnTo>
                  <a:lnTo>
                    <a:pt x="2166816" y="2055866"/>
                  </a:lnTo>
                  <a:lnTo>
                    <a:pt x="2167661" y="2026761"/>
                  </a:lnTo>
                  <a:lnTo>
                    <a:pt x="2168506" y="1986203"/>
                  </a:lnTo>
                  <a:lnTo>
                    <a:pt x="2169351" y="1973147"/>
                  </a:lnTo>
                  <a:lnTo>
                    <a:pt x="2170196" y="1978942"/>
                  </a:lnTo>
                  <a:lnTo>
                    <a:pt x="2171041" y="1981144"/>
                  </a:lnTo>
                  <a:lnTo>
                    <a:pt x="2171886" y="1995033"/>
                  </a:lnTo>
                  <a:lnTo>
                    <a:pt x="2172731" y="2024139"/>
                  </a:lnTo>
                  <a:lnTo>
                    <a:pt x="2173576" y="2056797"/>
                  </a:lnTo>
                  <a:lnTo>
                    <a:pt x="2174422" y="2025703"/>
                  </a:lnTo>
                  <a:lnTo>
                    <a:pt x="2175267" y="1952634"/>
                  </a:lnTo>
                  <a:lnTo>
                    <a:pt x="2176112" y="1904386"/>
                  </a:lnTo>
                  <a:lnTo>
                    <a:pt x="2176957" y="1851402"/>
                  </a:lnTo>
                  <a:lnTo>
                    <a:pt x="2177802" y="1832787"/>
                  </a:lnTo>
                  <a:lnTo>
                    <a:pt x="2178647" y="1840687"/>
                  </a:lnTo>
                  <a:lnTo>
                    <a:pt x="2179492" y="1888303"/>
                  </a:lnTo>
                  <a:lnTo>
                    <a:pt x="2180337" y="1972980"/>
                  </a:lnTo>
                  <a:lnTo>
                    <a:pt x="2181182" y="2065812"/>
                  </a:lnTo>
                  <a:lnTo>
                    <a:pt x="2182027" y="2103286"/>
                  </a:lnTo>
                  <a:lnTo>
                    <a:pt x="2182027" y="2103286"/>
                  </a:lnTo>
                  <a:lnTo>
                    <a:pt x="2182872" y="2103286"/>
                  </a:lnTo>
                  <a:lnTo>
                    <a:pt x="2183718" y="2103286"/>
                  </a:lnTo>
                  <a:lnTo>
                    <a:pt x="2184563" y="2103286"/>
                  </a:lnTo>
                  <a:lnTo>
                    <a:pt x="2185408" y="2103286"/>
                  </a:lnTo>
                  <a:lnTo>
                    <a:pt x="2186253" y="2103286"/>
                  </a:lnTo>
                  <a:lnTo>
                    <a:pt x="2187098" y="2103286"/>
                  </a:lnTo>
                  <a:lnTo>
                    <a:pt x="2187943" y="2103286"/>
                  </a:lnTo>
                  <a:lnTo>
                    <a:pt x="2188788" y="1974575"/>
                  </a:lnTo>
                  <a:lnTo>
                    <a:pt x="2189633" y="1913684"/>
                  </a:lnTo>
                  <a:lnTo>
                    <a:pt x="2190478" y="1919019"/>
                  </a:lnTo>
                  <a:lnTo>
                    <a:pt x="2191323" y="1897867"/>
                  </a:lnTo>
                  <a:lnTo>
                    <a:pt x="2192168" y="1878167"/>
                  </a:lnTo>
                  <a:lnTo>
                    <a:pt x="2193014" y="1906715"/>
                  </a:lnTo>
                  <a:lnTo>
                    <a:pt x="2193859" y="1986947"/>
                  </a:lnTo>
                  <a:lnTo>
                    <a:pt x="2194704" y="2011953"/>
                  </a:lnTo>
                  <a:lnTo>
                    <a:pt x="2195549" y="2015323"/>
                  </a:lnTo>
                  <a:lnTo>
                    <a:pt x="2196394" y="2015323"/>
                  </a:lnTo>
                  <a:lnTo>
                    <a:pt x="2197239" y="1999255"/>
                  </a:lnTo>
                  <a:lnTo>
                    <a:pt x="2198084" y="1976296"/>
                  </a:lnTo>
                  <a:lnTo>
                    <a:pt x="2198929" y="1999224"/>
                  </a:lnTo>
                  <a:lnTo>
                    <a:pt x="2199774" y="2055154"/>
                  </a:lnTo>
                  <a:lnTo>
                    <a:pt x="2200619" y="2100790"/>
                  </a:lnTo>
                  <a:lnTo>
                    <a:pt x="2201464" y="2099001"/>
                  </a:lnTo>
                  <a:lnTo>
                    <a:pt x="2202310" y="2103286"/>
                  </a:lnTo>
                  <a:lnTo>
                    <a:pt x="2202310" y="2103286"/>
                  </a:lnTo>
                  <a:lnTo>
                    <a:pt x="2203155" y="2103286"/>
                  </a:lnTo>
                  <a:lnTo>
                    <a:pt x="2204000" y="2103286"/>
                  </a:lnTo>
                  <a:lnTo>
                    <a:pt x="2204845" y="2103286"/>
                  </a:lnTo>
                  <a:lnTo>
                    <a:pt x="2205690" y="2095840"/>
                  </a:lnTo>
                  <a:lnTo>
                    <a:pt x="2206535" y="2089736"/>
                  </a:lnTo>
                  <a:lnTo>
                    <a:pt x="2207380" y="2073361"/>
                  </a:lnTo>
                  <a:lnTo>
                    <a:pt x="2208225" y="2085379"/>
                  </a:lnTo>
                  <a:lnTo>
                    <a:pt x="2209070" y="2063087"/>
                  </a:lnTo>
                  <a:lnTo>
                    <a:pt x="2209915" y="2055522"/>
                  </a:lnTo>
                  <a:lnTo>
                    <a:pt x="2210761" y="2060846"/>
                  </a:lnTo>
                  <a:lnTo>
                    <a:pt x="2211606" y="2068740"/>
                  </a:lnTo>
                  <a:lnTo>
                    <a:pt x="2212451" y="2073042"/>
                  </a:lnTo>
                  <a:lnTo>
                    <a:pt x="2213296" y="2052950"/>
                  </a:lnTo>
                  <a:lnTo>
                    <a:pt x="2214141" y="2075241"/>
                  </a:lnTo>
                  <a:lnTo>
                    <a:pt x="2214986" y="2084409"/>
                  </a:lnTo>
                  <a:lnTo>
                    <a:pt x="2215831" y="2091789"/>
                  </a:lnTo>
                  <a:lnTo>
                    <a:pt x="2216676" y="2103244"/>
                  </a:lnTo>
                  <a:lnTo>
                    <a:pt x="2217521" y="2103244"/>
                  </a:lnTo>
                  <a:lnTo>
                    <a:pt x="2218366" y="2103245"/>
                  </a:lnTo>
                  <a:lnTo>
                    <a:pt x="2219211" y="2103245"/>
                  </a:lnTo>
                  <a:lnTo>
                    <a:pt x="2220057" y="2101641"/>
                  </a:lnTo>
                  <a:lnTo>
                    <a:pt x="2220902" y="2080439"/>
                  </a:lnTo>
                  <a:lnTo>
                    <a:pt x="2221747" y="2051681"/>
                  </a:lnTo>
                  <a:lnTo>
                    <a:pt x="2222592" y="2019760"/>
                  </a:lnTo>
                  <a:lnTo>
                    <a:pt x="2223437" y="2005069"/>
                  </a:lnTo>
                  <a:lnTo>
                    <a:pt x="2224282" y="1997633"/>
                  </a:lnTo>
                  <a:lnTo>
                    <a:pt x="2225127" y="2000156"/>
                  </a:lnTo>
                  <a:lnTo>
                    <a:pt x="2225972" y="2033098"/>
                  </a:lnTo>
                  <a:lnTo>
                    <a:pt x="2226817" y="2053825"/>
                  </a:lnTo>
                  <a:lnTo>
                    <a:pt x="2227662" y="2085746"/>
                  </a:lnTo>
                  <a:lnTo>
                    <a:pt x="2228507" y="2100437"/>
                  </a:lnTo>
                  <a:lnTo>
                    <a:pt x="2229353" y="2103286"/>
                  </a:lnTo>
                  <a:lnTo>
                    <a:pt x="2229353" y="2103286"/>
                  </a:lnTo>
                  <a:lnTo>
                    <a:pt x="2230198" y="2103286"/>
                  </a:lnTo>
                  <a:lnTo>
                    <a:pt x="2231043" y="2103286"/>
                  </a:lnTo>
                  <a:lnTo>
                    <a:pt x="2231888" y="2082937"/>
                  </a:lnTo>
                  <a:lnTo>
                    <a:pt x="2232733" y="2072485"/>
                  </a:lnTo>
                  <a:lnTo>
                    <a:pt x="2233578" y="2039409"/>
                  </a:lnTo>
                  <a:lnTo>
                    <a:pt x="2234423" y="2007064"/>
                  </a:lnTo>
                  <a:lnTo>
                    <a:pt x="2235268" y="1942440"/>
                  </a:lnTo>
                  <a:lnTo>
                    <a:pt x="2236113" y="1903712"/>
                  </a:lnTo>
                  <a:lnTo>
                    <a:pt x="2236958" y="1914639"/>
                  </a:lnTo>
                  <a:lnTo>
                    <a:pt x="2237803" y="1905808"/>
                  </a:lnTo>
                  <a:lnTo>
                    <a:pt x="2238649" y="1926408"/>
                  </a:lnTo>
                  <a:lnTo>
                    <a:pt x="2239494" y="1955328"/>
                  </a:lnTo>
                  <a:lnTo>
                    <a:pt x="2240339" y="1998940"/>
                  </a:lnTo>
                  <a:lnTo>
                    <a:pt x="2241184" y="1983214"/>
                  </a:lnTo>
                  <a:lnTo>
                    <a:pt x="2242029" y="1923379"/>
                  </a:lnTo>
                  <a:lnTo>
                    <a:pt x="2242874" y="1877696"/>
                  </a:lnTo>
                  <a:lnTo>
                    <a:pt x="2243719" y="1847727"/>
                  </a:lnTo>
                  <a:lnTo>
                    <a:pt x="2244564" y="1829619"/>
                  </a:lnTo>
                  <a:lnTo>
                    <a:pt x="2245409" y="1841246"/>
                  </a:lnTo>
                  <a:lnTo>
                    <a:pt x="2246254" y="1918283"/>
                  </a:lnTo>
                  <a:lnTo>
                    <a:pt x="2247099" y="1988519"/>
                  </a:lnTo>
                  <a:lnTo>
                    <a:pt x="2247945" y="2014615"/>
                  </a:lnTo>
                  <a:lnTo>
                    <a:pt x="2248790" y="2021325"/>
                  </a:lnTo>
                  <a:lnTo>
                    <a:pt x="2249635" y="1996440"/>
                  </a:lnTo>
                  <a:lnTo>
                    <a:pt x="2250480" y="1954888"/>
                  </a:lnTo>
                  <a:lnTo>
                    <a:pt x="2251325" y="1912009"/>
                  </a:lnTo>
                  <a:lnTo>
                    <a:pt x="2252170" y="1909153"/>
                  </a:lnTo>
                  <a:lnTo>
                    <a:pt x="2253015" y="1948022"/>
                  </a:lnTo>
                  <a:lnTo>
                    <a:pt x="2253860" y="1983759"/>
                  </a:lnTo>
                  <a:lnTo>
                    <a:pt x="2254705" y="2026752"/>
                  </a:lnTo>
                  <a:lnTo>
                    <a:pt x="2255550" y="2057262"/>
                  </a:lnTo>
                  <a:lnTo>
                    <a:pt x="2256395" y="2069756"/>
                  </a:lnTo>
                  <a:lnTo>
                    <a:pt x="2257241" y="2069756"/>
                  </a:lnTo>
                  <a:lnTo>
                    <a:pt x="2258086" y="2069756"/>
                  </a:lnTo>
                  <a:lnTo>
                    <a:pt x="2258931" y="2047271"/>
                  </a:lnTo>
                  <a:lnTo>
                    <a:pt x="2259776" y="2015004"/>
                  </a:lnTo>
                  <a:lnTo>
                    <a:pt x="2260621" y="1983524"/>
                  </a:lnTo>
                  <a:lnTo>
                    <a:pt x="2261466" y="1955874"/>
                  </a:lnTo>
                  <a:lnTo>
                    <a:pt x="2262311" y="1900383"/>
                  </a:lnTo>
                  <a:lnTo>
                    <a:pt x="2263156" y="1851922"/>
                  </a:lnTo>
                  <a:lnTo>
                    <a:pt x="2264001" y="1849032"/>
                  </a:lnTo>
                  <a:lnTo>
                    <a:pt x="2264846" y="1874482"/>
                  </a:lnTo>
                  <a:lnTo>
                    <a:pt x="2265691" y="1926118"/>
                  </a:lnTo>
                  <a:lnTo>
                    <a:pt x="2266537" y="1942504"/>
                  </a:lnTo>
                  <a:lnTo>
                    <a:pt x="2267382" y="1935793"/>
                  </a:lnTo>
                  <a:lnTo>
                    <a:pt x="2268227" y="1918041"/>
                  </a:lnTo>
                  <a:lnTo>
                    <a:pt x="2269072" y="1871454"/>
                  </a:lnTo>
                  <a:lnTo>
                    <a:pt x="2269917" y="1812175"/>
                  </a:lnTo>
                  <a:lnTo>
                    <a:pt x="2270762" y="1771892"/>
                  </a:lnTo>
                  <a:lnTo>
                    <a:pt x="2271607" y="1783155"/>
                  </a:lnTo>
                  <a:lnTo>
                    <a:pt x="2272452" y="1832600"/>
                  </a:lnTo>
                  <a:lnTo>
                    <a:pt x="2273297" y="1864656"/>
                  </a:lnTo>
                  <a:lnTo>
                    <a:pt x="2274142" y="1890856"/>
                  </a:lnTo>
                  <a:lnTo>
                    <a:pt x="2274988" y="1948093"/>
                  </a:lnTo>
                  <a:lnTo>
                    <a:pt x="2275833" y="1968221"/>
                  </a:lnTo>
                  <a:lnTo>
                    <a:pt x="2276678" y="1968221"/>
                  </a:lnTo>
                  <a:lnTo>
                    <a:pt x="2277523" y="1980979"/>
                  </a:lnTo>
                  <a:lnTo>
                    <a:pt x="2278368" y="2015136"/>
                  </a:lnTo>
                  <a:lnTo>
                    <a:pt x="2279213" y="2060898"/>
                  </a:lnTo>
                  <a:lnTo>
                    <a:pt x="2280058" y="2069756"/>
                  </a:lnTo>
                  <a:lnTo>
                    <a:pt x="2280903" y="2083965"/>
                  </a:lnTo>
                  <a:lnTo>
                    <a:pt x="2281748" y="2103286"/>
                  </a:lnTo>
                  <a:lnTo>
                    <a:pt x="2281748" y="2103286"/>
                  </a:lnTo>
                  <a:lnTo>
                    <a:pt x="2282593" y="2103286"/>
                  </a:lnTo>
                  <a:lnTo>
                    <a:pt x="2283438" y="2103286"/>
                  </a:lnTo>
                  <a:lnTo>
                    <a:pt x="2284284" y="2103286"/>
                  </a:lnTo>
                  <a:lnTo>
                    <a:pt x="2285129" y="2103286"/>
                  </a:lnTo>
                  <a:lnTo>
                    <a:pt x="2285974" y="2103286"/>
                  </a:lnTo>
                  <a:lnTo>
                    <a:pt x="2286819" y="2103286"/>
                  </a:lnTo>
                  <a:lnTo>
                    <a:pt x="2287664" y="2058807"/>
                  </a:lnTo>
                  <a:lnTo>
                    <a:pt x="2288509" y="1974566"/>
                  </a:lnTo>
                  <a:lnTo>
                    <a:pt x="2289354" y="1927531"/>
                  </a:lnTo>
                  <a:lnTo>
                    <a:pt x="2290199" y="1924333"/>
                  </a:lnTo>
                  <a:lnTo>
                    <a:pt x="2291044" y="1926280"/>
                  </a:lnTo>
                  <a:lnTo>
                    <a:pt x="2291889" y="1949972"/>
                  </a:lnTo>
                  <a:lnTo>
                    <a:pt x="2292734" y="1994087"/>
                  </a:lnTo>
                  <a:lnTo>
                    <a:pt x="2293580" y="2064843"/>
                  </a:lnTo>
                  <a:lnTo>
                    <a:pt x="2294425" y="2059325"/>
                  </a:lnTo>
                  <a:lnTo>
                    <a:pt x="2295270" y="2016918"/>
                  </a:lnTo>
                  <a:lnTo>
                    <a:pt x="2296115" y="1979514"/>
                  </a:lnTo>
                  <a:lnTo>
                    <a:pt x="2296960" y="1927168"/>
                  </a:lnTo>
                  <a:lnTo>
                    <a:pt x="2297805" y="1857009"/>
                  </a:lnTo>
                  <a:lnTo>
                    <a:pt x="2298650" y="1793658"/>
                  </a:lnTo>
                  <a:lnTo>
                    <a:pt x="2299495" y="1808235"/>
                  </a:lnTo>
                  <a:lnTo>
                    <a:pt x="2300340" y="1850641"/>
                  </a:lnTo>
                  <a:lnTo>
                    <a:pt x="2301185" y="1888046"/>
                  </a:lnTo>
                  <a:lnTo>
                    <a:pt x="2302030" y="1922914"/>
                  </a:lnTo>
                  <a:lnTo>
                    <a:pt x="2302876" y="1936767"/>
                  </a:lnTo>
                  <a:lnTo>
                    <a:pt x="2303721" y="1956856"/>
                  </a:lnTo>
                  <a:lnTo>
                    <a:pt x="2304566" y="1927362"/>
                  </a:lnTo>
                  <a:lnTo>
                    <a:pt x="2305411" y="1868837"/>
                  </a:lnTo>
                  <a:lnTo>
                    <a:pt x="2306256" y="1829620"/>
                  </a:lnTo>
                  <a:lnTo>
                    <a:pt x="2307101" y="1816504"/>
                  </a:lnTo>
                  <a:lnTo>
                    <a:pt x="2307946" y="1848794"/>
                  </a:lnTo>
                  <a:lnTo>
                    <a:pt x="2308791" y="1864602"/>
                  </a:lnTo>
                  <a:lnTo>
                    <a:pt x="2309636" y="1894352"/>
                  </a:lnTo>
                  <a:lnTo>
                    <a:pt x="2310481" y="1972971"/>
                  </a:lnTo>
                  <a:lnTo>
                    <a:pt x="2311326" y="2025629"/>
                  </a:lnTo>
                  <a:lnTo>
                    <a:pt x="2312172" y="2056222"/>
                  </a:lnTo>
                  <a:lnTo>
                    <a:pt x="2313017" y="2080237"/>
                  </a:lnTo>
                  <a:lnTo>
                    <a:pt x="2313862" y="2103286"/>
                  </a:lnTo>
                  <a:lnTo>
                    <a:pt x="2313862" y="2103286"/>
                  </a:lnTo>
                  <a:lnTo>
                    <a:pt x="2314707" y="2103286"/>
                  </a:lnTo>
                  <a:lnTo>
                    <a:pt x="2315552" y="2090640"/>
                  </a:lnTo>
                  <a:lnTo>
                    <a:pt x="2316397" y="2073111"/>
                  </a:lnTo>
                  <a:lnTo>
                    <a:pt x="2317242" y="2062898"/>
                  </a:lnTo>
                  <a:lnTo>
                    <a:pt x="2318087" y="2057700"/>
                  </a:lnTo>
                  <a:lnTo>
                    <a:pt x="2318932" y="2051382"/>
                  </a:lnTo>
                  <a:lnTo>
                    <a:pt x="2319777" y="2036687"/>
                  </a:lnTo>
                  <a:lnTo>
                    <a:pt x="2320622" y="1995079"/>
                  </a:lnTo>
                  <a:lnTo>
                    <a:pt x="2321468" y="1933231"/>
                  </a:lnTo>
                  <a:lnTo>
                    <a:pt x="2322313" y="1891867"/>
                  </a:lnTo>
                  <a:lnTo>
                    <a:pt x="2323158" y="1835559"/>
                  </a:lnTo>
                  <a:lnTo>
                    <a:pt x="2324003" y="1812113"/>
                  </a:lnTo>
                  <a:lnTo>
                    <a:pt x="2324848" y="1806304"/>
                  </a:lnTo>
                  <a:lnTo>
                    <a:pt x="2325693" y="1837043"/>
                  </a:lnTo>
                  <a:lnTo>
                    <a:pt x="2326538" y="1901497"/>
                  </a:lnTo>
                  <a:lnTo>
                    <a:pt x="2327383" y="1987677"/>
                  </a:lnTo>
                  <a:lnTo>
                    <a:pt x="2328228" y="2091441"/>
                  </a:lnTo>
                  <a:lnTo>
                    <a:pt x="2329073" y="2103286"/>
                  </a:lnTo>
                  <a:lnTo>
                    <a:pt x="2329073" y="2103286"/>
                  </a:lnTo>
                  <a:lnTo>
                    <a:pt x="2329918" y="2098762"/>
                  </a:lnTo>
                  <a:lnTo>
                    <a:pt x="2330764" y="2042781"/>
                  </a:lnTo>
                  <a:lnTo>
                    <a:pt x="2331609" y="2013618"/>
                  </a:lnTo>
                  <a:lnTo>
                    <a:pt x="2332454" y="1960679"/>
                  </a:lnTo>
                  <a:lnTo>
                    <a:pt x="2333299" y="1918186"/>
                  </a:lnTo>
                  <a:lnTo>
                    <a:pt x="2334144" y="1914029"/>
                  </a:lnTo>
                  <a:lnTo>
                    <a:pt x="2334989" y="1967579"/>
                  </a:lnTo>
                  <a:lnTo>
                    <a:pt x="2335834" y="2071184"/>
                  </a:lnTo>
                  <a:lnTo>
                    <a:pt x="2336679" y="2103286"/>
                  </a:lnTo>
                  <a:lnTo>
                    <a:pt x="2336679" y="2103286"/>
                  </a:lnTo>
                  <a:lnTo>
                    <a:pt x="2337524" y="2063203"/>
                  </a:lnTo>
                  <a:lnTo>
                    <a:pt x="2338369" y="1999167"/>
                  </a:lnTo>
                  <a:lnTo>
                    <a:pt x="2339215" y="1957752"/>
                  </a:lnTo>
                  <a:lnTo>
                    <a:pt x="2340060" y="1941602"/>
                  </a:lnTo>
                  <a:lnTo>
                    <a:pt x="2340905" y="1906916"/>
                  </a:lnTo>
                  <a:lnTo>
                    <a:pt x="2341750" y="1891683"/>
                  </a:lnTo>
                  <a:lnTo>
                    <a:pt x="2342595" y="1939882"/>
                  </a:lnTo>
                  <a:lnTo>
                    <a:pt x="2343440" y="1976025"/>
                  </a:lnTo>
                  <a:lnTo>
                    <a:pt x="2344285" y="2010497"/>
                  </a:lnTo>
                  <a:lnTo>
                    <a:pt x="2345130" y="2015691"/>
                  </a:lnTo>
                  <a:lnTo>
                    <a:pt x="2345975" y="1950748"/>
                  </a:lnTo>
                  <a:lnTo>
                    <a:pt x="2346820" y="1905897"/>
                  </a:lnTo>
                  <a:lnTo>
                    <a:pt x="2347665" y="1929888"/>
                  </a:lnTo>
                  <a:lnTo>
                    <a:pt x="2348511" y="1958015"/>
                  </a:lnTo>
                  <a:lnTo>
                    <a:pt x="2349356" y="1947256"/>
                  </a:lnTo>
                  <a:lnTo>
                    <a:pt x="2350201" y="1914017"/>
                  </a:lnTo>
                  <a:lnTo>
                    <a:pt x="2351046" y="1961739"/>
                  </a:lnTo>
                  <a:lnTo>
                    <a:pt x="2351891" y="1991312"/>
                  </a:lnTo>
                  <a:lnTo>
                    <a:pt x="2352736" y="1927517"/>
                  </a:lnTo>
                  <a:lnTo>
                    <a:pt x="2353581" y="1874082"/>
                  </a:lnTo>
                  <a:lnTo>
                    <a:pt x="2354426" y="1876715"/>
                  </a:lnTo>
                  <a:lnTo>
                    <a:pt x="2355271" y="1919133"/>
                  </a:lnTo>
                  <a:lnTo>
                    <a:pt x="2356116" y="1956847"/>
                  </a:lnTo>
                  <a:lnTo>
                    <a:pt x="2356961" y="1979354"/>
                  </a:lnTo>
                  <a:lnTo>
                    <a:pt x="2357807" y="2038682"/>
                  </a:lnTo>
                  <a:lnTo>
                    <a:pt x="2358652" y="2065227"/>
                  </a:lnTo>
                  <a:lnTo>
                    <a:pt x="2359497" y="2051132"/>
                  </a:lnTo>
                  <a:lnTo>
                    <a:pt x="2360342" y="2043900"/>
                  </a:lnTo>
                  <a:lnTo>
                    <a:pt x="2361187" y="2027780"/>
                  </a:lnTo>
                  <a:lnTo>
                    <a:pt x="2362032" y="2020742"/>
                  </a:lnTo>
                  <a:lnTo>
                    <a:pt x="2362877" y="2036567"/>
                  </a:lnTo>
                  <a:lnTo>
                    <a:pt x="2363722" y="2083886"/>
                  </a:lnTo>
                  <a:lnTo>
                    <a:pt x="2364567" y="2103286"/>
                  </a:lnTo>
                  <a:lnTo>
                    <a:pt x="2364567" y="2103286"/>
                  </a:lnTo>
                  <a:lnTo>
                    <a:pt x="2365412" y="2103286"/>
                  </a:lnTo>
                  <a:lnTo>
                    <a:pt x="2366257" y="2089155"/>
                  </a:lnTo>
                  <a:lnTo>
                    <a:pt x="2367103" y="2055033"/>
                  </a:lnTo>
                  <a:lnTo>
                    <a:pt x="2367948" y="2028612"/>
                  </a:lnTo>
                  <a:lnTo>
                    <a:pt x="2368793" y="2011442"/>
                  </a:lnTo>
                  <a:lnTo>
                    <a:pt x="2369638" y="2019287"/>
                  </a:lnTo>
                  <a:lnTo>
                    <a:pt x="2370483" y="2015775"/>
                  </a:lnTo>
                  <a:lnTo>
                    <a:pt x="2371328" y="2005280"/>
                  </a:lnTo>
                  <a:lnTo>
                    <a:pt x="2372173" y="2015050"/>
                  </a:lnTo>
                  <a:lnTo>
                    <a:pt x="2373018" y="2020878"/>
                  </a:lnTo>
                  <a:lnTo>
                    <a:pt x="2373863" y="2010311"/>
                  </a:lnTo>
                  <a:lnTo>
                    <a:pt x="2374708" y="2019441"/>
                  </a:lnTo>
                  <a:lnTo>
                    <a:pt x="2375553" y="2036767"/>
                  </a:lnTo>
                  <a:lnTo>
                    <a:pt x="2376399" y="2007276"/>
                  </a:lnTo>
                  <a:lnTo>
                    <a:pt x="2377244" y="1973707"/>
                  </a:lnTo>
                  <a:lnTo>
                    <a:pt x="2378089" y="1940824"/>
                  </a:lnTo>
                  <a:lnTo>
                    <a:pt x="2378934" y="1952444"/>
                  </a:lnTo>
                  <a:lnTo>
                    <a:pt x="2379779" y="1890311"/>
                  </a:lnTo>
                  <a:lnTo>
                    <a:pt x="2380624" y="1852425"/>
                  </a:lnTo>
                  <a:lnTo>
                    <a:pt x="2381469" y="1906598"/>
                  </a:lnTo>
                  <a:lnTo>
                    <a:pt x="2382314" y="1964324"/>
                  </a:lnTo>
                  <a:lnTo>
                    <a:pt x="2383159" y="1989800"/>
                  </a:lnTo>
                  <a:lnTo>
                    <a:pt x="2384004" y="1946888"/>
                  </a:lnTo>
                  <a:lnTo>
                    <a:pt x="2384849" y="1963839"/>
                  </a:lnTo>
                  <a:lnTo>
                    <a:pt x="2385695" y="1976380"/>
                  </a:lnTo>
                  <a:lnTo>
                    <a:pt x="2386540" y="1962066"/>
                  </a:lnTo>
                  <a:lnTo>
                    <a:pt x="2387385" y="1957618"/>
                  </a:lnTo>
                  <a:lnTo>
                    <a:pt x="2388230" y="1933995"/>
                  </a:lnTo>
                  <a:lnTo>
                    <a:pt x="2389075" y="1917365"/>
                  </a:lnTo>
                  <a:lnTo>
                    <a:pt x="2389920" y="1917114"/>
                  </a:lnTo>
                  <a:lnTo>
                    <a:pt x="2390765" y="1914063"/>
                  </a:lnTo>
                  <a:lnTo>
                    <a:pt x="2391610" y="1901233"/>
                  </a:lnTo>
                  <a:lnTo>
                    <a:pt x="2392455" y="1879432"/>
                  </a:lnTo>
                  <a:lnTo>
                    <a:pt x="2393300" y="1920211"/>
                  </a:lnTo>
                  <a:lnTo>
                    <a:pt x="2394145" y="1982019"/>
                  </a:lnTo>
                  <a:lnTo>
                    <a:pt x="2394991" y="2008870"/>
                  </a:lnTo>
                  <a:lnTo>
                    <a:pt x="2395836" y="2023452"/>
                  </a:lnTo>
                  <a:lnTo>
                    <a:pt x="2396681" y="2050597"/>
                  </a:lnTo>
                  <a:lnTo>
                    <a:pt x="2397526" y="2076371"/>
                  </a:lnTo>
                  <a:lnTo>
                    <a:pt x="2398371" y="2066793"/>
                  </a:lnTo>
                  <a:lnTo>
                    <a:pt x="2399216" y="2033082"/>
                  </a:lnTo>
                  <a:lnTo>
                    <a:pt x="2400061" y="1985589"/>
                  </a:lnTo>
                  <a:lnTo>
                    <a:pt x="2400906" y="1954912"/>
                  </a:lnTo>
                  <a:lnTo>
                    <a:pt x="2401751" y="1939753"/>
                  </a:lnTo>
                  <a:lnTo>
                    <a:pt x="2402596" y="1905758"/>
                  </a:lnTo>
                  <a:lnTo>
                    <a:pt x="2403442" y="1908077"/>
                  </a:lnTo>
                  <a:lnTo>
                    <a:pt x="2404287" y="1935212"/>
                  </a:lnTo>
                  <a:lnTo>
                    <a:pt x="2405132" y="1982705"/>
                  </a:lnTo>
                  <a:lnTo>
                    <a:pt x="2405977" y="2014865"/>
                  </a:lnTo>
                  <a:lnTo>
                    <a:pt x="2406822" y="2049844"/>
                  </a:lnTo>
                  <a:lnTo>
                    <a:pt x="2407667" y="2097922"/>
                  </a:lnTo>
                  <a:lnTo>
                    <a:pt x="2408512" y="2103286"/>
                  </a:lnTo>
                  <a:lnTo>
                    <a:pt x="2408512" y="2103286"/>
                  </a:lnTo>
                  <a:lnTo>
                    <a:pt x="2409357" y="2103286"/>
                  </a:lnTo>
                  <a:lnTo>
                    <a:pt x="2410202" y="2103286"/>
                  </a:lnTo>
                  <a:lnTo>
                    <a:pt x="2411047" y="2103286"/>
                  </a:lnTo>
                  <a:lnTo>
                    <a:pt x="2411892" y="2103286"/>
                  </a:lnTo>
                  <a:lnTo>
                    <a:pt x="2412738" y="2103286"/>
                  </a:lnTo>
                  <a:lnTo>
                    <a:pt x="2413583" y="2103286"/>
                  </a:lnTo>
                  <a:lnTo>
                    <a:pt x="2414428" y="2103286"/>
                  </a:lnTo>
                  <a:lnTo>
                    <a:pt x="2415273" y="2103286"/>
                  </a:lnTo>
                  <a:lnTo>
                    <a:pt x="2416118" y="2103286"/>
                  </a:lnTo>
                  <a:lnTo>
                    <a:pt x="2416963" y="2090956"/>
                  </a:lnTo>
                  <a:lnTo>
                    <a:pt x="2417808" y="2059067"/>
                  </a:lnTo>
                  <a:lnTo>
                    <a:pt x="2418653" y="2024381"/>
                  </a:lnTo>
                  <a:lnTo>
                    <a:pt x="2419498" y="1982541"/>
                  </a:lnTo>
                  <a:lnTo>
                    <a:pt x="2420343" y="1909859"/>
                  </a:lnTo>
                  <a:lnTo>
                    <a:pt x="2421188" y="1907647"/>
                  </a:lnTo>
                  <a:lnTo>
                    <a:pt x="2422034" y="1921414"/>
                  </a:lnTo>
                  <a:lnTo>
                    <a:pt x="2422879" y="1921416"/>
                  </a:lnTo>
                  <a:lnTo>
                    <a:pt x="2423724" y="1921417"/>
                  </a:lnTo>
                  <a:lnTo>
                    <a:pt x="2424569" y="1957510"/>
                  </a:lnTo>
                  <a:lnTo>
                    <a:pt x="2425414" y="2033952"/>
                  </a:lnTo>
                  <a:lnTo>
                    <a:pt x="2426259" y="2053756"/>
                  </a:lnTo>
                  <a:lnTo>
                    <a:pt x="2427104" y="2052316"/>
                  </a:lnTo>
                  <a:lnTo>
                    <a:pt x="2427949" y="2068144"/>
                  </a:lnTo>
                  <a:lnTo>
                    <a:pt x="2428794" y="2073551"/>
                  </a:lnTo>
                  <a:lnTo>
                    <a:pt x="2429639" y="1987900"/>
                  </a:lnTo>
                  <a:lnTo>
                    <a:pt x="2430484" y="1899583"/>
                  </a:lnTo>
                  <a:lnTo>
                    <a:pt x="2431330" y="1853363"/>
                  </a:lnTo>
                  <a:lnTo>
                    <a:pt x="2432175" y="1826901"/>
                  </a:lnTo>
                  <a:lnTo>
                    <a:pt x="2433020" y="1811075"/>
                  </a:lnTo>
                  <a:lnTo>
                    <a:pt x="2433865" y="1805666"/>
                  </a:lnTo>
                  <a:lnTo>
                    <a:pt x="2434710" y="1889833"/>
                  </a:lnTo>
                  <a:lnTo>
                    <a:pt x="2435555" y="1980323"/>
                  </a:lnTo>
                  <a:lnTo>
                    <a:pt x="2436400" y="2043194"/>
                  </a:lnTo>
                  <a:lnTo>
                    <a:pt x="2437245" y="2069756"/>
                  </a:lnTo>
                  <a:lnTo>
                    <a:pt x="2438090" y="2069756"/>
                  </a:lnTo>
                  <a:lnTo>
                    <a:pt x="2438935" y="2069756"/>
                  </a:lnTo>
                  <a:lnTo>
                    <a:pt x="2439780" y="2067420"/>
                  </a:lnTo>
                  <a:lnTo>
                    <a:pt x="2440626" y="2044375"/>
                  </a:lnTo>
                  <a:lnTo>
                    <a:pt x="2441471" y="2019883"/>
                  </a:lnTo>
                  <a:lnTo>
                    <a:pt x="2442316" y="2015894"/>
                  </a:lnTo>
                  <a:lnTo>
                    <a:pt x="2443161" y="1989257"/>
                  </a:lnTo>
                  <a:lnTo>
                    <a:pt x="2444006" y="1900369"/>
                  </a:lnTo>
                  <a:lnTo>
                    <a:pt x="2444851" y="1810177"/>
                  </a:lnTo>
                  <a:lnTo>
                    <a:pt x="2445696" y="1789652"/>
                  </a:lnTo>
                  <a:lnTo>
                    <a:pt x="2446541" y="1747076"/>
                  </a:lnTo>
                  <a:lnTo>
                    <a:pt x="2447386" y="1694523"/>
                  </a:lnTo>
                  <a:lnTo>
                    <a:pt x="2448231" y="1714829"/>
                  </a:lnTo>
                  <a:lnTo>
                    <a:pt x="2449076" y="1792907"/>
                  </a:lnTo>
                  <a:lnTo>
                    <a:pt x="2449922" y="1862356"/>
                  </a:lnTo>
                  <a:lnTo>
                    <a:pt x="2450767" y="1898015"/>
                  </a:lnTo>
                  <a:lnTo>
                    <a:pt x="2451612" y="1930675"/>
                  </a:lnTo>
                  <a:lnTo>
                    <a:pt x="2452457" y="1944455"/>
                  </a:lnTo>
                  <a:lnTo>
                    <a:pt x="2453302" y="1893192"/>
                  </a:lnTo>
                  <a:lnTo>
                    <a:pt x="2454147" y="1865080"/>
                  </a:lnTo>
                  <a:lnTo>
                    <a:pt x="2454992" y="1883028"/>
                  </a:lnTo>
                  <a:lnTo>
                    <a:pt x="2455837" y="1890938"/>
                  </a:lnTo>
                  <a:lnTo>
                    <a:pt x="2456682" y="1925345"/>
                  </a:lnTo>
                  <a:lnTo>
                    <a:pt x="2457527" y="1922313"/>
                  </a:lnTo>
                  <a:lnTo>
                    <a:pt x="2458373" y="1888627"/>
                  </a:lnTo>
                  <a:lnTo>
                    <a:pt x="2459218" y="1850537"/>
                  </a:lnTo>
                  <a:lnTo>
                    <a:pt x="2460063" y="1799906"/>
                  </a:lnTo>
                  <a:lnTo>
                    <a:pt x="2460908" y="1719671"/>
                  </a:lnTo>
                  <a:lnTo>
                    <a:pt x="2461753" y="1650153"/>
                  </a:lnTo>
                  <a:lnTo>
                    <a:pt x="2462598" y="1625431"/>
                  </a:lnTo>
                  <a:lnTo>
                    <a:pt x="2463443" y="1670226"/>
                  </a:lnTo>
                  <a:lnTo>
                    <a:pt x="2464288" y="1712050"/>
                  </a:lnTo>
                  <a:lnTo>
                    <a:pt x="2465133" y="1736773"/>
                  </a:lnTo>
                  <a:lnTo>
                    <a:pt x="2465978" y="1792755"/>
                  </a:lnTo>
                  <a:lnTo>
                    <a:pt x="2466823" y="1839951"/>
                  </a:lnTo>
                  <a:lnTo>
                    <a:pt x="2467669" y="1873555"/>
                  </a:lnTo>
                  <a:lnTo>
                    <a:pt x="2468514" y="1919900"/>
                  </a:lnTo>
                  <a:lnTo>
                    <a:pt x="2469359" y="1973819"/>
                  </a:lnTo>
                  <a:lnTo>
                    <a:pt x="2470204" y="1991178"/>
                  </a:lnTo>
                  <a:lnTo>
                    <a:pt x="2471049" y="1990473"/>
                  </a:lnTo>
                  <a:lnTo>
                    <a:pt x="2471894" y="2009363"/>
                  </a:lnTo>
                  <a:lnTo>
                    <a:pt x="2472739" y="2046278"/>
                  </a:lnTo>
                  <a:lnTo>
                    <a:pt x="2473584" y="2046417"/>
                  </a:lnTo>
                  <a:lnTo>
                    <a:pt x="2474429" y="2018503"/>
                  </a:lnTo>
                  <a:lnTo>
                    <a:pt x="2475274" y="1955684"/>
                  </a:lnTo>
                  <a:lnTo>
                    <a:pt x="2476119" y="1902849"/>
                  </a:lnTo>
                  <a:lnTo>
                    <a:pt x="2476965" y="1873829"/>
                  </a:lnTo>
                  <a:lnTo>
                    <a:pt x="2477810" y="1805852"/>
                  </a:lnTo>
                  <a:lnTo>
                    <a:pt x="2478655" y="1750706"/>
                  </a:lnTo>
                  <a:lnTo>
                    <a:pt x="2479500" y="1756292"/>
                  </a:lnTo>
                  <a:lnTo>
                    <a:pt x="2480345" y="1819352"/>
                  </a:lnTo>
                  <a:lnTo>
                    <a:pt x="2481190" y="1850901"/>
                  </a:lnTo>
                  <a:lnTo>
                    <a:pt x="2482035" y="1834151"/>
                  </a:lnTo>
                  <a:lnTo>
                    <a:pt x="2482880" y="1901448"/>
                  </a:lnTo>
                  <a:lnTo>
                    <a:pt x="2483725" y="1955096"/>
                  </a:lnTo>
                  <a:lnTo>
                    <a:pt x="2484570" y="1916880"/>
                  </a:lnTo>
                  <a:lnTo>
                    <a:pt x="2485415" y="1887876"/>
                  </a:lnTo>
                  <a:lnTo>
                    <a:pt x="2486261" y="1932804"/>
                  </a:lnTo>
                  <a:lnTo>
                    <a:pt x="2487106" y="1974703"/>
                  </a:lnTo>
                  <a:lnTo>
                    <a:pt x="2487951" y="1953045"/>
                  </a:lnTo>
                  <a:lnTo>
                    <a:pt x="2488796" y="1948709"/>
                  </a:lnTo>
                  <a:lnTo>
                    <a:pt x="2489641" y="1990523"/>
                  </a:lnTo>
                  <a:lnTo>
                    <a:pt x="2490486" y="2032965"/>
                  </a:lnTo>
                  <a:lnTo>
                    <a:pt x="2491331" y="2034278"/>
                  </a:lnTo>
                  <a:lnTo>
                    <a:pt x="2492176" y="2041582"/>
                  </a:lnTo>
                  <a:lnTo>
                    <a:pt x="2493021" y="2063919"/>
                  </a:lnTo>
                  <a:lnTo>
                    <a:pt x="2493866" y="2069756"/>
                  </a:lnTo>
                  <a:lnTo>
                    <a:pt x="2494711" y="2069756"/>
                  </a:lnTo>
                  <a:lnTo>
                    <a:pt x="2495557" y="2069756"/>
                  </a:lnTo>
                  <a:lnTo>
                    <a:pt x="2496402" y="2079038"/>
                  </a:lnTo>
                  <a:lnTo>
                    <a:pt x="2497247" y="2099530"/>
                  </a:lnTo>
                  <a:lnTo>
                    <a:pt x="2498092" y="2103286"/>
                  </a:lnTo>
                  <a:lnTo>
                    <a:pt x="2498092" y="2103286"/>
                  </a:lnTo>
                  <a:lnTo>
                    <a:pt x="2498937" y="2103286"/>
                  </a:lnTo>
                  <a:lnTo>
                    <a:pt x="2499782" y="2103286"/>
                  </a:lnTo>
                  <a:lnTo>
                    <a:pt x="2500627" y="2097410"/>
                  </a:lnTo>
                  <a:lnTo>
                    <a:pt x="2501472" y="2066608"/>
                  </a:lnTo>
                  <a:lnTo>
                    <a:pt x="2502317" y="2025958"/>
                  </a:lnTo>
                  <a:lnTo>
                    <a:pt x="2503162" y="2015036"/>
                  </a:lnTo>
                  <a:lnTo>
                    <a:pt x="2504007" y="2034413"/>
                  </a:lnTo>
                  <a:lnTo>
                    <a:pt x="2504853" y="2049689"/>
                  </a:lnTo>
                  <a:lnTo>
                    <a:pt x="2505698" y="2053140"/>
                  </a:lnTo>
                  <a:lnTo>
                    <a:pt x="2506543" y="2048518"/>
                  </a:lnTo>
                  <a:lnTo>
                    <a:pt x="2507388" y="2046140"/>
                  </a:lnTo>
                  <a:lnTo>
                    <a:pt x="2508233" y="2031574"/>
                  </a:lnTo>
                  <a:lnTo>
                    <a:pt x="2509078" y="2012207"/>
                  </a:lnTo>
                  <a:lnTo>
                    <a:pt x="2509923" y="2007700"/>
                  </a:lnTo>
                  <a:lnTo>
                    <a:pt x="2510768" y="2038700"/>
                  </a:lnTo>
                  <a:lnTo>
                    <a:pt x="2511613" y="2061371"/>
                  </a:lnTo>
                  <a:lnTo>
                    <a:pt x="2512458" y="2088069"/>
                  </a:lnTo>
                  <a:lnTo>
                    <a:pt x="2513303" y="2079297"/>
                  </a:lnTo>
                  <a:lnTo>
                    <a:pt x="2514149" y="2034406"/>
                  </a:lnTo>
                  <a:lnTo>
                    <a:pt x="2514994" y="2011874"/>
                  </a:lnTo>
                  <a:lnTo>
                    <a:pt x="2515839" y="1984726"/>
                  </a:lnTo>
                  <a:lnTo>
                    <a:pt x="2516684" y="1988197"/>
                  </a:lnTo>
                  <a:lnTo>
                    <a:pt x="2517529" y="1984034"/>
                  </a:lnTo>
                  <a:lnTo>
                    <a:pt x="2518374" y="2013113"/>
                  </a:lnTo>
                  <a:lnTo>
                    <a:pt x="2519219" y="2049926"/>
                  </a:lnTo>
                  <a:lnTo>
                    <a:pt x="2520064" y="2036396"/>
                  </a:lnTo>
                  <a:lnTo>
                    <a:pt x="2520909" y="2016860"/>
                  </a:lnTo>
                  <a:lnTo>
                    <a:pt x="2521754" y="2015449"/>
                  </a:lnTo>
                  <a:lnTo>
                    <a:pt x="2522600" y="2015450"/>
                  </a:lnTo>
                  <a:lnTo>
                    <a:pt x="2523445" y="2015450"/>
                  </a:lnTo>
                  <a:lnTo>
                    <a:pt x="2524290" y="2023518"/>
                  </a:lnTo>
                  <a:lnTo>
                    <a:pt x="2525135" y="2048810"/>
                  </a:lnTo>
                  <a:lnTo>
                    <a:pt x="2525980" y="2073652"/>
                  </a:lnTo>
                  <a:lnTo>
                    <a:pt x="2526825" y="2095556"/>
                  </a:lnTo>
                  <a:lnTo>
                    <a:pt x="2527670" y="2103286"/>
                  </a:lnTo>
                  <a:lnTo>
                    <a:pt x="2527670" y="2103286"/>
                  </a:lnTo>
                  <a:lnTo>
                    <a:pt x="2528515" y="2103286"/>
                  </a:lnTo>
                  <a:lnTo>
                    <a:pt x="2529360" y="2103286"/>
                  </a:lnTo>
                  <a:lnTo>
                    <a:pt x="2530205" y="2103286"/>
                  </a:lnTo>
                  <a:lnTo>
                    <a:pt x="2531050" y="2103286"/>
                  </a:lnTo>
                  <a:lnTo>
                    <a:pt x="2531896" y="2059733"/>
                  </a:lnTo>
                  <a:lnTo>
                    <a:pt x="2532741" y="2051937"/>
                  </a:lnTo>
                  <a:lnTo>
                    <a:pt x="2533586" y="2051938"/>
                  </a:lnTo>
                  <a:lnTo>
                    <a:pt x="2534431" y="2038437"/>
                  </a:lnTo>
                  <a:lnTo>
                    <a:pt x="2535276" y="1989153"/>
                  </a:lnTo>
                  <a:lnTo>
                    <a:pt x="2536121" y="1962961"/>
                  </a:lnTo>
                  <a:lnTo>
                    <a:pt x="2536966" y="1969081"/>
                  </a:lnTo>
                  <a:lnTo>
                    <a:pt x="2537811" y="1960106"/>
                  </a:lnTo>
                  <a:lnTo>
                    <a:pt x="2538656" y="1908207"/>
                  </a:lnTo>
                  <a:lnTo>
                    <a:pt x="2539501" y="1858294"/>
                  </a:lnTo>
                  <a:lnTo>
                    <a:pt x="2540346" y="1877638"/>
                  </a:lnTo>
                  <a:lnTo>
                    <a:pt x="2541192" y="1945265"/>
                  </a:lnTo>
                  <a:lnTo>
                    <a:pt x="2542037" y="1951582"/>
                  </a:lnTo>
                  <a:lnTo>
                    <a:pt x="2542882" y="1949650"/>
                  </a:lnTo>
                  <a:lnTo>
                    <a:pt x="2543727" y="1957829"/>
                  </a:lnTo>
                  <a:lnTo>
                    <a:pt x="2544572" y="1940814"/>
                  </a:lnTo>
                  <a:lnTo>
                    <a:pt x="2545417" y="1942057"/>
                  </a:lnTo>
                  <a:lnTo>
                    <a:pt x="2546262" y="1944138"/>
                  </a:lnTo>
                  <a:lnTo>
                    <a:pt x="2547107" y="1965876"/>
                  </a:lnTo>
                  <a:lnTo>
                    <a:pt x="2547952" y="1964567"/>
                  </a:lnTo>
                  <a:lnTo>
                    <a:pt x="2548797" y="2000783"/>
                  </a:lnTo>
                  <a:lnTo>
                    <a:pt x="2549642" y="2066469"/>
                  </a:lnTo>
                  <a:lnTo>
                    <a:pt x="2550488" y="2066223"/>
                  </a:lnTo>
                  <a:lnTo>
                    <a:pt x="2551333" y="2040526"/>
                  </a:lnTo>
                  <a:lnTo>
                    <a:pt x="2552178" y="2034124"/>
                  </a:lnTo>
                  <a:lnTo>
                    <a:pt x="2553023" y="2047950"/>
                  </a:lnTo>
                  <a:lnTo>
                    <a:pt x="2553868" y="2082635"/>
                  </a:lnTo>
                  <a:lnTo>
                    <a:pt x="2554713" y="2103286"/>
                  </a:lnTo>
                  <a:lnTo>
                    <a:pt x="2554713" y="2103286"/>
                  </a:lnTo>
                  <a:lnTo>
                    <a:pt x="2555558" y="2103286"/>
                  </a:lnTo>
                  <a:lnTo>
                    <a:pt x="2556403" y="2103286"/>
                  </a:lnTo>
                  <a:lnTo>
                    <a:pt x="2557248" y="2103286"/>
                  </a:lnTo>
                  <a:lnTo>
                    <a:pt x="2558093" y="2103286"/>
                  </a:lnTo>
                  <a:lnTo>
                    <a:pt x="2558938" y="2091717"/>
                  </a:lnTo>
                  <a:lnTo>
                    <a:pt x="2559784" y="2031046"/>
                  </a:lnTo>
                  <a:lnTo>
                    <a:pt x="2560629" y="2030913"/>
                  </a:lnTo>
                  <a:lnTo>
                    <a:pt x="2561474" y="2032079"/>
                  </a:lnTo>
                  <a:lnTo>
                    <a:pt x="2562319" y="2018992"/>
                  </a:lnTo>
                  <a:lnTo>
                    <a:pt x="2563164" y="2017388"/>
                  </a:lnTo>
                  <a:lnTo>
                    <a:pt x="2564009" y="2032082"/>
                  </a:lnTo>
                  <a:lnTo>
                    <a:pt x="2564854" y="2030906"/>
                  </a:lnTo>
                  <a:lnTo>
                    <a:pt x="2565699" y="1986130"/>
                  </a:lnTo>
                  <a:lnTo>
                    <a:pt x="2566544" y="1990066"/>
                  </a:lnTo>
                  <a:lnTo>
                    <a:pt x="2567389" y="2003447"/>
                  </a:lnTo>
                  <a:lnTo>
                    <a:pt x="2568234" y="2003448"/>
                  </a:lnTo>
                  <a:lnTo>
                    <a:pt x="2569080" y="2008730"/>
                  </a:lnTo>
                  <a:lnTo>
                    <a:pt x="2569925" y="2041432"/>
                  </a:lnTo>
                  <a:lnTo>
                    <a:pt x="2570770" y="2087073"/>
                  </a:lnTo>
                  <a:lnTo>
                    <a:pt x="2571615" y="2083136"/>
                  </a:lnTo>
                  <a:lnTo>
                    <a:pt x="2572460" y="2073346"/>
                  </a:lnTo>
                  <a:lnTo>
                    <a:pt x="2573305" y="2103286"/>
                  </a:lnTo>
                  <a:lnTo>
                    <a:pt x="2573305" y="2103286"/>
                  </a:lnTo>
                  <a:lnTo>
                    <a:pt x="2574150" y="2103286"/>
                  </a:lnTo>
                  <a:lnTo>
                    <a:pt x="2574995" y="2103286"/>
                  </a:lnTo>
                  <a:lnTo>
                    <a:pt x="2575840" y="2103286"/>
                  </a:lnTo>
                  <a:lnTo>
                    <a:pt x="2576685" y="2103286"/>
                  </a:lnTo>
                  <a:lnTo>
                    <a:pt x="2577530" y="2103286"/>
                  </a:lnTo>
                  <a:lnTo>
                    <a:pt x="2578376" y="2090734"/>
                  </a:lnTo>
                  <a:lnTo>
                    <a:pt x="2579221" y="2093507"/>
                  </a:lnTo>
                  <a:lnTo>
                    <a:pt x="2580066" y="2103286"/>
                  </a:lnTo>
                  <a:lnTo>
                    <a:pt x="2580066" y="2103286"/>
                  </a:lnTo>
                  <a:lnTo>
                    <a:pt x="2580911" y="2103286"/>
                  </a:lnTo>
                  <a:lnTo>
                    <a:pt x="2581756" y="2103286"/>
                  </a:lnTo>
                  <a:lnTo>
                    <a:pt x="2582601" y="2103286"/>
                  </a:lnTo>
                  <a:lnTo>
                    <a:pt x="2583446" y="2103286"/>
                  </a:lnTo>
                  <a:lnTo>
                    <a:pt x="2584291" y="2103286"/>
                  </a:lnTo>
                  <a:lnTo>
                    <a:pt x="2585136" y="2103286"/>
                  </a:lnTo>
                  <a:lnTo>
                    <a:pt x="2585981" y="2103286"/>
                  </a:lnTo>
                  <a:lnTo>
                    <a:pt x="2586827" y="2103286"/>
                  </a:lnTo>
                  <a:lnTo>
                    <a:pt x="2587672" y="2080042"/>
                  </a:lnTo>
                  <a:lnTo>
                    <a:pt x="2588517" y="2037842"/>
                  </a:lnTo>
                  <a:lnTo>
                    <a:pt x="2589362" y="2026354"/>
                  </a:lnTo>
                  <a:lnTo>
                    <a:pt x="2590207" y="2022157"/>
                  </a:lnTo>
                  <a:lnTo>
                    <a:pt x="2591052" y="2011050"/>
                  </a:lnTo>
                  <a:lnTo>
                    <a:pt x="2591897" y="2008153"/>
                  </a:lnTo>
                  <a:lnTo>
                    <a:pt x="2592742" y="2018538"/>
                  </a:lnTo>
                  <a:lnTo>
                    <a:pt x="2593587" y="2035599"/>
                  </a:lnTo>
                  <a:lnTo>
                    <a:pt x="2594432" y="2021793"/>
                  </a:lnTo>
                  <a:lnTo>
                    <a:pt x="2595277" y="2003334"/>
                  </a:lnTo>
                  <a:lnTo>
                    <a:pt x="2596123" y="2007939"/>
                  </a:lnTo>
                  <a:lnTo>
                    <a:pt x="2596968" y="1996859"/>
                  </a:lnTo>
                  <a:lnTo>
                    <a:pt x="2597813" y="1998445"/>
                  </a:lnTo>
                  <a:lnTo>
                    <a:pt x="2598658" y="2002914"/>
                  </a:lnTo>
                  <a:lnTo>
                    <a:pt x="2599503" y="2022367"/>
                  </a:lnTo>
                  <a:lnTo>
                    <a:pt x="2600348" y="2024126"/>
                  </a:lnTo>
                  <a:lnTo>
                    <a:pt x="2601193" y="2009183"/>
                  </a:lnTo>
                  <a:lnTo>
                    <a:pt x="2602038" y="2015889"/>
                  </a:lnTo>
                  <a:lnTo>
                    <a:pt x="2602883" y="2002406"/>
                  </a:lnTo>
                  <a:lnTo>
                    <a:pt x="2603728" y="1996002"/>
                  </a:lnTo>
                  <a:lnTo>
                    <a:pt x="2604573" y="2001840"/>
                  </a:lnTo>
                  <a:lnTo>
                    <a:pt x="2605419" y="2022738"/>
                  </a:lnTo>
                  <a:lnTo>
                    <a:pt x="2606264" y="2014906"/>
                  </a:lnTo>
                  <a:lnTo>
                    <a:pt x="2607109" y="1999112"/>
                  </a:lnTo>
                  <a:lnTo>
                    <a:pt x="2607954" y="2011008"/>
                  </a:lnTo>
                  <a:lnTo>
                    <a:pt x="2608799" y="2017412"/>
                  </a:lnTo>
                  <a:lnTo>
                    <a:pt x="2609644" y="2017412"/>
                  </a:lnTo>
                  <a:lnTo>
                    <a:pt x="2610489" y="2017412"/>
                  </a:lnTo>
                  <a:lnTo>
                    <a:pt x="2611334" y="2046687"/>
                  </a:lnTo>
                  <a:lnTo>
                    <a:pt x="2612179" y="2069756"/>
                  </a:lnTo>
                  <a:lnTo>
                    <a:pt x="2613024" y="2069756"/>
                  </a:lnTo>
                  <a:lnTo>
                    <a:pt x="2613869" y="2069756"/>
                  </a:lnTo>
                  <a:lnTo>
                    <a:pt x="2614715" y="2069756"/>
                  </a:lnTo>
                  <a:lnTo>
                    <a:pt x="2615560" y="2069756"/>
                  </a:lnTo>
                  <a:lnTo>
                    <a:pt x="2616405" y="2069756"/>
                  </a:lnTo>
                  <a:lnTo>
                    <a:pt x="2617250" y="2069756"/>
                  </a:lnTo>
                  <a:lnTo>
                    <a:pt x="2618095" y="2069756"/>
                  </a:lnTo>
                  <a:lnTo>
                    <a:pt x="2618940" y="2069756"/>
                  </a:lnTo>
                  <a:lnTo>
                    <a:pt x="2619785" y="2069756"/>
                  </a:lnTo>
                  <a:lnTo>
                    <a:pt x="2620630" y="2069756"/>
                  </a:lnTo>
                  <a:lnTo>
                    <a:pt x="2621475" y="2069756"/>
                  </a:lnTo>
                  <a:lnTo>
                    <a:pt x="2622320" y="2069756"/>
                  </a:lnTo>
                  <a:lnTo>
                    <a:pt x="2623165" y="2069756"/>
                  </a:lnTo>
                  <a:lnTo>
                    <a:pt x="2624011" y="2069756"/>
                  </a:lnTo>
                  <a:lnTo>
                    <a:pt x="2624856" y="2069756"/>
                  </a:lnTo>
                  <a:lnTo>
                    <a:pt x="2625701" y="2069756"/>
                  </a:lnTo>
                  <a:lnTo>
                    <a:pt x="2626546" y="2069756"/>
                  </a:lnTo>
                  <a:lnTo>
                    <a:pt x="2627391" y="2092441"/>
                  </a:lnTo>
                  <a:lnTo>
                    <a:pt x="2628236" y="2103286"/>
                  </a:lnTo>
                  <a:lnTo>
                    <a:pt x="2628236" y="2103286"/>
                  </a:lnTo>
                  <a:lnTo>
                    <a:pt x="2629081" y="2103286"/>
                  </a:lnTo>
                  <a:lnTo>
                    <a:pt x="2629926" y="2103286"/>
                  </a:lnTo>
                  <a:lnTo>
                    <a:pt x="2630771" y="2103286"/>
                  </a:lnTo>
                  <a:lnTo>
                    <a:pt x="2631616" y="2103286"/>
                  </a:lnTo>
                  <a:lnTo>
                    <a:pt x="2632461" y="2103286"/>
                  </a:lnTo>
                  <a:lnTo>
                    <a:pt x="2633307" y="2096588"/>
                  </a:lnTo>
                  <a:lnTo>
                    <a:pt x="2634152" y="2056452"/>
                  </a:lnTo>
                  <a:lnTo>
                    <a:pt x="2634997" y="2050873"/>
                  </a:lnTo>
                  <a:lnTo>
                    <a:pt x="2635842" y="2031220"/>
                  </a:lnTo>
                  <a:lnTo>
                    <a:pt x="2636687" y="2018615"/>
                  </a:lnTo>
                  <a:lnTo>
                    <a:pt x="2637532" y="2052152"/>
                  </a:lnTo>
                  <a:lnTo>
                    <a:pt x="2638377" y="2067056"/>
                  </a:lnTo>
                  <a:lnTo>
                    <a:pt x="2639222" y="2064661"/>
                  </a:lnTo>
                  <a:lnTo>
                    <a:pt x="2640067" y="2023049"/>
                  </a:lnTo>
                  <a:lnTo>
                    <a:pt x="2640912" y="1944768"/>
                  </a:lnTo>
                  <a:lnTo>
                    <a:pt x="2641757" y="1881906"/>
                  </a:lnTo>
                  <a:lnTo>
                    <a:pt x="2642603" y="1880856"/>
                  </a:lnTo>
                  <a:lnTo>
                    <a:pt x="2643448" y="1883557"/>
                  </a:lnTo>
                  <a:lnTo>
                    <a:pt x="2644293" y="1885952"/>
                  </a:lnTo>
                  <a:lnTo>
                    <a:pt x="2645138" y="1927563"/>
                  </a:lnTo>
                  <a:lnTo>
                    <a:pt x="2645983" y="2005843"/>
                  </a:lnTo>
                  <a:lnTo>
                    <a:pt x="2646828" y="2067746"/>
                  </a:lnTo>
                  <a:lnTo>
                    <a:pt x="2647673" y="2048222"/>
                  </a:lnTo>
                  <a:lnTo>
                    <a:pt x="2648518" y="2022524"/>
                  </a:lnTo>
                  <a:lnTo>
                    <a:pt x="2649363" y="2015661"/>
                  </a:lnTo>
                  <a:lnTo>
                    <a:pt x="2650208" y="2015661"/>
                  </a:lnTo>
                  <a:lnTo>
                    <a:pt x="2651054" y="2015662"/>
                  </a:lnTo>
                  <a:lnTo>
                    <a:pt x="2651899" y="2034664"/>
                  </a:lnTo>
                  <a:lnTo>
                    <a:pt x="2652744" y="2080322"/>
                  </a:lnTo>
                  <a:lnTo>
                    <a:pt x="2653589" y="2103286"/>
                  </a:lnTo>
                  <a:lnTo>
                    <a:pt x="2653589" y="2103286"/>
                  </a:lnTo>
                  <a:lnTo>
                    <a:pt x="2654434" y="2103286"/>
                  </a:lnTo>
                  <a:lnTo>
                    <a:pt x="2655279" y="2103286"/>
                  </a:lnTo>
                  <a:lnTo>
                    <a:pt x="2656124" y="2103286"/>
                  </a:lnTo>
                  <a:lnTo>
                    <a:pt x="2656969" y="2077796"/>
                  </a:lnTo>
                  <a:lnTo>
                    <a:pt x="2657814" y="2005857"/>
                  </a:lnTo>
                  <a:lnTo>
                    <a:pt x="2658659" y="1985968"/>
                  </a:lnTo>
                  <a:lnTo>
                    <a:pt x="2659504" y="2034731"/>
                  </a:lnTo>
                  <a:lnTo>
                    <a:pt x="2660350" y="2070210"/>
                  </a:lnTo>
                  <a:lnTo>
                    <a:pt x="2661195" y="2088964"/>
                  </a:lnTo>
                  <a:lnTo>
                    <a:pt x="2662040" y="2103286"/>
                  </a:lnTo>
                  <a:lnTo>
                    <a:pt x="2662040" y="2103286"/>
                  </a:lnTo>
                  <a:lnTo>
                    <a:pt x="2662885" y="2103286"/>
                  </a:lnTo>
                  <a:lnTo>
                    <a:pt x="2663730" y="2103286"/>
                  </a:lnTo>
                  <a:lnTo>
                    <a:pt x="2664575" y="2051201"/>
                  </a:lnTo>
                  <a:lnTo>
                    <a:pt x="2665420" y="1937491"/>
                  </a:lnTo>
                  <a:lnTo>
                    <a:pt x="2666265" y="1873044"/>
                  </a:lnTo>
                  <a:lnTo>
                    <a:pt x="2667110" y="1824826"/>
                  </a:lnTo>
                  <a:lnTo>
                    <a:pt x="2667955" y="1852653"/>
                  </a:lnTo>
                  <a:lnTo>
                    <a:pt x="2668800" y="1914215"/>
                  </a:lnTo>
                  <a:lnTo>
                    <a:pt x="2669646" y="2025648"/>
                  </a:lnTo>
                  <a:lnTo>
                    <a:pt x="2670491" y="2103286"/>
                  </a:lnTo>
                  <a:lnTo>
                    <a:pt x="2670491" y="2103286"/>
                  </a:lnTo>
                  <a:lnTo>
                    <a:pt x="2671336" y="2103286"/>
                  </a:lnTo>
                  <a:lnTo>
                    <a:pt x="2672181" y="2103286"/>
                  </a:lnTo>
                  <a:lnTo>
                    <a:pt x="2673026" y="2103286"/>
                  </a:lnTo>
                  <a:lnTo>
                    <a:pt x="2673871" y="2103286"/>
                  </a:lnTo>
                  <a:lnTo>
                    <a:pt x="2674716" y="2103286"/>
                  </a:lnTo>
                  <a:lnTo>
                    <a:pt x="2675561" y="2103286"/>
                  </a:lnTo>
                  <a:lnTo>
                    <a:pt x="2676406" y="2098368"/>
                  </a:lnTo>
                  <a:lnTo>
                    <a:pt x="2677251" y="2030198"/>
                  </a:lnTo>
                  <a:lnTo>
                    <a:pt x="2678096" y="2056540"/>
                  </a:lnTo>
                  <a:lnTo>
                    <a:pt x="2678942" y="2072810"/>
                  </a:lnTo>
                  <a:lnTo>
                    <a:pt x="2679787" y="2062514"/>
                  </a:lnTo>
                  <a:lnTo>
                    <a:pt x="2680632" y="2067941"/>
                  </a:lnTo>
                  <a:lnTo>
                    <a:pt x="2681477" y="2067478"/>
                  </a:lnTo>
                  <a:lnTo>
                    <a:pt x="2682322" y="2103286"/>
                  </a:lnTo>
                  <a:lnTo>
                    <a:pt x="2682322" y="2103286"/>
                  </a:lnTo>
                  <a:lnTo>
                    <a:pt x="2683167" y="2093380"/>
                  </a:lnTo>
                  <a:lnTo>
                    <a:pt x="2684012" y="2074046"/>
                  </a:lnTo>
                  <a:lnTo>
                    <a:pt x="2684857" y="2059846"/>
                  </a:lnTo>
                  <a:lnTo>
                    <a:pt x="2685702" y="2042492"/>
                  </a:lnTo>
                  <a:lnTo>
                    <a:pt x="2686547" y="2063576"/>
                  </a:lnTo>
                  <a:lnTo>
                    <a:pt x="2687392" y="2073507"/>
                  </a:lnTo>
                  <a:lnTo>
                    <a:pt x="2688238" y="2103286"/>
                  </a:lnTo>
                  <a:lnTo>
                    <a:pt x="2688238" y="2103286"/>
                  </a:lnTo>
                  <a:lnTo>
                    <a:pt x="2689083" y="2103286"/>
                  </a:lnTo>
                  <a:lnTo>
                    <a:pt x="2689928" y="2103286"/>
                  </a:lnTo>
                  <a:lnTo>
                    <a:pt x="2690773" y="2084199"/>
                  </a:lnTo>
                  <a:lnTo>
                    <a:pt x="2691618" y="2035822"/>
                  </a:lnTo>
                  <a:lnTo>
                    <a:pt x="2692463" y="1987912"/>
                  </a:lnTo>
                  <a:lnTo>
                    <a:pt x="2693308" y="1957386"/>
                  </a:lnTo>
                  <a:lnTo>
                    <a:pt x="2694153" y="1949737"/>
                  </a:lnTo>
                  <a:lnTo>
                    <a:pt x="2694998" y="1968644"/>
                  </a:lnTo>
                  <a:lnTo>
                    <a:pt x="2695843" y="1982749"/>
                  </a:lnTo>
                  <a:lnTo>
                    <a:pt x="2696688" y="1987622"/>
                  </a:lnTo>
                  <a:lnTo>
                    <a:pt x="2697534" y="2000779"/>
                  </a:lnTo>
                  <a:lnTo>
                    <a:pt x="2698379" y="2008257"/>
                  </a:lnTo>
                  <a:lnTo>
                    <a:pt x="2699224" y="1986004"/>
                  </a:lnTo>
                  <a:lnTo>
                    <a:pt x="2700069" y="1978134"/>
                  </a:lnTo>
                  <a:lnTo>
                    <a:pt x="2700914" y="2023667"/>
                  </a:lnTo>
                  <a:lnTo>
                    <a:pt x="2701759" y="2049281"/>
                  </a:lnTo>
                  <a:lnTo>
                    <a:pt x="2702604" y="2050956"/>
                  </a:lnTo>
                  <a:lnTo>
                    <a:pt x="2703449" y="2050957"/>
                  </a:lnTo>
                  <a:lnTo>
                    <a:pt x="2704294" y="2082452"/>
                  </a:lnTo>
                  <a:lnTo>
                    <a:pt x="2705139" y="2095431"/>
                  </a:lnTo>
                  <a:lnTo>
                    <a:pt x="2705984" y="2064521"/>
                  </a:lnTo>
                  <a:lnTo>
                    <a:pt x="2706830" y="2033685"/>
                  </a:lnTo>
                  <a:lnTo>
                    <a:pt x="2707675" y="2017963"/>
                  </a:lnTo>
                  <a:lnTo>
                    <a:pt x="2708520" y="1998359"/>
                  </a:lnTo>
                  <a:lnTo>
                    <a:pt x="2709365" y="1966531"/>
                  </a:lnTo>
                  <a:lnTo>
                    <a:pt x="2710210" y="1975477"/>
                  </a:lnTo>
                  <a:lnTo>
                    <a:pt x="2711055" y="2016277"/>
                  </a:lnTo>
                  <a:lnTo>
                    <a:pt x="2711900" y="2053197"/>
                  </a:lnTo>
                  <a:lnTo>
                    <a:pt x="2712745" y="2068920"/>
                  </a:lnTo>
                  <a:lnTo>
                    <a:pt x="2713590" y="2086092"/>
                  </a:lnTo>
                  <a:lnTo>
                    <a:pt x="2714435" y="2091090"/>
                  </a:lnTo>
                  <a:lnTo>
                    <a:pt x="2715281" y="2077042"/>
                  </a:lnTo>
                  <a:lnTo>
                    <a:pt x="2716126" y="2041434"/>
                  </a:lnTo>
                  <a:lnTo>
                    <a:pt x="2716971" y="2020581"/>
                  </a:lnTo>
                  <a:lnTo>
                    <a:pt x="2717816" y="2019440"/>
                  </a:lnTo>
                  <a:lnTo>
                    <a:pt x="2718661" y="1974125"/>
                  </a:lnTo>
                  <a:lnTo>
                    <a:pt x="2719506" y="1959092"/>
                  </a:lnTo>
                  <a:lnTo>
                    <a:pt x="2720351" y="1944883"/>
                  </a:lnTo>
                  <a:lnTo>
                    <a:pt x="2721196" y="1894643"/>
                  </a:lnTo>
                  <a:lnTo>
                    <a:pt x="2722041" y="1822933"/>
                  </a:lnTo>
                  <a:lnTo>
                    <a:pt x="2722886" y="1754646"/>
                  </a:lnTo>
                  <a:lnTo>
                    <a:pt x="2723731" y="1761843"/>
                  </a:lnTo>
                  <a:lnTo>
                    <a:pt x="2724577" y="1791981"/>
                  </a:lnTo>
                  <a:lnTo>
                    <a:pt x="2725422" y="1810929"/>
                  </a:lnTo>
                  <a:lnTo>
                    <a:pt x="2726267" y="1879837"/>
                  </a:lnTo>
                  <a:lnTo>
                    <a:pt x="2727112" y="1964580"/>
                  </a:lnTo>
                  <a:lnTo>
                    <a:pt x="2727957" y="1990881"/>
                  </a:lnTo>
                  <a:lnTo>
                    <a:pt x="2728802" y="1997647"/>
                  </a:lnTo>
                  <a:lnTo>
                    <a:pt x="2729647" y="1980495"/>
                  </a:lnTo>
                  <a:lnTo>
                    <a:pt x="2730492" y="1953197"/>
                  </a:lnTo>
                  <a:lnTo>
                    <a:pt x="2731337" y="1934559"/>
                  </a:lnTo>
                  <a:lnTo>
                    <a:pt x="2732182" y="1933099"/>
                  </a:lnTo>
                  <a:lnTo>
                    <a:pt x="2733027" y="1976227"/>
                  </a:lnTo>
                  <a:lnTo>
                    <a:pt x="2733873" y="2032502"/>
                  </a:lnTo>
                  <a:lnTo>
                    <a:pt x="2734718" y="2103286"/>
                  </a:lnTo>
                  <a:lnTo>
                    <a:pt x="2734718" y="2103286"/>
                  </a:lnTo>
                  <a:lnTo>
                    <a:pt x="2735563" y="2103286"/>
                  </a:lnTo>
                  <a:lnTo>
                    <a:pt x="2736408" y="2103286"/>
                  </a:lnTo>
                  <a:lnTo>
                    <a:pt x="2737253" y="2103286"/>
                  </a:lnTo>
                  <a:lnTo>
                    <a:pt x="2738098" y="2103286"/>
                  </a:lnTo>
                  <a:lnTo>
                    <a:pt x="2738943" y="2103286"/>
                  </a:lnTo>
                  <a:lnTo>
                    <a:pt x="2739788" y="2103286"/>
                  </a:lnTo>
                  <a:lnTo>
                    <a:pt x="2740633" y="2078105"/>
                  </a:lnTo>
                  <a:lnTo>
                    <a:pt x="2741478" y="2093672"/>
                  </a:lnTo>
                  <a:lnTo>
                    <a:pt x="2742323" y="2103286"/>
                  </a:lnTo>
                  <a:lnTo>
                    <a:pt x="2742323" y="2103286"/>
                  </a:lnTo>
                  <a:lnTo>
                    <a:pt x="2743169" y="2103286"/>
                  </a:lnTo>
                  <a:lnTo>
                    <a:pt x="2744014" y="2100156"/>
                  </a:lnTo>
                  <a:lnTo>
                    <a:pt x="2744859" y="2101667"/>
                  </a:lnTo>
                  <a:lnTo>
                    <a:pt x="2745704" y="2103286"/>
                  </a:lnTo>
                  <a:lnTo>
                    <a:pt x="2745704" y="2103286"/>
                  </a:lnTo>
                  <a:lnTo>
                    <a:pt x="2746549" y="2099319"/>
                  </a:lnTo>
                  <a:lnTo>
                    <a:pt x="2747394" y="2078826"/>
                  </a:lnTo>
                  <a:lnTo>
                    <a:pt x="2748239" y="2069756"/>
                  </a:lnTo>
                  <a:lnTo>
                    <a:pt x="2749084" y="2051594"/>
                  </a:lnTo>
                  <a:lnTo>
                    <a:pt x="2749929" y="2019258"/>
                  </a:lnTo>
                  <a:lnTo>
                    <a:pt x="2750774" y="2005515"/>
                  </a:lnTo>
                  <a:lnTo>
                    <a:pt x="2751619" y="1998764"/>
                  </a:lnTo>
                  <a:lnTo>
                    <a:pt x="2752465" y="2010647"/>
                  </a:lnTo>
                  <a:lnTo>
                    <a:pt x="2753310" y="2029057"/>
                  </a:lnTo>
                  <a:lnTo>
                    <a:pt x="2754155" y="2062798"/>
                  </a:lnTo>
                  <a:lnTo>
                    <a:pt x="2755000" y="2076661"/>
                  </a:lnTo>
                  <a:lnTo>
                    <a:pt x="2755845" y="2065183"/>
                  </a:lnTo>
                  <a:lnTo>
                    <a:pt x="2756690" y="2062501"/>
                  </a:lnTo>
                  <a:lnTo>
                    <a:pt x="2757535" y="2050619"/>
                  </a:lnTo>
                  <a:lnTo>
                    <a:pt x="2758380" y="2032208"/>
                  </a:lnTo>
                  <a:lnTo>
                    <a:pt x="2759225" y="2016628"/>
                  </a:lnTo>
                  <a:lnTo>
                    <a:pt x="2760070" y="2035099"/>
                  </a:lnTo>
                  <a:lnTo>
                    <a:pt x="2760915" y="2041611"/>
                  </a:lnTo>
                  <a:lnTo>
                    <a:pt x="2761761" y="2022719"/>
                  </a:lnTo>
                  <a:lnTo>
                    <a:pt x="2762606" y="2016127"/>
                  </a:lnTo>
                  <a:lnTo>
                    <a:pt x="2763451" y="2016127"/>
                  </a:lnTo>
                  <a:lnTo>
                    <a:pt x="2764296" y="1999675"/>
                  </a:lnTo>
                  <a:lnTo>
                    <a:pt x="2765141" y="1971434"/>
                  </a:lnTo>
                  <a:lnTo>
                    <a:pt x="2765986" y="1980909"/>
                  </a:lnTo>
                  <a:lnTo>
                    <a:pt x="2766831" y="2009235"/>
                  </a:lnTo>
                  <a:lnTo>
                    <a:pt x="2767676" y="2015828"/>
                  </a:lnTo>
                  <a:lnTo>
                    <a:pt x="2768521" y="2015828"/>
                  </a:lnTo>
                  <a:lnTo>
                    <a:pt x="2769366" y="2032279"/>
                  </a:lnTo>
                  <a:lnTo>
                    <a:pt x="2770211" y="2060520"/>
                  </a:lnTo>
                  <a:lnTo>
                    <a:pt x="2771057" y="2069756"/>
                  </a:lnTo>
                  <a:lnTo>
                    <a:pt x="2771902" y="2081271"/>
                  </a:lnTo>
                  <a:lnTo>
                    <a:pt x="2772747" y="2080716"/>
                  </a:lnTo>
                  <a:lnTo>
                    <a:pt x="2773592" y="2060506"/>
                  </a:lnTo>
                  <a:lnTo>
                    <a:pt x="2774437" y="2066374"/>
                  </a:lnTo>
                  <a:lnTo>
                    <a:pt x="2775282" y="2066375"/>
                  </a:lnTo>
                  <a:lnTo>
                    <a:pt x="2776127" y="2071742"/>
                  </a:lnTo>
                  <a:lnTo>
                    <a:pt x="2776972" y="2080720"/>
                  </a:lnTo>
                  <a:lnTo>
                    <a:pt x="2777817" y="2071140"/>
                  </a:lnTo>
                  <a:lnTo>
                    <a:pt x="2778662" y="2064428"/>
                  </a:lnTo>
                  <a:lnTo>
                    <a:pt x="2779508" y="2048742"/>
                  </a:lnTo>
                  <a:lnTo>
                    <a:pt x="2780353" y="2062078"/>
                  </a:lnTo>
                  <a:lnTo>
                    <a:pt x="2781198" y="2076531"/>
                  </a:lnTo>
                  <a:lnTo>
                    <a:pt x="2782043" y="2076066"/>
                  </a:lnTo>
                  <a:lnTo>
                    <a:pt x="2782888" y="2101355"/>
                  </a:lnTo>
                  <a:lnTo>
                    <a:pt x="2783733" y="2103286"/>
                  </a:lnTo>
                  <a:lnTo>
                    <a:pt x="2783733" y="2103286"/>
                  </a:lnTo>
                  <a:lnTo>
                    <a:pt x="2784578" y="2103286"/>
                  </a:lnTo>
                  <a:lnTo>
                    <a:pt x="2785423" y="2103286"/>
                  </a:lnTo>
                  <a:lnTo>
                    <a:pt x="2786268" y="2069269"/>
                  </a:lnTo>
                  <a:lnTo>
                    <a:pt x="2787113" y="2001385"/>
                  </a:lnTo>
                  <a:lnTo>
                    <a:pt x="2787958" y="1960136"/>
                  </a:lnTo>
                  <a:lnTo>
                    <a:pt x="2788804" y="1944210"/>
                  </a:lnTo>
                  <a:lnTo>
                    <a:pt x="2789649" y="1934714"/>
                  </a:lnTo>
                  <a:lnTo>
                    <a:pt x="2790494" y="1937963"/>
                  </a:lnTo>
                  <a:lnTo>
                    <a:pt x="2791339" y="1999911"/>
                  </a:lnTo>
                  <a:lnTo>
                    <a:pt x="2792184" y="2047767"/>
                  </a:lnTo>
                  <a:lnTo>
                    <a:pt x="2793029" y="2073858"/>
                  </a:lnTo>
                  <a:lnTo>
                    <a:pt x="2793874" y="2089785"/>
                  </a:lnTo>
                  <a:lnTo>
                    <a:pt x="2794719" y="2090203"/>
                  </a:lnTo>
                  <a:lnTo>
                    <a:pt x="2795564" y="2054592"/>
                  </a:lnTo>
                  <a:lnTo>
                    <a:pt x="2796409" y="2011045"/>
                  </a:lnTo>
                  <a:lnTo>
                    <a:pt x="2797254" y="1978750"/>
                  </a:lnTo>
                  <a:lnTo>
                    <a:pt x="2798100" y="1963676"/>
                  </a:lnTo>
                  <a:lnTo>
                    <a:pt x="2798945" y="1963678"/>
                  </a:lnTo>
                  <a:lnTo>
                    <a:pt x="2799790" y="1967472"/>
                  </a:lnTo>
                  <a:lnTo>
                    <a:pt x="2800635" y="1990128"/>
                  </a:lnTo>
                  <a:lnTo>
                    <a:pt x="2801480" y="2021709"/>
                  </a:lnTo>
                  <a:lnTo>
                    <a:pt x="2802325" y="1992934"/>
                  </a:lnTo>
                  <a:lnTo>
                    <a:pt x="2803170" y="1955171"/>
                  </a:lnTo>
                  <a:lnTo>
                    <a:pt x="2804015" y="1925524"/>
                  </a:lnTo>
                  <a:lnTo>
                    <a:pt x="2804860" y="1923936"/>
                  </a:lnTo>
                  <a:lnTo>
                    <a:pt x="2805705" y="1923937"/>
                  </a:lnTo>
                  <a:lnTo>
                    <a:pt x="2806550" y="1924617"/>
                  </a:lnTo>
                  <a:lnTo>
                    <a:pt x="2807396" y="1985687"/>
                  </a:lnTo>
                  <a:lnTo>
                    <a:pt x="2808241" y="2025938"/>
                  </a:lnTo>
                  <a:lnTo>
                    <a:pt x="2809086" y="2023339"/>
                  </a:lnTo>
                  <a:lnTo>
                    <a:pt x="2809931" y="1991775"/>
                  </a:lnTo>
                  <a:lnTo>
                    <a:pt x="2810776" y="1966172"/>
                  </a:lnTo>
                  <a:lnTo>
                    <a:pt x="2811621" y="1957022"/>
                  </a:lnTo>
                  <a:lnTo>
                    <a:pt x="2812466" y="1957024"/>
                  </a:lnTo>
                  <a:lnTo>
                    <a:pt x="2813311" y="1955625"/>
                  </a:lnTo>
                  <a:lnTo>
                    <a:pt x="2814156" y="1957757"/>
                  </a:lnTo>
                  <a:lnTo>
                    <a:pt x="2815001" y="1981279"/>
                  </a:lnTo>
                  <a:lnTo>
                    <a:pt x="2815846" y="2006883"/>
                  </a:lnTo>
                  <a:lnTo>
                    <a:pt x="2816692" y="2016032"/>
                  </a:lnTo>
                  <a:lnTo>
                    <a:pt x="2817537" y="2025543"/>
                  </a:lnTo>
                  <a:lnTo>
                    <a:pt x="2818382" y="2060015"/>
                  </a:lnTo>
                  <a:lnTo>
                    <a:pt x="2819227" y="2096752"/>
                  </a:lnTo>
                  <a:lnTo>
                    <a:pt x="2820072" y="2103286"/>
                  </a:lnTo>
                  <a:lnTo>
                    <a:pt x="2820072" y="2103286"/>
                  </a:lnTo>
                  <a:lnTo>
                    <a:pt x="2820917" y="2103286"/>
                  </a:lnTo>
                  <a:lnTo>
                    <a:pt x="2821762" y="2103286"/>
                  </a:lnTo>
                  <a:lnTo>
                    <a:pt x="2822607" y="2103286"/>
                  </a:lnTo>
                  <a:lnTo>
                    <a:pt x="2823452" y="2059130"/>
                  </a:lnTo>
                  <a:lnTo>
                    <a:pt x="2824297" y="1991177"/>
                  </a:lnTo>
                  <a:lnTo>
                    <a:pt x="2825142" y="1964317"/>
                  </a:lnTo>
                  <a:lnTo>
                    <a:pt x="2825988" y="1953162"/>
                  </a:lnTo>
                  <a:lnTo>
                    <a:pt x="2826833" y="1944900"/>
                  </a:lnTo>
                  <a:lnTo>
                    <a:pt x="2827678" y="1986343"/>
                  </a:lnTo>
                  <a:lnTo>
                    <a:pt x="2828523" y="2041062"/>
                  </a:lnTo>
                  <a:lnTo>
                    <a:pt x="2829368" y="2103286"/>
                  </a:lnTo>
                  <a:lnTo>
                    <a:pt x="2829368" y="2103286"/>
                  </a:lnTo>
                  <a:lnTo>
                    <a:pt x="2830213" y="2103286"/>
                  </a:lnTo>
                  <a:lnTo>
                    <a:pt x="2831058" y="2103286"/>
                  </a:lnTo>
                  <a:lnTo>
                    <a:pt x="2831903" y="2095481"/>
                  </a:lnTo>
                  <a:lnTo>
                    <a:pt x="2832748" y="2061577"/>
                  </a:lnTo>
                  <a:lnTo>
                    <a:pt x="2833593" y="2056537"/>
                  </a:lnTo>
                  <a:lnTo>
                    <a:pt x="2834438" y="2060419"/>
                  </a:lnTo>
                  <a:lnTo>
                    <a:pt x="2835284" y="2060420"/>
                  </a:lnTo>
                  <a:lnTo>
                    <a:pt x="2836129" y="2064408"/>
                  </a:lnTo>
                  <a:lnTo>
                    <a:pt x="2836974" y="2063152"/>
                  </a:lnTo>
                  <a:lnTo>
                    <a:pt x="2837819" y="2053104"/>
                  </a:lnTo>
                  <a:lnTo>
                    <a:pt x="2838664" y="2019681"/>
                  </a:lnTo>
                  <a:lnTo>
                    <a:pt x="2839509" y="2000334"/>
                  </a:lnTo>
                  <a:lnTo>
                    <a:pt x="2840354" y="1975097"/>
                  </a:lnTo>
                  <a:lnTo>
                    <a:pt x="2841199" y="1967318"/>
                  </a:lnTo>
                  <a:lnTo>
                    <a:pt x="2842044" y="1985790"/>
                  </a:lnTo>
                  <a:lnTo>
                    <a:pt x="2842889" y="1999163"/>
                  </a:lnTo>
                  <a:lnTo>
                    <a:pt x="2843735" y="1997940"/>
                  </a:lnTo>
                  <a:lnTo>
                    <a:pt x="2844580" y="2010107"/>
                  </a:lnTo>
                  <a:lnTo>
                    <a:pt x="2845425" y="2035344"/>
                  </a:lnTo>
                  <a:lnTo>
                    <a:pt x="2846270" y="2050610"/>
                  </a:lnTo>
                  <a:lnTo>
                    <a:pt x="2847115" y="2052095"/>
                  </a:lnTo>
                  <a:lnTo>
                    <a:pt x="2847960" y="2077910"/>
                  </a:lnTo>
                  <a:lnTo>
                    <a:pt x="2848805" y="2097080"/>
                  </a:lnTo>
                  <a:lnTo>
                    <a:pt x="2849650" y="2103286"/>
                  </a:lnTo>
                  <a:lnTo>
                    <a:pt x="2849650" y="2103286"/>
                  </a:lnTo>
                  <a:lnTo>
                    <a:pt x="2850495" y="2103286"/>
                  </a:lnTo>
                  <a:lnTo>
                    <a:pt x="2851340" y="2103286"/>
                  </a:lnTo>
                  <a:lnTo>
                    <a:pt x="2852185" y="2103286"/>
                  </a:lnTo>
                  <a:lnTo>
                    <a:pt x="2853031" y="2103286"/>
                  </a:lnTo>
                  <a:lnTo>
                    <a:pt x="2853876" y="2103286"/>
                  </a:lnTo>
                  <a:lnTo>
                    <a:pt x="2854721" y="2103286"/>
                  </a:lnTo>
                  <a:lnTo>
                    <a:pt x="2855566" y="2103286"/>
                  </a:lnTo>
                  <a:lnTo>
                    <a:pt x="2856411" y="2057182"/>
                  </a:lnTo>
                  <a:lnTo>
                    <a:pt x="2857256" y="1988507"/>
                  </a:lnTo>
                  <a:lnTo>
                    <a:pt x="2858101" y="1917301"/>
                  </a:lnTo>
                  <a:lnTo>
                    <a:pt x="2858946" y="1852091"/>
                  </a:lnTo>
                  <a:lnTo>
                    <a:pt x="2859791" y="1776975"/>
                  </a:lnTo>
                  <a:lnTo>
                    <a:pt x="2860636" y="1767469"/>
                  </a:lnTo>
                  <a:lnTo>
                    <a:pt x="2861481" y="1842639"/>
                  </a:lnTo>
                  <a:lnTo>
                    <a:pt x="2862327" y="1914036"/>
                  </a:lnTo>
                  <a:lnTo>
                    <a:pt x="2863172" y="1956316"/>
                  </a:lnTo>
                  <a:lnTo>
                    <a:pt x="2864017" y="1986898"/>
                  </a:lnTo>
                  <a:lnTo>
                    <a:pt x="2864862" y="2035521"/>
                  </a:lnTo>
                  <a:lnTo>
                    <a:pt x="2865707" y="2065023"/>
                  </a:lnTo>
                  <a:lnTo>
                    <a:pt x="2866552" y="2060463"/>
                  </a:lnTo>
                  <a:lnTo>
                    <a:pt x="2867397" y="2076512"/>
                  </a:lnTo>
                  <a:lnTo>
                    <a:pt x="2868242" y="2103286"/>
                  </a:lnTo>
                  <a:lnTo>
                    <a:pt x="2868242" y="2103286"/>
                  </a:lnTo>
                  <a:lnTo>
                    <a:pt x="2869087" y="2074568"/>
                  </a:lnTo>
                  <a:lnTo>
                    <a:pt x="2869932" y="2058843"/>
                  </a:lnTo>
                  <a:lnTo>
                    <a:pt x="2870777" y="2031579"/>
                  </a:lnTo>
                  <a:lnTo>
                    <a:pt x="2871623" y="1995434"/>
                  </a:lnTo>
                  <a:lnTo>
                    <a:pt x="2872468" y="1954732"/>
                  </a:lnTo>
                  <a:lnTo>
                    <a:pt x="2873313" y="1893541"/>
                  </a:lnTo>
                  <a:lnTo>
                    <a:pt x="2874158" y="1923129"/>
                  </a:lnTo>
                  <a:lnTo>
                    <a:pt x="2875003" y="1954044"/>
                  </a:lnTo>
                  <a:lnTo>
                    <a:pt x="2875848" y="1956553"/>
                  </a:lnTo>
                  <a:lnTo>
                    <a:pt x="2876693" y="1961599"/>
                  </a:lnTo>
                  <a:lnTo>
                    <a:pt x="2877538" y="1974923"/>
                  </a:lnTo>
                  <a:lnTo>
                    <a:pt x="2878383" y="1991143"/>
                  </a:lnTo>
                  <a:lnTo>
                    <a:pt x="2879228" y="1992005"/>
                  </a:lnTo>
                  <a:lnTo>
                    <a:pt x="2880073" y="2015500"/>
                  </a:lnTo>
                  <a:lnTo>
                    <a:pt x="2880919" y="2057691"/>
                  </a:lnTo>
                  <a:lnTo>
                    <a:pt x="2881764" y="2052473"/>
                  </a:lnTo>
                  <a:lnTo>
                    <a:pt x="2882609" y="2034941"/>
                  </a:lnTo>
                  <a:lnTo>
                    <a:pt x="2883454" y="2042387"/>
                  </a:lnTo>
                  <a:lnTo>
                    <a:pt x="2884299" y="2058044"/>
                  </a:lnTo>
                  <a:lnTo>
                    <a:pt x="2885144" y="2045370"/>
                  </a:lnTo>
                  <a:lnTo>
                    <a:pt x="2885989" y="2023381"/>
                  </a:lnTo>
                  <a:lnTo>
                    <a:pt x="2886834" y="1995241"/>
                  </a:lnTo>
                  <a:lnTo>
                    <a:pt x="2887679" y="1974679"/>
                  </a:lnTo>
                  <a:lnTo>
                    <a:pt x="2888524" y="1991280"/>
                  </a:lnTo>
                  <a:lnTo>
                    <a:pt x="2889369" y="2006694"/>
                  </a:lnTo>
                  <a:lnTo>
                    <a:pt x="2890215" y="1977796"/>
                  </a:lnTo>
                  <a:lnTo>
                    <a:pt x="2891060" y="1923340"/>
                  </a:lnTo>
                  <a:lnTo>
                    <a:pt x="2891905" y="1913881"/>
                  </a:lnTo>
                  <a:lnTo>
                    <a:pt x="2892750" y="1879769"/>
                  </a:lnTo>
                  <a:lnTo>
                    <a:pt x="2893595" y="1789002"/>
                  </a:lnTo>
                  <a:lnTo>
                    <a:pt x="2894440" y="1685535"/>
                  </a:lnTo>
                  <a:lnTo>
                    <a:pt x="2895285" y="1631272"/>
                  </a:lnTo>
                  <a:lnTo>
                    <a:pt x="2896130" y="1624543"/>
                  </a:lnTo>
                  <a:lnTo>
                    <a:pt x="2896975" y="1653631"/>
                  </a:lnTo>
                  <a:lnTo>
                    <a:pt x="2897820" y="1691670"/>
                  </a:lnTo>
                  <a:lnTo>
                    <a:pt x="2898666" y="1716012"/>
                  </a:lnTo>
                  <a:lnTo>
                    <a:pt x="2899511" y="1697589"/>
                  </a:lnTo>
                  <a:lnTo>
                    <a:pt x="2900356" y="1686369"/>
                  </a:lnTo>
                  <a:lnTo>
                    <a:pt x="2901201" y="1679343"/>
                  </a:lnTo>
                  <a:lnTo>
                    <a:pt x="2902046" y="1665203"/>
                  </a:lnTo>
                  <a:lnTo>
                    <a:pt x="2902891" y="1671092"/>
                  </a:lnTo>
                  <a:lnTo>
                    <a:pt x="2903736" y="1690326"/>
                  </a:lnTo>
                  <a:lnTo>
                    <a:pt x="2904581" y="1757922"/>
                  </a:lnTo>
                  <a:lnTo>
                    <a:pt x="2905426" y="1794501"/>
                  </a:lnTo>
                  <a:lnTo>
                    <a:pt x="2906271" y="1738532"/>
                  </a:lnTo>
                  <a:lnTo>
                    <a:pt x="2907116" y="1694747"/>
                  </a:lnTo>
                  <a:lnTo>
                    <a:pt x="2907962" y="1724453"/>
                  </a:lnTo>
                  <a:lnTo>
                    <a:pt x="2908807" y="1733887"/>
                  </a:lnTo>
                  <a:lnTo>
                    <a:pt x="2909652" y="1688024"/>
                  </a:lnTo>
                  <a:lnTo>
                    <a:pt x="2910497" y="1702349"/>
                  </a:lnTo>
                  <a:lnTo>
                    <a:pt x="2911342" y="1782073"/>
                  </a:lnTo>
                  <a:lnTo>
                    <a:pt x="2912187" y="1788609"/>
                  </a:lnTo>
                  <a:lnTo>
                    <a:pt x="2913032" y="1716263"/>
                  </a:lnTo>
                  <a:lnTo>
                    <a:pt x="2913877" y="1681907"/>
                  </a:lnTo>
                  <a:lnTo>
                    <a:pt x="2914722" y="1731746"/>
                  </a:lnTo>
                  <a:lnTo>
                    <a:pt x="2915567" y="1775220"/>
                  </a:lnTo>
                  <a:lnTo>
                    <a:pt x="2916412" y="1826620"/>
                  </a:lnTo>
                  <a:lnTo>
                    <a:pt x="2917258" y="1917794"/>
                  </a:lnTo>
                  <a:lnTo>
                    <a:pt x="2918103" y="1987250"/>
                  </a:lnTo>
                  <a:lnTo>
                    <a:pt x="2918948" y="2033482"/>
                  </a:lnTo>
                  <a:lnTo>
                    <a:pt x="2919793" y="2059729"/>
                  </a:lnTo>
                  <a:lnTo>
                    <a:pt x="2920638" y="2059730"/>
                  </a:lnTo>
                  <a:lnTo>
                    <a:pt x="2921483" y="2045907"/>
                  </a:lnTo>
                  <a:lnTo>
                    <a:pt x="2922328" y="2028461"/>
                  </a:lnTo>
                  <a:lnTo>
                    <a:pt x="2923173" y="2039986"/>
                  </a:lnTo>
                  <a:lnTo>
                    <a:pt x="2924018" y="2079930"/>
                  </a:lnTo>
                  <a:lnTo>
                    <a:pt x="2924863" y="2103286"/>
                  </a:lnTo>
                  <a:lnTo>
                    <a:pt x="2924863" y="2103286"/>
                  </a:lnTo>
                  <a:lnTo>
                    <a:pt x="2925708" y="2088811"/>
                  </a:lnTo>
                  <a:lnTo>
                    <a:pt x="2926554" y="2097755"/>
                  </a:lnTo>
                  <a:lnTo>
                    <a:pt x="2927399" y="2103286"/>
                  </a:lnTo>
                  <a:lnTo>
                    <a:pt x="2927399" y="2103286"/>
                  </a:lnTo>
                  <a:lnTo>
                    <a:pt x="2928244" y="2103286"/>
                  </a:lnTo>
                  <a:lnTo>
                    <a:pt x="2929089" y="2098094"/>
                  </a:lnTo>
                  <a:lnTo>
                    <a:pt x="2929934" y="2057345"/>
                  </a:lnTo>
                  <a:lnTo>
                    <a:pt x="2930779" y="2022264"/>
                  </a:lnTo>
                  <a:lnTo>
                    <a:pt x="2931624" y="1978886"/>
                  </a:lnTo>
                  <a:lnTo>
                    <a:pt x="2932469" y="1962598"/>
                  </a:lnTo>
                  <a:lnTo>
                    <a:pt x="2933314" y="1967432"/>
                  </a:lnTo>
                  <a:lnTo>
                    <a:pt x="2934159" y="1952063"/>
                  </a:lnTo>
                  <a:lnTo>
                    <a:pt x="2935004" y="1973787"/>
                  </a:lnTo>
                  <a:lnTo>
                    <a:pt x="2935850" y="2005819"/>
                  </a:lnTo>
                  <a:lnTo>
                    <a:pt x="2936695" y="2015599"/>
                  </a:lnTo>
                  <a:lnTo>
                    <a:pt x="2937540" y="2009382"/>
                  </a:lnTo>
                  <a:lnTo>
                    <a:pt x="2938385" y="2000525"/>
                  </a:lnTo>
                  <a:lnTo>
                    <a:pt x="2939230" y="1966053"/>
                  </a:lnTo>
                  <a:lnTo>
                    <a:pt x="2940075" y="1926329"/>
                  </a:lnTo>
                  <a:lnTo>
                    <a:pt x="2940920" y="1920431"/>
                  </a:lnTo>
                  <a:lnTo>
                    <a:pt x="2941765" y="1979000"/>
                  </a:lnTo>
                  <a:lnTo>
                    <a:pt x="2942610" y="2001436"/>
                  </a:lnTo>
                  <a:lnTo>
                    <a:pt x="2943455" y="2005460"/>
                  </a:lnTo>
                  <a:lnTo>
                    <a:pt x="2944300" y="2055181"/>
                  </a:lnTo>
                  <a:lnTo>
                    <a:pt x="2945146" y="2096082"/>
                  </a:lnTo>
                  <a:lnTo>
                    <a:pt x="2945991" y="2103286"/>
                  </a:lnTo>
                  <a:lnTo>
                    <a:pt x="2945991" y="2103286"/>
                  </a:lnTo>
                  <a:lnTo>
                    <a:pt x="2946836" y="2071137"/>
                  </a:lnTo>
                  <a:lnTo>
                    <a:pt x="2947681" y="2042576"/>
                  </a:lnTo>
                  <a:lnTo>
                    <a:pt x="2948526" y="2009663"/>
                  </a:lnTo>
                  <a:lnTo>
                    <a:pt x="2949371" y="1975005"/>
                  </a:lnTo>
                  <a:lnTo>
                    <a:pt x="2950216" y="1971028"/>
                  </a:lnTo>
                  <a:lnTo>
                    <a:pt x="2951061" y="2005139"/>
                  </a:lnTo>
                  <a:lnTo>
                    <a:pt x="2951906" y="2039121"/>
                  </a:lnTo>
                  <a:lnTo>
                    <a:pt x="2952751" y="2044434"/>
                  </a:lnTo>
                  <a:lnTo>
                    <a:pt x="2953596" y="2064724"/>
                  </a:lnTo>
                  <a:lnTo>
                    <a:pt x="2954442" y="2084133"/>
                  </a:lnTo>
                  <a:lnTo>
                    <a:pt x="2955287" y="2084133"/>
                  </a:lnTo>
                  <a:lnTo>
                    <a:pt x="2956132" y="2066471"/>
                  </a:lnTo>
                  <a:lnTo>
                    <a:pt x="2956977" y="2047326"/>
                  </a:lnTo>
                  <a:lnTo>
                    <a:pt x="2957822" y="2057133"/>
                  </a:lnTo>
                  <a:lnTo>
                    <a:pt x="2958667" y="2069756"/>
                  </a:lnTo>
                  <a:lnTo>
                    <a:pt x="2959512" y="2069756"/>
                  </a:lnTo>
                  <a:lnTo>
                    <a:pt x="2960357" y="2051310"/>
                  </a:lnTo>
                  <a:lnTo>
                    <a:pt x="2961202" y="2022735"/>
                  </a:lnTo>
                  <a:lnTo>
                    <a:pt x="2962047" y="2015353"/>
                  </a:lnTo>
                  <a:lnTo>
                    <a:pt x="2962893" y="2004939"/>
                  </a:lnTo>
                  <a:lnTo>
                    <a:pt x="2963738" y="1948812"/>
                  </a:lnTo>
                  <a:lnTo>
                    <a:pt x="2964583" y="1907832"/>
                  </a:lnTo>
                  <a:lnTo>
                    <a:pt x="2965428" y="1926278"/>
                  </a:lnTo>
                  <a:lnTo>
                    <a:pt x="2966273" y="1954852"/>
                  </a:lnTo>
                  <a:lnTo>
                    <a:pt x="2967118" y="1962235"/>
                  </a:lnTo>
                  <a:lnTo>
                    <a:pt x="2967963" y="1972649"/>
                  </a:lnTo>
                  <a:lnTo>
                    <a:pt x="2968808" y="2028776"/>
                  </a:lnTo>
                  <a:lnTo>
                    <a:pt x="2969653" y="2067613"/>
                  </a:lnTo>
                  <a:lnTo>
                    <a:pt x="2970498" y="2044087"/>
                  </a:lnTo>
                  <a:lnTo>
                    <a:pt x="2971343" y="2019442"/>
                  </a:lnTo>
                  <a:lnTo>
                    <a:pt x="2972189" y="2016008"/>
                  </a:lnTo>
                  <a:lnTo>
                    <a:pt x="2973034" y="2016009"/>
                  </a:lnTo>
                  <a:lnTo>
                    <a:pt x="2973879" y="2016009"/>
                  </a:lnTo>
                  <a:lnTo>
                    <a:pt x="2974724" y="2027726"/>
                  </a:lnTo>
                  <a:lnTo>
                    <a:pt x="2975569" y="2071743"/>
                  </a:lnTo>
                  <a:lnTo>
                    <a:pt x="2976414" y="2099812"/>
                  </a:lnTo>
                  <a:lnTo>
                    <a:pt x="2977259" y="2103247"/>
                  </a:lnTo>
                  <a:lnTo>
                    <a:pt x="2978104" y="2103248"/>
                  </a:lnTo>
                  <a:lnTo>
                    <a:pt x="2978949" y="2103286"/>
                  </a:lnTo>
                  <a:lnTo>
                    <a:pt x="2978949" y="2103286"/>
                  </a:lnTo>
                  <a:lnTo>
                    <a:pt x="2979794" y="2103286"/>
                  </a:lnTo>
                  <a:lnTo>
                    <a:pt x="2980639" y="2103286"/>
                  </a:lnTo>
                  <a:lnTo>
                    <a:pt x="2981485" y="2103286"/>
                  </a:lnTo>
                  <a:lnTo>
                    <a:pt x="2982330" y="2103286"/>
                  </a:lnTo>
                  <a:lnTo>
                    <a:pt x="2983175" y="2103286"/>
                  </a:lnTo>
                  <a:lnTo>
                    <a:pt x="2984020" y="2103286"/>
                  </a:lnTo>
                  <a:lnTo>
                    <a:pt x="2984865" y="2096448"/>
                  </a:lnTo>
                  <a:lnTo>
                    <a:pt x="2985710" y="2051140"/>
                  </a:lnTo>
                  <a:lnTo>
                    <a:pt x="2986555" y="2049383"/>
                  </a:lnTo>
                  <a:lnTo>
                    <a:pt x="2987400" y="2040524"/>
                  </a:lnTo>
                  <a:lnTo>
                    <a:pt x="2988245" y="2021192"/>
                  </a:lnTo>
                  <a:lnTo>
                    <a:pt x="2989090" y="2007856"/>
                  </a:lnTo>
                  <a:lnTo>
                    <a:pt x="2989935" y="2020787"/>
                  </a:lnTo>
                  <a:lnTo>
                    <a:pt x="2990781" y="2045431"/>
                  </a:lnTo>
                  <a:lnTo>
                    <a:pt x="2991626" y="2071682"/>
                  </a:lnTo>
                  <a:lnTo>
                    <a:pt x="2992471" y="2085351"/>
                  </a:lnTo>
                  <a:lnTo>
                    <a:pt x="2993316" y="2081117"/>
                  </a:lnTo>
                  <a:lnTo>
                    <a:pt x="2994161" y="2076237"/>
                  </a:lnTo>
                  <a:lnTo>
                    <a:pt x="2995006" y="2060970"/>
                  </a:lnTo>
                  <a:lnTo>
                    <a:pt x="2995851" y="2038300"/>
                  </a:lnTo>
                  <a:lnTo>
                    <a:pt x="2996696" y="1985522"/>
                  </a:lnTo>
                  <a:lnTo>
                    <a:pt x="2997541" y="1916771"/>
                  </a:lnTo>
                  <a:lnTo>
                    <a:pt x="2998386" y="1922915"/>
                  </a:lnTo>
                  <a:lnTo>
                    <a:pt x="2999231" y="1941131"/>
                  </a:lnTo>
                  <a:lnTo>
                    <a:pt x="3000077" y="1937387"/>
                  </a:lnTo>
                  <a:lnTo>
                    <a:pt x="3000922" y="1931986"/>
                  </a:lnTo>
                  <a:lnTo>
                    <a:pt x="3001767" y="1963020"/>
                  </a:lnTo>
                  <a:lnTo>
                    <a:pt x="3002612" y="2012245"/>
                  </a:lnTo>
                  <a:lnTo>
                    <a:pt x="3003457" y="1997442"/>
                  </a:lnTo>
                  <a:lnTo>
                    <a:pt x="3004302" y="1948095"/>
                  </a:lnTo>
                  <a:lnTo>
                    <a:pt x="3005147" y="1935196"/>
                  </a:lnTo>
                  <a:lnTo>
                    <a:pt x="3005992" y="1939933"/>
                  </a:lnTo>
                  <a:lnTo>
                    <a:pt x="3006837" y="1935554"/>
                  </a:lnTo>
                  <a:lnTo>
                    <a:pt x="3007682" y="1934835"/>
                  </a:lnTo>
                  <a:lnTo>
                    <a:pt x="3008527" y="1959618"/>
                  </a:lnTo>
                  <a:lnTo>
                    <a:pt x="3009373" y="2008966"/>
                  </a:lnTo>
                  <a:lnTo>
                    <a:pt x="3010218" y="2041074"/>
                  </a:lnTo>
                  <a:lnTo>
                    <a:pt x="3011063" y="2064409"/>
                  </a:lnTo>
                  <a:lnTo>
                    <a:pt x="3011908" y="2080470"/>
                  </a:lnTo>
                  <a:lnTo>
                    <a:pt x="3012753" y="2101681"/>
                  </a:lnTo>
                  <a:lnTo>
                    <a:pt x="3013598" y="2103030"/>
                  </a:lnTo>
                  <a:lnTo>
                    <a:pt x="3014443" y="2103030"/>
                  </a:lnTo>
                  <a:lnTo>
                    <a:pt x="3015288" y="2103286"/>
                  </a:lnTo>
                  <a:lnTo>
                    <a:pt x="3015288" y="2103286"/>
                  </a:lnTo>
                  <a:lnTo>
                    <a:pt x="3016133" y="2103286"/>
                  </a:lnTo>
                  <a:lnTo>
                    <a:pt x="3016978" y="2103286"/>
                  </a:lnTo>
                  <a:lnTo>
                    <a:pt x="3017823" y="2103286"/>
                  </a:lnTo>
                  <a:lnTo>
                    <a:pt x="3018669" y="2103286"/>
                  </a:lnTo>
                  <a:lnTo>
                    <a:pt x="3019514" y="2103286"/>
                  </a:lnTo>
                  <a:lnTo>
                    <a:pt x="3020359" y="2099437"/>
                  </a:lnTo>
                  <a:lnTo>
                    <a:pt x="3021204" y="2069756"/>
                  </a:lnTo>
                  <a:lnTo>
                    <a:pt x="3022049" y="2060525"/>
                  </a:lnTo>
                  <a:lnTo>
                    <a:pt x="3022894" y="2016627"/>
                  </a:lnTo>
                  <a:lnTo>
                    <a:pt x="3023739" y="1975850"/>
                  </a:lnTo>
                  <a:lnTo>
                    <a:pt x="3024584" y="1969819"/>
                  </a:lnTo>
                  <a:lnTo>
                    <a:pt x="3025429" y="1969820"/>
                  </a:lnTo>
                  <a:lnTo>
                    <a:pt x="3026274" y="1969820"/>
                  </a:lnTo>
                  <a:lnTo>
                    <a:pt x="3027120" y="1979051"/>
                  </a:lnTo>
                  <a:lnTo>
                    <a:pt x="3027965" y="2038563"/>
                  </a:lnTo>
                  <a:lnTo>
                    <a:pt x="3028810" y="2097109"/>
                  </a:lnTo>
                  <a:lnTo>
                    <a:pt x="3029655" y="2103139"/>
                  </a:lnTo>
                  <a:lnTo>
                    <a:pt x="3030500" y="2097302"/>
                  </a:lnTo>
                  <a:lnTo>
                    <a:pt x="3031345" y="2070113"/>
                  </a:lnTo>
                  <a:lnTo>
                    <a:pt x="3032190" y="2008879"/>
                  </a:lnTo>
                  <a:lnTo>
                    <a:pt x="3033035" y="1975465"/>
                  </a:lnTo>
                  <a:lnTo>
                    <a:pt x="3033880" y="1961717"/>
                  </a:lnTo>
                  <a:lnTo>
                    <a:pt x="3034725" y="1961717"/>
                  </a:lnTo>
                  <a:lnTo>
                    <a:pt x="3035570" y="1982603"/>
                  </a:lnTo>
                  <a:lnTo>
                    <a:pt x="3036416" y="2029277"/>
                  </a:lnTo>
                  <a:lnTo>
                    <a:pt x="3037261" y="2077487"/>
                  </a:lnTo>
                  <a:lnTo>
                    <a:pt x="3038106" y="2059432"/>
                  </a:lnTo>
                  <a:lnTo>
                    <a:pt x="3038951" y="2020478"/>
                  </a:lnTo>
                  <a:lnTo>
                    <a:pt x="3039796" y="2018335"/>
                  </a:lnTo>
                  <a:lnTo>
                    <a:pt x="3040641" y="2003285"/>
                  </a:lnTo>
                  <a:lnTo>
                    <a:pt x="3041486" y="1983803"/>
                  </a:lnTo>
                  <a:lnTo>
                    <a:pt x="3042331" y="1996826"/>
                  </a:lnTo>
                  <a:lnTo>
                    <a:pt x="3043176" y="2032680"/>
                  </a:lnTo>
                  <a:lnTo>
                    <a:pt x="3044021" y="2067613"/>
                  </a:lnTo>
                  <a:lnTo>
                    <a:pt x="3044866" y="2069756"/>
                  </a:lnTo>
                  <a:lnTo>
                    <a:pt x="3045712" y="2069756"/>
                  </a:lnTo>
                  <a:lnTo>
                    <a:pt x="3046557" y="2057440"/>
                  </a:lnTo>
                  <a:lnTo>
                    <a:pt x="3047402" y="2026358"/>
                  </a:lnTo>
                  <a:lnTo>
                    <a:pt x="3048247" y="2013923"/>
                  </a:lnTo>
                  <a:lnTo>
                    <a:pt x="3049092" y="1985035"/>
                  </a:lnTo>
                  <a:lnTo>
                    <a:pt x="3049937" y="1939302"/>
                  </a:lnTo>
                  <a:lnTo>
                    <a:pt x="3050782" y="1906169"/>
                  </a:lnTo>
                  <a:lnTo>
                    <a:pt x="3051627" y="1876859"/>
                  </a:lnTo>
                  <a:lnTo>
                    <a:pt x="3052472" y="1888890"/>
                  </a:lnTo>
                  <a:lnTo>
                    <a:pt x="3053317" y="1901325"/>
                  </a:lnTo>
                  <a:lnTo>
                    <a:pt x="3054162" y="1930213"/>
                  </a:lnTo>
                  <a:lnTo>
                    <a:pt x="3055008" y="1956213"/>
                  </a:lnTo>
                  <a:lnTo>
                    <a:pt x="3055853" y="1957473"/>
                  </a:lnTo>
                  <a:lnTo>
                    <a:pt x="3056698" y="1989048"/>
                  </a:lnTo>
                  <a:lnTo>
                    <a:pt x="3057543" y="2008099"/>
                  </a:lnTo>
                  <a:lnTo>
                    <a:pt x="3058388" y="2008100"/>
                  </a:lnTo>
                  <a:lnTo>
                    <a:pt x="3059233" y="2008101"/>
                  </a:lnTo>
                  <a:lnTo>
                    <a:pt x="3060078" y="2027835"/>
                  </a:lnTo>
                  <a:lnTo>
                    <a:pt x="3060923" y="2059706"/>
                  </a:lnTo>
                  <a:lnTo>
                    <a:pt x="3061768" y="2069756"/>
                  </a:lnTo>
                  <a:lnTo>
                    <a:pt x="3062613" y="2050879"/>
                  </a:lnTo>
                  <a:lnTo>
                    <a:pt x="3063458" y="2047045"/>
                  </a:lnTo>
                  <a:lnTo>
                    <a:pt x="3064304" y="2052348"/>
                  </a:lnTo>
                  <a:lnTo>
                    <a:pt x="3065149" y="2052349"/>
                  </a:lnTo>
                  <a:lnTo>
                    <a:pt x="3065994" y="2052349"/>
                  </a:lnTo>
                  <a:lnTo>
                    <a:pt x="3066839" y="2050762"/>
                  </a:lnTo>
                  <a:lnTo>
                    <a:pt x="3067684" y="2022503"/>
                  </a:lnTo>
                  <a:lnTo>
                    <a:pt x="3068529" y="1974614"/>
                  </a:lnTo>
                  <a:lnTo>
                    <a:pt x="3069374" y="1929045"/>
                  </a:lnTo>
                  <a:lnTo>
                    <a:pt x="3070219" y="1923166"/>
                  </a:lnTo>
                  <a:lnTo>
                    <a:pt x="3071064" y="1923167"/>
                  </a:lnTo>
                  <a:lnTo>
                    <a:pt x="3071909" y="1924755"/>
                  </a:lnTo>
                  <a:lnTo>
                    <a:pt x="3072754" y="1971891"/>
                  </a:lnTo>
                  <a:lnTo>
                    <a:pt x="3073600" y="2028750"/>
                  </a:lnTo>
                  <a:lnTo>
                    <a:pt x="3074445" y="2089508"/>
                  </a:lnTo>
                  <a:lnTo>
                    <a:pt x="3075290" y="2103286"/>
                  </a:lnTo>
                  <a:lnTo>
                    <a:pt x="3075290" y="2103286"/>
                  </a:lnTo>
                  <a:lnTo>
                    <a:pt x="3076135" y="2086932"/>
                  </a:lnTo>
                  <a:lnTo>
                    <a:pt x="3076980" y="2049112"/>
                  </a:lnTo>
                  <a:lnTo>
                    <a:pt x="3077825" y="1996705"/>
                  </a:lnTo>
                  <a:lnTo>
                    <a:pt x="3078670" y="1925848"/>
                  </a:lnTo>
                  <a:lnTo>
                    <a:pt x="3079515" y="1888804"/>
                  </a:lnTo>
                  <a:lnTo>
                    <a:pt x="3080360" y="1879566"/>
                  </a:lnTo>
                  <a:lnTo>
                    <a:pt x="3081205" y="1872344"/>
                  </a:lnTo>
                  <a:lnTo>
                    <a:pt x="3082050" y="1851967"/>
                  </a:lnTo>
                  <a:lnTo>
                    <a:pt x="3082896" y="1866480"/>
                  </a:lnTo>
                  <a:lnTo>
                    <a:pt x="3083741" y="1932197"/>
                  </a:lnTo>
                  <a:lnTo>
                    <a:pt x="3084586" y="1948749"/>
                  </a:lnTo>
                  <a:lnTo>
                    <a:pt x="3085431" y="1948750"/>
                  </a:lnTo>
                  <a:lnTo>
                    <a:pt x="3086276" y="1968736"/>
                  </a:lnTo>
                  <a:lnTo>
                    <a:pt x="3087121" y="2015696"/>
                  </a:lnTo>
                  <a:lnTo>
                    <a:pt x="3087966" y="2039255"/>
                  </a:lnTo>
                  <a:lnTo>
                    <a:pt x="3088811" y="2024704"/>
                  </a:lnTo>
                  <a:lnTo>
                    <a:pt x="3089656" y="2010650"/>
                  </a:lnTo>
                  <a:lnTo>
                    <a:pt x="3090501" y="1988715"/>
                  </a:lnTo>
                  <a:lnTo>
                    <a:pt x="3091347" y="1943755"/>
                  </a:lnTo>
                  <a:lnTo>
                    <a:pt x="3092192" y="1904064"/>
                  </a:lnTo>
                  <a:lnTo>
                    <a:pt x="3093037" y="1885023"/>
                  </a:lnTo>
                  <a:lnTo>
                    <a:pt x="3093882" y="1882175"/>
                  </a:lnTo>
                  <a:lnTo>
                    <a:pt x="3094727" y="1886039"/>
                  </a:lnTo>
                  <a:lnTo>
                    <a:pt x="3095572" y="1851209"/>
                  </a:lnTo>
                  <a:lnTo>
                    <a:pt x="3096417" y="1867953"/>
                  </a:lnTo>
                  <a:lnTo>
                    <a:pt x="3097262" y="1895610"/>
                  </a:lnTo>
                  <a:lnTo>
                    <a:pt x="3098107" y="1905460"/>
                  </a:lnTo>
                  <a:lnTo>
                    <a:pt x="3098952" y="1919164"/>
                  </a:lnTo>
                  <a:lnTo>
                    <a:pt x="3099797" y="1929358"/>
                  </a:lnTo>
                  <a:lnTo>
                    <a:pt x="3100643" y="1986123"/>
                  </a:lnTo>
                  <a:lnTo>
                    <a:pt x="3101488" y="2019266"/>
                  </a:lnTo>
                  <a:lnTo>
                    <a:pt x="3102333" y="2045963"/>
                  </a:lnTo>
                  <a:lnTo>
                    <a:pt x="3103178" y="2089980"/>
                  </a:lnTo>
                  <a:lnTo>
                    <a:pt x="3104023" y="2103139"/>
                  </a:lnTo>
                  <a:lnTo>
                    <a:pt x="3104868" y="2083508"/>
                  </a:lnTo>
                  <a:lnTo>
                    <a:pt x="3105713" y="2027772"/>
                  </a:lnTo>
                  <a:lnTo>
                    <a:pt x="3106558" y="2018008"/>
                  </a:lnTo>
                  <a:lnTo>
                    <a:pt x="3107403" y="2034402"/>
                  </a:lnTo>
                  <a:lnTo>
                    <a:pt x="3108248" y="2019048"/>
                  </a:lnTo>
                  <a:lnTo>
                    <a:pt x="3109093" y="2009582"/>
                  </a:lnTo>
                  <a:lnTo>
                    <a:pt x="3109939" y="2029214"/>
                  </a:lnTo>
                  <a:lnTo>
                    <a:pt x="3110784" y="2084951"/>
                  </a:lnTo>
                  <a:lnTo>
                    <a:pt x="3111629" y="2103286"/>
                  </a:lnTo>
                  <a:lnTo>
                    <a:pt x="3111629" y="2103286"/>
                  </a:lnTo>
                  <a:lnTo>
                    <a:pt x="3112474" y="2102130"/>
                  </a:lnTo>
                  <a:lnTo>
                    <a:pt x="3113319" y="2084103"/>
                  </a:lnTo>
                  <a:lnTo>
                    <a:pt x="3114164" y="2083250"/>
                  </a:lnTo>
                  <a:lnTo>
                    <a:pt x="3115009" y="2069632"/>
                  </a:lnTo>
                  <a:lnTo>
                    <a:pt x="3115854" y="2018909"/>
                  </a:lnTo>
                  <a:lnTo>
                    <a:pt x="3116699" y="1983230"/>
                  </a:lnTo>
                  <a:lnTo>
                    <a:pt x="3117544" y="1970112"/>
                  </a:lnTo>
                  <a:lnTo>
                    <a:pt x="3118389" y="1956680"/>
                  </a:lnTo>
                  <a:lnTo>
                    <a:pt x="3119235" y="1933677"/>
                  </a:lnTo>
                  <a:lnTo>
                    <a:pt x="3120080" y="1947099"/>
                  </a:lnTo>
                  <a:lnTo>
                    <a:pt x="3120925" y="2003580"/>
                  </a:lnTo>
                  <a:lnTo>
                    <a:pt x="3121770" y="2024701"/>
                  </a:lnTo>
                  <a:lnTo>
                    <a:pt x="3122615" y="2008462"/>
                  </a:lnTo>
                  <a:lnTo>
                    <a:pt x="3123460" y="2024963"/>
                  </a:lnTo>
                  <a:lnTo>
                    <a:pt x="3124305" y="2056236"/>
                  </a:lnTo>
                  <a:lnTo>
                    <a:pt x="3125150" y="2050944"/>
                  </a:lnTo>
                  <a:lnTo>
                    <a:pt x="3125995" y="2023710"/>
                  </a:lnTo>
                  <a:lnTo>
                    <a:pt x="3126840" y="2022441"/>
                  </a:lnTo>
                  <a:lnTo>
                    <a:pt x="3127685" y="2042101"/>
                  </a:lnTo>
                  <a:lnTo>
                    <a:pt x="3128531" y="2070419"/>
                  </a:lnTo>
                  <a:lnTo>
                    <a:pt x="3129376" y="2065209"/>
                  </a:lnTo>
                  <a:lnTo>
                    <a:pt x="3130221" y="2036211"/>
                  </a:lnTo>
                  <a:lnTo>
                    <a:pt x="3131066" y="2029705"/>
                  </a:lnTo>
                  <a:lnTo>
                    <a:pt x="3131911" y="2021295"/>
                  </a:lnTo>
                  <a:lnTo>
                    <a:pt x="3132756" y="2015092"/>
                  </a:lnTo>
                  <a:lnTo>
                    <a:pt x="3133601" y="1975662"/>
                  </a:lnTo>
                  <a:lnTo>
                    <a:pt x="3134446" y="1967140"/>
                  </a:lnTo>
                  <a:lnTo>
                    <a:pt x="3135291" y="1981231"/>
                  </a:lnTo>
                  <a:lnTo>
                    <a:pt x="3136136" y="2024491"/>
                  </a:lnTo>
                  <a:lnTo>
                    <a:pt x="3136981" y="2030364"/>
                  </a:lnTo>
                  <a:lnTo>
                    <a:pt x="3137827" y="1971700"/>
                  </a:lnTo>
                  <a:lnTo>
                    <a:pt x="3138672" y="1958807"/>
                  </a:lnTo>
                  <a:lnTo>
                    <a:pt x="3139517" y="1952652"/>
                  </a:lnTo>
                  <a:lnTo>
                    <a:pt x="3140362" y="1973048"/>
                  </a:lnTo>
                  <a:lnTo>
                    <a:pt x="3141207" y="1957770"/>
                  </a:lnTo>
                  <a:lnTo>
                    <a:pt x="3142052" y="1960307"/>
                  </a:lnTo>
                  <a:lnTo>
                    <a:pt x="3142897" y="2023461"/>
                  </a:lnTo>
                  <a:lnTo>
                    <a:pt x="3143742" y="2057286"/>
                  </a:lnTo>
                  <a:lnTo>
                    <a:pt x="3144587" y="2069756"/>
                  </a:lnTo>
                  <a:lnTo>
                    <a:pt x="3145432" y="2069756"/>
                  </a:lnTo>
                  <a:lnTo>
                    <a:pt x="3146277" y="2069756"/>
                  </a:lnTo>
                  <a:lnTo>
                    <a:pt x="3147123" y="2069756"/>
                  </a:lnTo>
                  <a:lnTo>
                    <a:pt x="3147968" y="2069756"/>
                  </a:lnTo>
                  <a:lnTo>
                    <a:pt x="3148813" y="2069756"/>
                  </a:lnTo>
                  <a:lnTo>
                    <a:pt x="3149658" y="2069756"/>
                  </a:lnTo>
                  <a:lnTo>
                    <a:pt x="3150503" y="2069756"/>
                  </a:lnTo>
                  <a:lnTo>
                    <a:pt x="3151348" y="2069756"/>
                  </a:lnTo>
                  <a:lnTo>
                    <a:pt x="3152193" y="2069756"/>
                  </a:lnTo>
                  <a:lnTo>
                    <a:pt x="3153038" y="2069756"/>
                  </a:lnTo>
                  <a:lnTo>
                    <a:pt x="3153883" y="2069756"/>
                  </a:lnTo>
                  <a:lnTo>
                    <a:pt x="3154728" y="2069756"/>
                  </a:lnTo>
                  <a:lnTo>
                    <a:pt x="3155574" y="2069756"/>
                  </a:lnTo>
                  <a:lnTo>
                    <a:pt x="3156419" y="2069756"/>
                  </a:lnTo>
                  <a:lnTo>
                    <a:pt x="3157264" y="2069756"/>
                  </a:lnTo>
                  <a:lnTo>
                    <a:pt x="3158109" y="2069756"/>
                  </a:lnTo>
                  <a:lnTo>
                    <a:pt x="3158954" y="2069756"/>
                  </a:lnTo>
                  <a:lnTo>
                    <a:pt x="3159799" y="2069756"/>
                  </a:lnTo>
                  <a:lnTo>
                    <a:pt x="3160644" y="2069756"/>
                  </a:lnTo>
                  <a:lnTo>
                    <a:pt x="3161489" y="2069756"/>
                  </a:lnTo>
                  <a:lnTo>
                    <a:pt x="3162334" y="2069756"/>
                  </a:lnTo>
                  <a:lnTo>
                    <a:pt x="3163179" y="2069756"/>
                  </a:lnTo>
                  <a:lnTo>
                    <a:pt x="3164024" y="2069756"/>
                  </a:lnTo>
                  <a:lnTo>
                    <a:pt x="3164870" y="2069756"/>
                  </a:lnTo>
                  <a:lnTo>
                    <a:pt x="3165715" y="2069756"/>
                  </a:lnTo>
                  <a:lnTo>
                    <a:pt x="3166560" y="2069756"/>
                  </a:lnTo>
                  <a:lnTo>
                    <a:pt x="3167405" y="2069756"/>
                  </a:lnTo>
                  <a:lnTo>
                    <a:pt x="3168250" y="2069756"/>
                  </a:lnTo>
                  <a:lnTo>
                    <a:pt x="3169095" y="2069756"/>
                  </a:lnTo>
                  <a:lnTo>
                    <a:pt x="3169940" y="2069756"/>
                  </a:lnTo>
                  <a:lnTo>
                    <a:pt x="3170785" y="2069756"/>
                  </a:lnTo>
                  <a:lnTo>
                    <a:pt x="3171630" y="2069756"/>
                  </a:lnTo>
                  <a:lnTo>
                    <a:pt x="3172475" y="2071361"/>
                  </a:lnTo>
                  <a:lnTo>
                    <a:pt x="3173320" y="2093712"/>
                  </a:lnTo>
                  <a:lnTo>
                    <a:pt x="3174166" y="2087431"/>
                  </a:lnTo>
                  <a:lnTo>
                    <a:pt x="3175011" y="2103286"/>
                  </a:lnTo>
                  <a:lnTo>
                    <a:pt x="3175011" y="2103286"/>
                  </a:lnTo>
                  <a:lnTo>
                    <a:pt x="3175856" y="2103286"/>
                  </a:lnTo>
                  <a:lnTo>
                    <a:pt x="3176701" y="2103286"/>
                  </a:lnTo>
                  <a:lnTo>
                    <a:pt x="3177546" y="2103286"/>
                  </a:lnTo>
                  <a:lnTo>
                    <a:pt x="3178391" y="2090366"/>
                  </a:lnTo>
                  <a:lnTo>
                    <a:pt x="3179236" y="2096646"/>
                  </a:lnTo>
                  <a:lnTo>
                    <a:pt x="3180081" y="2074063"/>
                  </a:lnTo>
                  <a:lnTo>
                    <a:pt x="3180926" y="2064348"/>
                  </a:lnTo>
                  <a:lnTo>
                    <a:pt x="3181771" y="2039882"/>
                  </a:lnTo>
                  <a:lnTo>
                    <a:pt x="3182616" y="1975787"/>
                  </a:lnTo>
                  <a:lnTo>
                    <a:pt x="3183462" y="1906667"/>
                  </a:lnTo>
                  <a:lnTo>
                    <a:pt x="3184307" y="1834808"/>
                  </a:lnTo>
                  <a:lnTo>
                    <a:pt x="3185152" y="1761257"/>
                  </a:lnTo>
                  <a:lnTo>
                    <a:pt x="3185997" y="1685209"/>
                  </a:lnTo>
                  <a:lnTo>
                    <a:pt x="3186842" y="1614773"/>
                  </a:lnTo>
                  <a:lnTo>
                    <a:pt x="3187687" y="1633764"/>
                  </a:lnTo>
                  <a:lnTo>
                    <a:pt x="3188532" y="1702884"/>
                  </a:lnTo>
                  <a:lnTo>
                    <a:pt x="3189377" y="1774744"/>
                  </a:lnTo>
                  <a:lnTo>
                    <a:pt x="3190222" y="1842460"/>
                  </a:lnTo>
                  <a:lnTo>
                    <a:pt x="3191067" y="1909455"/>
                  </a:lnTo>
                  <a:lnTo>
                    <a:pt x="3191912" y="2003145"/>
                  </a:lnTo>
                  <a:lnTo>
                    <a:pt x="3192758" y="2048051"/>
                  </a:lnTo>
                  <a:lnTo>
                    <a:pt x="3193603" y="2048051"/>
                  </a:lnTo>
                  <a:lnTo>
                    <a:pt x="3194448" y="2015908"/>
                  </a:lnTo>
                  <a:lnTo>
                    <a:pt x="3195293" y="2011671"/>
                  </a:lnTo>
                  <a:lnTo>
                    <a:pt x="3196138" y="2046524"/>
                  </a:lnTo>
                  <a:lnTo>
                    <a:pt x="3196983" y="2050993"/>
                  </a:lnTo>
                  <a:lnTo>
                    <a:pt x="3197828" y="2051191"/>
                  </a:lnTo>
                  <a:lnTo>
                    <a:pt x="3198673" y="2051192"/>
                  </a:lnTo>
                  <a:lnTo>
                    <a:pt x="3199518" y="2083336"/>
                  </a:lnTo>
                  <a:lnTo>
                    <a:pt x="3200363" y="2093507"/>
                  </a:lnTo>
                  <a:lnTo>
                    <a:pt x="3201208" y="2073015"/>
                  </a:lnTo>
                  <a:lnTo>
                    <a:pt x="3202054" y="2071361"/>
                  </a:lnTo>
                  <a:lnTo>
                    <a:pt x="3202899" y="2099974"/>
                  </a:lnTo>
                  <a:lnTo>
                    <a:pt x="3203744" y="2103286"/>
                  </a:lnTo>
                  <a:lnTo>
                    <a:pt x="3203744" y="2103286"/>
                  </a:lnTo>
                  <a:lnTo>
                    <a:pt x="3204589" y="2103286"/>
                  </a:lnTo>
                  <a:lnTo>
                    <a:pt x="3205434" y="2103286"/>
                  </a:lnTo>
                  <a:lnTo>
                    <a:pt x="3206279" y="2103286"/>
                  </a:lnTo>
                  <a:lnTo>
                    <a:pt x="3207124" y="2103286"/>
                  </a:lnTo>
                  <a:lnTo>
                    <a:pt x="3207969" y="2036439"/>
                  </a:lnTo>
                  <a:lnTo>
                    <a:pt x="3208814" y="1973751"/>
                  </a:lnTo>
                  <a:lnTo>
                    <a:pt x="3209659" y="1966971"/>
                  </a:lnTo>
                  <a:lnTo>
                    <a:pt x="3210504" y="1958172"/>
                  </a:lnTo>
                  <a:lnTo>
                    <a:pt x="3211350" y="1924573"/>
                  </a:lnTo>
                  <a:lnTo>
                    <a:pt x="3212195" y="1914771"/>
                  </a:lnTo>
                  <a:lnTo>
                    <a:pt x="3213040" y="1941202"/>
                  </a:lnTo>
                  <a:lnTo>
                    <a:pt x="3213885" y="1902011"/>
                  </a:lnTo>
                  <a:lnTo>
                    <a:pt x="3214730" y="1873038"/>
                  </a:lnTo>
                  <a:lnTo>
                    <a:pt x="3215575" y="1888786"/>
                  </a:lnTo>
                  <a:lnTo>
                    <a:pt x="3216420" y="1894843"/>
                  </a:lnTo>
                  <a:lnTo>
                    <a:pt x="3217265" y="1877513"/>
                  </a:lnTo>
                  <a:lnTo>
                    <a:pt x="3218110" y="1871116"/>
                  </a:lnTo>
                  <a:lnTo>
                    <a:pt x="3218955" y="1913772"/>
                  </a:lnTo>
                  <a:lnTo>
                    <a:pt x="3219801" y="1921592"/>
                  </a:lnTo>
                  <a:lnTo>
                    <a:pt x="3220646" y="1914644"/>
                  </a:lnTo>
                  <a:lnTo>
                    <a:pt x="3221491" y="1934599"/>
                  </a:lnTo>
                  <a:lnTo>
                    <a:pt x="3222336" y="1940156"/>
                  </a:lnTo>
                  <a:lnTo>
                    <a:pt x="3223181" y="1926744"/>
                  </a:lnTo>
                  <a:lnTo>
                    <a:pt x="3224026" y="1963229"/>
                  </a:lnTo>
                  <a:lnTo>
                    <a:pt x="3224871" y="2001578"/>
                  </a:lnTo>
                  <a:lnTo>
                    <a:pt x="3225716" y="2001578"/>
                  </a:lnTo>
                  <a:lnTo>
                    <a:pt x="3226561" y="2009165"/>
                  </a:lnTo>
                  <a:lnTo>
                    <a:pt x="3227406" y="2045550"/>
                  </a:lnTo>
                  <a:lnTo>
                    <a:pt x="3228251" y="2089774"/>
                  </a:lnTo>
                  <a:lnTo>
                    <a:pt x="3229097" y="2083429"/>
                  </a:lnTo>
                  <a:lnTo>
                    <a:pt x="3229942" y="2069756"/>
                  </a:lnTo>
                  <a:lnTo>
                    <a:pt x="3230787" y="2057806"/>
                  </a:lnTo>
                  <a:lnTo>
                    <a:pt x="3231632" y="2033890"/>
                  </a:lnTo>
                  <a:lnTo>
                    <a:pt x="3232477" y="2033887"/>
                  </a:lnTo>
                  <a:lnTo>
                    <a:pt x="3233322" y="2005575"/>
                  </a:lnTo>
                  <a:lnTo>
                    <a:pt x="3234167" y="1983920"/>
                  </a:lnTo>
                  <a:lnTo>
                    <a:pt x="3235012" y="1955109"/>
                  </a:lnTo>
                  <a:lnTo>
                    <a:pt x="3235857" y="1945264"/>
                  </a:lnTo>
                  <a:lnTo>
                    <a:pt x="3236702" y="1969181"/>
                  </a:lnTo>
                  <a:lnTo>
                    <a:pt x="3237547" y="1969184"/>
                  </a:lnTo>
                  <a:lnTo>
                    <a:pt x="3238393" y="2008490"/>
                  </a:lnTo>
                  <a:lnTo>
                    <a:pt x="3239238" y="2022683"/>
                  </a:lnTo>
                  <a:lnTo>
                    <a:pt x="3240083" y="1988676"/>
                  </a:lnTo>
                  <a:lnTo>
                    <a:pt x="3240928" y="1976917"/>
                  </a:lnTo>
                  <a:lnTo>
                    <a:pt x="3241773" y="1980414"/>
                  </a:lnTo>
                  <a:lnTo>
                    <a:pt x="3242618" y="1969678"/>
                  </a:lnTo>
                  <a:lnTo>
                    <a:pt x="3243463" y="1919585"/>
                  </a:lnTo>
                  <a:lnTo>
                    <a:pt x="3244308" y="1884344"/>
                  </a:lnTo>
                  <a:lnTo>
                    <a:pt x="3245153" y="1937911"/>
                  </a:lnTo>
                  <a:lnTo>
                    <a:pt x="3245998" y="1958927"/>
                  </a:lnTo>
                  <a:lnTo>
                    <a:pt x="3246843" y="1949528"/>
                  </a:lnTo>
                  <a:lnTo>
                    <a:pt x="3247689" y="1934095"/>
                  </a:lnTo>
                  <a:lnTo>
                    <a:pt x="3248534" y="1951676"/>
                  </a:lnTo>
                  <a:lnTo>
                    <a:pt x="3249379" y="2001833"/>
                  </a:lnTo>
                  <a:lnTo>
                    <a:pt x="3250224" y="1998449"/>
                  </a:lnTo>
                  <a:lnTo>
                    <a:pt x="3251069" y="2010876"/>
                  </a:lnTo>
                  <a:lnTo>
                    <a:pt x="3251914" y="2016779"/>
                  </a:lnTo>
                  <a:lnTo>
                    <a:pt x="3252759" y="2042948"/>
                  </a:lnTo>
                  <a:lnTo>
                    <a:pt x="3253604" y="2064467"/>
                  </a:lnTo>
                  <a:lnTo>
                    <a:pt x="3254449" y="2057014"/>
                  </a:lnTo>
                  <a:lnTo>
                    <a:pt x="3255294" y="2069647"/>
                  </a:lnTo>
                  <a:lnTo>
                    <a:pt x="3256139" y="2069756"/>
                  </a:lnTo>
                  <a:lnTo>
                    <a:pt x="3256985" y="2074787"/>
                  </a:lnTo>
                  <a:lnTo>
                    <a:pt x="3257830" y="2081253"/>
                  </a:lnTo>
                  <a:lnTo>
                    <a:pt x="3258675" y="2031662"/>
                  </a:lnTo>
                  <a:lnTo>
                    <a:pt x="3259520" y="1980067"/>
                  </a:lnTo>
                  <a:lnTo>
                    <a:pt x="3260365" y="1963955"/>
                  </a:lnTo>
                  <a:lnTo>
                    <a:pt x="3261210" y="1934977"/>
                  </a:lnTo>
                  <a:lnTo>
                    <a:pt x="3262055" y="1915664"/>
                  </a:lnTo>
                  <a:lnTo>
                    <a:pt x="3262900" y="1876580"/>
                  </a:lnTo>
                  <a:lnTo>
                    <a:pt x="3263745" y="1905948"/>
                  </a:lnTo>
                  <a:lnTo>
                    <a:pt x="3264590" y="1957542"/>
                  </a:lnTo>
                  <a:lnTo>
                    <a:pt x="3265435" y="1957466"/>
                  </a:lnTo>
                  <a:lnTo>
                    <a:pt x="3266281" y="1958256"/>
                  </a:lnTo>
                  <a:lnTo>
                    <a:pt x="3267126" y="1951223"/>
                  </a:lnTo>
                  <a:lnTo>
                    <a:pt x="3267971" y="1971739"/>
                  </a:lnTo>
                  <a:lnTo>
                    <a:pt x="3268816" y="1972642"/>
                  </a:lnTo>
                  <a:lnTo>
                    <a:pt x="3269661" y="1960908"/>
                  </a:lnTo>
                  <a:lnTo>
                    <a:pt x="3270506" y="1977559"/>
                  </a:lnTo>
                  <a:lnTo>
                    <a:pt x="3271351" y="1984358"/>
                  </a:lnTo>
                  <a:lnTo>
                    <a:pt x="3272196" y="1974973"/>
                  </a:lnTo>
                  <a:lnTo>
                    <a:pt x="3273041" y="1987076"/>
                  </a:lnTo>
                  <a:lnTo>
                    <a:pt x="3273886" y="2006395"/>
                  </a:lnTo>
                  <a:lnTo>
                    <a:pt x="3274731" y="2018129"/>
                  </a:lnTo>
                  <a:lnTo>
                    <a:pt x="3275577" y="2016986"/>
                  </a:lnTo>
                  <a:lnTo>
                    <a:pt x="3276422" y="2015878"/>
                  </a:lnTo>
                  <a:lnTo>
                    <a:pt x="3277267" y="2020643"/>
                  </a:lnTo>
                  <a:lnTo>
                    <a:pt x="3278112" y="2015990"/>
                  </a:lnTo>
                  <a:lnTo>
                    <a:pt x="3278957" y="1996535"/>
                  </a:lnTo>
                  <a:lnTo>
                    <a:pt x="3279802" y="1973137"/>
                  </a:lnTo>
                  <a:lnTo>
                    <a:pt x="3280647" y="1989485"/>
                  </a:lnTo>
                  <a:lnTo>
                    <a:pt x="3281492" y="1981860"/>
                  </a:lnTo>
                  <a:lnTo>
                    <a:pt x="3282337" y="1924738"/>
                  </a:lnTo>
                  <a:lnTo>
                    <a:pt x="3283182" y="1865709"/>
                  </a:lnTo>
                  <a:lnTo>
                    <a:pt x="3284028" y="1860886"/>
                  </a:lnTo>
                  <a:lnTo>
                    <a:pt x="3284873" y="1831966"/>
                  </a:lnTo>
                  <a:lnTo>
                    <a:pt x="3285718" y="1739747"/>
                  </a:lnTo>
                  <a:lnTo>
                    <a:pt x="3286563" y="1711454"/>
                  </a:lnTo>
                  <a:lnTo>
                    <a:pt x="3287408" y="1789821"/>
                  </a:lnTo>
                  <a:lnTo>
                    <a:pt x="3288253" y="1868319"/>
                  </a:lnTo>
                  <a:lnTo>
                    <a:pt x="3289098" y="1882217"/>
                  </a:lnTo>
                  <a:lnTo>
                    <a:pt x="3289943" y="1914476"/>
                  </a:lnTo>
                  <a:lnTo>
                    <a:pt x="3290788" y="1908078"/>
                  </a:lnTo>
                  <a:lnTo>
                    <a:pt x="3291633" y="1891572"/>
                  </a:lnTo>
                  <a:lnTo>
                    <a:pt x="3292478" y="1881049"/>
                  </a:lnTo>
                  <a:lnTo>
                    <a:pt x="3293324" y="1866233"/>
                  </a:lnTo>
                  <a:lnTo>
                    <a:pt x="3294169" y="1876615"/>
                  </a:lnTo>
                  <a:lnTo>
                    <a:pt x="3295014" y="1876305"/>
                  </a:lnTo>
                  <a:lnTo>
                    <a:pt x="3295859" y="1914278"/>
                  </a:lnTo>
                  <a:lnTo>
                    <a:pt x="3296704" y="1944487"/>
                  </a:lnTo>
                  <a:lnTo>
                    <a:pt x="3297549" y="1949790"/>
                  </a:lnTo>
                  <a:lnTo>
                    <a:pt x="3298394" y="1922712"/>
                  </a:lnTo>
                  <a:lnTo>
                    <a:pt x="3299239" y="1896171"/>
                  </a:lnTo>
                  <a:lnTo>
                    <a:pt x="3300084" y="1869917"/>
                  </a:lnTo>
                  <a:lnTo>
                    <a:pt x="3300929" y="1878109"/>
                  </a:lnTo>
                  <a:lnTo>
                    <a:pt x="3301774" y="1913671"/>
                  </a:lnTo>
                  <a:lnTo>
                    <a:pt x="3302620" y="1923582"/>
                  </a:lnTo>
                  <a:lnTo>
                    <a:pt x="3303465" y="1950661"/>
                  </a:lnTo>
                  <a:lnTo>
                    <a:pt x="3304310" y="1977202"/>
                  </a:lnTo>
                  <a:lnTo>
                    <a:pt x="3305155" y="2023827"/>
                  </a:lnTo>
                  <a:lnTo>
                    <a:pt x="3306000" y="2060606"/>
                  </a:lnTo>
                  <a:lnTo>
                    <a:pt x="3306845" y="2066225"/>
                  </a:lnTo>
                  <a:lnTo>
                    <a:pt x="3307690" y="2051284"/>
                  </a:lnTo>
                  <a:lnTo>
                    <a:pt x="3308535" y="2028512"/>
                  </a:lnTo>
                  <a:lnTo>
                    <a:pt x="3309380" y="2028512"/>
                  </a:lnTo>
                  <a:lnTo>
                    <a:pt x="3310225" y="2028513"/>
                  </a:lnTo>
                  <a:lnTo>
                    <a:pt x="3311070" y="2028513"/>
                  </a:lnTo>
                  <a:lnTo>
                    <a:pt x="3311916" y="2035303"/>
                  </a:lnTo>
                  <a:lnTo>
                    <a:pt x="3312761" y="2083005"/>
                  </a:lnTo>
                  <a:lnTo>
                    <a:pt x="3313606" y="2103286"/>
                  </a:lnTo>
                  <a:lnTo>
                    <a:pt x="3313606" y="2103286"/>
                  </a:lnTo>
                  <a:lnTo>
                    <a:pt x="3314451" y="2103286"/>
                  </a:lnTo>
                  <a:lnTo>
                    <a:pt x="3315296" y="2102195"/>
                  </a:lnTo>
                  <a:lnTo>
                    <a:pt x="3316141" y="2103286"/>
                  </a:lnTo>
                  <a:lnTo>
                    <a:pt x="3316141" y="2103286"/>
                  </a:lnTo>
                  <a:lnTo>
                    <a:pt x="3316986" y="2103286"/>
                  </a:lnTo>
                  <a:lnTo>
                    <a:pt x="3317831" y="2100978"/>
                  </a:lnTo>
                  <a:lnTo>
                    <a:pt x="3318676" y="2080536"/>
                  </a:lnTo>
                  <a:lnTo>
                    <a:pt x="3319521" y="2087282"/>
                  </a:lnTo>
                  <a:lnTo>
                    <a:pt x="3320366" y="2054847"/>
                  </a:lnTo>
                  <a:lnTo>
                    <a:pt x="3321212" y="2050715"/>
                  </a:lnTo>
                  <a:lnTo>
                    <a:pt x="3322057" y="2030623"/>
                  </a:lnTo>
                  <a:lnTo>
                    <a:pt x="3322902" y="2017515"/>
                  </a:lnTo>
                  <a:lnTo>
                    <a:pt x="3323747" y="2017515"/>
                  </a:lnTo>
                  <a:lnTo>
                    <a:pt x="3324592" y="2033294"/>
                  </a:lnTo>
                  <a:lnTo>
                    <a:pt x="3325437" y="2044280"/>
                  </a:lnTo>
                  <a:lnTo>
                    <a:pt x="3326282" y="2017828"/>
                  </a:lnTo>
                  <a:lnTo>
                    <a:pt x="3327127" y="2016962"/>
                  </a:lnTo>
                  <a:lnTo>
                    <a:pt x="3327972" y="2009882"/>
                  </a:lnTo>
                  <a:lnTo>
                    <a:pt x="3328817" y="2007420"/>
                  </a:lnTo>
                  <a:lnTo>
                    <a:pt x="3329662" y="1997260"/>
                  </a:lnTo>
                  <a:lnTo>
                    <a:pt x="3330508" y="2020210"/>
                  </a:lnTo>
                  <a:lnTo>
                    <a:pt x="3331353" y="2049188"/>
                  </a:lnTo>
                  <a:lnTo>
                    <a:pt x="3332198" y="2050055"/>
                  </a:lnTo>
                  <a:lnTo>
                    <a:pt x="3333043" y="2057134"/>
                  </a:lnTo>
                  <a:lnTo>
                    <a:pt x="3333888" y="2059596"/>
                  </a:lnTo>
                  <a:lnTo>
                    <a:pt x="3334733" y="2069756"/>
                  </a:lnTo>
                  <a:lnTo>
                    <a:pt x="3335578" y="2069756"/>
                  </a:lnTo>
                  <a:lnTo>
                    <a:pt x="3336423" y="2069756"/>
                  </a:lnTo>
                  <a:lnTo>
                    <a:pt x="3337268" y="2069756"/>
                  </a:lnTo>
                  <a:lnTo>
                    <a:pt x="3338113" y="2069756"/>
                  </a:lnTo>
                  <a:lnTo>
                    <a:pt x="3338958" y="2069756"/>
                  </a:lnTo>
                  <a:lnTo>
                    <a:pt x="3339804" y="2069756"/>
                  </a:lnTo>
                  <a:lnTo>
                    <a:pt x="3340649" y="2069756"/>
                  </a:lnTo>
                  <a:lnTo>
                    <a:pt x="3341494" y="2069756"/>
                  </a:lnTo>
                  <a:lnTo>
                    <a:pt x="3342339" y="2064974"/>
                  </a:lnTo>
                  <a:lnTo>
                    <a:pt x="3343184" y="2008895"/>
                  </a:lnTo>
                  <a:lnTo>
                    <a:pt x="3344029" y="1926312"/>
                  </a:lnTo>
                  <a:lnTo>
                    <a:pt x="3344874" y="1887248"/>
                  </a:lnTo>
                  <a:lnTo>
                    <a:pt x="3345719" y="1898941"/>
                  </a:lnTo>
                  <a:lnTo>
                    <a:pt x="3346564" y="1904125"/>
                  </a:lnTo>
                  <a:lnTo>
                    <a:pt x="3347409" y="1877700"/>
                  </a:lnTo>
                  <a:lnTo>
                    <a:pt x="3348255" y="1865271"/>
                  </a:lnTo>
                  <a:lnTo>
                    <a:pt x="3349100" y="1868925"/>
                  </a:lnTo>
                  <a:lnTo>
                    <a:pt x="3349945" y="1827680"/>
                  </a:lnTo>
                  <a:lnTo>
                    <a:pt x="3350790" y="1790240"/>
                  </a:lnTo>
                  <a:lnTo>
                    <a:pt x="3351635" y="1785057"/>
                  </a:lnTo>
                  <a:lnTo>
                    <a:pt x="3352480" y="1816263"/>
                  </a:lnTo>
                  <a:lnTo>
                    <a:pt x="3353325" y="1884771"/>
                  </a:lnTo>
                  <a:lnTo>
                    <a:pt x="3354170" y="1963701"/>
                  </a:lnTo>
                  <a:lnTo>
                    <a:pt x="3355015" y="2042335"/>
                  </a:lnTo>
                  <a:lnTo>
                    <a:pt x="3355860" y="2034789"/>
                  </a:lnTo>
                  <a:lnTo>
                    <a:pt x="3356705" y="2013011"/>
                  </a:lnTo>
                  <a:lnTo>
                    <a:pt x="3357551" y="1985476"/>
                  </a:lnTo>
                  <a:lnTo>
                    <a:pt x="3358396" y="1964065"/>
                  </a:lnTo>
                  <a:lnTo>
                    <a:pt x="3359241" y="1964066"/>
                  </a:lnTo>
                  <a:lnTo>
                    <a:pt x="3360086" y="1965742"/>
                  </a:lnTo>
                  <a:lnTo>
                    <a:pt x="3360931" y="1999034"/>
                  </a:lnTo>
                  <a:lnTo>
                    <a:pt x="3361776" y="2020811"/>
                  </a:lnTo>
                  <a:lnTo>
                    <a:pt x="3362621" y="2064170"/>
                  </a:lnTo>
                  <a:lnTo>
                    <a:pt x="3363466" y="2079825"/>
                  </a:lnTo>
                  <a:lnTo>
                    <a:pt x="3364311" y="2060060"/>
                  </a:lnTo>
                  <a:lnTo>
                    <a:pt x="3365156" y="2076796"/>
                  </a:lnTo>
                  <a:lnTo>
                    <a:pt x="3366001" y="2064295"/>
                  </a:lnTo>
                  <a:lnTo>
                    <a:pt x="3366847" y="2041726"/>
                  </a:lnTo>
                  <a:lnTo>
                    <a:pt x="3367692" y="2024491"/>
                  </a:lnTo>
                  <a:lnTo>
                    <a:pt x="3368537" y="2030245"/>
                  </a:lnTo>
                  <a:lnTo>
                    <a:pt x="3369382" y="2050010"/>
                  </a:lnTo>
                  <a:lnTo>
                    <a:pt x="3370227" y="2033275"/>
                  </a:lnTo>
                  <a:lnTo>
                    <a:pt x="3371072" y="2045776"/>
                  </a:lnTo>
                  <a:lnTo>
                    <a:pt x="3371917" y="2068345"/>
                  </a:lnTo>
                  <a:lnTo>
                    <a:pt x="3372762" y="2069756"/>
                  </a:lnTo>
                  <a:lnTo>
                    <a:pt x="3373607" y="2049058"/>
                  </a:lnTo>
                  <a:lnTo>
                    <a:pt x="3374452" y="2017676"/>
                  </a:lnTo>
                  <a:lnTo>
                    <a:pt x="3375297" y="2005055"/>
                  </a:lnTo>
                  <a:lnTo>
                    <a:pt x="3376143" y="2005056"/>
                  </a:lnTo>
                  <a:lnTo>
                    <a:pt x="3376988" y="2005057"/>
                  </a:lnTo>
                  <a:lnTo>
                    <a:pt x="3377833" y="1992295"/>
                  </a:lnTo>
                  <a:lnTo>
                    <a:pt x="3378678" y="1979022"/>
                  </a:lnTo>
                  <a:lnTo>
                    <a:pt x="3379523" y="1980583"/>
                  </a:lnTo>
                  <a:lnTo>
                    <a:pt x="3380368" y="1942403"/>
                  </a:lnTo>
                  <a:lnTo>
                    <a:pt x="3381213" y="1884532"/>
                  </a:lnTo>
                  <a:lnTo>
                    <a:pt x="3382058" y="1863166"/>
                  </a:lnTo>
                  <a:lnTo>
                    <a:pt x="3382903" y="1875929"/>
                  </a:lnTo>
                  <a:lnTo>
                    <a:pt x="3383748" y="1909900"/>
                  </a:lnTo>
                  <a:lnTo>
                    <a:pt x="3384593" y="1939621"/>
                  </a:lnTo>
                  <a:lnTo>
                    <a:pt x="3385439" y="1957929"/>
                  </a:lnTo>
                  <a:lnTo>
                    <a:pt x="3386284" y="1987890"/>
                  </a:lnTo>
                  <a:lnTo>
                    <a:pt x="3387129" y="2013212"/>
                  </a:lnTo>
                  <a:lnTo>
                    <a:pt x="3387974" y="2030480"/>
                  </a:lnTo>
                  <a:lnTo>
                    <a:pt x="3388819" y="2033739"/>
                  </a:lnTo>
                  <a:lnTo>
                    <a:pt x="3389664" y="2033840"/>
                  </a:lnTo>
                  <a:lnTo>
                    <a:pt x="3390509" y="2066232"/>
                  </a:lnTo>
                  <a:lnTo>
                    <a:pt x="3391354" y="2062203"/>
                  </a:lnTo>
                  <a:lnTo>
                    <a:pt x="3392199" y="2036509"/>
                  </a:lnTo>
                  <a:lnTo>
                    <a:pt x="3393044" y="1997398"/>
                  </a:lnTo>
                  <a:lnTo>
                    <a:pt x="3393889" y="1969015"/>
                  </a:lnTo>
                  <a:lnTo>
                    <a:pt x="3394735" y="1963646"/>
                  </a:lnTo>
                  <a:lnTo>
                    <a:pt x="3395580" y="1975475"/>
                  </a:lnTo>
                  <a:lnTo>
                    <a:pt x="3396425" y="2021065"/>
                  </a:lnTo>
                  <a:lnTo>
                    <a:pt x="3397270" y="2022979"/>
                  </a:lnTo>
                  <a:lnTo>
                    <a:pt x="3398115" y="2024165"/>
                  </a:lnTo>
                  <a:lnTo>
                    <a:pt x="3398960" y="2043357"/>
                  </a:lnTo>
                  <a:lnTo>
                    <a:pt x="3399805" y="2048727"/>
                  </a:lnTo>
                  <a:lnTo>
                    <a:pt x="3400650" y="2036999"/>
                  </a:lnTo>
                  <a:lnTo>
                    <a:pt x="3401495" y="1987043"/>
                  </a:lnTo>
                  <a:lnTo>
                    <a:pt x="3402340" y="1953909"/>
                  </a:lnTo>
                  <a:lnTo>
                    <a:pt x="3403186" y="1929209"/>
                  </a:lnTo>
                  <a:lnTo>
                    <a:pt x="3404031" y="1887219"/>
                  </a:lnTo>
                  <a:lnTo>
                    <a:pt x="3404876" y="1879777"/>
                  </a:lnTo>
                  <a:lnTo>
                    <a:pt x="3405721" y="1893159"/>
                  </a:lnTo>
                  <a:lnTo>
                    <a:pt x="3406566" y="1949553"/>
                  </a:lnTo>
                  <a:lnTo>
                    <a:pt x="3407411" y="2003992"/>
                  </a:lnTo>
                  <a:lnTo>
                    <a:pt x="3408256" y="2025368"/>
                  </a:lnTo>
                  <a:lnTo>
                    <a:pt x="3409101" y="2010096"/>
                  </a:lnTo>
                  <a:lnTo>
                    <a:pt x="3409946" y="1965371"/>
                  </a:lnTo>
                  <a:lnTo>
                    <a:pt x="3410791" y="1939819"/>
                  </a:lnTo>
                  <a:lnTo>
                    <a:pt x="3411636" y="1885256"/>
                  </a:lnTo>
                  <a:lnTo>
                    <a:pt x="3412482" y="1859476"/>
                  </a:lnTo>
                  <a:lnTo>
                    <a:pt x="3413327" y="1854805"/>
                  </a:lnTo>
                  <a:lnTo>
                    <a:pt x="3414172" y="1900544"/>
                  </a:lnTo>
                  <a:lnTo>
                    <a:pt x="3415017" y="1946928"/>
                  </a:lnTo>
                  <a:lnTo>
                    <a:pt x="3415862" y="1960672"/>
                  </a:lnTo>
                  <a:lnTo>
                    <a:pt x="3416707" y="1959369"/>
                  </a:lnTo>
                  <a:lnTo>
                    <a:pt x="3417552" y="1911623"/>
                  </a:lnTo>
                  <a:lnTo>
                    <a:pt x="3418397" y="1894127"/>
                  </a:lnTo>
                  <a:lnTo>
                    <a:pt x="3419242" y="1902253"/>
                  </a:lnTo>
                  <a:lnTo>
                    <a:pt x="3420087" y="1951180"/>
                  </a:lnTo>
                  <a:lnTo>
                    <a:pt x="3420932" y="1997198"/>
                  </a:lnTo>
                  <a:lnTo>
                    <a:pt x="3421778" y="2049177"/>
                  </a:lnTo>
                  <a:lnTo>
                    <a:pt x="3422623" y="2074183"/>
                  </a:lnTo>
                  <a:lnTo>
                    <a:pt x="3423468" y="2070540"/>
                  </a:lnTo>
                  <a:lnTo>
                    <a:pt x="3424313" y="2049893"/>
                  </a:lnTo>
                  <a:lnTo>
                    <a:pt x="3425158" y="2007613"/>
                  </a:lnTo>
                  <a:lnTo>
                    <a:pt x="3426003" y="1994479"/>
                  </a:lnTo>
                  <a:lnTo>
                    <a:pt x="3426848" y="2032528"/>
                  </a:lnTo>
                  <a:lnTo>
                    <a:pt x="3427693" y="2103286"/>
                  </a:lnTo>
                  <a:lnTo>
                    <a:pt x="3427693" y="2103286"/>
                  </a:lnTo>
                  <a:lnTo>
                    <a:pt x="3428538" y="2103286"/>
                  </a:lnTo>
                  <a:lnTo>
                    <a:pt x="3429383" y="2103286"/>
                  </a:lnTo>
                  <a:lnTo>
                    <a:pt x="3430228" y="2103286"/>
                  </a:lnTo>
                  <a:lnTo>
                    <a:pt x="3431074" y="2103286"/>
                  </a:lnTo>
                  <a:lnTo>
                    <a:pt x="3431919" y="2103286"/>
                  </a:lnTo>
                  <a:lnTo>
                    <a:pt x="3432764" y="2103286"/>
                  </a:lnTo>
                  <a:lnTo>
                    <a:pt x="3433609" y="2103286"/>
                  </a:lnTo>
                  <a:lnTo>
                    <a:pt x="3434454" y="2103286"/>
                  </a:lnTo>
                  <a:lnTo>
                    <a:pt x="3435299" y="2064396"/>
                  </a:lnTo>
                  <a:lnTo>
                    <a:pt x="3436144" y="2012743"/>
                  </a:lnTo>
                  <a:lnTo>
                    <a:pt x="3436989" y="1995611"/>
                  </a:lnTo>
                  <a:lnTo>
                    <a:pt x="3437834" y="1982635"/>
                  </a:lnTo>
                  <a:lnTo>
                    <a:pt x="3438679" y="1975804"/>
                  </a:lnTo>
                  <a:lnTo>
                    <a:pt x="3439524" y="2000438"/>
                  </a:lnTo>
                  <a:lnTo>
                    <a:pt x="3440370" y="2026214"/>
                  </a:lnTo>
                  <a:lnTo>
                    <a:pt x="3441215" y="2047192"/>
                  </a:lnTo>
                  <a:lnTo>
                    <a:pt x="3442060" y="2048833"/>
                  </a:lnTo>
                  <a:lnTo>
                    <a:pt x="3442905" y="2071089"/>
                  </a:lnTo>
                  <a:lnTo>
                    <a:pt x="3443750" y="2098366"/>
                  </a:lnTo>
                  <a:lnTo>
                    <a:pt x="3444595" y="2102835"/>
                  </a:lnTo>
                  <a:lnTo>
                    <a:pt x="3445440" y="2103286"/>
                  </a:lnTo>
                  <a:lnTo>
                    <a:pt x="3445440" y="2103286"/>
                  </a:lnTo>
                  <a:lnTo>
                    <a:pt x="3446285" y="2103286"/>
                  </a:lnTo>
                  <a:lnTo>
                    <a:pt x="3447130" y="2101113"/>
                  </a:lnTo>
                  <a:lnTo>
                    <a:pt x="3447975" y="2099942"/>
                  </a:lnTo>
                  <a:lnTo>
                    <a:pt x="3448820" y="2084404"/>
                  </a:lnTo>
                  <a:lnTo>
                    <a:pt x="3449666" y="2023373"/>
                  </a:lnTo>
                  <a:lnTo>
                    <a:pt x="3450511" y="1952404"/>
                  </a:lnTo>
                  <a:lnTo>
                    <a:pt x="3451356" y="1932133"/>
                  </a:lnTo>
                  <a:lnTo>
                    <a:pt x="3452201" y="1930414"/>
                  </a:lnTo>
                  <a:lnTo>
                    <a:pt x="3453046" y="1906788"/>
                  </a:lnTo>
                  <a:lnTo>
                    <a:pt x="3453891" y="1908174"/>
                  </a:lnTo>
                  <a:lnTo>
                    <a:pt x="3454736" y="1945516"/>
                  </a:lnTo>
                  <a:lnTo>
                    <a:pt x="3455581" y="1971351"/>
                  </a:lnTo>
                  <a:lnTo>
                    <a:pt x="3456426" y="1914355"/>
                  </a:lnTo>
                  <a:lnTo>
                    <a:pt x="3457271" y="1906330"/>
                  </a:lnTo>
                  <a:lnTo>
                    <a:pt x="3458116" y="1916131"/>
                  </a:lnTo>
                  <a:lnTo>
                    <a:pt x="3458962" y="1847430"/>
                  </a:lnTo>
                  <a:lnTo>
                    <a:pt x="3459807" y="1757223"/>
                  </a:lnTo>
                  <a:lnTo>
                    <a:pt x="3460652" y="1746551"/>
                  </a:lnTo>
                  <a:lnTo>
                    <a:pt x="3461497" y="1807203"/>
                  </a:lnTo>
                  <a:lnTo>
                    <a:pt x="3462342" y="1854201"/>
                  </a:lnTo>
                  <a:lnTo>
                    <a:pt x="3463187" y="1885281"/>
                  </a:lnTo>
                  <a:lnTo>
                    <a:pt x="3464032" y="1914078"/>
                  </a:lnTo>
                  <a:lnTo>
                    <a:pt x="3464877" y="1984535"/>
                  </a:lnTo>
                  <a:lnTo>
                    <a:pt x="3465722" y="2006315"/>
                  </a:lnTo>
                  <a:lnTo>
                    <a:pt x="3466567" y="1951960"/>
                  </a:lnTo>
                  <a:lnTo>
                    <a:pt x="3467413" y="1877663"/>
                  </a:lnTo>
                  <a:lnTo>
                    <a:pt x="3468258" y="1795688"/>
                  </a:lnTo>
                  <a:lnTo>
                    <a:pt x="3469103" y="1739447"/>
                  </a:lnTo>
                  <a:lnTo>
                    <a:pt x="3469948" y="1674028"/>
                  </a:lnTo>
                  <a:lnTo>
                    <a:pt x="3470793" y="1571627"/>
                  </a:lnTo>
                  <a:lnTo>
                    <a:pt x="3471638" y="1523066"/>
                  </a:lnTo>
                  <a:lnTo>
                    <a:pt x="3472483" y="1500724"/>
                  </a:lnTo>
                  <a:lnTo>
                    <a:pt x="3473328" y="1496669"/>
                  </a:lnTo>
                  <a:lnTo>
                    <a:pt x="3474173" y="1514406"/>
                  </a:lnTo>
                  <a:lnTo>
                    <a:pt x="3475018" y="1531754"/>
                  </a:lnTo>
                  <a:lnTo>
                    <a:pt x="3475863" y="1647155"/>
                  </a:lnTo>
                  <a:lnTo>
                    <a:pt x="3476709" y="1728223"/>
                  </a:lnTo>
                  <a:lnTo>
                    <a:pt x="3477554" y="1773755"/>
                  </a:lnTo>
                  <a:lnTo>
                    <a:pt x="3478399" y="1843701"/>
                  </a:lnTo>
                  <a:lnTo>
                    <a:pt x="3479244" y="1922882"/>
                  </a:lnTo>
                  <a:lnTo>
                    <a:pt x="3480089" y="1994694"/>
                  </a:lnTo>
                  <a:lnTo>
                    <a:pt x="3480934" y="2027059"/>
                  </a:lnTo>
                  <a:lnTo>
                    <a:pt x="3481779" y="2092564"/>
                  </a:lnTo>
                  <a:lnTo>
                    <a:pt x="3482624" y="2075067"/>
                  </a:lnTo>
                  <a:lnTo>
                    <a:pt x="3483469" y="1999653"/>
                  </a:lnTo>
                  <a:lnTo>
                    <a:pt x="3484314" y="1924513"/>
                  </a:lnTo>
                  <a:lnTo>
                    <a:pt x="3485159" y="1857692"/>
                  </a:lnTo>
                  <a:lnTo>
                    <a:pt x="3486005" y="1798381"/>
                  </a:lnTo>
                  <a:lnTo>
                    <a:pt x="3486850" y="1732731"/>
                  </a:lnTo>
                  <a:lnTo>
                    <a:pt x="3487695" y="1722574"/>
                  </a:lnTo>
                  <a:lnTo>
                    <a:pt x="3488540" y="1751118"/>
                  </a:lnTo>
                  <a:lnTo>
                    <a:pt x="3489385" y="1807017"/>
                  </a:lnTo>
                  <a:lnTo>
                    <a:pt x="3490230" y="1873838"/>
                  </a:lnTo>
                  <a:lnTo>
                    <a:pt x="3491075" y="1897440"/>
                  </a:lnTo>
                  <a:lnTo>
                    <a:pt x="3491920" y="1892310"/>
                  </a:lnTo>
                  <a:lnTo>
                    <a:pt x="3492765" y="1930666"/>
                  </a:lnTo>
                  <a:lnTo>
                    <a:pt x="3493610" y="1994207"/>
                  </a:lnTo>
                  <a:lnTo>
                    <a:pt x="3494455" y="2027667"/>
                  </a:lnTo>
                  <a:lnTo>
                    <a:pt x="3495301" y="2019212"/>
                  </a:lnTo>
                  <a:lnTo>
                    <a:pt x="3496146" y="2038776"/>
                  </a:lnTo>
                  <a:lnTo>
                    <a:pt x="3496991" y="2076233"/>
                  </a:lnTo>
                  <a:lnTo>
                    <a:pt x="3497836" y="2080716"/>
                  </a:lnTo>
                  <a:lnTo>
                    <a:pt x="3498681" y="2028875"/>
                  </a:lnTo>
                  <a:lnTo>
                    <a:pt x="3499526" y="1946660"/>
                  </a:lnTo>
                  <a:lnTo>
                    <a:pt x="3500371" y="1899005"/>
                  </a:lnTo>
                  <a:lnTo>
                    <a:pt x="3501216" y="1866454"/>
                  </a:lnTo>
                  <a:lnTo>
                    <a:pt x="3502061" y="1811278"/>
                  </a:lnTo>
                  <a:lnTo>
                    <a:pt x="3502906" y="1744388"/>
                  </a:lnTo>
                  <a:lnTo>
                    <a:pt x="3503751" y="1684552"/>
                  </a:lnTo>
                  <a:lnTo>
                    <a:pt x="3504597" y="1720803"/>
                  </a:lnTo>
                  <a:lnTo>
                    <a:pt x="3505442" y="1776913"/>
                  </a:lnTo>
                  <a:lnTo>
                    <a:pt x="3506287" y="1809465"/>
                  </a:lnTo>
                  <a:lnTo>
                    <a:pt x="3507132" y="1864643"/>
                  </a:lnTo>
                  <a:lnTo>
                    <a:pt x="3507977" y="1943007"/>
                  </a:lnTo>
                  <a:lnTo>
                    <a:pt x="3508822" y="2044864"/>
                  </a:lnTo>
                  <a:lnTo>
                    <a:pt x="3509667" y="2097100"/>
                  </a:lnTo>
                  <a:lnTo>
                    <a:pt x="3510512" y="2103286"/>
                  </a:lnTo>
                  <a:lnTo>
                    <a:pt x="3510512" y="2103286"/>
                  </a:lnTo>
                  <a:lnTo>
                    <a:pt x="3511357" y="2103286"/>
                  </a:lnTo>
                  <a:lnTo>
                    <a:pt x="3512202" y="2103286"/>
                  </a:lnTo>
                  <a:lnTo>
                    <a:pt x="3513047" y="2103286"/>
                  </a:lnTo>
                  <a:lnTo>
                    <a:pt x="3513893" y="2092724"/>
                  </a:lnTo>
                  <a:lnTo>
                    <a:pt x="3514738" y="2092661"/>
                  </a:lnTo>
                  <a:lnTo>
                    <a:pt x="3515583" y="2087065"/>
                  </a:lnTo>
                  <a:lnTo>
                    <a:pt x="3516428" y="2083487"/>
                  </a:lnTo>
                  <a:lnTo>
                    <a:pt x="3517273" y="2091806"/>
                  </a:lnTo>
                  <a:lnTo>
                    <a:pt x="3518118" y="2103286"/>
                  </a:lnTo>
                  <a:lnTo>
                    <a:pt x="3518118" y="2103286"/>
                  </a:lnTo>
                  <a:lnTo>
                    <a:pt x="3518963" y="2103286"/>
                  </a:lnTo>
                  <a:lnTo>
                    <a:pt x="3519808" y="2103286"/>
                  </a:lnTo>
                  <a:lnTo>
                    <a:pt x="3520653" y="2103286"/>
                  </a:lnTo>
                  <a:lnTo>
                    <a:pt x="3521498" y="2061556"/>
                  </a:lnTo>
                  <a:lnTo>
                    <a:pt x="3522343" y="1952309"/>
                  </a:lnTo>
                  <a:lnTo>
                    <a:pt x="3523189" y="1862833"/>
                  </a:lnTo>
                  <a:lnTo>
                    <a:pt x="3524034" y="1847387"/>
                  </a:lnTo>
                  <a:lnTo>
                    <a:pt x="3524879" y="1827294"/>
                  </a:lnTo>
                  <a:lnTo>
                    <a:pt x="3525724" y="1824671"/>
                  </a:lnTo>
                  <a:lnTo>
                    <a:pt x="3526569" y="1872876"/>
                  </a:lnTo>
                  <a:lnTo>
                    <a:pt x="3527414" y="1930190"/>
                  </a:lnTo>
                  <a:lnTo>
                    <a:pt x="3528259" y="1995306"/>
                  </a:lnTo>
                  <a:lnTo>
                    <a:pt x="3529104" y="2001041"/>
                  </a:lnTo>
                  <a:lnTo>
                    <a:pt x="3529949" y="2001041"/>
                  </a:lnTo>
                  <a:lnTo>
                    <a:pt x="3530794" y="1990044"/>
                  </a:lnTo>
                  <a:lnTo>
                    <a:pt x="3531640" y="1967088"/>
                  </a:lnTo>
                  <a:lnTo>
                    <a:pt x="3532485" y="1987618"/>
                  </a:lnTo>
                  <a:lnTo>
                    <a:pt x="3533330" y="2006611"/>
                  </a:lnTo>
                  <a:lnTo>
                    <a:pt x="3534175" y="2018035"/>
                  </a:lnTo>
                  <a:lnTo>
                    <a:pt x="3535020" y="2022427"/>
                  </a:lnTo>
                  <a:lnTo>
                    <a:pt x="3535865" y="2013300"/>
                  </a:lnTo>
                  <a:lnTo>
                    <a:pt x="3536710" y="2022643"/>
                  </a:lnTo>
                  <a:lnTo>
                    <a:pt x="3537555" y="1979513"/>
                  </a:lnTo>
                  <a:lnTo>
                    <a:pt x="3538400" y="1926984"/>
                  </a:lnTo>
                  <a:lnTo>
                    <a:pt x="3539245" y="1898250"/>
                  </a:lnTo>
                  <a:lnTo>
                    <a:pt x="3540090" y="1860722"/>
                  </a:lnTo>
                  <a:lnTo>
                    <a:pt x="3540936" y="1846090"/>
                  </a:lnTo>
                  <a:lnTo>
                    <a:pt x="3541781" y="1889423"/>
                  </a:lnTo>
                  <a:lnTo>
                    <a:pt x="3542626" y="1963175"/>
                  </a:lnTo>
                  <a:lnTo>
                    <a:pt x="3543471" y="2002550"/>
                  </a:lnTo>
                  <a:lnTo>
                    <a:pt x="3544316" y="2029571"/>
                  </a:lnTo>
                  <a:lnTo>
                    <a:pt x="3545161" y="2062708"/>
                  </a:lnTo>
                  <a:lnTo>
                    <a:pt x="3546006" y="2097464"/>
                  </a:lnTo>
                  <a:lnTo>
                    <a:pt x="3546851" y="2076313"/>
                  </a:lnTo>
                  <a:lnTo>
                    <a:pt x="3547696" y="2056602"/>
                  </a:lnTo>
                  <a:lnTo>
                    <a:pt x="3548541" y="2069756"/>
                  </a:lnTo>
                  <a:lnTo>
                    <a:pt x="3549386" y="2073074"/>
                  </a:lnTo>
                  <a:lnTo>
                    <a:pt x="3550232" y="2081788"/>
                  </a:lnTo>
                  <a:lnTo>
                    <a:pt x="3551077" y="2029132"/>
                  </a:lnTo>
                  <a:lnTo>
                    <a:pt x="3551922" y="1999213"/>
                  </a:lnTo>
                  <a:lnTo>
                    <a:pt x="3552767" y="2043970"/>
                  </a:lnTo>
                  <a:lnTo>
                    <a:pt x="3553612" y="2074588"/>
                  </a:lnTo>
                  <a:lnTo>
                    <a:pt x="3554457" y="2066344"/>
                  </a:lnTo>
                  <a:lnTo>
                    <a:pt x="3555302" y="2057629"/>
                  </a:lnTo>
                  <a:lnTo>
                    <a:pt x="3556147" y="2103286"/>
                  </a:lnTo>
                  <a:lnTo>
                    <a:pt x="3556147" y="2103286"/>
                  </a:lnTo>
                  <a:lnTo>
                    <a:pt x="3556992" y="2103286"/>
                  </a:lnTo>
                  <a:lnTo>
                    <a:pt x="3557837" y="2009946"/>
                  </a:lnTo>
                  <a:lnTo>
                    <a:pt x="3558682" y="1959502"/>
                  </a:lnTo>
                  <a:lnTo>
                    <a:pt x="3559528" y="1959876"/>
                  </a:lnTo>
                  <a:lnTo>
                    <a:pt x="3560373" y="1963840"/>
                  </a:lnTo>
                  <a:lnTo>
                    <a:pt x="3561218" y="1963841"/>
                  </a:lnTo>
                  <a:lnTo>
                    <a:pt x="3562063" y="2005936"/>
                  </a:lnTo>
                  <a:lnTo>
                    <a:pt x="3562908" y="2072608"/>
                  </a:lnTo>
                  <a:lnTo>
                    <a:pt x="3563753" y="2061813"/>
                  </a:lnTo>
                  <a:lnTo>
                    <a:pt x="3564598" y="2014127"/>
                  </a:lnTo>
                  <a:lnTo>
                    <a:pt x="3565443" y="1985791"/>
                  </a:lnTo>
                  <a:lnTo>
                    <a:pt x="3566288" y="1967787"/>
                  </a:lnTo>
                  <a:lnTo>
                    <a:pt x="3567133" y="1939565"/>
                  </a:lnTo>
                  <a:lnTo>
                    <a:pt x="3567978" y="1880642"/>
                  </a:lnTo>
                  <a:lnTo>
                    <a:pt x="3568824" y="1805489"/>
                  </a:lnTo>
                  <a:lnTo>
                    <a:pt x="3569669" y="1813207"/>
                  </a:lnTo>
                  <a:lnTo>
                    <a:pt x="3570514" y="1834919"/>
                  </a:lnTo>
                  <a:lnTo>
                    <a:pt x="3571359" y="1818453"/>
                  </a:lnTo>
                  <a:lnTo>
                    <a:pt x="3572204" y="1818126"/>
                  </a:lnTo>
                  <a:lnTo>
                    <a:pt x="3573049" y="1869396"/>
                  </a:lnTo>
                  <a:lnTo>
                    <a:pt x="3573894" y="1984114"/>
                  </a:lnTo>
                  <a:lnTo>
                    <a:pt x="3574739" y="2045868"/>
                  </a:lnTo>
                  <a:lnTo>
                    <a:pt x="3575584" y="2037012"/>
                  </a:lnTo>
                  <a:lnTo>
                    <a:pt x="3576429" y="2073217"/>
                  </a:lnTo>
                  <a:lnTo>
                    <a:pt x="3577274" y="2085417"/>
                  </a:lnTo>
                  <a:lnTo>
                    <a:pt x="3578120" y="2073454"/>
                  </a:lnTo>
                  <a:lnTo>
                    <a:pt x="3578965" y="2049132"/>
                  </a:lnTo>
                  <a:lnTo>
                    <a:pt x="3579810" y="2007123"/>
                  </a:lnTo>
                  <a:lnTo>
                    <a:pt x="3580655" y="1998507"/>
                  </a:lnTo>
                  <a:lnTo>
                    <a:pt x="3581500" y="1967755"/>
                  </a:lnTo>
                  <a:lnTo>
                    <a:pt x="3582345" y="1943119"/>
                  </a:lnTo>
                  <a:lnTo>
                    <a:pt x="3583190" y="1952370"/>
                  </a:lnTo>
                  <a:lnTo>
                    <a:pt x="3584035" y="1967747"/>
                  </a:lnTo>
                  <a:lnTo>
                    <a:pt x="3584880" y="1992521"/>
                  </a:lnTo>
                  <a:lnTo>
                    <a:pt x="3585725" y="2012651"/>
                  </a:lnTo>
                  <a:lnTo>
                    <a:pt x="3586570" y="2041668"/>
                  </a:lnTo>
                  <a:lnTo>
                    <a:pt x="3587416" y="2059008"/>
                  </a:lnTo>
                  <a:lnTo>
                    <a:pt x="3588261" y="2049723"/>
                  </a:lnTo>
                  <a:lnTo>
                    <a:pt x="3589106" y="2020604"/>
                  </a:lnTo>
                  <a:lnTo>
                    <a:pt x="3589951" y="1954969"/>
                  </a:lnTo>
                  <a:lnTo>
                    <a:pt x="3590796" y="1899315"/>
                  </a:lnTo>
                  <a:lnTo>
                    <a:pt x="3591641" y="1873726"/>
                  </a:lnTo>
                  <a:lnTo>
                    <a:pt x="3592486" y="1851712"/>
                  </a:lnTo>
                  <a:lnTo>
                    <a:pt x="3593331" y="1833537"/>
                  </a:lnTo>
                  <a:lnTo>
                    <a:pt x="3594176" y="1858188"/>
                  </a:lnTo>
                  <a:lnTo>
                    <a:pt x="3595021" y="1923824"/>
                  </a:lnTo>
                  <a:lnTo>
                    <a:pt x="3595867" y="1979477"/>
                  </a:lnTo>
                  <a:lnTo>
                    <a:pt x="3596712" y="2005067"/>
                  </a:lnTo>
                  <a:lnTo>
                    <a:pt x="3597557" y="2035114"/>
                  </a:lnTo>
                  <a:lnTo>
                    <a:pt x="3598402" y="2049961"/>
                  </a:lnTo>
                  <a:lnTo>
                    <a:pt x="3599247" y="2024337"/>
                  </a:lnTo>
                  <a:lnTo>
                    <a:pt x="3600092" y="2016175"/>
                  </a:lnTo>
                  <a:lnTo>
                    <a:pt x="3600937" y="2029681"/>
                  </a:lnTo>
                  <a:lnTo>
                    <a:pt x="3601782" y="2055785"/>
                  </a:lnTo>
                  <a:lnTo>
                    <a:pt x="3602627" y="2076277"/>
                  </a:lnTo>
                  <a:lnTo>
                    <a:pt x="3603472" y="2096970"/>
                  </a:lnTo>
                  <a:lnTo>
                    <a:pt x="3604317" y="2103286"/>
                  </a:lnTo>
                  <a:lnTo>
                    <a:pt x="3604317" y="2103286"/>
                  </a:lnTo>
                  <a:lnTo>
                    <a:pt x="3605163" y="2090193"/>
                  </a:lnTo>
                  <a:lnTo>
                    <a:pt x="3606008" y="2067800"/>
                  </a:lnTo>
                  <a:lnTo>
                    <a:pt x="3606853" y="2041695"/>
                  </a:lnTo>
                  <a:lnTo>
                    <a:pt x="3607698" y="2021203"/>
                  </a:lnTo>
                  <a:lnTo>
                    <a:pt x="3608543" y="2015836"/>
                  </a:lnTo>
                  <a:lnTo>
                    <a:pt x="3609388" y="2032711"/>
                  </a:lnTo>
                  <a:lnTo>
                    <a:pt x="3610233" y="2060868"/>
                  </a:lnTo>
                  <a:lnTo>
                    <a:pt x="3611078" y="2069756"/>
                  </a:lnTo>
                  <a:lnTo>
                    <a:pt x="3611923" y="2069756"/>
                  </a:lnTo>
                  <a:lnTo>
                    <a:pt x="3612768" y="2069756"/>
                  </a:lnTo>
                  <a:lnTo>
                    <a:pt x="3613613" y="2069756"/>
                  </a:lnTo>
                  <a:lnTo>
                    <a:pt x="3614459" y="2069756"/>
                  </a:lnTo>
                  <a:lnTo>
                    <a:pt x="3615304" y="2069756"/>
                  </a:lnTo>
                  <a:lnTo>
                    <a:pt x="3616149" y="2069756"/>
                  </a:lnTo>
                  <a:lnTo>
                    <a:pt x="3616994" y="2069756"/>
                  </a:lnTo>
                  <a:lnTo>
                    <a:pt x="3617839" y="2069756"/>
                  </a:lnTo>
                  <a:lnTo>
                    <a:pt x="3618684" y="2069756"/>
                  </a:lnTo>
                  <a:lnTo>
                    <a:pt x="3619529" y="2069756"/>
                  </a:lnTo>
                  <a:lnTo>
                    <a:pt x="3620374" y="2069756"/>
                  </a:lnTo>
                  <a:lnTo>
                    <a:pt x="3621219" y="2069756"/>
                  </a:lnTo>
                  <a:lnTo>
                    <a:pt x="3622064" y="2069756"/>
                  </a:lnTo>
                  <a:lnTo>
                    <a:pt x="3622909" y="2069756"/>
                  </a:lnTo>
                  <a:lnTo>
                    <a:pt x="3623755" y="2069756"/>
                  </a:lnTo>
                  <a:lnTo>
                    <a:pt x="3624600" y="2069756"/>
                  </a:lnTo>
                  <a:lnTo>
                    <a:pt x="3625445" y="2069756"/>
                  </a:lnTo>
                  <a:lnTo>
                    <a:pt x="3626290" y="2069756"/>
                  </a:lnTo>
                  <a:lnTo>
                    <a:pt x="3627135" y="2069756"/>
                  </a:lnTo>
                  <a:lnTo>
                    <a:pt x="3627980" y="2069756"/>
                  </a:lnTo>
                  <a:lnTo>
                    <a:pt x="3628825" y="2069756"/>
                  </a:lnTo>
                  <a:lnTo>
                    <a:pt x="3629670" y="2053836"/>
                  </a:lnTo>
                  <a:lnTo>
                    <a:pt x="3630515" y="2022990"/>
                  </a:lnTo>
                  <a:lnTo>
                    <a:pt x="3631360" y="1986022"/>
                  </a:lnTo>
                  <a:lnTo>
                    <a:pt x="3632205" y="1964438"/>
                  </a:lnTo>
                  <a:lnTo>
                    <a:pt x="3633051" y="1964439"/>
                  </a:lnTo>
                  <a:lnTo>
                    <a:pt x="3633896" y="1964439"/>
                  </a:lnTo>
                  <a:lnTo>
                    <a:pt x="3634741" y="1980358"/>
                  </a:lnTo>
                  <a:lnTo>
                    <a:pt x="3635586" y="2011205"/>
                  </a:lnTo>
                  <a:lnTo>
                    <a:pt x="3636431" y="2048172"/>
                  </a:lnTo>
                  <a:lnTo>
                    <a:pt x="3637276" y="2069756"/>
                  </a:lnTo>
                  <a:lnTo>
                    <a:pt x="3638121" y="2054299"/>
                  </a:lnTo>
                  <a:lnTo>
                    <a:pt x="3638966" y="2025700"/>
                  </a:lnTo>
                  <a:lnTo>
                    <a:pt x="3639811" y="2015785"/>
                  </a:lnTo>
                  <a:lnTo>
                    <a:pt x="3640656" y="2015785"/>
                  </a:lnTo>
                  <a:lnTo>
                    <a:pt x="3641501" y="2015786"/>
                  </a:lnTo>
                  <a:lnTo>
                    <a:pt x="3642347" y="2015786"/>
                  </a:lnTo>
                  <a:lnTo>
                    <a:pt x="3643192" y="2031242"/>
                  </a:lnTo>
                  <a:lnTo>
                    <a:pt x="3644037" y="2059841"/>
                  </a:lnTo>
                  <a:lnTo>
                    <a:pt x="3644882" y="2069756"/>
                  </a:lnTo>
                  <a:lnTo>
                    <a:pt x="3645727" y="2069756"/>
                  </a:lnTo>
                  <a:lnTo>
                    <a:pt x="3646572" y="2069756"/>
                  </a:lnTo>
                  <a:lnTo>
                    <a:pt x="3647417" y="2069756"/>
                  </a:lnTo>
                  <a:lnTo>
                    <a:pt x="3648262" y="2069756"/>
                  </a:lnTo>
                  <a:lnTo>
                    <a:pt x="3649107" y="2069756"/>
                  </a:lnTo>
                  <a:lnTo>
                    <a:pt x="3649952" y="2069756"/>
                  </a:lnTo>
                  <a:lnTo>
                    <a:pt x="3650797" y="2069756"/>
                  </a:lnTo>
                  <a:lnTo>
                    <a:pt x="3651643" y="2069756"/>
                  </a:lnTo>
                  <a:lnTo>
                    <a:pt x="3652488" y="2069756"/>
                  </a:lnTo>
                  <a:lnTo>
                    <a:pt x="3653333" y="2069756"/>
                  </a:lnTo>
                  <a:lnTo>
                    <a:pt x="3654178" y="2069756"/>
                  </a:lnTo>
                  <a:lnTo>
                    <a:pt x="3655023" y="2069756"/>
                  </a:lnTo>
                  <a:lnTo>
                    <a:pt x="3655868" y="2069756"/>
                  </a:lnTo>
                  <a:lnTo>
                    <a:pt x="3656713" y="2069756"/>
                  </a:lnTo>
                  <a:lnTo>
                    <a:pt x="3657558" y="2069756"/>
                  </a:lnTo>
                  <a:lnTo>
                    <a:pt x="3658403" y="2069756"/>
                  </a:lnTo>
                  <a:lnTo>
                    <a:pt x="3659248" y="2069756"/>
                  </a:lnTo>
                  <a:lnTo>
                    <a:pt x="3660094" y="2069756"/>
                  </a:lnTo>
                  <a:lnTo>
                    <a:pt x="3660939" y="2069756"/>
                  </a:lnTo>
                  <a:lnTo>
                    <a:pt x="3661784" y="2069756"/>
                  </a:lnTo>
                  <a:lnTo>
                    <a:pt x="3662629" y="2069756"/>
                  </a:lnTo>
                  <a:lnTo>
                    <a:pt x="3663474" y="2069756"/>
                  </a:lnTo>
                  <a:lnTo>
                    <a:pt x="3664319" y="2069756"/>
                  </a:lnTo>
                  <a:lnTo>
                    <a:pt x="3665164" y="2069756"/>
                  </a:lnTo>
                  <a:lnTo>
                    <a:pt x="3666009" y="2069756"/>
                  </a:lnTo>
                  <a:lnTo>
                    <a:pt x="3666854" y="2069756"/>
                  </a:lnTo>
                  <a:lnTo>
                    <a:pt x="3667699" y="2069756"/>
                  </a:lnTo>
                  <a:lnTo>
                    <a:pt x="3668544" y="2069756"/>
                  </a:lnTo>
                  <a:lnTo>
                    <a:pt x="3669390" y="2063744"/>
                  </a:lnTo>
                  <a:lnTo>
                    <a:pt x="3670235" y="2029272"/>
                  </a:lnTo>
                  <a:lnTo>
                    <a:pt x="3671080" y="2048986"/>
                  </a:lnTo>
                  <a:lnTo>
                    <a:pt x="3671925" y="2075385"/>
                  </a:lnTo>
                  <a:lnTo>
                    <a:pt x="3672770" y="2095542"/>
                  </a:lnTo>
                  <a:lnTo>
                    <a:pt x="3673615" y="2103286"/>
                  </a:lnTo>
                  <a:lnTo>
                    <a:pt x="3673615" y="2103286"/>
                  </a:lnTo>
                  <a:lnTo>
                    <a:pt x="3674460" y="2103286"/>
                  </a:lnTo>
                  <a:lnTo>
                    <a:pt x="3675305" y="2103286"/>
                  </a:lnTo>
                  <a:lnTo>
                    <a:pt x="3676150" y="2103286"/>
                  </a:lnTo>
                  <a:lnTo>
                    <a:pt x="3676995" y="2101536"/>
                  </a:lnTo>
                  <a:lnTo>
                    <a:pt x="3677840" y="2081379"/>
                  </a:lnTo>
                  <a:lnTo>
                    <a:pt x="3678686" y="2064131"/>
                  </a:lnTo>
                  <a:lnTo>
                    <a:pt x="3679531" y="2045654"/>
                  </a:lnTo>
                  <a:lnTo>
                    <a:pt x="3680376" y="2064134"/>
                  </a:lnTo>
                  <a:lnTo>
                    <a:pt x="3681221" y="2049914"/>
                  </a:lnTo>
                  <a:lnTo>
                    <a:pt x="3682066" y="2005739"/>
                  </a:lnTo>
                  <a:lnTo>
                    <a:pt x="3682911" y="1986513"/>
                  </a:lnTo>
                  <a:lnTo>
                    <a:pt x="3683756" y="1987393"/>
                  </a:lnTo>
                  <a:lnTo>
                    <a:pt x="3684601" y="1988123"/>
                  </a:lnTo>
                  <a:lnTo>
                    <a:pt x="3685446" y="1950919"/>
                  </a:lnTo>
                  <a:lnTo>
                    <a:pt x="3686291" y="1934483"/>
                  </a:lnTo>
                  <a:lnTo>
                    <a:pt x="3687136" y="1976729"/>
                  </a:lnTo>
                  <a:lnTo>
                    <a:pt x="3687982" y="2012169"/>
                  </a:lnTo>
                  <a:lnTo>
                    <a:pt x="3688827" y="2001452"/>
                  </a:lnTo>
                  <a:lnTo>
                    <a:pt x="3689672" y="1996386"/>
                  </a:lnTo>
                  <a:lnTo>
                    <a:pt x="3690517" y="2025854"/>
                  </a:lnTo>
                  <a:lnTo>
                    <a:pt x="3691362" y="2091220"/>
                  </a:lnTo>
                  <a:lnTo>
                    <a:pt x="3692207" y="2103286"/>
                  </a:lnTo>
                  <a:lnTo>
                    <a:pt x="3692207" y="2103286"/>
                  </a:lnTo>
                  <a:lnTo>
                    <a:pt x="3693052" y="2078530"/>
                  </a:lnTo>
                  <a:lnTo>
                    <a:pt x="3693897" y="2064928"/>
                  </a:lnTo>
                  <a:lnTo>
                    <a:pt x="3694742" y="2071257"/>
                  </a:lnTo>
                  <a:lnTo>
                    <a:pt x="3695587" y="2003588"/>
                  </a:lnTo>
                  <a:lnTo>
                    <a:pt x="3696432" y="1932808"/>
                  </a:lnTo>
                  <a:lnTo>
                    <a:pt x="3697278" y="1893626"/>
                  </a:lnTo>
                  <a:lnTo>
                    <a:pt x="3698123" y="1896016"/>
                  </a:lnTo>
                  <a:lnTo>
                    <a:pt x="3698968" y="1942266"/>
                  </a:lnTo>
                  <a:lnTo>
                    <a:pt x="3699813" y="1958750"/>
                  </a:lnTo>
                  <a:lnTo>
                    <a:pt x="3700658" y="2015676"/>
                  </a:lnTo>
                  <a:lnTo>
                    <a:pt x="3701503" y="2051747"/>
                  </a:lnTo>
                  <a:lnTo>
                    <a:pt x="3702348" y="2077760"/>
                  </a:lnTo>
                  <a:lnTo>
                    <a:pt x="3703193" y="2086942"/>
                  </a:lnTo>
                  <a:lnTo>
                    <a:pt x="3704038" y="2047606"/>
                  </a:lnTo>
                  <a:lnTo>
                    <a:pt x="3704883" y="2017526"/>
                  </a:lnTo>
                  <a:lnTo>
                    <a:pt x="3705728" y="2017526"/>
                  </a:lnTo>
                  <a:lnTo>
                    <a:pt x="3706574" y="2017526"/>
                  </a:lnTo>
                  <a:lnTo>
                    <a:pt x="3707419" y="2008726"/>
                  </a:lnTo>
                  <a:lnTo>
                    <a:pt x="3708264" y="1984952"/>
                  </a:lnTo>
                  <a:lnTo>
                    <a:pt x="3709109" y="1988209"/>
                  </a:lnTo>
                  <a:lnTo>
                    <a:pt x="3709954" y="2015121"/>
                  </a:lnTo>
                  <a:lnTo>
                    <a:pt x="3710799" y="2010285"/>
                  </a:lnTo>
                  <a:lnTo>
                    <a:pt x="3711644" y="1990516"/>
                  </a:lnTo>
                  <a:lnTo>
                    <a:pt x="3712489" y="1976979"/>
                  </a:lnTo>
                  <a:lnTo>
                    <a:pt x="3713334" y="1992972"/>
                  </a:lnTo>
                  <a:lnTo>
                    <a:pt x="3714179" y="2010542"/>
                  </a:lnTo>
                  <a:lnTo>
                    <a:pt x="3715024" y="1993639"/>
                  </a:lnTo>
                  <a:lnTo>
                    <a:pt x="3715870" y="1973102"/>
                  </a:lnTo>
                  <a:lnTo>
                    <a:pt x="3716715" y="1974397"/>
                  </a:lnTo>
                  <a:lnTo>
                    <a:pt x="3717560" y="1954990"/>
                  </a:lnTo>
                  <a:lnTo>
                    <a:pt x="3718405" y="1919685"/>
                  </a:lnTo>
                  <a:lnTo>
                    <a:pt x="3719250" y="1916446"/>
                  </a:lnTo>
                  <a:lnTo>
                    <a:pt x="3720095" y="1936518"/>
                  </a:lnTo>
                  <a:lnTo>
                    <a:pt x="3720940" y="1961893"/>
                  </a:lnTo>
                  <a:lnTo>
                    <a:pt x="3721785" y="1980365"/>
                  </a:lnTo>
                  <a:lnTo>
                    <a:pt x="3722630" y="2022111"/>
                  </a:lnTo>
                  <a:lnTo>
                    <a:pt x="3723475" y="2080473"/>
                  </a:lnTo>
                  <a:lnTo>
                    <a:pt x="3724321" y="2103286"/>
                  </a:lnTo>
                  <a:lnTo>
                    <a:pt x="3724321" y="2103286"/>
                  </a:lnTo>
                  <a:lnTo>
                    <a:pt x="3725166" y="2103286"/>
                  </a:lnTo>
                  <a:lnTo>
                    <a:pt x="3726011" y="2103286"/>
                  </a:lnTo>
                  <a:lnTo>
                    <a:pt x="3726856" y="2103286"/>
                  </a:lnTo>
                  <a:lnTo>
                    <a:pt x="3727701" y="2103286"/>
                  </a:lnTo>
                  <a:lnTo>
                    <a:pt x="3728546" y="2072352"/>
                  </a:lnTo>
                  <a:lnTo>
                    <a:pt x="3729391" y="2008888"/>
                  </a:lnTo>
                  <a:lnTo>
                    <a:pt x="3730236" y="1959340"/>
                  </a:lnTo>
                  <a:lnTo>
                    <a:pt x="3731081" y="1922944"/>
                  </a:lnTo>
                  <a:lnTo>
                    <a:pt x="3731926" y="1919598"/>
                  </a:lnTo>
                  <a:lnTo>
                    <a:pt x="3732771" y="1919599"/>
                  </a:lnTo>
                  <a:lnTo>
                    <a:pt x="3733617" y="1936486"/>
                  </a:lnTo>
                  <a:lnTo>
                    <a:pt x="3734462" y="1980467"/>
                  </a:lnTo>
                  <a:lnTo>
                    <a:pt x="3735307" y="2049602"/>
                  </a:lnTo>
                  <a:lnTo>
                    <a:pt x="3736152" y="2101426"/>
                  </a:lnTo>
                  <a:lnTo>
                    <a:pt x="3736997" y="2096610"/>
                  </a:lnTo>
                  <a:lnTo>
                    <a:pt x="3737842" y="2069725"/>
                  </a:lnTo>
                  <a:lnTo>
                    <a:pt x="3738687" y="2072708"/>
                  </a:lnTo>
                  <a:lnTo>
                    <a:pt x="3739532" y="2084223"/>
                  </a:lnTo>
                  <a:lnTo>
                    <a:pt x="3740377" y="2064634"/>
                  </a:lnTo>
                  <a:lnTo>
                    <a:pt x="3741222" y="2049205"/>
                  </a:lnTo>
                  <a:lnTo>
                    <a:pt x="3742067" y="2057368"/>
                  </a:lnTo>
                  <a:lnTo>
                    <a:pt x="3742913" y="2077753"/>
                  </a:lnTo>
                  <a:lnTo>
                    <a:pt x="3743758" y="2046362"/>
                  </a:lnTo>
                  <a:lnTo>
                    <a:pt x="3744603" y="2016142"/>
                  </a:lnTo>
                  <a:lnTo>
                    <a:pt x="3745448" y="2016143"/>
                  </a:lnTo>
                  <a:lnTo>
                    <a:pt x="3746293" y="2016143"/>
                  </a:lnTo>
                  <a:lnTo>
                    <a:pt x="3747138" y="2016143"/>
                  </a:lnTo>
                  <a:lnTo>
                    <a:pt x="3747983" y="2015515"/>
                  </a:lnTo>
                  <a:lnTo>
                    <a:pt x="3748828" y="2040926"/>
                  </a:lnTo>
                  <a:lnTo>
                    <a:pt x="3749673" y="2071844"/>
                  </a:lnTo>
                  <a:lnTo>
                    <a:pt x="3750518" y="2071845"/>
                  </a:lnTo>
                  <a:lnTo>
                    <a:pt x="3751363" y="2071845"/>
                  </a:lnTo>
                  <a:lnTo>
                    <a:pt x="3752209" y="2071845"/>
                  </a:lnTo>
                  <a:lnTo>
                    <a:pt x="3753054" y="2103286"/>
                  </a:lnTo>
                  <a:lnTo>
                    <a:pt x="3753054" y="2103286"/>
                  </a:lnTo>
                  <a:lnTo>
                    <a:pt x="3753899" y="2103286"/>
                  </a:lnTo>
                  <a:lnTo>
                    <a:pt x="3754744" y="2103286"/>
                  </a:lnTo>
                  <a:lnTo>
                    <a:pt x="3755589" y="2103286"/>
                  </a:lnTo>
                  <a:lnTo>
                    <a:pt x="3756434" y="2103286"/>
                  </a:lnTo>
                  <a:lnTo>
                    <a:pt x="3757279" y="2103286"/>
                  </a:lnTo>
                  <a:lnTo>
                    <a:pt x="3758124" y="2096985"/>
                  </a:lnTo>
                  <a:lnTo>
                    <a:pt x="3758969" y="2052094"/>
                  </a:lnTo>
                  <a:lnTo>
                    <a:pt x="3759814" y="2057090"/>
                  </a:lnTo>
                  <a:lnTo>
                    <a:pt x="3760659" y="2058244"/>
                  </a:lnTo>
                  <a:lnTo>
                    <a:pt x="3761505" y="2065006"/>
                  </a:lnTo>
                  <a:lnTo>
                    <a:pt x="3762350" y="2029835"/>
                  </a:lnTo>
                  <a:lnTo>
                    <a:pt x="3763195" y="2032097"/>
                  </a:lnTo>
                  <a:lnTo>
                    <a:pt x="3764040" y="2049207"/>
                  </a:lnTo>
                  <a:lnTo>
                    <a:pt x="3764885" y="2052465"/>
                  </a:lnTo>
                  <a:lnTo>
                    <a:pt x="3765730" y="2052465"/>
                  </a:lnTo>
                  <a:lnTo>
                    <a:pt x="3766575" y="2064176"/>
                  </a:lnTo>
                  <a:lnTo>
                    <a:pt x="3767420" y="2098647"/>
                  </a:lnTo>
                  <a:lnTo>
                    <a:pt x="3768265" y="2093443"/>
                  </a:lnTo>
                  <a:lnTo>
                    <a:pt x="3769110" y="2073015"/>
                  </a:lnTo>
                  <a:lnTo>
                    <a:pt x="3769955" y="2069756"/>
                  </a:lnTo>
                  <a:lnTo>
                    <a:pt x="3770801" y="2069756"/>
                  </a:lnTo>
                  <a:lnTo>
                    <a:pt x="3771646" y="2069756"/>
                  </a:lnTo>
                  <a:lnTo>
                    <a:pt x="3772491" y="2071805"/>
                  </a:lnTo>
                  <a:lnTo>
                    <a:pt x="3773336" y="2103286"/>
                  </a:lnTo>
                  <a:lnTo>
                    <a:pt x="3773336" y="2103286"/>
                  </a:lnTo>
                  <a:lnTo>
                    <a:pt x="3774181" y="2103286"/>
                  </a:lnTo>
                  <a:lnTo>
                    <a:pt x="3775026" y="2103286"/>
                  </a:lnTo>
                  <a:lnTo>
                    <a:pt x="3775871" y="2103286"/>
                  </a:lnTo>
                  <a:lnTo>
                    <a:pt x="3776716" y="2103286"/>
                  </a:lnTo>
                  <a:lnTo>
                    <a:pt x="3777561" y="2103286"/>
                  </a:lnTo>
                  <a:lnTo>
                    <a:pt x="3778406" y="2103286"/>
                  </a:lnTo>
                  <a:lnTo>
                    <a:pt x="3779251" y="2093117"/>
                  </a:lnTo>
                  <a:lnTo>
                    <a:pt x="3780097" y="2103286"/>
                  </a:lnTo>
                  <a:lnTo>
                    <a:pt x="3780097" y="2103286"/>
                  </a:lnTo>
                  <a:lnTo>
                    <a:pt x="3780942" y="2103286"/>
                  </a:lnTo>
                  <a:lnTo>
                    <a:pt x="3781787" y="2103286"/>
                  </a:lnTo>
                  <a:lnTo>
                    <a:pt x="3782632" y="2103286"/>
                  </a:lnTo>
                  <a:lnTo>
                    <a:pt x="3783477" y="2103286"/>
                  </a:lnTo>
                  <a:lnTo>
                    <a:pt x="3784322" y="2103286"/>
                  </a:lnTo>
                  <a:lnTo>
                    <a:pt x="3785167" y="2103286"/>
                  </a:lnTo>
                  <a:lnTo>
                    <a:pt x="3786012" y="2103286"/>
                  </a:lnTo>
                  <a:lnTo>
                    <a:pt x="3786857" y="2044441"/>
                  </a:lnTo>
                  <a:lnTo>
                    <a:pt x="3787702" y="2013881"/>
                  </a:lnTo>
                  <a:lnTo>
                    <a:pt x="3788548" y="1968165"/>
                  </a:lnTo>
                  <a:lnTo>
                    <a:pt x="3789393" y="1945601"/>
                  </a:lnTo>
                  <a:lnTo>
                    <a:pt x="3790238" y="1971174"/>
                  </a:lnTo>
                  <a:lnTo>
                    <a:pt x="3791083" y="2047620"/>
                  </a:lnTo>
                  <a:lnTo>
                    <a:pt x="3791928" y="2103286"/>
                  </a:lnTo>
                  <a:lnTo>
                    <a:pt x="3791928" y="2103286"/>
                  </a:lnTo>
                  <a:lnTo>
                    <a:pt x="3792773" y="2103286"/>
                  </a:lnTo>
                  <a:lnTo>
                    <a:pt x="3793618" y="2077541"/>
                  </a:lnTo>
                  <a:lnTo>
                    <a:pt x="3794463" y="2051800"/>
                  </a:lnTo>
                  <a:lnTo>
                    <a:pt x="3795308" y="2076900"/>
                  </a:lnTo>
                  <a:lnTo>
                    <a:pt x="3796153" y="2050591"/>
                  </a:lnTo>
                  <a:lnTo>
                    <a:pt x="3796998" y="2032587"/>
                  </a:lnTo>
                  <a:lnTo>
                    <a:pt x="3797844" y="2060234"/>
                  </a:lnTo>
                  <a:lnTo>
                    <a:pt x="3798689" y="2098272"/>
                  </a:lnTo>
                  <a:lnTo>
                    <a:pt x="3799534" y="2086672"/>
                  </a:lnTo>
                  <a:lnTo>
                    <a:pt x="3800379" y="2016185"/>
                  </a:lnTo>
                  <a:lnTo>
                    <a:pt x="3801224" y="2008064"/>
                  </a:lnTo>
                  <a:lnTo>
                    <a:pt x="3802069" y="2019275"/>
                  </a:lnTo>
                  <a:lnTo>
                    <a:pt x="3802914" y="2002208"/>
                  </a:lnTo>
                  <a:lnTo>
                    <a:pt x="3803759" y="2008612"/>
                  </a:lnTo>
                  <a:lnTo>
                    <a:pt x="3804604" y="2044367"/>
                  </a:lnTo>
                  <a:lnTo>
                    <a:pt x="3805449" y="2069067"/>
                  </a:lnTo>
                  <a:lnTo>
                    <a:pt x="3806294" y="2040841"/>
                  </a:lnTo>
                  <a:lnTo>
                    <a:pt x="3807140" y="1985435"/>
                  </a:lnTo>
                  <a:lnTo>
                    <a:pt x="3807985" y="1963705"/>
                  </a:lnTo>
                  <a:lnTo>
                    <a:pt x="3808830" y="1963706"/>
                  </a:lnTo>
                  <a:lnTo>
                    <a:pt x="3809675" y="1965294"/>
                  </a:lnTo>
                  <a:lnTo>
                    <a:pt x="3810520" y="1972600"/>
                  </a:lnTo>
                  <a:lnTo>
                    <a:pt x="3811365" y="1973974"/>
                  </a:lnTo>
                  <a:lnTo>
                    <a:pt x="3812210" y="1997889"/>
                  </a:lnTo>
                  <a:lnTo>
                    <a:pt x="3813055" y="2016193"/>
                  </a:lnTo>
                  <a:lnTo>
                    <a:pt x="3813900" y="2016194"/>
                  </a:lnTo>
                  <a:lnTo>
                    <a:pt x="3814745" y="2016194"/>
                  </a:lnTo>
                  <a:lnTo>
                    <a:pt x="3815590" y="2027861"/>
                  </a:lnTo>
                  <a:lnTo>
                    <a:pt x="3816436" y="2058759"/>
                  </a:lnTo>
                  <a:lnTo>
                    <a:pt x="3817281" y="2058081"/>
                  </a:lnTo>
                  <a:lnTo>
                    <a:pt x="3818126" y="2030474"/>
                  </a:lnTo>
                  <a:lnTo>
                    <a:pt x="3818971" y="2033541"/>
                  </a:lnTo>
                  <a:lnTo>
                    <a:pt x="3819816" y="2035087"/>
                  </a:lnTo>
                  <a:lnTo>
                    <a:pt x="3820661" y="2035087"/>
                  </a:lnTo>
                  <a:lnTo>
                    <a:pt x="3821506" y="2035088"/>
                  </a:lnTo>
                  <a:lnTo>
                    <a:pt x="3822351" y="2046763"/>
                  </a:lnTo>
                  <a:lnTo>
                    <a:pt x="3823196" y="2074370"/>
                  </a:lnTo>
                  <a:lnTo>
                    <a:pt x="3824041" y="2058173"/>
                  </a:lnTo>
                  <a:lnTo>
                    <a:pt x="3824886" y="2029165"/>
                  </a:lnTo>
                  <a:lnTo>
                    <a:pt x="3825732" y="2015650"/>
                  </a:lnTo>
                  <a:lnTo>
                    <a:pt x="3826577" y="2015651"/>
                  </a:lnTo>
                  <a:lnTo>
                    <a:pt x="3827422" y="2000380"/>
                  </a:lnTo>
                  <a:lnTo>
                    <a:pt x="3828267" y="1970540"/>
                  </a:lnTo>
                  <a:lnTo>
                    <a:pt x="3829112" y="1973725"/>
                  </a:lnTo>
                  <a:lnTo>
                    <a:pt x="3829957" y="1968062"/>
                  </a:lnTo>
                  <a:lnTo>
                    <a:pt x="3830802" y="1963933"/>
                  </a:lnTo>
                  <a:lnTo>
                    <a:pt x="3831647" y="1963933"/>
                  </a:lnTo>
                  <a:lnTo>
                    <a:pt x="3832492" y="1979204"/>
                  </a:lnTo>
                  <a:lnTo>
                    <a:pt x="3833337" y="2009045"/>
                  </a:lnTo>
                  <a:lnTo>
                    <a:pt x="3834182" y="2018987"/>
                  </a:lnTo>
                  <a:lnTo>
                    <a:pt x="3835028" y="2052112"/>
                  </a:lnTo>
                  <a:lnTo>
                    <a:pt x="3835873" y="2069756"/>
                  </a:lnTo>
                  <a:lnTo>
                    <a:pt x="3836718" y="2081212"/>
                  </a:lnTo>
                  <a:lnTo>
                    <a:pt x="3837563" y="2102942"/>
                  </a:lnTo>
                  <a:lnTo>
                    <a:pt x="3838408" y="2103286"/>
                  </a:lnTo>
                  <a:lnTo>
                    <a:pt x="3838408" y="2103286"/>
                  </a:lnTo>
                  <a:lnTo>
                    <a:pt x="3839253" y="2103286"/>
                  </a:lnTo>
                  <a:lnTo>
                    <a:pt x="3840098" y="2103286"/>
                  </a:lnTo>
                  <a:lnTo>
                    <a:pt x="3840943" y="2103286"/>
                  </a:lnTo>
                  <a:lnTo>
                    <a:pt x="3841788" y="2103286"/>
                  </a:lnTo>
                  <a:lnTo>
                    <a:pt x="3842633" y="2103286"/>
                  </a:lnTo>
                  <a:lnTo>
                    <a:pt x="3843478" y="2103286"/>
                  </a:lnTo>
                  <a:lnTo>
                    <a:pt x="3844324" y="2103286"/>
                  </a:lnTo>
                  <a:lnTo>
                    <a:pt x="3845169" y="2098401"/>
                  </a:lnTo>
                  <a:lnTo>
                    <a:pt x="3846014" y="2060653"/>
                  </a:lnTo>
                  <a:lnTo>
                    <a:pt x="3846859" y="1993648"/>
                  </a:lnTo>
                  <a:lnTo>
                    <a:pt x="3847704" y="1976178"/>
                  </a:lnTo>
                  <a:lnTo>
                    <a:pt x="3848549" y="1967390"/>
                  </a:lnTo>
                  <a:lnTo>
                    <a:pt x="3849394" y="1939278"/>
                  </a:lnTo>
                  <a:lnTo>
                    <a:pt x="3850239" y="1884651"/>
                  </a:lnTo>
                  <a:lnTo>
                    <a:pt x="3851084" y="1867238"/>
                  </a:lnTo>
                  <a:lnTo>
                    <a:pt x="3851929" y="1893758"/>
                  </a:lnTo>
                  <a:lnTo>
                    <a:pt x="3852775" y="1913105"/>
                  </a:lnTo>
                  <a:lnTo>
                    <a:pt x="3853620" y="1925593"/>
                  </a:lnTo>
                  <a:lnTo>
                    <a:pt x="3854465" y="1953705"/>
                  </a:lnTo>
                  <a:lnTo>
                    <a:pt x="3855310" y="2009474"/>
                  </a:lnTo>
                  <a:lnTo>
                    <a:pt x="3856155" y="2054501"/>
                  </a:lnTo>
                  <a:lnTo>
                    <a:pt x="3857000" y="2075332"/>
                  </a:lnTo>
                  <a:lnTo>
                    <a:pt x="3857845" y="2073454"/>
                  </a:lnTo>
                  <a:lnTo>
                    <a:pt x="3858690" y="2069756"/>
                  </a:lnTo>
                  <a:lnTo>
                    <a:pt x="3859535" y="2069756"/>
                  </a:lnTo>
                  <a:lnTo>
                    <a:pt x="3860380" y="2069756"/>
                  </a:lnTo>
                  <a:lnTo>
                    <a:pt x="3861225" y="2069756"/>
                  </a:lnTo>
                  <a:lnTo>
                    <a:pt x="3862071" y="2057085"/>
                  </a:lnTo>
                  <a:lnTo>
                    <a:pt x="3862916" y="2024044"/>
                  </a:lnTo>
                  <a:lnTo>
                    <a:pt x="3863761" y="1992017"/>
                  </a:lnTo>
                  <a:lnTo>
                    <a:pt x="3864606" y="1960318"/>
                  </a:lnTo>
                  <a:lnTo>
                    <a:pt x="3865451" y="1905769"/>
                  </a:lnTo>
                  <a:lnTo>
                    <a:pt x="3866296" y="1850429"/>
                  </a:lnTo>
                  <a:lnTo>
                    <a:pt x="3867141" y="1827732"/>
                  </a:lnTo>
                  <a:lnTo>
                    <a:pt x="3867986" y="1838719"/>
                  </a:lnTo>
                  <a:lnTo>
                    <a:pt x="3868831" y="1829938"/>
                  </a:lnTo>
                  <a:lnTo>
                    <a:pt x="3869676" y="1837991"/>
                  </a:lnTo>
                  <a:lnTo>
                    <a:pt x="3870521" y="1887692"/>
                  </a:lnTo>
                  <a:lnTo>
                    <a:pt x="3871367" y="1944723"/>
                  </a:lnTo>
                  <a:lnTo>
                    <a:pt x="3872212" y="1980091"/>
                  </a:lnTo>
                  <a:lnTo>
                    <a:pt x="3873057" y="1956690"/>
                  </a:lnTo>
                  <a:lnTo>
                    <a:pt x="3873902" y="1917153"/>
                  </a:lnTo>
                  <a:lnTo>
                    <a:pt x="3874747" y="1917271"/>
                  </a:lnTo>
                  <a:lnTo>
                    <a:pt x="3875592" y="1898043"/>
                  </a:lnTo>
                  <a:lnTo>
                    <a:pt x="3876437" y="1881238"/>
                  </a:lnTo>
                  <a:lnTo>
                    <a:pt x="3877282" y="1880023"/>
                  </a:lnTo>
                  <a:lnTo>
                    <a:pt x="3878127" y="1926023"/>
                  </a:lnTo>
                  <a:lnTo>
                    <a:pt x="3878972" y="1957667"/>
                  </a:lnTo>
                  <a:lnTo>
                    <a:pt x="3879817" y="1909450"/>
                  </a:lnTo>
                  <a:lnTo>
                    <a:pt x="3880663" y="1911069"/>
                  </a:lnTo>
                  <a:lnTo>
                    <a:pt x="3881508" y="1879746"/>
                  </a:lnTo>
                  <a:lnTo>
                    <a:pt x="3882353" y="1797776"/>
                  </a:lnTo>
                  <a:lnTo>
                    <a:pt x="3883198" y="1729400"/>
                  </a:lnTo>
                  <a:lnTo>
                    <a:pt x="3884043" y="1721332"/>
                  </a:lnTo>
                  <a:lnTo>
                    <a:pt x="3884888" y="1779533"/>
                  </a:lnTo>
                  <a:lnTo>
                    <a:pt x="3885733" y="1801990"/>
                  </a:lnTo>
                  <a:lnTo>
                    <a:pt x="3886578" y="1848428"/>
                  </a:lnTo>
                  <a:lnTo>
                    <a:pt x="3887423" y="1931613"/>
                  </a:lnTo>
                  <a:lnTo>
                    <a:pt x="3888268" y="1999444"/>
                  </a:lnTo>
                  <a:lnTo>
                    <a:pt x="3889113" y="2056212"/>
                  </a:lnTo>
                  <a:lnTo>
                    <a:pt x="3889959" y="2067613"/>
                  </a:lnTo>
                  <a:lnTo>
                    <a:pt x="3890804" y="2041150"/>
                  </a:lnTo>
                  <a:lnTo>
                    <a:pt x="3891649" y="1993173"/>
                  </a:lnTo>
                  <a:lnTo>
                    <a:pt x="3892494" y="1968720"/>
                  </a:lnTo>
                  <a:lnTo>
                    <a:pt x="3893339" y="1968721"/>
                  </a:lnTo>
                  <a:lnTo>
                    <a:pt x="3894184" y="1968722"/>
                  </a:lnTo>
                  <a:lnTo>
                    <a:pt x="3895029" y="1942357"/>
                  </a:lnTo>
                  <a:lnTo>
                    <a:pt x="3895874" y="1929285"/>
                  </a:lnTo>
                  <a:lnTo>
                    <a:pt x="3896719" y="1984020"/>
                  </a:lnTo>
                  <a:lnTo>
                    <a:pt x="3897564" y="2007641"/>
                  </a:lnTo>
                  <a:lnTo>
                    <a:pt x="3898409" y="2005036"/>
                  </a:lnTo>
                  <a:lnTo>
                    <a:pt x="3899255" y="2005037"/>
                  </a:lnTo>
                  <a:lnTo>
                    <a:pt x="3900100" y="1988300"/>
                  </a:lnTo>
                  <a:lnTo>
                    <a:pt x="3900945" y="1952539"/>
                  </a:lnTo>
                  <a:lnTo>
                    <a:pt x="3901790" y="1932401"/>
                  </a:lnTo>
                  <a:lnTo>
                    <a:pt x="3902635" y="1919699"/>
                  </a:lnTo>
                  <a:lnTo>
                    <a:pt x="3903480" y="1887834"/>
                  </a:lnTo>
                  <a:lnTo>
                    <a:pt x="3904325" y="1883040"/>
                  </a:lnTo>
                  <a:lnTo>
                    <a:pt x="3905170" y="1883077"/>
                  </a:lnTo>
                  <a:lnTo>
                    <a:pt x="3906015" y="1872422"/>
                  </a:lnTo>
                  <a:lnTo>
                    <a:pt x="3906860" y="1796417"/>
                  </a:lnTo>
                  <a:lnTo>
                    <a:pt x="3907706" y="1764949"/>
                  </a:lnTo>
                  <a:lnTo>
                    <a:pt x="3908551" y="1770846"/>
                  </a:lnTo>
                  <a:lnTo>
                    <a:pt x="3909396" y="1735029"/>
                  </a:lnTo>
                  <a:lnTo>
                    <a:pt x="3910241" y="1773922"/>
                  </a:lnTo>
                  <a:lnTo>
                    <a:pt x="3911086" y="1859872"/>
                  </a:lnTo>
                  <a:lnTo>
                    <a:pt x="3911931" y="1930840"/>
                  </a:lnTo>
                  <a:lnTo>
                    <a:pt x="3912776" y="1920050"/>
                  </a:lnTo>
                  <a:lnTo>
                    <a:pt x="3913621" y="1857683"/>
                  </a:lnTo>
                  <a:lnTo>
                    <a:pt x="3914466" y="1833558"/>
                  </a:lnTo>
                  <a:lnTo>
                    <a:pt x="3915311" y="1860366"/>
                  </a:lnTo>
                  <a:lnTo>
                    <a:pt x="3916156" y="1867722"/>
                  </a:lnTo>
                  <a:lnTo>
                    <a:pt x="3917002" y="1886136"/>
                  </a:lnTo>
                  <a:lnTo>
                    <a:pt x="3917847" y="1941929"/>
                  </a:lnTo>
                  <a:lnTo>
                    <a:pt x="3918692" y="2032871"/>
                  </a:lnTo>
                  <a:lnTo>
                    <a:pt x="3919537" y="2097606"/>
                  </a:lnTo>
                  <a:lnTo>
                    <a:pt x="3920382" y="2077113"/>
                  </a:lnTo>
                  <a:lnTo>
                    <a:pt x="3921227" y="2069756"/>
                  </a:lnTo>
                  <a:lnTo>
                    <a:pt x="3922072" y="2069756"/>
                  </a:lnTo>
                  <a:lnTo>
                    <a:pt x="3922917" y="2069756"/>
                  </a:lnTo>
                  <a:lnTo>
                    <a:pt x="3923762" y="2069756"/>
                  </a:lnTo>
                  <a:lnTo>
                    <a:pt x="3924607" y="2069756"/>
                  </a:lnTo>
                  <a:lnTo>
                    <a:pt x="3925452" y="2069756"/>
                  </a:lnTo>
                  <a:lnTo>
                    <a:pt x="3926298" y="2069756"/>
                  </a:lnTo>
                  <a:lnTo>
                    <a:pt x="3927143" y="2069756"/>
                  </a:lnTo>
                  <a:lnTo>
                    <a:pt x="3927988" y="2069756"/>
                  </a:lnTo>
                  <a:lnTo>
                    <a:pt x="3928833" y="2069756"/>
                  </a:lnTo>
                  <a:lnTo>
                    <a:pt x="3929678" y="2069756"/>
                  </a:lnTo>
                  <a:lnTo>
                    <a:pt x="3930523" y="2069656"/>
                  </a:lnTo>
                  <a:lnTo>
                    <a:pt x="3931368" y="2051184"/>
                  </a:lnTo>
                  <a:lnTo>
                    <a:pt x="3932213" y="2010626"/>
                  </a:lnTo>
                  <a:lnTo>
                    <a:pt x="3933058" y="1941535"/>
                  </a:lnTo>
                  <a:lnTo>
                    <a:pt x="3933903" y="1853636"/>
                  </a:lnTo>
                  <a:lnTo>
                    <a:pt x="3934748" y="1824249"/>
                  </a:lnTo>
                  <a:lnTo>
                    <a:pt x="3935594" y="1823576"/>
                  </a:lnTo>
                  <a:lnTo>
                    <a:pt x="3936439" y="1807626"/>
                  </a:lnTo>
                  <a:lnTo>
                    <a:pt x="3937284" y="1809656"/>
                  </a:lnTo>
                  <a:lnTo>
                    <a:pt x="3938129" y="1861254"/>
                  </a:lnTo>
                  <a:lnTo>
                    <a:pt x="3938974" y="1958657"/>
                  </a:lnTo>
                  <a:lnTo>
                    <a:pt x="3939819" y="1975599"/>
                  </a:lnTo>
                  <a:lnTo>
                    <a:pt x="3940664" y="1955601"/>
                  </a:lnTo>
                  <a:lnTo>
                    <a:pt x="3941509" y="1989678"/>
                  </a:lnTo>
                  <a:lnTo>
                    <a:pt x="3942354" y="2028209"/>
                  </a:lnTo>
                  <a:lnTo>
                    <a:pt x="3943199" y="2045700"/>
                  </a:lnTo>
                  <a:lnTo>
                    <a:pt x="3944044" y="2036196"/>
                  </a:lnTo>
                  <a:lnTo>
                    <a:pt x="3944890" y="2048641"/>
                  </a:lnTo>
                  <a:lnTo>
                    <a:pt x="3945735" y="2069413"/>
                  </a:lnTo>
                  <a:lnTo>
                    <a:pt x="3946580" y="2081207"/>
                  </a:lnTo>
                  <a:lnTo>
                    <a:pt x="3947425" y="2101363"/>
                  </a:lnTo>
                  <a:lnTo>
                    <a:pt x="3948270" y="2103286"/>
                  </a:lnTo>
                  <a:lnTo>
                    <a:pt x="3948270" y="2103286"/>
                  </a:lnTo>
                  <a:lnTo>
                    <a:pt x="3949115" y="2103286"/>
                  </a:lnTo>
                  <a:lnTo>
                    <a:pt x="3949960" y="2103286"/>
                  </a:lnTo>
                  <a:lnTo>
                    <a:pt x="3950805" y="2103286"/>
                  </a:lnTo>
                  <a:lnTo>
                    <a:pt x="3951650" y="2103286"/>
                  </a:lnTo>
                  <a:lnTo>
                    <a:pt x="3952495" y="2103286"/>
                  </a:lnTo>
                  <a:lnTo>
                    <a:pt x="3953340" y="2089802"/>
                  </a:lnTo>
                  <a:lnTo>
                    <a:pt x="3954186" y="2040582"/>
                  </a:lnTo>
                  <a:lnTo>
                    <a:pt x="3955031" y="1977597"/>
                  </a:lnTo>
                  <a:lnTo>
                    <a:pt x="3955876" y="1935353"/>
                  </a:lnTo>
                  <a:lnTo>
                    <a:pt x="3956721" y="1911080"/>
                  </a:lnTo>
                  <a:lnTo>
                    <a:pt x="3957566" y="1884714"/>
                  </a:lnTo>
                  <a:lnTo>
                    <a:pt x="3958411" y="1885708"/>
                  </a:lnTo>
                  <a:lnTo>
                    <a:pt x="3959256" y="1929807"/>
                  </a:lnTo>
                  <a:lnTo>
                    <a:pt x="3960101" y="1948554"/>
                  </a:lnTo>
                  <a:lnTo>
                    <a:pt x="3960946" y="1906054"/>
                  </a:lnTo>
                  <a:lnTo>
                    <a:pt x="3961791" y="1854185"/>
                  </a:lnTo>
                  <a:lnTo>
                    <a:pt x="3962636" y="1857573"/>
                  </a:lnTo>
                  <a:lnTo>
                    <a:pt x="3963482" y="1856609"/>
                  </a:lnTo>
                  <a:lnTo>
                    <a:pt x="3964327" y="1786142"/>
                  </a:lnTo>
                  <a:lnTo>
                    <a:pt x="3965172" y="1760831"/>
                  </a:lnTo>
                  <a:lnTo>
                    <a:pt x="3966017" y="1801067"/>
                  </a:lnTo>
                  <a:lnTo>
                    <a:pt x="3966862" y="1861860"/>
                  </a:lnTo>
                  <a:lnTo>
                    <a:pt x="3967707" y="1880338"/>
                  </a:lnTo>
                  <a:lnTo>
                    <a:pt x="3968552" y="1881752"/>
                  </a:lnTo>
                  <a:lnTo>
                    <a:pt x="3969397" y="1908458"/>
                  </a:lnTo>
                  <a:lnTo>
                    <a:pt x="3970242" y="1899043"/>
                  </a:lnTo>
                  <a:lnTo>
                    <a:pt x="3971087" y="1894780"/>
                  </a:lnTo>
                  <a:lnTo>
                    <a:pt x="3971933" y="1903453"/>
                  </a:lnTo>
                  <a:lnTo>
                    <a:pt x="3972778" y="1923947"/>
                  </a:lnTo>
                  <a:lnTo>
                    <a:pt x="3973623" y="1949728"/>
                  </a:lnTo>
                  <a:lnTo>
                    <a:pt x="3974468" y="1978270"/>
                  </a:lnTo>
                  <a:lnTo>
                    <a:pt x="3975313" y="2006246"/>
                  </a:lnTo>
                  <a:lnTo>
                    <a:pt x="3976158" y="2050811"/>
                  </a:lnTo>
                  <a:lnTo>
                    <a:pt x="3977003" y="2077912"/>
                  </a:lnTo>
                  <a:lnTo>
                    <a:pt x="3977848" y="2059024"/>
                  </a:lnTo>
                  <a:lnTo>
                    <a:pt x="3978693" y="2049742"/>
                  </a:lnTo>
                  <a:lnTo>
                    <a:pt x="3979538" y="2064774"/>
                  </a:lnTo>
                  <a:lnTo>
                    <a:pt x="3980383" y="2088399"/>
                  </a:lnTo>
                  <a:lnTo>
                    <a:pt x="3981229" y="2057999"/>
                  </a:lnTo>
                  <a:lnTo>
                    <a:pt x="3982074" y="1985305"/>
                  </a:lnTo>
                  <a:lnTo>
                    <a:pt x="3982919" y="1950063"/>
                  </a:lnTo>
                  <a:lnTo>
                    <a:pt x="3983764" y="1908535"/>
                  </a:lnTo>
                  <a:lnTo>
                    <a:pt x="3984609" y="1872272"/>
                  </a:lnTo>
                  <a:lnTo>
                    <a:pt x="3985454" y="1847742"/>
                  </a:lnTo>
                  <a:lnTo>
                    <a:pt x="3986299" y="1864463"/>
                  </a:lnTo>
                  <a:lnTo>
                    <a:pt x="3987144" y="1916730"/>
                  </a:lnTo>
                  <a:lnTo>
                    <a:pt x="3987989" y="1931631"/>
                  </a:lnTo>
                  <a:lnTo>
                    <a:pt x="3988834" y="1939950"/>
                  </a:lnTo>
                  <a:lnTo>
                    <a:pt x="3989679" y="1976213"/>
                  </a:lnTo>
                  <a:lnTo>
                    <a:pt x="3990525" y="1993754"/>
                  </a:lnTo>
                  <a:lnTo>
                    <a:pt x="3991370" y="1969477"/>
                  </a:lnTo>
                  <a:lnTo>
                    <a:pt x="3992215" y="1965613"/>
                  </a:lnTo>
                  <a:lnTo>
                    <a:pt x="3993060" y="1984348"/>
                  </a:lnTo>
                  <a:lnTo>
                    <a:pt x="3993905" y="2028336"/>
                  </a:lnTo>
                  <a:lnTo>
                    <a:pt x="3994750" y="2048492"/>
                  </a:lnTo>
                  <a:lnTo>
                    <a:pt x="3995595" y="2065604"/>
                  </a:lnTo>
                  <a:lnTo>
                    <a:pt x="3996440" y="2072462"/>
                  </a:lnTo>
                  <a:lnTo>
                    <a:pt x="3997285" y="2054064"/>
                  </a:lnTo>
                  <a:lnTo>
                    <a:pt x="3998130" y="2054065"/>
                  </a:lnTo>
                  <a:lnTo>
                    <a:pt x="3998975" y="2043287"/>
                  </a:lnTo>
                  <a:lnTo>
                    <a:pt x="3999821" y="2023130"/>
                  </a:lnTo>
                  <a:lnTo>
                    <a:pt x="4000666" y="2019880"/>
                  </a:lnTo>
                  <a:lnTo>
                    <a:pt x="4001511" y="2047493"/>
                  </a:lnTo>
                  <a:lnTo>
                    <a:pt x="4002356" y="2069756"/>
                  </a:lnTo>
                  <a:lnTo>
                    <a:pt x="4003201" y="2069756"/>
                  </a:lnTo>
                  <a:lnTo>
                    <a:pt x="4004046" y="2069756"/>
                  </a:lnTo>
                  <a:lnTo>
                    <a:pt x="4004891" y="2069756"/>
                  </a:lnTo>
                  <a:lnTo>
                    <a:pt x="4005736" y="2069756"/>
                  </a:lnTo>
                  <a:lnTo>
                    <a:pt x="4006581" y="2069756"/>
                  </a:lnTo>
                  <a:lnTo>
                    <a:pt x="4007426" y="2069756"/>
                  </a:lnTo>
                  <a:lnTo>
                    <a:pt x="4008271" y="2069756"/>
                  </a:lnTo>
                  <a:lnTo>
                    <a:pt x="4009117" y="2069756"/>
                  </a:lnTo>
                  <a:lnTo>
                    <a:pt x="4009962" y="2069756"/>
                  </a:lnTo>
                  <a:lnTo>
                    <a:pt x="4010807" y="2069756"/>
                  </a:lnTo>
                  <a:lnTo>
                    <a:pt x="4011652" y="2069756"/>
                  </a:lnTo>
                  <a:lnTo>
                    <a:pt x="4012497" y="2069756"/>
                  </a:lnTo>
                  <a:lnTo>
                    <a:pt x="4013342" y="2069756"/>
                  </a:lnTo>
                  <a:lnTo>
                    <a:pt x="4014187" y="2069756"/>
                  </a:lnTo>
                  <a:lnTo>
                    <a:pt x="4015032" y="2069756"/>
                  </a:lnTo>
                  <a:lnTo>
                    <a:pt x="4015877" y="2069756"/>
                  </a:lnTo>
                  <a:lnTo>
                    <a:pt x="4016722" y="2069756"/>
                  </a:lnTo>
                  <a:lnTo>
                    <a:pt x="4017567" y="2069756"/>
                  </a:lnTo>
                  <a:lnTo>
                    <a:pt x="4018413" y="2069756"/>
                  </a:lnTo>
                  <a:lnTo>
                    <a:pt x="4019258" y="2069756"/>
                  </a:lnTo>
                  <a:lnTo>
                    <a:pt x="4020103" y="2069756"/>
                  </a:lnTo>
                  <a:lnTo>
                    <a:pt x="4020948" y="2069756"/>
                  </a:lnTo>
                  <a:lnTo>
                    <a:pt x="4021793" y="2074661"/>
                  </a:lnTo>
                  <a:lnTo>
                    <a:pt x="4022638" y="2061100"/>
                  </a:lnTo>
                  <a:lnTo>
                    <a:pt x="4023483" y="2044349"/>
                  </a:lnTo>
                  <a:lnTo>
                    <a:pt x="4024328" y="2018222"/>
                  </a:lnTo>
                  <a:lnTo>
                    <a:pt x="4025173" y="2009062"/>
                  </a:lnTo>
                  <a:lnTo>
                    <a:pt x="4026018" y="1965388"/>
                  </a:lnTo>
                  <a:lnTo>
                    <a:pt x="4026863" y="1936192"/>
                  </a:lnTo>
                  <a:lnTo>
                    <a:pt x="4027709" y="1922139"/>
                  </a:lnTo>
                  <a:lnTo>
                    <a:pt x="4028554" y="1919334"/>
                  </a:lnTo>
                  <a:lnTo>
                    <a:pt x="4029399" y="1945463"/>
                  </a:lnTo>
                  <a:lnTo>
                    <a:pt x="4030244" y="1954623"/>
                  </a:lnTo>
                  <a:lnTo>
                    <a:pt x="4031089" y="1998299"/>
                  </a:lnTo>
                  <a:lnTo>
                    <a:pt x="4031934" y="2022588"/>
                  </a:lnTo>
                  <a:lnTo>
                    <a:pt x="4032779" y="2050201"/>
                  </a:lnTo>
                  <a:lnTo>
                    <a:pt x="4033624" y="2069756"/>
                  </a:lnTo>
                  <a:lnTo>
                    <a:pt x="4034469" y="2049347"/>
                  </a:lnTo>
                  <a:lnTo>
                    <a:pt x="4035314" y="2019675"/>
                  </a:lnTo>
                  <a:lnTo>
                    <a:pt x="4036160" y="1989805"/>
                  </a:lnTo>
                  <a:lnTo>
                    <a:pt x="4037005" y="1961313"/>
                  </a:lnTo>
                  <a:lnTo>
                    <a:pt x="4037850" y="1936245"/>
                  </a:lnTo>
                  <a:lnTo>
                    <a:pt x="4038695" y="1897837"/>
                  </a:lnTo>
                  <a:lnTo>
                    <a:pt x="4039540" y="1878788"/>
                  </a:lnTo>
                  <a:lnTo>
                    <a:pt x="4040385" y="1878534"/>
                  </a:lnTo>
                  <a:lnTo>
                    <a:pt x="4041230" y="1893231"/>
                  </a:lnTo>
                  <a:lnTo>
                    <a:pt x="4042075" y="1908966"/>
                  </a:lnTo>
                  <a:lnTo>
                    <a:pt x="4042920" y="1934034"/>
                  </a:lnTo>
                  <a:lnTo>
                    <a:pt x="4043765" y="1972444"/>
                  </a:lnTo>
                  <a:lnTo>
                    <a:pt x="4044610" y="2017145"/>
                  </a:lnTo>
                  <a:lnTo>
                    <a:pt x="4045456" y="2061628"/>
                  </a:lnTo>
                  <a:lnTo>
                    <a:pt x="4046301" y="2074556"/>
                  </a:lnTo>
                  <a:lnTo>
                    <a:pt x="4047146" y="2069259"/>
                  </a:lnTo>
                  <a:lnTo>
                    <a:pt x="4047991" y="2034048"/>
                  </a:lnTo>
                  <a:lnTo>
                    <a:pt x="4048836" y="2033090"/>
                  </a:lnTo>
                  <a:lnTo>
                    <a:pt x="4049681" y="2027846"/>
                  </a:lnTo>
                  <a:lnTo>
                    <a:pt x="4050526" y="2009298"/>
                  </a:lnTo>
                  <a:lnTo>
                    <a:pt x="4051371" y="1984649"/>
                  </a:lnTo>
                  <a:lnTo>
                    <a:pt x="4052216" y="1968609"/>
                  </a:lnTo>
                  <a:lnTo>
                    <a:pt x="4053061" y="1972463"/>
                  </a:lnTo>
                  <a:lnTo>
                    <a:pt x="4053906" y="1964535"/>
                  </a:lnTo>
                  <a:lnTo>
                    <a:pt x="4054752" y="1964535"/>
                  </a:lnTo>
                  <a:lnTo>
                    <a:pt x="4055597" y="1968525"/>
                  </a:lnTo>
                  <a:lnTo>
                    <a:pt x="4056442" y="1995417"/>
                  </a:lnTo>
                  <a:lnTo>
                    <a:pt x="4057287" y="2029511"/>
                  </a:lnTo>
                  <a:lnTo>
                    <a:pt x="4058132" y="2041972"/>
                  </a:lnTo>
                  <a:lnTo>
                    <a:pt x="4058977" y="2024362"/>
                  </a:lnTo>
                  <a:lnTo>
                    <a:pt x="4059822" y="1998358"/>
                  </a:lnTo>
                  <a:lnTo>
                    <a:pt x="4060667" y="1962587"/>
                  </a:lnTo>
                  <a:lnTo>
                    <a:pt x="4061512" y="1952613"/>
                  </a:lnTo>
                  <a:lnTo>
                    <a:pt x="4062357" y="1952614"/>
                  </a:lnTo>
                  <a:lnTo>
                    <a:pt x="4063202" y="1971508"/>
                  </a:lnTo>
                  <a:lnTo>
                    <a:pt x="4064048" y="2001325"/>
                  </a:lnTo>
                  <a:lnTo>
                    <a:pt x="4064893" y="2047821"/>
                  </a:lnTo>
                  <a:lnTo>
                    <a:pt x="4065738" y="2093057"/>
                  </a:lnTo>
                  <a:lnTo>
                    <a:pt x="4066583" y="2103030"/>
                  </a:lnTo>
                  <a:lnTo>
                    <a:pt x="4067428" y="2103032"/>
                  </a:lnTo>
                  <a:lnTo>
                    <a:pt x="4068273" y="2103033"/>
                  </a:lnTo>
                  <a:lnTo>
                    <a:pt x="4069118" y="2092235"/>
                  </a:lnTo>
                  <a:lnTo>
                    <a:pt x="4069963" y="2068367"/>
                  </a:lnTo>
                  <a:lnTo>
                    <a:pt x="4070808" y="2078514"/>
                  </a:lnTo>
                  <a:lnTo>
                    <a:pt x="4071653" y="2090255"/>
                  </a:lnTo>
                  <a:lnTo>
                    <a:pt x="4072498" y="2096834"/>
                  </a:lnTo>
                  <a:lnTo>
                    <a:pt x="4073344" y="2096835"/>
                  </a:lnTo>
                  <a:lnTo>
                    <a:pt x="4074189" y="2103286"/>
                  </a:lnTo>
                  <a:lnTo>
                    <a:pt x="4074189" y="2103286"/>
                  </a:lnTo>
                  <a:lnTo>
                    <a:pt x="4075034" y="2103286"/>
                  </a:lnTo>
                  <a:lnTo>
                    <a:pt x="4075879" y="2103286"/>
                  </a:lnTo>
                  <a:lnTo>
                    <a:pt x="4076724" y="2103286"/>
                  </a:lnTo>
                  <a:lnTo>
                    <a:pt x="4077569" y="2103286"/>
                  </a:lnTo>
                  <a:lnTo>
                    <a:pt x="4078414" y="2103286"/>
                  </a:lnTo>
                  <a:lnTo>
                    <a:pt x="4079259" y="2103286"/>
                  </a:lnTo>
                  <a:lnTo>
                    <a:pt x="4080104" y="2103286"/>
                  </a:lnTo>
                  <a:lnTo>
                    <a:pt x="4080949" y="2103286"/>
                  </a:lnTo>
                  <a:lnTo>
                    <a:pt x="4081794" y="2095646"/>
                  </a:lnTo>
                  <a:lnTo>
                    <a:pt x="4082640" y="2067949"/>
                  </a:lnTo>
                  <a:lnTo>
                    <a:pt x="4083485" y="2046683"/>
                  </a:lnTo>
                  <a:lnTo>
                    <a:pt x="4084330" y="2019447"/>
                  </a:lnTo>
                  <a:lnTo>
                    <a:pt x="4085175" y="2001320"/>
                  </a:lnTo>
                  <a:lnTo>
                    <a:pt x="4086020" y="2001320"/>
                  </a:lnTo>
                  <a:lnTo>
                    <a:pt x="4086865" y="2000234"/>
                  </a:lnTo>
                  <a:lnTo>
                    <a:pt x="4087710" y="1993765"/>
                  </a:lnTo>
                  <a:lnTo>
                    <a:pt x="4088555" y="2006190"/>
                  </a:lnTo>
                  <a:lnTo>
                    <a:pt x="4089400" y="2030977"/>
                  </a:lnTo>
                  <a:lnTo>
                    <a:pt x="4090245" y="2053375"/>
                  </a:lnTo>
                  <a:lnTo>
                    <a:pt x="4091090" y="2054920"/>
                  </a:lnTo>
                  <a:lnTo>
                    <a:pt x="4091936" y="2067674"/>
                  </a:lnTo>
                  <a:lnTo>
                    <a:pt x="4092781" y="2098164"/>
                  </a:lnTo>
                  <a:lnTo>
                    <a:pt x="4093626" y="2069333"/>
                  </a:lnTo>
                  <a:lnTo>
                    <a:pt x="4094471" y="2038278"/>
                  </a:lnTo>
                  <a:lnTo>
                    <a:pt x="4095316" y="2019131"/>
                  </a:lnTo>
                  <a:lnTo>
                    <a:pt x="4096161" y="2009237"/>
                  </a:lnTo>
                  <a:lnTo>
                    <a:pt x="4097006" y="1994946"/>
                  </a:lnTo>
                  <a:lnTo>
                    <a:pt x="4097851" y="2002510"/>
                  </a:lnTo>
                  <a:lnTo>
                    <a:pt x="4098696" y="2036981"/>
                  </a:lnTo>
                  <a:lnTo>
                    <a:pt x="4099541" y="2051002"/>
                  </a:lnTo>
                  <a:lnTo>
                    <a:pt x="4100387" y="2051003"/>
                  </a:lnTo>
                  <a:lnTo>
                    <a:pt x="4101232" y="2059350"/>
                  </a:lnTo>
                  <a:lnTo>
                    <a:pt x="4102077" y="2073642"/>
                  </a:lnTo>
                  <a:lnTo>
                    <a:pt x="4102922" y="2067516"/>
                  </a:lnTo>
                  <a:lnTo>
                    <a:pt x="4103767" y="2005867"/>
                  </a:lnTo>
                  <a:lnTo>
                    <a:pt x="4104612" y="1948377"/>
                  </a:lnTo>
                  <a:lnTo>
                    <a:pt x="4105457" y="1928840"/>
                  </a:lnTo>
                  <a:lnTo>
                    <a:pt x="4106302" y="1906083"/>
                  </a:lnTo>
                  <a:lnTo>
                    <a:pt x="4107147" y="1880629"/>
                  </a:lnTo>
                  <a:lnTo>
                    <a:pt x="4107992" y="1886740"/>
                  </a:lnTo>
                  <a:lnTo>
                    <a:pt x="4108837" y="1983222"/>
                  </a:lnTo>
                  <a:lnTo>
                    <a:pt x="4109683" y="2052572"/>
                  </a:lnTo>
                  <a:lnTo>
                    <a:pt x="4110528" y="2072107"/>
                  </a:lnTo>
                  <a:lnTo>
                    <a:pt x="4111373" y="2087648"/>
                  </a:lnTo>
                  <a:lnTo>
                    <a:pt x="4112218" y="2092295"/>
                  </a:lnTo>
                  <a:lnTo>
                    <a:pt x="4113063" y="2088761"/>
                  </a:lnTo>
                  <a:lnTo>
                    <a:pt x="4113908" y="2072338"/>
                  </a:lnTo>
                  <a:lnTo>
                    <a:pt x="4114753" y="2078826"/>
                  </a:lnTo>
                  <a:lnTo>
                    <a:pt x="4115598" y="2084680"/>
                  </a:lnTo>
                  <a:lnTo>
                    <a:pt x="4116443" y="2057425"/>
                  </a:lnTo>
                  <a:lnTo>
                    <a:pt x="4117288" y="2069698"/>
                  </a:lnTo>
                  <a:lnTo>
                    <a:pt x="4118133" y="2069361"/>
                  </a:lnTo>
                  <a:lnTo>
                    <a:pt x="4118979" y="2050950"/>
                  </a:lnTo>
                  <a:lnTo>
                    <a:pt x="4119824" y="2032602"/>
                  </a:lnTo>
                  <a:lnTo>
                    <a:pt x="4120669" y="2026747"/>
                  </a:lnTo>
                  <a:lnTo>
                    <a:pt x="4121514" y="2061218"/>
                  </a:lnTo>
                  <a:lnTo>
                    <a:pt x="4122359" y="2069756"/>
                  </a:lnTo>
                  <a:lnTo>
                    <a:pt x="4123204" y="2077457"/>
                  </a:lnTo>
                  <a:lnTo>
                    <a:pt x="4124049" y="2072012"/>
                  </a:lnTo>
                  <a:lnTo>
                    <a:pt x="4124894" y="2052037"/>
                  </a:lnTo>
                  <a:lnTo>
                    <a:pt x="4125739" y="2050896"/>
                  </a:lnTo>
                  <a:lnTo>
                    <a:pt x="4126584" y="2050896"/>
                  </a:lnTo>
                  <a:lnTo>
                    <a:pt x="4127429" y="2050897"/>
                  </a:lnTo>
                  <a:lnTo>
                    <a:pt x="4128275" y="2043195"/>
                  </a:lnTo>
                  <a:lnTo>
                    <a:pt x="4129120" y="2048639"/>
                  </a:lnTo>
                  <a:lnTo>
                    <a:pt x="4129965" y="2063078"/>
                  </a:lnTo>
                  <a:lnTo>
                    <a:pt x="4130810" y="2036787"/>
                  </a:lnTo>
                  <a:lnTo>
                    <a:pt x="4131655" y="2059214"/>
                  </a:lnTo>
                  <a:lnTo>
                    <a:pt x="4132500" y="2074935"/>
                  </a:lnTo>
                  <a:lnTo>
                    <a:pt x="4133345" y="2092475"/>
                  </a:lnTo>
                  <a:lnTo>
                    <a:pt x="4134190" y="2081963"/>
                  </a:lnTo>
                  <a:lnTo>
                    <a:pt x="4135035" y="2029315"/>
                  </a:lnTo>
                  <a:lnTo>
                    <a:pt x="4135880" y="2047513"/>
                  </a:lnTo>
                  <a:lnTo>
                    <a:pt x="4136725" y="2025086"/>
                  </a:lnTo>
                  <a:lnTo>
                    <a:pt x="4137571" y="2009365"/>
                  </a:lnTo>
                  <a:lnTo>
                    <a:pt x="4138416" y="1991825"/>
                  </a:lnTo>
                  <a:lnTo>
                    <a:pt x="4139261" y="2028832"/>
                  </a:lnTo>
                  <a:lnTo>
                    <a:pt x="4140106" y="2103286"/>
                  </a:lnTo>
                  <a:lnTo>
                    <a:pt x="4140106" y="2103286"/>
                  </a:lnTo>
                  <a:lnTo>
                    <a:pt x="4140951" y="2103286"/>
                  </a:lnTo>
                  <a:lnTo>
                    <a:pt x="4141796" y="2077574"/>
                  </a:lnTo>
                  <a:lnTo>
                    <a:pt x="4142641" y="2060586"/>
                  </a:lnTo>
                  <a:lnTo>
                    <a:pt x="4143486" y="2026115"/>
                  </a:lnTo>
                  <a:lnTo>
                    <a:pt x="4144331" y="1952749"/>
                  </a:lnTo>
                  <a:lnTo>
                    <a:pt x="4145176" y="1865061"/>
                  </a:lnTo>
                  <a:lnTo>
                    <a:pt x="4146021" y="1848319"/>
                  </a:lnTo>
                  <a:lnTo>
                    <a:pt x="4146867" y="1881254"/>
                  </a:lnTo>
                  <a:lnTo>
                    <a:pt x="4147712" y="1864545"/>
                  </a:lnTo>
                  <a:lnTo>
                    <a:pt x="4148557" y="1910195"/>
                  </a:lnTo>
                  <a:lnTo>
                    <a:pt x="4149402" y="1952981"/>
                  </a:lnTo>
                  <a:lnTo>
                    <a:pt x="4150247" y="1977012"/>
                  </a:lnTo>
                  <a:lnTo>
                    <a:pt x="4151092" y="1995320"/>
                  </a:lnTo>
                  <a:lnTo>
                    <a:pt x="4151937" y="2008037"/>
                  </a:lnTo>
                  <a:lnTo>
                    <a:pt x="4152782" y="2010513"/>
                  </a:lnTo>
                  <a:lnTo>
                    <a:pt x="4153627" y="1986664"/>
                  </a:lnTo>
                  <a:lnTo>
                    <a:pt x="4154472" y="1984404"/>
                  </a:lnTo>
                  <a:lnTo>
                    <a:pt x="4155317" y="1953743"/>
                  </a:lnTo>
                  <a:lnTo>
                    <a:pt x="4156163" y="1937430"/>
                  </a:lnTo>
                  <a:lnTo>
                    <a:pt x="4157008" y="1927110"/>
                  </a:lnTo>
                  <a:lnTo>
                    <a:pt x="4157853" y="1954899"/>
                  </a:lnTo>
                  <a:lnTo>
                    <a:pt x="4158698" y="1931923"/>
                  </a:lnTo>
                  <a:lnTo>
                    <a:pt x="4159543" y="1877405"/>
                  </a:lnTo>
                  <a:lnTo>
                    <a:pt x="4160388" y="1888787"/>
                  </a:lnTo>
                  <a:lnTo>
                    <a:pt x="4161233" y="1870886"/>
                  </a:lnTo>
                  <a:lnTo>
                    <a:pt x="4162078" y="1826865"/>
                  </a:lnTo>
                  <a:lnTo>
                    <a:pt x="4162923" y="1792418"/>
                  </a:lnTo>
                  <a:lnTo>
                    <a:pt x="4163768" y="1833627"/>
                  </a:lnTo>
                  <a:lnTo>
                    <a:pt x="4164614" y="1921394"/>
                  </a:lnTo>
                  <a:lnTo>
                    <a:pt x="4165459" y="1974309"/>
                  </a:lnTo>
                  <a:lnTo>
                    <a:pt x="4166304" y="1991589"/>
                  </a:lnTo>
                  <a:lnTo>
                    <a:pt x="4167149" y="2029166"/>
                  </a:lnTo>
                  <a:lnTo>
                    <a:pt x="4167994" y="2059525"/>
                  </a:lnTo>
                  <a:lnTo>
                    <a:pt x="4168839" y="2052891"/>
                  </a:lnTo>
                  <a:lnTo>
                    <a:pt x="4169684" y="2034992"/>
                  </a:lnTo>
                  <a:lnTo>
                    <a:pt x="4170529" y="2004415"/>
                  </a:lnTo>
                  <a:lnTo>
                    <a:pt x="4171374" y="2000992"/>
                  </a:lnTo>
                  <a:lnTo>
                    <a:pt x="4172219" y="2016092"/>
                  </a:lnTo>
                  <a:lnTo>
                    <a:pt x="4173064" y="2025815"/>
                  </a:lnTo>
                  <a:lnTo>
                    <a:pt x="4173910" y="1978544"/>
                  </a:lnTo>
                  <a:lnTo>
                    <a:pt x="4174755" y="1938847"/>
                  </a:lnTo>
                  <a:lnTo>
                    <a:pt x="4175600" y="1966775"/>
                  </a:lnTo>
                  <a:lnTo>
                    <a:pt x="4176445" y="1961537"/>
                  </a:lnTo>
                  <a:lnTo>
                    <a:pt x="4177290" y="1922729"/>
                  </a:lnTo>
                  <a:lnTo>
                    <a:pt x="4178135" y="1888020"/>
                  </a:lnTo>
                  <a:lnTo>
                    <a:pt x="4178980" y="1914320"/>
                  </a:lnTo>
                  <a:lnTo>
                    <a:pt x="4179825" y="1945010"/>
                  </a:lnTo>
                  <a:lnTo>
                    <a:pt x="4180670" y="1919371"/>
                  </a:lnTo>
                  <a:lnTo>
                    <a:pt x="4181515" y="1923973"/>
                  </a:lnTo>
                  <a:lnTo>
                    <a:pt x="4182360" y="1972688"/>
                  </a:lnTo>
                  <a:lnTo>
                    <a:pt x="4183206" y="2075425"/>
                  </a:lnTo>
                  <a:lnTo>
                    <a:pt x="4184051" y="2103286"/>
                  </a:lnTo>
                  <a:lnTo>
                    <a:pt x="4184051" y="2103286"/>
                  </a:lnTo>
                  <a:lnTo>
                    <a:pt x="4184896" y="2103286"/>
                  </a:lnTo>
                  <a:lnTo>
                    <a:pt x="4185741" y="2103286"/>
                  </a:lnTo>
                  <a:lnTo>
                    <a:pt x="4186586" y="2103286"/>
                  </a:lnTo>
                  <a:lnTo>
                    <a:pt x="4187431" y="2103286"/>
                  </a:lnTo>
                  <a:lnTo>
                    <a:pt x="4188276" y="2072156"/>
                  </a:lnTo>
                  <a:lnTo>
                    <a:pt x="4189121" y="2019039"/>
                  </a:lnTo>
                  <a:lnTo>
                    <a:pt x="4189966" y="1982863"/>
                  </a:lnTo>
                  <a:lnTo>
                    <a:pt x="4190811" y="1937760"/>
                  </a:lnTo>
                  <a:lnTo>
                    <a:pt x="4191656" y="1951806"/>
                  </a:lnTo>
                  <a:lnTo>
                    <a:pt x="4192502" y="1972048"/>
                  </a:lnTo>
                  <a:lnTo>
                    <a:pt x="4193347" y="1972048"/>
                  </a:lnTo>
                  <a:lnTo>
                    <a:pt x="4194192" y="1905864"/>
                  </a:lnTo>
                  <a:lnTo>
                    <a:pt x="4195037" y="1868228"/>
                  </a:lnTo>
                  <a:lnTo>
                    <a:pt x="4195882" y="1905221"/>
                  </a:lnTo>
                  <a:lnTo>
                    <a:pt x="4196727" y="1900805"/>
                  </a:lnTo>
                  <a:lnTo>
                    <a:pt x="4197572" y="1901040"/>
                  </a:lnTo>
                  <a:lnTo>
                    <a:pt x="4198417" y="1912914"/>
                  </a:lnTo>
                  <a:lnTo>
                    <a:pt x="4199262" y="1996901"/>
                  </a:lnTo>
                  <a:lnTo>
                    <a:pt x="4200107" y="2077363"/>
                  </a:lnTo>
                  <a:lnTo>
                    <a:pt x="4200952" y="2094235"/>
                  </a:lnTo>
                  <a:lnTo>
                    <a:pt x="4201798" y="2103286"/>
                  </a:lnTo>
                  <a:lnTo>
                    <a:pt x="4201798" y="2103286"/>
                  </a:lnTo>
                  <a:lnTo>
                    <a:pt x="4202643" y="2103286"/>
                  </a:lnTo>
                  <a:lnTo>
                    <a:pt x="4203488" y="2103286"/>
                  </a:lnTo>
                  <a:lnTo>
                    <a:pt x="4204333" y="2090748"/>
                  </a:lnTo>
                  <a:lnTo>
                    <a:pt x="4205178" y="2060105"/>
                  </a:lnTo>
                  <a:lnTo>
                    <a:pt x="4206023" y="2053778"/>
                  </a:lnTo>
                  <a:lnTo>
                    <a:pt x="4206868" y="2023707"/>
                  </a:lnTo>
                  <a:lnTo>
                    <a:pt x="4207713" y="2001805"/>
                  </a:lnTo>
                  <a:lnTo>
                    <a:pt x="4208558" y="2012425"/>
                  </a:lnTo>
                  <a:lnTo>
                    <a:pt x="4209403" y="2054193"/>
                  </a:lnTo>
                  <a:lnTo>
                    <a:pt x="4210248" y="2103286"/>
                  </a:lnTo>
                  <a:lnTo>
                    <a:pt x="4210248" y="2103286"/>
                  </a:lnTo>
                  <a:lnTo>
                    <a:pt x="4211094" y="2103286"/>
                  </a:lnTo>
                  <a:lnTo>
                    <a:pt x="4211939" y="2103286"/>
                  </a:lnTo>
                  <a:lnTo>
                    <a:pt x="4212784" y="2103286"/>
                  </a:lnTo>
                  <a:lnTo>
                    <a:pt x="4213629" y="2103286"/>
                  </a:lnTo>
                  <a:lnTo>
                    <a:pt x="4214474" y="2103286"/>
                  </a:lnTo>
                  <a:lnTo>
                    <a:pt x="4215319" y="2078576"/>
                  </a:lnTo>
                  <a:lnTo>
                    <a:pt x="4216164" y="2050761"/>
                  </a:lnTo>
                  <a:lnTo>
                    <a:pt x="4217009" y="2050762"/>
                  </a:lnTo>
                  <a:lnTo>
                    <a:pt x="4217854" y="2019035"/>
                  </a:lnTo>
                  <a:lnTo>
                    <a:pt x="4218699" y="1973485"/>
                  </a:lnTo>
                  <a:lnTo>
                    <a:pt x="4219544" y="1992656"/>
                  </a:lnTo>
                  <a:lnTo>
                    <a:pt x="4220390" y="2016279"/>
                  </a:lnTo>
                  <a:lnTo>
                    <a:pt x="4221235" y="2016279"/>
                  </a:lnTo>
                  <a:lnTo>
                    <a:pt x="4222080" y="2016280"/>
                  </a:lnTo>
                  <a:lnTo>
                    <a:pt x="4222925" y="2039864"/>
                  </a:lnTo>
                  <a:lnTo>
                    <a:pt x="4223770" y="2092007"/>
                  </a:lnTo>
                  <a:lnTo>
                    <a:pt x="4224615" y="2103286"/>
                  </a:lnTo>
                  <a:lnTo>
                    <a:pt x="4224615" y="2103286"/>
                  </a:lnTo>
                  <a:lnTo>
                    <a:pt x="4225460" y="2103286"/>
                  </a:lnTo>
                  <a:lnTo>
                    <a:pt x="4226305" y="2103286"/>
                  </a:lnTo>
                  <a:lnTo>
                    <a:pt x="4227150" y="2103286"/>
                  </a:lnTo>
                  <a:lnTo>
                    <a:pt x="4227995" y="2103286"/>
                  </a:lnTo>
                  <a:lnTo>
                    <a:pt x="4228841" y="2103286"/>
                  </a:lnTo>
                  <a:lnTo>
                    <a:pt x="4229686" y="2103286"/>
                  </a:lnTo>
                  <a:lnTo>
                    <a:pt x="4230531" y="2049018"/>
                  </a:lnTo>
                  <a:lnTo>
                    <a:pt x="4231376" y="2041222"/>
                  </a:lnTo>
                  <a:lnTo>
                    <a:pt x="4232221" y="2035988"/>
                  </a:lnTo>
                  <a:lnTo>
                    <a:pt x="4233066" y="2001328"/>
                  </a:lnTo>
                  <a:lnTo>
                    <a:pt x="4233911" y="1944765"/>
                  </a:lnTo>
                  <a:lnTo>
                    <a:pt x="4234756" y="1882212"/>
                  </a:lnTo>
                  <a:lnTo>
                    <a:pt x="4235601" y="1787658"/>
                  </a:lnTo>
                  <a:lnTo>
                    <a:pt x="4236446" y="1715154"/>
                  </a:lnTo>
                  <a:lnTo>
                    <a:pt x="4237291" y="1642029"/>
                  </a:lnTo>
                  <a:lnTo>
                    <a:pt x="4238137" y="1579294"/>
                  </a:lnTo>
                  <a:lnTo>
                    <a:pt x="4238982" y="1517003"/>
                  </a:lnTo>
                  <a:lnTo>
                    <a:pt x="4239827" y="1512047"/>
                  </a:lnTo>
                  <a:lnTo>
                    <a:pt x="4240672" y="1542630"/>
                  </a:lnTo>
                  <a:lnTo>
                    <a:pt x="4241517" y="1565149"/>
                  </a:lnTo>
                  <a:lnTo>
                    <a:pt x="4242362" y="1628596"/>
                  </a:lnTo>
                  <a:lnTo>
                    <a:pt x="4243207" y="1661792"/>
                  </a:lnTo>
                  <a:lnTo>
                    <a:pt x="4244052" y="1731066"/>
                  </a:lnTo>
                  <a:lnTo>
                    <a:pt x="4244897" y="1819971"/>
                  </a:lnTo>
                  <a:lnTo>
                    <a:pt x="4245742" y="1884061"/>
                  </a:lnTo>
                  <a:lnTo>
                    <a:pt x="4246587" y="1904752"/>
                  </a:lnTo>
                  <a:lnTo>
                    <a:pt x="4247433" y="1904826"/>
                  </a:lnTo>
                  <a:lnTo>
                    <a:pt x="4248278" y="1925982"/>
                  </a:lnTo>
                  <a:lnTo>
                    <a:pt x="4249123" y="1922916"/>
                  </a:lnTo>
                  <a:lnTo>
                    <a:pt x="4249968" y="1885764"/>
                  </a:lnTo>
                  <a:lnTo>
                    <a:pt x="4250813" y="1875163"/>
                  </a:lnTo>
                  <a:lnTo>
                    <a:pt x="4251658" y="1828273"/>
                  </a:lnTo>
                  <a:lnTo>
                    <a:pt x="4252503" y="1792987"/>
                  </a:lnTo>
                  <a:lnTo>
                    <a:pt x="4253348" y="1815603"/>
                  </a:lnTo>
                  <a:lnTo>
                    <a:pt x="4254193" y="1867366"/>
                  </a:lnTo>
                  <a:lnTo>
                    <a:pt x="4255038" y="1926538"/>
                  </a:lnTo>
                  <a:lnTo>
                    <a:pt x="4255883" y="1986099"/>
                  </a:lnTo>
                  <a:lnTo>
                    <a:pt x="4256729" y="2086146"/>
                  </a:lnTo>
                  <a:lnTo>
                    <a:pt x="4257574" y="2103286"/>
                  </a:lnTo>
                  <a:lnTo>
                    <a:pt x="4257574" y="2103286"/>
                  </a:lnTo>
                  <a:lnTo>
                    <a:pt x="4258419" y="2103286"/>
                  </a:lnTo>
                  <a:lnTo>
                    <a:pt x="4259264" y="2103286"/>
                  </a:lnTo>
                  <a:lnTo>
                    <a:pt x="4260109" y="2103286"/>
                  </a:lnTo>
                  <a:lnTo>
                    <a:pt x="4260954" y="2103286"/>
                  </a:lnTo>
                  <a:lnTo>
                    <a:pt x="4261799" y="2103286"/>
                  </a:lnTo>
                  <a:lnTo>
                    <a:pt x="4262644" y="2102092"/>
                  </a:lnTo>
                  <a:lnTo>
                    <a:pt x="4263489" y="2077445"/>
                  </a:lnTo>
                  <a:lnTo>
                    <a:pt x="4264334" y="2069756"/>
                  </a:lnTo>
                  <a:lnTo>
                    <a:pt x="4265179" y="2057181"/>
                  </a:lnTo>
                  <a:lnTo>
                    <a:pt x="4266025" y="2051207"/>
                  </a:lnTo>
                  <a:lnTo>
                    <a:pt x="4266870" y="2051207"/>
                  </a:lnTo>
                  <a:lnTo>
                    <a:pt x="4267715" y="2047120"/>
                  </a:lnTo>
                  <a:lnTo>
                    <a:pt x="4268560" y="2025675"/>
                  </a:lnTo>
                  <a:lnTo>
                    <a:pt x="4269405" y="2002707"/>
                  </a:lnTo>
                  <a:lnTo>
                    <a:pt x="4270250" y="2009445"/>
                  </a:lnTo>
                  <a:lnTo>
                    <a:pt x="4271095" y="2007566"/>
                  </a:lnTo>
                  <a:lnTo>
                    <a:pt x="4271940" y="1953528"/>
                  </a:lnTo>
                  <a:lnTo>
                    <a:pt x="4272785" y="1921981"/>
                  </a:lnTo>
                  <a:lnTo>
                    <a:pt x="4273630" y="1905802"/>
                  </a:lnTo>
                  <a:lnTo>
                    <a:pt x="4274475" y="1884400"/>
                  </a:lnTo>
                  <a:lnTo>
                    <a:pt x="4275321" y="1840335"/>
                  </a:lnTo>
                  <a:lnTo>
                    <a:pt x="4276166" y="1832366"/>
                  </a:lnTo>
                  <a:lnTo>
                    <a:pt x="4277011" y="1886405"/>
                  </a:lnTo>
                  <a:lnTo>
                    <a:pt x="4277856" y="1922039"/>
                  </a:lnTo>
                  <a:lnTo>
                    <a:pt x="4278701" y="1959663"/>
                  </a:lnTo>
                  <a:lnTo>
                    <a:pt x="4279546" y="2004032"/>
                  </a:lnTo>
                  <a:lnTo>
                    <a:pt x="4280391" y="2035462"/>
                  </a:lnTo>
                  <a:lnTo>
                    <a:pt x="4281236" y="2025747"/>
                  </a:lnTo>
                  <a:lnTo>
                    <a:pt x="4282081" y="2015369"/>
                  </a:lnTo>
                  <a:lnTo>
                    <a:pt x="4282926" y="2005433"/>
                  </a:lnTo>
                  <a:lnTo>
                    <a:pt x="4283771" y="1981837"/>
                  </a:lnTo>
                  <a:lnTo>
                    <a:pt x="4284617" y="1983574"/>
                  </a:lnTo>
                  <a:lnTo>
                    <a:pt x="4285462" y="1943992"/>
                  </a:lnTo>
                  <a:lnTo>
                    <a:pt x="4286307" y="1914574"/>
                  </a:lnTo>
                  <a:lnTo>
                    <a:pt x="4287152" y="1914665"/>
                  </a:lnTo>
                  <a:lnTo>
                    <a:pt x="4287997" y="1924404"/>
                  </a:lnTo>
                  <a:lnTo>
                    <a:pt x="4288842" y="1934913"/>
                  </a:lnTo>
                  <a:lnTo>
                    <a:pt x="4289687" y="1926197"/>
                  </a:lnTo>
                  <a:lnTo>
                    <a:pt x="4290532" y="1997630"/>
                  </a:lnTo>
                  <a:lnTo>
                    <a:pt x="4291377" y="2072676"/>
                  </a:lnTo>
                  <a:lnTo>
                    <a:pt x="4292222" y="2080129"/>
                  </a:lnTo>
                  <a:lnTo>
                    <a:pt x="4293068" y="2083235"/>
                  </a:lnTo>
                  <a:lnTo>
                    <a:pt x="4293913" y="2103286"/>
                  </a:lnTo>
                  <a:lnTo>
                    <a:pt x="4293913" y="2103286"/>
                  </a:lnTo>
                  <a:lnTo>
                    <a:pt x="4294758" y="2103286"/>
                  </a:lnTo>
                  <a:lnTo>
                    <a:pt x="4295603" y="2098965"/>
                  </a:lnTo>
                  <a:lnTo>
                    <a:pt x="4296448" y="2078873"/>
                  </a:lnTo>
                  <a:lnTo>
                    <a:pt x="4297293" y="2081706"/>
                  </a:lnTo>
                  <a:lnTo>
                    <a:pt x="4298138" y="2078799"/>
                  </a:lnTo>
                  <a:lnTo>
                    <a:pt x="4298983" y="2069756"/>
                  </a:lnTo>
                  <a:lnTo>
                    <a:pt x="4299828" y="2033452"/>
                  </a:lnTo>
                  <a:lnTo>
                    <a:pt x="4300673" y="1968888"/>
                  </a:lnTo>
                  <a:lnTo>
                    <a:pt x="4301518" y="1946595"/>
                  </a:lnTo>
                  <a:lnTo>
                    <a:pt x="4302364" y="1902534"/>
                  </a:lnTo>
                  <a:lnTo>
                    <a:pt x="4303209" y="1860926"/>
                  </a:lnTo>
                  <a:lnTo>
                    <a:pt x="4304054" y="1832634"/>
                  </a:lnTo>
                  <a:lnTo>
                    <a:pt x="4304899" y="1835982"/>
                  </a:lnTo>
                  <a:lnTo>
                    <a:pt x="4305744" y="1887837"/>
                  </a:lnTo>
                  <a:lnTo>
                    <a:pt x="4306589" y="1879742"/>
                  </a:lnTo>
                  <a:lnTo>
                    <a:pt x="4307434" y="1860918"/>
                  </a:lnTo>
                  <a:lnTo>
                    <a:pt x="4308279" y="1858298"/>
                  </a:lnTo>
                  <a:lnTo>
                    <a:pt x="4309124" y="1843110"/>
                  </a:lnTo>
                  <a:lnTo>
                    <a:pt x="4309969" y="1803396"/>
                  </a:lnTo>
                  <a:lnTo>
                    <a:pt x="4310814" y="1767488"/>
                  </a:lnTo>
                  <a:lnTo>
                    <a:pt x="4311660" y="1786828"/>
                  </a:lnTo>
                  <a:lnTo>
                    <a:pt x="4312505" y="1849713"/>
                  </a:lnTo>
                  <a:lnTo>
                    <a:pt x="4313350" y="1874144"/>
                  </a:lnTo>
                  <a:lnTo>
                    <a:pt x="4314195" y="1909100"/>
                  </a:lnTo>
                  <a:lnTo>
                    <a:pt x="4315040" y="1991176"/>
                  </a:lnTo>
                  <a:lnTo>
                    <a:pt x="4315885" y="2039792"/>
                  </a:lnTo>
                  <a:lnTo>
                    <a:pt x="4316730" y="2048263"/>
                  </a:lnTo>
                  <a:lnTo>
                    <a:pt x="4317575" y="2034221"/>
                  </a:lnTo>
                  <a:lnTo>
                    <a:pt x="4318420" y="2026616"/>
                  </a:lnTo>
                  <a:lnTo>
                    <a:pt x="4319265" y="2017003"/>
                  </a:lnTo>
                  <a:lnTo>
                    <a:pt x="4320110" y="1998863"/>
                  </a:lnTo>
                  <a:lnTo>
                    <a:pt x="4320956" y="1985444"/>
                  </a:lnTo>
                  <a:lnTo>
                    <a:pt x="4321801" y="1987726"/>
                  </a:lnTo>
                  <a:lnTo>
                    <a:pt x="4322646" y="1962491"/>
                  </a:lnTo>
                  <a:lnTo>
                    <a:pt x="4323491" y="1943217"/>
                  </a:lnTo>
                  <a:lnTo>
                    <a:pt x="4324336" y="1949771"/>
                  </a:lnTo>
                  <a:lnTo>
                    <a:pt x="4325181" y="1978662"/>
                  </a:lnTo>
                  <a:lnTo>
                    <a:pt x="4326026" y="2003976"/>
                  </a:lnTo>
                  <a:lnTo>
                    <a:pt x="4326871" y="2004272"/>
                  </a:lnTo>
                  <a:lnTo>
                    <a:pt x="4327716" y="2043551"/>
                  </a:lnTo>
                  <a:lnTo>
                    <a:pt x="4328561" y="2090226"/>
                  </a:lnTo>
                  <a:lnTo>
                    <a:pt x="4329406" y="2088198"/>
                  </a:lnTo>
                  <a:lnTo>
                    <a:pt x="4330252" y="2035194"/>
                  </a:lnTo>
                  <a:lnTo>
                    <a:pt x="4331097" y="1979149"/>
                  </a:lnTo>
                  <a:lnTo>
                    <a:pt x="4331942" y="1967472"/>
                  </a:lnTo>
                  <a:lnTo>
                    <a:pt x="4332787" y="1967472"/>
                  </a:lnTo>
                  <a:lnTo>
                    <a:pt x="4333632" y="1967473"/>
                  </a:lnTo>
                  <a:lnTo>
                    <a:pt x="4334477" y="1990091"/>
                  </a:lnTo>
                  <a:lnTo>
                    <a:pt x="4335322" y="2043431"/>
                  </a:lnTo>
                  <a:lnTo>
                    <a:pt x="4336167" y="2092882"/>
                  </a:lnTo>
                  <a:lnTo>
                    <a:pt x="4337012" y="2103286"/>
                  </a:lnTo>
                  <a:lnTo>
                    <a:pt x="4337012" y="2103286"/>
                  </a:lnTo>
                  <a:lnTo>
                    <a:pt x="4337857" y="2103286"/>
                  </a:lnTo>
                  <a:lnTo>
                    <a:pt x="4338702" y="2103286"/>
                  </a:lnTo>
                  <a:lnTo>
                    <a:pt x="4339548" y="2095552"/>
                  </a:lnTo>
                  <a:lnTo>
                    <a:pt x="4340393" y="2064217"/>
                  </a:lnTo>
                  <a:lnTo>
                    <a:pt x="4341238" y="2026446"/>
                  </a:lnTo>
                  <a:lnTo>
                    <a:pt x="4342083" y="2027794"/>
                  </a:lnTo>
                  <a:lnTo>
                    <a:pt x="4342928" y="2031581"/>
                  </a:lnTo>
                  <a:lnTo>
                    <a:pt x="4343773" y="2031447"/>
                  </a:lnTo>
                  <a:lnTo>
                    <a:pt x="4344618" y="2031447"/>
                  </a:lnTo>
                  <a:lnTo>
                    <a:pt x="4345463" y="2061607"/>
                  </a:lnTo>
                  <a:lnTo>
                    <a:pt x="4346308" y="2103286"/>
                  </a:lnTo>
                  <a:lnTo>
                    <a:pt x="4346308" y="2103286"/>
                  </a:lnTo>
                  <a:lnTo>
                    <a:pt x="4347153" y="2101930"/>
                  </a:lnTo>
                  <a:lnTo>
                    <a:pt x="4347999" y="2103286"/>
                  </a:lnTo>
                  <a:lnTo>
                    <a:pt x="4347999" y="2103286"/>
                  </a:lnTo>
                  <a:lnTo>
                    <a:pt x="4348844" y="2103286"/>
                  </a:lnTo>
                  <a:lnTo>
                    <a:pt x="4349689" y="2072935"/>
                  </a:lnTo>
                  <a:lnTo>
                    <a:pt x="4350534" y="2045242"/>
                  </a:lnTo>
                  <a:lnTo>
                    <a:pt x="4351379" y="2013821"/>
                  </a:lnTo>
                  <a:lnTo>
                    <a:pt x="4352224" y="1973027"/>
                  </a:lnTo>
                  <a:lnTo>
                    <a:pt x="4353069" y="1940231"/>
                  </a:lnTo>
                  <a:lnTo>
                    <a:pt x="4353914" y="1922954"/>
                  </a:lnTo>
                  <a:lnTo>
                    <a:pt x="4354759" y="1940225"/>
                  </a:lnTo>
                  <a:lnTo>
                    <a:pt x="4355604" y="1935424"/>
                  </a:lnTo>
                  <a:lnTo>
                    <a:pt x="4356449" y="1910237"/>
                  </a:lnTo>
                  <a:lnTo>
                    <a:pt x="4357295" y="1889336"/>
                  </a:lnTo>
                  <a:lnTo>
                    <a:pt x="4358140" y="1849678"/>
                  </a:lnTo>
                  <a:lnTo>
                    <a:pt x="4358985" y="1855965"/>
                  </a:lnTo>
                  <a:lnTo>
                    <a:pt x="4359830" y="1860427"/>
                  </a:lnTo>
                  <a:lnTo>
                    <a:pt x="4360675" y="1843174"/>
                  </a:lnTo>
                  <a:lnTo>
                    <a:pt x="4361520" y="1842272"/>
                  </a:lnTo>
                  <a:lnTo>
                    <a:pt x="4362365" y="1884288"/>
                  </a:lnTo>
                  <a:lnTo>
                    <a:pt x="4363210" y="1910258"/>
                  </a:lnTo>
                  <a:lnTo>
                    <a:pt x="4364055" y="1899106"/>
                  </a:lnTo>
                  <a:lnTo>
                    <a:pt x="4364900" y="1860712"/>
                  </a:lnTo>
                  <a:lnTo>
                    <a:pt x="4365745" y="1860608"/>
                  </a:lnTo>
                  <a:lnTo>
                    <a:pt x="4366591" y="1898494"/>
                  </a:lnTo>
                  <a:lnTo>
                    <a:pt x="4367436" y="1909575"/>
                  </a:lnTo>
                  <a:lnTo>
                    <a:pt x="4368281" y="1879747"/>
                  </a:lnTo>
                  <a:lnTo>
                    <a:pt x="4369126" y="1832036"/>
                  </a:lnTo>
                  <a:lnTo>
                    <a:pt x="4369971" y="1835911"/>
                  </a:lnTo>
                  <a:lnTo>
                    <a:pt x="4370816" y="1842277"/>
                  </a:lnTo>
                  <a:lnTo>
                    <a:pt x="4371661" y="1842277"/>
                  </a:lnTo>
                  <a:lnTo>
                    <a:pt x="4372506" y="1861292"/>
                  </a:lnTo>
                  <a:lnTo>
                    <a:pt x="4373351" y="1925592"/>
                  </a:lnTo>
                  <a:lnTo>
                    <a:pt x="4374196" y="1996637"/>
                  </a:lnTo>
                  <a:lnTo>
                    <a:pt x="4375041" y="2045585"/>
                  </a:lnTo>
                  <a:lnTo>
                    <a:pt x="4375887" y="2069756"/>
                  </a:lnTo>
                  <a:lnTo>
                    <a:pt x="4376732" y="2069756"/>
                  </a:lnTo>
                  <a:lnTo>
                    <a:pt x="4377577" y="2069756"/>
                  </a:lnTo>
                  <a:lnTo>
                    <a:pt x="4378422" y="2069756"/>
                  </a:lnTo>
                  <a:lnTo>
                    <a:pt x="4379267" y="2069756"/>
                  </a:lnTo>
                  <a:lnTo>
                    <a:pt x="4380112" y="2069756"/>
                  </a:lnTo>
                  <a:lnTo>
                    <a:pt x="4380957" y="2069756"/>
                  </a:lnTo>
                  <a:lnTo>
                    <a:pt x="4381802" y="2069756"/>
                  </a:lnTo>
                  <a:lnTo>
                    <a:pt x="4382647" y="2069756"/>
                  </a:lnTo>
                  <a:lnTo>
                    <a:pt x="4383492" y="2069756"/>
                  </a:lnTo>
                  <a:lnTo>
                    <a:pt x="4384337" y="2069756"/>
                  </a:lnTo>
                  <a:lnTo>
                    <a:pt x="4385183" y="2069756"/>
                  </a:lnTo>
                  <a:lnTo>
                    <a:pt x="4386028" y="2069756"/>
                  </a:lnTo>
                  <a:lnTo>
                    <a:pt x="4386873" y="2069756"/>
                  </a:lnTo>
                  <a:lnTo>
                    <a:pt x="4387718" y="2069756"/>
                  </a:lnTo>
                  <a:lnTo>
                    <a:pt x="4388563" y="2069756"/>
                  </a:lnTo>
                  <a:lnTo>
                    <a:pt x="4389408" y="2069756"/>
                  </a:lnTo>
                  <a:lnTo>
                    <a:pt x="4390253" y="2069756"/>
                  </a:lnTo>
                  <a:lnTo>
                    <a:pt x="4391098" y="2069756"/>
                  </a:lnTo>
                  <a:lnTo>
                    <a:pt x="4391943" y="2069756"/>
                  </a:lnTo>
                  <a:lnTo>
                    <a:pt x="4392788" y="2069756"/>
                  </a:lnTo>
                  <a:lnTo>
                    <a:pt x="4393633" y="2069756"/>
                  </a:lnTo>
                  <a:lnTo>
                    <a:pt x="4394479" y="2069756"/>
                  </a:lnTo>
                  <a:lnTo>
                    <a:pt x="4395324" y="2069756"/>
                  </a:lnTo>
                  <a:lnTo>
                    <a:pt x="4396169" y="2069756"/>
                  </a:lnTo>
                  <a:lnTo>
                    <a:pt x="4397014" y="2069756"/>
                  </a:lnTo>
                  <a:lnTo>
                    <a:pt x="4397859" y="2069756"/>
                  </a:lnTo>
                  <a:lnTo>
                    <a:pt x="4398704" y="2069756"/>
                  </a:lnTo>
                  <a:lnTo>
                    <a:pt x="4399549" y="2069756"/>
                  </a:lnTo>
                  <a:lnTo>
                    <a:pt x="4400394" y="2069756"/>
                  </a:lnTo>
                  <a:lnTo>
                    <a:pt x="4401239" y="2069756"/>
                  </a:lnTo>
                  <a:lnTo>
                    <a:pt x="4402084" y="2069756"/>
                  </a:lnTo>
                  <a:lnTo>
                    <a:pt x="4402929" y="2063434"/>
                  </a:lnTo>
                  <a:lnTo>
                    <a:pt x="4403775" y="2028963"/>
                  </a:lnTo>
                  <a:lnTo>
                    <a:pt x="4404620" y="2001046"/>
                  </a:lnTo>
                  <a:lnTo>
                    <a:pt x="4405465" y="1927435"/>
                  </a:lnTo>
                  <a:lnTo>
                    <a:pt x="4406310" y="1829639"/>
                  </a:lnTo>
                  <a:lnTo>
                    <a:pt x="4407155" y="1739504"/>
                  </a:lnTo>
                  <a:lnTo>
                    <a:pt x="4408000" y="1711853"/>
                  </a:lnTo>
                  <a:lnTo>
                    <a:pt x="4408845" y="1766818"/>
                  </a:lnTo>
                  <a:lnTo>
                    <a:pt x="4409690" y="1774815"/>
                  </a:lnTo>
                  <a:lnTo>
                    <a:pt x="4410535" y="1770366"/>
                  </a:lnTo>
                  <a:lnTo>
                    <a:pt x="4411380" y="1818102"/>
                  </a:lnTo>
                  <a:lnTo>
                    <a:pt x="4412226" y="1885041"/>
                  </a:lnTo>
                  <a:lnTo>
                    <a:pt x="4413071" y="1911626"/>
                  </a:lnTo>
                  <a:lnTo>
                    <a:pt x="4413916" y="1875687"/>
                  </a:lnTo>
                  <a:lnTo>
                    <a:pt x="4414761" y="1862314"/>
                  </a:lnTo>
                  <a:lnTo>
                    <a:pt x="4415606" y="1951988"/>
                  </a:lnTo>
                  <a:lnTo>
                    <a:pt x="4416451" y="2020185"/>
                  </a:lnTo>
                  <a:lnTo>
                    <a:pt x="4417296" y="2012866"/>
                  </a:lnTo>
                  <a:lnTo>
                    <a:pt x="4418141" y="1971904"/>
                  </a:lnTo>
                  <a:lnTo>
                    <a:pt x="4418986" y="1974842"/>
                  </a:lnTo>
                  <a:lnTo>
                    <a:pt x="4419831" y="2008135"/>
                  </a:lnTo>
                  <a:lnTo>
                    <a:pt x="4420676" y="1996520"/>
                  </a:lnTo>
                  <a:lnTo>
                    <a:pt x="4421522" y="1978382"/>
                  </a:lnTo>
                  <a:lnTo>
                    <a:pt x="4422367" y="2008896"/>
                  </a:lnTo>
                  <a:lnTo>
                    <a:pt x="4423212" y="2057247"/>
                  </a:lnTo>
                  <a:lnTo>
                    <a:pt x="4424057" y="2054837"/>
                  </a:lnTo>
                  <a:lnTo>
                    <a:pt x="4424902" y="2008385"/>
                  </a:lnTo>
                  <a:lnTo>
                    <a:pt x="4425747" y="1979914"/>
                  </a:lnTo>
                  <a:lnTo>
                    <a:pt x="4426592" y="1966508"/>
                  </a:lnTo>
                  <a:lnTo>
                    <a:pt x="4427437" y="1952463"/>
                  </a:lnTo>
                  <a:lnTo>
                    <a:pt x="4428282" y="1916531"/>
                  </a:lnTo>
                  <a:lnTo>
                    <a:pt x="4429127" y="1922627"/>
                  </a:lnTo>
                  <a:lnTo>
                    <a:pt x="4429972" y="1981389"/>
                  </a:lnTo>
                  <a:lnTo>
                    <a:pt x="4430818" y="2009860"/>
                  </a:lnTo>
                  <a:lnTo>
                    <a:pt x="4431663" y="2023265"/>
                  </a:lnTo>
                  <a:lnTo>
                    <a:pt x="4432508" y="2037312"/>
                  </a:lnTo>
                  <a:lnTo>
                    <a:pt x="4433353" y="2073244"/>
                  </a:lnTo>
                  <a:lnTo>
                    <a:pt x="4434198" y="2082066"/>
                  </a:lnTo>
                  <a:lnTo>
                    <a:pt x="4435043" y="2069756"/>
                  </a:lnTo>
                  <a:lnTo>
                    <a:pt x="4435888" y="2075167"/>
                  </a:lnTo>
                  <a:lnTo>
                    <a:pt x="4436733" y="2095660"/>
                  </a:lnTo>
                  <a:lnTo>
                    <a:pt x="4437578" y="2102296"/>
                  </a:lnTo>
                  <a:lnTo>
                    <a:pt x="4438423" y="2071507"/>
                  </a:lnTo>
                  <a:lnTo>
                    <a:pt x="4439268" y="2041879"/>
                  </a:lnTo>
                  <a:lnTo>
                    <a:pt x="4440114" y="2019992"/>
                  </a:lnTo>
                  <a:lnTo>
                    <a:pt x="4440959" y="1988803"/>
                  </a:lnTo>
                  <a:lnTo>
                    <a:pt x="4441804" y="1964977"/>
                  </a:lnTo>
                  <a:lnTo>
                    <a:pt x="4442649" y="1978433"/>
                  </a:lnTo>
                  <a:lnTo>
                    <a:pt x="4443494" y="2022325"/>
                  </a:lnTo>
                  <a:lnTo>
                    <a:pt x="4444339" y="2028765"/>
                  </a:lnTo>
                  <a:lnTo>
                    <a:pt x="4445184" y="2015474"/>
                  </a:lnTo>
                  <a:lnTo>
                    <a:pt x="4446029" y="2037418"/>
                  </a:lnTo>
                  <a:lnTo>
                    <a:pt x="4446874" y="2040752"/>
                  </a:lnTo>
                  <a:lnTo>
                    <a:pt x="4447719" y="2020660"/>
                  </a:lnTo>
                  <a:lnTo>
                    <a:pt x="4448564" y="2001026"/>
                  </a:lnTo>
                  <a:lnTo>
                    <a:pt x="4449410" y="1989743"/>
                  </a:lnTo>
                  <a:lnTo>
                    <a:pt x="4450255" y="2013909"/>
                  </a:lnTo>
                  <a:lnTo>
                    <a:pt x="4451100" y="2017742"/>
                  </a:lnTo>
                  <a:lnTo>
                    <a:pt x="4451945" y="2017743"/>
                  </a:lnTo>
                  <a:lnTo>
                    <a:pt x="4452790" y="2017743"/>
                  </a:lnTo>
                  <a:lnTo>
                    <a:pt x="4453635" y="2024273"/>
                  </a:lnTo>
                  <a:lnTo>
                    <a:pt x="4454480" y="2058744"/>
                  </a:lnTo>
                  <a:lnTo>
                    <a:pt x="4455325" y="2069756"/>
                  </a:lnTo>
                  <a:lnTo>
                    <a:pt x="4456170" y="2069756"/>
                  </a:lnTo>
                  <a:lnTo>
                    <a:pt x="4457015" y="2069756"/>
                  </a:lnTo>
                  <a:lnTo>
                    <a:pt x="4457860" y="2069756"/>
                  </a:lnTo>
                  <a:lnTo>
                    <a:pt x="4458706" y="2069756"/>
                  </a:lnTo>
                  <a:lnTo>
                    <a:pt x="4459551" y="2069756"/>
                  </a:lnTo>
                  <a:lnTo>
                    <a:pt x="4460396" y="2069756"/>
                  </a:lnTo>
                  <a:lnTo>
                    <a:pt x="4461241" y="2069756"/>
                  </a:lnTo>
                  <a:lnTo>
                    <a:pt x="4462086" y="2069756"/>
                  </a:lnTo>
                  <a:lnTo>
                    <a:pt x="4462931" y="2069756"/>
                  </a:lnTo>
                  <a:lnTo>
                    <a:pt x="4463776" y="2069756"/>
                  </a:lnTo>
                  <a:lnTo>
                    <a:pt x="4464621" y="2069756"/>
                  </a:lnTo>
                  <a:lnTo>
                    <a:pt x="4465466" y="2069756"/>
                  </a:lnTo>
                  <a:lnTo>
                    <a:pt x="4466311" y="2069756"/>
                  </a:lnTo>
                  <a:lnTo>
                    <a:pt x="4467156" y="2069756"/>
                  </a:lnTo>
                  <a:lnTo>
                    <a:pt x="4468002" y="2069756"/>
                  </a:lnTo>
                  <a:lnTo>
                    <a:pt x="4468847" y="2069756"/>
                  </a:lnTo>
                  <a:lnTo>
                    <a:pt x="4469692" y="2069756"/>
                  </a:lnTo>
                  <a:lnTo>
                    <a:pt x="4470537" y="2069756"/>
                  </a:lnTo>
                  <a:lnTo>
                    <a:pt x="4471382" y="2069756"/>
                  </a:lnTo>
                  <a:lnTo>
                    <a:pt x="4472227" y="2069756"/>
                  </a:lnTo>
                  <a:lnTo>
                    <a:pt x="4473072" y="2069756"/>
                  </a:lnTo>
                  <a:lnTo>
                    <a:pt x="4473917" y="2069756"/>
                  </a:lnTo>
                  <a:lnTo>
                    <a:pt x="4474762" y="2069756"/>
                  </a:lnTo>
                  <a:lnTo>
                    <a:pt x="4475607" y="2069756"/>
                  </a:lnTo>
                  <a:lnTo>
                    <a:pt x="4476453" y="2069756"/>
                  </a:lnTo>
                  <a:lnTo>
                    <a:pt x="4477298" y="2069756"/>
                  </a:lnTo>
                  <a:lnTo>
                    <a:pt x="4478143" y="2069756"/>
                  </a:lnTo>
                  <a:lnTo>
                    <a:pt x="4478988" y="2069756"/>
                  </a:lnTo>
                  <a:lnTo>
                    <a:pt x="4479833" y="2069756"/>
                  </a:lnTo>
                  <a:lnTo>
                    <a:pt x="4480678" y="2069756"/>
                  </a:lnTo>
                  <a:lnTo>
                    <a:pt x="4481523" y="2077280"/>
                  </a:lnTo>
                  <a:lnTo>
                    <a:pt x="4482368" y="2097772"/>
                  </a:lnTo>
                  <a:lnTo>
                    <a:pt x="4483213" y="2103246"/>
                  </a:lnTo>
                  <a:lnTo>
                    <a:pt x="4484058" y="2096030"/>
                  </a:lnTo>
                  <a:lnTo>
                    <a:pt x="4484903" y="2069390"/>
                  </a:lnTo>
                  <a:lnTo>
                    <a:pt x="4485749" y="2049322"/>
                  </a:lnTo>
                  <a:lnTo>
                    <a:pt x="4486594" y="2041798"/>
                  </a:lnTo>
                  <a:lnTo>
                    <a:pt x="4487439" y="2032484"/>
                  </a:lnTo>
                  <a:lnTo>
                    <a:pt x="4488284" y="2036639"/>
                  </a:lnTo>
                  <a:lnTo>
                    <a:pt x="4489129" y="2037831"/>
                  </a:lnTo>
                  <a:lnTo>
                    <a:pt x="4489974" y="2061772"/>
                  </a:lnTo>
                  <a:lnTo>
                    <a:pt x="4490819" y="2081841"/>
                  </a:lnTo>
                  <a:lnTo>
                    <a:pt x="4491664" y="2081842"/>
                  </a:lnTo>
                  <a:lnTo>
                    <a:pt x="4492509" y="2070773"/>
                  </a:lnTo>
                  <a:lnTo>
                    <a:pt x="4493354" y="2051743"/>
                  </a:lnTo>
                  <a:lnTo>
                    <a:pt x="4494199" y="2049127"/>
                  </a:lnTo>
                  <a:lnTo>
                    <a:pt x="4495045" y="2055722"/>
                  </a:lnTo>
                  <a:lnTo>
                    <a:pt x="4495890" y="2040746"/>
                  </a:lnTo>
                  <a:lnTo>
                    <a:pt x="4496735" y="2011921"/>
                  </a:lnTo>
                  <a:lnTo>
                    <a:pt x="4497580" y="2000476"/>
                  </a:lnTo>
                  <a:lnTo>
                    <a:pt x="4498425" y="1985857"/>
                  </a:lnTo>
                  <a:lnTo>
                    <a:pt x="4499270" y="1969040"/>
                  </a:lnTo>
                  <a:lnTo>
                    <a:pt x="4500115" y="1962248"/>
                  </a:lnTo>
                  <a:lnTo>
                    <a:pt x="4500960" y="1988083"/>
                  </a:lnTo>
                  <a:lnTo>
                    <a:pt x="4501805" y="2051743"/>
                  </a:lnTo>
                  <a:lnTo>
                    <a:pt x="4502650" y="2058496"/>
                  </a:lnTo>
                  <a:lnTo>
                    <a:pt x="4503495" y="2043995"/>
                  </a:lnTo>
                  <a:lnTo>
                    <a:pt x="4504341" y="2023268"/>
                  </a:lnTo>
                  <a:lnTo>
                    <a:pt x="4505186" y="2031830"/>
                  </a:lnTo>
                  <a:lnTo>
                    <a:pt x="4506031" y="2040575"/>
                  </a:lnTo>
                  <a:lnTo>
                    <a:pt x="4506876" y="1990923"/>
                  </a:lnTo>
                  <a:lnTo>
                    <a:pt x="4507721" y="2005507"/>
                  </a:lnTo>
                  <a:lnTo>
                    <a:pt x="4508566" y="2008241"/>
                  </a:lnTo>
                  <a:lnTo>
                    <a:pt x="4509411" y="1980554"/>
                  </a:lnTo>
                  <a:lnTo>
                    <a:pt x="4510256" y="1923926"/>
                  </a:lnTo>
                  <a:lnTo>
                    <a:pt x="4511101" y="1877006"/>
                  </a:lnTo>
                  <a:lnTo>
                    <a:pt x="4511946" y="1894313"/>
                  </a:lnTo>
                  <a:lnTo>
                    <a:pt x="4512791" y="1853655"/>
                  </a:lnTo>
                  <a:lnTo>
                    <a:pt x="4513637" y="1864817"/>
                  </a:lnTo>
                  <a:lnTo>
                    <a:pt x="4514482" y="1898920"/>
                  </a:lnTo>
                  <a:lnTo>
                    <a:pt x="4515327" y="1872332"/>
                  </a:lnTo>
                  <a:lnTo>
                    <a:pt x="4516172" y="1843204"/>
                  </a:lnTo>
                  <a:lnTo>
                    <a:pt x="4517017" y="1836919"/>
                  </a:lnTo>
                  <a:lnTo>
                    <a:pt x="4517862" y="1867577"/>
                  </a:lnTo>
                  <a:lnTo>
                    <a:pt x="4518707" y="1892201"/>
                  </a:lnTo>
                  <a:lnTo>
                    <a:pt x="4519552" y="1931967"/>
                  </a:lnTo>
                  <a:lnTo>
                    <a:pt x="4520397" y="1984316"/>
                  </a:lnTo>
                  <a:lnTo>
                    <a:pt x="4521242" y="2013822"/>
                  </a:lnTo>
                  <a:lnTo>
                    <a:pt x="4522087" y="2017616"/>
                  </a:lnTo>
                  <a:lnTo>
                    <a:pt x="4522933" y="2015473"/>
                  </a:lnTo>
                  <a:lnTo>
                    <a:pt x="4523778" y="1974911"/>
                  </a:lnTo>
                  <a:lnTo>
                    <a:pt x="4524623" y="1927509"/>
                  </a:lnTo>
                  <a:lnTo>
                    <a:pt x="4525468" y="1944448"/>
                  </a:lnTo>
                  <a:lnTo>
                    <a:pt x="4526313" y="1960657"/>
                  </a:lnTo>
                  <a:lnTo>
                    <a:pt x="4527158" y="1912073"/>
                  </a:lnTo>
                  <a:lnTo>
                    <a:pt x="4528003" y="1863276"/>
                  </a:lnTo>
                  <a:lnTo>
                    <a:pt x="4528848" y="1867225"/>
                  </a:lnTo>
                  <a:lnTo>
                    <a:pt x="4529693" y="1914627"/>
                  </a:lnTo>
                  <a:lnTo>
                    <a:pt x="4530538" y="1922894"/>
                  </a:lnTo>
                  <a:lnTo>
                    <a:pt x="4531383" y="1933621"/>
                  </a:lnTo>
                  <a:lnTo>
                    <a:pt x="4532229" y="1982206"/>
                  </a:lnTo>
                  <a:lnTo>
                    <a:pt x="4533074" y="2042490"/>
                  </a:lnTo>
                  <a:lnTo>
                    <a:pt x="4533919" y="2103286"/>
                  </a:lnTo>
                  <a:lnTo>
                    <a:pt x="4533919" y="2103286"/>
                  </a:lnTo>
                  <a:lnTo>
                    <a:pt x="4534764" y="2103286"/>
                  </a:lnTo>
                  <a:lnTo>
                    <a:pt x="4535609" y="2103286"/>
                  </a:lnTo>
                  <a:lnTo>
                    <a:pt x="4536454" y="2100326"/>
                  </a:lnTo>
                  <a:lnTo>
                    <a:pt x="4537299" y="2046242"/>
                  </a:lnTo>
                  <a:lnTo>
                    <a:pt x="4538144" y="1981414"/>
                  </a:lnTo>
                  <a:lnTo>
                    <a:pt x="4538989" y="1900490"/>
                  </a:lnTo>
                  <a:lnTo>
                    <a:pt x="4539834" y="1863192"/>
                  </a:lnTo>
                  <a:lnTo>
                    <a:pt x="4540680" y="1858696"/>
                  </a:lnTo>
                  <a:lnTo>
                    <a:pt x="4541525" y="1881945"/>
                  </a:lnTo>
                  <a:lnTo>
                    <a:pt x="4542370" y="1896569"/>
                  </a:lnTo>
                  <a:lnTo>
                    <a:pt x="4543215" y="1924176"/>
                  </a:lnTo>
                  <a:lnTo>
                    <a:pt x="4544060" y="1947770"/>
                  </a:lnTo>
                  <a:lnTo>
                    <a:pt x="4544905" y="1904654"/>
                  </a:lnTo>
                  <a:lnTo>
                    <a:pt x="4545750" y="1864045"/>
                  </a:lnTo>
                  <a:lnTo>
                    <a:pt x="4546595" y="1837766"/>
                  </a:lnTo>
                  <a:lnTo>
                    <a:pt x="4547440" y="1861103"/>
                  </a:lnTo>
                  <a:lnTo>
                    <a:pt x="4548285" y="1880091"/>
                  </a:lnTo>
                  <a:lnTo>
                    <a:pt x="4549130" y="1871651"/>
                  </a:lnTo>
                  <a:lnTo>
                    <a:pt x="4549976" y="1903907"/>
                  </a:lnTo>
                  <a:lnTo>
                    <a:pt x="4550821" y="1922986"/>
                  </a:lnTo>
                  <a:lnTo>
                    <a:pt x="4551666" y="1953153"/>
                  </a:lnTo>
                  <a:lnTo>
                    <a:pt x="4552511" y="1934807"/>
                  </a:lnTo>
                  <a:lnTo>
                    <a:pt x="4553356" y="1941650"/>
                  </a:lnTo>
                  <a:lnTo>
                    <a:pt x="4554201" y="1981362"/>
                  </a:lnTo>
                  <a:lnTo>
                    <a:pt x="4555046" y="2006110"/>
                  </a:lnTo>
                  <a:lnTo>
                    <a:pt x="4555891" y="2027931"/>
                  </a:lnTo>
                  <a:lnTo>
                    <a:pt x="4556736" y="2035551"/>
                  </a:lnTo>
                  <a:lnTo>
                    <a:pt x="4557581" y="2062359"/>
                  </a:lnTo>
                  <a:lnTo>
                    <a:pt x="4558426" y="2047865"/>
                  </a:lnTo>
                  <a:lnTo>
                    <a:pt x="4559272" y="2047867"/>
                  </a:lnTo>
                  <a:lnTo>
                    <a:pt x="4560117" y="2047867"/>
                  </a:lnTo>
                  <a:lnTo>
                    <a:pt x="4560962" y="2050894"/>
                  </a:lnTo>
                  <a:lnTo>
                    <a:pt x="4561807" y="2069365"/>
                  </a:lnTo>
                  <a:lnTo>
                    <a:pt x="4562652" y="2075934"/>
                  </a:lnTo>
                  <a:lnTo>
                    <a:pt x="4563497" y="2036945"/>
                  </a:lnTo>
                  <a:lnTo>
                    <a:pt x="4564342" y="1979137"/>
                  </a:lnTo>
                  <a:lnTo>
                    <a:pt x="4565187" y="1963493"/>
                  </a:lnTo>
                  <a:lnTo>
                    <a:pt x="4566032" y="1950243"/>
                  </a:lnTo>
                  <a:lnTo>
                    <a:pt x="4566877" y="1917080"/>
                  </a:lnTo>
                  <a:lnTo>
                    <a:pt x="4567722" y="1918173"/>
                  </a:lnTo>
                  <a:lnTo>
                    <a:pt x="4568568" y="1957582"/>
                  </a:lnTo>
                  <a:lnTo>
                    <a:pt x="4569413" y="1985871"/>
                  </a:lnTo>
                  <a:lnTo>
                    <a:pt x="4570258" y="1993542"/>
                  </a:lnTo>
                  <a:lnTo>
                    <a:pt x="4571103" y="2003475"/>
                  </a:lnTo>
                  <a:lnTo>
                    <a:pt x="4571948" y="2027969"/>
                  </a:lnTo>
                  <a:lnTo>
                    <a:pt x="4572793" y="2047325"/>
                  </a:lnTo>
                  <a:lnTo>
                    <a:pt x="4573638" y="2076916"/>
                  </a:lnTo>
                  <a:lnTo>
                    <a:pt x="4574483" y="2103286"/>
                  </a:lnTo>
                  <a:lnTo>
                    <a:pt x="4574483" y="2103286"/>
                  </a:lnTo>
                  <a:lnTo>
                    <a:pt x="4575328" y="2103286"/>
                  </a:lnTo>
                  <a:lnTo>
                    <a:pt x="4576173" y="2103286"/>
                  </a:lnTo>
                  <a:lnTo>
                    <a:pt x="4577018" y="2102588"/>
                  </a:lnTo>
                  <a:lnTo>
                    <a:pt x="4577864" y="2086491"/>
                  </a:lnTo>
                  <a:lnTo>
                    <a:pt x="4578709" y="2103286"/>
                  </a:lnTo>
                  <a:lnTo>
                    <a:pt x="4578709" y="2103286"/>
                  </a:lnTo>
                  <a:lnTo>
                    <a:pt x="4579554" y="2103286"/>
                  </a:lnTo>
                  <a:lnTo>
                    <a:pt x="4580399" y="2103286"/>
                  </a:lnTo>
                  <a:lnTo>
                    <a:pt x="4581244" y="2103286"/>
                  </a:lnTo>
                  <a:lnTo>
                    <a:pt x="4582089" y="2097940"/>
                  </a:lnTo>
                  <a:lnTo>
                    <a:pt x="4582934" y="2045110"/>
                  </a:lnTo>
                  <a:lnTo>
                    <a:pt x="4583779" y="1974363"/>
                  </a:lnTo>
                  <a:lnTo>
                    <a:pt x="4584624" y="1960314"/>
                  </a:lnTo>
                  <a:lnTo>
                    <a:pt x="4585469" y="1960314"/>
                  </a:lnTo>
                  <a:lnTo>
                    <a:pt x="4586314" y="1960413"/>
                  </a:lnTo>
                  <a:lnTo>
                    <a:pt x="4587160" y="1993897"/>
                  </a:lnTo>
                  <a:lnTo>
                    <a:pt x="4588005" y="2063625"/>
                  </a:lnTo>
                  <a:lnTo>
                    <a:pt x="4588850" y="2103286"/>
                  </a:lnTo>
                  <a:lnTo>
                    <a:pt x="4588850" y="2103286"/>
                  </a:lnTo>
                  <a:lnTo>
                    <a:pt x="4589695" y="2103286"/>
                  </a:lnTo>
                  <a:lnTo>
                    <a:pt x="4590540" y="2103286"/>
                  </a:lnTo>
                  <a:lnTo>
                    <a:pt x="4591385" y="2103286"/>
                  </a:lnTo>
                  <a:lnTo>
                    <a:pt x="4592230" y="2103286"/>
                  </a:lnTo>
                  <a:lnTo>
                    <a:pt x="4593075" y="2103286"/>
                  </a:lnTo>
                  <a:lnTo>
                    <a:pt x="4593920" y="2103286"/>
                  </a:lnTo>
                  <a:lnTo>
                    <a:pt x="4594765" y="2103286"/>
                  </a:lnTo>
                  <a:lnTo>
                    <a:pt x="4595610" y="2103286"/>
                  </a:lnTo>
                  <a:lnTo>
                    <a:pt x="4596456" y="2103286"/>
                  </a:lnTo>
                  <a:lnTo>
                    <a:pt x="4597301" y="2103286"/>
                  </a:lnTo>
                  <a:lnTo>
                    <a:pt x="4598146" y="2103286"/>
                  </a:lnTo>
                  <a:lnTo>
                    <a:pt x="4598991" y="2103286"/>
                  </a:lnTo>
                  <a:lnTo>
                    <a:pt x="4599836" y="2102864"/>
                  </a:lnTo>
                  <a:lnTo>
                    <a:pt x="4600681" y="2075144"/>
                  </a:lnTo>
                  <a:lnTo>
                    <a:pt x="4601526" y="2060569"/>
                  </a:lnTo>
                  <a:lnTo>
                    <a:pt x="4602371" y="2076030"/>
                  </a:lnTo>
                  <a:lnTo>
                    <a:pt x="4603216" y="2085100"/>
                  </a:lnTo>
                  <a:lnTo>
                    <a:pt x="4604061" y="2101724"/>
                  </a:lnTo>
                  <a:lnTo>
                    <a:pt x="4604907" y="2103286"/>
                  </a:lnTo>
                  <a:lnTo>
                    <a:pt x="4604907" y="2103286"/>
                  </a:lnTo>
                  <a:lnTo>
                    <a:pt x="4605752" y="2101849"/>
                  </a:lnTo>
                  <a:lnTo>
                    <a:pt x="4606597" y="2063809"/>
                  </a:lnTo>
                  <a:lnTo>
                    <a:pt x="4607442" y="2026427"/>
                  </a:lnTo>
                  <a:lnTo>
                    <a:pt x="4608287" y="2017357"/>
                  </a:lnTo>
                  <a:lnTo>
                    <a:pt x="4609132" y="2017358"/>
                  </a:lnTo>
                  <a:lnTo>
                    <a:pt x="4609977" y="2018546"/>
                  </a:lnTo>
                  <a:lnTo>
                    <a:pt x="4610822" y="2016358"/>
                  </a:lnTo>
                  <a:lnTo>
                    <a:pt x="4611667" y="2058391"/>
                  </a:lnTo>
                  <a:lnTo>
                    <a:pt x="4612512" y="2080310"/>
                  </a:lnTo>
                  <a:lnTo>
                    <a:pt x="4613357" y="2080311"/>
                  </a:lnTo>
                  <a:lnTo>
                    <a:pt x="4614203" y="2080311"/>
                  </a:lnTo>
                  <a:lnTo>
                    <a:pt x="4615048" y="2079123"/>
                  </a:lnTo>
                  <a:lnTo>
                    <a:pt x="4615893" y="2087451"/>
                  </a:lnTo>
                  <a:lnTo>
                    <a:pt x="4616738" y="2098641"/>
                  </a:lnTo>
                  <a:lnTo>
                    <a:pt x="4617583" y="2103286"/>
                  </a:lnTo>
                  <a:lnTo>
                    <a:pt x="4617583" y="2103286"/>
                  </a:lnTo>
                  <a:lnTo>
                    <a:pt x="4618428" y="2103286"/>
                  </a:lnTo>
                  <a:lnTo>
                    <a:pt x="4619273" y="2103286"/>
                  </a:lnTo>
                  <a:lnTo>
                    <a:pt x="4620118" y="2103286"/>
                  </a:lnTo>
                  <a:lnTo>
                    <a:pt x="4620963" y="2103286"/>
                  </a:lnTo>
                  <a:lnTo>
                    <a:pt x="4621808" y="2099928"/>
                  </a:lnTo>
                  <a:lnTo>
                    <a:pt x="4622653" y="2026734"/>
                  </a:lnTo>
                  <a:lnTo>
                    <a:pt x="4623499" y="1948346"/>
                  </a:lnTo>
                  <a:lnTo>
                    <a:pt x="4624344" y="1908750"/>
                  </a:lnTo>
                  <a:lnTo>
                    <a:pt x="4625189" y="1904907"/>
                  </a:lnTo>
                  <a:lnTo>
                    <a:pt x="4626034" y="1904274"/>
                  </a:lnTo>
                  <a:lnTo>
                    <a:pt x="4626879" y="1891033"/>
                  </a:lnTo>
                  <a:lnTo>
                    <a:pt x="4627724" y="1940037"/>
                  </a:lnTo>
                  <a:lnTo>
                    <a:pt x="4628569" y="1983954"/>
                  </a:lnTo>
                  <a:lnTo>
                    <a:pt x="4629414" y="2019098"/>
                  </a:lnTo>
                  <a:lnTo>
                    <a:pt x="4630259" y="2022941"/>
                  </a:lnTo>
                  <a:lnTo>
                    <a:pt x="4631104" y="2017763"/>
                  </a:lnTo>
                  <a:lnTo>
                    <a:pt x="4631949" y="2011079"/>
                  </a:lnTo>
                  <a:lnTo>
                    <a:pt x="4632795" y="1989100"/>
                  </a:lnTo>
                  <a:lnTo>
                    <a:pt x="4633640" y="1976640"/>
                  </a:lnTo>
                  <a:lnTo>
                    <a:pt x="4634485" y="1969381"/>
                  </a:lnTo>
                  <a:lnTo>
                    <a:pt x="4635330" y="1969382"/>
                  </a:lnTo>
                  <a:lnTo>
                    <a:pt x="4636175" y="1969382"/>
                  </a:lnTo>
                  <a:lnTo>
                    <a:pt x="4637020" y="1947031"/>
                  </a:lnTo>
                  <a:lnTo>
                    <a:pt x="4637865" y="1959071"/>
                  </a:lnTo>
                  <a:lnTo>
                    <a:pt x="4638710" y="2006002"/>
                  </a:lnTo>
                  <a:lnTo>
                    <a:pt x="4639555" y="2017713"/>
                  </a:lnTo>
                  <a:lnTo>
                    <a:pt x="4640400" y="2017713"/>
                  </a:lnTo>
                  <a:lnTo>
                    <a:pt x="4641245" y="2013245"/>
                  </a:lnTo>
                  <a:lnTo>
                    <a:pt x="4642091" y="2016267"/>
                  </a:lnTo>
                  <a:lnTo>
                    <a:pt x="4642936" y="2016617"/>
                  </a:lnTo>
                  <a:lnTo>
                    <a:pt x="4643781" y="2016033"/>
                  </a:lnTo>
                  <a:lnTo>
                    <a:pt x="4644626" y="2016034"/>
                  </a:lnTo>
                  <a:lnTo>
                    <a:pt x="4645471" y="2016034"/>
                  </a:lnTo>
                  <a:lnTo>
                    <a:pt x="4646316" y="2020502"/>
                  </a:lnTo>
                  <a:lnTo>
                    <a:pt x="4647161" y="2046515"/>
                  </a:lnTo>
                  <a:lnTo>
                    <a:pt x="4648006" y="2062856"/>
                  </a:lnTo>
                  <a:lnTo>
                    <a:pt x="4648851" y="2037350"/>
                  </a:lnTo>
                  <a:lnTo>
                    <a:pt x="4649696" y="2001713"/>
                  </a:lnTo>
                  <a:lnTo>
                    <a:pt x="4650541" y="1938467"/>
                  </a:lnTo>
                  <a:lnTo>
                    <a:pt x="4651387" y="1887142"/>
                  </a:lnTo>
                  <a:lnTo>
                    <a:pt x="4652232" y="1854220"/>
                  </a:lnTo>
                  <a:lnTo>
                    <a:pt x="4653077" y="1834101"/>
                  </a:lnTo>
                  <a:lnTo>
                    <a:pt x="4653922" y="1806298"/>
                  </a:lnTo>
                  <a:lnTo>
                    <a:pt x="4654767" y="1794932"/>
                  </a:lnTo>
                  <a:lnTo>
                    <a:pt x="4655612" y="1830984"/>
                  </a:lnTo>
                  <a:lnTo>
                    <a:pt x="4656457" y="1821342"/>
                  </a:lnTo>
                  <a:lnTo>
                    <a:pt x="4657302" y="1841700"/>
                  </a:lnTo>
                  <a:lnTo>
                    <a:pt x="4658147" y="1868134"/>
                  </a:lnTo>
                  <a:lnTo>
                    <a:pt x="4658992" y="1911996"/>
                  </a:lnTo>
                  <a:lnTo>
                    <a:pt x="4659837" y="1919636"/>
                  </a:lnTo>
                  <a:lnTo>
                    <a:pt x="4660683" y="1909775"/>
                  </a:lnTo>
                  <a:lnTo>
                    <a:pt x="4661528" y="1954073"/>
                  </a:lnTo>
                  <a:lnTo>
                    <a:pt x="4662373" y="1966637"/>
                  </a:lnTo>
                  <a:lnTo>
                    <a:pt x="4663218" y="1966638"/>
                  </a:lnTo>
                  <a:lnTo>
                    <a:pt x="4664063" y="1982853"/>
                  </a:lnTo>
                  <a:lnTo>
                    <a:pt x="4664908" y="2020049"/>
                  </a:lnTo>
                  <a:lnTo>
                    <a:pt x="4665753" y="2038719"/>
                  </a:lnTo>
                  <a:lnTo>
                    <a:pt x="4666598" y="2037824"/>
                  </a:lnTo>
                  <a:lnTo>
                    <a:pt x="4667443" y="2006384"/>
                  </a:lnTo>
                  <a:lnTo>
                    <a:pt x="4668288" y="1989148"/>
                  </a:lnTo>
                  <a:lnTo>
                    <a:pt x="4669134" y="1953754"/>
                  </a:lnTo>
                  <a:lnTo>
                    <a:pt x="4669979" y="1959522"/>
                  </a:lnTo>
                  <a:lnTo>
                    <a:pt x="4670824" y="1990428"/>
                  </a:lnTo>
                  <a:lnTo>
                    <a:pt x="4671669" y="1985779"/>
                  </a:lnTo>
                  <a:lnTo>
                    <a:pt x="4672514" y="2011765"/>
                  </a:lnTo>
                  <a:lnTo>
                    <a:pt x="4673359" y="2029001"/>
                  </a:lnTo>
                  <a:lnTo>
                    <a:pt x="4674204" y="2058214"/>
                  </a:lnTo>
                  <a:lnTo>
                    <a:pt x="4675049" y="2052467"/>
                  </a:lnTo>
                  <a:lnTo>
                    <a:pt x="4675894" y="2021473"/>
                  </a:lnTo>
                  <a:lnTo>
                    <a:pt x="4676739" y="2029302"/>
                  </a:lnTo>
                  <a:lnTo>
                    <a:pt x="4677584" y="2036379"/>
                  </a:lnTo>
                  <a:lnTo>
                    <a:pt x="4678430" y="2049271"/>
                  </a:lnTo>
                  <a:lnTo>
                    <a:pt x="4679275" y="2035474"/>
                  </a:lnTo>
                  <a:lnTo>
                    <a:pt x="4680120" y="1986856"/>
                  </a:lnTo>
                  <a:lnTo>
                    <a:pt x="4680965" y="1973098"/>
                  </a:lnTo>
                  <a:lnTo>
                    <a:pt x="4681810" y="2008202"/>
                  </a:lnTo>
                  <a:lnTo>
                    <a:pt x="4682655" y="2038689"/>
                  </a:lnTo>
                  <a:lnTo>
                    <a:pt x="4683500" y="2038905"/>
                  </a:lnTo>
                  <a:lnTo>
                    <a:pt x="4684345" y="2052702"/>
                  </a:lnTo>
                  <a:lnTo>
                    <a:pt x="4685190" y="2103286"/>
                  </a:lnTo>
                  <a:lnTo>
                    <a:pt x="4685190" y="2103286"/>
                  </a:lnTo>
                  <a:lnTo>
                    <a:pt x="4686035" y="2103286"/>
                  </a:lnTo>
                  <a:lnTo>
                    <a:pt x="4686880" y="2091540"/>
                  </a:lnTo>
                  <a:lnTo>
                    <a:pt x="4687726" y="2032706"/>
                  </a:lnTo>
                  <a:lnTo>
                    <a:pt x="4688571" y="2016340"/>
                  </a:lnTo>
                  <a:lnTo>
                    <a:pt x="4689416" y="2016340"/>
                  </a:lnTo>
                  <a:lnTo>
                    <a:pt x="4690261" y="2016340"/>
                  </a:lnTo>
                  <a:lnTo>
                    <a:pt x="4691106" y="2016340"/>
                  </a:lnTo>
                  <a:lnTo>
                    <a:pt x="4691951" y="2052144"/>
                  </a:lnTo>
                  <a:lnTo>
                    <a:pt x="4692796" y="2098961"/>
                  </a:lnTo>
                  <a:lnTo>
                    <a:pt x="4693641" y="2103286"/>
                  </a:lnTo>
                  <a:lnTo>
                    <a:pt x="4693641" y="2103286"/>
                  </a:lnTo>
                  <a:lnTo>
                    <a:pt x="4694486" y="2103286"/>
                  </a:lnTo>
                  <a:lnTo>
                    <a:pt x="4695331" y="2103286"/>
                  </a:lnTo>
                  <a:lnTo>
                    <a:pt x="4696176" y="2103286"/>
                  </a:lnTo>
                  <a:lnTo>
                    <a:pt x="4697022" y="2096472"/>
                  </a:lnTo>
                  <a:lnTo>
                    <a:pt x="4697867" y="2076380"/>
                  </a:lnTo>
                  <a:lnTo>
                    <a:pt x="4698712" y="2065234"/>
                  </a:lnTo>
                  <a:lnTo>
                    <a:pt x="4699557" y="2055821"/>
                  </a:lnTo>
                  <a:lnTo>
                    <a:pt x="4700402" y="2049850"/>
                  </a:lnTo>
                  <a:lnTo>
                    <a:pt x="4701247" y="2037092"/>
                  </a:lnTo>
                  <a:lnTo>
                    <a:pt x="4702092" y="2006997"/>
                  </a:lnTo>
                  <a:lnTo>
                    <a:pt x="4702937" y="1985383"/>
                  </a:lnTo>
                  <a:lnTo>
                    <a:pt x="4703782" y="1971951"/>
                  </a:lnTo>
                  <a:lnTo>
                    <a:pt x="4704627" y="1990721"/>
                  </a:lnTo>
                  <a:lnTo>
                    <a:pt x="4705472" y="1996692"/>
                  </a:lnTo>
                  <a:lnTo>
                    <a:pt x="4706318" y="2009450"/>
                  </a:lnTo>
                  <a:lnTo>
                    <a:pt x="4707163" y="2039546"/>
                  </a:lnTo>
                  <a:lnTo>
                    <a:pt x="4708008" y="2061161"/>
                  </a:lnTo>
                  <a:lnTo>
                    <a:pt x="4708853" y="2079113"/>
                  </a:lnTo>
                  <a:lnTo>
                    <a:pt x="4709698" y="2069756"/>
                  </a:lnTo>
                  <a:lnTo>
                    <a:pt x="4710543" y="2060979"/>
                  </a:lnTo>
                  <a:lnTo>
                    <a:pt x="4711388" y="2051800"/>
                  </a:lnTo>
                  <a:lnTo>
                    <a:pt x="4712233" y="2087505"/>
                  </a:lnTo>
                  <a:lnTo>
                    <a:pt x="4713078" y="2067598"/>
                  </a:lnTo>
                  <a:lnTo>
                    <a:pt x="4713923" y="2016902"/>
                  </a:lnTo>
                  <a:lnTo>
                    <a:pt x="4714768" y="1981965"/>
                  </a:lnTo>
                  <a:lnTo>
                    <a:pt x="4715614" y="1974135"/>
                  </a:lnTo>
                  <a:lnTo>
                    <a:pt x="4716459" y="1981258"/>
                  </a:lnTo>
                  <a:lnTo>
                    <a:pt x="4717304" y="1963145"/>
                  </a:lnTo>
                  <a:lnTo>
                    <a:pt x="4718149" y="2014338"/>
                  </a:lnTo>
                  <a:lnTo>
                    <a:pt x="4718994" y="2067098"/>
                  </a:lnTo>
                  <a:lnTo>
                    <a:pt x="4719839" y="2103286"/>
                  </a:lnTo>
                  <a:lnTo>
                    <a:pt x="4719839" y="2103286"/>
                  </a:lnTo>
                  <a:lnTo>
                    <a:pt x="4720684" y="2103286"/>
                  </a:lnTo>
                  <a:lnTo>
                    <a:pt x="4721529" y="2091509"/>
                  </a:lnTo>
                  <a:lnTo>
                    <a:pt x="4722374" y="2069253"/>
                  </a:lnTo>
                  <a:lnTo>
                    <a:pt x="4723219" y="2037968"/>
                  </a:lnTo>
                  <a:lnTo>
                    <a:pt x="4724064" y="2035903"/>
                  </a:lnTo>
                  <a:lnTo>
                    <a:pt x="4724910" y="2028797"/>
                  </a:lnTo>
                  <a:lnTo>
                    <a:pt x="4725755" y="2030621"/>
                  </a:lnTo>
                  <a:lnTo>
                    <a:pt x="4726600" y="2058318"/>
                  </a:lnTo>
                  <a:lnTo>
                    <a:pt x="4727445" y="2043255"/>
                  </a:lnTo>
                  <a:lnTo>
                    <a:pt x="4728290" y="2041746"/>
                  </a:lnTo>
                  <a:lnTo>
                    <a:pt x="4729135" y="2054074"/>
                  </a:lnTo>
                  <a:lnTo>
                    <a:pt x="4729980" y="2054075"/>
                  </a:lnTo>
                  <a:lnTo>
                    <a:pt x="4730825" y="2054075"/>
                  </a:lnTo>
                  <a:lnTo>
                    <a:pt x="4731670" y="2051124"/>
                  </a:lnTo>
                  <a:lnTo>
                    <a:pt x="4732515" y="2044590"/>
                  </a:lnTo>
                  <a:lnTo>
                    <a:pt x="4733361" y="2022807"/>
                  </a:lnTo>
                  <a:lnTo>
                    <a:pt x="4734206" y="1995541"/>
                  </a:lnTo>
                  <a:lnTo>
                    <a:pt x="4735051" y="1994436"/>
                  </a:lnTo>
                  <a:lnTo>
                    <a:pt x="4735896" y="1995923"/>
                  </a:lnTo>
                  <a:lnTo>
                    <a:pt x="4736741" y="2005648"/>
                  </a:lnTo>
                  <a:lnTo>
                    <a:pt x="4737586" y="2031908"/>
                  </a:lnTo>
                  <a:lnTo>
                    <a:pt x="4738431" y="2045863"/>
                  </a:lnTo>
                  <a:lnTo>
                    <a:pt x="4739276" y="2033031"/>
                  </a:lnTo>
                  <a:lnTo>
                    <a:pt x="4740121" y="2017215"/>
                  </a:lnTo>
                  <a:lnTo>
                    <a:pt x="4740966" y="2020642"/>
                  </a:lnTo>
                  <a:lnTo>
                    <a:pt x="4741811" y="2041135"/>
                  </a:lnTo>
                  <a:lnTo>
                    <a:pt x="4742657" y="2050536"/>
                  </a:lnTo>
                  <a:lnTo>
                    <a:pt x="4743502" y="2059871"/>
                  </a:lnTo>
                  <a:lnTo>
                    <a:pt x="4744347" y="2079479"/>
                  </a:lnTo>
                  <a:lnTo>
                    <a:pt x="4745192" y="2066390"/>
                  </a:lnTo>
                  <a:lnTo>
                    <a:pt x="4746037" y="2040152"/>
                  </a:lnTo>
                  <a:lnTo>
                    <a:pt x="4746882" y="2006464"/>
                  </a:lnTo>
                  <a:lnTo>
                    <a:pt x="4747727" y="1983804"/>
                  </a:lnTo>
                  <a:lnTo>
                    <a:pt x="4748572" y="1978464"/>
                  </a:lnTo>
                  <a:lnTo>
                    <a:pt x="4749417" y="1986626"/>
                  </a:lnTo>
                  <a:lnTo>
                    <a:pt x="4750262" y="2016636"/>
                  </a:lnTo>
                  <a:lnTo>
                    <a:pt x="4751107" y="2037962"/>
                  </a:lnTo>
                  <a:lnTo>
                    <a:pt x="4751953" y="2051158"/>
                  </a:lnTo>
                  <a:lnTo>
                    <a:pt x="4752798" y="2064416"/>
                  </a:lnTo>
                  <a:lnTo>
                    <a:pt x="4753643" y="2085369"/>
                  </a:lnTo>
                  <a:lnTo>
                    <a:pt x="4754488" y="2103031"/>
                  </a:lnTo>
                  <a:lnTo>
                    <a:pt x="4755333" y="2103030"/>
                  </a:lnTo>
                  <a:lnTo>
                    <a:pt x="4756178" y="2093795"/>
                  </a:lnTo>
                  <a:lnTo>
                    <a:pt x="4757023" y="2066659"/>
                  </a:lnTo>
                  <a:lnTo>
                    <a:pt x="4757868" y="2048893"/>
                  </a:lnTo>
                  <a:lnTo>
                    <a:pt x="4758713" y="2033280"/>
                  </a:lnTo>
                  <a:lnTo>
                    <a:pt x="4759558" y="2012096"/>
                  </a:lnTo>
                  <a:lnTo>
                    <a:pt x="4760403" y="1990929"/>
                  </a:lnTo>
                  <a:lnTo>
                    <a:pt x="4761249" y="1969714"/>
                  </a:lnTo>
                  <a:lnTo>
                    <a:pt x="4762094" y="1969605"/>
                  </a:lnTo>
                  <a:lnTo>
                    <a:pt x="4762939" y="1973559"/>
                  </a:lnTo>
                  <a:lnTo>
                    <a:pt x="4763784" y="1948509"/>
                  </a:lnTo>
                  <a:lnTo>
                    <a:pt x="4764629" y="1933559"/>
                  </a:lnTo>
                  <a:lnTo>
                    <a:pt x="4765474" y="1954627"/>
                  </a:lnTo>
                  <a:lnTo>
                    <a:pt x="4766319" y="1963599"/>
                  </a:lnTo>
                  <a:lnTo>
                    <a:pt x="4767164" y="1960225"/>
                  </a:lnTo>
                  <a:lnTo>
                    <a:pt x="4768009" y="1974038"/>
                  </a:lnTo>
                  <a:lnTo>
                    <a:pt x="4768854" y="1999088"/>
                  </a:lnTo>
                  <a:lnTo>
                    <a:pt x="4769699" y="2017559"/>
                  </a:lnTo>
                  <a:lnTo>
                    <a:pt x="4770545" y="1988027"/>
                  </a:lnTo>
                  <a:lnTo>
                    <a:pt x="4771390" y="1956474"/>
                  </a:lnTo>
                  <a:lnTo>
                    <a:pt x="4772235" y="1954198"/>
                  </a:lnTo>
                  <a:lnTo>
                    <a:pt x="4773080" y="1954198"/>
                  </a:lnTo>
                  <a:lnTo>
                    <a:pt x="4773925" y="1953566"/>
                  </a:lnTo>
                  <a:lnTo>
                    <a:pt x="4774770" y="1953567"/>
                  </a:lnTo>
                  <a:lnTo>
                    <a:pt x="4775615" y="1983199"/>
                  </a:lnTo>
                  <a:lnTo>
                    <a:pt x="4776460" y="2036232"/>
                  </a:lnTo>
                  <a:lnTo>
                    <a:pt x="4777305" y="2069124"/>
                  </a:lnTo>
                  <a:lnTo>
                    <a:pt x="4778150" y="2088771"/>
                  </a:lnTo>
                  <a:lnTo>
                    <a:pt x="4778995" y="2103286"/>
                  </a:lnTo>
                  <a:lnTo>
                    <a:pt x="4778995" y="2103286"/>
                  </a:lnTo>
                  <a:lnTo>
                    <a:pt x="4779841" y="2103286"/>
                  </a:lnTo>
                  <a:lnTo>
                    <a:pt x="4780686" y="2103286"/>
                  </a:lnTo>
                  <a:lnTo>
                    <a:pt x="4781531" y="2103286"/>
                  </a:lnTo>
                  <a:lnTo>
                    <a:pt x="4782376" y="2103286"/>
                  </a:lnTo>
                  <a:lnTo>
                    <a:pt x="4783221" y="2069307"/>
                  </a:lnTo>
                  <a:lnTo>
                    <a:pt x="4784066" y="2038989"/>
                  </a:lnTo>
                  <a:lnTo>
                    <a:pt x="4784911" y="2040595"/>
                  </a:lnTo>
                  <a:lnTo>
                    <a:pt x="4785756" y="2040595"/>
                  </a:lnTo>
                  <a:lnTo>
                    <a:pt x="4786601" y="2032735"/>
                  </a:lnTo>
                  <a:lnTo>
                    <a:pt x="4787446" y="2015322"/>
                  </a:lnTo>
                  <a:lnTo>
                    <a:pt x="4788291" y="2056200"/>
                  </a:lnTo>
                  <a:lnTo>
                    <a:pt x="4789137" y="2071361"/>
                  </a:lnTo>
                  <a:lnTo>
                    <a:pt x="4789982" y="2069756"/>
                  </a:lnTo>
                  <a:lnTo>
                    <a:pt x="4790827" y="2069756"/>
                  </a:lnTo>
                  <a:lnTo>
                    <a:pt x="4791672" y="2069756"/>
                  </a:lnTo>
                  <a:lnTo>
                    <a:pt x="4792517" y="2056389"/>
                  </a:lnTo>
                  <a:lnTo>
                    <a:pt x="4793362" y="2025192"/>
                  </a:lnTo>
                  <a:lnTo>
                    <a:pt x="4794207" y="2016304"/>
                  </a:lnTo>
                  <a:lnTo>
                    <a:pt x="4795052" y="2016305"/>
                  </a:lnTo>
                  <a:lnTo>
                    <a:pt x="4795897" y="2023662"/>
                  </a:lnTo>
                  <a:lnTo>
                    <a:pt x="4796742" y="2044155"/>
                  </a:lnTo>
                  <a:lnTo>
                    <a:pt x="4797588" y="2063268"/>
                  </a:lnTo>
                  <a:lnTo>
                    <a:pt x="4798433" y="2094464"/>
                  </a:lnTo>
                  <a:lnTo>
                    <a:pt x="4799278" y="2103286"/>
                  </a:lnTo>
                  <a:lnTo>
                    <a:pt x="4799278" y="2103286"/>
                  </a:lnTo>
                  <a:lnTo>
                    <a:pt x="4800123" y="2101870"/>
                  </a:lnTo>
                  <a:lnTo>
                    <a:pt x="4800968" y="2077549"/>
                  </a:lnTo>
                  <a:lnTo>
                    <a:pt x="4801813" y="2031426"/>
                  </a:lnTo>
                  <a:lnTo>
                    <a:pt x="4802658" y="2003972"/>
                  </a:lnTo>
                  <a:lnTo>
                    <a:pt x="4803503" y="2024465"/>
                  </a:lnTo>
                  <a:lnTo>
                    <a:pt x="4804348" y="2028562"/>
                  </a:lnTo>
                  <a:lnTo>
                    <a:pt x="4805193" y="2037169"/>
                  </a:lnTo>
                  <a:lnTo>
                    <a:pt x="4806038" y="2086122"/>
                  </a:lnTo>
                  <a:lnTo>
                    <a:pt x="4806884" y="2103286"/>
                  </a:lnTo>
                  <a:lnTo>
                    <a:pt x="4806884" y="2103286"/>
                  </a:lnTo>
                  <a:lnTo>
                    <a:pt x="4807729" y="2103286"/>
                  </a:lnTo>
                  <a:lnTo>
                    <a:pt x="4808574" y="2103286"/>
                  </a:lnTo>
                  <a:lnTo>
                    <a:pt x="4809419" y="2103286"/>
                  </a:lnTo>
                  <a:lnTo>
                    <a:pt x="4810264" y="2103286"/>
                  </a:lnTo>
                  <a:lnTo>
                    <a:pt x="4811109" y="2103286"/>
                  </a:lnTo>
                  <a:lnTo>
                    <a:pt x="4811954" y="2103286"/>
                  </a:lnTo>
                  <a:lnTo>
                    <a:pt x="4812799" y="2103286"/>
                  </a:lnTo>
                  <a:lnTo>
                    <a:pt x="4813644" y="2103286"/>
                  </a:lnTo>
                  <a:lnTo>
                    <a:pt x="4814489" y="2103286"/>
                  </a:lnTo>
                  <a:lnTo>
                    <a:pt x="4815334" y="2103286"/>
                  </a:lnTo>
                  <a:lnTo>
                    <a:pt x="4816180" y="2053981"/>
                  </a:lnTo>
                  <a:lnTo>
                    <a:pt x="4817025" y="1981742"/>
                  </a:lnTo>
                  <a:lnTo>
                    <a:pt x="4817870" y="1970010"/>
                  </a:lnTo>
                  <a:lnTo>
                    <a:pt x="4818715" y="1970010"/>
                  </a:lnTo>
                  <a:lnTo>
                    <a:pt x="4819560" y="1982801"/>
                  </a:lnTo>
                  <a:lnTo>
                    <a:pt x="4820405" y="2005710"/>
                  </a:lnTo>
                  <a:lnTo>
                    <a:pt x="4821250" y="2032306"/>
                  </a:lnTo>
                  <a:lnTo>
                    <a:pt x="4822095" y="2067470"/>
                  </a:lnTo>
                  <a:lnTo>
                    <a:pt x="4822940" y="2072014"/>
                  </a:lnTo>
                  <a:lnTo>
                    <a:pt x="4823785" y="2073917"/>
                  </a:lnTo>
                  <a:lnTo>
                    <a:pt x="4824630" y="2067538"/>
                  </a:lnTo>
                  <a:lnTo>
                    <a:pt x="4825476" y="2042675"/>
                  </a:lnTo>
                  <a:lnTo>
                    <a:pt x="4826321" y="2052482"/>
                  </a:lnTo>
                  <a:lnTo>
                    <a:pt x="4827166" y="2042157"/>
                  </a:lnTo>
                  <a:lnTo>
                    <a:pt x="4828011" y="2007837"/>
                  </a:lnTo>
                  <a:lnTo>
                    <a:pt x="4828856" y="1996432"/>
                  </a:lnTo>
                  <a:lnTo>
                    <a:pt x="4829701" y="1980390"/>
                  </a:lnTo>
                  <a:lnTo>
                    <a:pt x="4830546" y="1993089"/>
                  </a:lnTo>
                  <a:lnTo>
                    <a:pt x="4831391" y="1978009"/>
                  </a:lnTo>
                  <a:lnTo>
                    <a:pt x="4832236" y="1975654"/>
                  </a:lnTo>
                  <a:lnTo>
                    <a:pt x="4833081" y="1975961"/>
                  </a:lnTo>
                  <a:lnTo>
                    <a:pt x="4833926" y="1983223"/>
                  </a:lnTo>
                  <a:lnTo>
                    <a:pt x="4834772" y="1992856"/>
                  </a:lnTo>
                  <a:lnTo>
                    <a:pt x="4835617" y="1992109"/>
                  </a:lnTo>
                  <a:lnTo>
                    <a:pt x="4836462" y="2015541"/>
                  </a:lnTo>
                  <a:lnTo>
                    <a:pt x="4837307" y="2033503"/>
                  </a:lnTo>
                  <a:lnTo>
                    <a:pt x="4838152" y="2067516"/>
                  </a:lnTo>
                  <a:lnTo>
                    <a:pt x="4838997" y="2071469"/>
                  </a:lnTo>
                  <a:lnTo>
                    <a:pt x="4839842" y="2091625"/>
                  </a:lnTo>
                  <a:lnTo>
                    <a:pt x="4840687" y="2103247"/>
                  </a:lnTo>
                  <a:lnTo>
                    <a:pt x="4841532" y="2103246"/>
                  </a:lnTo>
                  <a:lnTo>
                    <a:pt x="4842377" y="2103248"/>
                  </a:lnTo>
                  <a:lnTo>
                    <a:pt x="4843222" y="2103249"/>
                  </a:lnTo>
                  <a:lnTo>
                    <a:pt x="4844068" y="2101536"/>
                  </a:lnTo>
                  <a:lnTo>
                    <a:pt x="4844913" y="2081379"/>
                  </a:lnTo>
                  <a:lnTo>
                    <a:pt x="4845758" y="2069756"/>
                  </a:lnTo>
                  <a:lnTo>
                    <a:pt x="4846603" y="2069756"/>
                  </a:lnTo>
                  <a:lnTo>
                    <a:pt x="4847448" y="2069756"/>
                  </a:lnTo>
                  <a:lnTo>
                    <a:pt x="4848293" y="2064988"/>
                  </a:lnTo>
                  <a:lnTo>
                    <a:pt x="4849138" y="2067683"/>
                  </a:lnTo>
                  <a:lnTo>
                    <a:pt x="4849983" y="2049211"/>
                  </a:lnTo>
                  <a:lnTo>
                    <a:pt x="4850828" y="2047801"/>
                  </a:lnTo>
                  <a:lnTo>
                    <a:pt x="4851673" y="2047801"/>
                  </a:lnTo>
                  <a:lnTo>
                    <a:pt x="4852519" y="2047802"/>
                  </a:lnTo>
                  <a:lnTo>
                    <a:pt x="4853364" y="2052569"/>
                  </a:lnTo>
                  <a:lnTo>
                    <a:pt x="4854209" y="2049874"/>
                  </a:lnTo>
                  <a:lnTo>
                    <a:pt x="4855054" y="2068345"/>
                  </a:lnTo>
                  <a:lnTo>
                    <a:pt x="4855899" y="2069756"/>
                  </a:lnTo>
                  <a:lnTo>
                    <a:pt x="4856744" y="2069756"/>
                  </a:lnTo>
                  <a:lnTo>
                    <a:pt x="4857589" y="2069756"/>
                  </a:lnTo>
                  <a:lnTo>
                    <a:pt x="4858434" y="2069756"/>
                  </a:lnTo>
                  <a:lnTo>
                    <a:pt x="4859279" y="2069756"/>
                  </a:lnTo>
                  <a:lnTo>
                    <a:pt x="4860124" y="2069756"/>
                  </a:lnTo>
                  <a:lnTo>
                    <a:pt x="4860969" y="2069756"/>
                  </a:lnTo>
                  <a:lnTo>
                    <a:pt x="4861815" y="2069756"/>
                  </a:lnTo>
                  <a:lnTo>
                    <a:pt x="4862660" y="2069363"/>
                  </a:lnTo>
                  <a:lnTo>
                    <a:pt x="4863505" y="2048929"/>
                  </a:lnTo>
                  <a:lnTo>
                    <a:pt x="4864350" y="2036663"/>
                  </a:lnTo>
                  <a:lnTo>
                    <a:pt x="4865195" y="1991173"/>
                  </a:lnTo>
                  <a:lnTo>
                    <a:pt x="4866040" y="1958827"/>
                  </a:lnTo>
                  <a:lnTo>
                    <a:pt x="4866885" y="1957402"/>
                  </a:lnTo>
                  <a:lnTo>
                    <a:pt x="4867730" y="1943136"/>
                  </a:lnTo>
                  <a:lnTo>
                    <a:pt x="4868575" y="1966225"/>
                  </a:lnTo>
                  <a:lnTo>
                    <a:pt x="4869420" y="1985741"/>
                  </a:lnTo>
                  <a:lnTo>
                    <a:pt x="4870265" y="2030476"/>
                  </a:lnTo>
                  <a:lnTo>
                    <a:pt x="4871111" y="2057422"/>
                  </a:lnTo>
                  <a:lnTo>
                    <a:pt x="4871956" y="2042571"/>
                  </a:lnTo>
                  <a:lnTo>
                    <a:pt x="4872801" y="2078547"/>
                  </a:lnTo>
                  <a:lnTo>
                    <a:pt x="4873646" y="2103286"/>
                  </a:lnTo>
                  <a:lnTo>
                    <a:pt x="4873646" y="2103286"/>
                  </a:lnTo>
                  <a:lnTo>
                    <a:pt x="4874491" y="2103286"/>
                  </a:lnTo>
                  <a:lnTo>
                    <a:pt x="4875336" y="2103286"/>
                  </a:lnTo>
                  <a:lnTo>
                    <a:pt x="4876181" y="2103286"/>
                  </a:lnTo>
                  <a:lnTo>
                    <a:pt x="4877026" y="2103286"/>
                  </a:lnTo>
                  <a:lnTo>
                    <a:pt x="4877871" y="2103286"/>
                  </a:lnTo>
                  <a:lnTo>
                    <a:pt x="4878716" y="2103286"/>
                  </a:lnTo>
                  <a:lnTo>
                    <a:pt x="4879561" y="2101289"/>
                  </a:lnTo>
                  <a:lnTo>
                    <a:pt x="4880407" y="2080797"/>
                  </a:lnTo>
                  <a:lnTo>
                    <a:pt x="4881252" y="2083239"/>
                  </a:lnTo>
                  <a:lnTo>
                    <a:pt x="4882097" y="2080243"/>
                  </a:lnTo>
                  <a:lnTo>
                    <a:pt x="4882942" y="2069756"/>
                  </a:lnTo>
                  <a:lnTo>
                    <a:pt x="4883787" y="2069756"/>
                  </a:lnTo>
                  <a:lnTo>
                    <a:pt x="4884632" y="2069756"/>
                  </a:lnTo>
                  <a:lnTo>
                    <a:pt x="4885477" y="2069756"/>
                  </a:lnTo>
                  <a:lnTo>
                    <a:pt x="4886322" y="2069756"/>
                  </a:lnTo>
                  <a:lnTo>
                    <a:pt x="4887167" y="2069756"/>
                  </a:lnTo>
                  <a:lnTo>
                    <a:pt x="4888012" y="2069756"/>
                  </a:lnTo>
                  <a:lnTo>
                    <a:pt x="4888857" y="2069756"/>
                  </a:lnTo>
                  <a:lnTo>
                    <a:pt x="4889703" y="2069756"/>
                  </a:lnTo>
                  <a:lnTo>
                    <a:pt x="4890548" y="2069756"/>
                  </a:lnTo>
                  <a:lnTo>
                    <a:pt x="4891393" y="2075865"/>
                  </a:lnTo>
                  <a:lnTo>
                    <a:pt x="4892238" y="2092731"/>
                  </a:lnTo>
                  <a:lnTo>
                    <a:pt x="4893083" y="2103286"/>
                  </a:lnTo>
                  <a:lnTo>
                    <a:pt x="4893083" y="2103286"/>
                  </a:lnTo>
                  <a:lnTo>
                    <a:pt x="4893928" y="2103286"/>
                  </a:lnTo>
                  <a:lnTo>
                    <a:pt x="4894773" y="2103286"/>
                  </a:lnTo>
                  <a:lnTo>
                    <a:pt x="4895618" y="2103286"/>
                  </a:lnTo>
                  <a:lnTo>
                    <a:pt x="4896463" y="2098562"/>
                  </a:lnTo>
                  <a:lnTo>
                    <a:pt x="4897308" y="2080924"/>
                  </a:lnTo>
                  <a:lnTo>
                    <a:pt x="4898153" y="2022246"/>
                  </a:lnTo>
                  <a:lnTo>
                    <a:pt x="4898999" y="1987361"/>
                  </a:lnTo>
                  <a:lnTo>
                    <a:pt x="4899844" y="1950389"/>
                  </a:lnTo>
                  <a:lnTo>
                    <a:pt x="4900689" y="1944313"/>
                  </a:lnTo>
                  <a:lnTo>
                    <a:pt x="4901534" y="1964113"/>
                  </a:lnTo>
                  <a:lnTo>
                    <a:pt x="4902379" y="1952203"/>
                  </a:lnTo>
                  <a:lnTo>
                    <a:pt x="4903224" y="1950222"/>
                  </a:lnTo>
                  <a:lnTo>
                    <a:pt x="4904069" y="1967598"/>
                  </a:lnTo>
                  <a:lnTo>
                    <a:pt x="4904914" y="1994490"/>
                  </a:lnTo>
                  <a:lnTo>
                    <a:pt x="4905759" y="2017325"/>
                  </a:lnTo>
                  <a:lnTo>
                    <a:pt x="4906604" y="2003528"/>
                  </a:lnTo>
                  <a:lnTo>
                    <a:pt x="4907449" y="1987850"/>
                  </a:lnTo>
                  <a:lnTo>
                    <a:pt x="4908295" y="2010464"/>
                  </a:lnTo>
                  <a:lnTo>
                    <a:pt x="4909140" y="2015740"/>
                  </a:lnTo>
                  <a:lnTo>
                    <a:pt x="4909985" y="2015741"/>
                  </a:lnTo>
                  <a:lnTo>
                    <a:pt x="4910830" y="2015741"/>
                  </a:lnTo>
                  <a:lnTo>
                    <a:pt x="4911675" y="2024255"/>
                  </a:lnTo>
                  <a:lnTo>
                    <a:pt x="4912520" y="2025481"/>
                  </a:lnTo>
                  <a:lnTo>
                    <a:pt x="4913365" y="2007279"/>
                  </a:lnTo>
                  <a:lnTo>
                    <a:pt x="4914210" y="1953325"/>
                  </a:lnTo>
                  <a:lnTo>
                    <a:pt x="4915055" y="1920407"/>
                  </a:lnTo>
                  <a:lnTo>
                    <a:pt x="4915900" y="1920406"/>
                  </a:lnTo>
                  <a:lnTo>
                    <a:pt x="4916746" y="1925688"/>
                  </a:lnTo>
                  <a:lnTo>
                    <a:pt x="4917591" y="1952826"/>
                  </a:lnTo>
                  <a:lnTo>
                    <a:pt x="4918436" y="1982884"/>
                  </a:lnTo>
                  <a:lnTo>
                    <a:pt x="4919281" y="2036838"/>
                  </a:lnTo>
                  <a:lnTo>
                    <a:pt x="4920126" y="2032397"/>
                  </a:lnTo>
                  <a:lnTo>
                    <a:pt x="4920971" y="1969897"/>
                  </a:lnTo>
                  <a:lnTo>
                    <a:pt x="4921816" y="1930094"/>
                  </a:lnTo>
                  <a:lnTo>
                    <a:pt x="4922661" y="1906623"/>
                  </a:lnTo>
                  <a:lnTo>
                    <a:pt x="4923506" y="1894188"/>
                  </a:lnTo>
                  <a:lnTo>
                    <a:pt x="4924351" y="1875717"/>
                  </a:lnTo>
                  <a:lnTo>
                    <a:pt x="4925196" y="1906576"/>
                  </a:lnTo>
                  <a:lnTo>
                    <a:pt x="4926042" y="1969076"/>
                  </a:lnTo>
                  <a:lnTo>
                    <a:pt x="4926887" y="2008880"/>
                  </a:lnTo>
                  <a:lnTo>
                    <a:pt x="4927732" y="2032350"/>
                  </a:lnTo>
                  <a:lnTo>
                    <a:pt x="4928577" y="2018754"/>
                  </a:lnTo>
                  <a:lnTo>
                    <a:pt x="4929422" y="2020698"/>
                  </a:lnTo>
                  <a:lnTo>
                    <a:pt x="4930267" y="2047691"/>
                  </a:lnTo>
                  <a:lnTo>
                    <a:pt x="4931112" y="2050949"/>
                  </a:lnTo>
                  <a:lnTo>
                    <a:pt x="4931957" y="2050949"/>
                  </a:lnTo>
                  <a:lnTo>
                    <a:pt x="4932802" y="2050950"/>
                  </a:lnTo>
                  <a:lnTo>
                    <a:pt x="4933647" y="2076981"/>
                  </a:lnTo>
                  <a:lnTo>
                    <a:pt x="4934492" y="2079690"/>
                  </a:lnTo>
                  <a:lnTo>
                    <a:pt x="4935338" y="2026241"/>
                  </a:lnTo>
                  <a:lnTo>
                    <a:pt x="4936183" y="2016952"/>
                  </a:lnTo>
                  <a:lnTo>
                    <a:pt x="4937028" y="2016952"/>
                  </a:lnTo>
                  <a:lnTo>
                    <a:pt x="4937873" y="2016953"/>
                  </a:lnTo>
                  <a:lnTo>
                    <a:pt x="4938718" y="2016953"/>
                  </a:lnTo>
                  <a:lnTo>
                    <a:pt x="4939563" y="2030769"/>
                  </a:lnTo>
                  <a:lnTo>
                    <a:pt x="4940408" y="2063725"/>
                  </a:lnTo>
                  <a:lnTo>
                    <a:pt x="4941253" y="2069756"/>
                  </a:lnTo>
                  <a:lnTo>
                    <a:pt x="4942098" y="2069756"/>
                  </a:lnTo>
                  <a:lnTo>
                    <a:pt x="4942943" y="2069756"/>
                  </a:lnTo>
                  <a:lnTo>
                    <a:pt x="4943788" y="2069756"/>
                  </a:lnTo>
                  <a:lnTo>
                    <a:pt x="4944634" y="2069756"/>
                  </a:lnTo>
                  <a:lnTo>
                    <a:pt x="4945479" y="2060867"/>
                  </a:lnTo>
                  <a:lnTo>
                    <a:pt x="4946324" y="2020638"/>
                  </a:lnTo>
                  <a:lnTo>
                    <a:pt x="4947169" y="1974256"/>
                  </a:lnTo>
                  <a:lnTo>
                    <a:pt x="4948014" y="1970908"/>
                  </a:lnTo>
                  <a:lnTo>
                    <a:pt x="4948859" y="1952420"/>
                  </a:lnTo>
                  <a:lnTo>
                    <a:pt x="4949704" y="1920008"/>
                  </a:lnTo>
                  <a:lnTo>
                    <a:pt x="4950549" y="1927486"/>
                  </a:lnTo>
                  <a:lnTo>
                    <a:pt x="4951394" y="1961780"/>
                  </a:lnTo>
                  <a:lnTo>
                    <a:pt x="4952239" y="1953819"/>
                  </a:lnTo>
                  <a:lnTo>
                    <a:pt x="4953084" y="1887585"/>
                  </a:lnTo>
                  <a:lnTo>
                    <a:pt x="4953930" y="1900845"/>
                  </a:lnTo>
                  <a:lnTo>
                    <a:pt x="4954775" y="1933259"/>
                  </a:lnTo>
                  <a:lnTo>
                    <a:pt x="4955620" y="1931236"/>
                  </a:lnTo>
                  <a:lnTo>
                    <a:pt x="4956465" y="1911157"/>
                  </a:lnTo>
                  <a:lnTo>
                    <a:pt x="4957310" y="1921480"/>
                  </a:lnTo>
                  <a:lnTo>
                    <a:pt x="4958155" y="1940069"/>
                  </a:lnTo>
                  <a:lnTo>
                    <a:pt x="4959000" y="1902321"/>
                  </a:lnTo>
                  <a:lnTo>
                    <a:pt x="4959845" y="1875889"/>
                  </a:lnTo>
                  <a:lnTo>
                    <a:pt x="4960690" y="1873486"/>
                  </a:lnTo>
                  <a:lnTo>
                    <a:pt x="4961535" y="1899501"/>
                  </a:lnTo>
                  <a:lnTo>
                    <a:pt x="4962380" y="1943521"/>
                  </a:lnTo>
                  <a:lnTo>
                    <a:pt x="4963226" y="1994513"/>
                  </a:lnTo>
                  <a:lnTo>
                    <a:pt x="4964071" y="2037488"/>
                  </a:lnTo>
                  <a:lnTo>
                    <a:pt x="4964916" y="2045922"/>
                  </a:lnTo>
                  <a:lnTo>
                    <a:pt x="4965761" y="1995401"/>
                  </a:lnTo>
                  <a:lnTo>
                    <a:pt x="4966606" y="1958699"/>
                  </a:lnTo>
                  <a:lnTo>
                    <a:pt x="4967451" y="1948892"/>
                  </a:lnTo>
                  <a:lnTo>
                    <a:pt x="4968296" y="1969727"/>
                  </a:lnTo>
                  <a:lnTo>
                    <a:pt x="4969141" y="1971272"/>
                  </a:lnTo>
                  <a:lnTo>
                    <a:pt x="4969986" y="1989270"/>
                  </a:lnTo>
                  <a:lnTo>
                    <a:pt x="4970831" y="2045627"/>
                  </a:lnTo>
                  <a:lnTo>
                    <a:pt x="4971676" y="2077955"/>
                  </a:lnTo>
                  <a:lnTo>
                    <a:pt x="4972522" y="2060071"/>
                  </a:lnTo>
                  <a:lnTo>
                    <a:pt x="4973367" y="1999729"/>
                  </a:lnTo>
                  <a:lnTo>
                    <a:pt x="4974212" y="1967291"/>
                  </a:lnTo>
                  <a:lnTo>
                    <a:pt x="4975057" y="1966150"/>
                  </a:lnTo>
                  <a:lnTo>
                    <a:pt x="4975902" y="1959869"/>
                  </a:lnTo>
                  <a:lnTo>
                    <a:pt x="4976747" y="1942333"/>
                  </a:lnTo>
                  <a:lnTo>
                    <a:pt x="4977592" y="1960749"/>
                  </a:lnTo>
                  <a:lnTo>
                    <a:pt x="4978437" y="2000257"/>
                  </a:lnTo>
                  <a:lnTo>
                    <a:pt x="4979282" y="2031149"/>
                  </a:lnTo>
                  <a:lnTo>
                    <a:pt x="4980127" y="2032292"/>
                  </a:lnTo>
                  <a:lnTo>
                    <a:pt x="4980973" y="2042270"/>
                  </a:lnTo>
                  <a:lnTo>
                    <a:pt x="4981818" y="2084673"/>
                  </a:lnTo>
                  <a:lnTo>
                    <a:pt x="4982663" y="2103286"/>
                  </a:lnTo>
                  <a:lnTo>
                    <a:pt x="4982663" y="2103286"/>
                  </a:lnTo>
                  <a:lnTo>
                    <a:pt x="4983508" y="2103286"/>
                  </a:lnTo>
                  <a:lnTo>
                    <a:pt x="4984353" y="2103286"/>
                  </a:lnTo>
                  <a:lnTo>
                    <a:pt x="4985198" y="2103286"/>
                  </a:lnTo>
                  <a:lnTo>
                    <a:pt x="4986043" y="2103286"/>
                  </a:lnTo>
                  <a:lnTo>
                    <a:pt x="4986888" y="2103286"/>
                  </a:lnTo>
                  <a:lnTo>
                    <a:pt x="4987733" y="2070436"/>
                  </a:lnTo>
                  <a:lnTo>
                    <a:pt x="4988578" y="2050966"/>
                  </a:lnTo>
                  <a:lnTo>
                    <a:pt x="4989423" y="2050966"/>
                  </a:lnTo>
                  <a:lnTo>
                    <a:pt x="4990269" y="2037461"/>
                  </a:lnTo>
                  <a:lnTo>
                    <a:pt x="4991114" y="2017369"/>
                  </a:lnTo>
                  <a:lnTo>
                    <a:pt x="4991959" y="2018511"/>
                  </a:lnTo>
                  <a:lnTo>
                    <a:pt x="4992804" y="2050285"/>
                  </a:lnTo>
                  <a:lnTo>
                    <a:pt x="4993649" y="2069756"/>
                  </a:lnTo>
                  <a:lnTo>
                    <a:pt x="4994494" y="2028122"/>
                  </a:lnTo>
                  <a:lnTo>
                    <a:pt x="4995339" y="1995735"/>
                  </a:lnTo>
                  <a:lnTo>
                    <a:pt x="4996184" y="1995734"/>
                  </a:lnTo>
                  <a:lnTo>
                    <a:pt x="4997029" y="1958020"/>
                  </a:lnTo>
                  <a:lnTo>
                    <a:pt x="4997874" y="1870824"/>
                  </a:lnTo>
                  <a:lnTo>
                    <a:pt x="4998719" y="1818206"/>
                  </a:lnTo>
                  <a:lnTo>
                    <a:pt x="4999565" y="1812767"/>
                  </a:lnTo>
                  <a:lnTo>
                    <a:pt x="5000410" y="1834937"/>
                  </a:lnTo>
                  <a:lnTo>
                    <a:pt x="5001255" y="1854649"/>
                  </a:lnTo>
                  <a:lnTo>
                    <a:pt x="5002100" y="1892363"/>
                  </a:lnTo>
                  <a:lnTo>
                    <a:pt x="5002945" y="1979561"/>
                  </a:lnTo>
                  <a:lnTo>
                    <a:pt x="5003790" y="2032180"/>
                  </a:lnTo>
                  <a:lnTo>
                    <a:pt x="5004635" y="2079253"/>
                  </a:lnTo>
                  <a:lnTo>
                    <a:pt x="5005480" y="2089468"/>
                  </a:lnTo>
                  <a:lnTo>
                    <a:pt x="5006325" y="2053131"/>
                  </a:lnTo>
                  <a:lnTo>
                    <a:pt x="5007170" y="2036309"/>
                  </a:lnTo>
                  <a:lnTo>
                    <a:pt x="5008015" y="2017837"/>
                  </a:lnTo>
                  <a:lnTo>
                    <a:pt x="5008861" y="2014317"/>
                  </a:lnTo>
                  <a:lnTo>
                    <a:pt x="5009706" y="2014317"/>
                  </a:lnTo>
                  <a:lnTo>
                    <a:pt x="5010551" y="2014317"/>
                  </a:lnTo>
                  <a:lnTo>
                    <a:pt x="5011396" y="2030942"/>
                  </a:lnTo>
                  <a:lnTo>
                    <a:pt x="5012241" y="2047763"/>
                  </a:lnTo>
                  <a:lnTo>
                    <a:pt x="5013086" y="2066234"/>
                  </a:lnTo>
                  <a:lnTo>
                    <a:pt x="5013931" y="2069756"/>
                  </a:lnTo>
                  <a:lnTo>
                    <a:pt x="5014776" y="2069756"/>
                  </a:lnTo>
                  <a:lnTo>
                    <a:pt x="5015621" y="2069756"/>
                  </a:lnTo>
                  <a:lnTo>
                    <a:pt x="5016466" y="2069756"/>
                  </a:lnTo>
                  <a:lnTo>
                    <a:pt x="5017311" y="2069756"/>
                  </a:lnTo>
                  <a:lnTo>
                    <a:pt x="5018157" y="2069756"/>
                  </a:lnTo>
                  <a:lnTo>
                    <a:pt x="5019002" y="2069756"/>
                  </a:lnTo>
                  <a:lnTo>
                    <a:pt x="5019847" y="2069756"/>
                  </a:lnTo>
                  <a:lnTo>
                    <a:pt x="5020692" y="2069756"/>
                  </a:lnTo>
                  <a:lnTo>
                    <a:pt x="5021537" y="2069756"/>
                  </a:lnTo>
                  <a:lnTo>
                    <a:pt x="5022382" y="2069756"/>
                  </a:lnTo>
                  <a:lnTo>
                    <a:pt x="5023227" y="2069756"/>
                  </a:lnTo>
                  <a:lnTo>
                    <a:pt x="5024072" y="2069756"/>
                  </a:lnTo>
                  <a:lnTo>
                    <a:pt x="5024917" y="2069756"/>
                  </a:lnTo>
                  <a:lnTo>
                    <a:pt x="5025762" y="2069756"/>
                  </a:lnTo>
                  <a:lnTo>
                    <a:pt x="5026607" y="2069756"/>
                  </a:lnTo>
                  <a:lnTo>
                    <a:pt x="5027453" y="2069756"/>
                  </a:lnTo>
                  <a:lnTo>
                    <a:pt x="5028298" y="2069756"/>
                  </a:lnTo>
                  <a:lnTo>
                    <a:pt x="5029143" y="2069756"/>
                  </a:lnTo>
                  <a:lnTo>
                    <a:pt x="5029988" y="2069756"/>
                  </a:lnTo>
                  <a:lnTo>
                    <a:pt x="5030833" y="2069756"/>
                  </a:lnTo>
                  <a:lnTo>
                    <a:pt x="5031678" y="2069756"/>
                  </a:lnTo>
                  <a:lnTo>
                    <a:pt x="5032523" y="2069756"/>
                  </a:lnTo>
                  <a:lnTo>
                    <a:pt x="5033368" y="2069756"/>
                  </a:lnTo>
                  <a:lnTo>
                    <a:pt x="5034213" y="2069756"/>
                  </a:lnTo>
                  <a:lnTo>
                    <a:pt x="5035058" y="2069756"/>
                  </a:lnTo>
                  <a:lnTo>
                    <a:pt x="5035903" y="2070134"/>
                  </a:lnTo>
                  <a:lnTo>
                    <a:pt x="5036749" y="2066528"/>
                  </a:lnTo>
                  <a:lnTo>
                    <a:pt x="5037594" y="2053100"/>
                  </a:lnTo>
                  <a:lnTo>
                    <a:pt x="5038439" y="2062082"/>
                  </a:lnTo>
                  <a:lnTo>
                    <a:pt x="5039284" y="2082238"/>
                  </a:lnTo>
                  <a:lnTo>
                    <a:pt x="5040129" y="2083722"/>
                  </a:lnTo>
                  <a:lnTo>
                    <a:pt x="5040974" y="2069945"/>
                  </a:lnTo>
                  <a:lnTo>
                    <a:pt x="5041819" y="1998445"/>
                  </a:lnTo>
                  <a:lnTo>
                    <a:pt x="5042664" y="1917109"/>
                  </a:lnTo>
                  <a:lnTo>
                    <a:pt x="5043509" y="1863135"/>
                  </a:lnTo>
                  <a:lnTo>
                    <a:pt x="5044354" y="1829913"/>
                  </a:lnTo>
                  <a:lnTo>
                    <a:pt x="5045200" y="1809091"/>
                  </a:lnTo>
                  <a:lnTo>
                    <a:pt x="5046045" y="1769304"/>
                  </a:lnTo>
                  <a:lnTo>
                    <a:pt x="5046890" y="1839193"/>
                  </a:lnTo>
                  <a:lnTo>
                    <a:pt x="5047735" y="1957451"/>
                  </a:lnTo>
                  <a:lnTo>
                    <a:pt x="5048580" y="1969891"/>
                  </a:lnTo>
                  <a:lnTo>
                    <a:pt x="5049425" y="1929285"/>
                  </a:lnTo>
                  <a:lnTo>
                    <a:pt x="5050270" y="1892909"/>
                  </a:lnTo>
                  <a:lnTo>
                    <a:pt x="5051115" y="1887963"/>
                  </a:lnTo>
                  <a:lnTo>
                    <a:pt x="5051960" y="1875320"/>
                  </a:lnTo>
                  <a:lnTo>
                    <a:pt x="5052805" y="1851826"/>
                  </a:lnTo>
                  <a:lnTo>
                    <a:pt x="5053650" y="1858986"/>
                  </a:lnTo>
                  <a:lnTo>
                    <a:pt x="5054496" y="1885715"/>
                  </a:lnTo>
                  <a:lnTo>
                    <a:pt x="5055341" y="1941429"/>
                  </a:lnTo>
                  <a:lnTo>
                    <a:pt x="5056186" y="1999563"/>
                  </a:lnTo>
                  <a:lnTo>
                    <a:pt x="5057031" y="2017421"/>
                  </a:lnTo>
                  <a:lnTo>
                    <a:pt x="5057876" y="2017422"/>
                  </a:lnTo>
                  <a:lnTo>
                    <a:pt x="5058721" y="2042815"/>
                  </a:lnTo>
                  <a:lnTo>
                    <a:pt x="5059566" y="2069756"/>
                  </a:lnTo>
                  <a:lnTo>
                    <a:pt x="5060411" y="2069756"/>
                  </a:lnTo>
                  <a:lnTo>
                    <a:pt x="5061256" y="2069756"/>
                  </a:lnTo>
                  <a:lnTo>
                    <a:pt x="5062101" y="2069756"/>
                  </a:lnTo>
                  <a:lnTo>
                    <a:pt x="5062946" y="2069756"/>
                  </a:lnTo>
                  <a:lnTo>
                    <a:pt x="5063792" y="2069756"/>
                  </a:lnTo>
                  <a:lnTo>
                    <a:pt x="5064637" y="2069756"/>
                  </a:lnTo>
                  <a:lnTo>
                    <a:pt x="5065482" y="2069756"/>
                  </a:lnTo>
                  <a:lnTo>
                    <a:pt x="5066327" y="2069756"/>
                  </a:lnTo>
                  <a:lnTo>
                    <a:pt x="5067172" y="2073182"/>
                  </a:lnTo>
                  <a:lnTo>
                    <a:pt x="5068017" y="2093674"/>
                  </a:lnTo>
                  <a:lnTo>
                    <a:pt x="5068862" y="2103139"/>
                  </a:lnTo>
                  <a:lnTo>
                    <a:pt x="5069707" y="2103139"/>
                  </a:lnTo>
                  <a:lnTo>
                    <a:pt x="5070552" y="2103140"/>
                  </a:lnTo>
                  <a:lnTo>
                    <a:pt x="5071397" y="2086839"/>
                  </a:lnTo>
                  <a:lnTo>
                    <a:pt x="5072242" y="2028393"/>
                  </a:lnTo>
                  <a:lnTo>
                    <a:pt x="5073088" y="1972917"/>
                  </a:lnTo>
                  <a:lnTo>
                    <a:pt x="5073933" y="1903223"/>
                  </a:lnTo>
                  <a:lnTo>
                    <a:pt x="5074778" y="1841862"/>
                  </a:lnTo>
                  <a:lnTo>
                    <a:pt x="5075623" y="1834373"/>
                  </a:lnTo>
                  <a:lnTo>
                    <a:pt x="5076468" y="1850676"/>
                  </a:lnTo>
                  <a:lnTo>
                    <a:pt x="5077313" y="1899013"/>
                  </a:lnTo>
                  <a:lnTo>
                    <a:pt x="5078158" y="1909505"/>
                  </a:lnTo>
                  <a:lnTo>
                    <a:pt x="5079003" y="1942092"/>
                  </a:lnTo>
                  <a:lnTo>
                    <a:pt x="5079848" y="1973807"/>
                  </a:lnTo>
                  <a:lnTo>
                    <a:pt x="5080693" y="1925198"/>
                  </a:lnTo>
                  <a:lnTo>
                    <a:pt x="5081538" y="1838008"/>
                  </a:lnTo>
                  <a:lnTo>
                    <a:pt x="5082384" y="1781635"/>
                  </a:lnTo>
                  <a:lnTo>
                    <a:pt x="5083229" y="1782525"/>
                  </a:lnTo>
                  <a:lnTo>
                    <a:pt x="5084074" y="1806175"/>
                  </a:lnTo>
                  <a:lnTo>
                    <a:pt x="5084919" y="1826845"/>
                  </a:lnTo>
                  <a:lnTo>
                    <a:pt x="5085764" y="1830615"/>
                  </a:lnTo>
                  <a:lnTo>
                    <a:pt x="5086609" y="1870271"/>
                  </a:lnTo>
                  <a:lnTo>
                    <a:pt x="5087454" y="1919427"/>
                  </a:lnTo>
                  <a:lnTo>
                    <a:pt x="5088299" y="1944326"/>
                  </a:lnTo>
                  <a:lnTo>
                    <a:pt x="5089144" y="1948317"/>
                  </a:lnTo>
                  <a:lnTo>
                    <a:pt x="5089989" y="1957294"/>
                  </a:lnTo>
                  <a:lnTo>
                    <a:pt x="5090834" y="2023573"/>
                  </a:lnTo>
                  <a:lnTo>
                    <a:pt x="5091680" y="2103286"/>
                  </a:lnTo>
                  <a:lnTo>
                    <a:pt x="5091680" y="2103286"/>
                  </a:lnTo>
                  <a:lnTo>
                    <a:pt x="5092525" y="2103286"/>
                  </a:lnTo>
                  <a:lnTo>
                    <a:pt x="5093370" y="2103286"/>
                  </a:lnTo>
                  <a:lnTo>
                    <a:pt x="5094215" y="2103286"/>
                  </a:lnTo>
                  <a:lnTo>
                    <a:pt x="5095060" y="2103286"/>
                  </a:lnTo>
                  <a:lnTo>
                    <a:pt x="5095905" y="2103286"/>
                  </a:lnTo>
                  <a:lnTo>
                    <a:pt x="5096750" y="2103286"/>
                  </a:lnTo>
                  <a:lnTo>
                    <a:pt x="5097595" y="2062097"/>
                  </a:lnTo>
                  <a:lnTo>
                    <a:pt x="5098440" y="2049515"/>
                  </a:lnTo>
                  <a:lnTo>
                    <a:pt x="5099285" y="2044148"/>
                  </a:lnTo>
                  <a:lnTo>
                    <a:pt x="5100130" y="2023656"/>
                  </a:lnTo>
                  <a:lnTo>
                    <a:pt x="5100976" y="2016132"/>
                  </a:lnTo>
                  <a:lnTo>
                    <a:pt x="5101821" y="2008281"/>
                  </a:lnTo>
                  <a:lnTo>
                    <a:pt x="5102666" y="2012508"/>
                  </a:lnTo>
                  <a:lnTo>
                    <a:pt x="5103511" y="2002402"/>
                  </a:lnTo>
                  <a:lnTo>
                    <a:pt x="5104356" y="2018016"/>
                  </a:lnTo>
                  <a:lnTo>
                    <a:pt x="5105201" y="2035678"/>
                  </a:lnTo>
                  <a:lnTo>
                    <a:pt x="5106046" y="2035677"/>
                  </a:lnTo>
                  <a:lnTo>
                    <a:pt x="5106891" y="2053815"/>
                  </a:lnTo>
                  <a:lnTo>
                    <a:pt x="5107736" y="2080344"/>
                  </a:lnTo>
                  <a:lnTo>
                    <a:pt x="5108581" y="2103033"/>
                  </a:lnTo>
                  <a:lnTo>
                    <a:pt x="5109427" y="2087419"/>
                  </a:lnTo>
                  <a:lnTo>
                    <a:pt x="5110272" y="2069756"/>
                  </a:lnTo>
                  <a:lnTo>
                    <a:pt x="5111117" y="2058672"/>
                  </a:lnTo>
                  <a:lnTo>
                    <a:pt x="5111962" y="2029229"/>
                  </a:lnTo>
                  <a:lnTo>
                    <a:pt x="5112807" y="2001795"/>
                  </a:lnTo>
                  <a:lnTo>
                    <a:pt x="5113652" y="1898914"/>
                  </a:lnTo>
                  <a:lnTo>
                    <a:pt x="5114497" y="1792395"/>
                  </a:lnTo>
                  <a:lnTo>
                    <a:pt x="5115342" y="1753733"/>
                  </a:lnTo>
                  <a:lnTo>
                    <a:pt x="5116187" y="1756015"/>
                  </a:lnTo>
                  <a:lnTo>
                    <a:pt x="5117032" y="1759185"/>
                  </a:lnTo>
                  <a:lnTo>
                    <a:pt x="5117877" y="1760515"/>
                  </a:lnTo>
                  <a:lnTo>
                    <a:pt x="5118723" y="1863396"/>
                  </a:lnTo>
                  <a:lnTo>
                    <a:pt x="5119568" y="1969915"/>
                  </a:lnTo>
                  <a:lnTo>
                    <a:pt x="5120413" y="2007710"/>
                  </a:lnTo>
                  <a:lnTo>
                    <a:pt x="5121258" y="1941090"/>
                  </a:lnTo>
                  <a:lnTo>
                    <a:pt x="5122103" y="1865865"/>
                  </a:lnTo>
                  <a:lnTo>
                    <a:pt x="5122948" y="1868152"/>
                  </a:lnTo>
                  <a:lnTo>
                    <a:pt x="5123793" y="1868153"/>
                  </a:lnTo>
                  <a:lnTo>
                    <a:pt x="5124638" y="1857155"/>
                  </a:lnTo>
                  <a:lnTo>
                    <a:pt x="5125483" y="1827360"/>
                  </a:lnTo>
                  <a:lnTo>
                    <a:pt x="5126328" y="1905238"/>
                  </a:lnTo>
                  <a:lnTo>
                    <a:pt x="5127173" y="2041591"/>
                  </a:lnTo>
                  <a:lnTo>
                    <a:pt x="5128019" y="2103286"/>
                  </a:lnTo>
                  <a:lnTo>
                    <a:pt x="5128019" y="2103286"/>
                  </a:lnTo>
                  <a:lnTo>
                    <a:pt x="5128864" y="2103286"/>
                  </a:lnTo>
                  <a:lnTo>
                    <a:pt x="5129709" y="2103286"/>
                  </a:lnTo>
                  <a:lnTo>
                    <a:pt x="5130554" y="2103286"/>
                  </a:lnTo>
                  <a:lnTo>
                    <a:pt x="5131399" y="2103286"/>
                  </a:lnTo>
                  <a:lnTo>
                    <a:pt x="5132244" y="2101509"/>
                  </a:lnTo>
                  <a:lnTo>
                    <a:pt x="5133089" y="1994335"/>
                  </a:lnTo>
                  <a:lnTo>
                    <a:pt x="5133934" y="1905382"/>
                  </a:lnTo>
                  <a:lnTo>
                    <a:pt x="5134779" y="1898843"/>
                  </a:lnTo>
                  <a:lnTo>
                    <a:pt x="5135624" y="1927763"/>
                  </a:lnTo>
                  <a:lnTo>
                    <a:pt x="5136469" y="1971233"/>
                  </a:lnTo>
                  <a:lnTo>
                    <a:pt x="5137315" y="2003448"/>
                  </a:lnTo>
                  <a:lnTo>
                    <a:pt x="5138160" y="2053308"/>
                  </a:lnTo>
                  <a:lnTo>
                    <a:pt x="5139005" y="2101379"/>
                  </a:lnTo>
                  <a:lnTo>
                    <a:pt x="5139850" y="2103140"/>
                  </a:lnTo>
                  <a:lnTo>
                    <a:pt x="5140695" y="2091625"/>
                  </a:lnTo>
                  <a:lnTo>
                    <a:pt x="5141540" y="2071469"/>
                  </a:lnTo>
                  <a:lnTo>
                    <a:pt x="5142385" y="2069756"/>
                  </a:lnTo>
                  <a:lnTo>
                    <a:pt x="5143230" y="2069756"/>
                  </a:lnTo>
                  <a:lnTo>
                    <a:pt x="5144075" y="2069756"/>
                  </a:lnTo>
                  <a:lnTo>
                    <a:pt x="5144920" y="2073015"/>
                  </a:lnTo>
                  <a:lnTo>
                    <a:pt x="5145765" y="2093507"/>
                  </a:lnTo>
                  <a:lnTo>
                    <a:pt x="5146611" y="2103244"/>
                  </a:lnTo>
                  <a:lnTo>
                    <a:pt x="5147456" y="2103244"/>
                  </a:lnTo>
                  <a:lnTo>
                    <a:pt x="5148301" y="2103245"/>
                  </a:lnTo>
                  <a:lnTo>
                    <a:pt x="5149146" y="2103246"/>
                  </a:lnTo>
                  <a:lnTo>
                    <a:pt x="5149991" y="2099987"/>
                  </a:lnTo>
                  <a:lnTo>
                    <a:pt x="5150836" y="2079494"/>
                  </a:lnTo>
                  <a:lnTo>
                    <a:pt x="5151681" y="2069756"/>
                  </a:lnTo>
                  <a:lnTo>
                    <a:pt x="5152526" y="2069756"/>
                  </a:lnTo>
                  <a:lnTo>
                    <a:pt x="5153371" y="2069756"/>
                  </a:lnTo>
                  <a:lnTo>
                    <a:pt x="5154216" y="2069756"/>
                  </a:lnTo>
                  <a:lnTo>
                    <a:pt x="5155061" y="2059108"/>
                  </a:lnTo>
                  <a:lnTo>
                    <a:pt x="5155907" y="2029017"/>
                  </a:lnTo>
                  <a:lnTo>
                    <a:pt x="5156752" y="2016086"/>
                  </a:lnTo>
                  <a:lnTo>
                    <a:pt x="5157597" y="2016087"/>
                  </a:lnTo>
                  <a:lnTo>
                    <a:pt x="5158442" y="2007199"/>
                  </a:lnTo>
                  <a:lnTo>
                    <a:pt x="5159287" y="1982243"/>
                  </a:lnTo>
                  <a:lnTo>
                    <a:pt x="5160132" y="1974080"/>
                  </a:lnTo>
                  <a:lnTo>
                    <a:pt x="5160977" y="2002411"/>
                  </a:lnTo>
                  <a:lnTo>
                    <a:pt x="5161822" y="2015342"/>
                  </a:lnTo>
                  <a:lnTo>
                    <a:pt x="5162667" y="2015342"/>
                  </a:lnTo>
                  <a:lnTo>
                    <a:pt x="5163512" y="2025943"/>
                  </a:lnTo>
                  <a:lnTo>
                    <a:pt x="5164357" y="2071055"/>
                  </a:lnTo>
                  <a:lnTo>
                    <a:pt x="5165203" y="2101486"/>
                  </a:lnTo>
                  <a:lnTo>
                    <a:pt x="5166048" y="2103246"/>
                  </a:lnTo>
                  <a:lnTo>
                    <a:pt x="5166893" y="2103248"/>
                  </a:lnTo>
                  <a:lnTo>
                    <a:pt x="5167738" y="2103249"/>
                  </a:lnTo>
                  <a:lnTo>
                    <a:pt x="5168583" y="2101536"/>
                  </a:lnTo>
                  <a:lnTo>
                    <a:pt x="5169428" y="2070158"/>
                  </a:lnTo>
                  <a:lnTo>
                    <a:pt x="5170273" y="1982270"/>
                  </a:lnTo>
                  <a:lnTo>
                    <a:pt x="5171118" y="1936696"/>
                  </a:lnTo>
                  <a:lnTo>
                    <a:pt x="5171963" y="1936696"/>
                  </a:lnTo>
                  <a:lnTo>
                    <a:pt x="5172808" y="1936696"/>
                  </a:lnTo>
                  <a:lnTo>
                    <a:pt x="5173654" y="1936697"/>
                  </a:lnTo>
                  <a:lnTo>
                    <a:pt x="5174499" y="1947918"/>
                  </a:lnTo>
                  <a:lnTo>
                    <a:pt x="5175344" y="2024182"/>
                  </a:lnTo>
                  <a:lnTo>
                    <a:pt x="5176189" y="2069756"/>
                  </a:lnTo>
                  <a:lnTo>
                    <a:pt x="5177034" y="2069756"/>
                  </a:lnTo>
                  <a:lnTo>
                    <a:pt x="5177879" y="2069756"/>
                  </a:lnTo>
                  <a:lnTo>
                    <a:pt x="5178724" y="2069756"/>
                  </a:lnTo>
                  <a:lnTo>
                    <a:pt x="5179569" y="2069756"/>
                  </a:lnTo>
                  <a:lnTo>
                    <a:pt x="5180414" y="2040571"/>
                  </a:lnTo>
                  <a:lnTo>
                    <a:pt x="5181259" y="2017243"/>
                  </a:lnTo>
                  <a:lnTo>
                    <a:pt x="5182104" y="2003740"/>
                  </a:lnTo>
                  <a:lnTo>
                    <a:pt x="5182950" y="1955373"/>
                  </a:lnTo>
                  <a:lnTo>
                    <a:pt x="5183795" y="1920886"/>
                  </a:lnTo>
                  <a:lnTo>
                    <a:pt x="5184640" y="1922400"/>
                  </a:lnTo>
                  <a:lnTo>
                    <a:pt x="5185485" y="1938342"/>
                  </a:lnTo>
                  <a:lnTo>
                    <a:pt x="5186330" y="1932409"/>
                  </a:lnTo>
                  <a:lnTo>
                    <a:pt x="5187175" y="1952667"/>
                  </a:lnTo>
                  <a:lnTo>
                    <a:pt x="5188020" y="2001036"/>
                  </a:lnTo>
                  <a:lnTo>
                    <a:pt x="5188865" y="2035522"/>
                  </a:lnTo>
                  <a:lnTo>
                    <a:pt x="5189710" y="2034008"/>
                  </a:lnTo>
                  <a:lnTo>
                    <a:pt x="5190555" y="2047250"/>
                  </a:lnTo>
                  <a:lnTo>
                    <a:pt x="5191400" y="2076511"/>
                  </a:lnTo>
                  <a:lnTo>
                    <a:pt x="5192246" y="2069756"/>
                  </a:lnTo>
                  <a:lnTo>
                    <a:pt x="5193091" y="2069756"/>
                  </a:lnTo>
                  <a:lnTo>
                    <a:pt x="5193936" y="2058573"/>
                  </a:lnTo>
                  <a:lnTo>
                    <a:pt x="5194781" y="2010891"/>
                  </a:lnTo>
                  <a:lnTo>
                    <a:pt x="5195626" y="1956379"/>
                  </a:lnTo>
                  <a:lnTo>
                    <a:pt x="5196471" y="1932705"/>
                  </a:lnTo>
                  <a:lnTo>
                    <a:pt x="5197316" y="1882907"/>
                  </a:lnTo>
                  <a:lnTo>
                    <a:pt x="5198161" y="1814839"/>
                  </a:lnTo>
                  <a:lnTo>
                    <a:pt x="5199006" y="1812450"/>
                  </a:lnTo>
                  <a:lnTo>
                    <a:pt x="5199851" y="1860134"/>
                  </a:lnTo>
                  <a:lnTo>
                    <a:pt x="5200696" y="1914645"/>
                  </a:lnTo>
                  <a:lnTo>
                    <a:pt x="5201542" y="1938319"/>
                  </a:lnTo>
                  <a:lnTo>
                    <a:pt x="5202387" y="1988118"/>
                  </a:lnTo>
                  <a:lnTo>
                    <a:pt x="5203232" y="2056185"/>
                  </a:lnTo>
                  <a:lnTo>
                    <a:pt x="5204077" y="2064387"/>
                  </a:lnTo>
                  <a:lnTo>
                    <a:pt x="5204922" y="2041030"/>
                  </a:lnTo>
                  <a:lnTo>
                    <a:pt x="5205767" y="2019188"/>
                  </a:lnTo>
                  <a:lnTo>
                    <a:pt x="5206612" y="2015581"/>
                  </a:lnTo>
                  <a:lnTo>
                    <a:pt x="5207457" y="2015581"/>
                  </a:lnTo>
                  <a:lnTo>
                    <a:pt x="5208302" y="2015582"/>
                  </a:lnTo>
                  <a:lnTo>
                    <a:pt x="5209147" y="2008456"/>
                  </a:lnTo>
                  <a:lnTo>
                    <a:pt x="5209992" y="2015404"/>
                  </a:lnTo>
                  <a:lnTo>
                    <a:pt x="5210838" y="2018773"/>
                  </a:lnTo>
                  <a:lnTo>
                    <a:pt x="5211683" y="2014220"/>
                  </a:lnTo>
                  <a:lnTo>
                    <a:pt x="5212528" y="2014221"/>
                  </a:lnTo>
                  <a:lnTo>
                    <a:pt x="5213373" y="2014221"/>
                  </a:lnTo>
                  <a:lnTo>
                    <a:pt x="5214218" y="1994071"/>
                  </a:lnTo>
                  <a:lnTo>
                    <a:pt x="5215063" y="1991100"/>
                  </a:lnTo>
                  <a:lnTo>
                    <a:pt x="5215908" y="2009571"/>
                  </a:lnTo>
                  <a:lnTo>
                    <a:pt x="5216753" y="2017733"/>
                  </a:lnTo>
                  <a:lnTo>
                    <a:pt x="5217598" y="2017733"/>
                  </a:lnTo>
                  <a:lnTo>
                    <a:pt x="5218443" y="2013701"/>
                  </a:lnTo>
                  <a:lnTo>
                    <a:pt x="5219288" y="1994525"/>
                  </a:lnTo>
                  <a:lnTo>
                    <a:pt x="5220134" y="1975407"/>
                  </a:lnTo>
                  <a:lnTo>
                    <a:pt x="5220979" y="1972694"/>
                  </a:lnTo>
                  <a:lnTo>
                    <a:pt x="5221824" y="1972695"/>
                  </a:lnTo>
                  <a:lnTo>
                    <a:pt x="5222669" y="1972695"/>
                  </a:lnTo>
                  <a:lnTo>
                    <a:pt x="5223514" y="1963882"/>
                  </a:lnTo>
                  <a:lnTo>
                    <a:pt x="5224359" y="1971025"/>
                  </a:lnTo>
                  <a:lnTo>
                    <a:pt x="5225204" y="1976604"/>
                  </a:lnTo>
                  <a:lnTo>
                    <a:pt x="5226049" y="1982224"/>
                  </a:lnTo>
                  <a:lnTo>
                    <a:pt x="5226894" y="1980446"/>
                  </a:lnTo>
                  <a:lnTo>
                    <a:pt x="5227739" y="1980447"/>
                  </a:lnTo>
                  <a:lnTo>
                    <a:pt x="5228584" y="1993292"/>
                  </a:lnTo>
                  <a:lnTo>
                    <a:pt x="5229430" y="2037969"/>
                  </a:lnTo>
                  <a:lnTo>
                    <a:pt x="5230275" y="2037962"/>
                  </a:lnTo>
                  <a:lnTo>
                    <a:pt x="5231120" y="1984123"/>
                  </a:lnTo>
                  <a:lnTo>
                    <a:pt x="5231965" y="1968480"/>
                  </a:lnTo>
                  <a:lnTo>
                    <a:pt x="5232810" y="1908733"/>
                  </a:lnTo>
                  <a:lnTo>
                    <a:pt x="5233655" y="1846765"/>
                  </a:lnTo>
                  <a:lnTo>
                    <a:pt x="5234500" y="1833992"/>
                  </a:lnTo>
                  <a:lnTo>
                    <a:pt x="5235345" y="1866915"/>
                  </a:lnTo>
                  <a:lnTo>
                    <a:pt x="5236190" y="1917848"/>
                  </a:lnTo>
                  <a:lnTo>
                    <a:pt x="5237035" y="1935269"/>
                  </a:lnTo>
                  <a:lnTo>
                    <a:pt x="5237881" y="1995015"/>
                  </a:lnTo>
                  <a:lnTo>
                    <a:pt x="5238726" y="2062014"/>
                  </a:lnTo>
                  <a:lnTo>
                    <a:pt x="5239571" y="2093870"/>
                  </a:lnTo>
                  <a:lnTo>
                    <a:pt x="5240416" y="2103286"/>
                  </a:lnTo>
                  <a:lnTo>
                    <a:pt x="5240416" y="2103286"/>
                  </a:lnTo>
                  <a:lnTo>
                    <a:pt x="5241261" y="2098849"/>
                  </a:lnTo>
                  <a:lnTo>
                    <a:pt x="5242106" y="2031032"/>
                  </a:lnTo>
                  <a:lnTo>
                    <a:pt x="5242951" y="1978411"/>
                  </a:lnTo>
                  <a:lnTo>
                    <a:pt x="5243796" y="1979032"/>
                  </a:lnTo>
                  <a:lnTo>
                    <a:pt x="5244641" y="1980441"/>
                  </a:lnTo>
                  <a:lnTo>
                    <a:pt x="5245486" y="1966003"/>
                  </a:lnTo>
                  <a:lnTo>
                    <a:pt x="5246331" y="1990280"/>
                  </a:lnTo>
                  <a:lnTo>
                    <a:pt x="5247177" y="2078255"/>
                  </a:lnTo>
                  <a:lnTo>
                    <a:pt x="5248022" y="2103286"/>
                  </a:lnTo>
                  <a:lnTo>
                    <a:pt x="5248022" y="2103286"/>
                  </a:lnTo>
                  <a:lnTo>
                    <a:pt x="5248867" y="2103286"/>
                  </a:lnTo>
                  <a:lnTo>
                    <a:pt x="5249712" y="2103286"/>
                  </a:lnTo>
                  <a:lnTo>
                    <a:pt x="5250557" y="2092911"/>
                  </a:lnTo>
                  <a:lnTo>
                    <a:pt x="5251402" y="2070106"/>
                  </a:lnTo>
                  <a:lnTo>
                    <a:pt x="5252247" y="2049950"/>
                  </a:lnTo>
                  <a:lnTo>
                    <a:pt x="5253092" y="2019753"/>
                  </a:lnTo>
                  <a:lnTo>
                    <a:pt x="5253937" y="1997412"/>
                  </a:lnTo>
                  <a:lnTo>
                    <a:pt x="5254782" y="2008888"/>
                  </a:lnTo>
                  <a:lnTo>
                    <a:pt x="5255627" y="2039781"/>
                  </a:lnTo>
                  <a:lnTo>
                    <a:pt x="5256473" y="2044099"/>
                  </a:lnTo>
                  <a:lnTo>
                    <a:pt x="5257318" y="2014964"/>
                  </a:lnTo>
                  <a:lnTo>
                    <a:pt x="5258163" y="2003967"/>
                  </a:lnTo>
                  <a:lnTo>
                    <a:pt x="5259008" y="1999105"/>
                  </a:lnTo>
                  <a:lnTo>
                    <a:pt x="5259853" y="1983765"/>
                  </a:lnTo>
                  <a:lnTo>
                    <a:pt x="5260698" y="1951032"/>
                  </a:lnTo>
                  <a:lnTo>
                    <a:pt x="5261543" y="1953151"/>
                  </a:lnTo>
                  <a:lnTo>
                    <a:pt x="5262388" y="1982286"/>
                  </a:lnTo>
                  <a:lnTo>
                    <a:pt x="5263233" y="2003114"/>
                  </a:lnTo>
                  <a:lnTo>
                    <a:pt x="5264078" y="2016937"/>
                  </a:lnTo>
                  <a:lnTo>
                    <a:pt x="5264923" y="2038026"/>
                  </a:lnTo>
                  <a:lnTo>
                    <a:pt x="5265769" y="2091250"/>
                  </a:lnTo>
                  <a:lnTo>
                    <a:pt x="5266614" y="2090421"/>
                  </a:lnTo>
                  <a:lnTo>
                    <a:pt x="5267459" y="2072655"/>
                  </a:lnTo>
                  <a:lnTo>
                    <a:pt x="5268304" y="2054185"/>
                  </a:lnTo>
                  <a:lnTo>
                    <a:pt x="5269149" y="2047871"/>
                  </a:lnTo>
                  <a:lnTo>
                    <a:pt x="5269994" y="2042124"/>
                  </a:lnTo>
                  <a:lnTo>
                    <a:pt x="5270839" y="2021632"/>
                  </a:lnTo>
                  <a:lnTo>
                    <a:pt x="5271684" y="2027205"/>
                  </a:lnTo>
                  <a:lnTo>
                    <a:pt x="5272529" y="2044970"/>
                  </a:lnTo>
                  <a:lnTo>
                    <a:pt x="5273374" y="2063441"/>
                  </a:lnTo>
                  <a:lnTo>
                    <a:pt x="5274219" y="2069756"/>
                  </a:lnTo>
                  <a:lnTo>
                    <a:pt x="5275065" y="2043912"/>
                  </a:lnTo>
                  <a:lnTo>
                    <a:pt x="5275910" y="2016100"/>
                  </a:lnTo>
                  <a:lnTo>
                    <a:pt x="5276755" y="1976810"/>
                  </a:lnTo>
                  <a:lnTo>
                    <a:pt x="5277600" y="1928933"/>
                  </a:lnTo>
                  <a:lnTo>
                    <a:pt x="5278445" y="1906248"/>
                  </a:lnTo>
                  <a:lnTo>
                    <a:pt x="5279290" y="1872236"/>
                  </a:lnTo>
                  <a:lnTo>
                    <a:pt x="5280135" y="1891306"/>
                  </a:lnTo>
                  <a:lnTo>
                    <a:pt x="5280980" y="1910587"/>
                  </a:lnTo>
                  <a:lnTo>
                    <a:pt x="5281825" y="1909003"/>
                  </a:lnTo>
                  <a:lnTo>
                    <a:pt x="5282670" y="1914242"/>
                  </a:lnTo>
                  <a:lnTo>
                    <a:pt x="5283515" y="1928669"/>
                  </a:lnTo>
                  <a:lnTo>
                    <a:pt x="5284361" y="1962683"/>
                  </a:lnTo>
                  <a:lnTo>
                    <a:pt x="5285206" y="1969458"/>
                  </a:lnTo>
                  <a:lnTo>
                    <a:pt x="5286051" y="1934383"/>
                  </a:lnTo>
                  <a:lnTo>
                    <a:pt x="5286896" y="1920841"/>
                  </a:lnTo>
                  <a:lnTo>
                    <a:pt x="5287741" y="1943764"/>
                  </a:lnTo>
                  <a:lnTo>
                    <a:pt x="5288586" y="1913867"/>
                  </a:lnTo>
                  <a:lnTo>
                    <a:pt x="5289431" y="1854076"/>
                  </a:lnTo>
                  <a:lnTo>
                    <a:pt x="5290276" y="1807206"/>
                  </a:lnTo>
                  <a:lnTo>
                    <a:pt x="5291121" y="1819015"/>
                  </a:lnTo>
                  <a:lnTo>
                    <a:pt x="5291966" y="1863144"/>
                  </a:lnTo>
                  <a:lnTo>
                    <a:pt x="5292812" y="1882859"/>
                  </a:lnTo>
                  <a:lnTo>
                    <a:pt x="5293657" y="1921011"/>
                  </a:lnTo>
                  <a:lnTo>
                    <a:pt x="5294502" y="1980801"/>
                  </a:lnTo>
                  <a:lnTo>
                    <a:pt x="5295347" y="2027673"/>
                  </a:lnTo>
                  <a:lnTo>
                    <a:pt x="5296192" y="2060109"/>
                  </a:lnTo>
                  <a:lnTo>
                    <a:pt x="5297037" y="2075376"/>
                  </a:lnTo>
                  <a:lnTo>
                    <a:pt x="5297882" y="2084006"/>
                  </a:lnTo>
                  <a:lnTo>
                    <a:pt x="5298727" y="2090750"/>
                  </a:lnTo>
                  <a:lnTo>
                    <a:pt x="5299572" y="2090751"/>
                  </a:lnTo>
                  <a:lnTo>
                    <a:pt x="5300417" y="2090751"/>
                  </a:lnTo>
                  <a:lnTo>
                    <a:pt x="5301262" y="2090112"/>
                  </a:lnTo>
                  <a:lnTo>
                    <a:pt x="5302108" y="2066398"/>
                  </a:lnTo>
                  <a:lnTo>
                    <a:pt x="5302953" y="2025723"/>
                  </a:lnTo>
                  <a:lnTo>
                    <a:pt x="5303798" y="2004030"/>
                  </a:lnTo>
                  <a:lnTo>
                    <a:pt x="5304643" y="1992319"/>
                  </a:lnTo>
                  <a:lnTo>
                    <a:pt x="5305488" y="1957849"/>
                  </a:lnTo>
                  <a:lnTo>
                    <a:pt x="5306333" y="1951823"/>
                  </a:lnTo>
                  <a:lnTo>
                    <a:pt x="5307178" y="1970556"/>
                  </a:lnTo>
                  <a:lnTo>
                    <a:pt x="5308023" y="2002600"/>
                  </a:lnTo>
                  <a:lnTo>
                    <a:pt x="5308868" y="2017547"/>
                  </a:lnTo>
                  <a:lnTo>
                    <a:pt x="5309713" y="2029258"/>
                  </a:lnTo>
                  <a:lnTo>
                    <a:pt x="5310558" y="2063729"/>
                  </a:lnTo>
                  <a:lnTo>
                    <a:pt x="5311404" y="2069756"/>
                  </a:lnTo>
                  <a:lnTo>
                    <a:pt x="5312249" y="2069756"/>
                  </a:lnTo>
                  <a:lnTo>
                    <a:pt x="5313094" y="2069756"/>
                  </a:lnTo>
                  <a:lnTo>
                    <a:pt x="5313939" y="2069756"/>
                  </a:lnTo>
                  <a:lnTo>
                    <a:pt x="5314784" y="2069756"/>
                  </a:lnTo>
                  <a:lnTo>
                    <a:pt x="5315629" y="2069756"/>
                  </a:lnTo>
                  <a:lnTo>
                    <a:pt x="5316474" y="2069756"/>
                  </a:lnTo>
                  <a:lnTo>
                    <a:pt x="5317319" y="2069756"/>
                  </a:lnTo>
                  <a:lnTo>
                    <a:pt x="5318164" y="2069756"/>
                  </a:lnTo>
                  <a:lnTo>
                    <a:pt x="5319009" y="2069756"/>
                  </a:lnTo>
                  <a:lnTo>
                    <a:pt x="5319854" y="2089072"/>
                  </a:lnTo>
                  <a:lnTo>
                    <a:pt x="5320700" y="2103286"/>
                  </a:lnTo>
                  <a:lnTo>
                    <a:pt x="5320700" y="2103286"/>
                  </a:lnTo>
                  <a:lnTo>
                    <a:pt x="5321545" y="2103286"/>
                  </a:lnTo>
                  <a:lnTo>
                    <a:pt x="5322390" y="2078838"/>
                  </a:lnTo>
                  <a:lnTo>
                    <a:pt x="5323235" y="2030728"/>
                  </a:lnTo>
                  <a:lnTo>
                    <a:pt x="5324080" y="2004462"/>
                  </a:lnTo>
                  <a:lnTo>
                    <a:pt x="5324925" y="1973383"/>
                  </a:lnTo>
                  <a:lnTo>
                    <a:pt x="5325770" y="1932563"/>
                  </a:lnTo>
                  <a:lnTo>
                    <a:pt x="5326615" y="1914979"/>
                  </a:lnTo>
                  <a:lnTo>
                    <a:pt x="5327460" y="1940872"/>
                  </a:lnTo>
                  <a:lnTo>
                    <a:pt x="5328305" y="1988984"/>
                  </a:lnTo>
                  <a:lnTo>
                    <a:pt x="5329150" y="2026705"/>
                  </a:lnTo>
                  <a:lnTo>
                    <a:pt x="5329996" y="2033448"/>
                  </a:lnTo>
                  <a:lnTo>
                    <a:pt x="5330841" y="2024904"/>
                  </a:lnTo>
                  <a:lnTo>
                    <a:pt x="5331686" y="2017544"/>
                  </a:lnTo>
                  <a:lnTo>
                    <a:pt x="5332531" y="1957786"/>
                  </a:lnTo>
                  <a:lnTo>
                    <a:pt x="5333376" y="1912416"/>
                  </a:lnTo>
                  <a:lnTo>
                    <a:pt x="5334221" y="1890912"/>
                  </a:lnTo>
                  <a:lnTo>
                    <a:pt x="5335066" y="1895932"/>
                  </a:lnTo>
                  <a:lnTo>
                    <a:pt x="5335911" y="1929636"/>
                  </a:lnTo>
                  <a:lnTo>
                    <a:pt x="5336756" y="1954579"/>
                  </a:lnTo>
                  <a:lnTo>
                    <a:pt x="5337601" y="2014338"/>
                  </a:lnTo>
                  <a:lnTo>
                    <a:pt x="5338446" y="2045145"/>
                  </a:lnTo>
                  <a:lnTo>
                    <a:pt x="5339292" y="2020850"/>
                  </a:lnTo>
                  <a:lnTo>
                    <a:pt x="5340137" y="2023331"/>
                  </a:lnTo>
                  <a:lnTo>
                    <a:pt x="5340982" y="2024104"/>
                  </a:lnTo>
                  <a:lnTo>
                    <a:pt x="5341827" y="1980660"/>
                  </a:lnTo>
                  <a:lnTo>
                    <a:pt x="5342672" y="1947379"/>
                  </a:lnTo>
                  <a:lnTo>
                    <a:pt x="5343517" y="1892949"/>
                  </a:lnTo>
                  <a:lnTo>
                    <a:pt x="5344362" y="1880905"/>
                  </a:lnTo>
                  <a:lnTo>
                    <a:pt x="5345207" y="1851368"/>
                  </a:lnTo>
                  <a:lnTo>
                    <a:pt x="5346052" y="1844375"/>
                  </a:lnTo>
                  <a:lnTo>
                    <a:pt x="5346897" y="1887821"/>
                  </a:lnTo>
                  <a:lnTo>
                    <a:pt x="5347742" y="1921102"/>
                  </a:lnTo>
                  <a:lnTo>
                    <a:pt x="5348588" y="1990092"/>
                  </a:lnTo>
                  <a:lnTo>
                    <a:pt x="5349433" y="2036480"/>
                  </a:lnTo>
                  <a:lnTo>
                    <a:pt x="5350278" y="2063535"/>
                  </a:lnTo>
                  <a:lnTo>
                    <a:pt x="5351123" y="2069756"/>
                  </a:lnTo>
                  <a:lnTo>
                    <a:pt x="5351968" y="2069756"/>
                  </a:lnTo>
                  <a:lnTo>
                    <a:pt x="5352813" y="2069756"/>
                  </a:lnTo>
                  <a:lnTo>
                    <a:pt x="5353658" y="2069756"/>
                  </a:lnTo>
                  <a:lnTo>
                    <a:pt x="5354503" y="2069756"/>
                  </a:lnTo>
                  <a:lnTo>
                    <a:pt x="5355348" y="2069756"/>
                  </a:lnTo>
                  <a:lnTo>
                    <a:pt x="5356193" y="2069756"/>
                  </a:lnTo>
                  <a:lnTo>
                    <a:pt x="5357039" y="2069756"/>
                  </a:lnTo>
                  <a:lnTo>
                    <a:pt x="5357884" y="2069756"/>
                  </a:lnTo>
                  <a:lnTo>
                    <a:pt x="5358729" y="2073801"/>
                  </a:lnTo>
                  <a:lnTo>
                    <a:pt x="5359574" y="2068149"/>
                  </a:lnTo>
                  <a:lnTo>
                    <a:pt x="5360419" y="2057533"/>
                  </a:lnTo>
                  <a:lnTo>
                    <a:pt x="5361264" y="2026488"/>
                  </a:lnTo>
                  <a:lnTo>
                    <a:pt x="5362109" y="2022572"/>
                  </a:lnTo>
                  <a:lnTo>
                    <a:pt x="5362954" y="2022573"/>
                  </a:lnTo>
                  <a:lnTo>
                    <a:pt x="5363799" y="2018528"/>
                  </a:lnTo>
                  <a:lnTo>
                    <a:pt x="5364644" y="2024180"/>
                  </a:lnTo>
                  <a:lnTo>
                    <a:pt x="5365489" y="2034795"/>
                  </a:lnTo>
                  <a:lnTo>
                    <a:pt x="5366335" y="2065840"/>
                  </a:lnTo>
                  <a:lnTo>
                    <a:pt x="5367180" y="2052772"/>
                  </a:lnTo>
                  <a:lnTo>
                    <a:pt x="5368025" y="2019772"/>
                  </a:lnTo>
                  <a:lnTo>
                    <a:pt x="5368870" y="1966598"/>
                  </a:lnTo>
                  <a:lnTo>
                    <a:pt x="5369715" y="1921738"/>
                  </a:lnTo>
                  <a:lnTo>
                    <a:pt x="5370560" y="1921249"/>
                  </a:lnTo>
                  <a:lnTo>
                    <a:pt x="5371405" y="1919749"/>
                  </a:lnTo>
                  <a:lnTo>
                    <a:pt x="5372250" y="1915914"/>
                  </a:lnTo>
                  <a:lnTo>
                    <a:pt x="5373095" y="1923707"/>
                  </a:lnTo>
                  <a:lnTo>
                    <a:pt x="5373940" y="1969895"/>
                  </a:lnTo>
                  <a:lnTo>
                    <a:pt x="5374785" y="1981884"/>
                  </a:lnTo>
                  <a:lnTo>
                    <a:pt x="5375631" y="1963594"/>
                  </a:lnTo>
                  <a:lnTo>
                    <a:pt x="5376476" y="1965094"/>
                  </a:lnTo>
                  <a:lnTo>
                    <a:pt x="5377321" y="1985911"/>
                  </a:lnTo>
                  <a:lnTo>
                    <a:pt x="5378166" y="2009798"/>
                  </a:lnTo>
                  <a:lnTo>
                    <a:pt x="5379011" y="1995647"/>
                  </a:lnTo>
                  <a:lnTo>
                    <a:pt x="5379856" y="1984619"/>
                  </a:lnTo>
                  <a:lnTo>
                    <a:pt x="5380701" y="1957537"/>
                  </a:lnTo>
                  <a:lnTo>
                    <a:pt x="5381546" y="1892141"/>
                  </a:lnTo>
                  <a:lnTo>
                    <a:pt x="5382391" y="1797291"/>
                  </a:lnTo>
                  <a:lnTo>
                    <a:pt x="5383236" y="1709484"/>
                  </a:lnTo>
                  <a:lnTo>
                    <a:pt x="5384081" y="1686053"/>
                  </a:lnTo>
                  <a:lnTo>
                    <a:pt x="5384927" y="1686803"/>
                  </a:lnTo>
                  <a:lnTo>
                    <a:pt x="5385772" y="1682533"/>
                  </a:lnTo>
                  <a:lnTo>
                    <a:pt x="5386617" y="1727172"/>
                  </a:lnTo>
                  <a:lnTo>
                    <a:pt x="5387462" y="1831627"/>
                  </a:lnTo>
                  <a:lnTo>
                    <a:pt x="5388307" y="1896232"/>
                  </a:lnTo>
                  <a:lnTo>
                    <a:pt x="5389152" y="1904050"/>
                  </a:lnTo>
                  <a:lnTo>
                    <a:pt x="5389997" y="1943925"/>
                  </a:lnTo>
                  <a:lnTo>
                    <a:pt x="5390842" y="1967012"/>
                  </a:lnTo>
                  <a:lnTo>
                    <a:pt x="5391687" y="1915113"/>
                  </a:lnTo>
                  <a:lnTo>
                    <a:pt x="5392532" y="1879620"/>
                  </a:lnTo>
                  <a:lnTo>
                    <a:pt x="5393377" y="1873132"/>
                  </a:lnTo>
                  <a:lnTo>
                    <a:pt x="5394223" y="1861365"/>
                  </a:lnTo>
                  <a:lnTo>
                    <a:pt x="5395068" y="1846397"/>
                  </a:lnTo>
                  <a:lnTo>
                    <a:pt x="5395913" y="1892971"/>
                  </a:lnTo>
                  <a:lnTo>
                    <a:pt x="5396758" y="1981056"/>
                  </a:lnTo>
                  <a:lnTo>
                    <a:pt x="5397603" y="2006942"/>
                  </a:lnTo>
                  <a:lnTo>
                    <a:pt x="5398448" y="2037956"/>
                  </a:lnTo>
                  <a:lnTo>
                    <a:pt x="5399293" y="2086474"/>
                  </a:lnTo>
                  <a:lnTo>
                    <a:pt x="5400138" y="2103286"/>
                  </a:lnTo>
                  <a:lnTo>
                    <a:pt x="5400138" y="2103286"/>
                  </a:lnTo>
                  <a:lnTo>
                    <a:pt x="5400983" y="2103286"/>
                  </a:lnTo>
                  <a:lnTo>
                    <a:pt x="5401828" y="2103286"/>
                  </a:lnTo>
                  <a:lnTo>
                    <a:pt x="5402673" y="2095337"/>
                  </a:lnTo>
                  <a:lnTo>
                    <a:pt x="5403519" y="2066939"/>
                  </a:lnTo>
                  <a:lnTo>
                    <a:pt x="5404364" y="2009865"/>
                  </a:lnTo>
                  <a:lnTo>
                    <a:pt x="5405209" y="1954607"/>
                  </a:lnTo>
                  <a:lnTo>
                    <a:pt x="5406054" y="1915475"/>
                  </a:lnTo>
                  <a:lnTo>
                    <a:pt x="5406899" y="1910566"/>
                  </a:lnTo>
                  <a:lnTo>
                    <a:pt x="5407744" y="1903158"/>
                  </a:lnTo>
                  <a:lnTo>
                    <a:pt x="5408589" y="1857527"/>
                  </a:lnTo>
                  <a:lnTo>
                    <a:pt x="5409434" y="1845865"/>
                  </a:lnTo>
                  <a:lnTo>
                    <a:pt x="5410279" y="1844231"/>
                  </a:lnTo>
                  <a:lnTo>
                    <a:pt x="5411124" y="1829484"/>
                  </a:lnTo>
                  <a:lnTo>
                    <a:pt x="5411969" y="1800150"/>
                  </a:lnTo>
                  <a:lnTo>
                    <a:pt x="5412815" y="1792943"/>
                  </a:lnTo>
                  <a:lnTo>
                    <a:pt x="5413660" y="1815730"/>
                  </a:lnTo>
                  <a:lnTo>
                    <a:pt x="5414505" y="1840444"/>
                  </a:lnTo>
                  <a:lnTo>
                    <a:pt x="5415350" y="1885860"/>
                  </a:lnTo>
                  <a:lnTo>
                    <a:pt x="5416195" y="1874584"/>
                  </a:lnTo>
                  <a:lnTo>
                    <a:pt x="5417040" y="1806015"/>
                  </a:lnTo>
                  <a:lnTo>
                    <a:pt x="5417885" y="1783751"/>
                  </a:lnTo>
                  <a:lnTo>
                    <a:pt x="5418730" y="1786271"/>
                  </a:lnTo>
                  <a:lnTo>
                    <a:pt x="5419575" y="1779235"/>
                  </a:lnTo>
                  <a:lnTo>
                    <a:pt x="5420420" y="1745993"/>
                  </a:lnTo>
                  <a:lnTo>
                    <a:pt x="5421266" y="1780974"/>
                  </a:lnTo>
                  <a:lnTo>
                    <a:pt x="5422111" y="1849208"/>
                  </a:lnTo>
                  <a:lnTo>
                    <a:pt x="5422956" y="1881952"/>
                  </a:lnTo>
                  <a:lnTo>
                    <a:pt x="5423801" y="1930676"/>
                  </a:lnTo>
                  <a:lnTo>
                    <a:pt x="5424646" y="1981733"/>
                  </a:lnTo>
                  <a:lnTo>
                    <a:pt x="5425491" y="2015396"/>
                  </a:lnTo>
                  <a:lnTo>
                    <a:pt x="5426336" y="2025138"/>
                  </a:lnTo>
                  <a:lnTo>
                    <a:pt x="5427181" y="2054809"/>
                  </a:lnTo>
                  <a:lnTo>
                    <a:pt x="5428026" y="2069756"/>
                  </a:lnTo>
                  <a:lnTo>
                    <a:pt x="5428871" y="2069756"/>
                  </a:lnTo>
                  <a:lnTo>
                    <a:pt x="5429716" y="2069756"/>
                  </a:lnTo>
                  <a:lnTo>
                    <a:pt x="5430562" y="2069756"/>
                  </a:lnTo>
                  <a:lnTo>
                    <a:pt x="5431407" y="2069756"/>
                  </a:lnTo>
                  <a:lnTo>
                    <a:pt x="5432252" y="2069756"/>
                  </a:lnTo>
                  <a:lnTo>
                    <a:pt x="5433097" y="2077486"/>
                  </a:lnTo>
                  <a:lnTo>
                    <a:pt x="5433942" y="2078652"/>
                  </a:lnTo>
                  <a:lnTo>
                    <a:pt x="5434787" y="2045338"/>
                  </a:lnTo>
                  <a:lnTo>
                    <a:pt x="5435632" y="2004526"/>
                  </a:lnTo>
                  <a:lnTo>
                    <a:pt x="5436477" y="1971109"/>
                  </a:lnTo>
                  <a:lnTo>
                    <a:pt x="5437322" y="1948217"/>
                  </a:lnTo>
                  <a:lnTo>
                    <a:pt x="5438167" y="1955919"/>
                  </a:lnTo>
                  <a:lnTo>
                    <a:pt x="5439012" y="1972590"/>
                  </a:lnTo>
                  <a:lnTo>
                    <a:pt x="5439858" y="1996809"/>
                  </a:lnTo>
                  <a:lnTo>
                    <a:pt x="5440703" y="1997363"/>
                  </a:lnTo>
                  <a:lnTo>
                    <a:pt x="5441548" y="1978506"/>
                  </a:lnTo>
                  <a:lnTo>
                    <a:pt x="5442393" y="1982036"/>
                  </a:lnTo>
                  <a:lnTo>
                    <a:pt x="5443238" y="1966607"/>
                  </a:lnTo>
                  <a:lnTo>
                    <a:pt x="5444083" y="1948768"/>
                  </a:lnTo>
                  <a:lnTo>
                    <a:pt x="5444928" y="1957863"/>
                  </a:lnTo>
                  <a:lnTo>
                    <a:pt x="5445773" y="1978314"/>
                  </a:lnTo>
                  <a:lnTo>
                    <a:pt x="5446618" y="2003698"/>
                  </a:lnTo>
                  <a:lnTo>
                    <a:pt x="5447463" y="1992474"/>
                  </a:lnTo>
                  <a:lnTo>
                    <a:pt x="5448308" y="1963970"/>
                  </a:lnTo>
                  <a:lnTo>
                    <a:pt x="5449154" y="1948326"/>
                  </a:lnTo>
                  <a:lnTo>
                    <a:pt x="5449999" y="1895487"/>
                  </a:lnTo>
                  <a:lnTo>
                    <a:pt x="5450844" y="1857584"/>
                  </a:lnTo>
                  <a:lnTo>
                    <a:pt x="5451689" y="1848729"/>
                  </a:lnTo>
                  <a:lnTo>
                    <a:pt x="5452534" y="1846887"/>
                  </a:lnTo>
                  <a:lnTo>
                    <a:pt x="5453379" y="1842167"/>
                  </a:lnTo>
                  <a:lnTo>
                    <a:pt x="5454224" y="1838662"/>
                  </a:lnTo>
                  <a:lnTo>
                    <a:pt x="5455069" y="1891503"/>
                  </a:lnTo>
                  <a:lnTo>
                    <a:pt x="5455914" y="1927404"/>
                  </a:lnTo>
                  <a:lnTo>
                    <a:pt x="5456759" y="1924682"/>
                  </a:lnTo>
                  <a:lnTo>
                    <a:pt x="5457604" y="1914925"/>
                  </a:lnTo>
                  <a:lnTo>
                    <a:pt x="5458450" y="1912866"/>
                  </a:lnTo>
                  <a:lnTo>
                    <a:pt x="5459295" y="1915723"/>
                  </a:lnTo>
                  <a:lnTo>
                    <a:pt x="5460140" y="1902407"/>
                  </a:lnTo>
                  <a:lnTo>
                    <a:pt x="5460985" y="1901858"/>
                  </a:lnTo>
                  <a:lnTo>
                    <a:pt x="5461830" y="1937792"/>
                  </a:lnTo>
                  <a:lnTo>
                    <a:pt x="5462675" y="1981521"/>
                  </a:lnTo>
                  <a:lnTo>
                    <a:pt x="5463520" y="2004469"/>
                  </a:lnTo>
                  <a:lnTo>
                    <a:pt x="5464365" y="1986290"/>
                  </a:lnTo>
                  <a:lnTo>
                    <a:pt x="5465210" y="2008013"/>
                  </a:lnTo>
                  <a:lnTo>
                    <a:pt x="5466055" y="2050187"/>
                  </a:lnTo>
                  <a:lnTo>
                    <a:pt x="5466900" y="2052722"/>
                  </a:lnTo>
                  <a:lnTo>
                    <a:pt x="5467746" y="2051176"/>
                  </a:lnTo>
                  <a:lnTo>
                    <a:pt x="5468591" y="2073565"/>
                  </a:lnTo>
                  <a:lnTo>
                    <a:pt x="5469436" y="2103286"/>
                  </a:lnTo>
                  <a:lnTo>
                    <a:pt x="5469436" y="2103286"/>
                  </a:lnTo>
                  <a:lnTo>
                    <a:pt x="5470281" y="2103286"/>
                  </a:lnTo>
                  <a:lnTo>
                    <a:pt x="5471126" y="2103286"/>
                  </a:lnTo>
                  <a:lnTo>
                    <a:pt x="5471971" y="2103286"/>
                  </a:lnTo>
                  <a:lnTo>
                    <a:pt x="5472816" y="2103286"/>
                  </a:lnTo>
                  <a:lnTo>
                    <a:pt x="5473661" y="2086869"/>
                  </a:lnTo>
                  <a:lnTo>
                    <a:pt x="5474506" y="2041387"/>
                  </a:lnTo>
                  <a:lnTo>
                    <a:pt x="5475351" y="2050470"/>
                  </a:lnTo>
                  <a:lnTo>
                    <a:pt x="5476196" y="2056553"/>
                  </a:lnTo>
                  <a:lnTo>
                    <a:pt x="5477042" y="2059188"/>
                  </a:lnTo>
                  <a:lnTo>
                    <a:pt x="5477887" y="2051542"/>
                  </a:lnTo>
                  <a:lnTo>
                    <a:pt x="5478732" y="2040949"/>
                  </a:lnTo>
                  <a:lnTo>
                    <a:pt x="5479577" y="2072122"/>
                  </a:lnTo>
                  <a:lnTo>
                    <a:pt x="5480422" y="2087903"/>
                  </a:lnTo>
                  <a:lnTo>
                    <a:pt x="5481267" y="2075207"/>
                  </a:lnTo>
                  <a:lnTo>
                    <a:pt x="5482112" y="2073249"/>
                  </a:lnTo>
                  <a:lnTo>
                    <a:pt x="5482957" y="2080896"/>
                  </a:lnTo>
                  <a:lnTo>
                    <a:pt x="5483802" y="2070978"/>
                  </a:lnTo>
                  <a:lnTo>
                    <a:pt x="5484647" y="2014839"/>
                  </a:lnTo>
                  <a:lnTo>
                    <a:pt x="5485493" y="1977988"/>
                  </a:lnTo>
                  <a:lnTo>
                    <a:pt x="5486338" y="1971028"/>
                  </a:lnTo>
                  <a:lnTo>
                    <a:pt x="5487183" y="1971029"/>
                  </a:lnTo>
                  <a:lnTo>
                    <a:pt x="5488028" y="1971030"/>
                  </a:lnTo>
                  <a:lnTo>
                    <a:pt x="5488873" y="2017354"/>
                  </a:lnTo>
                  <a:lnTo>
                    <a:pt x="5489718" y="2086887"/>
                  </a:lnTo>
                  <a:lnTo>
                    <a:pt x="5490563" y="2103244"/>
                  </a:lnTo>
                  <a:lnTo>
                    <a:pt x="5491408" y="2086541"/>
                  </a:lnTo>
                  <a:lnTo>
                    <a:pt x="5492253" y="2058217"/>
                  </a:lnTo>
                  <a:lnTo>
                    <a:pt x="5493098" y="2031064"/>
                  </a:lnTo>
                  <a:lnTo>
                    <a:pt x="5493943" y="1985057"/>
                  </a:lnTo>
                  <a:lnTo>
                    <a:pt x="5494789" y="1963189"/>
                  </a:lnTo>
                  <a:lnTo>
                    <a:pt x="5495634" y="1963189"/>
                  </a:lnTo>
                  <a:lnTo>
                    <a:pt x="5496479" y="1952143"/>
                  </a:lnTo>
                  <a:lnTo>
                    <a:pt x="5497324" y="1895529"/>
                  </a:lnTo>
                  <a:lnTo>
                    <a:pt x="5498169" y="1862433"/>
                  </a:lnTo>
                  <a:lnTo>
                    <a:pt x="5499014" y="1890307"/>
                  </a:lnTo>
                  <a:lnTo>
                    <a:pt x="5499859" y="1896622"/>
                  </a:lnTo>
                  <a:lnTo>
                    <a:pt x="5500704" y="1896623"/>
                  </a:lnTo>
                  <a:lnTo>
                    <a:pt x="5501549" y="1929278"/>
                  </a:lnTo>
                  <a:lnTo>
                    <a:pt x="5502394" y="1977567"/>
                  </a:lnTo>
                  <a:lnTo>
                    <a:pt x="5503239" y="2006027"/>
                  </a:lnTo>
                  <a:lnTo>
                    <a:pt x="5504085" y="2006226"/>
                  </a:lnTo>
                  <a:lnTo>
                    <a:pt x="5504930" y="2006226"/>
                  </a:lnTo>
                  <a:lnTo>
                    <a:pt x="5505775" y="2006227"/>
                  </a:lnTo>
                  <a:lnTo>
                    <a:pt x="5506620" y="1997797"/>
                  </a:lnTo>
                  <a:lnTo>
                    <a:pt x="5507465" y="2015762"/>
                  </a:lnTo>
                  <a:lnTo>
                    <a:pt x="5508310" y="2046250"/>
                  </a:lnTo>
                  <a:lnTo>
                    <a:pt x="5509155" y="2051223"/>
                  </a:lnTo>
                  <a:lnTo>
                    <a:pt x="5510000" y="2051223"/>
                  </a:lnTo>
                  <a:lnTo>
                    <a:pt x="5510845" y="2044340"/>
                  </a:lnTo>
                  <a:lnTo>
                    <a:pt x="5511690" y="2035711"/>
                  </a:lnTo>
                  <a:lnTo>
                    <a:pt x="5512535" y="2038139"/>
                  </a:lnTo>
                  <a:lnTo>
                    <a:pt x="5513381" y="1994743"/>
                  </a:lnTo>
                  <a:lnTo>
                    <a:pt x="5514226" y="1952562"/>
                  </a:lnTo>
                  <a:lnTo>
                    <a:pt x="5515071" y="1949303"/>
                  </a:lnTo>
                  <a:lnTo>
                    <a:pt x="5515916" y="1956187"/>
                  </a:lnTo>
                  <a:lnTo>
                    <a:pt x="5516761" y="1958144"/>
                  </a:lnTo>
                  <a:lnTo>
                    <a:pt x="5517606" y="1945178"/>
                  </a:lnTo>
                  <a:lnTo>
                    <a:pt x="5518451" y="1941721"/>
                  </a:lnTo>
                  <a:lnTo>
                    <a:pt x="5519296" y="1929273"/>
                  </a:lnTo>
                  <a:lnTo>
                    <a:pt x="5520141" y="1920780"/>
                  </a:lnTo>
                  <a:lnTo>
                    <a:pt x="5520986" y="1920780"/>
                  </a:lnTo>
                  <a:lnTo>
                    <a:pt x="5521831" y="1930975"/>
                  </a:lnTo>
                  <a:lnTo>
                    <a:pt x="5522677" y="1960196"/>
                  </a:lnTo>
                  <a:lnTo>
                    <a:pt x="5523522" y="1980035"/>
                  </a:lnTo>
                  <a:lnTo>
                    <a:pt x="5524367" y="1980774"/>
                  </a:lnTo>
                  <a:lnTo>
                    <a:pt x="5525212" y="1984031"/>
                  </a:lnTo>
                  <a:lnTo>
                    <a:pt x="5526057" y="1979584"/>
                  </a:lnTo>
                  <a:lnTo>
                    <a:pt x="5526902" y="1974391"/>
                  </a:lnTo>
                  <a:lnTo>
                    <a:pt x="5527747" y="1974392"/>
                  </a:lnTo>
                  <a:lnTo>
                    <a:pt x="5528592" y="1972622"/>
                  </a:lnTo>
                  <a:lnTo>
                    <a:pt x="5529437" y="1991371"/>
                  </a:lnTo>
                  <a:lnTo>
                    <a:pt x="5530282" y="1984069"/>
                  </a:lnTo>
                  <a:lnTo>
                    <a:pt x="5531127" y="1937417"/>
                  </a:lnTo>
                  <a:lnTo>
                    <a:pt x="5531973" y="1885541"/>
                  </a:lnTo>
                  <a:lnTo>
                    <a:pt x="5532818" y="1833351"/>
                  </a:lnTo>
                  <a:lnTo>
                    <a:pt x="5533663" y="1820461"/>
                  </a:lnTo>
                  <a:lnTo>
                    <a:pt x="5534508" y="1810464"/>
                  </a:lnTo>
                  <a:lnTo>
                    <a:pt x="5535353" y="1818479"/>
                  </a:lnTo>
                  <a:lnTo>
                    <a:pt x="5536198" y="1854046"/>
                  </a:lnTo>
                  <a:lnTo>
                    <a:pt x="5537043" y="1872063"/>
                  </a:lnTo>
                  <a:lnTo>
                    <a:pt x="5537888" y="1821456"/>
                  </a:lnTo>
                  <a:lnTo>
                    <a:pt x="5538733" y="1736211"/>
                  </a:lnTo>
                  <a:lnTo>
                    <a:pt x="5539578" y="1708673"/>
                  </a:lnTo>
                  <a:lnTo>
                    <a:pt x="5540423" y="1713649"/>
                  </a:lnTo>
                  <a:lnTo>
                    <a:pt x="5541269" y="1729181"/>
                  </a:lnTo>
                  <a:lnTo>
                    <a:pt x="5542114" y="1768235"/>
                  </a:lnTo>
                  <a:lnTo>
                    <a:pt x="5542959" y="1871035"/>
                  </a:lnTo>
                  <a:lnTo>
                    <a:pt x="5543804" y="2012357"/>
                  </a:lnTo>
                  <a:lnTo>
                    <a:pt x="5544649" y="2100149"/>
                  </a:lnTo>
                  <a:lnTo>
                    <a:pt x="5545494" y="2103286"/>
                  </a:lnTo>
                  <a:lnTo>
                    <a:pt x="5545494" y="2103286"/>
                  </a:lnTo>
                  <a:lnTo>
                    <a:pt x="5546339" y="2103286"/>
                  </a:lnTo>
                  <a:lnTo>
                    <a:pt x="5547184" y="2103286"/>
                  </a:lnTo>
                  <a:lnTo>
                    <a:pt x="5548029" y="2103286"/>
                  </a:lnTo>
                  <a:lnTo>
                    <a:pt x="5548874" y="2091453"/>
                  </a:lnTo>
                  <a:lnTo>
                    <a:pt x="5549720" y="2071361"/>
                  </a:lnTo>
                  <a:lnTo>
                    <a:pt x="5550565" y="2069756"/>
                  </a:lnTo>
                  <a:lnTo>
                    <a:pt x="5551410" y="2050722"/>
                  </a:lnTo>
                  <a:lnTo>
                    <a:pt x="5552255" y="2023425"/>
                  </a:lnTo>
                  <a:lnTo>
                    <a:pt x="5553100" y="2012144"/>
                  </a:lnTo>
                  <a:lnTo>
                    <a:pt x="5553945" y="1968660"/>
                  </a:lnTo>
                  <a:lnTo>
                    <a:pt x="5554790" y="1908431"/>
                  </a:lnTo>
                  <a:lnTo>
                    <a:pt x="5555635" y="1871984"/>
                  </a:lnTo>
                  <a:lnTo>
                    <a:pt x="5556480" y="1890243"/>
                  </a:lnTo>
                  <a:lnTo>
                    <a:pt x="5557325" y="1917541"/>
                  </a:lnTo>
                  <a:lnTo>
                    <a:pt x="5558170" y="1940337"/>
                  </a:lnTo>
                  <a:lnTo>
                    <a:pt x="5559016" y="2003977"/>
                  </a:lnTo>
                  <a:lnTo>
                    <a:pt x="5559861" y="2065811"/>
                  </a:lnTo>
                  <a:lnTo>
                    <a:pt x="5560706" y="2092744"/>
                  </a:lnTo>
                  <a:lnTo>
                    <a:pt x="5561551" y="2089338"/>
                  </a:lnTo>
                  <a:lnTo>
                    <a:pt x="5562396" y="2103286"/>
                  </a:lnTo>
                  <a:lnTo>
                    <a:pt x="5562396" y="2103286"/>
                  </a:lnTo>
                  <a:lnTo>
                    <a:pt x="5563241" y="2103286"/>
                  </a:lnTo>
                  <a:lnTo>
                    <a:pt x="5564086" y="2103286"/>
                  </a:lnTo>
                  <a:lnTo>
                    <a:pt x="5564931" y="2103286"/>
                  </a:lnTo>
                  <a:lnTo>
                    <a:pt x="5565776" y="2103286"/>
                  </a:lnTo>
                  <a:lnTo>
                    <a:pt x="5566621" y="2102899"/>
                  </a:lnTo>
                  <a:lnTo>
                    <a:pt x="5567466" y="2036233"/>
                  </a:lnTo>
                  <a:lnTo>
                    <a:pt x="5568312" y="2010413"/>
                  </a:lnTo>
                  <a:lnTo>
                    <a:pt x="5569157" y="2004666"/>
                  </a:lnTo>
                  <a:lnTo>
                    <a:pt x="5570002" y="1999028"/>
                  </a:lnTo>
                  <a:lnTo>
                    <a:pt x="5570847" y="2001248"/>
                  </a:lnTo>
                  <a:lnTo>
                    <a:pt x="5571692" y="1998574"/>
                  </a:lnTo>
                  <a:lnTo>
                    <a:pt x="5572537" y="2003812"/>
                  </a:lnTo>
                  <a:lnTo>
                    <a:pt x="5573382" y="2001099"/>
                  </a:lnTo>
                  <a:lnTo>
                    <a:pt x="5574227" y="1941999"/>
                  </a:lnTo>
                  <a:lnTo>
                    <a:pt x="5575072" y="1876016"/>
                  </a:lnTo>
                  <a:lnTo>
                    <a:pt x="5575917" y="1884756"/>
                  </a:lnTo>
                  <a:lnTo>
                    <a:pt x="5576762" y="1935502"/>
                  </a:lnTo>
                  <a:lnTo>
                    <a:pt x="5577608" y="1947901"/>
                  </a:lnTo>
                  <a:lnTo>
                    <a:pt x="5578453" y="1917744"/>
                  </a:lnTo>
                  <a:lnTo>
                    <a:pt x="5579298" y="1951525"/>
                  </a:lnTo>
                  <a:lnTo>
                    <a:pt x="5580143" y="2003140"/>
                  </a:lnTo>
                  <a:lnTo>
                    <a:pt x="5580988" y="2017570"/>
                  </a:lnTo>
                  <a:lnTo>
                    <a:pt x="5581833" y="2025104"/>
                  </a:lnTo>
                  <a:lnTo>
                    <a:pt x="5582678" y="2017991"/>
                  </a:lnTo>
                  <a:lnTo>
                    <a:pt x="5583523" y="2041879"/>
                  </a:lnTo>
                  <a:lnTo>
                    <a:pt x="5584368" y="2042102"/>
                  </a:lnTo>
                  <a:lnTo>
                    <a:pt x="5585213" y="2033663"/>
                  </a:lnTo>
                  <a:lnTo>
                    <a:pt x="5586058" y="2033664"/>
                  </a:lnTo>
                  <a:lnTo>
                    <a:pt x="5586904" y="2026130"/>
                  </a:lnTo>
                  <a:lnTo>
                    <a:pt x="5587749" y="2002637"/>
                  </a:lnTo>
                  <a:lnTo>
                    <a:pt x="5588594" y="1987206"/>
                  </a:lnTo>
                  <a:lnTo>
                    <a:pt x="5589439" y="1982960"/>
                  </a:lnTo>
                  <a:lnTo>
                    <a:pt x="5590284" y="1968586"/>
                  </a:lnTo>
                  <a:lnTo>
                    <a:pt x="5591129" y="1963304"/>
                  </a:lnTo>
                  <a:lnTo>
                    <a:pt x="5591974" y="1963305"/>
                  </a:lnTo>
                  <a:lnTo>
                    <a:pt x="5592819" y="1997748"/>
                  </a:lnTo>
                  <a:lnTo>
                    <a:pt x="5593664" y="2009036"/>
                  </a:lnTo>
                  <a:lnTo>
                    <a:pt x="5594509" y="2023027"/>
                  </a:lnTo>
                  <a:lnTo>
                    <a:pt x="5595354" y="2045839"/>
                  </a:lnTo>
                  <a:lnTo>
                    <a:pt x="5596200" y="2051121"/>
                  </a:lnTo>
                  <a:lnTo>
                    <a:pt x="5597045" y="2051121"/>
                  </a:lnTo>
                  <a:lnTo>
                    <a:pt x="5597890" y="2048697"/>
                  </a:lnTo>
                  <a:lnTo>
                    <a:pt x="5598735" y="2061822"/>
                  </a:lnTo>
                  <a:lnTo>
                    <a:pt x="5599580" y="2069756"/>
                  </a:lnTo>
                  <a:lnTo>
                    <a:pt x="5600425" y="2076988"/>
                  </a:lnTo>
                  <a:lnTo>
                    <a:pt x="5601270" y="2097480"/>
                  </a:lnTo>
                  <a:lnTo>
                    <a:pt x="5602115" y="2103286"/>
                  </a:lnTo>
                  <a:lnTo>
                    <a:pt x="5602115" y="2103286"/>
                  </a:lnTo>
                  <a:lnTo>
                    <a:pt x="5602960" y="2103286"/>
                  </a:lnTo>
                  <a:lnTo>
                    <a:pt x="5603805" y="2103286"/>
                  </a:lnTo>
                  <a:lnTo>
                    <a:pt x="5604650" y="2103286"/>
                  </a:lnTo>
                  <a:lnTo>
                    <a:pt x="5605496" y="2085787"/>
                  </a:lnTo>
                  <a:lnTo>
                    <a:pt x="5606341" y="2009975"/>
                  </a:lnTo>
                  <a:lnTo>
                    <a:pt x="5607186" y="1961701"/>
                  </a:lnTo>
                  <a:lnTo>
                    <a:pt x="5608031" y="1954136"/>
                  </a:lnTo>
                  <a:lnTo>
                    <a:pt x="5608876" y="1956093"/>
                  </a:lnTo>
                  <a:lnTo>
                    <a:pt x="5609721" y="1938500"/>
                  </a:lnTo>
                  <a:lnTo>
                    <a:pt x="5610566" y="1915874"/>
                  </a:lnTo>
                  <a:lnTo>
                    <a:pt x="5611411" y="1940672"/>
                  </a:lnTo>
                  <a:lnTo>
                    <a:pt x="5612256" y="1926998"/>
                  </a:lnTo>
                  <a:lnTo>
                    <a:pt x="5613101" y="1922228"/>
                  </a:lnTo>
                  <a:lnTo>
                    <a:pt x="5613947" y="1940427"/>
                  </a:lnTo>
                  <a:lnTo>
                    <a:pt x="5614792" y="1977776"/>
                  </a:lnTo>
                  <a:lnTo>
                    <a:pt x="5615637" y="2032526"/>
                  </a:lnTo>
                  <a:lnTo>
                    <a:pt x="5616482" y="2066363"/>
                  </a:lnTo>
                  <a:lnTo>
                    <a:pt x="5617327" y="2103286"/>
                  </a:lnTo>
                  <a:lnTo>
                    <a:pt x="5617327" y="2103286"/>
                  </a:lnTo>
                  <a:lnTo>
                    <a:pt x="5618172" y="2103286"/>
                  </a:lnTo>
                  <a:lnTo>
                    <a:pt x="5619017" y="2103286"/>
                  </a:lnTo>
                  <a:lnTo>
                    <a:pt x="5619862" y="2093503"/>
                  </a:lnTo>
                  <a:lnTo>
                    <a:pt x="5620707" y="2073074"/>
                  </a:lnTo>
                  <a:lnTo>
                    <a:pt x="5621552" y="2069756"/>
                  </a:lnTo>
                  <a:lnTo>
                    <a:pt x="5622397" y="2069756"/>
                  </a:lnTo>
                  <a:lnTo>
                    <a:pt x="5623243" y="2069756"/>
                  </a:lnTo>
                  <a:lnTo>
                    <a:pt x="5624088" y="2069756"/>
                  </a:lnTo>
                  <a:lnTo>
                    <a:pt x="5624933" y="2069756"/>
                  </a:lnTo>
                  <a:lnTo>
                    <a:pt x="5625778" y="2069756"/>
                  </a:lnTo>
                  <a:lnTo>
                    <a:pt x="5626623" y="2069756"/>
                  </a:lnTo>
                  <a:lnTo>
                    <a:pt x="5627468" y="2069756"/>
                  </a:lnTo>
                  <a:lnTo>
                    <a:pt x="5628313" y="2069756"/>
                  </a:lnTo>
                  <a:lnTo>
                    <a:pt x="5629158" y="2069756"/>
                  </a:lnTo>
                  <a:lnTo>
                    <a:pt x="5630003" y="2069756"/>
                  </a:lnTo>
                  <a:lnTo>
                    <a:pt x="5630848" y="2069756"/>
                  </a:lnTo>
                  <a:lnTo>
                    <a:pt x="5631693" y="2069756"/>
                  </a:lnTo>
                  <a:lnTo>
                    <a:pt x="5632539" y="2069756"/>
                  </a:lnTo>
                  <a:lnTo>
                    <a:pt x="5633384" y="2069756"/>
                  </a:lnTo>
                  <a:lnTo>
                    <a:pt x="5634229" y="2069756"/>
                  </a:lnTo>
                  <a:lnTo>
                    <a:pt x="5635074" y="2069756"/>
                  </a:lnTo>
                  <a:lnTo>
                    <a:pt x="5635919" y="2069756"/>
                  </a:lnTo>
                  <a:lnTo>
                    <a:pt x="5636764" y="2069756"/>
                  </a:lnTo>
                  <a:lnTo>
                    <a:pt x="5637609" y="2069756"/>
                  </a:lnTo>
                  <a:lnTo>
                    <a:pt x="5638454" y="2069756"/>
                  </a:lnTo>
                  <a:lnTo>
                    <a:pt x="5639299" y="2069756"/>
                  </a:lnTo>
                  <a:lnTo>
                    <a:pt x="5640144" y="2069756"/>
                  </a:lnTo>
                  <a:lnTo>
                    <a:pt x="5640989" y="2063725"/>
                  </a:lnTo>
                  <a:lnTo>
                    <a:pt x="5641835" y="2045253"/>
                  </a:lnTo>
                  <a:lnTo>
                    <a:pt x="5642680" y="2051941"/>
                  </a:lnTo>
                  <a:lnTo>
                    <a:pt x="5643525" y="2075650"/>
                  </a:lnTo>
                  <a:lnTo>
                    <a:pt x="5644370" y="2086466"/>
                  </a:lnTo>
                  <a:lnTo>
                    <a:pt x="5645215" y="2080116"/>
                  </a:lnTo>
                  <a:lnTo>
                    <a:pt x="5646060" y="2086147"/>
                  </a:lnTo>
                  <a:lnTo>
                    <a:pt x="5646905" y="2103286"/>
                  </a:lnTo>
                  <a:lnTo>
                    <a:pt x="5646905" y="2103286"/>
                  </a:lnTo>
                  <a:lnTo>
                    <a:pt x="5647750" y="2101130"/>
                  </a:lnTo>
                  <a:lnTo>
                    <a:pt x="5648595" y="2097553"/>
                  </a:lnTo>
                  <a:lnTo>
                    <a:pt x="5649440" y="2076470"/>
                  </a:lnTo>
                  <a:lnTo>
                    <a:pt x="5650285" y="2055909"/>
                  </a:lnTo>
                  <a:lnTo>
                    <a:pt x="5651131" y="2028803"/>
                  </a:lnTo>
                  <a:lnTo>
                    <a:pt x="5651976" y="1957076"/>
                  </a:lnTo>
                  <a:lnTo>
                    <a:pt x="5652821" y="1888920"/>
                  </a:lnTo>
                  <a:lnTo>
                    <a:pt x="5653666" y="1844163"/>
                  </a:lnTo>
                  <a:lnTo>
                    <a:pt x="5654511" y="1854429"/>
                  </a:lnTo>
                  <a:lnTo>
                    <a:pt x="5655356" y="1893856"/>
                  </a:lnTo>
                  <a:lnTo>
                    <a:pt x="5656201" y="1955868"/>
                  </a:lnTo>
                  <a:lnTo>
                    <a:pt x="5657046" y="2043847"/>
                  </a:lnTo>
                  <a:lnTo>
                    <a:pt x="5657891" y="2103286"/>
                  </a:lnTo>
                  <a:lnTo>
                    <a:pt x="5657891" y="2103286"/>
                  </a:lnTo>
                  <a:lnTo>
                    <a:pt x="5658736" y="2103286"/>
                  </a:lnTo>
                  <a:lnTo>
                    <a:pt x="5659581" y="2103286"/>
                  </a:lnTo>
                  <a:lnTo>
                    <a:pt x="5660427" y="2103286"/>
                  </a:lnTo>
                  <a:lnTo>
                    <a:pt x="5661272" y="2038583"/>
                  </a:lnTo>
                  <a:lnTo>
                    <a:pt x="5662117" y="2017659"/>
                  </a:lnTo>
                  <a:lnTo>
                    <a:pt x="5662962" y="2017659"/>
                  </a:lnTo>
                  <a:lnTo>
                    <a:pt x="5663807" y="2017659"/>
                  </a:lnTo>
                  <a:lnTo>
                    <a:pt x="5664652" y="2017659"/>
                  </a:lnTo>
                  <a:lnTo>
                    <a:pt x="5665497" y="2030612"/>
                  </a:lnTo>
                  <a:lnTo>
                    <a:pt x="5666342" y="2084987"/>
                  </a:lnTo>
                  <a:lnTo>
                    <a:pt x="5667187" y="2103286"/>
                  </a:lnTo>
                  <a:lnTo>
                    <a:pt x="5667187" y="2103286"/>
                  </a:lnTo>
                  <a:lnTo>
                    <a:pt x="5668032" y="2103286"/>
                  </a:lnTo>
                  <a:lnTo>
                    <a:pt x="5668877" y="2103286"/>
                  </a:lnTo>
                  <a:lnTo>
                    <a:pt x="5669723" y="2091743"/>
                  </a:lnTo>
                  <a:lnTo>
                    <a:pt x="5670568" y="2081053"/>
                  </a:lnTo>
                  <a:lnTo>
                    <a:pt x="5671413" y="2016713"/>
                  </a:lnTo>
                  <a:lnTo>
                    <a:pt x="5672258" y="1939468"/>
                  </a:lnTo>
                  <a:lnTo>
                    <a:pt x="5673103" y="1904554"/>
                  </a:lnTo>
                  <a:lnTo>
                    <a:pt x="5673948" y="1899716"/>
                  </a:lnTo>
                  <a:lnTo>
                    <a:pt x="5674793" y="1867009"/>
                  </a:lnTo>
                  <a:lnTo>
                    <a:pt x="5675638" y="1822267"/>
                  </a:lnTo>
                  <a:lnTo>
                    <a:pt x="5676483" y="1813047"/>
                  </a:lnTo>
                  <a:lnTo>
                    <a:pt x="5677328" y="1817991"/>
                  </a:lnTo>
                  <a:lnTo>
                    <a:pt x="5678174" y="1812259"/>
                  </a:lnTo>
                  <a:lnTo>
                    <a:pt x="5679019" y="1805917"/>
                  </a:lnTo>
                  <a:lnTo>
                    <a:pt x="5679864" y="1854359"/>
                  </a:lnTo>
                  <a:lnTo>
                    <a:pt x="5680709" y="1934527"/>
                  </a:lnTo>
                  <a:lnTo>
                    <a:pt x="5681554" y="1990975"/>
                  </a:lnTo>
                  <a:lnTo>
                    <a:pt x="5682399" y="1978483"/>
                  </a:lnTo>
                  <a:lnTo>
                    <a:pt x="5683244" y="1942778"/>
                  </a:lnTo>
                  <a:lnTo>
                    <a:pt x="5684089" y="1924713"/>
                  </a:lnTo>
                  <a:lnTo>
                    <a:pt x="5684934" y="1883452"/>
                  </a:lnTo>
                  <a:lnTo>
                    <a:pt x="5685779" y="1853076"/>
                  </a:lnTo>
                  <a:lnTo>
                    <a:pt x="5686624" y="1854381"/>
                  </a:lnTo>
                  <a:lnTo>
                    <a:pt x="5687470" y="1914530"/>
                  </a:lnTo>
                  <a:lnTo>
                    <a:pt x="5688315" y="1976026"/>
                  </a:lnTo>
                  <a:lnTo>
                    <a:pt x="5689160" y="2025830"/>
                  </a:lnTo>
                  <a:lnTo>
                    <a:pt x="5690005" y="2073112"/>
                  </a:lnTo>
                  <a:lnTo>
                    <a:pt x="5690850" y="2075687"/>
                  </a:lnTo>
                  <a:lnTo>
                    <a:pt x="5691695" y="2032095"/>
                  </a:lnTo>
                  <a:lnTo>
                    <a:pt x="5692540" y="1941609"/>
                  </a:lnTo>
                  <a:lnTo>
                    <a:pt x="5693385" y="1912800"/>
                  </a:lnTo>
                  <a:lnTo>
                    <a:pt x="5694230" y="1864580"/>
                  </a:lnTo>
                  <a:lnTo>
                    <a:pt x="5695075" y="1834515"/>
                  </a:lnTo>
                  <a:lnTo>
                    <a:pt x="5695920" y="1859553"/>
                  </a:lnTo>
                  <a:lnTo>
                    <a:pt x="5696766" y="1912092"/>
                  </a:lnTo>
                  <a:lnTo>
                    <a:pt x="5697611" y="1995505"/>
                  </a:lnTo>
                  <a:lnTo>
                    <a:pt x="5698456" y="2026486"/>
                  </a:lnTo>
                  <a:lnTo>
                    <a:pt x="5699301" y="2074707"/>
                  </a:lnTo>
                  <a:lnTo>
                    <a:pt x="5700146" y="2091643"/>
                  </a:lnTo>
                  <a:lnTo>
                    <a:pt x="5700991" y="2039485"/>
                  </a:lnTo>
                  <a:lnTo>
                    <a:pt x="5701836" y="2016063"/>
                  </a:lnTo>
                  <a:lnTo>
                    <a:pt x="5702681" y="2016064"/>
                  </a:lnTo>
                  <a:lnTo>
                    <a:pt x="5703526" y="2016064"/>
                  </a:lnTo>
                  <a:lnTo>
                    <a:pt x="5704371" y="2016065"/>
                  </a:lnTo>
                  <a:lnTo>
                    <a:pt x="5705216" y="2029192"/>
                  </a:lnTo>
                  <a:lnTo>
                    <a:pt x="5706062" y="2059379"/>
                  </a:lnTo>
                  <a:lnTo>
                    <a:pt x="5706907" y="2078180"/>
                  </a:lnTo>
                  <a:lnTo>
                    <a:pt x="5707752" y="2063010"/>
                  </a:lnTo>
                  <a:lnTo>
                    <a:pt x="5708597" y="2032982"/>
                  </a:lnTo>
                  <a:lnTo>
                    <a:pt x="5709442" y="2032687"/>
                  </a:lnTo>
                  <a:lnTo>
                    <a:pt x="5710287" y="2030926"/>
                  </a:lnTo>
                  <a:lnTo>
                    <a:pt x="5711132" y="1996681"/>
                  </a:lnTo>
                  <a:lnTo>
                    <a:pt x="5711977" y="1972241"/>
                  </a:lnTo>
                  <a:lnTo>
                    <a:pt x="5712822" y="1971398"/>
                  </a:lnTo>
                  <a:lnTo>
                    <a:pt x="5713667" y="1941824"/>
                  </a:lnTo>
                  <a:lnTo>
                    <a:pt x="5714512" y="1872975"/>
                  </a:lnTo>
                  <a:lnTo>
                    <a:pt x="5715358" y="1818115"/>
                  </a:lnTo>
                  <a:lnTo>
                    <a:pt x="5716203" y="1835023"/>
                  </a:lnTo>
                  <a:lnTo>
                    <a:pt x="5717048" y="1850524"/>
                  </a:lnTo>
                  <a:lnTo>
                    <a:pt x="5717893" y="1866537"/>
                  </a:lnTo>
                  <a:lnTo>
                    <a:pt x="5718738" y="1906495"/>
                  </a:lnTo>
                  <a:lnTo>
                    <a:pt x="5719583" y="1919799"/>
                  </a:lnTo>
                  <a:lnTo>
                    <a:pt x="5720428" y="1921945"/>
                  </a:lnTo>
                  <a:lnTo>
                    <a:pt x="5721273" y="1921599"/>
                  </a:lnTo>
                  <a:lnTo>
                    <a:pt x="5722118" y="1898917"/>
                  </a:lnTo>
                  <a:lnTo>
                    <a:pt x="5722963" y="1872598"/>
                  </a:lnTo>
                  <a:lnTo>
                    <a:pt x="5723808" y="1888448"/>
                  </a:lnTo>
                  <a:lnTo>
                    <a:pt x="5724654" y="1944289"/>
                  </a:lnTo>
                  <a:lnTo>
                    <a:pt x="5725499" y="1998764"/>
                  </a:lnTo>
                  <a:lnTo>
                    <a:pt x="5726344" y="2016446"/>
                  </a:lnTo>
                  <a:lnTo>
                    <a:pt x="5727189" y="2039642"/>
                  </a:lnTo>
                  <a:lnTo>
                    <a:pt x="5728034" y="2062354"/>
                  </a:lnTo>
                  <a:lnTo>
                    <a:pt x="5728879" y="2017426"/>
                  </a:lnTo>
                  <a:lnTo>
                    <a:pt x="5729724" y="1973899"/>
                  </a:lnTo>
                  <a:lnTo>
                    <a:pt x="5730569" y="1973220"/>
                  </a:lnTo>
                  <a:lnTo>
                    <a:pt x="5731414" y="1982000"/>
                  </a:lnTo>
                  <a:lnTo>
                    <a:pt x="5732259" y="1993353"/>
                  </a:lnTo>
                  <a:lnTo>
                    <a:pt x="5733104" y="1978810"/>
                  </a:lnTo>
                  <a:lnTo>
                    <a:pt x="5733950" y="1990982"/>
                  </a:lnTo>
                  <a:lnTo>
                    <a:pt x="5734795" y="2022529"/>
                  </a:lnTo>
                  <a:lnTo>
                    <a:pt x="5735640" y="2023209"/>
                  </a:lnTo>
                  <a:lnTo>
                    <a:pt x="5736485" y="2014428"/>
                  </a:lnTo>
                  <a:lnTo>
                    <a:pt x="5737330" y="2003076"/>
                  </a:lnTo>
                  <a:lnTo>
                    <a:pt x="5738175" y="2021229"/>
                  </a:lnTo>
                  <a:lnTo>
                    <a:pt x="5739020" y="2055831"/>
                  </a:lnTo>
                  <a:lnTo>
                    <a:pt x="5739865" y="2064602"/>
                  </a:lnTo>
                  <a:lnTo>
                    <a:pt x="5740710" y="2055420"/>
                  </a:lnTo>
                  <a:lnTo>
                    <a:pt x="5741555" y="2049012"/>
                  </a:lnTo>
                  <a:lnTo>
                    <a:pt x="5742401" y="2017369"/>
                  </a:lnTo>
                  <a:lnTo>
                    <a:pt x="5743246" y="1970533"/>
                  </a:lnTo>
                  <a:lnTo>
                    <a:pt x="5744091" y="1965190"/>
                  </a:lnTo>
                  <a:lnTo>
                    <a:pt x="5744936" y="1960863"/>
                  </a:lnTo>
                  <a:lnTo>
                    <a:pt x="5745781" y="1971966"/>
                  </a:lnTo>
                  <a:lnTo>
                    <a:pt x="5746626" y="1974849"/>
                  </a:lnTo>
                  <a:lnTo>
                    <a:pt x="5747471" y="1990346"/>
                  </a:lnTo>
                  <a:lnTo>
                    <a:pt x="5748316" y="2034286"/>
                  </a:lnTo>
                  <a:lnTo>
                    <a:pt x="5749161" y="2043181"/>
                  </a:lnTo>
                  <a:lnTo>
                    <a:pt x="5750006" y="2070805"/>
                  </a:lnTo>
                  <a:lnTo>
                    <a:pt x="5750851" y="2087192"/>
                  </a:lnTo>
                  <a:lnTo>
                    <a:pt x="5751697" y="2103286"/>
                  </a:lnTo>
                  <a:lnTo>
                    <a:pt x="5751697" y="2103286"/>
                  </a:lnTo>
                  <a:lnTo>
                    <a:pt x="5752542" y="2103286"/>
                  </a:lnTo>
                  <a:lnTo>
                    <a:pt x="5753387" y="2103286"/>
                  </a:lnTo>
                  <a:lnTo>
                    <a:pt x="5754232" y="2103286"/>
                  </a:lnTo>
                  <a:lnTo>
                    <a:pt x="5755077" y="2103286"/>
                  </a:lnTo>
                  <a:lnTo>
                    <a:pt x="5755922" y="2102068"/>
                  </a:lnTo>
                  <a:lnTo>
                    <a:pt x="5756767" y="2097677"/>
                  </a:lnTo>
                  <a:lnTo>
                    <a:pt x="5757612" y="2103286"/>
                  </a:lnTo>
                  <a:lnTo>
                    <a:pt x="5757612" y="2103286"/>
                  </a:lnTo>
                  <a:lnTo>
                    <a:pt x="5758457" y="2103286"/>
                  </a:lnTo>
                  <a:lnTo>
                    <a:pt x="5759302" y="2103286"/>
                  </a:lnTo>
                  <a:lnTo>
                    <a:pt x="5760147" y="2092525"/>
                  </a:lnTo>
                  <a:lnTo>
                    <a:pt x="5760993" y="2058054"/>
                  </a:lnTo>
                  <a:lnTo>
                    <a:pt x="5761838" y="2037330"/>
                  </a:lnTo>
                  <a:lnTo>
                    <a:pt x="5762683" y="2017802"/>
                  </a:lnTo>
                  <a:lnTo>
                    <a:pt x="5763528" y="2017802"/>
                  </a:lnTo>
                  <a:lnTo>
                    <a:pt x="5764373" y="2017802"/>
                  </a:lnTo>
                  <a:lnTo>
                    <a:pt x="5765218" y="2029991"/>
                  </a:lnTo>
                  <a:lnTo>
                    <a:pt x="5766063" y="2059645"/>
                  </a:lnTo>
                  <a:lnTo>
                    <a:pt x="5766908" y="2030468"/>
                  </a:lnTo>
                  <a:lnTo>
                    <a:pt x="5767753" y="2017447"/>
                  </a:lnTo>
                  <a:lnTo>
                    <a:pt x="5768598" y="1991405"/>
                  </a:lnTo>
                  <a:lnTo>
                    <a:pt x="5769443" y="1950515"/>
                  </a:lnTo>
                  <a:lnTo>
                    <a:pt x="5770289" y="1911876"/>
                  </a:lnTo>
                  <a:lnTo>
                    <a:pt x="5771134" y="1903351"/>
                  </a:lnTo>
                  <a:lnTo>
                    <a:pt x="5771979" y="1914626"/>
                  </a:lnTo>
                  <a:lnTo>
                    <a:pt x="5772824" y="1902731"/>
                  </a:lnTo>
                  <a:lnTo>
                    <a:pt x="5773669" y="1897567"/>
                  </a:lnTo>
                  <a:lnTo>
                    <a:pt x="5774514" y="1918892"/>
                  </a:lnTo>
                  <a:lnTo>
                    <a:pt x="5775359" y="1957532"/>
                  </a:lnTo>
                  <a:lnTo>
                    <a:pt x="5776204" y="1970874"/>
                  </a:lnTo>
                  <a:lnTo>
                    <a:pt x="5777049" y="1987849"/>
                  </a:lnTo>
                  <a:lnTo>
                    <a:pt x="5777894" y="1978119"/>
                  </a:lnTo>
                  <a:lnTo>
                    <a:pt x="5778739" y="1952872"/>
                  </a:lnTo>
                  <a:lnTo>
                    <a:pt x="5779585" y="1937040"/>
                  </a:lnTo>
                  <a:lnTo>
                    <a:pt x="5780430" y="1920415"/>
                  </a:lnTo>
                  <a:lnTo>
                    <a:pt x="5781275" y="1920417"/>
                  </a:lnTo>
                  <a:lnTo>
                    <a:pt x="5782120" y="1925959"/>
                  </a:lnTo>
                  <a:lnTo>
                    <a:pt x="5782965" y="1954447"/>
                  </a:lnTo>
                  <a:lnTo>
                    <a:pt x="5783810" y="1984345"/>
                  </a:lnTo>
                  <a:lnTo>
                    <a:pt x="5784655" y="1989207"/>
                  </a:lnTo>
                  <a:lnTo>
                    <a:pt x="5785500" y="2016952"/>
                  </a:lnTo>
                  <a:lnTo>
                    <a:pt x="5786345" y="2051905"/>
                  </a:lnTo>
                  <a:lnTo>
                    <a:pt x="5787190" y="2072975"/>
                  </a:lnTo>
                  <a:lnTo>
                    <a:pt x="5788035" y="2070332"/>
                  </a:lnTo>
                  <a:lnTo>
                    <a:pt x="5788881" y="2038661"/>
                  </a:lnTo>
                  <a:lnTo>
                    <a:pt x="5789726" y="1987600"/>
                  </a:lnTo>
                  <a:lnTo>
                    <a:pt x="5790571" y="1949619"/>
                  </a:lnTo>
                  <a:lnTo>
                    <a:pt x="5791416" y="1934486"/>
                  </a:lnTo>
                  <a:lnTo>
                    <a:pt x="5792261" y="1927702"/>
                  </a:lnTo>
                  <a:lnTo>
                    <a:pt x="5793106" y="1936502"/>
                  </a:lnTo>
                  <a:lnTo>
                    <a:pt x="5793951" y="1974385"/>
                  </a:lnTo>
                  <a:lnTo>
                    <a:pt x="5794796" y="2027981"/>
                  </a:lnTo>
                  <a:lnTo>
                    <a:pt x="5795641" y="2049739"/>
                  </a:lnTo>
                  <a:lnTo>
                    <a:pt x="5796486" y="2029919"/>
                  </a:lnTo>
                  <a:lnTo>
                    <a:pt x="5797332" y="2022122"/>
                  </a:lnTo>
                  <a:lnTo>
                    <a:pt x="5798177" y="2042479"/>
                  </a:lnTo>
                  <a:lnTo>
                    <a:pt x="5799022" y="2040900"/>
                  </a:lnTo>
                  <a:lnTo>
                    <a:pt x="5799867" y="2033082"/>
                  </a:lnTo>
                  <a:lnTo>
                    <a:pt x="5800712" y="1967371"/>
                  </a:lnTo>
                  <a:lnTo>
                    <a:pt x="5801557" y="1922111"/>
                  </a:lnTo>
                  <a:lnTo>
                    <a:pt x="5802402" y="1847989"/>
                  </a:lnTo>
                  <a:lnTo>
                    <a:pt x="5803247" y="1768601"/>
                  </a:lnTo>
                  <a:lnTo>
                    <a:pt x="5804092" y="1798070"/>
                  </a:lnTo>
                  <a:lnTo>
                    <a:pt x="5804937" y="1830369"/>
                  </a:lnTo>
                  <a:lnTo>
                    <a:pt x="5805782" y="1856318"/>
                  </a:lnTo>
                  <a:lnTo>
                    <a:pt x="5806628" y="1872699"/>
                  </a:lnTo>
                  <a:lnTo>
                    <a:pt x="5807473" y="1949611"/>
                  </a:lnTo>
                  <a:lnTo>
                    <a:pt x="5808318" y="2026685"/>
                  </a:lnTo>
                  <a:lnTo>
                    <a:pt x="5809163" y="2001646"/>
                  </a:lnTo>
                  <a:lnTo>
                    <a:pt x="5810008" y="1978964"/>
                  </a:lnTo>
                  <a:lnTo>
                    <a:pt x="5810853" y="2030790"/>
                  </a:lnTo>
                  <a:lnTo>
                    <a:pt x="5811698" y="2078479"/>
                  </a:lnTo>
                  <a:lnTo>
                    <a:pt x="5812543" y="2063760"/>
                  </a:lnTo>
                  <a:lnTo>
                    <a:pt x="5813388" y="1999493"/>
                  </a:lnTo>
                  <a:lnTo>
                    <a:pt x="5814233" y="2005629"/>
                  </a:lnTo>
                  <a:lnTo>
                    <a:pt x="5815078" y="2023665"/>
                  </a:lnTo>
                  <a:lnTo>
                    <a:pt x="5815924" y="1991912"/>
                  </a:lnTo>
                  <a:lnTo>
                    <a:pt x="5816769" y="1952978"/>
                  </a:lnTo>
                  <a:lnTo>
                    <a:pt x="5817614" y="1924109"/>
                  </a:lnTo>
                  <a:lnTo>
                    <a:pt x="5818459" y="1952389"/>
                  </a:lnTo>
                  <a:lnTo>
                    <a:pt x="5819304" y="1963014"/>
                  </a:lnTo>
                  <a:lnTo>
                    <a:pt x="5820149" y="1971522"/>
                  </a:lnTo>
                  <a:lnTo>
                    <a:pt x="5820994" y="1986769"/>
                  </a:lnTo>
                  <a:lnTo>
                    <a:pt x="5821839" y="1998360"/>
                  </a:lnTo>
                  <a:lnTo>
                    <a:pt x="5822684" y="2033348"/>
                  </a:lnTo>
                  <a:lnTo>
                    <a:pt x="5823529" y="2051291"/>
                  </a:lnTo>
                  <a:lnTo>
                    <a:pt x="5824374" y="2052023"/>
                  </a:lnTo>
                  <a:lnTo>
                    <a:pt x="5825220" y="2053210"/>
                  </a:lnTo>
                  <a:lnTo>
                    <a:pt x="5826065" y="2062454"/>
                  </a:lnTo>
                  <a:lnTo>
                    <a:pt x="5826910" y="2056261"/>
                  </a:lnTo>
                  <a:lnTo>
                    <a:pt x="5827755" y="2008041"/>
                  </a:lnTo>
                  <a:lnTo>
                    <a:pt x="5828600" y="1941263"/>
                  </a:lnTo>
                  <a:lnTo>
                    <a:pt x="5829445" y="1925472"/>
                  </a:lnTo>
                  <a:lnTo>
                    <a:pt x="5830290" y="1915682"/>
                  </a:lnTo>
                  <a:lnTo>
                    <a:pt x="5831135" y="1890289"/>
                  </a:lnTo>
                  <a:lnTo>
                    <a:pt x="5831980" y="1862661"/>
                  </a:lnTo>
                  <a:lnTo>
                    <a:pt x="5832825" y="1884523"/>
                  </a:lnTo>
                  <a:lnTo>
                    <a:pt x="5833670" y="1951302"/>
                  </a:lnTo>
                  <a:lnTo>
                    <a:pt x="5834516" y="1966701"/>
                  </a:lnTo>
                  <a:lnTo>
                    <a:pt x="5835361" y="1944753"/>
                  </a:lnTo>
                  <a:lnTo>
                    <a:pt x="5836206" y="1908832"/>
                  </a:lnTo>
                  <a:lnTo>
                    <a:pt x="5837051" y="1903712"/>
                  </a:lnTo>
                  <a:lnTo>
                    <a:pt x="5837896" y="1949354"/>
                  </a:lnTo>
                  <a:lnTo>
                    <a:pt x="5838741" y="1954779"/>
                  </a:lnTo>
                  <a:lnTo>
                    <a:pt x="5839586" y="1923688"/>
                  </a:lnTo>
                  <a:lnTo>
                    <a:pt x="5840431" y="1905378"/>
                  </a:lnTo>
                  <a:lnTo>
                    <a:pt x="5841276" y="1952029"/>
                  </a:lnTo>
                  <a:lnTo>
                    <a:pt x="5842121" y="1999503"/>
                  </a:lnTo>
                  <a:lnTo>
                    <a:pt x="5842966" y="1980217"/>
                  </a:lnTo>
                  <a:lnTo>
                    <a:pt x="5843812" y="1974792"/>
                  </a:lnTo>
                  <a:lnTo>
                    <a:pt x="5844657" y="2011187"/>
                  </a:lnTo>
                  <a:lnTo>
                    <a:pt x="5845502" y="2079792"/>
                  </a:lnTo>
                  <a:lnTo>
                    <a:pt x="5846347" y="2103286"/>
                  </a:lnTo>
                  <a:lnTo>
                    <a:pt x="5846347" y="2103286"/>
                  </a:lnTo>
                  <a:lnTo>
                    <a:pt x="5847192" y="2103286"/>
                  </a:lnTo>
                  <a:lnTo>
                    <a:pt x="5848037" y="2103286"/>
                  </a:lnTo>
                  <a:lnTo>
                    <a:pt x="5848882" y="2100039"/>
                  </a:lnTo>
                  <a:lnTo>
                    <a:pt x="5849727" y="2068404"/>
                  </a:lnTo>
                  <a:lnTo>
                    <a:pt x="5850572" y="2030371"/>
                  </a:lnTo>
                  <a:lnTo>
                    <a:pt x="5851417" y="1997778"/>
                  </a:lnTo>
                  <a:lnTo>
                    <a:pt x="5852262" y="1954704"/>
                  </a:lnTo>
                  <a:lnTo>
                    <a:pt x="5853108" y="1951357"/>
                  </a:lnTo>
                  <a:lnTo>
                    <a:pt x="5853953" y="1974230"/>
                  </a:lnTo>
                  <a:lnTo>
                    <a:pt x="5854798" y="2005430"/>
                  </a:lnTo>
                  <a:lnTo>
                    <a:pt x="5855643" y="1974351"/>
                  </a:lnTo>
                  <a:lnTo>
                    <a:pt x="5856488" y="1960840"/>
                  </a:lnTo>
                  <a:lnTo>
                    <a:pt x="5857333" y="1996961"/>
                  </a:lnTo>
                  <a:lnTo>
                    <a:pt x="5858178" y="2000309"/>
                  </a:lnTo>
                  <a:lnTo>
                    <a:pt x="5859023" y="1984924"/>
                  </a:lnTo>
                  <a:lnTo>
                    <a:pt x="5859868" y="1980450"/>
                  </a:lnTo>
                  <a:lnTo>
                    <a:pt x="5860713" y="2029469"/>
                  </a:lnTo>
                  <a:lnTo>
                    <a:pt x="5861559" y="2062803"/>
                  </a:lnTo>
                  <a:lnTo>
                    <a:pt x="5862404" y="2069756"/>
                  </a:lnTo>
                  <a:lnTo>
                    <a:pt x="5863249" y="2069756"/>
                  </a:lnTo>
                  <a:lnTo>
                    <a:pt x="5864094" y="2070238"/>
                  </a:lnTo>
                  <a:lnTo>
                    <a:pt x="5864939" y="2060638"/>
                  </a:lnTo>
                  <a:lnTo>
                    <a:pt x="5865784" y="2051121"/>
                  </a:lnTo>
                  <a:lnTo>
                    <a:pt x="5866629" y="2038294"/>
                  </a:lnTo>
                  <a:lnTo>
                    <a:pt x="5867474" y="2021457"/>
                  </a:lnTo>
                  <a:lnTo>
                    <a:pt x="5868319" y="2015283"/>
                  </a:lnTo>
                  <a:lnTo>
                    <a:pt x="5869164" y="1998842"/>
                  </a:lnTo>
                  <a:lnTo>
                    <a:pt x="5870009" y="2000837"/>
                  </a:lnTo>
                  <a:lnTo>
                    <a:pt x="5870855" y="2002486"/>
                  </a:lnTo>
                  <a:lnTo>
                    <a:pt x="5871700" y="1980840"/>
                  </a:lnTo>
                  <a:lnTo>
                    <a:pt x="5872545" y="1932113"/>
                  </a:lnTo>
                  <a:lnTo>
                    <a:pt x="5873390" y="1894046"/>
                  </a:lnTo>
                  <a:lnTo>
                    <a:pt x="5874235" y="1902790"/>
                  </a:lnTo>
                  <a:lnTo>
                    <a:pt x="5875080" y="1910394"/>
                  </a:lnTo>
                  <a:lnTo>
                    <a:pt x="5875925" y="1938632"/>
                  </a:lnTo>
                  <a:lnTo>
                    <a:pt x="5876770" y="1986138"/>
                  </a:lnTo>
                  <a:lnTo>
                    <a:pt x="5877615" y="2028181"/>
                  </a:lnTo>
                  <a:lnTo>
                    <a:pt x="5878460" y="2067955"/>
                  </a:lnTo>
                  <a:lnTo>
                    <a:pt x="5879305" y="2050935"/>
                  </a:lnTo>
                  <a:lnTo>
                    <a:pt x="5880151" y="1997523"/>
                  </a:lnTo>
                  <a:lnTo>
                    <a:pt x="5880996" y="1955984"/>
                  </a:lnTo>
                  <a:lnTo>
                    <a:pt x="5881841" y="1948674"/>
                  </a:lnTo>
                  <a:lnTo>
                    <a:pt x="5882686" y="1966974"/>
                  </a:lnTo>
                  <a:lnTo>
                    <a:pt x="5883531" y="1955712"/>
                  </a:lnTo>
                  <a:lnTo>
                    <a:pt x="5884376" y="1953512"/>
                  </a:lnTo>
                  <a:lnTo>
                    <a:pt x="5885221" y="1973853"/>
                  </a:lnTo>
                  <a:lnTo>
                    <a:pt x="5886066" y="1979049"/>
                  </a:lnTo>
                  <a:lnTo>
                    <a:pt x="5886911" y="1938855"/>
                  </a:lnTo>
                  <a:lnTo>
                    <a:pt x="5887756" y="1921912"/>
                  </a:lnTo>
                  <a:lnTo>
                    <a:pt x="5888601" y="1903172"/>
                  </a:lnTo>
                  <a:lnTo>
                    <a:pt x="5889447" y="1922086"/>
                  </a:lnTo>
                  <a:lnTo>
                    <a:pt x="5890292" y="1955156"/>
                  </a:lnTo>
                  <a:lnTo>
                    <a:pt x="5891137" y="1974671"/>
                  </a:lnTo>
                  <a:lnTo>
                    <a:pt x="5891982" y="2019186"/>
                  </a:lnTo>
                  <a:lnTo>
                    <a:pt x="5892827" y="2054588"/>
                  </a:lnTo>
                  <a:lnTo>
                    <a:pt x="5893672" y="2074251"/>
                  </a:lnTo>
                  <a:lnTo>
                    <a:pt x="5894517" y="2065553"/>
                  </a:lnTo>
                  <a:lnTo>
                    <a:pt x="5895362" y="2038132"/>
                  </a:lnTo>
                  <a:lnTo>
                    <a:pt x="5896207" y="1951871"/>
                  </a:lnTo>
                  <a:lnTo>
                    <a:pt x="5897052" y="1918669"/>
                  </a:lnTo>
                  <a:lnTo>
                    <a:pt x="5897897" y="1920476"/>
                  </a:lnTo>
                  <a:lnTo>
                    <a:pt x="5898743" y="1939448"/>
                  </a:lnTo>
                  <a:lnTo>
                    <a:pt x="5899588" y="1929576"/>
                  </a:lnTo>
                  <a:lnTo>
                    <a:pt x="5900433" y="1920625"/>
                  </a:lnTo>
                  <a:lnTo>
                    <a:pt x="5901278" y="1995964"/>
                  </a:lnTo>
                  <a:lnTo>
                    <a:pt x="5902123" y="2024941"/>
                  </a:lnTo>
                  <a:lnTo>
                    <a:pt x="5902968" y="2011245"/>
                  </a:lnTo>
                  <a:lnTo>
                    <a:pt x="5903813" y="2013989"/>
                  </a:lnTo>
                  <a:lnTo>
                    <a:pt x="5904658" y="2008516"/>
                  </a:lnTo>
                  <a:lnTo>
                    <a:pt x="5905503" y="2003993"/>
                  </a:lnTo>
                  <a:lnTo>
                    <a:pt x="5906348" y="2022246"/>
                  </a:lnTo>
                  <a:lnTo>
                    <a:pt x="5907193" y="2016428"/>
                  </a:lnTo>
                  <a:lnTo>
                    <a:pt x="5908039" y="2015076"/>
                  </a:lnTo>
                  <a:lnTo>
                    <a:pt x="5908884" y="2008167"/>
                  </a:lnTo>
                  <a:lnTo>
                    <a:pt x="5909729" y="2042931"/>
                  </a:lnTo>
                  <a:lnTo>
                    <a:pt x="5910574" y="2103286"/>
                  </a:lnTo>
                  <a:lnTo>
                    <a:pt x="5910574" y="2103286"/>
                  </a:lnTo>
                  <a:lnTo>
                    <a:pt x="5911419" y="2103286"/>
                  </a:lnTo>
                  <a:lnTo>
                    <a:pt x="5912264" y="2103286"/>
                  </a:lnTo>
                  <a:lnTo>
                    <a:pt x="5913109" y="2067838"/>
                  </a:lnTo>
                  <a:lnTo>
                    <a:pt x="5913954" y="2052485"/>
                  </a:lnTo>
                  <a:lnTo>
                    <a:pt x="5914799" y="2051848"/>
                  </a:lnTo>
                  <a:lnTo>
                    <a:pt x="5915644" y="1964445"/>
                  </a:lnTo>
                  <a:lnTo>
                    <a:pt x="5916489" y="1884220"/>
                  </a:lnTo>
                  <a:lnTo>
                    <a:pt x="5917335" y="1920121"/>
                  </a:lnTo>
                  <a:lnTo>
                    <a:pt x="5918180" y="1992994"/>
                  </a:lnTo>
                  <a:lnTo>
                    <a:pt x="5919025" y="2009910"/>
                  </a:lnTo>
                  <a:lnTo>
                    <a:pt x="5919870" y="1953840"/>
                  </a:lnTo>
                  <a:lnTo>
                    <a:pt x="5920715" y="1933939"/>
                  </a:lnTo>
                  <a:lnTo>
                    <a:pt x="5921560" y="1951424"/>
                  </a:lnTo>
                  <a:lnTo>
                    <a:pt x="5922405" y="1934421"/>
                  </a:lnTo>
                  <a:lnTo>
                    <a:pt x="5923250" y="1922295"/>
                  </a:lnTo>
                  <a:lnTo>
                    <a:pt x="5924095" y="1883985"/>
                  </a:lnTo>
                  <a:lnTo>
                    <a:pt x="5924940" y="1905840"/>
                  </a:lnTo>
                  <a:lnTo>
                    <a:pt x="5925786" y="1933366"/>
                  </a:lnTo>
                  <a:lnTo>
                    <a:pt x="5926631" y="1929454"/>
                  </a:lnTo>
                  <a:lnTo>
                    <a:pt x="5927476" y="1891040"/>
                  </a:lnTo>
                  <a:lnTo>
                    <a:pt x="5928321" y="1857217"/>
                  </a:lnTo>
                  <a:lnTo>
                    <a:pt x="5929166" y="1892115"/>
                  </a:lnTo>
                  <a:lnTo>
                    <a:pt x="5930011" y="1889450"/>
                  </a:lnTo>
                  <a:lnTo>
                    <a:pt x="5930856" y="1904733"/>
                  </a:lnTo>
                  <a:lnTo>
                    <a:pt x="5931701" y="1940591"/>
                  </a:lnTo>
                  <a:lnTo>
                    <a:pt x="5932546" y="1980947"/>
                  </a:lnTo>
                  <a:lnTo>
                    <a:pt x="5933391" y="2001011"/>
                  </a:lnTo>
                  <a:lnTo>
                    <a:pt x="5934236" y="1979201"/>
                  </a:lnTo>
                  <a:lnTo>
                    <a:pt x="5935082" y="1985677"/>
                  </a:lnTo>
                  <a:lnTo>
                    <a:pt x="5935927" y="2018195"/>
                  </a:lnTo>
                  <a:lnTo>
                    <a:pt x="5936772" y="2022122"/>
                  </a:lnTo>
                  <a:lnTo>
                    <a:pt x="5937617" y="2016754"/>
                  </a:lnTo>
                  <a:lnTo>
                    <a:pt x="5938462" y="2016754"/>
                  </a:lnTo>
                  <a:lnTo>
                    <a:pt x="5939307" y="2040412"/>
                  </a:lnTo>
                  <a:lnTo>
                    <a:pt x="5940152" y="2068256"/>
                  </a:lnTo>
                  <a:lnTo>
                    <a:pt x="5940997" y="2069756"/>
                  </a:lnTo>
                  <a:lnTo>
                    <a:pt x="5941842" y="2069756"/>
                  </a:lnTo>
                  <a:lnTo>
                    <a:pt x="5942687" y="2046737"/>
                  </a:lnTo>
                  <a:lnTo>
                    <a:pt x="5943532" y="2017693"/>
                  </a:lnTo>
                  <a:lnTo>
                    <a:pt x="5944378" y="2017693"/>
                  </a:lnTo>
                  <a:lnTo>
                    <a:pt x="5945223" y="1992660"/>
                  </a:lnTo>
                  <a:lnTo>
                    <a:pt x="5946068" y="1958273"/>
                  </a:lnTo>
                  <a:lnTo>
                    <a:pt x="5946913" y="1881241"/>
                  </a:lnTo>
                  <a:lnTo>
                    <a:pt x="5947758" y="1843553"/>
                  </a:lnTo>
                  <a:lnTo>
                    <a:pt x="5948603" y="1880345"/>
                  </a:lnTo>
                  <a:lnTo>
                    <a:pt x="5949448" y="1900616"/>
                  </a:lnTo>
                  <a:lnTo>
                    <a:pt x="5950293" y="1921906"/>
                  </a:lnTo>
                  <a:lnTo>
                    <a:pt x="5951138" y="1934497"/>
                  </a:lnTo>
                  <a:lnTo>
                    <a:pt x="5951983" y="1951631"/>
                  </a:lnTo>
                  <a:lnTo>
                    <a:pt x="5952828" y="1944647"/>
                  </a:lnTo>
                  <a:lnTo>
                    <a:pt x="5953674" y="1883145"/>
                  </a:lnTo>
                  <a:lnTo>
                    <a:pt x="5954519" y="1834634"/>
                  </a:lnTo>
                  <a:lnTo>
                    <a:pt x="5955364" y="1819654"/>
                  </a:lnTo>
                  <a:lnTo>
                    <a:pt x="5956209" y="1822533"/>
                  </a:lnTo>
                  <a:lnTo>
                    <a:pt x="5957054" y="1859745"/>
                  </a:lnTo>
                  <a:lnTo>
                    <a:pt x="5957899" y="1882044"/>
                  </a:lnTo>
                  <a:lnTo>
                    <a:pt x="5958744" y="1879223"/>
                  </a:lnTo>
                  <a:lnTo>
                    <a:pt x="5959589" y="1864667"/>
                  </a:lnTo>
                  <a:lnTo>
                    <a:pt x="5960434" y="1840647"/>
                  </a:lnTo>
                  <a:lnTo>
                    <a:pt x="5961279" y="1780121"/>
                  </a:lnTo>
                  <a:lnTo>
                    <a:pt x="5962124" y="1708945"/>
                  </a:lnTo>
                  <a:lnTo>
                    <a:pt x="5962970" y="1742146"/>
                  </a:lnTo>
                  <a:lnTo>
                    <a:pt x="5963815" y="1800204"/>
                  </a:lnTo>
                  <a:lnTo>
                    <a:pt x="5964660" y="1841155"/>
                  </a:lnTo>
                  <a:lnTo>
                    <a:pt x="5965505" y="1859719"/>
                  </a:lnTo>
                  <a:lnTo>
                    <a:pt x="5966350" y="1914291"/>
                  </a:lnTo>
                  <a:lnTo>
                    <a:pt x="5967195" y="2005440"/>
                  </a:lnTo>
                  <a:lnTo>
                    <a:pt x="5968040" y="2017631"/>
                  </a:lnTo>
                  <a:lnTo>
                    <a:pt x="5968885" y="2016147"/>
                  </a:lnTo>
                  <a:lnTo>
                    <a:pt x="5969730" y="2017994"/>
                  </a:lnTo>
                  <a:lnTo>
                    <a:pt x="5970575" y="2040497"/>
                  </a:lnTo>
                  <a:lnTo>
                    <a:pt x="5971420" y="2015320"/>
                  </a:lnTo>
                  <a:lnTo>
                    <a:pt x="5972266" y="1969257"/>
                  </a:lnTo>
                  <a:lnTo>
                    <a:pt x="5973111" y="1894505"/>
                  </a:lnTo>
                  <a:lnTo>
                    <a:pt x="5973956" y="1839574"/>
                  </a:lnTo>
                  <a:lnTo>
                    <a:pt x="5974801" y="1800865"/>
                  </a:lnTo>
                  <a:lnTo>
                    <a:pt x="5975646" y="1740995"/>
                  </a:lnTo>
                  <a:lnTo>
                    <a:pt x="5976491" y="1748641"/>
                  </a:lnTo>
                  <a:lnTo>
                    <a:pt x="5977336" y="1773706"/>
                  </a:lnTo>
                  <a:lnTo>
                    <a:pt x="5978181" y="1800201"/>
                  </a:lnTo>
                  <a:lnTo>
                    <a:pt x="5979026" y="1803427"/>
                  </a:lnTo>
                  <a:lnTo>
                    <a:pt x="5979871" y="1800459"/>
                  </a:lnTo>
                  <a:lnTo>
                    <a:pt x="5980716" y="1804631"/>
                  </a:lnTo>
                  <a:lnTo>
                    <a:pt x="5981562" y="1776943"/>
                  </a:lnTo>
                  <a:lnTo>
                    <a:pt x="5982407" y="1774878"/>
                  </a:lnTo>
                  <a:lnTo>
                    <a:pt x="5983252" y="1823135"/>
                  </a:lnTo>
                  <a:lnTo>
                    <a:pt x="5984097" y="1878160"/>
                  </a:lnTo>
                  <a:lnTo>
                    <a:pt x="5984942" y="1920374"/>
                  </a:lnTo>
                  <a:lnTo>
                    <a:pt x="5985787" y="1936003"/>
                  </a:lnTo>
                  <a:lnTo>
                    <a:pt x="5986632" y="1975730"/>
                  </a:lnTo>
                  <a:lnTo>
                    <a:pt x="5987477" y="1975890"/>
                  </a:lnTo>
                  <a:lnTo>
                    <a:pt x="5988322" y="1930393"/>
                  </a:lnTo>
                  <a:lnTo>
                    <a:pt x="5989167" y="1920171"/>
                  </a:lnTo>
                  <a:lnTo>
                    <a:pt x="5990013" y="1915266"/>
                  </a:lnTo>
                  <a:lnTo>
                    <a:pt x="5990858" y="1961856"/>
                  </a:lnTo>
                  <a:lnTo>
                    <a:pt x="5991703" y="1974427"/>
                  </a:lnTo>
                  <a:lnTo>
                    <a:pt x="5992548" y="1960670"/>
                  </a:lnTo>
                  <a:lnTo>
                    <a:pt x="5993393" y="1962880"/>
                  </a:lnTo>
                  <a:lnTo>
                    <a:pt x="5994238" y="1965375"/>
                  </a:lnTo>
                  <a:lnTo>
                    <a:pt x="5995083" y="2005714"/>
                  </a:lnTo>
                  <a:lnTo>
                    <a:pt x="5995928" y="1998660"/>
                  </a:lnTo>
                  <a:lnTo>
                    <a:pt x="5996773" y="1964020"/>
                  </a:lnTo>
                  <a:lnTo>
                    <a:pt x="5997618" y="2021991"/>
                  </a:lnTo>
                  <a:lnTo>
                    <a:pt x="5998463" y="2083010"/>
                  </a:lnTo>
                  <a:lnTo>
                    <a:pt x="5999309" y="2087419"/>
                  </a:lnTo>
                  <a:lnTo>
                    <a:pt x="6000154" y="2048827"/>
                  </a:lnTo>
                  <a:lnTo>
                    <a:pt x="6000999" y="2044086"/>
                  </a:lnTo>
                  <a:lnTo>
                    <a:pt x="6001844" y="2087981"/>
                  </a:lnTo>
                  <a:lnTo>
                    <a:pt x="6002689" y="2067336"/>
                  </a:lnTo>
                  <a:lnTo>
                    <a:pt x="6003534" y="2037216"/>
                  </a:lnTo>
                  <a:lnTo>
                    <a:pt x="6004379" y="1988695"/>
                  </a:lnTo>
                  <a:lnTo>
                    <a:pt x="6005224" y="1968286"/>
                  </a:lnTo>
                  <a:lnTo>
                    <a:pt x="6006069" y="1960253"/>
                  </a:lnTo>
                  <a:lnTo>
                    <a:pt x="6006914" y="1951205"/>
                  </a:lnTo>
                  <a:lnTo>
                    <a:pt x="6007759" y="1929052"/>
                  </a:lnTo>
                  <a:lnTo>
                    <a:pt x="6008605" y="1913453"/>
                  </a:lnTo>
                  <a:lnTo>
                    <a:pt x="6009450" y="1961974"/>
                  </a:lnTo>
                  <a:lnTo>
                    <a:pt x="6010295" y="1985003"/>
                  </a:lnTo>
                  <a:lnTo>
                    <a:pt x="6011140" y="1964018"/>
                  </a:lnTo>
                  <a:lnTo>
                    <a:pt x="6011985" y="1926183"/>
                  </a:lnTo>
                  <a:lnTo>
                    <a:pt x="6012830" y="1864313"/>
                  </a:lnTo>
                  <a:lnTo>
                    <a:pt x="6013675" y="1830957"/>
                  </a:lnTo>
                  <a:lnTo>
                    <a:pt x="6014520" y="1824032"/>
                  </a:lnTo>
                  <a:lnTo>
                    <a:pt x="6015365" y="1798686"/>
                  </a:lnTo>
                  <a:lnTo>
                    <a:pt x="6016210" y="1807920"/>
                  </a:lnTo>
                  <a:lnTo>
                    <a:pt x="6017055" y="1883198"/>
                  </a:lnTo>
                  <a:lnTo>
                    <a:pt x="6017901" y="1983931"/>
                  </a:lnTo>
                  <a:lnTo>
                    <a:pt x="6018746" y="2051967"/>
                  </a:lnTo>
                  <a:lnTo>
                    <a:pt x="6019591" y="2037817"/>
                  </a:lnTo>
                  <a:lnTo>
                    <a:pt x="6020436" y="2049554"/>
                  </a:lnTo>
                  <a:lnTo>
                    <a:pt x="6021281" y="2042871"/>
                  </a:lnTo>
                  <a:lnTo>
                    <a:pt x="6022126" y="1972222"/>
                  </a:lnTo>
                  <a:lnTo>
                    <a:pt x="6022971" y="1921950"/>
                  </a:lnTo>
                  <a:lnTo>
                    <a:pt x="6023816" y="1901608"/>
                  </a:lnTo>
                  <a:lnTo>
                    <a:pt x="6024661" y="1916560"/>
                  </a:lnTo>
                  <a:lnTo>
                    <a:pt x="6025506" y="1928323"/>
                  </a:lnTo>
                  <a:lnTo>
                    <a:pt x="6026351" y="1961739"/>
                  </a:lnTo>
                  <a:lnTo>
                    <a:pt x="6027197" y="2012049"/>
                  </a:lnTo>
                  <a:lnTo>
                    <a:pt x="6028042" y="2041206"/>
                  </a:lnTo>
                  <a:lnTo>
                    <a:pt x="6028887" y="2021181"/>
                  </a:lnTo>
                  <a:lnTo>
                    <a:pt x="6029732" y="2002460"/>
                  </a:lnTo>
                  <a:lnTo>
                    <a:pt x="6030577" y="1976694"/>
                  </a:lnTo>
                  <a:lnTo>
                    <a:pt x="6031422" y="1953917"/>
                  </a:lnTo>
                  <a:lnTo>
                    <a:pt x="6032267" y="1912426"/>
                  </a:lnTo>
                  <a:lnTo>
                    <a:pt x="6033112" y="1874631"/>
                  </a:lnTo>
                  <a:lnTo>
                    <a:pt x="6033957" y="1897308"/>
                  </a:lnTo>
                  <a:lnTo>
                    <a:pt x="6034802" y="1904317"/>
                  </a:lnTo>
                  <a:lnTo>
                    <a:pt x="6035647" y="1883006"/>
                  </a:lnTo>
                  <a:lnTo>
                    <a:pt x="6036493" y="1900796"/>
                  </a:lnTo>
                  <a:lnTo>
                    <a:pt x="6037338" y="1947896"/>
                  </a:lnTo>
                  <a:lnTo>
                    <a:pt x="6038183" y="1984034"/>
                  </a:lnTo>
                  <a:lnTo>
                    <a:pt x="6039028" y="1984291"/>
                  </a:lnTo>
                  <a:lnTo>
                    <a:pt x="6039873" y="2002128"/>
                  </a:lnTo>
                  <a:lnTo>
                    <a:pt x="6040718" y="2051052"/>
                  </a:lnTo>
                  <a:lnTo>
                    <a:pt x="6041563" y="2051386"/>
                  </a:lnTo>
                  <a:lnTo>
                    <a:pt x="6042408" y="2012241"/>
                  </a:lnTo>
                  <a:lnTo>
                    <a:pt x="6043253" y="2005360"/>
                  </a:lnTo>
                  <a:lnTo>
                    <a:pt x="6044098" y="1992581"/>
                  </a:lnTo>
                  <a:lnTo>
                    <a:pt x="6044943" y="1940686"/>
                  </a:lnTo>
                  <a:lnTo>
                    <a:pt x="6045789" y="1904052"/>
                  </a:lnTo>
                  <a:lnTo>
                    <a:pt x="6046634" y="1889993"/>
                  </a:lnTo>
                  <a:lnTo>
                    <a:pt x="6047479" y="1858761"/>
                  </a:lnTo>
                  <a:lnTo>
                    <a:pt x="6048324" y="1846454"/>
                  </a:lnTo>
                  <a:lnTo>
                    <a:pt x="6049169" y="1869973"/>
                  </a:lnTo>
                  <a:lnTo>
                    <a:pt x="6050014" y="1921869"/>
                  </a:lnTo>
                  <a:lnTo>
                    <a:pt x="6050859" y="1958502"/>
                  </a:lnTo>
                  <a:lnTo>
                    <a:pt x="6051704" y="1977214"/>
                  </a:lnTo>
                  <a:lnTo>
                    <a:pt x="6052549" y="2057525"/>
                  </a:lnTo>
                  <a:lnTo>
                    <a:pt x="6053394" y="2091306"/>
                  </a:lnTo>
                  <a:lnTo>
                    <a:pt x="6054240" y="2075072"/>
                  </a:lnTo>
                  <a:lnTo>
                    <a:pt x="6055085" y="2063596"/>
                  </a:lnTo>
                  <a:lnTo>
                    <a:pt x="6055930" y="2033165"/>
                  </a:lnTo>
                  <a:lnTo>
                    <a:pt x="6056775" y="2001241"/>
                  </a:lnTo>
                  <a:lnTo>
                    <a:pt x="6057620" y="1952699"/>
                  </a:lnTo>
                  <a:lnTo>
                    <a:pt x="6058465" y="1924205"/>
                  </a:lnTo>
                  <a:lnTo>
                    <a:pt x="6059310" y="1896103"/>
                  </a:lnTo>
                  <a:lnTo>
                    <a:pt x="6060155" y="1843810"/>
                  </a:lnTo>
                  <a:lnTo>
                    <a:pt x="6061000" y="1824853"/>
                  </a:lnTo>
                  <a:lnTo>
                    <a:pt x="6061845" y="1847599"/>
                  </a:lnTo>
                  <a:lnTo>
                    <a:pt x="6062690" y="1881075"/>
                  </a:lnTo>
                  <a:lnTo>
                    <a:pt x="6063536" y="1903085"/>
                  </a:lnTo>
                  <a:lnTo>
                    <a:pt x="6064381" y="1947421"/>
                  </a:lnTo>
                  <a:lnTo>
                    <a:pt x="6065226" y="2011189"/>
                  </a:lnTo>
                  <a:lnTo>
                    <a:pt x="6066071" y="2060578"/>
                  </a:lnTo>
                  <a:lnTo>
                    <a:pt x="6066916" y="2063435"/>
                  </a:lnTo>
                  <a:lnTo>
                    <a:pt x="6067761" y="2031981"/>
                  </a:lnTo>
                  <a:lnTo>
                    <a:pt x="6068606" y="2013905"/>
                  </a:lnTo>
                  <a:lnTo>
                    <a:pt x="6069451" y="2024572"/>
                  </a:lnTo>
                  <a:lnTo>
                    <a:pt x="6070296" y="2010053"/>
                  </a:lnTo>
                  <a:lnTo>
                    <a:pt x="6071141" y="1972979"/>
                  </a:lnTo>
                  <a:lnTo>
                    <a:pt x="6071986" y="1941974"/>
                  </a:lnTo>
                  <a:lnTo>
                    <a:pt x="6072832" y="1958452"/>
                  </a:lnTo>
                  <a:lnTo>
                    <a:pt x="6073677" y="1976529"/>
                  </a:lnTo>
                  <a:lnTo>
                    <a:pt x="6074522" y="1973215"/>
                  </a:lnTo>
                  <a:lnTo>
                    <a:pt x="6075367" y="1997244"/>
                  </a:lnTo>
                  <a:lnTo>
                    <a:pt x="6076212" y="2006869"/>
                  </a:lnTo>
                  <a:lnTo>
                    <a:pt x="6077057" y="2029015"/>
                  </a:lnTo>
                  <a:lnTo>
                    <a:pt x="6077902" y="2014320"/>
                  </a:lnTo>
                  <a:lnTo>
                    <a:pt x="6078747" y="1998557"/>
                  </a:lnTo>
                  <a:lnTo>
                    <a:pt x="6079592" y="1974223"/>
                  </a:lnTo>
                  <a:lnTo>
                    <a:pt x="6080437" y="1935578"/>
                  </a:lnTo>
                  <a:lnTo>
                    <a:pt x="6081282" y="1955539"/>
                  </a:lnTo>
                  <a:lnTo>
                    <a:pt x="6082128" y="1970718"/>
                  </a:lnTo>
                  <a:lnTo>
                    <a:pt x="6082973" y="1983225"/>
                  </a:lnTo>
                  <a:lnTo>
                    <a:pt x="6083818" y="1970414"/>
                  </a:lnTo>
                  <a:lnTo>
                    <a:pt x="6084663" y="1979327"/>
                  </a:lnTo>
                  <a:lnTo>
                    <a:pt x="6085508" y="2008463"/>
                  </a:lnTo>
                  <a:lnTo>
                    <a:pt x="6086353" y="2030314"/>
                  </a:lnTo>
                  <a:lnTo>
                    <a:pt x="6087198" y="2053843"/>
                  </a:lnTo>
                  <a:lnTo>
                    <a:pt x="6088043" y="2093771"/>
                  </a:lnTo>
                  <a:lnTo>
                    <a:pt x="6088888" y="2103286"/>
                  </a:lnTo>
                  <a:lnTo>
                    <a:pt x="6088888" y="2103286"/>
                  </a:lnTo>
                  <a:lnTo>
                    <a:pt x="6089733" y="2067155"/>
                  </a:lnTo>
                  <a:lnTo>
                    <a:pt x="6090578" y="2003604"/>
                  </a:lnTo>
                  <a:lnTo>
                    <a:pt x="6091424" y="1913374"/>
                  </a:lnTo>
                  <a:lnTo>
                    <a:pt x="6092269" y="1841459"/>
                  </a:lnTo>
                  <a:lnTo>
                    <a:pt x="6093114" y="1775353"/>
                  </a:lnTo>
                  <a:lnTo>
                    <a:pt x="6093959" y="1764443"/>
                  </a:lnTo>
                  <a:lnTo>
                    <a:pt x="6094804" y="1784942"/>
                  </a:lnTo>
                  <a:lnTo>
                    <a:pt x="6095649" y="1824783"/>
                  </a:lnTo>
                  <a:lnTo>
                    <a:pt x="6096494" y="1891788"/>
                  </a:lnTo>
                  <a:lnTo>
                    <a:pt x="6097339" y="1975010"/>
                  </a:lnTo>
                  <a:lnTo>
                    <a:pt x="6098184" y="2024088"/>
                  </a:lnTo>
                  <a:lnTo>
                    <a:pt x="6099029" y="1996204"/>
                  </a:lnTo>
                  <a:lnTo>
                    <a:pt x="6099874" y="1957490"/>
                  </a:lnTo>
                  <a:lnTo>
                    <a:pt x="6100720" y="1962888"/>
                  </a:lnTo>
                  <a:lnTo>
                    <a:pt x="6101565" y="1939755"/>
                  </a:lnTo>
                  <a:lnTo>
                    <a:pt x="6102410" y="1859692"/>
                  </a:lnTo>
                  <a:lnTo>
                    <a:pt x="6103255" y="1801360"/>
                  </a:lnTo>
                  <a:lnTo>
                    <a:pt x="6104100" y="1832008"/>
                  </a:lnTo>
                  <a:lnTo>
                    <a:pt x="6104945" y="1884699"/>
                  </a:lnTo>
                  <a:lnTo>
                    <a:pt x="6105790" y="1863051"/>
                  </a:lnTo>
                  <a:lnTo>
                    <a:pt x="6106635" y="1864616"/>
                  </a:lnTo>
                  <a:lnTo>
                    <a:pt x="6107480" y="1877078"/>
                  </a:lnTo>
                  <a:lnTo>
                    <a:pt x="6108325" y="1919424"/>
                  </a:lnTo>
                  <a:lnTo>
                    <a:pt x="6109170" y="1920107"/>
                  </a:lnTo>
                  <a:lnTo>
                    <a:pt x="6110016" y="1872011"/>
                  </a:lnTo>
                  <a:lnTo>
                    <a:pt x="6110861" y="1852372"/>
                  </a:lnTo>
                  <a:lnTo>
                    <a:pt x="6111706" y="1837638"/>
                  </a:lnTo>
                  <a:lnTo>
                    <a:pt x="6112551" y="1841818"/>
                  </a:lnTo>
                  <a:lnTo>
                    <a:pt x="6113396" y="1774436"/>
                  </a:lnTo>
                  <a:lnTo>
                    <a:pt x="6114241" y="1689096"/>
                  </a:lnTo>
                  <a:lnTo>
                    <a:pt x="6115086" y="1656561"/>
                  </a:lnTo>
                  <a:lnTo>
                    <a:pt x="6115931" y="1649951"/>
                  </a:lnTo>
                  <a:lnTo>
                    <a:pt x="6116776" y="1659538"/>
                  </a:lnTo>
                  <a:lnTo>
                    <a:pt x="6117621" y="1573673"/>
                  </a:lnTo>
                  <a:lnTo>
                    <a:pt x="6118467" y="1509135"/>
                  </a:lnTo>
                  <a:lnTo>
                    <a:pt x="6119312" y="1530003"/>
                  </a:lnTo>
                  <a:lnTo>
                    <a:pt x="6120157" y="1576498"/>
                  </a:lnTo>
                  <a:lnTo>
                    <a:pt x="6121002" y="1593434"/>
                  </a:lnTo>
                  <a:lnTo>
                    <a:pt x="6121847" y="1538216"/>
                  </a:lnTo>
                  <a:lnTo>
                    <a:pt x="6122692" y="1562759"/>
                  </a:lnTo>
                  <a:lnTo>
                    <a:pt x="6123537" y="1634337"/>
                  </a:lnTo>
                  <a:lnTo>
                    <a:pt x="6124382" y="1646256"/>
                  </a:lnTo>
                  <a:lnTo>
                    <a:pt x="6125227" y="1601451"/>
                  </a:lnTo>
                  <a:lnTo>
                    <a:pt x="6126072" y="1582365"/>
                  </a:lnTo>
                  <a:lnTo>
                    <a:pt x="6126917" y="1556421"/>
                  </a:lnTo>
                  <a:lnTo>
                    <a:pt x="6127763" y="1511030"/>
                  </a:lnTo>
                  <a:lnTo>
                    <a:pt x="6128608" y="1457216"/>
                  </a:lnTo>
                  <a:lnTo>
                    <a:pt x="6129453" y="1407269"/>
                  </a:lnTo>
                  <a:lnTo>
                    <a:pt x="6130298" y="1409861"/>
                  </a:lnTo>
                  <a:lnTo>
                    <a:pt x="6131143" y="1359580"/>
                  </a:lnTo>
                  <a:lnTo>
                    <a:pt x="6131988" y="1375395"/>
                  </a:lnTo>
                  <a:lnTo>
                    <a:pt x="6132833" y="1393973"/>
                  </a:lnTo>
                  <a:lnTo>
                    <a:pt x="6133678" y="1362176"/>
                  </a:lnTo>
                  <a:lnTo>
                    <a:pt x="6134523" y="1334611"/>
                  </a:lnTo>
                  <a:lnTo>
                    <a:pt x="6135368" y="1302133"/>
                  </a:lnTo>
                  <a:lnTo>
                    <a:pt x="6136213" y="1295692"/>
                  </a:lnTo>
                  <a:lnTo>
                    <a:pt x="6137059" y="1214766"/>
                  </a:lnTo>
                  <a:lnTo>
                    <a:pt x="6137904" y="1147578"/>
                  </a:lnTo>
                  <a:lnTo>
                    <a:pt x="6138749" y="1157619"/>
                  </a:lnTo>
                  <a:lnTo>
                    <a:pt x="6139594" y="1170523"/>
                  </a:lnTo>
                  <a:lnTo>
                    <a:pt x="6140439" y="1184360"/>
                  </a:lnTo>
                  <a:lnTo>
                    <a:pt x="6141284" y="1228078"/>
                  </a:lnTo>
                  <a:lnTo>
                    <a:pt x="6142129" y="1314357"/>
                  </a:lnTo>
                  <a:lnTo>
                    <a:pt x="6142974" y="1419419"/>
                  </a:lnTo>
                  <a:lnTo>
                    <a:pt x="6143819" y="1540459"/>
                  </a:lnTo>
                  <a:lnTo>
                    <a:pt x="6144664" y="1660126"/>
                  </a:lnTo>
                  <a:lnTo>
                    <a:pt x="6145509" y="1648950"/>
                  </a:lnTo>
                  <a:lnTo>
                    <a:pt x="6146355" y="1598077"/>
                  </a:lnTo>
                  <a:lnTo>
                    <a:pt x="6147200" y="1589039"/>
                  </a:lnTo>
                  <a:lnTo>
                    <a:pt x="6148045" y="1594042"/>
                  </a:lnTo>
                  <a:lnTo>
                    <a:pt x="6148890" y="1564407"/>
                  </a:lnTo>
                  <a:lnTo>
                    <a:pt x="6149735" y="1543910"/>
                  </a:lnTo>
                  <a:lnTo>
                    <a:pt x="6150580" y="1616438"/>
                  </a:lnTo>
                  <a:lnTo>
                    <a:pt x="6151425" y="1687316"/>
                  </a:lnTo>
                  <a:lnTo>
                    <a:pt x="6152270" y="1738724"/>
                  </a:lnTo>
                  <a:lnTo>
                    <a:pt x="6153115" y="1765413"/>
                  </a:lnTo>
                  <a:lnTo>
                    <a:pt x="6153960" y="1776601"/>
                  </a:lnTo>
                  <a:lnTo>
                    <a:pt x="6154805" y="1779852"/>
                  </a:lnTo>
                  <a:lnTo>
                    <a:pt x="6155651" y="1789128"/>
                  </a:lnTo>
                  <a:lnTo>
                    <a:pt x="6156496" y="1792026"/>
                  </a:lnTo>
                  <a:lnTo>
                    <a:pt x="6157341" y="1750656"/>
                  </a:lnTo>
                  <a:lnTo>
                    <a:pt x="6158186" y="1734203"/>
                  </a:lnTo>
                  <a:lnTo>
                    <a:pt x="6159031" y="1719090"/>
                  </a:lnTo>
                  <a:lnTo>
                    <a:pt x="6159876" y="1715769"/>
                  </a:lnTo>
                  <a:lnTo>
                    <a:pt x="6160721" y="1703134"/>
                  </a:lnTo>
                  <a:lnTo>
                    <a:pt x="6161566" y="1718621"/>
                  </a:lnTo>
                  <a:lnTo>
                    <a:pt x="6162411" y="1805093"/>
                  </a:lnTo>
                  <a:lnTo>
                    <a:pt x="6163256" y="1825462"/>
                  </a:lnTo>
                  <a:lnTo>
                    <a:pt x="6164101" y="1837245"/>
                  </a:lnTo>
                  <a:lnTo>
                    <a:pt x="6164947" y="1821057"/>
                  </a:lnTo>
                  <a:lnTo>
                    <a:pt x="6165792" y="1798822"/>
                  </a:lnTo>
                  <a:lnTo>
                    <a:pt x="6166637" y="1727630"/>
                  </a:lnTo>
                  <a:lnTo>
                    <a:pt x="6167482" y="1629548"/>
                  </a:lnTo>
                  <a:lnTo>
                    <a:pt x="6168327" y="1585349"/>
                  </a:lnTo>
                  <a:lnTo>
                    <a:pt x="6169172" y="1548994"/>
                  </a:lnTo>
                  <a:lnTo>
                    <a:pt x="6170017" y="1475821"/>
                  </a:lnTo>
                  <a:lnTo>
                    <a:pt x="6170862" y="1418650"/>
                  </a:lnTo>
                  <a:lnTo>
                    <a:pt x="6171707" y="1443486"/>
                  </a:lnTo>
                  <a:lnTo>
                    <a:pt x="6172552" y="1449631"/>
                  </a:lnTo>
                  <a:lnTo>
                    <a:pt x="6173397" y="1435992"/>
                  </a:lnTo>
                  <a:lnTo>
                    <a:pt x="6174243" y="1422166"/>
                  </a:lnTo>
                  <a:lnTo>
                    <a:pt x="6175088" y="1464445"/>
                  </a:lnTo>
                  <a:lnTo>
                    <a:pt x="6175933" y="1581620"/>
                  </a:lnTo>
                  <a:lnTo>
                    <a:pt x="6176778" y="1632932"/>
                  </a:lnTo>
                  <a:lnTo>
                    <a:pt x="6177623" y="1679310"/>
                  </a:lnTo>
                  <a:lnTo>
                    <a:pt x="6178468" y="1746601"/>
                  </a:lnTo>
                  <a:lnTo>
                    <a:pt x="6179313" y="1832016"/>
                  </a:lnTo>
                  <a:lnTo>
                    <a:pt x="6180158" y="1900463"/>
                  </a:lnTo>
                  <a:lnTo>
                    <a:pt x="6181003" y="1862206"/>
                  </a:lnTo>
                  <a:lnTo>
                    <a:pt x="6181848" y="1858586"/>
                  </a:lnTo>
                  <a:lnTo>
                    <a:pt x="6182694" y="1927434"/>
                  </a:lnTo>
                  <a:lnTo>
                    <a:pt x="6183539" y="1978665"/>
                  </a:lnTo>
                  <a:lnTo>
                    <a:pt x="6184384" y="1965906"/>
                  </a:lnTo>
                  <a:lnTo>
                    <a:pt x="6185229" y="1931118"/>
                  </a:lnTo>
                  <a:lnTo>
                    <a:pt x="6186074" y="1946390"/>
                  </a:lnTo>
                  <a:lnTo>
                    <a:pt x="6186919" y="1899523"/>
                  </a:lnTo>
                  <a:lnTo>
                    <a:pt x="6187764" y="1801773"/>
                  </a:lnTo>
                  <a:lnTo>
                    <a:pt x="6188609" y="1747037"/>
                  </a:lnTo>
                  <a:lnTo>
                    <a:pt x="6189454" y="1707448"/>
                  </a:lnTo>
                  <a:lnTo>
                    <a:pt x="6190299" y="1718691"/>
                  </a:lnTo>
                  <a:lnTo>
                    <a:pt x="6191144" y="1710097"/>
                  </a:lnTo>
                  <a:lnTo>
                    <a:pt x="6191990" y="1738271"/>
                  </a:lnTo>
                  <a:lnTo>
                    <a:pt x="6192835" y="1743650"/>
                  </a:lnTo>
                  <a:lnTo>
                    <a:pt x="6193680" y="1741808"/>
                  </a:lnTo>
                  <a:lnTo>
                    <a:pt x="6194525" y="1784944"/>
                  </a:lnTo>
                  <a:lnTo>
                    <a:pt x="6195370" y="1817072"/>
                  </a:lnTo>
                  <a:lnTo>
                    <a:pt x="6196215" y="1858709"/>
                  </a:lnTo>
                  <a:lnTo>
                    <a:pt x="6197060" y="1934839"/>
                  </a:lnTo>
                  <a:lnTo>
                    <a:pt x="6197905" y="2006779"/>
                  </a:lnTo>
                  <a:lnTo>
                    <a:pt x="6198750" y="2016450"/>
                  </a:lnTo>
                  <a:lnTo>
                    <a:pt x="6199595" y="2027506"/>
                  </a:lnTo>
                  <a:lnTo>
                    <a:pt x="6200440" y="2038120"/>
                  </a:lnTo>
                  <a:lnTo>
                    <a:pt x="6201286" y="1995121"/>
                  </a:lnTo>
                  <a:lnTo>
                    <a:pt x="6202131" y="1943865"/>
                  </a:lnTo>
                  <a:lnTo>
                    <a:pt x="6202976" y="1949404"/>
                  </a:lnTo>
                  <a:lnTo>
                    <a:pt x="6203821" y="1961097"/>
                  </a:lnTo>
                  <a:lnTo>
                    <a:pt x="6204666" y="1937461"/>
                  </a:lnTo>
                  <a:lnTo>
                    <a:pt x="6205511" y="1936989"/>
                  </a:lnTo>
                  <a:lnTo>
                    <a:pt x="6206356" y="1976474"/>
                  </a:lnTo>
                  <a:lnTo>
                    <a:pt x="6207201" y="1988323"/>
                  </a:lnTo>
                  <a:lnTo>
                    <a:pt x="6208046" y="1954862"/>
                  </a:lnTo>
                  <a:lnTo>
                    <a:pt x="6208891" y="1946953"/>
                  </a:lnTo>
                  <a:lnTo>
                    <a:pt x="6209736" y="1945283"/>
                  </a:lnTo>
                  <a:lnTo>
                    <a:pt x="6210582" y="1919779"/>
                  </a:lnTo>
                  <a:lnTo>
                    <a:pt x="6211427" y="1917370"/>
                  </a:lnTo>
                  <a:lnTo>
                    <a:pt x="6212272" y="1940980"/>
                  </a:lnTo>
                  <a:lnTo>
                    <a:pt x="6213117" y="1974137"/>
                  </a:lnTo>
                  <a:lnTo>
                    <a:pt x="6213962" y="2004731"/>
                  </a:lnTo>
                  <a:lnTo>
                    <a:pt x="6214807" y="2060350"/>
                  </a:lnTo>
                  <a:lnTo>
                    <a:pt x="6215652" y="2088436"/>
                  </a:lnTo>
                  <a:lnTo>
                    <a:pt x="6216497" y="2093649"/>
                  </a:lnTo>
                  <a:lnTo>
                    <a:pt x="6217342" y="2103286"/>
                  </a:lnTo>
                  <a:lnTo>
                    <a:pt x="6217342" y="2103286"/>
                  </a:lnTo>
                  <a:lnTo>
                    <a:pt x="6218187" y="2103286"/>
                  </a:lnTo>
                  <a:lnTo>
                    <a:pt x="6219032" y="2103286"/>
                  </a:lnTo>
                  <a:lnTo>
                    <a:pt x="6219878" y="2077983"/>
                  </a:lnTo>
                  <a:lnTo>
                    <a:pt x="6220723" y="2072830"/>
                  </a:lnTo>
                  <a:lnTo>
                    <a:pt x="6221568" y="2076057"/>
                  </a:lnTo>
                  <a:lnTo>
                    <a:pt x="6222413" y="2065989"/>
                  </a:lnTo>
                  <a:lnTo>
                    <a:pt x="6223258" y="2103286"/>
                  </a:lnTo>
                  <a:lnTo>
                    <a:pt x="6223258" y="2103286"/>
                  </a:lnTo>
                  <a:lnTo>
                    <a:pt x="6224103" y="2103286"/>
                  </a:lnTo>
                  <a:lnTo>
                    <a:pt x="6224948" y="2103286"/>
                  </a:lnTo>
                  <a:lnTo>
                    <a:pt x="6225793" y="2103286"/>
                  </a:lnTo>
                  <a:lnTo>
                    <a:pt x="6226638" y="2103286"/>
                  </a:lnTo>
                  <a:lnTo>
                    <a:pt x="6227483" y="2103286"/>
                  </a:lnTo>
                  <a:lnTo>
                    <a:pt x="6228328" y="2103286"/>
                  </a:lnTo>
                  <a:lnTo>
                    <a:pt x="6229174" y="2103286"/>
                  </a:lnTo>
                  <a:lnTo>
                    <a:pt x="6230019" y="2103286"/>
                  </a:lnTo>
                  <a:lnTo>
                    <a:pt x="6230864" y="2085020"/>
                  </a:lnTo>
                  <a:lnTo>
                    <a:pt x="6231709" y="2043646"/>
                  </a:lnTo>
                  <a:lnTo>
                    <a:pt x="6232554" y="2025571"/>
                  </a:lnTo>
                  <a:lnTo>
                    <a:pt x="6233399" y="2009161"/>
                  </a:lnTo>
                  <a:lnTo>
                    <a:pt x="6234244" y="1994490"/>
                  </a:lnTo>
                  <a:lnTo>
                    <a:pt x="6235089" y="1970304"/>
                  </a:lnTo>
                  <a:lnTo>
                    <a:pt x="6235934" y="1992304"/>
                  </a:lnTo>
                  <a:lnTo>
                    <a:pt x="6236779" y="2015877"/>
                  </a:lnTo>
                  <a:lnTo>
                    <a:pt x="6237624" y="2014202"/>
                  </a:lnTo>
                  <a:lnTo>
                    <a:pt x="6238470" y="1992784"/>
                  </a:lnTo>
                  <a:lnTo>
                    <a:pt x="6239315" y="1994794"/>
                  </a:lnTo>
                  <a:lnTo>
                    <a:pt x="6240160" y="1973838"/>
                  </a:lnTo>
                  <a:lnTo>
                    <a:pt x="6241005" y="1965115"/>
                  </a:lnTo>
                  <a:lnTo>
                    <a:pt x="6241850" y="1940044"/>
                  </a:lnTo>
                  <a:lnTo>
                    <a:pt x="6242695" y="1887837"/>
                  </a:lnTo>
                  <a:lnTo>
                    <a:pt x="6243540" y="1890384"/>
                  </a:lnTo>
                  <a:lnTo>
                    <a:pt x="6244385" y="1884792"/>
                  </a:lnTo>
                  <a:lnTo>
                    <a:pt x="6245230" y="1905467"/>
                  </a:lnTo>
                  <a:lnTo>
                    <a:pt x="6246075" y="1880022"/>
                  </a:lnTo>
                  <a:lnTo>
                    <a:pt x="6246921" y="1891358"/>
                  </a:lnTo>
                  <a:lnTo>
                    <a:pt x="6247766" y="1945240"/>
                  </a:lnTo>
                  <a:lnTo>
                    <a:pt x="6248611" y="1975489"/>
                  </a:lnTo>
                  <a:lnTo>
                    <a:pt x="6249456" y="2008057"/>
                  </a:lnTo>
                  <a:lnTo>
                    <a:pt x="6250301" y="1997221"/>
                  </a:lnTo>
                  <a:lnTo>
                    <a:pt x="6251146" y="1951611"/>
                  </a:lnTo>
                  <a:lnTo>
                    <a:pt x="6251991" y="1930550"/>
                  </a:lnTo>
                  <a:lnTo>
                    <a:pt x="6252836" y="1915782"/>
                  </a:lnTo>
                  <a:lnTo>
                    <a:pt x="6253681" y="1893106"/>
                  </a:lnTo>
                  <a:lnTo>
                    <a:pt x="6254526" y="1885692"/>
                  </a:lnTo>
                  <a:lnTo>
                    <a:pt x="6255371" y="1910326"/>
                  </a:lnTo>
                  <a:lnTo>
                    <a:pt x="6256217" y="1990104"/>
                  </a:lnTo>
                  <a:lnTo>
                    <a:pt x="6257062" y="2044216"/>
                  </a:lnTo>
                  <a:lnTo>
                    <a:pt x="6257907" y="2074532"/>
                  </a:lnTo>
                  <a:lnTo>
                    <a:pt x="6258752" y="2097208"/>
                  </a:lnTo>
                  <a:lnTo>
                    <a:pt x="6259597" y="2094152"/>
                  </a:lnTo>
                  <a:lnTo>
                    <a:pt x="6260442" y="2050538"/>
                  </a:lnTo>
                  <a:lnTo>
                    <a:pt x="6261287" y="1994028"/>
                  </a:lnTo>
                  <a:lnTo>
                    <a:pt x="6262132" y="1945842"/>
                  </a:lnTo>
                  <a:lnTo>
                    <a:pt x="6262977" y="1927269"/>
                  </a:lnTo>
                  <a:lnTo>
                    <a:pt x="6263822" y="1947762"/>
                  </a:lnTo>
                  <a:lnTo>
                    <a:pt x="6264667" y="1967359"/>
                  </a:lnTo>
                  <a:lnTo>
                    <a:pt x="6265513" y="2010975"/>
                  </a:lnTo>
                  <a:lnTo>
                    <a:pt x="6266358" y="2082153"/>
                  </a:lnTo>
                  <a:lnTo>
                    <a:pt x="6267203" y="2103286"/>
                  </a:lnTo>
                  <a:lnTo>
                    <a:pt x="6267203" y="2103286"/>
                  </a:lnTo>
                  <a:lnTo>
                    <a:pt x="6268048" y="2081480"/>
                  </a:lnTo>
                  <a:lnTo>
                    <a:pt x="6268893" y="2043510"/>
                  </a:lnTo>
                  <a:lnTo>
                    <a:pt x="6269738" y="2013167"/>
                  </a:lnTo>
                  <a:lnTo>
                    <a:pt x="6270583" y="1992032"/>
                  </a:lnTo>
                  <a:lnTo>
                    <a:pt x="6271428" y="1974709"/>
                  </a:lnTo>
                  <a:lnTo>
                    <a:pt x="6272273" y="1976431"/>
                  </a:lnTo>
                  <a:lnTo>
                    <a:pt x="6273118" y="1966445"/>
                  </a:lnTo>
                  <a:lnTo>
                    <a:pt x="6273963" y="1954761"/>
                  </a:lnTo>
                  <a:lnTo>
                    <a:pt x="6274809" y="1948372"/>
                  </a:lnTo>
                  <a:lnTo>
                    <a:pt x="6275654" y="1923052"/>
                  </a:lnTo>
                  <a:lnTo>
                    <a:pt x="6276499" y="1896122"/>
                  </a:lnTo>
                  <a:lnTo>
                    <a:pt x="6277344" y="1873807"/>
                  </a:lnTo>
                  <a:lnTo>
                    <a:pt x="6278189" y="1888837"/>
                  </a:lnTo>
                  <a:lnTo>
                    <a:pt x="6279034" y="1899962"/>
                  </a:lnTo>
                  <a:lnTo>
                    <a:pt x="6279879" y="1901235"/>
                  </a:lnTo>
                  <a:lnTo>
                    <a:pt x="6280724" y="1934846"/>
                  </a:lnTo>
                  <a:lnTo>
                    <a:pt x="6281569" y="1964603"/>
                  </a:lnTo>
                  <a:lnTo>
                    <a:pt x="6282414" y="1979024"/>
                  </a:lnTo>
                  <a:lnTo>
                    <a:pt x="6283259" y="1992470"/>
                  </a:lnTo>
                  <a:lnTo>
                    <a:pt x="6284105" y="2010506"/>
                  </a:lnTo>
                  <a:lnTo>
                    <a:pt x="6284950" y="2036836"/>
                  </a:lnTo>
                  <a:lnTo>
                    <a:pt x="6285795" y="2049680"/>
                  </a:lnTo>
                  <a:lnTo>
                    <a:pt x="6286640" y="2049509"/>
                  </a:lnTo>
                  <a:lnTo>
                    <a:pt x="6287485" y="2056161"/>
                  </a:lnTo>
                  <a:lnTo>
                    <a:pt x="6288330" y="2028388"/>
                  </a:lnTo>
                  <a:lnTo>
                    <a:pt x="6289175" y="1974913"/>
                  </a:lnTo>
                  <a:lnTo>
                    <a:pt x="6290020" y="1915347"/>
                  </a:lnTo>
                  <a:lnTo>
                    <a:pt x="6290865" y="1911223"/>
                  </a:lnTo>
                  <a:lnTo>
                    <a:pt x="6291710" y="1916467"/>
                  </a:lnTo>
                  <a:lnTo>
                    <a:pt x="6292555" y="1919331"/>
                  </a:lnTo>
                  <a:lnTo>
                    <a:pt x="6293401" y="1957836"/>
                  </a:lnTo>
                  <a:lnTo>
                    <a:pt x="6294246" y="2014570"/>
                  </a:lnTo>
                  <a:lnTo>
                    <a:pt x="6295091" y="2076114"/>
                  </a:lnTo>
                  <a:lnTo>
                    <a:pt x="6295936" y="2091695"/>
                  </a:lnTo>
                  <a:lnTo>
                    <a:pt x="6296781" y="2103286"/>
                  </a:lnTo>
                  <a:lnTo>
                    <a:pt x="6296781" y="2103286"/>
                  </a:lnTo>
                  <a:lnTo>
                    <a:pt x="6297626" y="2102280"/>
                  </a:lnTo>
                  <a:lnTo>
                    <a:pt x="6298471" y="2090534"/>
                  </a:lnTo>
                  <a:lnTo>
                    <a:pt x="6299316" y="2049106"/>
                  </a:lnTo>
                  <a:lnTo>
                    <a:pt x="6300161" y="2042483"/>
                  </a:lnTo>
                  <a:lnTo>
                    <a:pt x="6301006" y="2043799"/>
                  </a:lnTo>
                  <a:lnTo>
                    <a:pt x="6301852" y="2006490"/>
                  </a:lnTo>
                  <a:lnTo>
                    <a:pt x="6302697" y="1978729"/>
                  </a:lnTo>
                  <a:lnTo>
                    <a:pt x="6303542" y="1963207"/>
                  </a:lnTo>
                  <a:lnTo>
                    <a:pt x="6304387" y="2001376"/>
                  </a:lnTo>
                  <a:lnTo>
                    <a:pt x="6305232" y="2006019"/>
                  </a:lnTo>
                  <a:lnTo>
                    <a:pt x="6306077" y="1993247"/>
                  </a:lnTo>
                  <a:lnTo>
                    <a:pt x="6306922" y="2002047"/>
                  </a:lnTo>
                  <a:lnTo>
                    <a:pt x="6307767" y="2042488"/>
                  </a:lnTo>
                  <a:lnTo>
                    <a:pt x="6308612" y="2055864"/>
                  </a:lnTo>
                  <a:lnTo>
                    <a:pt x="6309457" y="2024819"/>
                  </a:lnTo>
                  <a:lnTo>
                    <a:pt x="6310302" y="2033952"/>
                  </a:lnTo>
                  <a:lnTo>
                    <a:pt x="6311148" y="2058379"/>
                  </a:lnTo>
                  <a:lnTo>
                    <a:pt x="6311993" y="2078871"/>
                  </a:lnTo>
                  <a:lnTo>
                    <a:pt x="6312838" y="2082189"/>
                  </a:lnTo>
                  <a:lnTo>
                    <a:pt x="6313683" y="2096081"/>
                  </a:lnTo>
                  <a:lnTo>
                    <a:pt x="6314528" y="2103286"/>
                  </a:lnTo>
                  <a:lnTo>
                    <a:pt x="6314528" y="2103286"/>
                  </a:lnTo>
                  <a:lnTo>
                    <a:pt x="6315373" y="2103286"/>
                  </a:lnTo>
                  <a:lnTo>
                    <a:pt x="6316218" y="2093567"/>
                  </a:lnTo>
                  <a:lnTo>
                    <a:pt x="6317063" y="2073074"/>
                  </a:lnTo>
                  <a:lnTo>
                    <a:pt x="6317908" y="2069756"/>
                  </a:lnTo>
                  <a:lnTo>
                    <a:pt x="6318753" y="2069756"/>
                  </a:lnTo>
                  <a:lnTo>
                    <a:pt x="6319598" y="2069756"/>
                  </a:lnTo>
                  <a:lnTo>
                    <a:pt x="6320444" y="2038870"/>
                  </a:lnTo>
                  <a:lnTo>
                    <a:pt x="6321289" y="2017638"/>
                  </a:lnTo>
                  <a:lnTo>
                    <a:pt x="6322134" y="2002143"/>
                  </a:lnTo>
                  <a:lnTo>
                    <a:pt x="6322979" y="1972135"/>
                  </a:lnTo>
                  <a:lnTo>
                    <a:pt x="6323824" y="1964067"/>
                  </a:lnTo>
                  <a:lnTo>
                    <a:pt x="6324669" y="1963388"/>
                  </a:lnTo>
                  <a:lnTo>
                    <a:pt x="6325514" y="1979965"/>
                  </a:lnTo>
                  <a:lnTo>
                    <a:pt x="6326359" y="1957947"/>
                  </a:lnTo>
                  <a:lnTo>
                    <a:pt x="6327204" y="1935827"/>
                  </a:lnTo>
                  <a:lnTo>
                    <a:pt x="6328049" y="1959388"/>
                  </a:lnTo>
                  <a:lnTo>
                    <a:pt x="6328894" y="1949156"/>
                  </a:lnTo>
                  <a:lnTo>
                    <a:pt x="6329740" y="1948695"/>
                  </a:lnTo>
                  <a:lnTo>
                    <a:pt x="6330585" y="1963005"/>
                  </a:lnTo>
                  <a:lnTo>
                    <a:pt x="6331430" y="2006255"/>
                  </a:lnTo>
                  <a:lnTo>
                    <a:pt x="6332275" y="2016823"/>
                  </a:lnTo>
                  <a:lnTo>
                    <a:pt x="6333120" y="1967592"/>
                  </a:lnTo>
                  <a:lnTo>
                    <a:pt x="6333965" y="1971135"/>
                  </a:lnTo>
                  <a:lnTo>
                    <a:pt x="6334810" y="1972278"/>
                  </a:lnTo>
                  <a:lnTo>
                    <a:pt x="6335655" y="1954013"/>
                  </a:lnTo>
                  <a:lnTo>
                    <a:pt x="6336500" y="1921293"/>
                  </a:lnTo>
                  <a:lnTo>
                    <a:pt x="6337345" y="1947106"/>
                  </a:lnTo>
                  <a:lnTo>
                    <a:pt x="6338190" y="2002783"/>
                  </a:lnTo>
                  <a:lnTo>
                    <a:pt x="6339036" y="2033389"/>
                  </a:lnTo>
                  <a:lnTo>
                    <a:pt x="6339881" y="2054462"/>
                  </a:lnTo>
                  <a:lnTo>
                    <a:pt x="6340726" y="2057726"/>
                  </a:lnTo>
                  <a:lnTo>
                    <a:pt x="6341571" y="2080962"/>
                  </a:lnTo>
                  <a:lnTo>
                    <a:pt x="6342416" y="2055386"/>
                  </a:lnTo>
                  <a:lnTo>
                    <a:pt x="6343261" y="2039400"/>
                  </a:lnTo>
                  <a:lnTo>
                    <a:pt x="6344106" y="1986506"/>
                  </a:lnTo>
                  <a:lnTo>
                    <a:pt x="6344951" y="1927361"/>
                  </a:lnTo>
                  <a:lnTo>
                    <a:pt x="6345796" y="1914516"/>
                  </a:lnTo>
                  <a:lnTo>
                    <a:pt x="6346641" y="1920604"/>
                  </a:lnTo>
                  <a:lnTo>
                    <a:pt x="6347486" y="1967067"/>
                  </a:lnTo>
                  <a:lnTo>
                    <a:pt x="6348332" y="1983054"/>
                  </a:lnTo>
                  <a:lnTo>
                    <a:pt x="6349177" y="2023414"/>
                  </a:lnTo>
                  <a:lnTo>
                    <a:pt x="6350022" y="2081915"/>
                  </a:lnTo>
                  <a:lnTo>
                    <a:pt x="6350867" y="2103286"/>
                  </a:lnTo>
                  <a:lnTo>
                    <a:pt x="6350867" y="2103286"/>
                  </a:lnTo>
                  <a:lnTo>
                    <a:pt x="6351712" y="2103286"/>
                  </a:lnTo>
                  <a:lnTo>
                    <a:pt x="6352557" y="2093256"/>
                  </a:lnTo>
                  <a:lnTo>
                    <a:pt x="6353402" y="2058785"/>
                  </a:lnTo>
                  <a:lnTo>
                    <a:pt x="6354247" y="2038064"/>
                  </a:lnTo>
                  <a:lnTo>
                    <a:pt x="6355092" y="1975850"/>
                  </a:lnTo>
                  <a:lnTo>
                    <a:pt x="6355937" y="1925230"/>
                  </a:lnTo>
                  <a:lnTo>
                    <a:pt x="6356782" y="1916949"/>
                  </a:lnTo>
                  <a:lnTo>
                    <a:pt x="6357628" y="1919454"/>
                  </a:lnTo>
                  <a:lnTo>
                    <a:pt x="6358473" y="1925352"/>
                  </a:lnTo>
                  <a:lnTo>
                    <a:pt x="6359318" y="1926234"/>
                  </a:lnTo>
                  <a:lnTo>
                    <a:pt x="6360163" y="1968020"/>
                  </a:lnTo>
                  <a:lnTo>
                    <a:pt x="6361008" y="2025353"/>
                  </a:lnTo>
                  <a:lnTo>
                    <a:pt x="6361853" y="2017604"/>
                  </a:lnTo>
                  <a:lnTo>
                    <a:pt x="6362698" y="2003723"/>
                  </a:lnTo>
                  <a:lnTo>
                    <a:pt x="6363543" y="2012999"/>
                  </a:lnTo>
                  <a:lnTo>
                    <a:pt x="6364388" y="1981658"/>
                  </a:lnTo>
                  <a:lnTo>
                    <a:pt x="6365233" y="1922645"/>
                  </a:lnTo>
                  <a:lnTo>
                    <a:pt x="6366079" y="1878309"/>
                  </a:lnTo>
                  <a:lnTo>
                    <a:pt x="6366924" y="1879094"/>
                  </a:lnTo>
                  <a:lnTo>
                    <a:pt x="6367769" y="1892242"/>
                  </a:lnTo>
                  <a:lnTo>
                    <a:pt x="6368614" y="1911542"/>
                  </a:lnTo>
                  <a:lnTo>
                    <a:pt x="6369459" y="1959403"/>
                  </a:lnTo>
                  <a:lnTo>
                    <a:pt x="6370304" y="2018416"/>
                  </a:lnTo>
                  <a:lnTo>
                    <a:pt x="6371149" y="2042525"/>
                  </a:lnTo>
                  <a:lnTo>
                    <a:pt x="6371994" y="2023213"/>
                  </a:lnTo>
                  <a:lnTo>
                    <a:pt x="6372839" y="2004569"/>
                  </a:lnTo>
                  <a:lnTo>
                    <a:pt x="6373684" y="2025780"/>
                  </a:lnTo>
                  <a:lnTo>
                    <a:pt x="6374529" y="2058968"/>
                  </a:lnTo>
                  <a:lnTo>
                    <a:pt x="6375375" y="2079124"/>
                  </a:lnTo>
                  <a:lnTo>
                    <a:pt x="6376220" y="2099839"/>
                  </a:lnTo>
                  <a:lnTo>
                    <a:pt x="6377065" y="2103286"/>
                  </a:lnTo>
                  <a:lnTo>
                    <a:pt x="6377065" y="2103286"/>
                  </a:lnTo>
                  <a:lnTo>
                    <a:pt x="6377910" y="2103286"/>
                  </a:lnTo>
                  <a:lnTo>
                    <a:pt x="6378755" y="2103286"/>
                  </a:lnTo>
                  <a:lnTo>
                    <a:pt x="6379600" y="2103286"/>
                  </a:lnTo>
                  <a:lnTo>
                    <a:pt x="6380445" y="2103286"/>
                  </a:lnTo>
                  <a:lnTo>
                    <a:pt x="6381290" y="2103286"/>
                  </a:lnTo>
                  <a:lnTo>
                    <a:pt x="6382135" y="2103286"/>
                  </a:lnTo>
                  <a:lnTo>
                    <a:pt x="6382980" y="2103286"/>
                  </a:lnTo>
                  <a:lnTo>
                    <a:pt x="6383825" y="2103286"/>
                  </a:lnTo>
                  <a:lnTo>
                    <a:pt x="6384671" y="2100232"/>
                  </a:lnTo>
                  <a:lnTo>
                    <a:pt x="6385516" y="2052565"/>
                  </a:lnTo>
                  <a:lnTo>
                    <a:pt x="6386361" y="2056543"/>
                  </a:lnTo>
                  <a:lnTo>
                    <a:pt x="6387206" y="2061361"/>
                  </a:lnTo>
                  <a:lnTo>
                    <a:pt x="6388051" y="2079214"/>
                  </a:lnTo>
                  <a:lnTo>
                    <a:pt x="6388896" y="2103286"/>
                  </a:lnTo>
                  <a:lnTo>
                    <a:pt x="6388896" y="2103286"/>
                  </a:lnTo>
                  <a:lnTo>
                    <a:pt x="6389741" y="2103286"/>
                  </a:lnTo>
                  <a:lnTo>
                    <a:pt x="6390586" y="2103286"/>
                  </a:lnTo>
                  <a:lnTo>
                    <a:pt x="6391431" y="2103286"/>
                  </a:lnTo>
                  <a:lnTo>
                    <a:pt x="6392276" y="2103286"/>
                  </a:lnTo>
                  <a:lnTo>
                    <a:pt x="6393121" y="2091200"/>
                  </a:lnTo>
                  <a:lnTo>
                    <a:pt x="6393967" y="2028937"/>
                  </a:lnTo>
                  <a:lnTo>
                    <a:pt x="6394812" y="1986350"/>
                  </a:lnTo>
                  <a:lnTo>
                    <a:pt x="6395657" y="1921834"/>
                  </a:lnTo>
                  <a:lnTo>
                    <a:pt x="6396502" y="1868557"/>
                  </a:lnTo>
                  <a:lnTo>
                    <a:pt x="6397347" y="1838197"/>
                  </a:lnTo>
                  <a:lnTo>
                    <a:pt x="6398192" y="1857032"/>
                  </a:lnTo>
                  <a:lnTo>
                    <a:pt x="6399037" y="1899203"/>
                  </a:lnTo>
                  <a:lnTo>
                    <a:pt x="6399882" y="1942870"/>
                  </a:lnTo>
                  <a:lnTo>
                    <a:pt x="6400727" y="1985124"/>
                  </a:lnTo>
                  <a:lnTo>
                    <a:pt x="6401572" y="1950829"/>
                  </a:lnTo>
                  <a:lnTo>
                    <a:pt x="6402417" y="1911689"/>
                  </a:lnTo>
                  <a:lnTo>
                    <a:pt x="6403263" y="1906715"/>
                  </a:lnTo>
                  <a:lnTo>
                    <a:pt x="6404108" y="1906716"/>
                  </a:lnTo>
                  <a:lnTo>
                    <a:pt x="6404953" y="1898597"/>
                  </a:lnTo>
                  <a:lnTo>
                    <a:pt x="6405798" y="1895321"/>
                  </a:lnTo>
                  <a:lnTo>
                    <a:pt x="6406643" y="1950543"/>
                  </a:lnTo>
                  <a:lnTo>
                    <a:pt x="6407488" y="1994330"/>
                  </a:lnTo>
                  <a:lnTo>
                    <a:pt x="6408333" y="1987122"/>
                  </a:lnTo>
                  <a:lnTo>
                    <a:pt x="6409178" y="1953711"/>
                  </a:lnTo>
                  <a:lnTo>
                    <a:pt x="6410023" y="1954336"/>
                  </a:lnTo>
                  <a:lnTo>
                    <a:pt x="6410868" y="1979872"/>
                  </a:lnTo>
                  <a:lnTo>
                    <a:pt x="6411713" y="2001501"/>
                  </a:lnTo>
                  <a:lnTo>
                    <a:pt x="6412559" y="2015134"/>
                  </a:lnTo>
                  <a:lnTo>
                    <a:pt x="6413404" y="2029928"/>
                  </a:lnTo>
                  <a:lnTo>
                    <a:pt x="6414249" y="2063339"/>
                  </a:lnTo>
                  <a:lnTo>
                    <a:pt x="6415094" y="2058424"/>
                  </a:lnTo>
                  <a:lnTo>
                    <a:pt x="6415939" y="2026639"/>
                  </a:lnTo>
                  <a:lnTo>
                    <a:pt x="6416784" y="2017629"/>
                  </a:lnTo>
                  <a:lnTo>
                    <a:pt x="6417629" y="2001900"/>
                  </a:lnTo>
                  <a:lnTo>
                    <a:pt x="6418474" y="2002019"/>
                  </a:lnTo>
                  <a:lnTo>
                    <a:pt x="6419319" y="2022448"/>
                  </a:lnTo>
                  <a:lnTo>
                    <a:pt x="6420164" y="2045170"/>
                  </a:lnTo>
                  <a:lnTo>
                    <a:pt x="6421009" y="2076955"/>
                  </a:lnTo>
                  <a:lnTo>
                    <a:pt x="6421855" y="2081404"/>
                  </a:lnTo>
                  <a:lnTo>
                    <a:pt x="6422700" y="2064362"/>
                  </a:lnTo>
                  <a:lnTo>
                    <a:pt x="6423545" y="2024820"/>
                  </a:lnTo>
                  <a:lnTo>
                    <a:pt x="6424390" y="1994812"/>
                  </a:lnTo>
                  <a:lnTo>
                    <a:pt x="6425235" y="1969412"/>
                  </a:lnTo>
                  <a:lnTo>
                    <a:pt x="6426080" y="1950940"/>
                  </a:lnTo>
                  <a:lnTo>
                    <a:pt x="6426925" y="1953360"/>
                  </a:lnTo>
                  <a:lnTo>
                    <a:pt x="6427770" y="1986132"/>
                  </a:lnTo>
                  <a:lnTo>
                    <a:pt x="6428615" y="2025555"/>
                  </a:lnTo>
                  <a:lnTo>
                    <a:pt x="6429460" y="2016515"/>
                  </a:lnTo>
                  <a:lnTo>
                    <a:pt x="6430306" y="2012074"/>
                  </a:lnTo>
                  <a:lnTo>
                    <a:pt x="6431151" y="2050183"/>
                  </a:lnTo>
                  <a:lnTo>
                    <a:pt x="6431996" y="2078431"/>
                  </a:lnTo>
                  <a:lnTo>
                    <a:pt x="6432841" y="2049561"/>
                  </a:lnTo>
                  <a:lnTo>
                    <a:pt x="6433686" y="2013496"/>
                  </a:lnTo>
                  <a:lnTo>
                    <a:pt x="6434531" y="2011892"/>
                  </a:lnTo>
                  <a:lnTo>
                    <a:pt x="6435376" y="1981461"/>
                  </a:lnTo>
                  <a:lnTo>
                    <a:pt x="6436221" y="1928585"/>
                  </a:lnTo>
                  <a:lnTo>
                    <a:pt x="6437066" y="1880782"/>
                  </a:lnTo>
                  <a:lnTo>
                    <a:pt x="6437911" y="1867587"/>
                  </a:lnTo>
                  <a:lnTo>
                    <a:pt x="6438756" y="1805007"/>
                  </a:lnTo>
                  <a:lnTo>
                    <a:pt x="6439602" y="1744383"/>
                  </a:lnTo>
                  <a:lnTo>
                    <a:pt x="6440447" y="1743894"/>
                  </a:lnTo>
                  <a:lnTo>
                    <a:pt x="6441292" y="1704262"/>
                  </a:lnTo>
                  <a:lnTo>
                    <a:pt x="6442137" y="1643966"/>
                  </a:lnTo>
                  <a:lnTo>
                    <a:pt x="6442982" y="1595218"/>
                  </a:lnTo>
                  <a:lnTo>
                    <a:pt x="6443827" y="1649131"/>
                  </a:lnTo>
                  <a:lnTo>
                    <a:pt x="6444672" y="1698015"/>
                  </a:lnTo>
                  <a:lnTo>
                    <a:pt x="6445517" y="1720560"/>
                  </a:lnTo>
                  <a:lnTo>
                    <a:pt x="6446362" y="1760719"/>
                  </a:lnTo>
                  <a:lnTo>
                    <a:pt x="6447207" y="1811797"/>
                  </a:lnTo>
                  <a:lnTo>
                    <a:pt x="6448052" y="1878710"/>
                  </a:lnTo>
                  <a:lnTo>
                    <a:pt x="6448898" y="1923443"/>
                  </a:lnTo>
                  <a:lnTo>
                    <a:pt x="6449743" y="1926789"/>
                  </a:lnTo>
                  <a:lnTo>
                    <a:pt x="6450588" y="1890292"/>
                  </a:lnTo>
                  <a:lnTo>
                    <a:pt x="6451433" y="1883807"/>
                  </a:lnTo>
                  <a:lnTo>
                    <a:pt x="6452278" y="1904244"/>
                  </a:lnTo>
                  <a:lnTo>
                    <a:pt x="6453123" y="1925166"/>
                  </a:lnTo>
                  <a:lnTo>
                    <a:pt x="6453968" y="1876314"/>
                  </a:lnTo>
                  <a:lnTo>
                    <a:pt x="6454813" y="1812973"/>
                  </a:lnTo>
                  <a:lnTo>
                    <a:pt x="6455658" y="1789251"/>
                  </a:lnTo>
                  <a:lnTo>
                    <a:pt x="6456503" y="1758315"/>
                  </a:lnTo>
                  <a:lnTo>
                    <a:pt x="6457348" y="1691619"/>
                  </a:lnTo>
                  <a:lnTo>
                    <a:pt x="6458194" y="1620887"/>
                  </a:lnTo>
                  <a:lnTo>
                    <a:pt x="6459039" y="1596846"/>
                  </a:lnTo>
                  <a:lnTo>
                    <a:pt x="6459884" y="1640993"/>
                  </a:lnTo>
                  <a:lnTo>
                    <a:pt x="6460729" y="1737071"/>
                  </a:lnTo>
                  <a:lnTo>
                    <a:pt x="6461574" y="1778900"/>
                  </a:lnTo>
                  <a:lnTo>
                    <a:pt x="6462419" y="1827607"/>
                  </a:lnTo>
                  <a:lnTo>
                    <a:pt x="6463264" y="1896876"/>
                  </a:lnTo>
                  <a:lnTo>
                    <a:pt x="6464109" y="1987273"/>
                  </a:lnTo>
                  <a:lnTo>
                    <a:pt x="6464954" y="2010364"/>
                  </a:lnTo>
                  <a:lnTo>
                    <a:pt x="6465799" y="1986532"/>
                  </a:lnTo>
                  <a:lnTo>
                    <a:pt x="6466644" y="2014834"/>
                  </a:lnTo>
                  <a:lnTo>
                    <a:pt x="6467490" y="2043299"/>
                  </a:lnTo>
                  <a:lnTo>
                    <a:pt x="6468335" y="2047741"/>
                  </a:lnTo>
                  <a:lnTo>
                    <a:pt x="6469180" y="2030238"/>
                  </a:lnTo>
                  <a:lnTo>
                    <a:pt x="6470025" y="2054955"/>
                  </a:lnTo>
                  <a:lnTo>
                    <a:pt x="6470870" y="2069756"/>
                  </a:lnTo>
                  <a:lnTo>
                    <a:pt x="6471715" y="2064665"/>
                  </a:lnTo>
                  <a:lnTo>
                    <a:pt x="6472560" y="2030194"/>
                  </a:lnTo>
                  <a:lnTo>
                    <a:pt x="6473405" y="2017688"/>
                  </a:lnTo>
                  <a:lnTo>
                    <a:pt x="6474250" y="2017687"/>
                  </a:lnTo>
                  <a:lnTo>
                    <a:pt x="6475095" y="2017688"/>
                  </a:lnTo>
                  <a:lnTo>
                    <a:pt x="6475940" y="2009810"/>
                  </a:lnTo>
                  <a:lnTo>
                    <a:pt x="6476786" y="1984087"/>
                  </a:lnTo>
                  <a:lnTo>
                    <a:pt x="6477631" y="2003823"/>
                  </a:lnTo>
                  <a:lnTo>
                    <a:pt x="6478476" y="2016330"/>
                  </a:lnTo>
                  <a:lnTo>
                    <a:pt x="6479321" y="2015746"/>
                  </a:lnTo>
                  <a:lnTo>
                    <a:pt x="6480166" y="1991890"/>
                  </a:lnTo>
                  <a:lnTo>
                    <a:pt x="6481011" y="1951785"/>
                  </a:lnTo>
                  <a:lnTo>
                    <a:pt x="6481856" y="1952474"/>
                  </a:lnTo>
                  <a:lnTo>
                    <a:pt x="6482701" y="1944240"/>
                  </a:lnTo>
                  <a:lnTo>
                    <a:pt x="6483546" y="1919032"/>
                  </a:lnTo>
                  <a:lnTo>
                    <a:pt x="6484391" y="1915530"/>
                  </a:lnTo>
                  <a:lnTo>
                    <a:pt x="6485236" y="1923762"/>
                  </a:lnTo>
                  <a:lnTo>
                    <a:pt x="6486082" y="1912797"/>
                  </a:lnTo>
                  <a:lnTo>
                    <a:pt x="6486927" y="1912273"/>
                  </a:lnTo>
                  <a:lnTo>
                    <a:pt x="6487772" y="1929977"/>
                  </a:lnTo>
                  <a:lnTo>
                    <a:pt x="6488617" y="1943370"/>
                  </a:lnTo>
                  <a:lnTo>
                    <a:pt x="6489462" y="1884023"/>
                  </a:lnTo>
                  <a:lnTo>
                    <a:pt x="6490307" y="1843259"/>
                  </a:lnTo>
                  <a:lnTo>
                    <a:pt x="6491152" y="1860012"/>
                  </a:lnTo>
                  <a:lnTo>
                    <a:pt x="6491997" y="1865406"/>
                  </a:lnTo>
                  <a:lnTo>
                    <a:pt x="6492842" y="1864126"/>
                  </a:lnTo>
                  <a:lnTo>
                    <a:pt x="6493687" y="1875943"/>
                  </a:lnTo>
                  <a:lnTo>
                    <a:pt x="6494533" y="1939379"/>
                  </a:lnTo>
                  <a:lnTo>
                    <a:pt x="6495378" y="1979490"/>
                  </a:lnTo>
                  <a:lnTo>
                    <a:pt x="6496223" y="1997211"/>
                  </a:lnTo>
                  <a:lnTo>
                    <a:pt x="6497068" y="1955655"/>
                  </a:lnTo>
                  <a:lnTo>
                    <a:pt x="6497913" y="1888593"/>
                  </a:lnTo>
                  <a:lnTo>
                    <a:pt x="6498758" y="1869558"/>
                  </a:lnTo>
                  <a:lnTo>
                    <a:pt x="6499603" y="1871345"/>
                  </a:lnTo>
                  <a:lnTo>
                    <a:pt x="6500448" y="1881170"/>
                  </a:lnTo>
                  <a:lnTo>
                    <a:pt x="6501293" y="1880707"/>
                  </a:lnTo>
                  <a:lnTo>
                    <a:pt x="6502138" y="1922628"/>
                  </a:lnTo>
                  <a:lnTo>
                    <a:pt x="6502983" y="1953986"/>
                  </a:lnTo>
                  <a:lnTo>
                    <a:pt x="6503829" y="1969701"/>
                  </a:lnTo>
                  <a:lnTo>
                    <a:pt x="6504674" y="1988408"/>
                  </a:lnTo>
                  <a:lnTo>
                    <a:pt x="6505519" y="1985349"/>
                  </a:lnTo>
                  <a:lnTo>
                    <a:pt x="6506364" y="1982366"/>
                  </a:lnTo>
                  <a:lnTo>
                    <a:pt x="6507209" y="1992079"/>
                  </a:lnTo>
                  <a:lnTo>
                    <a:pt x="6508054" y="2015855"/>
                  </a:lnTo>
                  <a:lnTo>
                    <a:pt x="6508899" y="1980898"/>
                  </a:lnTo>
                  <a:lnTo>
                    <a:pt x="6509744" y="1912905"/>
                  </a:lnTo>
                  <a:lnTo>
                    <a:pt x="6510589" y="1822872"/>
                  </a:lnTo>
                  <a:lnTo>
                    <a:pt x="6511434" y="1764147"/>
                  </a:lnTo>
                  <a:lnTo>
                    <a:pt x="6512279" y="1757736"/>
                  </a:lnTo>
                  <a:lnTo>
                    <a:pt x="6513125" y="1766319"/>
                  </a:lnTo>
                  <a:lnTo>
                    <a:pt x="6513970" y="1774587"/>
                  </a:lnTo>
                  <a:lnTo>
                    <a:pt x="6514815" y="1807320"/>
                  </a:lnTo>
                  <a:lnTo>
                    <a:pt x="6515660" y="1886770"/>
                  </a:lnTo>
                  <a:lnTo>
                    <a:pt x="6516505" y="1919446"/>
                  </a:lnTo>
                  <a:lnTo>
                    <a:pt x="6517350" y="1890409"/>
                  </a:lnTo>
                  <a:lnTo>
                    <a:pt x="6518195" y="1862004"/>
                  </a:lnTo>
                  <a:lnTo>
                    <a:pt x="6519040" y="1835206"/>
                  </a:lnTo>
                  <a:lnTo>
                    <a:pt x="6519885" y="1812149"/>
                  </a:lnTo>
                  <a:lnTo>
                    <a:pt x="6520730" y="1798228"/>
                  </a:lnTo>
                  <a:lnTo>
                    <a:pt x="6521575" y="1850611"/>
                  </a:lnTo>
                  <a:lnTo>
                    <a:pt x="6522421" y="1884507"/>
                  </a:lnTo>
                  <a:lnTo>
                    <a:pt x="6523266" y="1907430"/>
                  </a:lnTo>
                  <a:lnTo>
                    <a:pt x="6524111" y="1951070"/>
                  </a:lnTo>
                  <a:lnTo>
                    <a:pt x="6524956" y="1996581"/>
                  </a:lnTo>
                  <a:lnTo>
                    <a:pt x="6525801" y="2007868"/>
                  </a:lnTo>
                  <a:lnTo>
                    <a:pt x="6526646" y="1934312"/>
                  </a:lnTo>
                  <a:lnTo>
                    <a:pt x="6527491" y="1855153"/>
                  </a:lnTo>
                  <a:lnTo>
                    <a:pt x="6528336" y="1812170"/>
                  </a:lnTo>
                  <a:lnTo>
                    <a:pt x="6529181" y="1821826"/>
                  </a:lnTo>
                  <a:lnTo>
                    <a:pt x="6530026" y="1786915"/>
                  </a:lnTo>
                  <a:lnTo>
                    <a:pt x="6530871" y="1723286"/>
                  </a:lnTo>
                  <a:lnTo>
                    <a:pt x="6531717" y="1706302"/>
                  </a:lnTo>
                  <a:lnTo>
                    <a:pt x="6532562" y="1726892"/>
                  </a:lnTo>
                  <a:lnTo>
                    <a:pt x="6533407" y="1750863"/>
                  </a:lnTo>
                  <a:lnTo>
                    <a:pt x="6534252" y="1721265"/>
                  </a:lnTo>
                  <a:lnTo>
                    <a:pt x="6535097" y="1693421"/>
                  </a:lnTo>
                  <a:lnTo>
                    <a:pt x="6535942" y="1749128"/>
                  </a:lnTo>
                  <a:lnTo>
                    <a:pt x="6536787" y="1826055"/>
                  </a:lnTo>
                  <a:lnTo>
                    <a:pt x="6537632" y="1868356"/>
                  </a:lnTo>
                  <a:lnTo>
                    <a:pt x="6538477" y="1887147"/>
                  </a:lnTo>
                  <a:lnTo>
                    <a:pt x="6539322" y="1921956"/>
                  </a:lnTo>
                  <a:lnTo>
                    <a:pt x="6540167" y="1977023"/>
                  </a:lnTo>
                  <a:lnTo>
                    <a:pt x="6541013" y="1992590"/>
                  </a:lnTo>
                  <a:lnTo>
                    <a:pt x="6541858" y="1991071"/>
                  </a:lnTo>
                  <a:lnTo>
                    <a:pt x="6542703" y="2000127"/>
                  </a:lnTo>
                  <a:lnTo>
                    <a:pt x="6543548" y="1961669"/>
                  </a:lnTo>
                  <a:lnTo>
                    <a:pt x="6544393" y="1903340"/>
                  </a:lnTo>
                  <a:lnTo>
                    <a:pt x="6545238" y="1872072"/>
                  </a:lnTo>
                  <a:lnTo>
                    <a:pt x="6546083" y="1867834"/>
                  </a:lnTo>
                  <a:lnTo>
                    <a:pt x="6546928" y="1848350"/>
                  </a:lnTo>
                  <a:lnTo>
                    <a:pt x="6547773" y="1832889"/>
                  </a:lnTo>
                  <a:lnTo>
                    <a:pt x="6548618" y="1841296"/>
                  </a:lnTo>
                  <a:lnTo>
                    <a:pt x="6549463" y="1862633"/>
                  </a:lnTo>
                  <a:lnTo>
                    <a:pt x="6550309" y="1872880"/>
                  </a:lnTo>
                  <a:lnTo>
                    <a:pt x="6551154" y="1890722"/>
                  </a:lnTo>
                  <a:lnTo>
                    <a:pt x="6551999" y="1909634"/>
                  </a:lnTo>
                  <a:lnTo>
                    <a:pt x="6552844" y="1931432"/>
                  </a:lnTo>
                  <a:lnTo>
                    <a:pt x="6553689" y="1980718"/>
                  </a:lnTo>
                  <a:lnTo>
                    <a:pt x="6554534" y="2004089"/>
                  </a:lnTo>
                  <a:lnTo>
                    <a:pt x="6555379" y="1993976"/>
                  </a:lnTo>
                  <a:lnTo>
                    <a:pt x="6556224" y="1973247"/>
                  </a:lnTo>
                  <a:lnTo>
                    <a:pt x="6557069" y="1979142"/>
                  </a:lnTo>
                  <a:lnTo>
                    <a:pt x="6557914" y="1967041"/>
                  </a:lnTo>
                  <a:lnTo>
                    <a:pt x="6558760" y="1941744"/>
                  </a:lnTo>
                  <a:lnTo>
                    <a:pt x="6559605" y="1949770"/>
                  </a:lnTo>
                  <a:lnTo>
                    <a:pt x="6560450" y="1975978"/>
                  </a:lnTo>
                  <a:lnTo>
                    <a:pt x="6561295" y="1955010"/>
                  </a:lnTo>
                  <a:lnTo>
                    <a:pt x="6562140" y="1908668"/>
                  </a:lnTo>
                  <a:lnTo>
                    <a:pt x="6562985" y="1876040"/>
                  </a:lnTo>
                  <a:lnTo>
                    <a:pt x="6563830" y="1818534"/>
                  </a:lnTo>
                  <a:lnTo>
                    <a:pt x="6564675" y="1741487"/>
                  </a:lnTo>
                  <a:lnTo>
                    <a:pt x="6565520" y="1658370"/>
                  </a:lnTo>
                  <a:lnTo>
                    <a:pt x="6566365" y="1638486"/>
                  </a:lnTo>
                  <a:lnTo>
                    <a:pt x="6567210" y="1668929"/>
                  </a:lnTo>
                  <a:lnTo>
                    <a:pt x="6568056" y="1687027"/>
                  </a:lnTo>
                  <a:lnTo>
                    <a:pt x="6568901" y="1679008"/>
                  </a:lnTo>
                  <a:lnTo>
                    <a:pt x="6569746" y="1670678"/>
                  </a:lnTo>
                  <a:lnTo>
                    <a:pt x="6570591" y="1738949"/>
                  </a:lnTo>
                  <a:lnTo>
                    <a:pt x="6571436" y="1748787"/>
                  </a:lnTo>
                  <a:lnTo>
                    <a:pt x="6572281" y="1698464"/>
                  </a:lnTo>
                  <a:lnTo>
                    <a:pt x="6573126" y="1675027"/>
                  </a:lnTo>
                  <a:lnTo>
                    <a:pt x="6573971" y="1738753"/>
                  </a:lnTo>
                  <a:lnTo>
                    <a:pt x="6574816" y="1820047"/>
                  </a:lnTo>
                  <a:lnTo>
                    <a:pt x="6575661" y="1799986"/>
                  </a:lnTo>
                  <a:lnTo>
                    <a:pt x="6576506" y="1809334"/>
                  </a:lnTo>
                  <a:lnTo>
                    <a:pt x="6577352" y="1857174"/>
                  </a:lnTo>
                  <a:lnTo>
                    <a:pt x="6578197" y="1890907"/>
                  </a:lnTo>
                  <a:lnTo>
                    <a:pt x="6579042" y="1897145"/>
                  </a:lnTo>
                  <a:lnTo>
                    <a:pt x="6579887" y="1917060"/>
                  </a:lnTo>
                  <a:lnTo>
                    <a:pt x="6580732" y="1951929"/>
                  </a:lnTo>
                  <a:lnTo>
                    <a:pt x="6581577" y="1981884"/>
                  </a:lnTo>
                  <a:lnTo>
                    <a:pt x="6582422" y="1974168"/>
                  </a:lnTo>
                  <a:lnTo>
                    <a:pt x="6583267" y="1899697"/>
                  </a:lnTo>
                  <a:lnTo>
                    <a:pt x="6584112" y="1809505"/>
                  </a:lnTo>
                  <a:lnTo>
                    <a:pt x="6584957" y="1751148"/>
                  </a:lnTo>
                  <a:lnTo>
                    <a:pt x="6585802" y="1737826"/>
                  </a:lnTo>
                  <a:lnTo>
                    <a:pt x="6586648" y="1695297"/>
                  </a:lnTo>
                  <a:lnTo>
                    <a:pt x="6587493" y="1694928"/>
                  </a:lnTo>
                  <a:lnTo>
                    <a:pt x="6588338" y="1729616"/>
                  </a:lnTo>
                  <a:lnTo>
                    <a:pt x="6589183" y="1715413"/>
                  </a:lnTo>
                  <a:lnTo>
                    <a:pt x="6590028" y="1722039"/>
                  </a:lnTo>
                  <a:lnTo>
                    <a:pt x="6590873" y="1736967"/>
                  </a:lnTo>
                  <a:lnTo>
                    <a:pt x="6591718" y="1783259"/>
                  </a:lnTo>
                  <a:lnTo>
                    <a:pt x="6592563" y="1815766"/>
                  </a:lnTo>
                  <a:lnTo>
                    <a:pt x="6593408" y="1864194"/>
                  </a:lnTo>
                  <a:lnTo>
                    <a:pt x="6594253" y="1969351"/>
                  </a:lnTo>
                  <a:lnTo>
                    <a:pt x="6595098" y="2009039"/>
                  </a:lnTo>
                  <a:lnTo>
                    <a:pt x="6595944" y="1956183"/>
                  </a:lnTo>
                  <a:lnTo>
                    <a:pt x="6596789" y="1882841"/>
                  </a:lnTo>
                  <a:lnTo>
                    <a:pt x="6597634" y="1839803"/>
                  </a:lnTo>
                  <a:lnTo>
                    <a:pt x="6598479" y="1815270"/>
                  </a:lnTo>
                  <a:lnTo>
                    <a:pt x="6599324" y="1815563"/>
                  </a:lnTo>
                  <a:lnTo>
                    <a:pt x="6600169" y="1784212"/>
                  </a:lnTo>
                  <a:lnTo>
                    <a:pt x="6601014" y="1819527"/>
                  </a:lnTo>
                  <a:lnTo>
                    <a:pt x="6601859" y="1897488"/>
                  </a:lnTo>
                  <a:lnTo>
                    <a:pt x="6602704" y="1945884"/>
                  </a:lnTo>
                  <a:lnTo>
                    <a:pt x="6603549" y="1978924"/>
                  </a:lnTo>
                  <a:lnTo>
                    <a:pt x="6604394" y="1941430"/>
                  </a:lnTo>
                  <a:lnTo>
                    <a:pt x="6605240" y="1915428"/>
                  </a:lnTo>
                  <a:lnTo>
                    <a:pt x="6606085" y="1902759"/>
                  </a:lnTo>
                  <a:lnTo>
                    <a:pt x="6606930" y="1920269"/>
                  </a:lnTo>
                  <a:lnTo>
                    <a:pt x="6607775" y="1934106"/>
                  </a:lnTo>
                  <a:lnTo>
                    <a:pt x="6608620" y="1950889"/>
                  </a:lnTo>
                  <a:lnTo>
                    <a:pt x="6609465" y="2004542"/>
                  </a:lnTo>
                  <a:lnTo>
                    <a:pt x="6610310" y="2061996"/>
                  </a:lnTo>
                  <a:lnTo>
                    <a:pt x="6611155" y="2095561"/>
                  </a:lnTo>
                  <a:lnTo>
                    <a:pt x="6612000" y="2083593"/>
                  </a:lnTo>
                  <a:lnTo>
                    <a:pt x="6612845" y="2069756"/>
                  </a:lnTo>
                  <a:lnTo>
                    <a:pt x="6613690" y="2064780"/>
                  </a:lnTo>
                  <a:lnTo>
                    <a:pt x="6614536" y="2030309"/>
                  </a:lnTo>
                  <a:lnTo>
                    <a:pt x="6615381" y="2017574"/>
                  </a:lnTo>
                  <a:lnTo>
                    <a:pt x="6616226" y="2007471"/>
                  </a:lnTo>
                  <a:lnTo>
                    <a:pt x="6617071" y="1966172"/>
                  </a:lnTo>
                  <a:lnTo>
                    <a:pt x="6617916" y="1925171"/>
                  </a:lnTo>
                  <a:lnTo>
                    <a:pt x="6618761" y="1943266"/>
                  </a:lnTo>
                  <a:lnTo>
                    <a:pt x="6619606" y="1995940"/>
                  </a:lnTo>
                  <a:lnTo>
                    <a:pt x="6620451" y="1984583"/>
                  </a:lnTo>
                  <a:lnTo>
                    <a:pt x="6621296" y="1985886"/>
                  </a:lnTo>
                  <a:lnTo>
                    <a:pt x="6622141" y="2027185"/>
                  </a:lnTo>
                  <a:lnTo>
                    <a:pt x="6622987" y="2068185"/>
                  </a:lnTo>
                  <a:lnTo>
                    <a:pt x="6623832" y="2055565"/>
                  </a:lnTo>
                  <a:lnTo>
                    <a:pt x="6624677" y="1995088"/>
                  </a:lnTo>
                  <a:lnTo>
                    <a:pt x="6625522" y="1935344"/>
                  </a:lnTo>
                  <a:lnTo>
                    <a:pt x="6626367" y="1864835"/>
                  </a:lnTo>
                  <a:lnTo>
                    <a:pt x="6627212" y="1837792"/>
                  </a:lnTo>
                  <a:lnTo>
                    <a:pt x="6628057" y="1809234"/>
                  </a:lnTo>
                  <a:lnTo>
                    <a:pt x="6628902" y="1721167"/>
                  </a:lnTo>
                  <a:lnTo>
                    <a:pt x="6629747" y="1709363"/>
                  </a:lnTo>
                  <a:lnTo>
                    <a:pt x="6630592" y="1764566"/>
                  </a:lnTo>
                  <a:lnTo>
                    <a:pt x="6631437" y="1819618"/>
                  </a:lnTo>
                  <a:lnTo>
                    <a:pt x="6632283" y="1832176"/>
                  </a:lnTo>
                  <a:lnTo>
                    <a:pt x="6633128" y="1853478"/>
                  </a:lnTo>
                  <a:lnTo>
                    <a:pt x="6633973" y="1901751"/>
                  </a:lnTo>
                  <a:lnTo>
                    <a:pt x="6634818" y="1909098"/>
                  </a:lnTo>
                  <a:lnTo>
                    <a:pt x="6635663" y="1853279"/>
                  </a:lnTo>
                  <a:lnTo>
                    <a:pt x="6636508" y="1804009"/>
                  </a:lnTo>
                  <a:lnTo>
                    <a:pt x="6637353" y="1753376"/>
                  </a:lnTo>
                  <a:lnTo>
                    <a:pt x="6638198" y="1748230"/>
                  </a:lnTo>
                  <a:lnTo>
                    <a:pt x="6639043" y="1802960"/>
                  </a:lnTo>
                  <a:lnTo>
                    <a:pt x="6639888" y="1827806"/>
                  </a:lnTo>
                  <a:lnTo>
                    <a:pt x="6640733" y="1837459"/>
                  </a:lnTo>
                  <a:lnTo>
                    <a:pt x="6641579" y="1792298"/>
                  </a:lnTo>
                  <a:lnTo>
                    <a:pt x="6642424" y="1786832"/>
                  </a:lnTo>
                  <a:lnTo>
                    <a:pt x="6643269" y="1790348"/>
                  </a:lnTo>
                  <a:lnTo>
                    <a:pt x="6644114" y="1753775"/>
                  </a:lnTo>
                  <a:lnTo>
                    <a:pt x="6644959" y="1725842"/>
                  </a:lnTo>
                  <a:lnTo>
                    <a:pt x="6645804" y="1747980"/>
                  </a:lnTo>
                  <a:lnTo>
                    <a:pt x="6646649" y="1842232"/>
                  </a:lnTo>
                  <a:lnTo>
                    <a:pt x="6647494" y="1912815"/>
                  </a:lnTo>
                  <a:lnTo>
                    <a:pt x="6648339" y="1893617"/>
                  </a:lnTo>
                  <a:lnTo>
                    <a:pt x="6649184" y="1874898"/>
                  </a:lnTo>
                  <a:lnTo>
                    <a:pt x="6650029" y="1923115"/>
                  </a:lnTo>
                  <a:lnTo>
                    <a:pt x="6650875" y="1949784"/>
                  </a:lnTo>
                  <a:lnTo>
                    <a:pt x="6651720" y="1924985"/>
                  </a:lnTo>
                  <a:lnTo>
                    <a:pt x="6652565" y="1904307"/>
                  </a:lnTo>
                  <a:lnTo>
                    <a:pt x="6653410" y="1927458"/>
                  </a:lnTo>
                  <a:lnTo>
                    <a:pt x="6654255" y="1921234"/>
                  </a:lnTo>
                  <a:lnTo>
                    <a:pt x="6655100" y="1883092"/>
                  </a:lnTo>
                  <a:lnTo>
                    <a:pt x="6655945" y="1900556"/>
                  </a:lnTo>
                  <a:lnTo>
                    <a:pt x="6656790" y="1944510"/>
                  </a:lnTo>
                  <a:lnTo>
                    <a:pt x="6657635" y="1942434"/>
                  </a:lnTo>
                  <a:lnTo>
                    <a:pt x="6658480" y="1910718"/>
                  </a:lnTo>
                  <a:lnTo>
                    <a:pt x="6659325" y="1892276"/>
                  </a:lnTo>
                  <a:lnTo>
                    <a:pt x="6660171" y="1885178"/>
                  </a:lnTo>
                  <a:lnTo>
                    <a:pt x="6661016" y="1884275"/>
                  </a:lnTo>
                  <a:lnTo>
                    <a:pt x="6661861" y="1870273"/>
                  </a:lnTo>
                  <a:lnTo>
                    <a:pt x="6662706" y="1821049"/>
                  </a:lnTo>
                  <a:lnTo>
                    <a:pt x="6663551" y="1786589"/>
                  </a:lnTo>
                  <a:lnTo>
                    <a:pt x="6664396" y="1812047"/>
                  </a:lnTo>
                  <a:lnTo>
                    <a:pt x="6665241" y="1835767"/>
                  </a:lnTo>
                  <a:lnTo>
                    <a:pt x="6666086" y="1833472"/>
                  </a:lnTo>
                  <a:lnTo>
                    <a:pt x="6666931" y="1825464"/>
                  </a:lnTo>
                  <a:lnTo>
                    <a:pt x="6667776" y="1807760"/>
                  </a:lnTo>
                  <a:lnTo>
                    <a:pt x="6668621" y="1755535"/>
                  </a:lnTo>
                  <a:lnTo>
                    <a:pt x="6669467" y="1720057"/>
                  </a:lnTo>
                  <a:lnTo>
                    <a:pt x="6670312" y="1728939"/>
                  </a:lnTo>
                  <a:lnTo>
                    <a:pt x="6671157" y="1714147"/>
                  </a:lnTo>
                  <a:lnTo>
                    <a:pt x="6672002" y="1700566"/>
                  </a:lnTo>
                  <a:lnTo>
                    <a:pt x="6672847" y="1718220"/>
                  </a:lnTo>
                  <a:lnTo>
                    <a:pt x="6673692" y="1811352"/>
                  </a:lnTo>
                  <a:lnTo>
                    <a:pt x="6674537" y="1885897"/>
                  </a:lnTo>
                  <a:lnTo>
                    <a:pt x="6675382" y="1913503"/>
                  </a:lnTo>
                  <a:lnTo>
                    <a:pt x="6676227" y="1921581"/>
                  </a:lnTo>
                  <a:lnTo>
                    <a:pt x="6677072" y="1891356"/>
                  </a:lnTo>
                  <a:lnTo>
                    <a:pt x="6677917" y="1910727"/>
                  </a:lnTo>
                  <a:lnTo>
                    <a:pt x="6678763" y="1935455"/>
                  </a:lnTo>
                  <a:lnTo>
                    <a:pt x="6679608" y="1935455"/>
                  </a:lnTo>
                  <a:lnTo>
                    <a:pt x="6680453" y="1906624"/>
                  </a:lnTo>
                  <a:lnTo>
                    <a:pt x="6681298" y="1855742"/>
                  </a:lnTo>
                  <a:lnTo>
                    <a:pt x="6682143" y="1866973"/>
                  </a:lnTo>
                  <a:lnTo>
                    <a:pt x="6682988" y="1877016"/>
                  </a:lnTo>
                  <a:lnTo>
                    <a:pt x="6683833" y="1844955"/>
                  </a:lnTo>
                  <a:lnTo>
                    <a:pt x="6684678" y="1807615"/>
                  </a:lnTo>
                  <a:lnTo>
                    <a:pt x="6685523" y="1784498"/>
                  </a:lnTo>
                  <a:lnTo>
                    <a:pt x="6686368" y="1842909"/>
                  </a:lnTo>
                  <a:lnTo>
                    <a:pt x="6687214" y="1909585"/>
                  </a:lnTo>
                  <a:lnTo>
                    <a:pt x="6688059" y="1943704"/>
                  </a:lnTo>
                  <a:lnTo>
                    <a:pt x="6688904" y="1971464"/>
                  </a:lnTo>
                  <a:lnTo>
                    <a:pt x="6689749" y="1990725"/>
                  </a:lnTo>
                  <a:lnTo>
                    <a:pt x="6690594" y="1986037"/>
                  </a:lnTo>
                  <a:lnTo>
                    <a:pt x="6691439" y="1940444"/>
                  </a:lnTo>
                  <a:lnTo>
                    <a:pt x="6692284" y="1901875"/>
                  </a:lnTo>
                  <a:lnTo>
                    <a:pt x="6693129" y="1879948"/>
                  </a:lnTo>
                  <a:lnTo>
                    <a:pt x="6693974" y="1875576"/>
                  </a:lnTo>
                  <a:lnTo>
                    <a:pt x="6694819" y="1886441"/>
                  </a:lnTo>
                  <a:lnTo>
                    <a:pt x="6695664" y="1895511"/>
                  </a:lnTo>
                  <a:lnTo>
                    <a:pt x="6696510" y="1926112"/>
                  </a:lnTo>
                  <a:lnTo>
                    <a:pt x="6697355" y="1960125"/>
                  </a:lnTo>
                  <a:lnTo>
                    <a:pt x="6698200" y="1957903"/>
                  </a:lnTo>
                  <a:lnTo>
                    <a:pt x="6699045" y="1907777"/>
                  </a:lnTo>
                  <a:lnTo>
                    <a:pt x="6699890" y="1846410"/>
                  </a:lnTo>
                  <a:lnTo>
                    <a:pt x="6700735" y="1840537"/>
                  </a:lnTo>
                  <a:lnTo>
                    <a:pt x="6701580" y="1862197"/>
                  </a:lnTo>
                  <a:lnTo>
                    <a:pt x="6702425" y="1871400"/>
                  </a:lnTo>
                  <a:lnTo>
                    <a:pt x="6703270" y="1924470"/>
                  </a:lnTo>
                  <a:lnTo>
                    <a:pt x="6704115" y="1992045"/>
                  </a:lnTo>
                  <a:lnTo>
                    <a:pt x="6704960" y="2044902"/>
                  </a:lnTo>
                  <a:lnTo>
                    <a:pt x="6705806" y="2087329"/>
                  </a:lnTo>
                  <a:lnTo>
                    <a:pt x="6706651" y="2103286"/>
                  </a:lnTo>
                  <a:lnTo>
                    <a:pt x="6706651" y="2103286"/>
                  </a:lnTo>
                  <a:lnTo>
                    <a:pt x="6707496" y="2103286"/>
                  </a:lnTo>
                  <a:lnTo>
                    <a:pt x="6708341" y="2083440"/>
                  </a:lnTo>
                  <a:lnTo>
                    <a:pt x="6709186" y="2080139"/>
                  </a:lnTo>
                  <a:lnTo>
                    <a:pt x="6710031" y="2095866"/>
                  </a:lnTo>
                  <a:lnTo>
                    <a:pt x="6710876" y="2093507"/>
                  </a:lnTo>
                  <a:lnTo>
                    <a:pt x="6711721" y="2073015"/>
                  </a:lnTo>
                  <a:lnTo>
                    <a:pt x="6712566" y="2068578"/>
                  </a:lnTo>
                  <a:lnTo>
                    <a:pt x="6713411" y="2057887"/>
                  </a:lnTo>
                  <a:lnTo>
                    <a:pt x="6714256" y="2048068"/>
                  </a:lnTo>
                  <a:lnTo>
                    <a:pt x="6715102" y="2031837"/>
                  </a:lnTo>
                  <a:lnTo>
                    <a:pt x="6715947" y="2030548"/>
                  </a:lnTo>
                  <a:lnTo>
                    <a:pt x="6716792" y="2038750"/>
                  </a:lnTo>
                  <a:lnTo>
                    <a:pt x="6717637" y="2026225"/>
                  </a:lnTo>
                  <a:lnTo>
                    <a:pt x="6718482" y="1987939"/>
                  </a:lnTo>
                  <a:lnTo>
                    <a:pt x="6719327" y="1968031"/>
                  </a:lnTo>
                  <a:lnTo>
                    <a:pt x="6720172" y="1966303"/>
                  </a:lnTo>
                  <a:lnTo>
                    <a:pt x="6721017" y="1933942"/>
                  </a:lnTo>
                  <a:lnTo>
                    <a:pt x="6721862" y="1923296"/>
                  </a:lnTo>
                  <a:lnTo>
                    <a:pt x="6722707" y="1930548"/>
                  </a:lnTo>
                  <a:lnTo>
                    <a:pt x="6723552" y="1967483"/>
                  </a:lnTo>
                  <a:lnTo>
                    <a:pt x="6724398" y="1965874"/>
                  </a:lnTo>
                  <a:lnTo>
                    <a:pt x="6725243" y="1956296"/>
                  </a:lnTo>
                  <a:lnTo>
                    <a:pt x="6726088" y="1955232"/>
                  </a:lnTo>
                  <a:lnTo>
                    <a:pt x="6726933" y="1913648"/>
                  </a:lnTo>
                  <a:lnTo>
                    <a:pt x="6727778" y="1877745"/>
                  </a:lnTo>
                  <a:lnTo>
                    <a:pt x="6728623" y="1869761"/>
                  </a:lnTo>
                  <a:lnTo>
                    <a:pt x="6729468" y="1901098"/>
                  </a:lnTo>
                  <a:lnTo>
                    <a:pt x="6730313" y="1928634"/>
                  </a:lnTo>
                  <a:lnTo>
                    <a:pt x="6731158" y="1963347"/>
                  </a:lnTo>
                  <a:lnTo>
                    <a:pt x="6732003" y="2007377"/>
                  </a:lnTo>
                  <a:lnTo>
                    <a:pt x="6732848" y="2049730"/>
                  </a:lnTo>
                  <a:lnTo>
                    <a:pt x="6733694" y="2069756"/>
                  </a:lnTo>
                  <a:lnTo>
                    <a:pt x="6734539" y="2069756"/>
                  </a:lnTo>
                  <a:lnTo>
                    <a:pt x="6735384" y="2058376"/>
                  </a:lnTo>
                  <a:lnTo>
                    <a:pt x="6736229" y="2027868"/>
                  </a:lnTo>
                  <a:lnTo>
                    <a:pt x="6737074" y="2002716"/>
                  </a:lnTo>
                  <a:lnTo>
                    <a:pt x="6737919" y="1939058"/>
                  </a:lnTo>
                  <a:lnTo>
                    <a:pt x="6738764" y="1869182"/>
                  </a:lnTo>
                  <a:lnTo>
                    <a:pt x="6739609" y="1859429"/>
                  </a:lnTo>
                  <a:lnTo>
                    <a:pt x="6740454" y="1870808"/>
                  </a:lnTo>
                  <a:lnTo>
                    <a:pt x="6741299" y="1896421"/>
                  </a:lnTo>
                  <a:lnTo>
                    <a:pt x="6742145" y="1875074"/>
                  </a:lnTo>
                  <a:lnTo>
                    <a:pt x="6742990" y="1889412"/>
                  </a:lnTo>
                  <a:lnTo>
                    <a:pt x="6743835" y="1935340"/>
                  </a:lnTo>
                  <a:lnTo>
                    <a:pt x="6744680" y="1911256"/>
                  </a:lnTo>
                  <a:lnTo>
                    <a:pt x="6745525" y="1899363"/>
                  </a:lnTo>
                  <a:lnTo>
                    <a:pt x="6746370" y="1906276"/>
                  </a:lnTo>
                  <a:lnTo>
                    <a:pt x="6747215" y="1941252"/>
                  </a:lnTo>
                  <a:lnTo>
                    <a:pt x="6748060" y="1971033"/>
                  </a:lnTo>
                  <a:lnTo>
                    <a:pt x="6748905" y="1967223"/>
                  </a:lnTo>
                  <a:lnTo>
                    <a:pt x="6749750" y="1949177"/>
                  </a:lnTo>
                  <a:lnTo>
                    <a:pt x="6750595" y="1945561"/>
                  </a:lnTo>
                  <a:lnTo>
                    <a:pt x="6751441" y="1943544"/>
                  </a:lnTo>
                  <a:lnTo>
                    <a:pt x="6752286" y="1955070"/>
                  </a:lnTo>
                  <a:lnTo>
                    <a:pt x="6753131" y="1974608"/>
                  </a:lnTo>
                  <a:lnTo>
                    <a:pt x="6753976" y="2002365"/>
                  </a:lnTo>
                  <a:lnTo>
                    <a:pt x="6754821" y="2054248"/>
                  </a:lnTo>
                  <a:lnTo>
                    <a:pt x="6755666" y="2069756"/>
                  </a:lnTo>
                  <a:lnTo>
                    <a:pt x="6756511" y="2051543"/>
                  </a:lnTo>
                  <a:lnTo>
                    <a:pt x="6757356" y="2022694"/>
                  </a:lnTo>
                  <a:lnTo>
                    <a:pt x="6758201" y="1997990"/>
                  </a:lnTo>
                  <a:lnTo>
                    <a:pt x="6759046" y="1979514"/>
                  </a:lnTo>
                  <a:lnTo>
                    <a:pt x="6759891" y="1979515"/>
                  </a:lnTo>
                  <a:lnTo>
                    <a:pt x="6760737" y="1968039"/>
                  </a:lnTo>
                  <a:lnTo>
                    <a:pt x="6761582" y="1967306"/>
                  </a:lnTo>
                  <a:lnTo>
                    <a:pt x="6762427" y="2002485"/>
                  </a:lnTo>
                  <a:lnTo>
                    <a:pt x="6763272" y="2030780"/>
                  </a:lnTo>
                  <a:lnTo>
                    <a:pt x="6764117" y="2046448"/>
                  </a:lnTo>
                  <a:lnTo>
                    <a:pt x="6764962" y="1996283"/>
                  </a:lnTo>
                  <a:lnTo>
                    <a:pt x="6765807" y="1922078"/>
                  </a:lnTo>
                  <a:lnTo>
                    <a:pt x="6766652" y="1898378"/>
                  </a:lnTo>
                  <a:lnTo>
                    <a:pt x="6767497" y="1904840"/>
                  </a:lnTo>
                  <a:lnTo>
                    <a:pt x="6768342" y="1853384"/>
                  </a:lnTo>
                  <a:lnTo>
                    <a:pt x="6769187" y="1814272"/>
                  </a:lnTo>
                  <a:lnTo>
                    <a:pt x="6770033" y="1880823"/>
                  </a:lnTo>
                  <a:lnTo>
                    <a:pt x="6770878" y="1974955"/>
                  </a:lnTo>
                  <a:lnTo>
                    <a:pt x="6771723" y="2008329"/>
                  </a:lnTo>
                  <a:lnTo>
                    <a:pt x="6772568" y="1976048"/>
                  </a:lnTo>
                  <a:lnTo>
                    <a:pt x="6773413" y="1993074"/>
                  </a:lnTo>
                  <a:lnTo>
                    <a:pt x="6774258" y="1981625"/>
                  </a:lnTo>
                  <a:lnTo>
                    <a:pt x="6775103" y="1902781"/>
                  </a:lnTo>
                  <a:lnTo>
                    <a:pt x="6775948" y="1848230"/>
                  </a:lnTo>
                  <a:lnTo>
                    <a:pt x="6776793" y="1833037"/>
                  </a:lnTo>
                  <a:lnTo>
                    <a:pt x="6777638" y="1798825"/>
                  </a:lnTo>
                  <a:lnTo>
                    <a:pt x="6778483" y="1749171"/>
                  </a:lnTo>
                  <a:lnTo>
                    <a:pt x="6779329" y="1651109"/>
                  </a:lnTo>
                  <a:lnTo>
                    <a:pt x="6780174" y="1546937"/>
                  </a:lnTo>
                  <a:lnTo>
                    <a:pt x="6781019" y="1511975"/>
                  </a:lnTo>
                  <a:lnTo>
                    <a:pt x="6781864" y="1492869"/>
                  </a:lnTo>
                  <a:lnTo>
                    <a:pt x="6782709" y="1463875"/>
                  </a:lnTo>
                  <a:lnTo>
                    <a:pt x="6783554" y="1417828"/>
                  </a:lnTo>
                  <a:lnTo>
                    <a:pt x="6784399" y="1462678"/>
                  </a:lnTo>
                  <a:lnTo>
                    <a:pt x="6785244" y="1548573"/>
                  </a:lnTo>
                  <a:lnTo>
                    <a:pt x="6786089" y="1565206"/>
                  </a:lnTo>
                  <a:lnTo>
                    <a:pt x="6786934" y="1591651"/>
                  </a:lnTo>
                  <a:lnTo>
                    <a:pt x="6787779" y="1670549"/>
                  </a:lnTo>
                  <a:lnTo>
                    <a:pt x="6788625" y="1789114"/>
                  </a:lnTo>
                  <a:lnTo>
                    <a:pt x="6789470" y="1834609"/>
                  </a:lnTo>
                  <a:lnTo>
                    <a:pt x="6790315" y="1824236"/>
                  </a:lnTo>
                  <a:lnTo>
                    <a:pt x="6791160" y="1850942"/>
                  </a:lnTo>
                  <a:lnTo>
                    <a:pt x="6792005" y="1849785"/>
                  </a:lnTo>
                  <a:lnTo>
                    <a:pt x="6792850" y="1802075"/>
                  </a:lnTo>
                  <a:lnTo>
                    <a:pt x="6793695" y="1756610"/>
                  </a:lnTo>
                  <a:lnTo>
                    <a:pt x="6794540" y="1744530"/>
                  </a:lnTo>
                  <a:lnTo>
                    <a:pt x="6795385" y="1795198"/>
                  </a:lnTo>
                  <a:lnTo>
                    <a:pt x="6796230" y="1801640"/>
                  </a:lnTo>
                  <a:lnTo>
                    <a:pt x="6797075" y="1820597"/>
                  </a:lnTo>
                  <a:lnTo>
                    <a:pt x="6797921" y="1889144"/>
                  </a:lnTo>
                  <a:lnTo>
                    <a:pt x="6798766" y="1901946"/>
                  </a:lnTo>
                  <a:lnTo>
                    <a:pt x="6799611" y="1943492"/>
                  </a:lnTo>
                  <a:lnTo>
                    <a:pt x="6800456" y="1956476"/>
                  </a:lnTo>
                  <a:lnTo>
                    <a:pt x="6801301" y="1935991"/>
                  </a:lnTo>
                  <a:lnTo>
                    <a:pt x="6802146" y="1910227"/>
                  </a:lnTo>
                  <a:lnTo>
                    <a:pt x="6802991" y="1893189"/>
                  </a:lnTo>
                  <a:lnTo>
                    <a:pt x="6803836" y="1926236"/>
                  </a:lnTo>
                  <a:lnTo>
                    <a:pt x="6804681" y="1937125"/>
                  </a:lnTo>
                  <a:lnTo>
                    <a:pt x="6805526" y="1950644"/>
                  </a:lnTo>
                  <a:lnTo>
                    <a:pt x="6806372" y="2002412"/>
                  </a:lnTo>
                  <a:lnTo>
                    <a:pt x="6807217" y="2027303"/>
                  </a:lnTo>
                  <a:lnTo>
                    <a:pt x="6808062" y="2005889"/>
                  </a:lnTo>
                  <a:lnTo>
                    <a:pt x="6808907" y="1942713"/>
                  </a:lnTo>
                  <a:lnTo>
                    <a:pt x="6809752" y="1906880"/>
                  </a:lnTo>
                  <a:lnTo>
                    <a:pt x="6810597" y="1913133"/>
                  </a:lnTo>
                  <a:lnTo>
                    <a:pt x="6811442" y="1844259"/>
                  </a:lnTo>
                  <a:lnTo>
                    <a:pt x="6812287" y="1817097"/>
                  </a:lnTo>
                  <a:lnTo>
                    <a:pt x="6813132" y="1824901"/>
                  </a:lnTo>
                  <a:lnTo>
                    <a:pt x="6813977" y="1888016"/>
                  </a:lnTo>
                  <a:lnTo>
                    <a:pt x="6814822" y="1930318"/>
                  </a:lnTo>
                  <a:lnTo>
                    <a:pt x="6815668" y="1903813"/>
                  </a:lnTo>
                  <a:lnTo>
                    <a:pt x="6816513" y="1955313"/>
                  </a:lnTo>
                  <a:lnTo>
                    <a:pt x="6817358" y="1974309"/>
                  </a:lnTo>
                  <a:lnTo>
                    <a:pt x="6818203" y="1958077"/>
                  </a:lnTo>
                  <a:lnTo>
                    <a:pt x="6819048" y="1950063"/>
                  </a:lnTo>
                  <a:lnTo>
                    <a:pt x="6819893" y="1954101"/>
                  </a:lnTo>
                  <a:lnTo>
                    <a:pt x="6820738" y="1962181"/>
                  </a:lnTo>
                  <a:lnTo>
                    <a:pt x="6821583" y="1972158"/>
                  </a:lnTo>
                  <a:lnTo>
                    <a:pt x="6822428" y="1943230"/>
                  </a:lnTo>
                  <a:lnTo>
                    <a:pt x="6823273" y="1927170"/>
                  </a:lnTo>
                  <a:lnTo>
                    <a:pt x="6824118" y="1908862"/>
                  </a:lnTo>
                  <a:lnTo>
                    <a:pt x="6824964" y="1912180"/>
                  </a:lnTo>
                  <a:lnTo>
                    <a:pt x="6825809" y="1931335"/>
                  </a:lnTo>
                  <a:lnTo>
                    <a:pt x="6826654" y="1905471"/>
                  </a:lnTo>
                  <a:lnTo>
                    <a:pt x="6827499" y="1926290"/>
                  </a:lnTo>
                  <a:lnTo>
                    <a:pt x="6828344" y="1960986"/>
                  </a:lnTo>
                  <a:lnTo>
                    <a:pt x="6829189" y="2004833"/>
                  </a:lnTo>
                  <a:lnTo>
                    <a:pt x="6830034" y="2013467"/>
                  </a:lnTo>
                  <a:lnTo>
                    <a:pt x="6830879" y="1986159"/>
                  </a:lnTo>
                  <a:lnTo>
                    <a:pt x="6831724" y="2003127"/>
                  </a:lnTo>
                  <a:lnTo>
                    <a:pt x="6832569" y="2017556"/>
                  </a:lnTo>
                  <a:lnTo>
                    <a:pt x="6833414" y="2000360"/>
                  </a:lnTo>
                  <a:lnTo>
                    <a:pt x="6834260" y="1924637"/>
                  </a:lnTo>
                  <a:lnTo>
                    <a:pt x="6835105" y="1817416"/>
                  </a:lnTo>
                  <a:lnTo>
                    <a:pt x="6835950" y="1813263"/>
                  </a:lnTo>
                  <a:lnTo>
                    <a:pt x="6836795" y="1846185"/>
                  </a:lnTo>
                  <a:lnTo>
                    <a:pt x="6837640" y="1846185"/>
                  </a:lnTo>
                  <a:lnTo>
                    <a:pt x="6838485" y="1845510"/>
                  </a:lnTo>
                  <a:lnTo>
                    <a:pt x="6839330" y="1854323"/>
                  </a:lnTo>
                  <a:lnTo>
                    <a:pt x="6840175" y="1879102"/>
                  </a:lnTo>
                  <a:lnTo>
                    <a:pt x="6841020" y="1826790"/>
                  </a:lnTo>
                  <a:lnTo>
                    <a:pt x="6841865" y="1707625"/>
                  </a:lnTo>
                  <a:lnTo>
                    <a:pt x="6842710" y="1608980"/>
                  </a:lnTo>
                  <a:lnTo>
                    <a:pt x="6843556" y="1534078"/>
                  </a:lnTo>
                  <a:lnTo>
                    <a:pt x="6844401" y="1520201"/>
                  </a:lnTo>
                  <a:lnTo>
                    <a:pt x="6845246" y="1525431"/>
                  </a:lnTo>
                  <a:lnTo>
                    <a:pt x="6846091" y="1553717"/>
                  </a:lnTo>
                  <a:lnTo>
                    <a:pt x="6846936" y="1579768"/>
                  </a:lnTo>
                  <a:lnTo>
                    <a:pt x="6847781" y="1622434"/>
                  </a:lnTo>
                  <a:lnTo>
                    <a:pt x="6848626" y="1711792"/>
                  </a:lnTo>
                  <a:lnTo>
                    <a:pt x="6849471" y="1754440"/>
                  </a:lnTo>
                  <a:lnTo>
                    <a:pt x="6850316" y="1761970"/>
                  </a:lnTo>
                  <a:lnTo>
                    <a:pt x="6851161" y="1744817"/>
                  </a:lnTo>
                  <a:lnTo>
                    <a:pt x="6852006" y="1742658"/>
                  </a:lnTo>
                  <a:lnTo>
                    <a:pt x="6852852" y="1719069"/>
                  </a:lnTo>
                  <a:lnTo>
                    <a:pt x="6853697" y="1637974"/>
                  </a:lnTo>
                  <a:lnTo>
                    <a:pt x="6854542" y="1621637"/>
                  </a:lnTo>
                  <a:lnTo>
                    <a:pt x="6855387" y="1612991"/>
                  </a:lnTo>
                  <a:lnTo>
                    <a:pt x="6856232" y="1603431"/>
                  </a:lnTo>
                  <a:lnTo>
                    <a:pt x="6857077" y="1659263"/>
                  </a:lnTo>
                  <a:lnTo>
                    <a:pt x="6857922" y="1773467"/>
                  </a:lnTo>
                  <a:lnTo>
                    <a:pt x="6858767" y="1886919"/>
                  </a:lnTo>
                  <a:lnTo>
                    <a:pt x="6859612" y="1929677"/>
                  </a:lnTo>
                  <a:lnTo>
                    <a:pt x="6860457" y="1993586"/>
                  </a:lnTo>
                  <a:lnTo>
                    <a:pt x="6861302" y="2077625"/>
                  </a:lnTo>
                  <a:lnTo>
                    <a:pt x="6862148" y="2103286"/>
                  </a:lnTo>
                  <a:lnTo>
                    <a:pt x="6862148" y="2103286"/>
                  </a:lnTo>
                  <a:lnTo>
                    <a:pt x="6862993" y="2074845"/>
                  </a:lnTo>
                  <a:lnTo>
                    <a:pt x="6863838" y="2042294"/>
                  </a:lnTo>
                  <a:lnTo>
                    <a:pt x="6864683" y="2004859"/>
                  </a:lnTo>
                  <a:lnTo>
                    <a:pt x="6865528" y="1950052"/>
                  </a:lnTo>
                  <a:lnTo>
                    <a:pt x="6866373" y="1870038"/>
                  </a:lnTo>
                  <a:lnTo>
                    <a:pt x="6867218" y="1772684"/>
                  </a:lnTo>
                  <a:lnTo>
                    <a:pt x="6868063" y="1712519"/>
                  </a:lnTo>
                  <a:lnTo>
                    <a:pt x="6868908" y="1669423"/>
                  </a:lnTo>
                  <a:lnTo>
                    <a:pt x="6869753" y="1627191"/>
                  </a:lnTo>
                  <a:lnTo>
                    <a:pt x="6870599" y="1587289"/>
                  </a:lnTo>
                  <a:lnTo>
                    <a:pt x="6871444" y="1598607"/>
                  </a:lnTo>
                  <a:lnTo>
                    <a:pt x="6872289" y="1639995"/>
                  </a:lnTo>
                  <a:lnTo>
                    <a:pt x="6873134" y="1657404"/>
                  </a:lnTo>
                  <a:lnTo>
                    <a:pt x="6873979" y="1670808"/>
                  </a:lnTo>
                  <a:lnTo>
                    <a:pt x="6874824" y="1703030"/>
                  </a:lnTo>
                  <a:lnTo>
                    <a:pt x="6875669" y="1792468"/>
                  </a:lnTo>
                  <a:lnTo>
                    <a:pt x="6876514" y="1813217"/>
                  </a:lnTo>
                  <a:lnTo>
                    <a:pt x="6877359" y="1833504"/>
                  </a:lnTo>
                  <a:lnTo>
                    <a:pt x="6878204" y="1833668"/>
                  </a:lnTo>
                  <a:lnTo>
                    <a:pt x="6879049" y="1746782"/>
                  </a:lnTo>
                  <a:lnTo>
                    <a:pt x="6879895" y="1685391"/>
                  </a:lnTo>
                  <a:lnTo>
                    <a:pt x="6880740" y="1627759"/>
                  </a:lnTo>
                  <a:lnTo>
                    <a:pt x="6881585" y="1587089"/>
                  </a:lnTo>
                  <a:lnTo>
                    <a:pt x="6882430" y="1485098"/>
                  </a:lnTo>
                  <a:lnTo>
                    <a:pt x="6883275" y="1380787"/>
                  </a:lnTo>
                  <a:lnTo>
                    <a:pt x="6884120" y="1432107"/>
                  </a:lnTo>
                  <a:lnTo>
                    <a:pt x="6884965" y="1534304"/>
                  </a:lnTo>
                  <a:lnTo>
                    <a:pt x="6885810" y="1545429"/>
                  </a:lnTo>
                  <a:lnTo>
                    <a:pt x="6886655" y="1562546"/>
                  </a:lnTo>
                  <a:lnTo>
                    <a:pt x="6887500" y="1660769"/>
                  </a:lnTo>
                  <a:lnTo>
                    <a:pt x="6888345" y="1765144"/>
                  </a:lnTo>
                  <a:lnTo>
                    <a:pt x="6889191" y="1786912"/>
                  </a:lnTo>
                  <a:lnTo>
                    <a:pt x="6890036" y="1731429"/>
                  </a:lnTo>
                  <a:lnTo>
                    <a:pt x="6890881" y="1730648"/>
                  </a:lnTo>
                  <a:lnTo>
                    <a:pt x="6891726" y="1776712"/>
                  </a:lnTo>
                  <a:lnTo>
                    <a:pt x="6892571" y="1775942"/>
                  </a:lnTo>
                  <a:lnTo>
                    <a:pt x="6893416" y="1790045"/>
                  </a:lnTo>
                  <a:lnTo>
                    <a:pt x="6894261" y="1848347"/>
                  </a:lnTo>
                  <a:lnTo>
                    <a:pt x="6895106" y="1899278"/>
                  </a:lnTo>
                  <a:lnTo>
                    <a:pt x="6895951" y="1919354"/>
                  </a:lnTo>
                  <a:lnTo>
                    <a:pt x="6896796" y="1888650"/>
                  </a:lnTo>
                  <a:lnTo>
                    <a:pt x="6897641" y="1857353"/>
                  </a:lnTo>
                  <a:lnTo>
                    <a:pt x="6898487" y="1818555"/>
                  </a:lnTo>
                  <a:lnTo>
                    <a:pt x="6899332" y="1788227"/>
                  </a:lnTo>
                  <a:lnTo>
                    <a:pt x="6900177" y="1772028"/>
                  </a:lnTo>
                  <a:lnTo>
                    <a:pt x="6901022" y="1791379"/>
                  </a:lnTo>
                  <a:lnTo>
                    <a:pt x="6901867" y="1828594"/>
                  </a:lnTo>
                  <a:lnTo>
                    <a:pt x="6902712" y="1822892"/>
                  </a:lnTo>
                  <a:lnTo>
                    <a:pt x="6903557" y="1807832"/>
                  </a:lnTo>
                  <a:lnTo>
                    <a:pt x="6904402" y="1778026"/>
                  </a:lnTo>
                  <a:lnTo>
                    <a:pt x="6905247" y="1761757"/>
                  </a:lnTo>
                  <a:lnTo>
                    <a:pt x="6906092" y="1730681"/>
                  </a:lnTo>
                  <a:lnTo>
                    <a:pt x="6906937" y="1681297"/>
                  </a:lnTo>
                  <a:lnTo>
                    <a:pt x="6907783" y="1675607"/>
                  </a:lnTo>
                  <a:lnTo>
                    <a:pt x="6908628" y="1695235"/>
                  </a:lnTo>
                  <a:lnTo>
                    <a:pt x="6909473" y="1678364"/>
                  </a:lnTo>
                  <a:lnTo>
                    <a:pt x="6910318" y="1630665"/>
                  </a:lnTo>
                  <a:lnTo>
                    <a:pt x="6911163" y="1596938"/>
                  </a:lnTo>
                  <a:lnTo>
                    <a:pt x="6912008" y="1619656"/>
                  </a:lnTo>
                  <a:lnTo>
                    <a:pt x="6912853" y="1633818"/>
                  </a:lnTo>
                  <a:lnTo>
                    <a:pt x="6913698" y="1635253"/>
                  </a:lnTo>
                  <a:lnTo>
                    <a:pt x="6914543" y="1676018"/>
                  </a:lnTo>
                  <a:lnTo>
                    <a:pt x="6915388" y="1729073"/>
                  </a:lnTo>
                  <a:lnTo>
                    <a:pt x="6916233" y="1798497"/>
                  </a:lnTo>
                  <a:lnTo>
                    <a:pt x="6917079" y="1829271"/>
                  </a:lnTo>
                  <a:lnTo>
                    <a:pt x="6917924" y="1875349"/>
                  </a:lnTo>
                  <a:lnTo>
                    <a:pt x="6918769" y="1925563"/>
                  </a:lnTo>
                  <a:lnTo>
                    <a:pt x="6919614" y="1980084"/>
                  </a:lnTo>
                  <a:lnTo>
                    <a:pt x="6920459" y="2016844"/>
                  </a:lnTo>
                  <a:lnTo>
                    <a:pt x="6921304" y="1977952"/>
                  </a:lnTo>
                  <a:lnTo>
                    <a:pt x="6922149" y="1932589"/>
                  </a:lnTo>
                  <a:lnTo>
                    <a:pt x="6922994" y="1879630"/>
                  </a:lnTo>
                  <a:lnTo>
                    <a:pt x="6923839" y="1742003"/>
                  </a:lnTo>
                  <a:lnTo>
                    <a:pt x="6924684" y="1594697"/>
                  </a:lnTo>
                  <a:lnTo>
                    <a:pt x="6925529" y="1485400"/>
                  </a:lnTo>
                  <a:lnTo>
                    <a:pt x="6926375" y="1456861"/>
                  </a:lnTo>
                  <a:lnTo>
                    <a:pt x="6927220" y="1474616"/>
                  </a:lnTo>
                  <a:lnTo>
                    <a:pt x="6928065" y="1491833"/>
                  </a:lnTo>
                  <a:lnTo>
                    <a:pt x="6928910" y="1577870"/>
                  </a:lnTo>
                  <a:lnTo>
                    <a:pt x="6929755" y="1683416"/>
                  </a:lnTo>
                  <a:lnTo>
                    <a:pt x="6930600" y="1758114"/>
                  </a:lnTo>
                  <a:lnTo>
                    <a:pt x="6931445" y="1775249"/>
                  </a:lnTo>
                  <a:lnTo>
                    <a:pt x="6932290" y="1767351"/>
                  </a:lnTo>
                  <a:lnTo>
                    <a:pt x="6933135" y="1802007"/>
                  </a:lnTo>
                  <a:lnTo>
                    <a:pt x="6933980" y="1835997"/>
                  </a:lnTo>
                  <a:lnTo>
                    <a:pt x="6934826" y="1805131"/>
                  </a:lnTo>
                  <a:lnTo>
                    <a:pt x="6935671" y="1809717"/>
                  </a:lnTo>
                  <a:lnTo>
                    <a:pt x="6936516" y="1822970"/>
                  </a:lnTo>
                  <a:lnTo>
                    <a:pt x="6937361" y="1860101"/>
                  </a:lnTo>
                  <a:lnTo>
                    <a:pt x="6938206" y="1847165"/>
                  </a:lnTo>
                  <a:lnTo>
                    <a:pt x="6939051" y="1858994"/>
                  </a:lnTo>
                  <a:lnTo>
                    <a:pt x="6939896" y="1891766"/>
                  </a:lnTo>
                  <a:lnTo>
                    <a:pt x="6940741" y="1889554"/>
                  </a:lnTo>
                  <a:lnTo>
                    <a:pt x="6941586" y="1898064"/>
                  </a:lnTo>
                  <a:lnTo>
                    <a:pt x="6942431" y="1846008"/>
                  </a:lnTo>
                  <a:lnTo>
                    <a:pt x="6943276" y="1783967"/>
                  </a:lnTo>
                  <a:lnTo>
                    <a:pt x="6944122" y="1735053"/>
                  </a:lnTo>
                  <a:lnTo>
                    <a:pt x="6944967" y="1702239"/>
                  </a:lnTo>
                  <a:lnTo>
                    <a:pt x="6945812" y="1681971"/>
                  </a:lnTo>
                  <a:lnTo>
                    <a:pt x="6946657" y="1663228"/>
                  </a:lnTo>
                  <a:lnTo>
                    <a:pt x="6947502" y="1696073"/>
                  </a:lnTo>
                  <a:lnTo>
                    <a:pt x="6948347" y="1728666"/>
                  </a:lnTo>
                  <a:lnTo>
                    <a:pt x="6949192" y="1701431"/>
                  </a:lnTo>
                  <a:lnTo>
                    <a:pt x="6950037" y="1694332"/>
                  </a:lnTo>
                  <a:lnTo>
                    <a:pt x="6950882" y="1722772"/>
                  </a:lnTo>
                  <a:lnTo>
                    <a:pt x="6951727" y="1740088"/>
                  </a:lnTo>
                  <a:lnTo>
                    <a:pt x="6952572" y="1718085"/>
                  </a:lnTo>
                  <a:lnTo>
                    <a:pt x="6953418" y="1699999"/>
                  </a:lnTo>
                  <a:lnTo>
                    <a:pt x="6954263" y="1701163"/>
                  </a:lnTo>
                  <a:lnTo>
                    <a:pt x="6955108" y="1731163"/>
                  </a:lnTo>
                  <a:lnTo>
                    <a:pt x="6955953" y="1763006"/>
                  </a:lnTo>
                  <a:lnTo>
                    <a:pt x="6956798" y="1760349"/>
                  </a:lnTo>
                  <a:lnTo>
                    <a:pt x="6957643" y="1733073"/>
                  </a:lnTo>
                  <a:lnTo>
                    <a:pt x="6958488" y="1715904"/>
                  </a:lnTo>
                  <a:lnTo>
                    <a:pt x="6959333" y="1689348"/>
                  </a:lnTo>
                  <a:lnTo>
                    <a:pt x="6960178" y="1608797"/>
                  </a:lnTo>
                  <a:lnTo>
                    <a:pt x="6961023" y="1525239"/>
                  </a:lnTo>
                  <a:lnTo>
                    <a:pt x="6961868" y="1543104"/>
                  </a:lnTo>
                  <a:lnTo>
                    <a:pt x="6962714" y="1598247"/>
                  </a:lnTo>
                  <a:lnTo>
                    <a:pt x="6963559" y="1643947"/>
                  </a:lnTo>
                  <a:lnTo>
                    <a:pt x="6964404" y="1706627"/>
                  </a:lnTo>
                  <a:lnTo>
                    <a:pt x="6965249" y="1772803"/>
                  </a:lnTo>
                  <a:lnTo>
                    <a:pt x="6966094" y="1837590"/>
                  </a:lnTo>
                  <a:lnTo>
                    <a:pt x="6966939" y="1827496"/>
                  </a:lnTo>
                  <a:lnTo>
                    <a:pt x="6967784" y="1794594"/>
                  </a:lnTo>
                  <a:lnTo>
                    <a:pt x="6968629" y="1791579"/>
                  </a:lnTo>
                  <a:lnTo>
                    <a:pt x="6969474" y="1836644"/>
                  </a:lnTo>
                  <a:lnTo>
                    <a:pt x="6970319" y="1882504"/>
                  </a:lnTo>
                  <a:lnTo>
                    <a:pt x="6971164" y="1896875"/>
                  </a:lnTo>
                  <a:lnTo>
                    <a:pt x="6972010" y="1932209"/>
                  </a:lnTo>
                  <a:lnTo>
                    <a:pt x="6972855" y="1944943"/>
                  </a:lnTo>
                  <a:lnTo>
                    <a:pt x="6973700" y="1926118"/>
                  </a:lnTo>
                  <a:lnTo>
                    <a:pt x="6974545" y="1871025"/>
                  </a:lnTo>
                  <a:lnTo>
                    <a:pt x="6975390" y="1810101"/>
                  </a:lnTo>
                  <a:lnTo>
                    <a:pt x="6976235" y="1787586"/>
                  </a:lnTo>
                  <a:lnTo>
                    <a:pt x="6977080" y="1796956"/>
                  </a:lnTo>
                  <a:lnTo>
                    <a:pt x="6977925" y="1842694"/>
                  </a:lnTo>
                  <a:lnTo>
                    <a:pt x="6978770" y="1911342"/>
                  </a:lnTo>
                  <a:lnTo>
                    <a:pt x="6979615" y="1977883"/>
                  </a:lnTo>
                  <a:lnTo>
                    <a:pt x="6980460" y="2018468"/>
                  </a:lnTo>
                  <a:lnTo>
                    <a:pt x="6981306" y="2009383"/>
                  </a:lnTo>
                  <a:lnTo>
                    <a:pt x="6982151" y="1968628"/>
                  </a:lnTo>
                  <a:lnTo>
                    <a:pt x="6982996" y="1916223"/>
                  </a:lnTo>
                  <a:lnTo>
                    <a:pt x="6983841" y="1866342"/>
                  </a:lnTo>
                  <a:lnTo>
                    <a:pt x="6984686" y="1827293"/>
                  </a:lnTo>
                  <a:lnTo>
                    <a:pt x="6985531" y="1771012"/>
                  </a:lnTo>
                  <a:lnTo>
                    <a:pt x="6986376" y="1712378"/>
                  </a:lnTo>
                  <a:lnTo>
                    <a:pt x="6987221" y="1667853"/>
                  </a:lnTo>
                  <a:lnTo>
                    <a:pt x="6988066" y="1672629"/>
                  </a:lnTo>
                  <a:lnTo>
                    <a:pt x="6988911" y="1695140"/>
                  </a:lnTo>
                  <a:lnTo>
                    <a:pt x="6989756" y="1666899"/>
                  </a:lnTo>
                  <a:lnTo>
                    <a:pt x="6990602" y="1675884"/>
                  </a:lnTo>
                  <a:lnTo>
                    <a:pt x="6991447" y="1711336"/>
                  </a:lnTo>
                  <a:lnTo>
                    <a:pt x="6992292" y="1761122"/>
                  </a:lnTo>
                  <a:lnTo>
                    <a:pt x="6993137" y="1796360"/>
                  </a:lnTo>
                  <a:lnTo>
                    <a:pt x="6993982" y="1800378"/>
                  </a:lnTo>
                  <a:lnTo>
                    <a:pt x="6994827" y="1840292"/>
                  </a:lnTo>
                  <a:lnTo>
                    <a:pt x="6995672" y="1861215"/>
                  </a:lnTo>
                  <a:lnTo>
                    <a:pt x="6996517" y="1831458"/>
                  </a:lnTo>
                  <a:lnTo>
                    <a:pt x="6997362" y="1793156"/>
                  </a:lnTo>
                  <a:lnTo>
                    <a:pt x="6998207" y="1747886"/>
                  </a:lnTo>
                  <a:lnTo>
                    <a:pt x="6999053" y="1687521"/>
                  </a:lnTo>
                  <a:lnTo>
                    <a:pt x="6999898" y="1653665"/>
                  </a:lnTo>
                  <a:lnTo>
                    <a:pt x="7000743" y="1621834"/>
                  </a:lnTo>
                  <a:lnTo>
                    <a:pt x="7001588" y="1618636"/>
                  </a:lnTo>
                  <a:lnTo>
                    <a:pt x="7002433" y="1647756"/>
                  </a:lnTo>
                  <a:lnTo>
                    <a:pt x="7003278" y="1705758"/>
                  </a:lnTo>
                  <a:lnTo>
                    <a:pt x="7004123" y="1790488"/>
                  </a:lnTo>
                  <a:lnTo>
                    <a:pt x="7004968" y="1851721"/>
                  </a:lnTo>
                  <a:lnTo>
                    <a:pt x="7005813" y="1930264"/>
                  </a:lnTo>
                  <a:lnTo>
                    <a:pt x="7006658" y="2018001"/>
                  </a:lnTo>
                  <a:lnTo>
                    <a:pt x="7007503" y="2034077"/>
                  </a:lnTo>
                  <a:lnTo>
                    <a:pt x="7008349" y="1957686"/>
                  </a:lnTo>
                  <a:lnTo>
                    <a:pt x="7009194" y="1925146"/>
                  </a:lnTo>
                  <a:lnTo>
                    <a:pt x="7010039" y="1855712"/>
                  </a:lnTo>
                  <a:lnTo>
                    <a:pt x="7010884" y="1736535"/>
                  </a:lnTo>
                  <a:lnTo>
                    <a:pt x="7011729" y="1632091"/>
                  </a:lnTo>
                  <a:lnTo>
                    <a:pt x="7012574" y="1572251"/>
                  </a:lnTo>
                  <a:lnTo>
                    <a:pt x="7013419" y="1580544"/>
                  </a:lnTo>
                  <a:lnTo>
                    <a:pt x="7014264" y="1571563"/>
                  </a:lnTo>
                  <a:lnTo>
                    <a:pt x="7015109" y="1563238"/>
                  </a:lnTo>
                  <a:lnTo>
                    <a:pt x="7015954" y="1605618"/>
                  </a:lnTo>
                  <a:lnTo>
                    <a:pt x="7016799" y="1656563"/>
                  </a:lnTo>
                  <a:lnTo>
                    <a:pt x="7017645" y="1706632"/>
                  </a:lnTo>
                  <a:lnTo>
                    <a:pt x="7018490" y="1708880"/>
                  </a:lnTo>
                  <a:lnTo>
                    <a:pt x="7019335" y="1668131"/>
                  </a:lnTo>
                  <a:lnTo>
                    <a:pt x="7020180" y="1664480"/>
                  </a:lnTo>
                  <a:lnTo>
                    <a:pt x="7021025" y="1629753"/>
                  </a:lnTo>
                  <a:lnTo>
                    <a:pt x="7021870" y="1589839"/>
                  </a:lnTo>
                  <a:lnTo>
                    <a:pt x="7022715" y="1560702"/>
                  </a:lnTo>
                  <a:lnTo>
                    <a:pt x="7023560" y="1602224"/>
                  </a:lnTo>
                  <a:lnTo>
                    <a:pt x="7024405" y="1626147"/>
                  </a:lnTo>
                  <a:lnTo>
                    <a:pt x="7025250" y="1633318"/>
                  </a:lnTo>
                  <a:lnTo>
                    <a:pt x="7026095" y="1695982"/>
                  </a:lnTo>
                  <a:lnTo>
                    <a:pt x="7026941" y="1750022"/>
                  </a:lnTo>
                  <a:lnTo>
                    <a:pt x="7027786" y="1793210"/>
                  </a:lnTo>
                  <a:lnTo>
                    <a:pt x="7028631" y="1786651"/>
                  </a:lnTo>
                  <a:lnTo>
                    <a:pt x="7029476" y="1781399"/>
                  </a:lnTo>
                  <a:lnTo>
                    <a:pt x="7030321" y="1766881"/>
                  </a:lnTo>
                  <a:lnTo>
                    <a:pt x="7031166" y="1709537"/>
                  </a:lnTo>
                  <a:lnTo>
                    <a:pt x="7032011" y="1680268"/>
                  </a:lnTo>
                  <a:lnTo>
                    <a:pt x="7032856" y="1637226"/>
                  </a:lnTo>
                  <a:lnTo>
                    <a:pt x="7033701" y="1590081"/>
                  </a:lnTo>
                  <a:lnTo>
                    <a:pt x="7034546" y="1565383"/>
                  </a:lnTo>
                  <a:lnTo>
                    <a:pt x="7035391" y="1550731"/>
                  </a:lnTo>
                  <a:lnTo>
                    <a:pt x="7036237" y="1544966"/>
                  </a:lnTo>
                  <a:lnTo>
                    <a:pt x="7037082" y="1490677"/>
                  </a:lnTo>
                  <a:lnTo>
                    <a:pt x="7037927" y="1436856"/>
                  </a:lnTo>
                  <a:lnTo>
                    <a:pt x="7038772" y="1443970"/>
                  </a:lnTo>
                  <a:lnTo>
                    <a:pt x="7039617" y="1464031"/>
                  </a:lnTo>
                  <a:lnTo>
                    <a:pt x="7040462" y="1486151"/>
                  </a:lnTo>
                  <a:lnTo>
                    <a:pt x="7041307" y="1526362"/>
                  </a:lnTo>
                  <a:lnTo>
                    <a:pt x="7042152" y="1566914"/>
                  </a:lnTo>
                  <a:lnTo>
                    <a:pt x="7042997" y="1658801"/>
                  </a:lnTo>
                  <a:lnTo>
                    <a:pt x="7043842" y="1681442"/>
                  </a:lnTo>
                  <a:lnTo>
                    <a:pt x="7044687" y="1678806"/>
                  </a:lnTo>
                  <a:lnTo>
                    <a:pt x="7045533" y="1699416"/>
                  </a:lnTo>
                  <a:lnTo>
                    <a:pt x="7046378" y="1623470"/>
                  </a:lnTo>
                  <a:lnTo>
                    <a:pt x="7047223" y="1523824"/>
                  </a:lnTo>
                  <a:lnTo>
                    <a:pt x="7048068" y="1454151"/>
                  </a:lnTo>
                  <a:lnTo>
                    <a:pt x="7048913" y="1487232"/>
                  </a:lnTo>
                  <a:lnTo>
                    <a:pt x="7049758" y="1532234"/>
                  </a:lnTo>
                  <a:lnTo>
                    <a:pt x="7050603" y="1555252"/>
                  </a:lnTo>
                  <a:lnTo>
                    <a:pt x="7051448" y="1599980"/>
                  </a:lnTo>
                  <a:lnTo>
                    <a:pt x="7052293" y="1655343"/>
                  </a:lnTo>
                  <a:lnTo>
                    <a:pt x="7053138" y="1659479"/>
                  </a:lnTo>
                  <a:lnTo>
                    <a:pt x="7053983" y="1569573"/>
                  </a:lnTo>
                  <a:lnTo>
                    <a:pt x="7054829" y="1473025"/>
                  </a:lnTo>
                  <a:lnTo>
                    <a:pt x="7055674" y="1388813"/>
                  </a:lnTo>
                  <a:lnTo>
                    <a:pt x="7056519" y="1410035"/>
                  </a:lnTo>
                  <a:lnTo>
                    <a:pt x="7057364" y="1466242"/>
                  </a:lnTo>
                  <a:lnTo>
                    <a:pt x="7058209" y="1505856"/>
                  </a:lnTo>
                  <a:lnTo>
                    <a:pt x="7059054" y="1582301"/>
                  </a:lnTo>
                  <a:lnTo>
                    <a:pt x="7059899" y="1686903"/>
                  </a:lnTo>
                  <a:lnTo>
                    <a:pt x="7060744" y="1783079"/>
                  </a:lnTo>
                  <a:lnTo>
                    <a:pt x="7061589" y="1843241"/>
                  </a:lnTo>
                  <a:lnTo>
                    <a:pt x="7062434" y="1911063"/>
                  </a:lnTo>
                  <a:lnTo>
                    <a:pt x="7063280" y="1933574"/>
                  </a:lnTo>
                  <a:lnTo>
                    <a:pt x="7064125" y="1919845"/>
                  </a:lnTo>
                  <a:lnTo>
                    <a:pt x="7064970" y="1920962"/>
                  </a:lnTo>
                  <a:lnTo>
                    <a:pt x="7065815" y="1905074"/>
                  </a:lnTo>
                  <a:lnTo>
                    <a:pt x="7066660" y="1845769"/>
                  </a:lnTo>
                  <a:lnTo>
                    <a:pt x="7067505" y="1781063"/>
                  </a:lnTo>
                  <a:lnTo>
                    <a:pt x="7068350" y="1786424"/>
                  </a:lnTo>
                  <a:lnTo>
                    <a:pt x="7069195" y="1822703"/>
                  </a:lnTo>
                  <a:lnTo>
                    <a:pt x="7070040" y="1797755"/>
                  </a:lnTo>
                  <a:lnTo>
                    <a:pt x="7070885" y="1819450"/>
                  </a:lnTo>
                  <a:lnTo>
                    <a:pt x="7071730" y="1871671"/>
                  </a:lnTo>
                  <a:lnTo>
                    <a:pt x="7072576" y="1893116"/>
                  </a:lnTo>
                  <a:lnTo>
                    <a:pt x="7073421" y="1850521"/>
                  </a:lnTo>
                  <a:lnTo>
                    <a:pt x="7074266" y="1753554"/>
                  </a:lnTo>
                  <a:lnTo>
                    <a:pt x="7075111" y="1656963"/>
                  </a:lnTo>
                  <a:lnTo>
                    <a:pt x="7075956" y="1529005"/>
                  </a:lnTo>
                  <a:lnTo>
                    <a:pt x="7076801" y="1426516"/>
                  </a:lnTo>
                  <a:lnTo>
                    <a:pt x="7077646" y="1379141"/>
                  </a:lnTo>
                  <a:lnTo>
                    <a:pt x="7078491" y="1394034"/>
                  </a:lnTo>
                  <a:lnTo>
                    <a:pt x="7079336" y="1469400"/>
                  </a:lnTo>
                  <a:lnTo>
                    <a:pt x="7080181" y="1586806"/>
                  </a:lnTo>
                  <a:lnTo>
                    <a:pt x="7081026" y="1707036"/>
                  </a:lnTo>
                  <a:lnTo>
                    <a:pt x="7081872" y="1818051"/>
                  </a:lnTo>
                  <a:lnTo>
                    <a:pt x="7082717" y="1872526"/>
                  </a:lnTo>
                  <a:lnTo>
                    <a:pt x="7083562" y="1914291"/>
                  </a:lnTo>
                  <a:lnTo>
                    <a:pt x="7084407" y="1922864"/>
                  </a:lnTo>
                  <a:lnTo>
                    <a:pt x="7085252" y="1836407"/>
                  </a:lnTo>
                  <a:lnTo>
                    <a:pt x="7086097" y="1716287"/>
                  </a:lnTo>
                  <a:lnTo>
                    <a:pt x="7086942" y="1639749"/>
                  </a:lnTo>
                  <a:lnTo>
                    <a:pt x="7087787" y="1645066"/>
                  </a:lnTo>
                  <a:lnTo>
                    <a:pt x="7088632" y="1636362"/>
                  </a:lnTo>
                  <a:lnTo>
                    <a:pt x="7089477" y="1640321"/>
                  </a:lnTo>
                  <a:lnTo>
                    <a:pt x="7090322" y="1742860"/>
                  </a:lnTo>
                  <a:lnTo>
                    <a:pt x="7091168" y="1890603"/>
                  </a:lnTo>
                  <a:lnTo>
                    <a:pt x="7092013" y="1987297"/>
                  </a:lnTo>
                  <a:lnTo>
                    <a:pt x="7092858" y="2020095"/>
                  </a:lnTo>
                  <a:lnTo>
                    <a:pt x="7093703" y="2029719"/>
                  </a:lnTo>
                  <a:lnTo>
                    <a:pt x="7094548" y="1988586"/>
                  </a:lnTo>
                  <a:lnTo>
                    <a:pt x="7095393" y="1894533"/>
                  </a:lnTo>
                  <a:lnTo>
                    <a:pt x="7096238" y="1814604"/>
                  </a:lnTo>
                  <a:lnTo>
                    <a:pt x="7097083" y="1782563"/>
                  </a:lnTo>
                  <a:lnTo>
                    <a:pt x="7097928" y="1751766"/>
                  </a:lnTo>
                  <a:lnTo>
                    <a:pt x="7098773" y="1753893"/>
                  </a:lnTo>
                  <a:lnTo>
                    <a:pt x="7099618" y="1802302"/>
                  </a:lnTo>
                  <a:lnTo>
                    <a:pt x="7100464" y="1836394"/>
                  </a:lnTo>
                  <a:lnTo>
                    <a:pt x="7101309" y="1840977"/>
                  </a:lnTo>
                  <a:lnTo>
                    <a:pt x="7102154" y="1818945"/>
                  </a:lnTo>
                  <a:lnTo>
                    <a:pt x="7102999" y="1831896"/>
                  </a:lnTo>
                  <a:lnTo>
                    <a:pt x="7103844" y="1846786"/>
                  </a:lnTo>
                  <a:lnTo>
                    <a:pt x="7104689" y="1880853"/>
                  </a:lnTo>
                  <a:lnTo>
                    <a:pt x="7105534" y="1944934"/>
                  </a:lnTo>
                  <a:lnTo>
                    <a:pt x="7106379" y="1960993"/>
                  </a:lnTo>
                  <a:lnTo>
                    <a:pt x="7107224" y="1946725"/>
                  </a:lnTo>
                  <a:lnTo>
                    <a:pt x="7108069" y="1899897"/>
                  </a:lnTo>
                  <a:lnTo>
                    <a:pt x="7108914" y="1866817"/>
                  </a:lnTo>
                  <a:lnTo>
                    <a:pt x="7109760" y="1782532"/>
                  </a:lnTo>
                  <a:lnTo>
                    <a:pt x="7110605" y="1732693"/>
                  </a:lnTo>
                  <a:lnTo>
                    <a:pt x="7111450" y="1764496"/>
                  </a:lnTo>
                  <a:lnTo>
                    <a:pt x="7112295" y="1804064"/>
                  </a:lnTo>
                  <a:lnTo>
                    <a:pt x="7113140" y="1824317"/>
                  </a:lnTo>
                  <a:lnTo>
                    <a:pt x="7113985" y="1832235"/>
                  </a:lnTo>
                  <a:lnTo>
                    <a:pt x="7114830" y="1862800"/>
                  </a:lnTo>
                  <a:lnTo>
                    <a:pt x="7115675" y="1902744"/>
                  </a:lnTo>
                  <a:lnTo>
                    <a:pt x="7116520" y="1948958"/>
                  </a:lnTo>
                  <a:lnTo>
                    <a:pt x="7117365" y="1964618"/>
                  </a:lnTo>
                  <a:lnTo>
                    <a:pt x="7118210" y="1962501"/>
                  </a:lnTo>
                  <a:lnTo>
                    <a:pt x="7119056" y="1927531"/>
                  </a:lnTo>
                  <a:lnTo>
                    <a:pt x="7119901" y="1869396"/>
                  </a:lnTo>
                  <a:lnTo>
                    <a:pt x="7120746" y="1817152"/>
                  </a:lnTo>
                  <a:lnTo>
                    <a:pt x="7121591" y="1768537"/>
                  </a:lnTo>
                  <a:lnTo>
                    <a:pt x="7122436" y="1716396"/>
                  </a:lnTo>
                  <a:lnTo>
                    <a:pt x="7123281" y="1678838"/>
                  </a:lnTo>
                  <a:lnTo>
                    <a:pt x="7124126" y="1663909"/>
                  </a:lnTo>
                  <a:lnTo>
                    <a:pt x="7124971" y="1713229"/>
                  </a:lnTo>
                  <a:lnTo>
                    <a:pt x="7125816" y="1773004"/>
                  </a:lnTo>
                  <a:lnTo>
                    <a:pt x="7126661" y="1790196"/>
                  </a:lnTo>
                  <a:lnTo>
                    <a:pt x="7127507" y="1847589"/>
                  </a:lnTo>
                  <a:lnTo>
                    <a:pt x="7128352" y="1932310"/>
                  </a:lnTo>
                  <a:lnTo>
                    <a:pt x="7129197" y="2004053"/>
                  </a:lnTo>
                  <a:lnTo>
                    <a:pt x="7130042" y="2046161"/>
                  </a:lnTo>
                  <a:lnTo>
                    <a:pt x="7130887" y="2049151"/>
                  </a:lnTo>
                  <a:lnTo>
                    <a:pt x="7131732" y="2061842"/>
                  </a:lnTo>
                  <a:lnTo>
                    <a:pt x="7132577" y="2069701"/>
                  </a:lnTo>
                  <a:lnTo>
                    <a:pt x="7133422" y="2069756"/>
                  </a:lnTo>
                  <a:lnTo>
                    <a:pt x="7134267" y="2069756"/>
                  </a:lnTo>
                  <a:lnTo>
                    <a:pt x="7135112" y="2069756"/>
                  </a:lnTo>
                  <a:lnTo>
                    <a:pt x="7135957" y="2069756"/>
                  </a:lnTo>
                  <a:lnTo>
                    <a:pt x="7136803" y="2069756"/>
                  </a:lnTo>
                  <a:lnTo>
                    <a:pt x="7137648" y="2065572"/>
                  </a:lnTo>
                  <a:lnTo>
                    <a:pt x="7138493" y="2034418"/>
                  </a:lnTo>
                  <a:lnTo>
                    <a:pt x="7139338" y="1987339"/>
                  </a:lnTo>
                  <a:lnTo>
                    <a:pt x="7140183" y="1906236"/>
                  </a:lnTo>
                  <a:lnTo>
                    <a:pt x="7141028" y="1806419"/>
                  </a:lnTo>
                  <a:lnTo>
                    <a:pt x="7141873" y="1723461"/>
                  </a:lnTo>
                  <a:lnTo>
                    <a:pt x="7142718" y="1640326"/>
                  </a:lnTo>
                  <a:lnTo>
                    <a:pt x="7143563" y="1602473"/>
                  </a:lnTo>
                  <a:lnTo>
                    <a:pt x="7144408" y="1613937"/>
                  </a:lnTo>
                  <a:lnTo>
                    <a:pt x="7145253" y="1679531"/>
                  </a:lnTo>
                  <a:lnTo>
                    <a:pt x="7146099" y="1761762"/>
                  </a:lnTo>
                  <a:lnTo>
                    <a:pt x="7146944" y="1801584"/>
                  </a:lnTo>
                  <a:lnTo>
                    <a:pt x="7147789" y="1855797"/>
                  </a:lnTo>
                  <a:lnTo>
                    <a:pt x="7148634" y="1911169"/>
                  </a:lnTo>
                  <a:lnTo>
                    <a:pt x="7149479" y="1929958"/>
                  </a:lnTo>
                  <a:lnTo>
                    <a:pt x="7150324" y="1899711"/>
                  </a:lnTo>
                  <a:lnTo>
                    <a:pt x="7151169" y="1857081"/>
                  </a:lnTo>
                  <a:lnTo>
                    <a:pt x="7152014" y="1876675"/>
                  </a:lnTo>
                  <a:lnTo>
                    <a:pt x="7152859" y="1909782"/>
                  </a:lnTo>
                  <a:lnTo>
                    <a:pt x="7153704" y="1939309"/>
                  </a:lnTo>
                  <a:lnTo>
                    <a:pt x="7154549" y="1923590"/>
                  </a:lnTo>
                  <a:lnTo>
                    <a:pt x="7155395" y="1925810"/>
                  </a:lnTo>
                  <a:lnTo>
                    <a:pt x="7156240" y="1985539"/>
                  </a:lnTo>
                  <a:lnTo>
                    <a:pt x="7157085" y="2008507"/>
                  </a:lnTo>
                  <a:lnTo>
                    <a:pt x="7157930" y="1960799"/>
                  </a:lnTo>
                  <a:lnTo>
                    <a:pt x="7158775" y="1886513"/>
                  </a:lnTo>
                  <a:lnTo>
                    <a:pt x="7159620" y="1912427"/>
                  </a:lnTo>
                  <a:lnTo>
                    <a:pt x="7160465" y="1931032"/>
                  </a:lnTo>
                  <a:lnTo>
                    <a:pt x="7161310" y="1889257"/>
                  </a:lnTo>
                  <a:lnTo>
                    <a:pt x="7162155" y="1843069"/>
                  </a:lnTo>
                  <a:lnTo>
                    <a:pt x="7163000" y="1826220"/>
                  </a:lnTo>
                  <a:lnTo>
                    <a:pt x="7163845" y="1868173"/>
                  </a:lnTo>
                  <a:lnTo>
                    <a:pt x="7164691" y="1851712"/>
                  </a:lnTo>
                  <a:lnTo>
                    <a:pt x="7165536" y="1799522"/>
                  </a:lnTo>
                  <a:lnTo>
                    <a:pt x="7166381" y="1779887"/>
                  </a:lnTo>
                  <a:lnTo>
                    <a:pt x="7167226" y="1816035"/>
                  </a:lnTo>
                  <a:lnTo>
                    <a:pt x="7168071" y="1845294"/>
                  </a:lnTo>
                  <a:lnTo>
                    <a:pt x="7168916" y="1779090"/>
                  </a:lnTo>
                  <a:lnTo>
                    <a:pt x="7169761" y="1772723"/>
                  </a:lnTo>
                  <a:lnTo>
                    <a:pt x="7170606" y="1856382"/>
                  </a:lnTo>
                  <a:lnTo>
                    <a:pt x="7171451" y="1872101"/>
                  </a:lnTo>
                  <a:lnTo>
                    <a:pt x="7172296" y="1815596"/>
                  </a:lnTo>
                  <a:lnTo>
                    <a:pt x="7173141" y="1841551"/>
                  </a:lnTo>
                  <a:lnTo>
                    <a:pt x="7173987" y="1920014"/>
                  </a:lnTo>
                  <a:lnTo>
                    <a:pt x="7174832" y="1924147"/>
                  </a:lnTo>
                  <a:lnTo>
                    <a:pt x="7175677" y="1866995"/>
                  </a:lnTo>
                  <a:lnTo>
                    <a:pt x="7176522" y="1842395"/>
                  </a:lnTo>
                  <a:lnTo>
                    <a:pt x="7177367" y="1842585"/>
                  </a:lnTo>
                  <a:lnTo>
                    <a:pt x="7178212" y="1844288"/>
                  </a:lnTo>
                  <a:lnTo>
                    <a:pt x="7179057" y="1846685"/>
                  </a:lnTo>
                  <a:lnTo>
                    <a:pt x="7179902" y="1858027"/>
                  </a:lnTo>
                  <a:lnTo>
                    <a:pt x="7180747" y="1906475"/>
                  </a:lnTo>
                  <a:lnTo>
                    <a:pt x="7181592" y="1977257"/>
                  </a:lnTo>
                  <a:lnTo>
                    <a:pt x="7182437" y="2044185"/>
                  </a:lnTo>
                  <a:lnTo>
                    <a:pt x="7183283" y="2063720"/>
                  </a:lnTo>
                  <a:lnTo>
                    <a:pt x="7184128" y="2085662"/>
                  </a:lnTo>
                  <a:lnTo>
                    <a:pt x="7184973" y="2101185"/>
                  </a:lnTo>
                  <a:lnTo>
                    <a:pt x="7185818" y="2103286"/>
                  </a:lnTo>
                  <a:lnTo>
                    <a:pt x="7185818" y="2103286"/>
                  </a:lnTo>
                  <a:lnTo>
                    <a:pt x="7186663" y="2097897"/>
                  </a:lnTo>
                  <a:lnTo>
                    <a:pt x="7187508" y="2073568"/>
                  </a:lnTo>
                  <a:lnTo>
                    <a:pt x="7188353" y="2012745"/>
                  </a:lnTo>
                  <a:lnTo>
                    <a:pt x="7189198" y="1912871"/>
                  </a:lnTo>
                  <a:lnTo>
                    <a:pt x="7190043" y="1848259"/>
                  </a:lnTo>
                  <a:lnTo>
                    <a:pt x="7190888" y="1837796"/>
                  </a:lnTo>
                  <a:lnTo>
                    <a:pt x="7191734" y="1832444"/>
                  </a:lnTo>
                  <a:lnTo>
                    <a:pt x="7192579" y="1843157"/>
                  </a:lnTo>
                  <a:lnTo>
                    <a:pt x="7193424" y="1899776"/>
                  </a:lnTo>
                  <a:lnTo>
                    <a:pt x="7194269" y="1979494"/>
                  </a:lnTo>
                  <a:lnTo>
                    <a:pt x="7195114" y="2042560"/>
                  </a:lnTo>
                  <a:lnTo>
                    <a:pt x="7195959" y="2049854"/>
                  </a:lnTo>
                  <a:lnTo>
                    <a:pt x="7196804" y="2035205"/>
                  </a:lnTo>
                  <a:lnTo>
                    <a:pt x="7197649" y="2024730"/>
                  </a:lnTo>
                  <a:lnTo>
                    <a:pt x="7198494" y="2006794"/>
                  </a:lnTo>
                  <a:lnTo>
                    <a:pt x="7199339" y="1997388"/>
                  </a:lnTo>
                  <a:lnTo>
                    <a:pt x="7200184" y="1997388"/>
                  </a:lnTo>
                  <a:lnTo>
                    <a:pt x="7201030" y="2000558"/>
                  </a:lnTo>
                  <a:lnTo>
                    <a:pt x="7201875" y="2009308"/>
                  </a:lnTo>
                  <a:lnTo>
                    <a:pt x="7202720" y="1986550"/>
                  </a:lnTo>
                  <a:lnTo>
                    <a:pt x="7203565" y="1965983"/>
                  </a:lnTo>
                  <a:lnTo>
                    <a:pt x="7204410" y="1952553"/>
                  </a:lnTo>
                  <a:lnTo>
                    <a:pt x="7205255" y="1898267"/>
                  </a:lnTo>
                  <a:lnTo>
                    <a:pt x="7206100" y="1870597"/>
                  </a:lnTo>
                  <a:lnTo>
                    <a:pt x="7206945" y="1895148"/>
                  </a:lnTo>
                  <a:lnTo>
                    <a:pt x="7207790" y="1929646"/>
                  </a:lnTo>
                  <a:lnTo>
                    <a:pt x="7208635" y="1938160"/>
                  </a:lnTo>
                  <a:lnTo>
                    <a:pt x="7209480" y="1908241"/>
                  </a:lnTo>
                  <a:lnTo>
                    <a:pt x="7210326" y="1877913"/>
                  </a:lnTo>
                  <a:lnTo>
                    <a:pt x="7211171" y="1784004"/>
                  </a:lnTo>
                  <a:lnTo>
                    <a:pt x="7212016" y="1670276"/>
                  </a:lnTo>
                  <a:lnTo>
                    <a:pt x="7212861" y="1603108"/>
                  </a:lnTo>
                  <a:lnTo>
                    <a:pt x="7213706" y="1539417"/>
                  </a:lnTo>
                  <a:lnTo>
                    <a:pt x="7214551" y="1564689"/>
                  </a:lnTo>
                  <a:lnTo>
                    <a:pt x="7215396" y="1596688"/>
                  </a:lnTo>
                  <a:lnTo>
                    <a:pt x="7216241" y="1682678"/>
                  </a:lnTo>
                  <a:lnTo>
                    <a:pt x="7217086" y="1770086"/>
                  </a:lnTo>
                  <a:lnTo>
                    <a:pt x="7217931" y="1842022"/>
                  </a:lnTo>
                  <a:lnTo>
                    <a:pt x="7218776" y="1928008"/>
                  </a:lnTo>
                  <a:lnTo>
                    <a:pt x="7219622" y="1954081"/>
                  </a:lnTo>
                  <a:lnTo>
                    <a:pt x="7220467" y="1969336"/>
                  </a:lnTo>
                  <a:lnTo>
                    <a:pt x="7221312" y="1894955"/>
                  </a:lnTo>
                  <a:lnTo>
                    <a:pt x="7222157" y="1825709"/>
                  </a:lnTo>
                  <a:lnTo>
                    <a:pt x="7223002" y="1810516"/>
                  </a:lnTo>
                  <a:lnTo>
                    <a:pt x="7223847" y="1800224"/>
                  </a:lnTo>
                  <a:lnTo>
                    <a:pt x="7224692" y="1734656"/>
                  </a:lnTo>
                  <a:lnTo>
                    <a:pt x="7225537" y="1690718"/>
                  </a:lnTo>
                  <a:lnTo>
                    <a:pt x="7226382" y="1695480"/>
                  </a:lnTo>
                  <a:lnTo>
                    <a:pt x="7227227" y="1657916"/>
                  </a:lnTo>
                  <a:lnTo>
                    <a:pt x="7228072" y="1589425"/>
                  </a:lnTo>
                  <a:lnTo>
                    <a:pt x="7228918" y="1494414"/>
                  </a:lnTo>
                  <a:lnTo>
                    <a:pt x="7229763" y="1450099"/>
                  </a:lnTo>
                  <a:lnTo>
                    <a:pt x="7230608" y="1453059"/>
                  </a:lnTo>
                  <a:lnTo>
                    <a:pt x="7231453" y="1490059"/>
                  </a:lnTo>
                  <a:lnTo>
                    <a:pt x="7232298" y="1571321"/>
                  </a:lnTo>
                  <a:lnTo>
                    <a:pt x="7233143" y="1612214"/>
                  </a:lnTo>
                  <a:lnTo>
                    <a:pt x="7233988" y="1668770"/>
                  </a:lnTo>
                  <a:lnTo>
                    <a:pt x="7234833" y="1699938"/>
                  </a:lnTo>
                  <a:lnTo>
                    <a:pt x="7235678" y="1721840"/>
                  </a:lnTo>
                  <a:lnTo>
                    <a:pt x="7236523" y="1771158"/>
                  </a:lnTo>
                  <a:lnTo>
                    <a:pt x="7237368" y="1780521"/>
                  </a:lnTo>
                  <a:lnTo>
                    <a:pt x="7238214" y="1755815"/>
                  </a:lnTo>
                  <a:lnTo>
                    <a:pt x="7239059" y="1695883"/>
                  </a:lnTo>
                  <a:lnTo>
                    <a:pt x="7239904" y="1690311"/>
                  </a:lnTo>
                  <a:lnTo>
                    <a:pt x="7240749" y="1686330"/>
                  </a:lnTo>
                  <a:lnTo>
                    <a:pt x="7241594" y="1664390"/>
                  </a:lnTo>
                  <a:lnTo>
                    <a:pt x="7242439" y="1666815"/>
                  </a:lnTo>
                  <a:lnTo>
                    <a:pt x="7243284" y="1705355"/>
                  </a:lnTo>
                  <a:lnTo>
                    <a:pt x="7244129" y="1800514"/>
                  </a:lnTo>
                  <a:lnTo>
                    <a:pt x="7244974" y="1865537"/>
                  </a:lnTo>
                  <a:lnTo>
                    <a:pt x="7245819" y="1865537"/>
                  </a:lnTo>
                  <a:lnTo>
                    <a:pt x="7246665" y="1801959"/>
                  </a:lnTo>
                  <a:lnTo>
                    <a:pt x="7247510" y="1771794"/>
                  </a:lnTo>
                  <a:lnTo>
                    <a:pt x="7248355" y="1790719"/>
                  </a:lnTo>
                  <a:lnTo>
                    <a:pt x="7249200" y="1765749"/>
                  </a:lnTo>
                  <a:lnTo>
                    <a:pt x="7250045" y="1719417"/>
                  </a:lnTo>
                  <a:lnTo>
                    <a:pt x="7250890" y="1735509"/>
                  </a:lnTo>
                  <a:lnTo>
                    <a:pt x="7251735" y="1800291"/>
                  </a:lnTo>
                  <a:lnTo>
                    <a:pt x="7252580" y="1800699"/>
                  </a:lnTo>
                  <a:lnTo>
                    <a:pt x="7253425" y="1793368"/>
                  </a:lnTo>
                  <a:lnTo>
                    <a:pt x="7254270" y="1812144"/>
                  </a:lnTo>
                  <a:lnTo>
                    <a:pt x="7255115" y="1845780"/>
                  </a:lnTo>
                  <a:lnTo>
                    <a:pt x="7255961" y="1852734"/>
                  </a:lnTo>
                  <a:lnTo>
                    <a:pt x="7256806" y="1799384"/>
                  </a:lnTo>
                  <a:lnTo>
                    <a:pt x="7257651" y="1775792"/>
                  </a:lnTo>
                  <a:lnTo>
                    <a:pt x="7258496" y="1781987"/>
                  </a:lnTo>
                  <a:lnTo>
                    <a:pt x="7259341" y="1758880"/>
                  </a:lnTo>
                  <a:lnTo>
                    <a:pt x="7260186" y="1773276"/>
                  </a:lnTo>
                  <a:lnTo>
                    <a:pt x="7261031" y="1808800"/>
                  </a:lnTo>
                  <a:lnTo>
                    <a:pt x="7261876" y="1870169"/>
                  </a:lnTo>
                  <a:lnTo>
                    <a:pt x="7262721" y="1921170"/>
                  </a:lnTo>
                  <a:lnTo>
                    <a:pt x="7263566" y="1851249"/>
                  </a:lnTo>
                  <a:lnTo>
                    <a:pt x="7264411" y="1802877"/>
                  </a:lnTo>
                  <a:lnTo>
                    <a:pt x="7265257" y="1773515"/>
                  </a:lnTo>
                  <a:lnTo>
                    <a:pt x="7266102" y="1750332"/>
                  </a:lnTo>
                  <a:lnTo>
                    <a:pt x="7266947" y="1704871"/>
                  </a:lnTo>
                  <a:lnTo>
                    <a:pt x="7267792" y="1642672"/>
                  </a:lnTo>
                  <a:lnTo>
                    <a:pt x="7268637" y="1600559"/>
                  </a:lnTo>
                  <a:lnTo>
                    <a:pt x="7269482" y="1592265"/>
                  </a:lnTo>
                  <a:lnTo>
                    <a:pt x="7270327" y="1550058"/>
                  </a:lnTo>
                  <a:lnTo>
                    <a:pt x="7271172" y="1476585"/>
                  </a:lnTo>
                  <a:lnTo>
                    <a:pt x="7272017" y="1528984"/>
                  </a:lnTo>
                  <a:lnTo>
                    <a:pt x="7272862" y="1605691"/>
                  </a:lnTo>
                  <a:lnTo>
                    <a:pt x="7273707" y="1662218"/>
                  </a:lnTo>
                  <a:lnTo>
                    <a:pt x="7274553" y="1706654"/>
                  </a:lnTo>
                  <a:lnTo>
                    <a:pt x="7275398" y="1788490"/>
                  </a:lnTo>
                  <a:lnTo>
                    <a:pt x="7276243" y="1865236"/>
                  </a:lnTo>
                  <a:lnTo>
                    <a:pt x="7277088" y="1855021"/>
                  </a:lnTo>
                  <a:lnTo>
                    <a:pt x="7277933" y="1829747"/>
                  </a:lnTo>
                  <a:lnTo>
                    <a:pt x="7278778" y="1858687"/>
                  </a:lnTo>
                  <a:lnTo>
                    <a:pt x="7279623" y="1876032"/>
                  </a:lnTo>
                  <a:lnTo>
                    <a:pt x="7280468" y="1866341"/>
                  </a:lnTo>
                  <a:lnTo>
                    <a:pt x="7281313" y="1810145"/>
                  </a:lnTo>
                  <a:lnTo>
                    <a:pt x="7282158" y="1767611"/>
                  </a:lnTo>
                  <a:lnTo>
                    <a:pt x="7283003" y="1788842"/>
                  </a:lnTo>
                  <a:lnTo>
                    <a:pt x="7283849" y="1834163"/>
                  </a:lnTo>
                  <a:lnTo>
                    <a:pt x="7284694" y="1858839"/>
                  </a:lnTo>
                  <a:lnTo>
                    <a:pt x="7285539" y="1803784"/>
                  </a:lnTo>
                  <a:lnTo>
                    <a:pt x="7286384" y="1748384"/>
                  </a:lnTo>
                  <a:lnTo>
                    <a:pt x="7287229" y="1721087"/>
                  </a:lnTo>
                  <a:lnTo>
                    <a:pt x="7288074" y="1709227"/>
                  </a:lnTo>
                  <a:lnTo>
                    <a:pt x="7288919" y="1643239"/>
                  </a:lnTo>
                  <a:lnTo>
                    <a:pt x="7289764" y="1567441"/>
                  </a:lnTo>
                  <a:lnTo>
                    <a:pt x="7290609" y="1545511"/>
                  </a:lnTo>
                  <a:lnTo>
                    <a:pt x="7291454" y="1622629"/>
                  </a:lnTo>
                  <a:lnTo>
                    <a:pt x="7292299" y="1679068"/>
                  </a:lnTo>
                  <a:lnTo>
                    <a:pt x="7293145" y="1683258"/>
                  </a:lnTo>
                  <a:lnTo>
                    <a:pt x="7293990" y="1738024"/>
                  </a:lnTo>
                  <a:lnTo>
                    <a:pt x="7294835" y="1783454"/>
                  </a:lnTo>
                  <a:lnTo>
                    <a:pt x="7295680" y="1830300"/>
                  </a:lnTo>
                  <a:lnTo>
                    <a:pt x="7296525" y="1857103"/>
                  </a:lnTo>
                  <a:lnTo>
                    <a:pt x="7297370" y="1807172"/>
                  </a:lnTo>
                  <a:lnTo>
                    <a:pt x="7298215" y="1749139"/>
                  </a:lnTo>
                  <a:lnTo>
                    <a:pt x="7299060" y="1710464"/>
                  </a:lnTo>
                  <a:lnTo>
                    <a:pt x="7299905" y="1736591"/>
                  </a:lnTo>
                  <a:lnTo>
                    <a:pt x="7300750" y="1758902"/>
                  </a:lnTo>
                  <a:lnTo>
                    <a:pt x="7301595" y="1767849"/>
                  </a:lnTo>
                  <a:lnTo>
                    <a:pt x="7302441" y="1861132"/>
                  </a:lnTo>
                  <a:lnTo>
                    <a:pt x="7303286" y="1913816"/>
                  </a:lnTo>
                  <a:lnTo>
                    <a:pt x="7304131" y="1888662"/>
                  </a:lnTo>
                  <a:lnTo>
                    <a:pt x="7304976" y="1850520"/>
                  </a:lnTo>
                  <a:lnTo>
                    <a:pt x="7305821" y="1813618"/>
                  </a:lnTo>
                  <a:lnTo>
                    <a:pt x="7306666" y="1769700"/>
                  </a:lnTo>
                  <a:lnTo>
                    <a:pt x="7307511" y="1718844"/>
                  </a:lnTo>
                  <a:lnTo>
                    <a:pt x="7308356" y="1705967"/>
                  </a:lnTo>
                  <a:lnTo>
                    <a:pt x="7309201" y="1720135"/>
                  </a:lnTo>
                  <a:lnTo>
                    <a:pt x="7310046" y="1629979"/>
                  </a:lnTo>
                  <a:lnTo>
                    <a:pt x="7310892" y="1532057"/>
                  </a:lnTo>
                  <a:lnTo>
                    <a:pt x="7311737" y="1470079"/>
                  </a:lnTo>
                  <a:lnTo>
                    <a:pt x="7312582" y="1418423"/>
                  </a:lnTo>
                  <a:lnTo>
                    <a:pt x="7313427" y="1413918"/>
                  </a:lnTo>
                  <a:lnTo>
                    <a:pt x="7314272" y="1422974"/>
                  </a:lnTo>
                  <a:lnTo>
                    <a:pt x="7315117" y="1429250"/>
                  </a:lnTo>
                  <a:lnTo>
                    <a:pt x="7315962" y="1460876"/>
                  </a:lnTo>
                  <a:lnTo>
                    <a:pt x="7316807" y="1494671"/>
                  </a:lnTo>
                  <a:lnTo>
                    <a:pt x="7317652" y="1556461"/>
                  </a:lnTo>
                  <a:lnTo>
                    <a:pt x="7318497" y="1587492"/>
                  </a:lnTo>
                  <a:lnTo>
                    <a:pt x="7319342" y="1574549"/>
                  </a:lnTo>
                  <a:lnTo>
                    <a:pt x="7320188" y="1642039"/>
                  </a:lnTo>
                  <a:lnTo>
                    <a:pt x="7321033" y="1734785"/>
                  </a:lnTo>
                  <a:lnTo>
                    <a:pt x="7321878" y="1800939"/>
                  </a:lnTo>
                  <a:lnTo>
                    <a:pt x="7322723" y="1804933"/>
                  </a:lnTo>
                  <a:lnTo>
                    <a:pt x="7323568" y="1752924"/>
                  </a:lnTo>
                  <a:lnTo>
                    <a:pt x="7324413" y="1705636"/>
                  </a:lnTo>
                  <a:lnTo>
                    <a:pt x="7325258" y="1693984"/>
                  </a:lnTo>
                  <a:lnTo>
                    <a:pt x="7326103" y="1679203"/>
                  </a:lnTo>
                  <a:lnTo>
                    <a:pt x="7326948" y="1638279"/>
                  </a:lnTo>
                  <a:lnTo>
                    <a:pt x="7327793" y="1573815"/>
                  </a:lnTo>
                  <a:lnTo>
                    <a:pt x="7328638" y="1512285"/>
                  </a:lnTo>
                  <a:lnTo>
                    <a:pt x="7329484" y="1492710"/>
                  </a:lnTo>
                  <a:lnTo>
                    <a:pt x="7330329" y="1445769"/>
                  </a:lnTo>
                  <a:lnTo>
                    <a:pt x="7331174" y="1381185"/>
                  </a:lnTo>
                  <a:lnTo>
                    <a:pt x="7332019" y="1367289"/>
                  </a:lnTo>
                  <a:lnTo>
                    <a:pt x="7332864" y="1387750"/>
                  </a:lnTo>
                  <a:lnTo>
                    <a:pt x="7333709" y="1439852"/>
                  </a:lnTo>
                  <a:lnTo>
                    <a:pt x="7334554" y="1483429"/>
                  </a:lnTo>
                  <a:lnTo>
                    <a:pt x="7335399" y="1508359"/>
                  </a:lnTo>
                  <a:lnTo>
                    <a:pt x="7336244" y="1590364"/>
                  </a:lnTo>
                  <a:lnTo>
                    <a:pt x="7337089" y="1625143"/>
                  </a:lnTo>
                  <a:lnTo>
                    <a:pt x="7337934" y="1691267"/>
                  </a:lnTo>
                  <a:lnTo>
                    <a:pt x="7338780" y="1749259"/>
                  </a:lnTo>
                  <a:lnTo>
                    <a:pt x="7339625" y="1789075"/>
                  </a:lnTo>
                  <a:lnTo>
                    <a:pt x="7340470" y="1818614"/>
                  </a:lnTo>
                  <a:lnTo>
                    <a:pt x="7341315" y="1782002"/>
                  </a:lnTo>
                  <a:lnTo>
                    <a:pt x="7342160" y="1762369"/>
                  </a:lnTo>
                  <a:lnTo>
                    <a:pt x="7343005" y="1712198"/>
                  </a:lnTo>
                  <a:lnTo>
                    <a:pt x="7343850" y="1659485"/>
                  </a:lnTo>
                  <a:lnTo>
                    <a:pt x="7344695" y="1626917"/>
                  </a:lnTo>
                  <a:lnTo>
                    <a:pt x="7345540" y="1636588"/>
                  </a:lnTo>
                  <a:lnTo>
                    <a:pt x="7346385" y="1673298"/>
                  </a:lnTo>
                  <a:lnTo>
                    <a:pt x="7347230" y="1710617"/>
                  </a:lnTo>
                  <a:lnTo>
                    <a:pt x="7348076" y="1741180"/>
                  </a:lnTo>
                  <a:lnTo>
                    <a:pt x="7348921" y="1783685"/>
                  </a:lnTo>
                  <a:lnTo>
                    <a:pt x="7349766" y="1851164"/>
                  </a:lnTo>
                  <a:lnTo>
                    <a:pt x="7350611" y="1905185"/>
                  </a:lnTo>
                  <a:lnTo>
                    <a:pt x="7351456" y="1883851"/>
                  </a:lnTo>
                  <a:lnTo>
                    <a:pt x="7352301" y="1810907"/>
                  </a:lnTo>
                  <a:lnTo>
                    <a:pt x="7353146" y="1752272"/>
                  </a:lnTo>
                  <a:lnTo>
                    <a:pt x="7353991" y="1704535"/>
                  </a:lnTo>
                  <a:lnTo>
                    <a:pt x="7354836" y="1607348"/>
                  </a:lnTo>
                  <a:lnTo>
                    <a:pt x="7355681" y="1513006"/>
                  </a:lnTo>
                  <a:lnTo>
                    <a:pt x="7356526" y="1465918"/>
                  </a:lnTo>
                  <a:lnTo>
                    <a:pt x="7357372" y="1488382"/>
                  </a:lnTo>
                  <a:lnTo>
                    <a:pt x="7358217" y="1520424"/>
                  </a:lnTo>
                  <a:lnTo>
                    <a:pt x="7359062" y="1493726"/>
                  </a:lnTo>
                  <a:lnTo>
                    <a:pt x="7359907" y="1550850"/>
                  </a:lnTo>
                  <a:lnTo>
                    <a:pt x="7360752" y="1640463"/>
                  </a:lnTo>
                  <a:lnTo>
                    <a:pt x="7361597" y="1728051"/>
                  </a:lnTo>
                  <a:lnTo>
                    <a:pt x="7362442" y="1784354"/>
                  </a:lnTo>
                  <a:lnTo>
                    <a:pt x="7363287" y="1776490"/>
                  </a:lnTo>
                  <a:lnTo>
                    <a:pt x="7364132" y="1845734"/>
                  </a:lnTo>
                  <a:lnTo>
                    <a:pt x="7364977" y="1856132"/>
                  </a:lnTo>
                  <a:lnTo>
                    <a:pt x="7365822" y="1771262"/>
                  </a:lnTo>
                  <a:lnTo>
                    <a:pt x="7366668" y="1669114"/>
                  </a:lnTo>
                  <a:lnTo>
                    <a:pt x="7367513" y="1590596"/>
                  </a:lnTo>
                  <a:lnTo>
                    <a:pt x="7368358" y="1564445"/>
                  </a:lnTo>
                  <a:lnTo>
                    <a:pt x="7369203" y="1552234"/>
                  </a:lnTo>
                  <a:lnTo>
                    <a:pt x="7370048" y="1561364"/>
                  </a:lnTo>
                  <a:lnTo>
                    <a:pt x="7370893" y="1621241"/>
                  </a:lnTo>
                  <a:lnTo>
                    <a:pt x="7371738" y="1673734"/>
                  </a:lnTo>
                  <a:lnTo>
                    <a:pt x="7372583" y="1731920"/>
                  </a:lnTo>
                  <a:lnTo>
                    <a:pt x="7373428" y="1821840"/>
                  </a:lnTo>
                  <a:lnTo>
                    <a:pt x="7374273" y="1832725"/>
                  </a:lnTo>
                  <a:lnTo>
                    <a:pt x="7375119" y="1786516"/>
                  </a:lnTo>
                  <a:lnTo>
                    <a:pt x="7375964" y="1766814"/>
                  </a:lnTo>
                  <a:lnTo>
                    <a:pt x="7376809" y="1775060"/>
                  </a:lnTo>
                  <a:lnTo>
                    <a:pt x="7377654" y="1786850"/>
                  </a:lnTo>
                  <a:lnTo>
                    <a:pt x="7378499" y="1725956"/>
                  </a:lnTo>
                  <a:lnTo>
                    <a:pt x="7379344" y="1661394"/>
                  </a:lnTo>
                  <a:lnTo>
                    <a:pt x="7380189" y="1664822"/>
                  </a:lnTo>
                  <a:lnTo>
                    <a:pt x="7381034" y="1656040"/>
                  </a:lnTo>
                  <a:lnTo>
                    <a:pt x="7381879" y="1624513"/>
                  </a:lnTo>
                  <a:lnTo>
                    <a:pt x="7382724" y="1617220"/>
                  </a:lnTo>
                  <a:lnTo>
                    <a:pt x="7383569" y="1664782"/>
                  </a:lnTo>
                  <a:lnTo>
                    <a:pt x="7384415" y="1710609"/>
                  </a:lnTo>
                  <a:lnTo>
                    <a:pt x="7385260" y="1701249"/>
                  </a:lnTo>
                  <a:lnTo>
                    <a:pt x="7386105" y="1681371"/>
                  </a:lnTo>
                  <a:lnTo>
                    <a:pt x="7386950" y="1728687"/>
                  </a:lnTo>
                  <a:lnTo>
                    <a:pt x="7387795" y="1699886"/>
                  </a:lnTo>
                  <a:lnTo>
                    <a:pt x="7388640" y="1706858"/>
                  </a:lnTo>
                  <a:lnTo>
                    <a:pt x="7389485" y="1753089"/>
                  </a:lnTo>
                  <a:lnTo>
                    <a:pt x="7390330" y="1794896"/>
                  </a:lnTo>
                  <a:lnTo>
                    <a:pt x="7391175" y="1799017"/>
                  </a:lnTo>
                  <a:lnTo>
                    <a:pt x="7392020" y="1737807"/>
                  </a:lnTo>
                  <a:lnTo>
                    <a:pt x="7392865" y="1685043"/>
                  </a:lnTo>
                  <a:lnTo>
                    <a:pt x="7393711" y="1610599"/>
                  </a:lnTo>
                  <a:lnTo>
                    <a:pt x="7394556" y="1547558"/>
                  </a:lnTo>
                  <a:lnTo>
                    <a:pt x="7395401" y="1518575"/>
                  </a:lnTo>
                  <a:lnTo>
                    <a:pt x="7396246" y="1531263"/>
                  </a:lnTo>
                  <a:lnTo>
                    <a:pt x="7397091" y="1604718"/>
                  </a:lnTo>
                  <a:lnTo>
                    <a:pt x="7397936" y="1678621"/>
                  </a:lnTo>
                  <a:lnTo>
                    <a:pt x="7398781" y="1712297"/>
                  </a:lnTo>
                  <a:lnTo>
                    <a:pt x="7399626" y="1753925"/>
                  </a:lnTo>
                  <a:lnTo>
                    <a:pt x="7400471" y="1810188"/>
                  </a:lnTo>
                  <a:lnTo>
                    <a:pt x="7401316" y="1865044"/>
                  </a:lnTo>
                  <a:lnTo>
                    <a:pt x="7402161" y="1890419"/>
                  </a:lnTo>
                  <a:lnTo>
                    <a:pt x="7403007" y="1911949"/>
                  </a:lnTo>
                  <a:lnTo>
                    <a:pt x="7403852" y="1891464"/>
                  </a:lnTo>
                  <a:lnTo>
                    <a:pt x="7404697" y="1846665"/>
                  </a:lnTo>
                  <a:lnTo>
                    <a:pt x="7405542" y="1786974"/>
                  </a:lnTo>
                  <a:lnTo>
                    <a:pt x="7406387" y="1771872"/>
                  </a:lnTo>
                  <a:lnTo>
                    <a:pt x="7407232" y="1710826"/>
                  </a:lnTo>
                  <a:lnTo>
                    <a:pt x="7408077" y="1587923"/>
                  </a:lnTo>
                  <a:lnTo>
                    <a:pt x="7408922" y="1517163"/>
                  </a:lnTo>
                  <a:lnTo>
                    <a:pt x="7409767" y="1472071"/>
                  </a:lnTo>
                  <a:lnTo>
                    <a:pt x="7410612" y="1433231"/>
                  </a:lnTo>
                  <a:lnTo>
                    <a:pt x="7411457" y="1313138"/>
                  </a:lnTo>
                  <a:lnTo>
                    <a:pt x="7412303" y="1192861"/>
                  </a:lnTo>
                  <a:lnTo>
                    <a:pt x="7413148" y="1149847"/>
                  </a:lnTo>
                  <a:lnTo>
                    <a:pt x="7413993" y="1087740"/>
                  </a:lnTo>
                  <a:lnTo>
                    <a:pt x="7414838" y="997165"/>
                  </a:lnTo>
                  <a:lnTo>
                    <a:pt x="7415683" y="874947"/>
                  </a:lnTo>
                  <a:lnTo>
                    <a:pt x="7416528" y="849496"/>
                  </a:lnTo>
                  <a:lnTo>
                    <a:pt x="7417373" y="872027"/>
                  </a:lnTo>
                  <a:lnTo>
                    <a:pt x="7418218" y="885577"/>
                  </a:lnTo>
                  <a:lnTo>
                    <a:pt x="7419063" y="892819"/>
                  </a:lnTo>
                  <a:lnTo>
                    <a:pt x="7419908" y="937204"/>
                  </a:lnTo>
                  <a:lnTo>
                    <a:pt x="7420753" y="991028"/>
                  </a:lnTo>
                  <a:lnTo>
                    <a:pt x="7421599" y="1045778"/>
                  </a:lnTo>
                  <a:lnTo>
                    <a:pt x="7422444" y="1117191"/>
                  </a:lnTo>
                  <a:lnTo>
                    <a:pt x="7423289" y="1156859"/>
                  </a:lnTo>
                  <a:lnTo>
                    <a:pt x="7424134" y="1258846"/>
                  </a:lnTo>
                  <a:lnTo>
                    <a:pt x="7424979" y="1332076"/>
                  </a:lnTo>
                  <a:lnTo>
                    <a:pt x="7425824" y="1375819"/>
                  </a:lnTo>
                  <a:lnTo>
                    <a:pt x="7426669" y="1310992"/>
                  </a:lnTo>
                  <a:lnTo>
                    <a:pt x="7427514" y="1185510"/>
                  </a:lnTo>
                  <a:lnTo>
                    <a:pt x="7428359" y="1131959"/>
                  </a:lnTo>
                  <a:lnTo>
                    <a:pt x="7429204" y="990864"/>
                  </a:lnTo>
                  <a:lnTo>
                    <a:pt x="7430049" y="832074"/>
                  </a:lnTo>
                  <a:lnTo>
                    <a:pt x="7430895" y="688406"/>
                  </a:lnTo>
                  <a:lnTo>
                    <a:pt x="7431740" y="561128"/>
                  </a:lnTo>
                  <a:lnTo>
                    <a:pt x="7432585" y="456046"/>
                  </a:lnTo>
                  <a:lnTo>
                    <a:pt x="7433430" y="343934"/>
                  </a:lnTo>
                  <a:lnTo>
                    <a:pt x="7434275" y="309971"/>
                  </a:lnTo>
                  <a:lnTo>
                    <a:pt x="7435120" y="254367"/>
                  </a:lnTo>
                  <a:lnTo>
                    <a:pt x="7435965" y="176584"/>
                  </a:lnTo>
                  <a:lnTo>
                    <a:pt x="7436810" y="143148"/>
                  </a:lnTo>
                  <a:lnTo>
                    <a:pt x="7437655" y="130422"/>
                  </a:lnTo>
                  <a:lnTo>
                    <a:pt x="7438500" y="104588"/>
                  </a:lnTo>
                  <a:lnTo>
                    <a:pt x="7439346" y="91127"/>
                  </a:lnTo>
                  <a:lnTo>
                    <a:pt x="7440191" y="246777"/>
                  </a:lnTo>
                  <a:lnTo>
                    <a:pt x="7441036" y="435306"/>
                  </a:lnTo>
                  <a:lnTo>
                    <a:pt x="7441881" y="495217"/>
                  </a:lnTo>
                  <a:lnTo>
                    <a:pt x="7442726" y="527214"/>
                  </a:lnTo>
                  <a:lnTo>
                    <a:pt x="7443571" y="542279"/>
                  </a:lnTo>
                  <a:lnTo>
                    <a:pt x="7444416" y="555067"/>
                  </a:lnTo>
                  <a:lnTo>
                    <a:pt x="7445261" y="477365"/>
                  </a:lnTo>
                  <a:lnTo>
                    <a:pt x="7446106" y="439810"/>
                  </a:lnTo>
                  <a:lnTo>
                    <a:pt x="7446951" y="478657"/>
                  </a:lnTo>
                  <a:lnTo>
                    <a:pt x="7447796" y="549276"/>
                  </a:lnTo>
                  <a:lnTo>
                    <a:pt x="7448642" y="635531"/>
                  </a:lnTo>
                  <a:lnTo>
                    <a:pt x="7449487" y="622409"/>
                  </a:lnTo>
                  <a:lnTo>
                    <a:pt x="7450332" y="566056"/>
                  </a:lnTo>
                  <a:lnTo>
                    <a:pt x="7451177" y="534059"/>
                  </a:lnTo>
                  <a:lnTo>
                    <a:pt x="7452022" y="558993"/>
                  </a:lnTo>
                  <a:lnTo>
                    <a:pt x="7452867" y="573278"/>
                  </a:lnTo>
                  <a:lnTo>
                    <a:pt x="7453712" y="625339"/>
                  </a:lnTo>
                  <a:lnTo>
                    <a:pt x="7454557" y="730796"/>
                  </a:lnTo>
                  <a:lnTo>
                    <a:pt x="7455402" y="840015"/>
                  </a:lnTo>
                  <a:lnTo>
                    <a:pt x="7456247" y="874283"/>
                  </a:lnTo>
                  <a:lnTo>
                    <a:pt x="7457092" y="895422"/>
                  </a:lnTo>
                  <a:lnTo>
                    <a:pt x="7457938" y="911683"/>
                  </a:lnTo>
                  <a:lnTo>
                    <a:pt x="7458783" y="872134"/>
                  </a:lnTo>
                  <a:lnTo>
                    <a:pt x="7459628" y="749358"/>
                  </a:lnTo>
                  <a:lnTo>
                    <a:pt x="7460473" y="659352"/>
                  </a:lnTo>
                  <a:lnTo>
                    <a:pt x="7461318" y="591959"/>
                  </a:lnTo>
                  <a:lnTo>
                    <a:pt x="7462163" y="529644"/>
                  </a:lnTo>
                  <a:lnTo>
                    <a:pt x="7463008" y="461315"/>
                  </a:lnTo>
                  <a:lnTo>
                    <a:pt x="7463853" y="369895"/>
                  </a:lnTo>
                  <a:lnTo>
                    <a:pt x="7464698" y="357766"/>
                  </a:lnTo>
                  <a:lnTo>
                    <a:pt x="7465543" y="341736"/>
                  </a:lnTo>
                  <a:lnTo>
                    <a:pt x="7466388" y="325081"/>
                  </a:lnTo>
                  <a:lnTo>
                    <a:pt x="7467234" y="289206"/>
                  </a:lnTo>
                  <a:lnTo>
                    <a:pt x="7468079" y="258976"/>
                  </a:lnTo>
                  <a:lnTo>
                    <a:pt x="7468924" y="238522"/>
                  </a:lnTo>
                  <a:lnTo>
                    <a:pt x="7469769" y="216828"/>
                  </a:lnTo>
                  <a:lnTo>
                    <a:pt x="7470614" y="188022"/>
                  </a:lnTo>
                  <a:lnTo>
                    <a:pt x="7471459" y="171720"/>
                  </a:lnTo>
                  <a:lnTo>
                    <a:pt x="7472304" y="127294"/>
                  </a:lnTo>
                  <a:lnTo>
                    <a:pt x="7473149" y="66873"/>
                  </a:lnTo>
                  <a:lnTo>
                    <a:pt x="7473994" y="68031"/>
                  </a:lnTo>
                  <a:lnTo>
                    <a:pt x="7474839" y="92476"/>
                  </a:lnTo>
                  <a:lnTo>
                    <a:pt x="7475684" y="98650"/>
                  </a:lnTo>
                  <a:lnTo>
                    <a:pt x="7476530" y="103201"/>
                  </a:lnTo>
                  <a:lnTo>
                    <a:pt x="7477375" y="164229"/>
                  </a:lnTo>
                  <a:lnTo>
                    <a:pt x="7478220" y="261968"/>
                  </a:lnTo>
                  <a:lnTo>
                    <a:pt x="7479065" y="349223"/>
                  </a:lnTo>
                  <a:lnTo>
                    <a:pt x="7479910" y="430287"/>
                  </a:lnTo>
                  <a:lnTo>
                    <a:pt x="7480755" y="547747"/>
                  </a:lnTo>
                  <a:lnTo>
                    <a:pt x="7481600" y="692944"/>
                  </a:lnTo>
                  <a:lnTo>
                    <a:pt x="7482445" y="764498"/>
                  </a:lnTo>
                  <a:lnTo>
                    <a:pt x="7483290" y="745231"/>
                  </a:lnTo>
                  <a:lnTo>
                    <a:pt x="7484135" y="683813"/>
                  </a:lnTo>
                  <a:lnTo>
                    <a:pt x="7484980" y="622639"/>
                  </a:lnTo>
                  <a:lnTo>
                    <a:pt x="7485826" y="545590"/>
                  </a:lnTo>
                  <a:lnTo>
                    <a:pt x="7486671" y="451841"/>
                  </a:lnTo>
                  <a:lnTo>
                    <a:pt x="7487516" y="439818"/>
                  </a:lnTo>
                  <a:lnTo>
                    <a:pt x="7488361" y="485347"/>
                  </a:lnTo>
                  <a:lnTo>
                    <a:pt x="7489206" y="531664"/>
                  </a:lnTo>
                  <a:lnTo>
                    <a:pt x="7490051" y="609980"/>
                  </a:lnTo>
                  <a:lnTo>
                    <a:pt x="7490896" y="716189"/>
                  </a:lnTo>
                  <a:lnTo>
                    <a:pt x="7491741" y="778226"/>
                  </a:lnTo>
                  <a:lnTo>
                    <a:pt x="7492586" y="820006"/>
                  </a:lnTo>
                  <a:lnTo>
                    <a:pt x="7493431" y="919578"/>
                  </a:lnTo>
                  <a:lnTo>
                    <a:pt x="7494276" y="1054773"/>
                  </a:lnTo>
                  <a:lnTo>
                    <a:pt x="7495122" y="1132942"/>
                  </a:lnTo>
                  <a:lnTo>
                    <a:pt x="7495967" y="1162095"/>
                  </a:lnTo>
                  <a:lnTo>
                    <a:pt x="7496812" y="1173630"/>
                  </a:lnTo>
                  <a:lnTo>
                    <a:pt x="7497657" y="1158773"/>
                  </a:lnTo>
                  <a:lnTo>
                    <a:pt x="7498502" y="1112351"/>
                  </a:lnTo>
                  <a:lnTo>
                    <a:pt x="7499347" y="1097875"/>
                  </a:lnTo>
                  <a:lnTo>
                    <a:pt x="7500192" y="1099256"/>
                  </a:lnTo>
                  <a:lnTo>
                    <a:pt x="7501037" y="1062233"/>
                  </a:lnTo>
                  <a:lnTo>
                    <a:pt x="7501882" y="1014287"/>
                  </a:lnTo>
                  <a:lnTo>
                    <a:pt x="7502727" y="998610"/>
                  </a:lnTo>
                  <a:lnTo>
                    <a:pt x="7503573" y="1009453"/>
                  </a:lnTo>
                  <a:lnTo>
                    <a:pt x="7504418" y="1021210"/>
                  </a:lnTo>
                  <a:lnTo>
                    <a:pt x="7505263" y="1055448"/>
                  </a:lnTo>
                  <a:lnTo>
                    <a:pt x="7506108" y="1182361"/>
                  </a:lnTo>
                  <a:lnTo>
                    <a:pt x="7506953" y="1352949"/>
                  </a:lnTo>
                  <a:lnTo>
                    <a:pt x="7507798" y="1491072"/>
                  </a:lnTo>
                  <a:lnTo>
                    <a:pt x="7508643" y="1555133"/>
                  </a:lnTo>
                  <a:lnTo>
                    <a:pt x="7509488" y="1557494"/>
                  </a:lnTo>
                  <a:lnTo>
                    <a:pt x="7510333" y="1564928"/>
                  </a:lnTo>
                  <a:lnTo>
                    <a:pt x="7511178" y="1509993"/>
                  </a:lnTo>
                  <a:lnTo>
                    <a:pt x="7512023" y="1483705"/>
                  </a:lnTo>
                  <a:lnTo>
                    <a:pt x="7512869" y="1502014"/>
                  </a:lnTo>
                  <a:lnTo>
                    <a:pt x="7513714" y="1487483"/>
                  </a:lnTo>
                  <a:lnTo>
                    <a:pt x="7514559" y="1469507"/>
                  </a:lnTo>
                  <a:lnTo>
                    <a:pt x="7515404" y="1471980"/>
                  </a:lnTo>
                  <a:lnTo>
                    <a:pt x="7516249" y="1545662"/>
                  </a:lnTo>
                  <a:lnTo>
                    <a:pt x="7517094" y="1575715"/>
                  </a:lnTo>
                  <a:lnTo>
                    <a:pt x="7517939" y="1527609"/>
                  </a:lnTo>
                  <a:lnTo>
                    <a:pt x="7518784" y="1545873"/>
                  </a:lnTo>
                  <a:lnTo>
                    <a:pt x="7519629" y="1596349"/>
                  </a:lnTo>
                  <a:lnTo>
                    <a:pt x="7520474" y="1554224"/>
                  </a:lnTo>
                  <a:lnTo>
                    <a:pt x="7521319" y="1405149"/>
                  </a:lnTo>
                  <a:lnTo>
                    <a:pt x="7522165" y="1288383"/>
                  </a:lnTo>
                  <a:lnTo>
                    <a:pt x="7523010" y="1280858"/>
                  </a:lnTo>
                  <a:lnTo>
                    <a:pt x="7523855" y="1270267"/>
                  </a:lnTo>
                  <a:lnTo>
                    <a:pt x="7524700" y="1282712"/>
                  </a:lnTo>
                  <a:lnTo>
                    <a:pt x="7525545" y="1349117"/>
                  </a:lnTo>
                  <a:lnTo>
                    <a:pt x="7526390" y="1463337"/>
                  </a:lnTo>
                  <a:lnTo>
                    <a:pt x="7527235" y="1603047"/>
                  </a:lnTo>
                  <a:lnTo>
                    <a:pt x="7528080" y="1631000"/>
                  </a:lnTo>
                  <a:lnTo>
                    <a:pt x="7528925" y="1652763"/>
                  </a:lnTo>
                  <a:lnTo>
                    <a:pt x="7529770" y="1640796"/>
                  </a:lnTo>
                  <a:lnTo>
                    <a:pt x="7530615" y="1605922"/>
                  </a:lnTo>
                  <a:lnTo>
                    <a:pt x="7531461" y="1602736"/>
                  </a:lnTo>
                  <a:lnTo>
                    <a:pt x="7532306" y="1558736"/>
                  </a:lnTo>
                  <a:lnTo>
                    <a:pt x="7533151" y="1565108"/>
                  </a:lnTo>
                  <a:lnTo>
                    <a:pt x="7533996" y="1628718"/>
                  </a:lnTo>
                  <a:lnTo>
                    <a:pt x="7534841" y="1713983"/>
                  </a:lnTo>
                  <a:lnTo>
                    <a:pt x="7535686" y="1819311"/>
                  </a:lnTo>
                  <a:lnTo>
                    <a:pt x="7536531" y="1844927"/>
                  </a:lnTo>
                  <a:lnTo>
                    <a:pt x="7537376" y="1825449"/>
                  </a:lnTo>
                  <a:lnTo>
                    <a:pt x="7538221" y="1827517"/>
                  </a:lnTo>
                  <a:lnTo>
                    <a:pt x="7539066" y="1814831"/>
                  </a:lnTo>
                  <a:lnTo>
                    <a:pt x="7539911" y="1776458"/>
                  </a:lnTo>
                  <a:lnTo>
                    <a:pt x="7540757" y="1764420"/>
                  </a:lnTo>
                  <a:lnTo>
                    <a:pt x="7541602" y="1745343"/>
                  </a:lnTo>
                  <a:lnTo>
                    <a:pt x="7542447" y="1761478"/>
                  </a:lnTo>
                  <a:lnTo>
                    <a:pt x="7543292" y="1769509"/>
                  </a:lnTo>
                  <a:lnTo>
                    <a:pt x="7544137" y="1691659"/>
                  </a:lnTo>
                  <a:lnTo>
                    <a:pt x="7544982" y="1578687"/>
                  </a:lnTo>
                  <a:lnTo>
                    <a:pt x="7545827" y="1443794"/>
                  </a:lnTo>
                  <a:lnTo>
                    <a:pt x="7546672" y="1438628"/>
                  </a:lnTo>
                  <a:lnTo>
                    <a:pt x="7547517" y="1436754"/>
                  </a:lnTo>
                  <a:lnTo>
                    <a:pt x="7548362" y="1402353"/>
                  </a:lnTo>
                  <a:lnTo>
                    <a:pt x="7549207" y="1441477"/>
                  </a:lnTo>
                  <a:lnTo>
                    <a:pt x="7550053" y="1561416"/>
                  </a:lnTo>
                  <a:lnTo>
                    <a:pt x="7550898" y="1625143"/>
                  </a:lnTo>
                  <a:lnTo>
                    <a:pt x="7551743" y="1558824"/>
                  </a:lnTo>
                  <a:lnTo>
                    <a:pt x="7552588" y="1464602"/>
                  </a:lnTo>
                  <a:lnTo>
                    <a:pt x="7553433" y="1390077"/>
                  </a:lnTo>
                  <a:lnTo>
                    <a:pt x="7554278" y="1312031"/>
                  </a:lnTo>
                  <a:lnTo>
                    <a:pt x="7555123" y="1184417"/>
                  </a:lnTo>
                  <a:lnTo>
                    <a:pt x="7555968" y="1147952"/>
                  </a:lnTo>
                  <a:lnTo>
                    <a:pt x="7556813" y="1151505"/>
                  </a:lnTo>
                  <a:lnTo>
                    <a:pt x="7557658" y="1182243"/>
                  </a:lnTo>
                  <a:lnTo>
                    <a:pt x="7558503" y="1300830"/>
                  </a:lnTo>
                  <a:lnTo>
                    <a:pt x="7559349" y="1384471"/>
                  </a:lnTo>
                  <a:lnTo>
                    <a:pt x="7560194" y="1419336"/>
                  </a:lnTo>
                  <a:lnTo>
                    <a:pt x="7561039" y="1388298"/>
                  </a:lnTo>
                  <a:lnTo>
                    <a:pt x="7561884" y="1404137"/>
                  </a:lnTo>
                  <a:lnTo>
                    <a:pt x="7562729" y="1423746"/>
                  </a:lnTo>
                  <a:lnTo>
                    <a:pt x="7563574" y="1332266"/>
                  </a:lnTo>
                  <a:lnTo>
                    <a:pt x="7564419" y="1263491"/>
                  </a:lnTo>
                  <a:lnTo>
                    <a:pt x="7565264" y="1310021"/>
                  </a:lnTo>
                  <a:lnTo>
                    <a:pt x="7566109" y="1405407"/>
                  </a:lnTo>
                  <a:lnTo>
                    <a:pt x="7566954" y="1420431"/>
                  </a:lnTo>
                  <a:lnTo>
                    <a:pt x="7567800" y="1451158"/>
                  </a:lnTo>
                  <a:lnTo>
                    <a:pt x="7568645" y="1526743"/>
                  </a:lnTo>
                  <a:lnTo>
                    <a:pt x="7569490" y="1613865"/>
                  </a:lnTo>
                  <a:lnTo>
                    <a:pt x="7570335" y="1579782"/>
                  </a:lnTo>
                  <a:lnTo>
                    <a:pt x="7571180" y="1484731"/>
                  </a:lnTo>
                  <a:lnTo>
                    <a:pt x="7572025" y="1500856"/>
                  </a:lnTo>
                  <a:lnTo>
                    <a:pt x="7572870" y="1586382"/>
                  </a:lnTo>
                  <a:lnTo>
                    <a:pt x="7573715" y="1665685"/>
                  </a:lnTo>
                  <a:lnTo>
                    <a:pt x="7574560" y="1707854"/>
                  </a:lnTo>
                  <a:lnTo>
                    <a:pt x="7575405" y="1798847"/>
                  </a:lnTo>
                  <a:lnTo>
                    <a:pt x="7576250" y="1930226"/>
                  </a:lnTo>
                  <a:lnTo>
                    <a:pt x="7577096" y="1994934"/>
                  </a:lnTo>
                  <a:lnTo>
                    <a:pt x="7577941" y="1961899"/>
                  </a:lnTo>
                  <a:lnTo>
                    <a:pt x="7578786" y="1907468"/>
                  </a:lnTo>
                  <a:lnTo>
                    <a:pt x="7579631" y="1873171"/>
                  </a:lnTo>
                  <a:lnTo>
                    <a:pt x="7580476" y="1820135"/>
                  </a:lnTo>
                  <a:lnTo>
                    <a:pt x="7581321" y="1755642"/>
                  </a:lnTo>
                  <a:lnTo>
                    <a:pt x="7582166" y="1707592"/>
                  </a:lnTo>
                  <a:lnTo>
                    <a:pt x="7583011" y="1635052"/>
                  </a:lnTo>
                  <a:lnTo>
                    <a:pt x="7583856" y="1562764"/>
                  </a:lnTo>
                  <a:lnTo>
                    <a:pt x="7584701" y="1514045"/>
                  </a:lnTo>
                  <a:lnTo>
                    <a:pt x="7585546" y="1512107"/>
                  </a:lnTo>
                  <a:lnTo>
                    <a:pt x="7586392" y="1490850"/>
                  </a:lnTo>
                  <a:lnTo>
                    <a:pt x="7587237" y="1409667"/>
                  </a:lnTo>
                  <a:lnTo>
                    <a:pt x="7588082" y="1406869"/>
                  </a:lnTo>
                  <a:lnTo>
                    <a:pt x="7588927" y="1485418"/>
                  </a:lnTo>
                  <a:lnTo>
                    <a:pt x="7589772" y="1525563"/>
                  </a:lnTo>
                  <a:lnTo>
                    <a:pt x="7590617" y="1539595"/>
                  </a:lnTo>
                  <a:lnTo>
                    <a:pt x="7591462" y="1556432"/>
                  </a:lnTo>
                  <a:lnTo>
                    <a:pt x="7592307" y="1639213"/>
                  </a:lnTo>
                  <a:lnTo>
                    <a:pt x="7593152" y="1729693"/>
                  </a:lnTo>
                  <a:lnTo>
                    <a:pt x="7593997" y="1738743"/>
                  </a:lnTo>
                  <a:lnTo>
                    <a:pt x="7594842" y="1754662"/>
                  </a:lnTo>
                  <a:lnTo>
                    <a:pt x="7595688" y="1742177"/>
                  </a:lnTo>
                  <a:lnTo>
                    <a:pt x="7596533" y="1767111"/>
                  </a:lnTo>
                  <a:lnTo>
                    <a:pt x="7597378" y="1801289"/>
                  </a:lnTo>
                  <a:lnTo>
                    <a:pt x="7598223" y="1815540"/>
                  </a:lnTo>
                  <a:lnTo>
                    <a:pt x="7599068" y="1818369"/>
                  </a:lnTo>
                  <a:lnTo>
                    <a:pt x="7599913" y="1778996"/>
                  </a:lnTo>
                  <a:lnTo>
                    <a:pt x="7600758" y="1793052"/>
                  </a:lnTo>
                  <a:lnTo>
                    <a:pt x="7601603" y="1813832"/>
                  </a:lnTo>
                  <a:lnTo>
                    <a:pt x="7602448" y="1796972"/>
                  </a:lnTo>
                  <a:lnTo>
                    <a:pt x="7603293" y="1734672"/>
                  </a:lnTo>
                  <a:lnTo>
                    <a:pt x="7604138" y="1642295"/>
                  </a:lnTo>
                  <a:lnTo>
                    <a:pt x="7604984" y="1593577"/>
                  </a:lnTo>
                  <a:lnTo>
                    <a:pt x="7605829" y="1529730"/>
                  </a:lnTo>
                  <a:lnTo>
                    <a:pt x="7606674" y="1469378"/>
                  </a:lnTo>
                  <a:lnTo>
                    <a:pt x="7607519" y="1466830"/>
                  </a:lnTo>
                  <a:lnTo>
                    <a:pt x="7608364" y="1448157"/>
                  </a:lnTo>
                  <a:lnTo>
                    <a:pt x="7609209" y="1507915"/>
                  </a:lnTo>
                  <a:lnTo>
                    <a:pt x="7610054" y="1636957"/>
                  </a:lnTo>
                  <a:lnTo>
                    <a:pt x="7610899" y="1755824"/>
                  </a:lnTo>
                  <a:lnTo>
                    <a:pt x="7611744" y="1834431"/>
                  </a:lnTo>
                  <a:lnTo>
                    <a:pt x="7612589" y="1860663"/>
                  </a:lnTo>
                  <a:lnTo>
                    <a:pt x="7613434" y="1969551"/>
                  </a:lnTo>
                  <a:lnTo>
                    <a:pt x="7614280" y="2074650"/>
                  </a:lnTo>
                  <a:lnTo>
                    <a:pt x="7615125" y="2096601"/>
                  </a:lnTo>
                  <a:lnTo>
                    <a:pt x="7615970" y="2096710"/>
                  </a:lnTo>
                  <a:lnTo>
                    <a:pt x="7616815" y="2085612"/>
                  </a:lnTo>
                  <a:lnTo>
                    <a:pt x="7617660" y="2066439"/>
                  </a:lnTo>
                  <a:lnTo>
                    <a:pt x="7618505" y="1982352"/>
                  </a:lnTo>
                  <a:lnTo>
                    <a:pt x="7619350" y="1877421"/>
                  </a:lnTo>
                  <a:lnTo>
                    <a:pt x="7620195" y="1817089"/>
                  </a:lnTo>
                  <a:lnTo>
                    <a:pt x="7621040" y="1747447"/>
                  </a:lnTo>
                  <a:lnTo>
                    <a:pt x="7621885" y="1708214"/>
                  </a:lnTo>
                  <a:lnTo>
                    <a:pt x="7622730" y="1708835"/>
                  </a:lnTo>
                  <a:lnTo>
                    <a:pt x="7623576" y="1773699"/>
                  </a:lnTo>
                  <a:lnTo>
                    <a:pt x="7624421" y="1812863"/>
                  </a:lnTo>
                  <a:lnTo>
                    <a:pt x="7625266" y="1733893"/>
                  </a:lnTo>
                  <a:lnTo>
                    <a:pt x="7626111" y="1638344"/>
                  </a:lnTo>
                  <a:lnTo>
                    <a:pt x="7626956" y="1538526"/>
                  </a:lnTo>
                  <a:lnTo>
                    <a:pt x="7627801" y="1407197"/>
                  </a:lnTo>
                  <a:lnTo>
                    <a:pt x="7628646" y="1269392"/>
                  </a:lnTo>
                  <a:lnTo>
                    <a:pt x="7629491" y="1183364"/>
                  </a:lnTo>
                  <a:lnTo>
                    <a:pt x="7630336" y="1190048"/>
                  </a:lnTo>
                  <a:lnTo>
                    <a:pt x="7631181" y="1249113"/>
                  </a:lnTo>
                  <a:lnTo>
                    <a:pt x="7632027" y="1293088"/>
                  </a:lnTo>
                  <a:lnTo>
                    <a:pt x="7632872" y="1353005"/>
                  </a:lnTo>
                  <a:lnTo>
                    <a:pt x="7633717" y="1439214"/>
                  </a:lnTo>
                  <a:lnTo>
                    <a:pt x="7634562" y="1550046"/>
                  </a:lnTo>
                  <a:lnTo>
                    <a:pt x="7635407" y="1622279"/>
                  </a:lnTo>
                  <a:lnTo>
                    <a:pt x="7636252" y="1684034"/>
                  </a:lnTo>
                  <a:lnTo>
                    <a:pt x="7637097" y="1769150"/>
                  </a:lnTo>
                  <a:lnTo>
                    <a:pt x="7637942" y="1832252"/>
                  </a:lnTo>
                  <a:lnTo>
                    <a:pt x="7638787" y="1866909"/>
                  </a:lnTo>
                  <a:lnTo>
                    <a:pt x="7639632" y="1869460"/>
                  </a:lnTo>
                  <a:lnTo>
                    <a:pt x="7640477" y="1899010"/>
                  </a:lnTo>
                  <a:lnTo>
                    <a:pt x="7641323" y="1912324"/>
                  </a:lnTo>
                  <a:lnTo>
                    <a:pt x="7642168" y="1905383"/>
                  </a:lnTo>
                  <a:lnTo>
                    <a:pt x="7643013" y="1906768"/>
                  </a:lnTo>
                  <a:lnTo>
                    <a:pt x="7643858" y="1910450"/>
                  </a:lnTo>
                  <a:lnTo>
                    <a:pt x="7644703" y="1907655"/>
                  </a:lnTo>
                  <a:lnTo>
                    <a:pt x="7645548" y="1904213"/>
                  </a:lnTo>
                  <a:lnTo>
                    <a:pt x="7646393" y="1920362"/>
                  </a:lnTo>
                  <a:lnTo>
                    <a:pt x="7647238" y="1919815"/>
                  </a:lnTo>
                  <a:lnTo>
                    <a:pt x="7648083" y="1909704"/>
                  </a:lnTo>
                  <a:lnTo>
                    <a:pt x="7648928" y="1877586"/>
                  </a:lnTo>
                  <a:lnTo>
                    <a:pt x="7649773" y="1836833"/>
                  </a:lnTo>
                  <a:lnTo>
                    <a:pt x="7650619" y="1843285"/>
                  </a:lnTo>
                  <a:lnTo>
                    <a:pt x="7651464" y="1868829"/>
                  </a:lnTo>
                  <a:lnTo>
                    <a:pt x="7652309" y="1865255"/>
                  </a:lnTo>
                  <a:lnTo>
                    <a:pt x="7653154" y="1834449"/>
                  </a:lnTo>
                  <a:lnTo>
                    <a:pt x="7653999" y="1850431"/>
                  </a:lnTo>
                  <a:lnTo>
                    <a:pt x="7654844" y="1848738"/>
                  </a:lnTo>
                  <a:lnTo>
                    <a:pt x="7655689" y="1839472"/>
                  </a:lnTo>
                  <a:lnTo>
                    <a:pt x="7656534" y="1863257"/>
                  </a:lnTo>
                  <a:lnTo>
                    <a:pt x="7657379" y="1845849"/>
                  </a:lnTo>
                  <a:lnTo>
                    <a:pt x="7658224" y="1860991"/>
                  </a:lnTo>
                  <a:lnTo>
                    <a:pt x="7659069" y="1861555"/>
                  </a:lnTo>
                  <a:lnTo>
                    <a:pt x="7659915" y="1873684"/>
                  </a:lnTo>
                  <a:lnTo>
                    <a:pt x="7660760" y="1866710"/>
                  </a:lnTo>
                  <a:lnTo>
                    <a:pt x="7661605" y="1774183"/>
                  </a:lnTo>
                  <a:lnTo>
                    <a:pt x="7662450" y="1825664"/>
                  </a:lnTo>
                  <a:lnTo>
                    <a:pt x="7663295" y="1853923"/>
                  </a:lnTo>
                  <a:lnTo>
                    <a:pt x="7664140" y="1859197"/>
                  </a:lnTo>
                  <a:lnTo>
                    <a:pt x="7664985" y="1827478"/>
                  </a:lnTo>
                  <a:lnTo>
                    <a:pt x="7665830" y="1765154"/>
                  </a:lnTo>
                  <a:lnTo>
                    <a:pt x="7666675" y="1748693"/>
                  </a:lnTo>
                  <a:lnTo>
                    <a:pt x="7667520" y="1717120"/>
                  </a:lnTo>
                  <a:lnTo>
                    <a:pt x="7668365" y="1661871"/>
                  </a:lnTo>
                  <a:lnTo>
                    <a:pt x="7669211" y="1584631"/>
                  </a:lnTo>
                  <a:lnTo>
                    <a:pt x="7670056" y="1535943"/>
                  </a:lnTo>
                  <a:lnTo>
                    <a:pt x="7670901" y="1507873"/>
                  </a:lnTo>
                  <a:lnTo>
                    <a:pt x="7671746" y="1562120"/>
                  </a:lnTo>
                  <a:lnTo>
                    <a:pt x="7672591" y="1589800"/>
                  </a:lnTo>
                  <a:lnTo>
                    <a:pt x="7673436" y="1661035"/>
                  </a:lnTo>
                  <a:lnTo>
                    <a:pt x="7674281" y="1749490"/>
                  </a:lnTo>
                  <a:lnTo>
                    <a:pt x="7675126" y="1788834"/>
                  </a:lnTo>
                  <a:lnTo>
                    <a:pt x="7675971" y="1802323"/>
                  </a:lnTo>
                  <a:lnTo>
                    <a:pt x="7676816" y="1756938"/>
                  </a:lnTo>
                  <a:lnTo>
                    <a:pt x="7677661" y="1754725"/>
                  </a:lnTo>
                  <a:lnTo>
                    <a:pt x="7678507" y="1736668"/>
                  </a:lnTo>
                  <a:lnTo>
                    <a:pt x="7679352" y="1709011"/>
                  </a:lnTo>
                  <a:lnTo>
                    <a:pt x="7680197" y="1773184"/>
                  </a:lnTo>
                  <a:lnTo>
                    <a:pt x="7681042" y="1881804"/>
                  </a:lnTo>
                  <a:lnTo>
                    <a:pt x="7681887" y="1914386"/>
                  </a:lnTo>
                  <a:lnTo>
                    <a:pt x="7682732" y="1855824"/>
                  </a:lnTo>
                  <a:lnTo>
                    <a:pt x="7683577" y="1824895"/>
                  </a:lnTo>
                  <a:lnTo>
                    <a:pt x="7684422" y="1750857"/>
                  </a:lnTo>
                  <a:lnTo>
                    <a:pt x="7685267" y="1652309"/>
                  </a:lnTo>
                  <a:lnTo>
                    <a:pt x="7686112" y="1561482"/>
                  </a:lnTo>
                  <a:lnTo>
                    <a:pt x="7686957" y="1571075"/>
                  </a:lnTo>
                  <a:lnTo>
                    <a:pt x="7687803" y="1659433"/>
                  </a:lnTo>
                  <a:lnTo>
                    <a:pt x="7688648" y="1717259"/>
                  </a:lnTo>
                  <a:lnTo>
                    <a:pt x="7689493" y="1768316"/>
                  </a:lnTo>
                  <a:lnTo>
                    <a:pt x="7690338" y="1812474"/>
                  </a:lnTo>
                  <a:lnTo>
                    <a:pt x="7691183" y="1825365"/>
                  </a:lnTo>
                  <a:lnTo>
                    <a:pt x="7692028" y="1851138"/>
                  </a:lnTo>
                  <a:lnTo>
                    <a:pt x="7692873" y="1854637"/>
                  </a:lnTo>
                  <a:lnTo>
                    <a:pt x="7693718" y="1869872"/>
                  </a:lnTo>
                  <a:lnTo>
                    <a:pt x="7694563" y="1919757"/>
                  </a:lnTo>
                  <a:lnTo>
                    <a:pt x="7695408" y="1941499"/>
                  </a:lnTo>
                  <a:lnTo>
                    <a:pt x="7696254" y="1963822"/>
                  </a:lnTo>
                  <a:lnTo>
                    <a:pt x="7697099" y="1877316"/>
                  </a:lnTo>
                  <a:lnTo>
                    <a:pt x="7697944" y="1781624"/>
                  </a:lnTo>
                  <a:lnTo>
                    <a:pt x="7698789" y="1746889"/>
                  </a:lnTo>
                  <a:lnTo>
                    <a:pt x="7699634" y="1715142"/>
                  </a:lnTo>
                  <a:lnTo>
                    <a:pt x="7700479" y="1748827"/>
                  </a:lnTo>
                  <a:lnTo>
                    <a:pt x="7701324" y="1772005"/>
                  </a:lnTo>
                  <a:lnTo>
                    <a:pt x="7702169" y="1818032"/>
                  </a:lnTo>
                  <a:lnTo>
                    <a:pt x="7703014" y="1862109"/>
                  </a:lnTo>
                  <a:lnTo>
                    <a:pt x="7703859" y="1862074"/>
                  </a:lnTo>
                  <a:lnTo>
                    <a:pt x="7704704" y="1885928"/>
                  </a:lnTo>
                  <a:lnTo>
                    <a:pt x="7705550" y="1888310"/>
                  </a:lnTo>
                  <a:lnTo>
                    <a:pt x="7706395" y="1886873"/>
                  </a:lnTo>
                  <a:lnTo>
                    <a:pt x="7707240" y="1923728"/>
                  </a:lnTo>
                  <a:lnTo>
                    <a:pt x="7708085" y="1935582"/>
                  </a:lnTo>
                  <a:lnTo>
                    <a:pt x="7708930" y="1911006"/>
                  </a:lnTo>
                  <a:lnTo>
                    <a:pt x="7709775" y="1879804"/>
                  </a:lnTo>
                  <a:lnTo>
                    <a:pt x="7710620" y="1865248"/>
                  </a:lnTo>
                  <a:lnTo>
                    <a:pt x="7711465" y="1843813"/>
                  </a:lnTo>
                  <a:lnTo>
                    <a:pt x="7712310" y="1828278"/>
                  </a:lnTo>
                  <a:lnTo>
                    <a:pt x="7713155" y="1859759"/>
                  </a:lnTo>
                  <a:lnTo>
                    <a:pt x="7714000" y="1885392"/>
                  </a:lnTo>
                  <a:lnTo>
                    <a:pt x="7714846" y="1878975"/>
                  </a:lnTo>
                  <a:lnTo>
                    <a:pt x="7715691" y="1872819"/>
                  </a:lnTo>
                  <a:lnTo>
                    <a:pt x="7716536" y="1867449"/>
                  </a:lnTo>
                  <a:lnTo>
                    <a:pt x="7717381" y="1808485"/>
                  </a:lnTo>
                  <a:lnTo>
                    <a:pt x="7718226" y="1771383"/>
                  </a:lnTo>
                  <a:lnTo>
                    <a:pt x="7719071" y="1800493"/>
                  </a:lnTo>
                  <a:lnTo>
                    <a:pt x="7719916" y="1860619"/>
                  </a:lnTo>
                  <a:lnTo>
                    <a:pt x="7720761" y="1887916"/>
                  </a:lnTo>
                  <a:lnTo>
                    <a:pt x="7721606" y="1929027"/>
                  </a:lnTo>
                  <a:lnTo>
                    <a:pt x="7722451" y="1937710"/>
                  </a:lnTo>
                  <a:lnTo>
                    <a:pt x="7723296" y="1836316"/>
                  </a:lnTo>
                  <a:lnTo>
                    <a:pt x="7724142" y="1723424"/>
                  </a:lnTo>
                  <a:lnTo>
                    <a:pt x="7724987" y="1649859"/>
                  </a:lnTo>
                  <a:lnTo>
                    <a:pt x="7725832" y="1603563"/>
                  </a:lnTo>
                  <a:lnTo>
                    <a:pt x="7726677" y="1603335"/>
                  </a:lnTo>
                  <a:lnTo>
                    <a:pt x="7727522" y="1672673"/>
                  </a:lnTo>
                  <a:lnTo>
                    <a:pt x="7728367" y="1734728"/>
                  </a:lnTo>
                  <a:lnTo>
                    <a:pt x="7729212" y="1752978"/>
                  </a:lnTo>
                  <a:lnTo>
                    <a:pt x="7730057" y="1757055"/>
                  </a:lnTo>
                  <a:lnTo>
                    <a:pt x="7730902" y="1709466"/>
                  </a:lnTo>
                  <a:lnTo>
                    <a:pt x="7731747" y="1609495"/>
                  </a:lnTo>
                  <a:lnTo>
                    <a:pt x="7732592" y="1529071"/>
                  </a:lnTo>
                  <a:lnTo>
                    <a:pt x="7733438" y="1542069"/>
                  </a:lnTo>
                  <a:lnTo>
                    <a:pt x="7734283" y="1546103"/>
                  </a:lnTo>
                  <a:lnTo>
                    <a:pt x="7735128" y="1493967"/>
                  </a:lnTo>
                  <a:lnTo>
                    <a:pt x="7735973" y="1505051"/>
                  </a:lnTo>
                  <a:lnTo>
                    <a:pt x="7736818" y="1608719"/>
                  </a:lnTo>
                  <a:lnTo>
                    <a:pt x="7737663" y="1657896"/>
                  </a:lnTo>
                  <a:lnTo>
                    <a:pt x="7738508" y="1662248"/>
                  </a:lnTo>
                  <a:lnTo>
                    <a:pt x="7739353" y="1725076"/>
                  </a:lnTo>
                  <a:lnTo>
                    <a:pt x="7740198" y="1838537"/>
                  </a:lnTo>
                  <a:lnTo>
                    <a:pt x="7741043" y="1911388"/>
                  </a:lnTo>
                  <a:lnTo>
                    <a:pt x="7741888" y="1850394"/>
                  </a:lnTo>
                  <a:lnTo>
                    <a:pt x="7742734" y="1785133"/>
                  </a:lnTo>
                  <a:lnTo>
                    <a:pt x="7743579" y="1813605"/>
                  </a:lnTo>
                  <a:lnTo>
                    <a:pt x="7744424" y="1820687"/>
                  </a:lnTo>
                  <a:lnTo>
                    <a:pt x="7745269" y="1834074"/>
                  </a:lnTo>
                  <a:lnTo>
                    <a:pt x="7746114" y="1845679"/>
                  </a:lnTo>
                  <a:lnTo>
                    <a:pt x="7746959" y="1869060"/>
                  </a:lnTo>
                  <a:lnTo>
                    <a:pt x="7747804" y="1928294"/>
                  </a:lnTo>
                  <a:lnTo>
                    <a:pt x="7748649" y="1944428"/>
                  </a:lnTo>
                  <a:lnTo>
                    <a:pt x="7749494" y="1946227"/>
                  </a:lnTo>
                  <a:lnTo>
                    <a:pt x="7750339" y="1902703"/>
                  </a:lnTo>
                  <a:lnTo>
                    <a:pt x="7751185" y="1894417"/>
                  </a:lnTo>
                  <a:lnTo>
                    <a:pt x="7752030" y="1931140"/>
                  </a:lnTo>
                  <a:lnTo>
                    <a:pt x="7752875" y="1942629"/>
                  </a:lnTo>
                  <a:lnTo>
                    <a:pt x="7753720" y="1921187"/>
                  </a:lnTo>
                  <a:lnTo>
                    <a:pt x="7754565" y="1903001"/>
                  </a:lnTo>
                  <a:lnTo>
                    <a:pt x="7755410" y="1886449"/>
                  </a:lnTo>
                  <a:lnTo>
                    <a:pt x="7756255" y="1852085"/>
                  </a:lnTo>
                  <a:lnTo>
                    <a:pt x="7757100" y="1799852"/>
                  </a:lnTo>
                  <a:lnTo>
                    <a:pt x="7757945" y="1744645"/>
                  </a:lnTo>
                  <a:lnTo>
                    <a:pt x="7758790" y="1687673"/>
                  </a:lnTo>
                  <a:lnTo>
                    <a:pt x="7759635" y="1658579"/>
                  </a:lnTo>
                  <a:lnTo>
                    <a:pt x="7760481" y="1644242"/>
                  </a:lnTo>
                  <a:lnTo>
                    <a:pt x="7761326" y="1644710"/>
                  </a:lnTo>
                  <a:lnTo>
                    <a:pt x="7762171" y="1702818"/>
                  </a:lnTo>
                  <a:lnTo>
                    <a:pt x="7763016" y="1736936"/>
                  </a:lnTo>
                  <a:lnTo>
                    <a:pt x="7763861" y="1731381"/>
                  </a:lnTo>
                  <a:lnTo>
                    <a:pt x="7764706" y="1726687"/>
                  </a:lnTo>
                  <a:lnTo>
                    <a:pt x="7765551" y="1791749"/>
                  </a:lnTo>
                  <a:lnTo>
                    <a:pt x="7766396" y="1741592"/>
                  </a:lnTo>
                  <a:lnTo>
                    <a:pt x="7767241" y="1590342"/>
                  </a:lnTo>
                  <a:lnTo>
                    <a:pt x="7768086" y="1497039"/>
                  </a:lnTo>
                  <a:lnTo>
                    <a:pt x="7768931" y="1448680"/>
                  </a:lnTo>
                  <a:lnTo>
                    <a:pt x="7769777" y="1389121"/>
                  </a:lnTo>
                  <a:lnTo>
                    <a:pt x="7770622" y="1270503"/>
                  </a:lnTo>
                  <a:lnTo>
                    <a:pt x="7771467" y="1254714"/>
                  </a:lnTo>
                  <a:lnTo>
                    <a:pt x="7772312" y="1310516"/>
                  </a:lnTo>
                  <a:lnTo>
                    <a:pt x="7773157" y="1355975"/>
                  </a:lnTo>
                  <a:lnTo>
                    <a:pt x="7774002" y="1399979"/>
                  </a:lnTo>
                  <a:lnTo>
                    <a:pt x="7774847" y="1440044"/>
                  </a:lnTo>
                  <a:lnTo>
                    <a:pt x="7775692" y="1436212"/>
                  </a:lnTo>
                  <a:lnTo>
                    <a:pt x="7776537" y="1404529"/>
                  </a:lnTo>
                  <a:lnTo>
                    <a:pt x="7777382" y="1386698"/>
                  </a:lnTo>
                  <a:lnTo>
                    <a:pt x="7778227" y="1334440"/>
                  </a:lnTo>
                  <a:lnTo>
                    <a:pt x="7779073" y="1254080"/>
                  </a:lnTo>
                  <a:lnTo>
                    <a:pt x="7779918" y="1175690"/>
                  </a:lnTo>
                  <a:lnTo>
                    <a:pt x="7780763" y="1169379"/>
                  </a:lnTo>
                  <a:lnTo>
                    <a:pt x="7781608" y="1241682"/>
                  </a:lnTo>
                  <a:lnTo>
                    <a:pt x="7782453" y="1260392"/>
                  </a:lnTo>
                  <a:lnTo>
                    <a:pt x="7783298" y="1294929"/>
                  </a:lnTo>
                  <a:lnTo>
                    <a:pt x="7784143" y="1393287"/>
                  </a:lnTo>
                  <a:lnTo>
                    <a:pt x="7784988" y="1460322"/>
                  </a:lnTo>
                  <a:lnTo>
                    <a:pt x="7785833" y="1440731"/>
                  </a:lnTo>
                  <a:lnTo>
                    <a:pt x="7786678" y="1348905"/>
                  </a:lnTo>
                  <a:lnTo>
                    <a:pt x="7787523" y="1297952"/>
                  </a:lnTo>
                  <a:lnTo>
                    <a:pt x="7788369" y="1243082"/>
                  </a:lnTo>
                  <a:lnTo>
                    <a:pt x="7789214" y="1134355"/>
                  </a:lnTo>
                  <a:lnTo>
                    <a:pt x="7790059" y="1044771"/>
                  </a:lnTo>
                  <a:lnTo>
                    <a:pt x="7790904" y="988072"/>
                  </a:lnTo>
                  <a:lnTo>
                    <a:pt x="7791749" y="955882"/>
                  </a:lnTo>
                  <a:lnTo>
                    <a:pt x="7792594" y="893960"/>
                  </a:lnTo>
                  <a:lnTo>
                    <a:pt x="7793439" y="885307"/>
                  </a:lnTo>
                  <a:lnTo>
                    <a:pt x="7794284" y="963564"/>
                  </a:lnTo>
                  <a:lnTo>
                    <a:pt x="7795129" y="1032993"/>
                  </a:lnTo>
                  <a:lnTo>
                    <a:pt x="7795974" y="1161849"/>
                  </a:lnTo>
                  <a:lnTo>
                    <a:pt x="7796819" y="1304757"/>
                  </a:lnTo>
                  <a:lnTo>
                    <a:pt x="7797665" y="1464877"/>
                  </a:lnTo>
                  <a:lnTo>
                    <a:pt x="7798510" y="1552009"/>
                  </a:lnTo>
                  <a:lnTo>
                    <a:pt x="7799355" y="1547088"/>
                  </a:lnTo>
                  <a:lnTo>
                    <a:pt x="7800200" y="1562667"/>
                  </a:lnTo>
                  <a:lnTo>
                    <a:pt x="7801045" y="1549693"/>
                  </a:lnTo>
                  <a:lnTo>
                    <a:pt x="7801890" y="1476621"/>
                  </a:lnTo>
                  <a:lnTo>
                    <a:pt x="7802735" y="1371165"/>
                  </a:lnTo>
                  <a:lnTo>
                    <a:pt x="7803580" y="1313997"/>
                  </a:lnTo>
                  <a:lnTo>
                    <a:pt x="7804425" y="1395472"/>
                  </a:lnTo>
                  <a:lnTo>
                    <a:pt x="7805270" y="1514775"/>
                  </a:lnTo>
                  <a:lnTo>
                    <a:pt x="7806115" y="1547161"/>
                  </a:lnTo>
                  <a:lnTo>
                    <a:pt x="7806961" y="1630090"/>
                  </a:lnTo>
                  <a:lnTo>
                    <a:pt x="7807806" y="1707755"/>
                  </a:lnTo>
                  <a:lnTo>
                    <a:pt x="7808651" y="1795095"/>
                  </a:lnTo>
                  <a:lnTo>
                    <a:pt x="7809496" y="1839458"/>
                  </a:lnTo>
                  <a:lnTo>
                    <a:pt x="7810341" y="1813653"/>
                  </a:lnTo>
                  <a:lnTo>
                    <a:pt x="7811186" y="1857257"/>
                  </a:lnTo>
                  <a:lnTo>
                    <a:pt x="7812031" y="1885103"/>
                  </a:lnTo>
                  <a:lnTo>
                    <a:pt x="7812876" y="1939534"/>
                  </a:lnTo>
                  <a:lnTo>
                    <a:pt x="7813721" y="1981502"/>
                  </a:lnTo>
                  <a:lnTo>
                    <a:pt x="7814566" y="1957046"/>
                  </a:lnTo>
                  <a:lnTo>
                    <a:pt x="7815412" y="1947965"/>
                  </a:lnTo>
                  <a:lnTo>
                    <a:pt x="7816257" y="1958006"/>
                  </a:lnTo>
                  <a:lnTo>
                    <a:pt x="7817102" y="1960940"/>
                  </a:lnTo>
                  <a:lnTo>
                    <a:pt x="7817947" y="1929083"/>
                  </a:lnTo>
                  <a:lnTo>
                    <a:pt x="7818792" y="1877826"/>
                  </a:lnTo>
                  <a:lnTo>
                    <a:pt x="7819637" y="1845457"/>
                  </a:lnTo>
                  <a:lnTo>
                    <a:pt x="7820482" y="1824576"/>
                  </a:lnTo>
                  <a:lnTo>
                    <a:pt x="7821327" y="1808035"/>
                  </a:lnTo>
                  <a:lnTo>
                    <a:pt x="7822172" y="1792641"/>
                  </a:lnTo>
                  <a:lnTo>
                    <a:pt x="7823017" y="1818854"/>
                  </a:lnTo>
                  <a:lnTo>
                    <a:pt x="7823862" y="1858919"/>
                  </a:lnTo>
                  <a:lnTo>
                    <a:pt x="7824708" y="1835475"/>
                  </a:lnTo>
                  <a:lnTo>
                    <a:pt x="7825553" y="1822038"/>
                  </a:lnTo>
                  <a:lnTo>
                    <a:pt x="7826398" y="1781016"/>
                  </a:lnTo>
                  <a:lnTo>
                    <a:pt x="7827243" y="1743231"/>
                  </a:lnTo>
                  <a:lnTo>
                    <a:pt x="7828088" y="1705518"/>
                  </a:lnTo>
                  <a:lnTo>
                    <a:pt x="7828933" y="1723538"/>
                  </a:lnTo>
                  <a:lnTo>
                    <a:pt x="7829778" y="1777886"/>
                  </a:lnTo>
                  <a:lnTo>
                    <a:pt x="7830623" y="1770711"/>
                  </a:lnTo>
                  <a:lnTo>
                    <a:pt x="7831468" y="1745240"/>
                  </a:lnTo>
                  <a:lnTo>
                    <a:pt x="7832313" y="1706024"/>
                  </a:lnTo>
                  <a:lnTo>
                    <a:pt x="7833158" y="1676077"/>
                  </a:lnTo>
                  <a:lnTo>
                    <a:pt x="7834004" y="1559974"/>
                  </a:lnTo>
                  <a:lnTo>
                    <a:pt x="7834849" y="1473676"/>
                  </a:lnTo>
                  <a:lnTo>
                    <a:pt x="7835694" y="1444634"/>
                  </a:lnTo>
                  <a:lnTo>
                    <a:pt x="7836539" y="1439056"/>
                  </a:lnTo>
                  <a:lnTo>
                    <a:pt x="7837384" y="1471614"/>
                  </a:lnTo>
                  <a:lnTo>
                    <a:pt x="7838229" y="1502491"/>
                  </a:lnTo>
                  <a:lnTo>
                    <a:pt x="7839074" y="1550775"/>
                  </a:lnTo>
                  <a:lnTo>
                    <a:pt x="7839919" y="1555709"/>
                  </a:lnTo>
                  <a:lnTo>
                    <a:pt x="7840764" y="1555382"/>
                  </a:lnTo>
                  <a:lnTo>
                    <a:pt x="7841609" y="1557360"/>
                  </a:lnTo>
                  <a:lnTo>
                    <a:pt x="7842454" y="1548534"/>
                  </a:lnTo>
                  <a:lnTo>
                    <a:pt x="7843300" y="1543604"/>
                  </a:lnTo>
                  <a:lnTo>
                    <a:pt x="7844145" y="1516515"/>
                  </a:lnTo>
                  <a:lnTo>
                    <a:pt x="7844990" y="1503918"/>
                  </a:lnTo>
                  <a:lnTo>
                    <a:pt x="7845835" y="1513378"/>
                  </a:lnTo>
                  <a:lnTo>
                    <a:pt x="7846680" y="1553672"/>
                  </a:lnTo>
                  <a:lnTo>
                    <a:pt x="7847525" y="1607886"/>
                  </a:lnTo>
                  <a:lnTo>
                    <a:pt x="7848370" y="1632177"/>
                  </a:lnTo>
                  <a:lnTo>
                    <a:pt x="7849215" y="1692431"/>
                  </a:lnTo>
                  <a:lnTo>
                    <a:pt x="7850060" y="1830532"/>
                  </a:lnTo>
                  <a:lnTo>
                    <a:pt x="7850905" y="1919527"/>
                  </a:lnTo>
                  <a:lnTo>
                    <a:pt x="7851750" y="1927213"/>
                  </a:lnTo>
                  <a:lnTo>
                    <a:pt x="7852596" y="1949915"/>
                  </a:lnTo>
                  <a:lnTo>
                    <a:pt x="7853441" y="1998443"/>
                  </a:lnTo>
                  <a:lnTo>
                    <a:pt x="7854286" y="2028108"/>
                  </a:lnTo>
                  <a:lnTo>
                    <a:pt x="7855131" y="1939019"/>
                  </a:lnTo>
                  <a:lnTo>
                    <a:pt x="7855976" y="1891919"/>
                  </a:lnTo>
                  <a:lnTo>
                    <a:pt x="7856821" y="1939380"/>
                  </a:lnTo>
                  <a:lnTo>
                    <a:pt x="7857666" y="1957274"/>
                  </a:lnTo>
                  <a:lnTo>
                    <a:pt x="7858511" y="1965287"/>
                  </a:lnTo>
                  <a:lnTo>
                    <a:pt x="7859356" y="1968956"/>
                  </a:lnTo>
                  <a:lnTo>
                    <a:pt x="7860201" y="2035510"/>
                  </a:lnTo>
                  <a:lnTo>
                    <a:pt x="7861046" y="2085876"/>
                  </a:lnTo>
                  <a:lnTo>
                    <a:pt x="7861892" y="2080907"/>
                  </a:lnTo>
                  <a:lnTo>
                    <a:pt x="7862737" y="2002053"/>
                  </a:lnTo>
                  <a:lnTo>
                    <a:pt x="7863582" y="1913262"/>
                  </a:lnTo>
                  <a:lnTo>
                    <a:pt x="7864427" y="1873651"/>
                  </a:lnTo>
                  <a:lnTo>
                    <a:pt x="7865272" y="1838652"/>
                  </a:lnTo>
                  <a:lnTo>
                    <a:pt x="7866117" y="1805115"/>
                  </a:lnTo>
                  <a:lnTo>
                    <a:pt x="7866962" y="1796132"/>
                  </a:lnTo>
                  <a:lnTo>
                    <a:pt x="7867807" y="1860446"/>
                  </a:lnTo>
                  <a:lnTo>
                    <a:pt x="7868652" y="1898843"/>
                  </a:lnTo>
                  <a:lnTo>
                    <a:pt x="7869497" y="1924454"/>
                  </a:lnTo>
                  <a:lnTo>
                    <a:pt x="7870342" y="1964884"/>
                  </a:lnTo>
                  <a:lnTo>
                    <a:pt x="7871188" y="1983501"/>
                  </a:lnTo>
                  <a:lnTo>
                    <a:pt x="7872033" y="1946689"/>
                  </a:lnTo>
                  <a:lnTo>
                    <a:pt x="7872878" y="1895201"/>
                  </a:lnTo>
                  <a:lnTo>
                    <a:pt x="7873723" y="1908396"/>
                  </a:lnTo>
                  <a:lnTo>
                    <a:pt x="7874568" y="1926602"/>
                  </a:lnTo>
                  <a:lnTo>
                    <a:pt x="7875413" y="1912792"/>
                  </a:lnTo>
                  <a:lnTo>
                    <a:pt x="7876258" y="1889708"/>
                  </a:lnTo>
                  <a:lnTo>
                    <a:pt x="7877103" y="1922335"/>
                  </a:lnTo>
                  <a:lnTo>
                    <a:pt x="7877948" y="1965905"/>
                  </a:lnTo>
                  <a:lnTo>
                    <a:pt x="7878793" y="1952805"/>
                  </a:lnTo>
                  <a:lnTo>
                    <a:pt x="7879639" y="1885484"/>
                  </a:lnTo>
                  <a:lnTo>
                    <a:pt x="7880484" y="1881554"/>
                  </a:lnTo>
                  <a:lnTo>
                    <a:pt x="7881329" y="1902985"/>
                  </a:lnTo>
                  <a:lnTo>
                    <a:pt x="7882174" y="1871309"/>
                  </a:lnTo>
                  <a:lnTo>
                    <a:pt x="7883019" y="1803406"/>
                  </a:lnTo>
                  <a:lnTo>
                    <a:pt x="7883864" y="1794893"/>
                  </a:lnTo>
                  <a:lnTo>
                    <a:pt x="7884709" y="1823932"/>
                  </a:lnTo>
                  <a:lnTo>
                    <a:pt x="7885554" y="1743398"/>
                  </a:lnTo>
                  <a:lnTo>
                    <a:pt x="7886399" y="1673732"/>
                  </a:lnTo>
                  <a:lnTo>
                    <a:pt x="7887244" y="1706080"/>
                  </a:lnTo>
                  <a:lnTo>
                    <a:pt x="7888089" y="1811478"/>
                  </a:lnTo>
                  <a:lnTo>
                    <a:pt x="7888935" y="1874544"/>
                  </a:lnTo>
                  <a:lnTo>
                    <a:pt x="7889780" y="1903304"/>
                  </a:lnTo>
                  <a:lnTo>
                    <a:pt x="7890625" y="1967697"/>
                  </a:lnTo>
                  <a:lnTo>
                    <a:pt x="7891470" y="2035626"/>
                  </a:lnTo>
                  <a:lnTo>
                    <a:pt x="7892315" y="2005400"/>
                  </a:lnTo>
                  <a:lnTo>
                    <a:pt x="7893160" y="1953626"/>
                  </a:lnTo>
                  <a:lnTo>
                    <a:pt x="7894005" y="1912092"/>
                  </a:lnTo>
                  <a:lnTo>
                    <a:pt x="7894850" y="1907076"/>
                  </a:lnTo>
                  <a:lnTo>
                    <a:pt x="7895695" y="1907516"/>
                  </a:lnTo>
                  <a:lnTo>
                    <a:pt x="7896540" y="1899822"/>
                  </a:lnTo>
                  <a:lnTo>
                    <a:pt x="7897385" y="1927460"/>
                  </a:lnTo>
                  <a:lnTo>
                    <a:pt x="7898231" y="1893081"/>
                  </a:lnTo>
                  <a:lnTo>
                    <a:pt x="7899076" y="1889183"/>
                  </a:lnTo>
                  <a:lnTo>
                    <a:pt x="7899921" y="1883967"/>
                  </a:lnTo>
                  <a:lnTo>
                    <a:pt x="7900766" y="1854948"/>
                  </a:lnTo>
                  <a:lnTo>
                    <a:pt x="7901611" y="1785867"/>
                  </a:lnTo>
                  <a:lnTo>
                    <a:pt x="7902456" y="1725427"/>
                  </a:lnTo>
                  <a:lnTo>
                    <a:pt x="7903301" y="1682265"/>
                  </a:lnTo>
                  <a:lnTo>
                    <a:pt x="7904146" y="1583855"/>
                  </a:lnTo>
                  <a:lnTo>
                    <a:pt x="7904991" y="1524372"/>
                  </a:lnTo>
                  <a:lnTo>
                    <a:pt x="7905836" y="1488962"/>
                  </a:lnTo>
                  <a:lnTo>
                    <a:pt x="7906681" y="1428966"/>
                  </a:lnTo>
                  <a:lnTo>
                    <a:pt x="7907527" y="1394397"/>
                  </a:lnTo>
                  <a:lnTo>
                    <a:pt x="7908372" y="1471522"/>
                  </a:lnTo>
                  <a:lnTo>
                    <a:pt x="7909217" y="1540789"/>
                  </a:lnTo>
                  <a:lnTo>
                    <a:pt x="7910062" y="1463926"/>
                  </a:lnTo>
                  <a:lnTo>
                    <a:pt x="7910907" y="1400312"/>
                  </a:lnTo>
                  <a:lnTo>
                    <a:pt x="7911752" y="1468496"/>
                  </a:lnTo>
                  <a:lnTo>
                    <a:pt x="7912597" y="1529334"/>
                  </a:lnTo>
                  <a:lnTo>
                    <a:pt x="7913442" y="1489028"/>
                  </a:lnTo>
                  <a:lnTo>
                    <a:pt x="7914287" y="1492261"/>
                  </a:lnTo>
                  <a:lnTo>
                    <a:pt x="7915132" y="1576075"/>
                  </a:lnTo>
                  <a:lnTo>
                    <a:pt x="7915977" y="1659410"/>
                  </a:lnTo>
                  <a:lnTo>
                    <a:pt x="7916823" y="1666461"/>
                  </a:lnTo>
                  <a:lnTo>
                    <a:pt x="7917668" y="1624353"/>
                  </a:lnTo>
                  <a:lnTo>
                    <a:pt x="7918513" y="1555021"/>
                  </a:lnTo>
                  <a:lnTo>
                    <a:pt x="7919358" y="1490561"/>
                  </a:lnTo>
                  <a:lnTo>
                    <a:pt x="7920203" y="1465021"/>
                  </a:lnTo>
                  <a:lnTo>
                    <a:pt x="7921048" y="1453636"/>
                  </a:lnTo>
                  <a:lnTo>
                    <a:pt x="7921893" y="1421518"/>
                  </a:lnTo>
                  <a:lnTo>
                    <a:pt x="7922738" y="1355191"/>
                  </a:lnTo>
                  <a:lnTo>
                    <a:pt x="7923583" y="1333897"/>
                  </a:lnTo>
                  <a:lnTo>
                    <a:pt x="7924428" y="1291808"/>
                  </a:lnTo>
                  <a:lnTo>
                    <a:pt x="7925273" y="1243520"/>
                  </a:lnTo>
                  <a:lnTo>
                    <a:pt x="7926119" y="1182073"/>
                  </a:lnTo>
                  <a:lnTo>
                    <a:pt x="7926964" y="1188545"/>
                  </a:lnTo>
                  <a:lnTo>
                    <a:pt x="7927809" y="1250711"/>
                  </a:lnTo>
                  <a:lnTo>
                    <a:pt x="7928654" y="1258550"/>
                  </a:lnTo>
                  <a:lnTo>
                    <a:pt x="7929499" y="1245796"/>
                  </a:lnTo>
                  <a:lnTo>
                    <a:pt x="7930344" y="1272027"/>
                  </a:lnTo>
                  <a:lnTo>
                    <a:pt x="7931189" y="1366720"/>
                  </a:lnTo>
                  <a:lnTo>
                    <a:pt x="7932034" y="1353286"/>
                  </a:lnTo>
                  <a:lnTo>
                    <a:pt x="7932879" y="1291117"/>
                  </a:lnTo>
                  <a:lnTo>
                    <a:pt x="7933724" y="1309803"/>
                  </a:lnTo>
                  <a:lnTo>
                    <a:pt x="7934569" y="1356507"/>
                  </a:lnTo>
                  <a:lnTo>
                    <a:pt x="7935415" y="1357397"/>
                  </a:lnTo>
                  <a:lnTo>
                    <a:pt x="7936260" y="1275500"/>
                  </a:lnTo>
                  <a:lnTo>
                    <a:pt x="7937105" y="1304535"/>
                  </a:lnTo>
                  <a:lnTo>
                    <a:pt x="7937950" y="1334976"/>
                  </a:lnTo>
                  <a:lnTo>
                    <a:pt x="7938795" y="1323319"/>
                  </a:lnTo>
                  <a:lnTo>
                    <a:pt x="7939640" y="1393773"/>
                  </a:lnTo>
                  <a:lnTo>
                    <a:pt x="7940485" y="1463465"/>
                  </a:lnTo>
                  <a:lnTo>
                    <a:pt x="7941330" y="1483260"/>
                  </a:lnTo>
                  <a:lnTo>
                    <a:pt x="7942175" y="1473889"/>
                  </a:lnTo>
                  <a:lnTo>
                    <a:pt x="7943020" y="1487708"/>
                  </a:lnTo>
                  <a:lnTo>
                    <a:pt x="7943866" y="1485890"/>
                  </a:lnTo>
                  <a:lnTo>
                    <a:pt x="7944711" y="1423505"/>
                  </a:lnTo>
                  <a:lnTo>
                    <a:pt x="7945556" y="1401966"/>
                  </a:lnTo>
                  <a:lnTo>
                    <a:pt x="7946401" y="1447104"/>
                  </a:lnTo>
                  <a:lnTo>
                    <a:pt x="7947246" y="1436658"/>
                  </a:lnTo>
                  <a:lnTo>
                    <a:pt x="7948091" y="1453931"/>
                  </a:lnTo>
                  <a:lnTo>
                    <a:pt x="7948936" y="1500800"/>
                  </a:lnTo>
                  <a:lnTo>
                    <a:pt x="7949781" y="1545436"/>
                  </a:lnTo>
                  <a:lnTo>
                    <a:pt x="7950626" y="1528337"/>
                  </a:lnTo>
                  <a:lnTo>
                    <a:pt x="7951471" y="1505485"/>
                  </a:lnTo>
                  <a:lnTo>
                    <a:pt x="7952316" y="1533688"/>
                  </a:lnTo>
                  <a:lnTo>
                    <a:pt x="7953162" y="1551627"/>
                  </a:lnTo>
                  <a:lnTo>
                    <a:pt x="7954007" y="1572637"/>
                  </a:lnTo>
                  <a:lnTo>
                    <a:pt x="7954852" y="1624024"/>
                  </a:lnTo>
                  <a:lnTo>
                    <a:pt x="7955697" y="1675496"/>
                  </a:lnTo>
                  <a:lnTo>
                    <a:pt x="7956542" y="1723309"/>
                  </a:lnTo>
                  <a:lnTo>
                    <a:pt x="7957387" y="1750057"/>
                  </a:lnTo>
                  <a:lnTo>
                    <a:pt x="7958232" y="1761838"/>
                  </a:lnTo>
                  <a:lnTo>
                    <a:pt x="7959077" y="1791128"/>
                  </a:lnTo>
                  <a:lnTo>
                    <a:pt x="7959922" y="1780850"/>
                  </a:lnTo>
                  <a:lnTo>
                    <a:pt x="7960767" y="1742016"/>
                  </a:lnTo>
                  <a:lnTo>
                    <a:pt x="7961612" y="1691395"/>
                  </a:lnTo>
                  <a:lnTo>
                    <a:pt x="7962458" y="1674270"/>
                  </a:lnTo>
                  <a:lnTo>
                    <a:pt x="7963303" y="1704847"/>
                  </a:lnTo>
                  <a:lnTo>
                    <a:pt x="7964148" y="1736440"/>
                  </a:lnTo>
                  <a:lnTo>
                    <a:pt x="7964993" y="1780384"/>
                  </a:lnTo>
                  <a:lnTo>
                    <a:pt x="7965838" y="1861345"/>
                  </a:lnTo>
                  <a:lnTo>
                    <a:pt x="7966683" y="1913027"/>
                  </a:lnTo>
                  <a:lnTo>
                    <a:pt x="7967528" y="1960211"/>
                  </a:lnTo>
                  <a:lnTo>
                    <a:pt x="7968373" y="1986769"/>
                  </a:lnTo>
                  <a:lnTo>
                    <a:pt x="7969218" y="1970338"/>
                  </a:lnTo>
                  <a:lnTo>
                    <a:pt x="7970063" y="1892171"/>
                  </a:lnTo>
                  <a:lnTo>
                    <a:pt x="7970908" y="1818664"/>
                  </a:lnTo>
                  <a:lnTo>
                    <a:pt x="7971754" y="1780794"/>
                  </a:lnTo>
                  <a:lnTo>
                    <a:pt x="7972599" y="1722925"/>
                  </a:lnTo>
                  <a:lnTo>
                    <a:pt x="7973444" y="1679051"/>
                  </a:lnTo>
                  <a:lnTo>
                    <a:pt x="7974289" y="1599072"/>
                  </a:lnTo>
                  <a:lnTo>
                    <a:pt x="7975134" y="1522163"/>
                  </a:lnTo>
                  <a:lnTo>
                    <a:pt x="7975979" y="1465649"/>
                  </a:lnTo>
                  <a:lnTo>
                    <a:pt x="7976824" y="1458732"/>
                  </a:lnTo>
                  <a:lnTo>
                    <a:pt x="7977669" y="1458485"/>
                  </a:lnTo>
                  <a:lnTo>
                    <a:pt x="7978514" y="1411490"/>
                  </a:lnTo>
                  <a:lnTo>
                    <a:pt x="7979359" y="1367966"/>
                  </a:lnTo>
                  <a:lnTo>
                    <a:pt x="7980204" y="1329142"/>
                  </a:lnTo>
                  <a:lnTo>
                    <a:pt x="7981050" y="1286588"/>
                  </a:lnTo>
                  <a:lnTo>
                    <a:pt x="7981895" y="1246109"/>
                  </a:lnTo>
                  <a:lnTo>
                    <a:pt x="7982740" y="1257244"/>
                  </a:lnTo>
                  <a:lnTo>
                    <a:pt x="7983585" y="1261587"/>
                  </a:lnTo>
                  <a:lnTo>
                    <a:pt x="7984430" y="1283638"/>
                  </a:lnTo>
                  <a:lnTo>
                    <a:pt x="7985275" y="1332542"/>
                  </a:lnTo>
                  <a:lnTo>
                    <a:pt x="7986120" y="1389255"/>
                  </a:lnTo>
                  <a:lnTo>
                    <a:pt x="7986965" y="1406114"/>
                  </a:lnTo>
                  <a:lnTo>
                    <a:pt x="7987810" y="1428960"/>
                  </a:lnTo>
                  <a:lnTo>
                    <a:pt x="7988655" y="1468300"/>
                  </a:lnTo>
                  <a:lnTo>
                    <a:pt x="7989500" y="1491096"/>
                  </a:lnTo>
                  <a:lnTo>
                    <a:pt x="7990346" y="1556519"/>
                  </a:lnTo>
                  <a:lnTo>
                    <a:pt x="7991191" y="1570273"/>
                  </a:lnTo>
                  <a:lnTo>
                    <a:pt x="7992036" y="1571069"/>
                  </a:lnTo>
                  <a:lnTo>
                    <a:pt x="7992881" y="1574252"/>
                  </a:lnTo>
                  <a:lnTo>
                    <a:pt x="7993726" y="1588193"/>
                  </a:lnTo>
                  <a:lnTo>
                    <a:pt x="7994571" y="1543287"/>
                  </a:lnTo>
                  <a:lnTo>
                    <a:pt x="7995416" y="1469706"/>
                  </a:lnTo>
                  <a:lnTo>
                    <a:pt x="7996261" y="1476657"/>
                  </a:lnTo>
                  <a:lnTo>
                    <a:pt x="7997106" y="1490341"/>
                  </a:lnTo>
                  <a:lnTo>
                    <a:pt x="7997951" y="1409395"/>
                  </a:lnTo>
                  <a:lnTo>
                    <a:pt x="7998796" y="1304842"/>
                  </a:lnTo>
                  <a:lnTo>
                    <a:pt x="7999642" y="1337689"/>
                  </a:lnTo>
                  <a:lnTo>
                    <a:pt x="8000487" y="1386243"/>
                  </a:lnTo>
                  <a:lnTo>
                    <a:pt x="8001332" y="1378089"/>
                  </a:lnTo>
                  <a:lnTo>
                    <a:pt x="8002177" y="1361484"/>
                  </a:lnTo>
                  <a:lnTo>
                    <a:pt x="8003022" y="1415633"/>
                  </a:lnTo>
                  <a:lnTo>
                    <a:pt x="8003867" y="1499003"/>
                  </a:lnTo>
                  <a:lnTo>
                    <a:pt x="8004712" y="1546890"/>
                  </a:lnTo>
                  <a:lnTo>
                    <a:pt x="8005557" y="1583783"/>
                  </a:lnTo>
                  <a:lnTo>
                    <a:pt x="8006402" y="1597213"/>
                  </a:lnTo>
                  <a:lnTo>
                    <a:pt x="8007247" y="1620557"/>
                  </a:lnTo>
                  <a:lnTo>
                    <a:pt x="8008093" y="1611519"/>
                  </a:lnTo>
                  <a:lnTo>
                    <a:pt x="8008938" y="1583118"/>
                  </a:lnTo>
                  <a:lnTo>
                    <a:pt x="8009783" y="1535061"/>
                  </a:lnTo>
                  <a:lnTo>
                    <a:pt x="8010628" y="1517777"/>
                  </a:lnTo>
                  <a:lnTo>
                    <a:pt x="8011473" y="1585333"/>
                  </a:lnTo>
                  <a:lnTo>
                    <a:pt x="8012318" y="1646636"/>
                  </a:lnTo>
                  <a:lnTo>
                    <a:pt x="8013163" y="1620936"/>
                  </a:lnTo>
                  <a:lnTo>
                    <a:pt x="8014008" y="1612996"/>
                  </a:lnTo>
                  <a:lnTo>
                    <a:pt x="8014853" y="1606494"/>
                  </a:lnTo>
                  <a:lnTo>
                    <a:pt x="8015698" y="1582999"/>
                  </a:lnTo>
                  <a:lnTo>
                    <a:pt x="8016543" y="1522573"/>
                  </a:lnTo>
                  <a:lnTo>
                    <a:pt x="8017389" y="1489782"/>
                  </a:lnTo>
                  <a:lnTo>
                    <a:pt x="8018234" y="1590456"/>
                  </a:lnTo>
                  <a:lnTo>
                    <a:pt x="8019079" y="1692007"/>
                  </a:lnTo>
                  <a:lnTo>
                    <a:pt x="8019924" y="1787742"/>
                  </a:lnTo>
                  <a:lnTo>
                    <a:pt x="8020769" y="1814999"/>
                  </a:lnTo>
                  <a:lnTo>
                    <a:pt x="8021614" y="1811449"/>
                  </a:lnTo>
                  <a:lnTo>
                    <a:pt x="8022459" y="1814842"/>
                  </a:lnTo>
                  <a:lnTo>
                    <a:pt x="8023304" y="1797581"/>
                  </a:lnTo>
                  <a:lnTo>
                    <a:pt x="8024149" y="1783116"/>
                  </a:lnTo>
                  <a:lnTo>
                    <a:pt x="8024994" y="1769229"/>
                  </a:lnTo>
                  <a:lnTo>
                    <a:pt x="8025839" y="1747739"/>
                  </a:lnTo>
                  <a:lnTo>
                    <a:pt x="8026685" y="1712200"/>
                  </a:lnTo>
                  <a:lnTo>
                    <a:pt x="8027530" y="1634415"/>
                  </a:lnTo>
                  <a:lnTo>
                    <a:pt x="8028375" y="1506698"/>
                  </a:lnTo>
                  <a:lnTo>
                    <a:pt x="8029220" y="1391904"/>
                  </a:lnTo>
                  <a:lnTo>
                    <a:pt x="8030065" y="1354843"/>
                  </a:lnTo>
                  <a:lnTo>
                    <a:pt x="8030910" y="1402592"/>
                  </a:lnTo>
                  <a:lnTo>
                    <a:pt x="8031755" y="1472061"/>
                  </a:lnTo>
                  <a:lnTo>
                    <a:pt x="8032600" y="1560718"/>
                  </a:lnTo>
                  <a:lnTo>
                    <a:pt x="8033445" y="1646165"/>
                  </a:lnTo>
                  <a:lnTo>
                    <a:pt x="8034290" y="1678636"/>
                  </a:lnTo>
                  <a:lnTo>
                    <a:pt x="8035135" y="1682064"/>
                  </a:lnTo>
                  <a:lnTo>
                    <a:pt x="8035981" y="1657732"/>
                  </a:lnTo>
                  <a:lnTo>
                    <a:pt x="8036826" y="1633271"/>
                  </a:lnTo>
                  <a:lnTo>
                    <a:pt x="8037671" y="1617922"/>
                  </a:lnTo>
                  <a:lnTo>
                    <a:pt x="8038516" y="1667569"/>
                  </a:lnTo>
                  <a:lnTo>
                    <a:pt x="8039361" y="1786802"/>
                  </a:lnTo>
                  <a:lnTo>
                    <a:pt x="8040206" y="1823500"/>
                  </a:lnTo>
                  <a:lnTo>
                    <a:pt x="8041051" y="1811760"/>
                  </a:lnTo>
                  <a:lnTo>
                    <a:pt x="8041896" y="1816327"/>
                  </a:lnTo>
                  <a:lnTo>
                    <a:pt x="8042741" y="1781072"/>
                  </a:lnTo>
                  <a:lnTo>
                    <a:pt x="8043586" y="1693963"/>
                  </a:lnTo>
                  <a:lnTo>
                    <a:pt x="8044431" y="1609825"/>
                  </a:lnTo>
                  <a:lnTo>
                    <a:pt x="8045277" y="1578292"/>
                  </a:lnTo>
                  <a:lnTo>
                    <a:pt x="8046122" y="1597177"/>
                  </a:lnTo>
                  <a:lnTo>
                    <a:pt x="8046967" y="1635039"/>
                  </a:lnTo>
                  <a:lnTo>
                    <a:pt x="8047812" y="1721709"/>
                  </a:lnTo>
                  <a:lnTo>
                    <a:pt x="8048657" y="1845239"/>
                  </a:lnTo>
                  <a:lnTo>
                    <a:pt x="8049502" y="1916647"/>
                  </a:lnTo>
                  <a:lnTo>
                    <a:pt x="8050347" y="1941925"/>
                  </a:lnTo>
                  <a:lnTo>
                    <a:pt x="8051192" y="1927828"/>
                  </a:lnTo>
                  <a:lnTo>
                    <a:pt x="8052037" y="1893898"/>
                  </a:lnTo>
                  <a:lnTo>
                    <a:pt x="8052882" y="1864053"/>
                  </a:lnTo>
                  <a:lnTo>
                    <a:pt x="8053727" y="1809310"/>
                  </a:lnTo>
                  <a:lnTo>
                    <a:pt x="8054573" y="1769249"/>
                  </a:lnTo>
                  <a:lnTo>
                    <a:pt x="8055418" y="1774720"/>
                  </a:lnTo>
                  <a:lnTo>
                    <a:pt x="8056263" y="1775059"/>
                  </a:lnTo>
                  <a:lnTo>
                    <a:pt x="8057108" y="1752153"/>
                  </a:lnTo>
                  <a:lnTo>
                    <a:pt x="8057953" y="1722792"/>
                  </a:lnTo>
                  <a:lnTo>
                    <a:pt x="8058798" y="1695098"/>
                  </a:lnTo>
                  <a:lnTo>
                    <a:pt x="8059643" y="1671684"/>
                  </a:lnTo>
                  <a:lnTo>
                    <a:pt x="8060488" y="1645443"/>
                  </a:lnTo>
                  <a:lnTo>
                    <a:pt x="8061333" y="1706736"/>
                  </a:lnTo>
                  <a:lnTo>
                    <a:pt x="8062178" y="1833771"/>
                  </a:lnTo>
                  <a:lnTo>
                    <a:pt x="8063023" y="1935488"/>
                  </a:lnTo>
                  <a:lnTo>
                    <a:pt x="8063869" y="2014707"/>
                  </a:lnTo>
                  <a:lnTo>
                    <a:pt x="8064714" y="2070419"/>
                  </a:lnTo>
                  <a:lnTo>
                    <a:pt x="8065559" y="2083941"/>
                  </a:lnTo>
                  <a:lnTo>
                    <a:pt x="8066404" y="2026063"/>
                  </a:lnTo>
                  <a:lnTo>
                    <a:pt x="8067249" y="1958230"/>
                  </a:lnTo>
                  <a:lnTo>
                    <a:pt x="8068094" y="1927619"/>
                  </a:lnTo>
                  <a:lnTo>
                    <a:pt x="8068939" y="1867596"/>
                  </a:lnTo>
                  <a:lnTo>
                    <a:pt x="8069784" y="1777608"/>
                  </a:lnTo>
                  <a:lnTo>
                    <a:pt x="8070629" y="1776920"/>
                  </a:lnTo>
                  <a:lnTo>
                    <a:pt x="8071474" y="1802469"/>
                  </a:lnTo>
                  <a:lnTo>
                    <a:pt x="8072320" y="1754250"/>
                  </a:lnTo>
                  <a:lnTo>
                    <a:pt x="8073165" y="1687909"/>
                  </a:lnTo>
                  <a:lnTo>
                    <a:pt x="8074010" y="1715016"/>
                  </a:lnTo>
                  <a:lnTo>
                    <a:pt x="8074855" y="1786531"/>
                  </a:lnTo>
                  <a:lnTo>
                    <a:pt x="8075700" y="1829672"/>
                  </a:lnTo>
                  <a:lnTo>
                    <a:pt x="8076545" y="1798270"/>
                  </a:lnTo>
                  <a:lnTo>
                    <a:pt x="8077390" y="1752206"/>
                  </a:lnTo>
                  <a:lnTo>
                    <a:pt x="8078235" y="1745447"/>
                  </a:lnTo>
                  <a:lnTo>
                    <a:pt x="8079080" y="1728685"/>
                  </a:lnTo>
                  <a:lnTo>
                    <a:pt x="8079925" y="1698664"/>
                  </a:lnTo>
                  <a:lnTo>
                    <a:pt x="8080770" y="1651674"/>
                  </a:lnTo>
                  <a:lnTo>
                    <a:pt x="8081616" y="1638483"/>
                  </a:lnTo>
                  <a:lnTo>
                    <a:pt x="8082461" y="1683404"/>
                  </a:lnTo>
                  <a:lnTo>
                    <a:pt x="8083306" y="1710337"/>
                  </a:lnTo>
                  <a:lnTo>
                    <a:pt x="8084151" y="1713904"/>
                  </a:lnTo>
                  <a:lnTo>
                    <a:pt x="8084996" y="1758623"/>
                  </a:lnTo>
                  <a:lnTo>
                    <a:pt x="8085841" y="1824681"/>
                  </a:lnTo>
                  <a:lnTo>
                    <a:pt x="8086686" y="1899651"/>
                  </a:lnTo>
                  <a:lnTo>
                    <a:pt x="8087531" y="1957669"/>
                  </a:lnTo>
                  <a:lnTo>
                    <a:pt x="8088376" y="1970349"/>
                  </a:lnTo>
                  <a:lnTo>
                    <a:pt x="8089221" y="1936832"/>
                  </a:lnTo>
                  <a:lnTo>
                    <a:pt x="8090066" y="1910039"/>
                  </a:lnTo>
                  <a:lnTo>
                    <a:pt x="8090912" y="1897379"/>
                  </a:lnTo>
                  <a:lnTo>
                    <a:pt x="8091757" y="1906540"/>
                  </a:lnTo>
                  <a:lnTo>
                    <a:pt x="8092602" y="1911600"/>
                  </a:lnTo>
                  <a:lnTo>
                    <a:pt x="8093447" y="1843317"/>
                  </a:lnTo>
                  <a:lnTo>
                    <a:pt x="8094292" y="1799591"/>
                  </a:lnTo>
                  <a:lnTo>
                    <a:pt x="8095137" y="1743167"/>
                  </a:lnTo>
                  <a:lnTo>
                    <a:pt x="8095982" y="1650202"/>
                  </a:lnTo>
                  <a:lnTo>
                    <a:pt x="8096827" y="1571801"/>
                  </a:lnTo>
                  <a:lnTo>
                    <a:pt x="8097672" y="1510974"/>
                  </a:lnTo>
                  <a:lnTo>
                    <a:pt x="8098517" y="1475557"/>
                  </a:lnTo>
                  <a:lnTo>
                    <a:pt x="8099362" y="1409846"/>
                  </a:lnTo>
                  <a:lnTo>
                    <a:pt x="8100208" y="1355465"/>
                  </a:lnTo>
                  <a:lnTo>
                    <a:pt x="8101053" y="1382531"/>
                  </a:lnTo>
                  <a:lnTo>
                    <a:pt x="8101898" y="1435969"/>
                  </a:lnTo>
                  <a:lnTo>
                    <a:pt x="8102743" y="1491989"/>
                  </a:lnTo>
                  <a:lnTo>
                    <a:pt x="8103588" y="1583953"/>
                  </a:lnTo>
                  <a:lnTo>
                    <a:pt x="8104433" y="1664048"/>
                  </a:lnTo>
                  <a:lnTo>
                    <a:pt x="8105278" y="1738480"/>
                  </a:lnTo>
                  <a:lnTo>
                    <a:pt x="8106123" y="1713196"/>
                  </a:lnTo>
                  <a:lnTo>
                    <a:pt x="8106968" y="1627966"/>
                  </a:lnTo>
                  <a:lnTo>
                    <a:pt x="8107813" y="1561374"/>
                  </a:lnTo>
                  <a:lnTo>
                    <a:pt x="8108658" y="1527304"/>
                  </a:lnTo>
                  <a:lnTo>
                    <a:pt x="8109504" y="1584826"/>
                  </a:lnTo>
                  <a:lnTo>
                    <a:pt x="8110349" y="1621000"/>
                  </a:lnTo>
                  <a:lnTo>
                    <a:pt x="8111194" y="1633358"/>
                  </a:lnTo>
                  <a:lnTo>
                    <a:pt x="8112039" y="1669903"/>
                  </a:lnTo>
                  <a:lnTo>
                    <a:pt x="8112884" y="1726331"/>
                  </a:lnTo>
                  <a:lnTo>
                    <a:pt x="8113729" y="1775196"/>
                  </a:lnTo>
                  <a:lnTo>
                    <a:pt x="8114574" y="1785535"/>
                  </a:lnTo>
                  <a:lnTo>
                    <a:pt x="8115419" y="1805266"/>
                  </a:lnTo>
                  <a:lnTo>
                    <a:pt x="8116264" y="1841919"/>
                  </a:lnTo>
                  <a:lnTo>
                    <a:pt x="8117109" y="1882229"/>
                  </a:lnTo>
                  <a:lnTo>
                    <a:pt x="8117954" y="1917003"/>
                  </a:lnTo>
                  <a:lnTo>
                    <a:pt x="8118800" y="1968492"/>
                  </a:lnTo>
                  <a:lnTo>
                    <a:pt x="8119645" y="2023540"/>
                  </a:lnTo>
                  <a:lnTo>
                    <a:pt x="8120490" y="2033674"/>
                  </a:lnTo>
                  <a:lnTo>
                    <a:pt x="8121335" y="2047693"/>
                  </a:lnTo>
                  <a:lnTo>
                    <a:pt x="8122180" y="2032708"/>
                  </a:lnTo>
                  <a:lnTo>
                    <a:pt x="8123025" y="1977981"/>
                  </a:lnTo>
                  <a:lnTo>
                    <a:pt x="8123870" y="1926623"/>
                  </a:lnTo>
                  <a:lnTo>
                    <a:pt x="8124715" y="1904039"/>
                  </a:lnTo>
                  <a:lnTo>
                    <a:pt x="8125560" y="1936353"/>
                  </a:lnTo>
                  <a:lnTo>
                    <a:pt x="8126405" y="1967677"/>
                  </a:lnTo>
                  <a:lnTo>
                    <a:pt x="8127250" y="1999532"/>
                  </a:lnTo>
                  <a:lnTo>
                    <a:pt x="8128096" y="2034737"/>
                  </a:lnTo>
                  <a:lnTo>
                    <a:pt x="8128941" y="2060876"/>
                  </a:lnTo>
                  <a:lnTo>
                    <a:pt x="8129786" y="2055112"/>
                  </a:lnTo>
                  <a:lnTo>
                    <a:pt x="8130631" y="1961311"/>
                  </a:lnTo>
                  <a:lnTo>
                    <a:pt x="8131476" y="1906935"/>
                  </a:lnTo>
                  <a:lnTo>
                    <a:pt x="8132321" y="1834917"/>
                  </a:lnTo>
                  <a:lnTo>
                    <a:pt x="8133166" y="1728078"/>
                  </a:lnTo>
                  <a:lnTo>
                    <a:pt x="8134011" y="1630758"/>
                  </a:lnTo>
                  <a:lnTo>
                    <a:pt x="8134856" y="1575986"/>
                  </a:lnTo>
                  <a:lnTo>
                    <a:pt x="8135701" y="1600325"/>
                  </a:lnTo>
                  <a:lnTo>
                    <a:pt x="8136547" y="1554719"/>
                  </a:lnTo>
                  <a:lnTo>
                    <a:pt x="8137392" y="1540858"/>
                  </a:lnTo>
                  <a:lnTo>
                    <a:pt x="8138237" y="1633993"/>
                  </a:lnTo>
                  <a:lnTo>
                    <a:pt x="8139082" y="1714129"/>
                  </a:lnTo>
                  <a:lnTo>
                    <a:pt x="8139927" y="1717320"/>
                  </a:lnTo>
                  <a:lnTo>
                    <a:pt x="8140772" y="1707455"/>
                  </a:lnTo>
                  <a:lnTo>
                    <a:pt x="8141617" y="1732799"/>
                  </a:lnTo>
                  <a:lnTo>
                    <a:pt x="8142462" y="1756597"/>
                  </a:lnTo>
                  <a:lnTo>
                    <a:pt x="8143307" y="1698827"/>
                  </a:lnTo>
                  <a:lnTo>
                    <a:pt x="8144152" y="1704073"/>
                  </a:lnTo>
                  <a:lnTo>
                    <a:pt x="8144997" y="1788134"/>
                  </a:lnTo>
                  <a:lnTo>
                    <a:pt x="8145843" y="1810828"/>
                  </a:lnTo>
                  <a:lnTo>
                    <a:pt x="8146688" y="1806286"/>
                  </a:lnTo>
                  <a:lnTo>
                    <a:pt x="8147533" y="1808602"/>
                  </a:lnTo>
                  <a:lnTo>
                    <a:pt x="8148378" y="1859426"/>
                  </a:lnTo>
                  <a:lnTo>
                    <a:pt x="8149223" y="1824026"/>
                  </a:lnTo>
                  <a:lnTo>
                    <a:pt x="8150068" y="1702228"/>
                  </a:lnTo>
                  <a:lnTo>
                    <a:pt x="8150913" y="1685582"/>
                  </a:lnTo>
                  <a:lnTo>
                    <a:pt x="8151758" y="1684714"/>
                  </a:lnTo>
                  <a:lnTo>
                    <a:pt x="8152603" y="1663463"/>
                  </a:lnTo>
                  <a:lnTo>
                    <a:pt x="8153448" y="1672866"/>
                  </a:lnTo>
                  <a:lnTo>
                    <a:pt x="8154293" y="1722516"/>
                  </a:lnTo>
                  <a:lnTo>
                    <a:pt x="8155139" y="1797033"/>
                  </a:lnTo>
                  <a:lnTo>
                    <a:pt x="8155984" y="1809549"/>
                  </a:lnTo>
                  <a:lnTo>
                    <a:pt x="8156829" y="1799155"/>
                  </a:lnTo>
                  <a:lnTo>
                    <a:pt x="8157674" y="1835853"/>
                  </a:lnTo>
                  <a:lnTo>
                    <a:pt x="8158519" y="1833937"/>
                  </a:lnTo>
                  <a:lnTo>
                    <a:pt x="8159364" y="1739864"/>
                  </a:lnTo>
                  <a:lnTo>
                    <a:pt x="8160209" y="1657155"/>
                  </a:lnTo>
                  <a:lnTo>
                    <a:pt x="8161054" y="1612603"/>
                  </a:lnTo>
                  <a:lnTo>
                    <a:pt x="8161899" y="1619251"/>
                  </a:lnTo>
                  <a:lnTo>
                    <a:pt x="8162744" y="1603348"/>
                  </a:lnTo>
                  <a:lnTo>
                    <a:pt x="8163589" y="1553299"/>
                  </a:lnTo>
                  <a:lnTo>
                    <a:pt x="8164435" y="1505428"/>
                  </a:lnTo>
                  <a:lnTo>
                    <a:pt x="8165280" y="1460182"/>
                  </a:lnTo>
                  <a:lnTo>
                    <a:pt x="8166125" y="1422693"/>
                  </a:lnTo>
                  <a:lnTo>
                    <a:pt x="8166970" y="1381640"/>
                  </a:lnTo>
                  <a:lnTo>
                    <a:pt x="8167815" y="1391948"/>
                  </a:lnTo>
                  <a:lnTo>
                    <a:pt x="8168660" y="1438251"/>
                  </a:lnTo>
                  <a:lnTo>
                    <a:pt x="8169505" y="1499617"/>
                  </a:lnTo>
                  <a:lnTo>
                    <a:pt x="8170350" y="1586460"/>
                  </a:lnTo>
                  <a:lnTo>
                    <a:pt x="8171195" y="1684549"/>
                  </a:lnTo>
                  <a:lnTo>
                    <a:pt x="8172040" y="1722317"/>
                  </a:lnTo>
                  <a:lnTo>
                    <a:pt x="8172885" y="1646332"/>
                  </a:lnTo>
                  <a:lnTo>
                    <a:pt x="8173731" y="1531540"/>
                  </a:lnTo>
                  <a:lnTo>
                    <a:pt x="8174576" y="1460567"/>
                  </a:lnTo>
                  <a:lnTo>
                    <a:pt x="8175421" y="1379364"/>
                  </a:lnTo>
                  <a:lnTo>
                    <a:pt x="8176266" y="1309539"/>
                  </a:lnTo>
                  <a:lnTo>
                    <a:pt x="8177111" y="1239968"/>
                  </a:lnTo>
                  <a:lnTo>
                    <a:pt x="8177956" y="1216120"/>
                  </a:lnTo>
                  <a:lnTo>
                    <a:pt x="8178801" y="1236079"/>
                  </a:lnTo>
                  <a:lnTo>
                    <a:pt x="8179646" y="1301031"/>
                  </a:lnTo>
                  <a:lnTo>
                    <a:pt x="8180491" y="1355517"/>
                  </a:lnTo>
                  <a:lnTo>
                    <a:pt x="8181336" y="1350360"/>
                  </a:lnTo>
                  <a:lnTo>
                    <a:pt x="8182181" y="1400029"/>
                  </a:lnTo>
                  <a:lnTo>
                    <a:pt x="8183027" y="1490802"/>
                  </a:lnTo>
                  <a:lnTo>
                    <a:pt x="8183872" y="1517897"/>
                  </a:lnTo>
                  <a:lnTo>
                    <a:pt x="8184717" y="1538044"/>
                  </a:lnTo>
                  <a:lnTo>
                    <a:pt x="8185562" y="1574952"/>
                  </a:lnTo>
                  <a:lnTo>
                    <a:pt x="8186407" y="1645575"/>
                  </a:lnTo>
                  <a:lnTo>
                    <a:pt x="8187252" y="1700384"/>
                  </a:lnTo>
                  <a:lnTo>
                    <a:pt x="8188097" y="1696896"/>
                  </a:lnTo>
                  <a:lnTo>
                    <a:pt x="8188942" y="1721589"/>
                  </a:lnTo>
                  <a:lnTo>
                    <a:pt x="8189787" y="1736672"/>
                  </a:lnTo>
                  <a:lnTo>
                    <a:pt x="8190632" y="1762107"/>
                  </a:lnTo>
                  <a:lnTo>
                    <a:pt x="8191478" y="1766246"/>
                  </a:lnTo>
                  <a:lnTo>
                    <a:pt x="8192323" y="1778078"/>
                  </a:lnTo>
                  <a:lnTo>
                    <a:pt x="8193168" y="1820131"/>
                  </a:lnTo>
                  <a:lnTo>
                    <a:pt x="8194013" y="1840882"/>
                  </a:lnTo>
                  <a:lnTo>
                    <a:pt x="8194858" y="1800930"/>
                  </a:lnTo>
                  <a:lnTo>
                    <a:pt x="8195703" y="1690531"/>
                  </a:lnTo>
                  <a:lnTo>
                    <a:pt x="8196548" y="1645416"/>
                  </a:lnTo>
                  <a:lnTo>
                    <a:pt x="8197393" y="1677260"/>
                  </a:lnTo>
                  <a:lnTo>
                    <a:pt x="8198238" y="1683607"/>
                  </a:lnTo>
                  <a:lnTo>
                    <a:pt x="8199083" y="1684428"/>
                  </a:lnTo>
                  <a:lnTo>
                    <a:pt x="8199928" y="1755097"/>
                  </a:lnTo>
                  <a:lnTo>
                    <a:pt x="8200774" y="1865183"/>
                  </a:lnTo>
                  <a:lnTo>
                    <a:pt x="8201619" y="1895610"/>
                  </a:lnTo>
                  <a:lnTo>
                    <a:pt x="8202464" y="1883218"/>
                  </a:lnTo>
                  <a:lnTo>
                    <a:pt x="8203309" y="1871461"/>
                  </a:lnTo>
                  <a:lnTo>
                    <a:pt x="8204154" y="1921731"/>
                  </a:lnTo>
                  <a:lnTo>
                    <a:pt x="8204999" y="1933674"/>
                  </a:lnTo>
                  <a:lnTo>
                    <a:pt x="8205844" y="1909235"/>
                  </a:lnTo>
                  <a:lnTo>
                    <a:pt x="8206689" y="1874956"/>
                  </a:lnTo>
                  <a:lnTo>
                    <a:pt x="8207534" y="1812906"/>
                  </a:lnTo>
                  <a:lnTo>
                    <a:pt x="8208379" y="1759927"/>
                  </a:lnTo>
                  <a:lnTo>
                    <a:pt x="8209224" y="1688227"/>
                  </a:lnTo>
                  <a:lnTo>
                    <a:pt x="8210070" y="1627386"/>
                  </a:lnTo>
                  <a:lnTo>
                    <a:pt x="8210915" y="1623058"/>
                  </a:lnTo>
                  <a:lnTo>
                    <a:pt x="8211760" y="1629339"/>
                  </a:lnTo>
                  <a:lnTo>
                    <a:pt x="8212605" y="1676902"/>
                  </a:lnTo>
                  <a:lnTo>
                    <a:pt x="8213450" y="1780235"/>
                  </a:lnTo>
                  <a:lnTo>
                    <a:pt x="8214295" y="1840360"/>
                  </a:lnTo>
                  <a:lnTo>
                    <a:pt x="8215140" y="1854082"/>
                  </a:lnTo>
                  <a:lnTo>
                    <a:pt x="8215985" y="1794869"/>
                  </a:lnTo>
                  <a:lnTo>
                    <a:pt x="8216830" y="1748948"/>
                  </a:lnTo>
                  <a:lnTo>
                    <a:pt x="8217675" y="1708816"/>
                  </a:lnTo>
                  <a:lnTo>
                    <a:pt x="8218520" y="1617679"/>
                  </a:lnTo>
                  <a:lnTo>
                    <a:pt x="8219366" y="1543528"/>
                  </a:lnTo>
                  <a:lnTo>
                    <a:pt x="8220211" y="1581604"/>
                  </a:lnTo>
                  <a:lnTo>
                    <a:pt x="8221056" y="1687787"/>
                  </a:lnTo>
                  <a:lnTo>
                    <a:pt x="8221901" y="1784695"/>
                  </a:lnTo>
                  <a:lnTo>
                    <a:pt x="8222746" y="1816275"/>
                  </a:lnTo>
                  <a:lnTo>
                    <a:pt x="8223591" y="1876534"/>
                  </a:lnTo>
                  <a:lnTo>
                    <a:pt x="8224436" y="1906728"/>
                  </a:lnTo>
                  <a:lnTo>
                    <a:pt x="8225281" y="1864106"/>
                  </a:lnTo>
                  <a:lnTo>
                    <a:pt x="8226126" y="1808783"/>
                  </a:lnTo>
                  <a:lnTo>
                    <a:pt x="8226971" y="1730313"/>
                  </a:lnTo>
                  <a:lnTo>
                    <a:pt x="8227816" y="1695179"/>
                  </a:lnTo>
                  <a:lnTo>
                    <a:pt x="8228662" y="1655116"/>
                  </a:lnTo>
                  <a:lnTo>
                    <a:pt x="8229507" y="1678357"/>
                  </a:lnTo>
                  <a:lnTo>
                    <a:pt x="8230352" y="1707723"/>
                  </a:lnTo>
                  <a:lnTo>
                    <a:pt x="8231197" y="1740898"/>
                  </a:lnTo>
                  <a:lnTo>
                    <a:pt x="8232042" y="1806047"/>
                  </a:lnTo>
                  <a:lnTo>
                    <a:pt x="8232887" y="1871386"/>
                  </a:lnTo>
                  <a:lnTo>
                    <a:pt x="8233732" y="1913576"/>
                  </a:lnTo>
                  <a:lnTo>
                    <a:pt x="8234577" y="1909852"/>
                  </a:lnTo>
                  <a:lnTo>
                    <a:pt x="8235422" y="1898825"/>
                  </a:lnTo>
                  <a:lnTo>
                    <a:pt x="8236267" y="1888790"/>
                  </a:lnTo>
                  <a:lnTo>
                    <a:pt x="8237112" y="1877938"/>
                  </a:lnTo>
                  <a:lnTo>
                    <a:pt x="8237958" y="1846951"/>
                  </a:lnTo>
                  <a:lnTo>
                    <a:pt x="8238803" y="1843355"/>
                  </a:lnTo>
                  <a:lnTo>
                    <a:pt x="8239648" y="1878992"/>
                  </a:lnTo>
                  <a:lnTo>
                    <a:pt x="8240493" y="1882895"/>
                  </a:lnTo>
                  <a:lnTo>
                    <a:pt x="8241338" y="1890906"/>
                  </a:lnTo>
                  <a:lnTo>
                    <a:pt x="8242183" y="1861192"/>
                  </a:lnTo>
                  <a:lnTo>
                    <a:pt x="8243028" y="1840854"/>
                  </a:lnTo>
                  <a:lnTo>
                    <a:pt x="8243873" y="1865651"/>
                  </a:lnTo>
                  <a:lnTo>
                    <a:pt x="8244718" y="1868722"/>
                  </a:lnTo>
                  <a:lnTo>
                    <a:pt x="8245563" y="1878369"/>
                  </a:lnTo>
                  <a:lnTo>
                    <a:pt x="8246408" y="1876339"/>
                  </a:lnTo>
                  <a:lnTo>
                    <a:pt x="8247254" y="1865777"/>
                  </a:lnTo>
                  <a:lnTo>
                    <a:pt x="8248099" y="1874291"/>
                  </a:lnTo>
                  <a:lnTo>
                    <a:pt x="8248944" y="1883553"/>
                  </a:lnTo>
                  <a:lnTo>
                    <a:pt x="8249789" y="1909159"/>
                  </a:lnTo>
                  <a:lnTo>
                    <a:pt x="8250634" y="1924950"/>
                  </a:lnTo>
                  <a:lnTo>
                    <a:pt x="8251479" y="1927133"/>
                  </a:lnTo>
                  <a:lnTo>
                    <a:pt x="8252324" y="1996401"/>
                  </a:lnTo>
                  <a:lnTo>
                    <a:pt x="8253169" y="2049772"/>
                  </a:lnTo>
                  <a:lnTo>
                    <a:pt x="8254014" y="2048059"/>
                  </a:lnTo>
                  <a:lnTo>
                    <a:pt x="8254859" y="2008516"/>
                  </a:lnTo>
                  <a:lnTo>
                    <a:pt x="8255705" y="1967138"/>
                  </a:lnTo>
                  <a:lnTo>
                    <a:pt x="8256550" y="1942664"/>
                  </a:lnTo>
                  <a:lnTo>
                    <a:pt x="8257395" y="1924673"/>
                  </a:lnTo>
                  <a:lnTo>
                    <a:pt x="8258240" y="1878580"/>
                  </a:lnTo>
                  <a:lnTo>
                    <a:pt x="8259085" y="1824719"/>
                  </a:lnTo>
                  <a:lnTo>
                    <a:pt x="8259930" y="1787589"/>
                  </a:lnTo>
                  <a:lnTo>
                    <a:pt x="8260775" y="1765558"/>
                  </a:lnTo>
                  <a:lnTo>
                    <a:pt x="8261620" y="1731001"/>
                  </a:lnTo>
                  <a:lnTo>
                    <a:pt x="8262465" y="1685426"/>
                  </a:lnTo>
                  <a:lnTo>
                    <a:pt x="8263310" y="1698481"/>
                  </a:lnTo>
                  <a:lnTo>
                    <a:pt x="8264155" y="1709782"/>
                  </a:lnTo>
                  <a:lnTo>
                    <a:pt x="8265001" y="1731004"/>
                  </a:lnTo>
                  <a:lnTo>
                    <a:pt x="8265846" y="1688431"/>
                  </a:lnTo>
                  <a:lnTo>
                    <a:pt x="8266691" y="1648973"/>
                  </a:lnTo>
                  <a:lnTo>
                    <a:pt x="8267536" y="1708826"/>
                  </a:lnTo>
                  <a:lnTo>
                    <a:pt x="8268381" y="1693222"/>
                  </a:lnTo>
                  <a:lnTo>
                    <a:pt x="8269226" y="1649704"/>
                  </a:lnTo>
                  <a:lnTo>
                    <a:pt x="8270071" y="1639875"/>
                  </a:lnTo>
                  <a:lnTo>
                    <a:pt x="8270916" y="1706093"/>
                  </a:lnTo>
                  <a:lnTo>
                    <a:pt x="8271761" y="1735521"/>
                  </a:lnTo>
                  <a:lnTo>
                    <a:pt x="8272606" y="1649865"/>
                  </a:lnTo>
                  <a:lnTo>
                    <a:pt x="8273451" y="1623719"/>
                  </a:lnTo>
                  <a:lnTo>
                    <a:pt x="8274297" y="1601738"/>
                  </a:lnTo>
                  <a:lnTo>
                    <a:pt x="8275142" y="1530623"/>
                  </a:lnTo>
                  <a:lnTo>
                    <a:pt x="8275987" y="1506220"/>
                  </a:lnTo>
                  <a:lnTo>
                    <a:pt x="8276832" y="1507210"/>
                  </a:lnTo>
                  <a:lnTo>
                    <a:pt x="8277677" y="1512006"/>
                  </a:lnTo>
                  <a:lnTo>
                    <a:pt x="8278522" y="1510397"/>
                  </a:lnTo>
                  <a:lnTo>
                    <a:pt x="8279367" y="1544029"/>
                  </a:lnTo>
                  <a:lnTo>
                    <a:pt x="8280212" y="1605220"/>
                  </a:lnTo>
                  <a:lnTo>
                    <a:pt x="8281057" y="1670765"/>
                  </a:lnTo>
                  <a:lnTo>
                    <a:pt x="8281902" y="1773203"/>
                  </a:lnTo>
                  <a:lnTo>
                    <a:pt x="8282747" y="1798470"/>
                  </a:lnTo>
                  <a:lnTo>
                    <a:pt x="8283593" y="1804279"/>
                  </a:lnTo>
                  <a:lnTo>
                    <a:pt x="8284438" y="1865701"/>
                  </a:lnTo>
                  <a:lnTo>
                    <a:pt x="8285283" y="1923648"/>
                  </a:lnTo>
                  <a:lnTo>
                    <a:pt x="8286128" y="1936811"/>
                  </a:lnTo>
                  <a:lnTo>
                    <a:pt x="8286973" y="1926463"/>
                  </a:lnTo>
                  <a:lnTo>
                    <a:pt x="8287818" y="1980425"/>
                  </a:lnTo>
                  <a:lnTo>
                    <a:pt x="8288663" y="2005880"/>
                  </a:lnTo>
                  <a:lnTo>
                    <a:pt x="8289508" y="1972848"/>
                  </a:lnTo>
                  <a:lnTo>
                    <a:pt x="8290353" y="1972847"/>
                  </a:lnTo>
                  <a:lnTo>
                    <a:pt x="8291198" y="1972848"/>
                  </a:lnTo>
                  <a:lnTo>
                    <a:pt x="8292043" y="1968664"/>
                  </a:lnTo>
                  <a:lnTo>
                    <a:pt x="8292889" y="1944452"/>
                  </a:lnTo>
                  <a:lnTo>
                    <a:pt x="8293734" y="1946806"/>
                  </a:lnTo>
                  <a:lnTo>
                    <a:pt x="8294579" y="1966483"/>
                  </a:lnTo>
                  <a:lnTo>
                    <a:pt x="8295424" y="1937821"/>
                  </a:lnTo>
                  <a:lnTo>
                    <a:pt x="8296269" y="1891892"/>
                  </a:lnTo>
                  <a:lnTo>
                    <a:pt x="8297114" y="1869612"/>
                  </a:lnTo>
                  <a:lnTo>
                    <a:pt x="8297959" y="1899564"/>
                  </a:lnTo>
                  <a:lnTo>
                    <a:pt x="8298804" y="1942341"/>
                  </a:lnTo>
                  <a:lnTo>
                    <a:pt x="8299649" y="1968701"/>
                  </a:lnTo>
                  <a:lnTo>
                    <a:pt x="8300494" y="2018969"/>
                  </a:lnTo>
                  <a:lnTo>
                    <a:pt x="8301339" y="2063594"/>
                  </a:lnTo>
                  <a:lnTo>
                    <a:pt x="8302185" y="2047638"/>
                  </a:lnTo>
                  <a:lnTo>
                    <a:pt x="8303030" y="1990298"/>
                  </a:lnTo>
                  <a:lnTo>
                    <a:pt x="8303875" y="1939662"/>
                  </a:lnTo>
                  <a:lnTo>
                    <a:pt x="8304720" y="1887460"/>
                  </a:lnTo>
                  <a:lnTo>
                    <a:pt x="8304720" y="18874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693775" y="2172876"/>
              <a:ext cx="8304720" cy="0"/>
            </a:xfrm>
            <a:custGeom>
              <a:avLst/>
              <a:pathLst>
                <a:path w="8304720" h="0">
                  <a:moveTo>
                    <a:pt x="8304720" y="0"/>
                  </a:moveTo>
                  <a:lnTo>
                    <a:pt x="8303875" y="0"/>
                  </a:lnTo>
                  <a:lnTo>
                    <a:pt x="8303030" y="0"/>
                  </a:lnTo>
                  <a:lnTo>
                    <a:pt x="8302185" y="0"/>
                  </a:lnTo>
                  <a:lnTo>
                    <a:pt x="8301339" y="0"/>
                  </a:lnTo>
                  <a:lnTo>
                    <a:pt x="8300494" y="0"/>
                  </a:lnTo>
                  <a:lnTo>
                    <a:pt x="8299649" y="0"/>
                  </a:lnTo>
                  <a:lnTo>
                    <a:pt x="8298804" y="0"/>
                  </a:lnTo>
                  <a:lnTo>
                    <a:pt x="8297959" y="0"/>
                  </a:lnTo>
                  <a:lnTo>
                    <a:pt x="8297114" y="0"/>
                  </a:lnTo>
                  <a:lnTo>
                    <a:pt x="8296269" y="0"/>
                  </a:lnTo>
                  <a:lnTo>
                    <a:pt x="8295424" y="0"/>
                  </a:lnTo>
                  <a:lnTo>
                    <a:pt x="8294579" y="0"/>
                  </a:lnTo>
                  <a:lnTo>
                    <a:pt x="8293734" y="0"/>
                  </a:lnTo>
                  <a:lnTo>
                    <a:pt x="8292889" y="0"/>
                  </a:lnTo>
                  <a:lnTo>
                    <a:pt x="8292043" y="0"/>
                  </a:lnTo>
                  <a:lnTo>
                    <a:pt x="8291198" y="0"/>
                  </a:lnTo>
                  <a:lnTo>
                    <a:pt x="8290353" y="0"/>
                  </a:lnTo>
                  <a:lnTo>
                    <a:pt x="8289508" y="0"/>
                  </a:lnTo>
                  <a:lnTo>
                    <a:pt x="8288663" y="0"/>
                  </a:lnTo>
                  <a:lnTo>
                    <a:pt x="8287818" y="0"/>
                  </a:lnTo>
                  <a:lnTo>
                    <a:pt x="8286973" y="0"/>
                  </a:lnTo>
                  <a:lnTo>
                    <a:pt x="8286128" y="0"/>
                  </a:lnTo>
                  <a:lnTo>
                    <a:pt x="8285283" y="0"/>
                  </a:lnTo>
                  <a:lnTo>
                    <a:pt x="8284438" y="0"/>
                  </a:lnTo>
                  <a:lnTo>
                    <a:pt x="8283593" y="0"/>
                  </a:lnTo>
                  <a:lnTo>
                    <a:pt x="8282747" y="0"/>
                  </a:lnTo>
                  <a:lnTo>
                    <a:pt x="8281902" y="0"/>
                  </a:lnTo>
                  <a:lnTo>
                    <a:pt x="8281057" y="0"/>
                  </a:lnTo>
                  <a:lnTo>
                    <a:pt x="8280212" y="0"/>
                  </a:lnTo>
                  <a:lnTo>
                    <a:pt x="8279367" y="0"/>
                  </a:lnTo>
                  <a:lnTo>
                    <a:pt x="8278522" y="0"/>
                  </a:lnTo>
                  <a:lnTo>
                    <a:pt x="8277677" y="0"/>
                  </a:lnTo>
                  <a:lnTo>
                    <a:pt x="8276832" y="0"/>
                  </a:lnTo>
                  <a:lnTo>
                    <a:pt x="8275987" y="0"/>
                  </a:lnTo>
                  <a:lnTo>
                    <a:pt x="8275142" y="0"/>
                  </a:lnTo>
                  <a:lnTo>
                    <a:pt x="8274297" y="0"/>
                  </a:lnTo>
                  <a:lnTo>
                    <a:pt x="8273451" y="0"/>
                  </a:lnTo>
                  <a:lnTo>
                    <a:pt x="8272606" y="0"/>
                  </a:lnTo>
                  <a:lnTo>
                    <a:pt x="8271761" y="0"/>
                  </a:lnTo>
                  <a:lnTo>
                    <a:pt x="8270916" y="0"/>
                  </a:lnTo>
                  <a:lnTo>
                    <a:pt x="8270071" y="0"/>
                  </a:lnTo>
                  <a:lnTo>
                    <a:pt x="8269226" y="0"/>
                  </a:lnTo>
                  <a:lnTo>
                    <a:pt x="8268381" y="0"/>
                  </a:lnTo>
                  <a:lnTo>
                    <a:pt x="8267536" y="0"/>
                  </a:lnTo>
                  <a:lnTo>
                    <a:pt x="8266691" y="0"/>
                  </a:lnTo>
                  <a:lnTo>
                    <a:pt x="8265846" y="0"/>
                  </a:lnTo>
                  <a:lnTo>
                    <a:pt x="8265001" y="0"/>
                  </a:lnTo>
                  <a:lnTo>
                    <a:pt x="8264155" y="0"/>
                  </a:lnTo>
                  <a:lnTo>
                    <a:pt x="8263310" y="0"/>
                  </a:lnTo>
                  <a:lnTo>
                    <a:pt x="8262465" y="0"/>
                  </a:lnTo>
                  <a:lnTo>
                    <a:pt x="8261620" y="0"/>
                  </a:lnTo>
                  <a:lnTo>
                    <a:pt x="8260775" y="0"/>
                  </a:lnTo>
                  <a:lnTo>
                    <a:pt x="8259930" y="0"/>
                  </a:lnTo>
                  <a:lnTo>
                    <a:pt x="8259085" y="0"/>
                  </a:lnTo>
                  <a:lnTo>
                    <a:pt x="8258240" y="0"/>
                  </a:lnTo>
                  <a:lnTo>
                    <a:pt x="8257395" y="0"/>
                  </a:lnTo>
                  <a:lnTo>
                    <a:pt x="8256550" y="0"/>
                  </a:lnTo>
                  <a:lnTo>
                    <a:pt x="8255705" y="0"/>
                  </a:lnTo>
                  <a:lnTo>
                    <a:pt x="8254859" y="0"/>
                  </a:lnTo>
                  <a:lnTo>
                    <a:pt x="8254014" y="0"/>
                  </a:lnTo>
                  <a:lnTo>
                    <a:pt x="8253169" y="0"/>
                  </a:lnTo>
                  <a:lnTo>
                    <a:pt x="8252324" y="0"/>
                  </a:lnTo>
                  <a:lnTo>
                    <a:pt x="8251479" y="0"/>
                  </a:lnTo>
                  <a:lnTo>
                    <a:pt x="8250634" y="0"/>
                  </a:lnTo>
                  <a:lnTo>
                    <a:pt x="8249789" y="0"/>
                  </a:lnTo>
                  <a:lnTo>
                    <a:pt x="8248944" y="0"/>
                  </a:lnTo>
                  <a:lnTo>
                    <a:pt x="8248099" y="0"/>
                  </a:lnTo>
                  <a:lnTo>
                    <a:pt x="8247254" y="0"/>
                  </a:lnTo>
                  <a:lnTo>
                    <a:pt x="8246408" y="0"/>
                  </a:lnTo>
                  <a:lnTo>
                    <a:pt x="8245563" y="0"/>
                  </a:lnTo>
                  <a:lnTo>
                    <a:pt x="8244718" y="0"/>
                  </a:lnTo>
                  <a:lnTo>
                    <a:pt x="8243873" y="0"/>
                  </a:lnTo>
                  <a:lnTo>
                    <a:pt x="8243028" y="0"/>
                  </a:lnTo>
                  <a:lnTo>
                    <a:pt x="8242183" y="0"/>
                  </a:lnTo>
                  <a:lnTo>
                    <a:pt x="8241338" y="0"/>
                  </a:lnTo>
                  <a:lnTo>
                    <a:pt x="8240493" y="0"/>
                  </a:lnTo>
                  <a:lnTo>
                    <a:pt x="8239648" y="0"/>
                  </a:lnTo>
                  <a:lnTo>
                    <a:pt x="8238803" y="0"/>
                  </a:lnTo>
                  <a:lnTo>
                    <a:pt x="8237958" y="0"/>
                  </a:lnTo>
                  <a:lnTo>
                    <a:pt x="8237112" y="0"/>
                  </a:lnTo>
                  <a:lnTo>
                    <a:pt x="8236267" y="0"/>
                  </a:lnTo>
                  <a:lnTo>
                    <a:pt x="8235422" y="0"/>
                  </a:lnTo>
                  <a:lnTo>
                    <a:pt x="8234577" y="0"/>
                  </a:lnTo>
                  <a:lnTo>
                    <a:pt x="8233732" y="0"/>
                  </a:lnTo>
                  <a:lnTo>
                    <a:pt x="8232887" y="0"/>
                  </a:lnTo>
                  <a:lnTo>
                    <a:pt x="8232042" y="0"/>
                  </a:lnTo>
                  <a:lnTo>
                    <a:pt x="8231197" y="0"/>
                  </a:lnTo>
                  <a:lnTo>
                    <a:pt x="8230352" y="0"/>
                  </a:lnTo>
                  <a:lnTo>
                    <a:pt x="8229507" y="0"/>
                  </a:lnTo>
                  <a:lnTo>
                    <a:pt x="8228662" y="0"/>
                  </a:lnTo>
                  <a:lnTo>
                    <a:pt x="8227816" y="0"/>
                  </a:lnTo>
                  <a:lnTo>
                    <a:pt x="8226971" y="0"/>
                  </a:lnTo>
                  <a:lnTo>
                    <a:pt x="8226126" y="0"/>
                  </a:lnTo>
                  <a:lnTo>
                    <a:pt x="8225281" y="0"/>
                  </a:lnTo>
                  <a:lnTo>
                    <a:pt x="8224436" y="0"/>
                  </a:lnTo>
                  <a:lnTo>
                    <a:pt x="8223591" y="0"/>
                  </a:lnTo>
                  <a:lnTo>
                    <a:pt x="8222746" y="0"/>
                  </a:lnTo>
                  <a:lnTo>
                    <a:pt x="8221901" y="0"/>
                  </a:lnTo>
                  <a:lnTo>
                    <a:pt x="8221056" y="0"/>
                  </a:lnTo>
                  <a:lnTo>
                    <a:pt x="8220211" y="0"/>
                  </a:lnTo>
                  <a:lnTo>
                    <a:pt x="8219366" y="0"/>
                  </a:lnTo>
                  <a:lnTo>
                    <a:pt x="8218520" y="0"/>
                  </a:lnTo>
                  <a:lnTo>
                    <a:pt x="8217675" y="0"/>
                  </a:lnTo>
                  <a:lnTo>
                    <a:pt x="8216830" y="0"/>
                  </a:lnTo>
                  <a:lnTo>
                    <a:pt x="8215985" y="0"/>
                  </a:lnTo>
                  <a:lnTo>
                    <a:pt x="8215140" y="0"/>
                  </a:lnTo>
                  <a:lnTo>
                    <a:pt x="8214295" y="0"/>
                  </a:lnTo>
                  <a:lnTo>
                    <a:pt x="8213450" y="0"/>
                  </a:lnTo>
                  <a:lnTo>
                    <a:pt x="8212605" y="0"/>
                  </a:lnTo>
                  <a:lnTo>
                    <a:pt x="8211760" y="0"/>
                  </a:lnTo>
                  <a:lnTo>
                    <a:pt x="8210915" y="0"/>
                  </a:lnTo>
                  <a:lnTo>
                    <a:pt x="8210070" y="0"/>
                  </a:lnTo>
                  <a:lnTo>
                    <a:pt x="8209224" y="0"/>
                  </a:lnTo>
                  <a:lnTo>
                    <a:pt x="8208379" y="0"/>
                  </a:lnTo>
                  <a:lnTo>
                    <a:pt x="8207534" y="0"/>
                  </a:lnTo>
                  <a:lnTo>
                    <a:pt x="8206689" y="0"/>
                  </a:lnTo>
                  <a:lnTo>
                    <a:pt x="8205844" y="0"/>
                  </a:lnTo>
                  <a:lnTo>
                    <a:pt x="8204999" y="0"/>
                  </a:lnTo>
                  <a:lnTo>
                    <a:pt x="8204154" y="0"/>
                  </a:lnTo>
                  <a:lnTo>
                    <a:pt x="8203309" y="0"/>
                  </a:lnTo>
                  <a:lnTo>
                    <a:pt x="8202464" y="0"/>
                  </a:lnTo>
                  <a:lnTo>
                    <a:pt x="8201619" y="0"/>
                  </a:lnTo>
                  <a:lnTo>
                    <a:pt x="8200774" y="0"/>
                  </a:lnTo>
                  <a:lnTo>
                    <a:pt x="8199928" y="0"/>
                  </a:lnTo>
                  <a:lnTo>
                    <a:pt x="8199083" y="0"/>
                  </a:lnTo>
                  <a:lnTo>
                    <a:pt x="8198238" y="0"/>
                  </a:lnTo>
                  <a:lnTo>
                    <a:pt x="8197393" y="0"/>
                  </a:lnTo>
                  <a:lnTo>
                    <a:pt x="8196548" y="0"/>
                  </a:lnTo>
                  <a:lnTo>
                    <a:pt x="8195703" y="0"/>
                  </a:lnTo>
                  <a:lnTo>
                    <a:pt x="8194858" y="0"/>
                  </a:lnTo>
                  <a:lnTo>
                    <a:pt x="8194013" y="0"/>
                  </a:lnTo>
                  <a:lnTo>
                    <a:pt x="8193168" y="0"/>
                  </a:lnTo>
                  <a:lnTo>
                    <a:pt x="8192323" y="0"/>
                  </a:lnTo>
                  <a:lnTo>
                    <a:pt x="8191478" y="0"/>
                  </a:lnTo>
                  <a:lnTo>
                    <a:pt x="8190632" y="0"/>
                  </a:lnTo>
                  <a:lnTo>
                    <a:pt x="8189787" y="0"/>
                  </a:lnTo>
                  <a:lnTo>
                    <a:pt x="8188942" y="0"/>
                  </a:lnTo>
                  <a:lnTo>
                    <a:pt x="8188097" y="0"/>
                  </a:lnTo>
                  <a:lnTo>
                    <a:pt x="8187252" y="0"/>
                  </a:lnTo>
                  <a:lnTo>
                    <a:pt x="8186407" y="0"/>
                  </a:lnTo>
                  <a:lnTo>
                    <a:pt x="8185562" y="0"/>
                  </a:lnTo>
                  <a:lnTo>
                    <a:pt x="8184717" y="0"/>
                  </a:lnTo>
                  <a:lnTo>
                    <a:pt x="8183872" y="0"/>
                  </a:lnTo>
                  <a:lnTo>
                    <a:pt x="8183027" y="0"/>
                  </a:lnTo>
                  <a:lnTo>
                    <a:pt x="8182181" y="0"/>
                  </a:lnTo>
                  <a:lnTo>
                    <a:pt x="8181336" y="0"/>
                  </a:lnTo>
                  <a:lnTo>
                    <a:pt x="8180491" y="0"/>
                  </a:lnTo>
                  <a:lnTo>
                    <a:pt x="8179646" y="0"/>
                  </a:lnTo>
                  <a:lnTo>
                    <a:pt x="8178801" y="0"/>
                  </a:lnTo>
                  <a:lnTo>
                    <a:pt x="8177956" y="0"/>
                  </a:lnTo>
                  <a:lnTo>
                    <a:pt x="8177111" y="0"/>
                  </a:lnTo>
                  <a:lnTo>
                    <a:pt x="8176266" y="0"/>
                  </a:lnTo>
                  <a:lnTo>
                    <a:pt x="8175421" y="0"/>
                  </a:lnTo>
                  <a:lnTo>
                    <a:pt x="8174576" y="0"/>
                  </a:lnTo>
                  <a:lnTo>
                    <a:pt x="8173731" y="0"/>
                  </a:lnTo>
                  <a:lnTo>
                    <a:pt x="8172885" y="0"/>
                  </a:lnTo>
                  <a:lnTo>
                    <a:pt x="8172040" y="0"/>
                  </a:lnTo>
                  <a:lnTo>
                    <a:pt x="8171195" y="0"/>
                  </a:lnTo>
                  <a:lnTo>
                    <a:pt x="8170350" y="0"/>
                  </a:lnTo>
                  <a:lnTo>
                    <a:pt x="8169505" y="0"/>
                  </a:lnTo>
                  <a:lnTo>
                    <a:pt x="8168660" y="0"/>
                  </a:lnTo>
                  <a:lnTo>
                    <a:pt x="8167815" y="0"/>
                  </a:lnTo>
                  <a:lnTo>
                    <a:pt x="8166970" y="0"/>
                  </a:lnTo>
                  <a:lnTo>
                    <a:pt x="8166125" y="0"/>
                  </a:lnTo>
                  <a:lnTo>
                    <a:pt x="8165280" y="0"/>
                  </a:lnTo>
                  <a:lnTo>
                    <a:pt x="8164435" y="0"/>
                  </a:lnTo>
                  <a:lnTo>
                    <a:pt x="8163589" y="0"/>
                  </a:lnTo>
                  <a:lnTo>
                    <a:pt x="8162744" y="0"/>
                  </a:lnTo>
                  <a:lnTo>
                    <a:pt x="8161899" y="0"/>
                  </a:lnTo>
                  <a:lnTo>
                    <a:pt x="8161054" y="0"/>
                  </a:lnTo>
                  <a:lnTo>
                    <a:pt x="8160209" y="0"/>
                  </a:lnTo>
                  <a:lnTo>
                    <a:pt x="8159364" y="0"/>
                  </a:lnTo>
                  <a:lnTo>
                    <a:pt x="8158519" y="0"/>
                  </a:lnTo>
                  <a:lnTo>
                    <a:pt x="8157674" y="0"/>
                  </a:lnTo>
                  <a:lnTo>
                    <a:pt x="8156829" y="0"/>
                  </a:lnTo>
                  <a:lnTo>
                    <a:pt x="8155984" y="0"/>
                  </a:lnTo>
                  <a:lnTo>
                    <a:pt x="8155139" y="0"/>
                  </a:lnTo>
                  <a:lnTo>
                    <a:pt x="8154293" y="0"/>
                  </a:lnTo>
                  <a:lnTo>
                    <a:pt x="8153448" y="0"/>
                  </a:lnTo>
                  <a:lnTo>
                    <a:pt x="8152603" y="0"/>
                  </a:lnTo>
                  <a:lnTo>
                    <a:pt x="8151758" y="0"/>
                  </a:lnTo>
                  <a:lnTo>
                    <a:pt x="8150913" y="0"/>
                  </a:lnTo>
                  <a:lnTo>
                    <a:pt x="8150068" y="0"/>
                  </a:lnTo>
                  <a:lnTo>
                    <a:pt x="8149223" y="0"/>
                  </a:lnTo>
                  <a:lnTo>
                    <a:pt x="8148378" y="0"/>
                  </a:lnTo>
                  <a:lnTo>
                    <a:pt x="8147533" y="0"/>
                  </a:lnTo>
                  <a:lnTo>
                    <a:pt x="8146688" y="0"/>
                  </a:lnTo>
                  <a:lnTo>
                    <a:pt x="8145843" y="0"/>
                  </a:lnTo>
                  <a:lnTo>
                    <a:pt x="8144997" y="0"/>
                  </a:lnTo>
                  <a:lnTo>
                    <a:pt x="8144152" y="0"/>
                  </a:lnTo>
                  <a:lnTo>
                    <a:pt x="8143307" y="0"/>
                  </a:lnTo>
                  <a:lnTo>
                    <a:pt x="8142462" y="0"/>
                  </a:lnTo>
                  <a:lnTo>
                    <a:pt x="8141617" y="0"/>
                  </a:lnTo>
                  <a:lnTo>
                    <a:pt x="8140772" y="0"/>
                  </a:lnTo>
                  <a:lnTo>
                    <a:pt x="8139927" y="0"/>
                  </a:lnTo>
                  <a:lnTo>
                    <a:pt x="8139082" y="0"/>
                  </a:lnTo>
                  <a:lnTo>
                    <a:pt x="8138237" y="0"/>
                  </a:lnTo>
                  <a:lnTo>
                    <a:pt x="8137392" y="0"/>
                  </a:lnTo>
                  <a:lnTo>
                    <a:pt x="8136547" y="0"/>
                  </a:lnTo>
                  <a:lnTo>
                    <a:pt x="8135701" y="0"/>
                  </a:lnTo>
                  <a:lnTo>
                    <a:pt x="8134856" y="0"/>
                  </a:lnTo>
                  <a:lnTo>
                    <a:pt x="8134011" y="0"/>
                  </a:lnTo>
                  <a:lnTo>
                    <a:pt x="8133166" y="0"/>
                  </a:lnTo>
                  <a:lnTo>
                    <a:pt x="8132321" y="0"/>
                  </a:lnTo>
                  <a:lnTo>
                    <a:pt x="8131476" y="0"/>
                  </a:lnTo>
                  <a:lnTo>
                    <a:pt x="8130631" y="0"/>
                  </a:lnTo>
                  <a:lnTo>
                    <a:pt x="8129786" y="0"/>
                  </a:lnTo>
                  <a:lnTo>
                    <a:pt x="8128941" y="0"/>
                  </a:lnTo>
                  <a:lnTo>
                    <a:pt x="8128096" y="0"/>
                  </a:lnTo>
                  <a:lnTo>
                    <a:pt x="8127250" y="0"/>
                  </a:lnTo>
                  <a:lnTo>
                    <a:pt x="8126405" y="0"/>
                  </a:lnTo>
                  <a:lnTo>
                    <a:pt x="8125560" y="0"/>
                  </a:lnTo>
                  <a:lnTo>
                    <a:pt x="8124715" y="0"/>
                  </a:lnTo>
                  <a:lnTo>
                    <a:pt x="8123870" y="0"/>
                  </a:lnTo>
                  <a:lnTo>
                    <a:pt x="8123025" y="0"/>
                  </a:lnTo>
                  <a:lnTo>
                    <a:pt x="8122180" y="0"/>
                  </a:lnTo>
                  <a:lnTo>
                    <a:pt x="8121335" y="0"/>
                  </a:lnTo>
                  <a:lnTo>
                    <a:pt x="8120490" y="0"/>
                  </a:lnTo>
                  <a:lnTo>
                    <a:pt x="8119645" y="0"/>
                  </a:lnTo>
                  <a:lnTo>
                    <a:pt x="8118800" y="0"/>
                  </a:lnTo>
                  <a:lnTo>
                    <a:pt x="8117954" y="0"/>
                  </a:lnTo>
                  <a:lnTo>
                    <a:pt x="8117109" y="0"/>
                  </a:lnTo>
                  <a:lnTo>
                    <a:pt x="8116264" y="0"/>
                  </a:lnTo>
                  <a:lnTo>
                    <a:pt x="8115419" y="0"/>
                  </a:lnTo>
                  <a:lnTo>
                    <a:pt x="8114574" y="0"/>
                  </a:lnTo>
                  <a:lnTo>
                    <a:pt x="8113729" y="0"/>
                  </a:lnTo>
                  <a:lnTo>
                    <a:pt x="8112884" y="0"/>
                  </a:lnTo>
                  <a:lnTo>
                    <a:pt x="8112039" y="0"/>
                  </a:lnTo>
                  <a:lnTo>
                    <a:pt x="8111194" y="0"/>
                  </a:lnTo>
                  <a:lnTo>
                    <a:pt x="8110349" y="0"/>
                  </a:lnTo>
                  <a:lnTo>
                    <a:pt x="8109504" y="0"/>
                  </a:lnTo>
                  <a:lnTo>
                    <a:pt x="8108658" y="0"/>
                  </a:lnTo>
                  <a:lnTo>
                    <a:pt x="8107813" y="0"/>
                  </a:lnTo>
                  <a:lnTo>
                    <a:pt x="8106968" y="0"/>
                  </a:lnTo>
                  <a:lnTo>
                    <a:pt x="8106123" y="0"/>
                  </a:lnTo>
                  <a:lnTo>
                    <a:pt x="8105278" y="0"/>
                  </a:lnTo>
                  <a:lnTo>
                    <a:pt x="8104433" y="0"/>
                  </a:lnTo>
                  <a:lnTo>
                    <a:pt x="8103588" y="0"/>
                  </a:lnTo>
                  <a:lnTo>
                    <a:pt x="8102743" y="0"/>
                  </a:lnTo>
                  <a:lnTo>
                    <a:pt x="8101898" y="0"/>
                  </a:lnTo>
                  <a:lnTo>
                    <a:pt x="8101053" y="0"/>
                  </a:lnTo>
                  <a:lnTo>
                    <a:pt x="8100208" y="0"/>
                  </a:lnTo>
                  <a:lnTo>
                    <a:pt x="8099362" y="0"/>
                  </a:lnTo>
                  <a:lnTo>
                    <a:pt x="8098517" y="0"/>
                  </a:lnTo>
                  <a:lnTo>
                    <a:pt x="8097672" y="0"/>
                  </a:lnTo>
                  <a:lnTo>
                    <a:pt x="8096827" y="0"/>
                  </a:lnTo>
                  <a:lnTo>
                    <a:pt x="8095982" y="0"/>
                  </a:lnTo>
                  <a:lnTo>
                    <a:pt x="8095137" y="0"/>
                  </a:lnTo>
                  <a:lnTo>
                    <a:pt x="8094292" y="0"/>
                  </a:lnTo>
                  <a:lnTo>
                    <a:pt x="8093447" y="0"/>
                  </a:lnTo>
                  <a:lnTo>
                    <a:pt x="8092602" y="0"/>
                  </a:lnTo>
                  <a:lnTo>
                    <a:pt x="8091757" y="0"/>
                  </a:lnTo>
                  <a:lnTo>
                    <a:pt x="8090912" y="0"/>
                  </a:lnTo>
                  <a:lnTo>
                    <a:pt x="8090066" y="0"/>
                  </a:lnTo>
                  <a:lnTo>
                    <a:pt x="8089221" y="0"/>
                  </a:lnTo>
                  <a:lnTo>
                    <a:pt x="8088376" y="0"/>
                  </a:lnTo>
                  <a:lnTo>
                    <a:pt x="8087531" y="0"/>
                  </a:lnTo>
                  <a:lnTo>
                    <a:pt x="8086686" y="0"/>
                  </a:lnTo>
                  <a:lnTo>
                    <a:pt x="8085841" y="0"/>
                  </a:lnTo>
                  <a:lnTo>
                    <a:pt x="8084996" y="0"/>
                  </a:lnTo>
                  <a:lnTo>
                    <a:pt x="8084151" y="0"/>
                  </a:lnTo>
                  <a:lnTo>
                    <a:pt x="8083306" y="0"/>
                  </a:lnTo>
                  <a:lnTo>
                    <a:pt x="8082461" y="0"/>
                  </a:lnTo>
                  <a:lnTo>
                    <a:pt x="8081616" y="0"/>
                  </a:lnTo>
                  <a:lnTo>
                    <a:pt x="8080770" y="0"/>
                  </a:lnTo>
                  <a:lnTo>
                    <a:pt x="8079925" y="0"/>
                  </a:lnTo>
                  <a:lnTo>
                    <a:pt x="8079080" y="0"/>
                  </a:lnTo>
                  <a:lnTo>
                    <a:pt x="8078235" y="0"/>
                  </a:lnTo>
                  <a:lnTo>
                    <a:pt x="8077390" y="0"/>
                  </a:lnTo>
                  <a:lnTo>
                    <a:pt x="8076545" y="0"/>
                  </a:lnTo>
                  <a:lnTo>
                    <a:pt x="8075700" y="0"/>
                  </a:lnTo>
                  <a:lnTo>
                    <a:pt x="8074855" y="0"/>
                  </a:lnTo>
                  <a:lnTo>
                    <a:pt x="8074010" y="0"/>
                  </a:lnTo>
                  <a:lnTo>
                    <a:pt x="8073165" y="0"/>
                  </a:lnTo>
                  <a:lnTo>
                    <a:pt x="8072320" y="0"/>
                  </a:lnTo>
                  <a:lnTo>
                    <a:pt x="8071474" y="0"/>
                  </a:lnTo>
                  <a:lnTo>
                    <a:pt x="8070629" y="0"/>
                  </a:lnTo>
                  <a:lnTo>
                    <a:pt x="8069784" y="0"/>
                  </a:lnTo>
                  <a:lnTo>
                    <a:pt x="8068939" y="0"/>
                  </a:lnTo>
                  <a:lnTo>
                    <a:pt x="8068094" y="0"/>
                  </a:lnTo>
                  <a:lnTo>
                    <a:pt x="8067249" y="0"/>
                  </a:lnTo>
                  <a:lnTo>
                    <a:pt x="8066404" y="0"/>
                  </a:lnTo>
                  <a:lnTo>
                    <a:pt x="8065559" y="0"/>
                  </a:lnTo>
                  <a:lnTo>
                    <a:pt x="8064714" y="0"/>
                  </a:lnTo>
                  <a:lnTo>
                    <a:pt x="8063869" y="0"/>
                  </a:lnTo>
                  <a:lnTo>
                    <a:pt x="8063023" y="0"/>
                  </a:lnTo>
                  <a:lnTo>
                    <a:pt x="8062178" y="0"/>
                  </a:lnTo>
                  <a:lnTo>
                    <a:pt x="8061333" y="0"/>
                  </a:lnTo>
                  <a:lnTo>
                    <a:pt x="8060488" y="0"/>
                  </a:lnTo>
                  <a:lnTo>
                    <a:pt x="8059643" y="0"/>
                  </a:lnTo>
                  <a:lnTo>
                    <a:pt x="8058798" y="0"/>
                  </a:lnTo>
                  <a:lnTo>
                    <a:pt x="8057953" y="0"/>
                  </a:lnTo>
                  <a:lnTo>
                    <a:pt x="8057108" y="0"/>
                  </a:lnTo>
                  <a:lnTo>
                    <a:pt x="8056263" y="0"/>
                  </a:lnTo>
                  <a:lnTo>
                    <a:pt x="8055418" y="0"/>
                  </a:lnTo>
                  <a:lnTo>
                    <a:pt x="8054573" y="0"/>
                  </a:lnTo>
                  <a:lnTo>
                    <a:pt x="8053727" y="0"/>
                  </a:lnTo>
                  <a:lnTo>
                    <a:pt x="8052882" y="0"/>
                  </a:lnTo>
                  <a:lnTo>
                    <a:pt x="8052037" y="0"/>
                  </a:lnTo>
                  <a:lnTo>
                    <a:pt x="8051192" y="0"/>
                  </a:lnTo>
                  <a:lnTo>
                    <a:pt x="8050347" y="0"/>
                  </a:lnTo>
                  <a:lnTo>
                    <a:pt x="8049502" y="0"/>
                  </a:lnTo>
                  <a:lnTo>
                    <a:pt x="8048657" y="0"/>
                  </a:lnTo>
                  <a:lnTo>
                    <a:pt x="8047812" y="0"/>
                  </a:lnTo>
                  <a:lnTo>
                    <a:pt x="8046967" y="0"/>
                  </a:lnTo>
                  <a:lnTo>
                    <a:pt x="8046122" y="0"/>
                  </a:lnTo>
                  <a:lnTo>
                    <a:pt x="8045277" y="0"/>
                  </a:lnTo>
                  <a:lnTo>
                    <a:pt x="8044431" y="0"/>
                  </a:lnTo>
                  <a:lnTo>
                    <a:pt x="8043586" y="0"/>
                  </a:lnTo>
                  <a:lnTo>
                    <a:pt x="8042741" y="0"/>
                  </a:lnTo>
                  <a:lnTo>
                    <a:pt x="8041896" y="0"/>
                  </a:lnTo>
                  <a:lnTo>
                    <a:pt x="8041051" y="0"/>
                  </a:lnTo>
                  <a:lnTo>
                    <a:pt x="8040206" y="0"/>
                  </a:lnTo>
                  <a:lnTo>
                    <a:pt x="8039361" y="0"/>
                  </a:lnTo>
                  <a:lnTo>
                    <a:pt x="8038516" y="0"/>
                  </a:lnTo>
                  <a:lnTo>
                    <a:pt x="8037671" y="0"/>
                  </a:lnTo>
                  <a:lnTo>
                    <a:pt x="8036826" y="0"/>
                  </a:lnTo>
                  <a:lnTo>
                    <a:pt x="8035981" y="0"/>
                  </a:lnTo>
                  <a:lnTo>
                    <a:pt x="8035135" y="0"/>
                  </a:lnTo>
                  <a:lnTo>
                    <a:pt x="8034290" y="0"/>
                  </a:lnTo>
                  <a:lnTo>
                    <a:pt x="8033445" y="0"/>
                  </a:lnTo>
                  <a:lnTo>
                    <a:pt x="8032600" y="0"/>
                  </a:lnTo>
                  <a:lnTo>
                    <a:pt x="8031755" y="0"/>
                  </a:lnTo>
                  <a:lnTo>
                    <a:pt x="8030910" y="0"/>
                  </a:lnTo>
                  <a:lnTo>
                    <a:pt x="8030065" y="0"/>
                  </a:lnTo>
                  <a:lnTo>
                    <a:pt x="8029220" y="0"/>
                  </a:lnTo>
                  <a:lnTo>
                    <a:pt x="8028375" y="0"/>
                  </a:lnTo>
                  <a:lnTo>
                    <a:pt x="8027530" y="0"/>
                  </a:lnTo>
                  <a:lnTo>
                    <a:pt x="8026685" y="0"/>
                  </a:lnTo>
                  <a:lnTo>
                    <a:pt x="8025839" y="0"/>
                  </a:lnTo>
                  <a:lnTo>
                    <a:pt x="8024994" y="0"/>
                  </a:lnTo>
                  <a:lnTo>
                    <a:pt x="8024149" y="0"/>
                  </a:lnTo>
                  <a:lnTo>
                    <a:pt x="8023304" y="0"/>
                  </a:lnTo>
                  <a:lnTo>
                    <a:pt x="8022459" y="0"/>
                  </a:lnTo>
                  <a:lnTo>
                    <a:pt x="8021614" y="0"/>
                  </a:lnTo>
                  <a:lnTo>
                    <a:pt x="8020769" y="0"/>
                  </a:lnTo>
                  <a:lnTo>
                    <a:pt x="8019924" y="0"/>
                  </a:lnTo>
                  <a:lnTo>
                    <a:pt x="8019079" y="0"/>
                  </a:lnTo>
                  <a:lnTo>
                    <a:pt x="8018234" y="0"/>
                  </a:lnTo>
                  <a:lnTo>
                    <a:pt x="8017389" y="0"/>
                  </a:lnTo>
                  <a:lnTo>
                    <a:pt x="8016543" y="0"/>
                  </a:lnTo>
                  <a:lnTo>
                    <a:pt x="8015698" y="0"/>
                  </a:lnTo>
                  <a:lnTo>
                    <a:pt x="8014853" y="0"/>
                  </a:lnTo>
                  <a:lnTo>
                    <a:pt x="8014008" y="0"/>
                  </a:lnTo>
                  <a:lnTo>
                    <a:pt x="8013163" y="0"/>
                  </a:lnTo>
                  <a:lnTo>
                    <a:pt x="8012318" y="0"/>
                  </a:lnTo>
                  <a:lnTo>
                    <a:pt x="8011473" y="0"/>
                  </a:lnTo>
                  <a:lnTo>
                    <a:pt x="8010628" y="0"/>
                  </a:lnTo>
                  <a:lnTo>
                    <a:pt x="8009783" y="0"/>
                  </a:lnTo>
                  <a:lnTo>
                    <a:pt x="8008938" y="0"/>
                  </a:lnTo>
                  <a:lnTo>
                    <a:pt x="8008093" y="0"/>
                  </a:lnTo>
                  <a:lnTo>
                    <a:pt x="8007247" y="0"/>
                  </a:lnTo>
                  <a:lnTo>
                    <a:pt x="8006402" y="0"/>
                  </a:lnTo>
                  <a:lnTo>
                    <a:pt x="8005557" y="0"/>
                  </a:lnTo>
                  <a:lnTo>
                    <a:pt x="8004712" y="0"/>
                  </a:lnTo>
                  <a:lnTo>
                    <a:pt x="8003867" y="0"/>
                  </a:lnTo>
                  <a:lnTo>
                    <a:pt x="8003022" y="0"/>
                  </a:lnTo>
                  <a:lnTo>
                    <a:pt x="8002177" y="0"/>
                  </a:lnTo>
                  <a:lnTo>
                    <a:pt x="8001332" y="0"/>
                  </a:lnTo>
                  <a:lnTo>
                    <a:pt x="8000487" y="0"/>
                  </a:lnTo>
                  <a:lnTo>
                    <a:pt x="7999642" y="0"/>
                  </a:lnTo>
                  <a:lnTo>
                    <a:pt x="7998796" y="0"/>
                  </a:lnTo>
                  <a:lnTo>
                    <a:pt x="7997951" y="0"/>
                  </a:lnTo>
                  <a:lnTo>
                    <a:pt x="7997106" y="0"/>
                  </a:lnTo>
                  <a:lnTo>
                    <a:pt x="7996261" y="0"/>
                  </a:lnTo>
                  <a:lnTo>
                    <a:pt x="7995416" y="0"/>
                  </a:lnTo>
                  <a:lnTo>
                    <a:pt x="7994571" y="0"/>
                  </a:lnTo>
                  <a:lnTo>
                    <a:pt x="7993726" y="0"/>
                  </a:lnTo>
                  <a:lnTo>
                    <a:pt x="7992881" y="0"/>
                  </a:lnTo>
                  <a:lnTo>
                    <a:pt x="7992036" y="0"/>
                  </a:lnTo>
                  <a:lnTo>
                    <a:pt x="7991191" y="0"/>
                  </a:lnTo>
                  <a:lnTo>
                    <a:pt x="7990346" y="0"/>
                  </a:lnTo>
                  <a:lnTo>
                    <a:pt x="7989500" y="0"/>
                  </a:lnTo>
                  <a:lnTo>
                    <a:pt x="7988655" y="0"/>
                  </a:lnTo>
                  <a:lnTo>
                    <a:pt x="7987810" y="0"/>
                  </a:lnTo>
                  <a:lnTo>
                    <a:pt x="7986965" y="0"/>
                  </a:lnTo>
                  <a:lnTo>
                    <a:pt x="7986120" y="0"/>
                  </a:lnTo>
                  <a:lnTo>
                    <a:pt x="7985275" y="0"/>
                  </a:lnTo>
                  <a:lnTo>
                    <a:pt x="7984430" y="0"/>
                  </a:lnTo>
                  <a:lnTo>
                    <a:pt x="7983585" y="0"/>
                  </a:lnTo>
                  <a:lnTo>
                    <a:pt x="7982740" y="0"/>
                  </a:lnTo>
                  <a:lnTo>
                    <a:pt x="7981895" y="0"/>
                  </a:lnTo>
                  <a:lnTo>
                    <a:pt x="7981050" y="0"/>
                  </a:lnTo>
                  <a:lnTo>
                    <a:pt x="7980204" y="0"/>
                  </a:lnTo>
                  <a:lnTo>
                    <a:pt x="7979359" y="0"/>
                  </a:lnTo>
                  <a:lnTo>
                    <a:pt x="7978514" y="0"/>
                  </a:lnTo>
                  <a:lnTo>
                    <a:pt x="7977669" y="0"/>
                  </a:lnTo>
                  <a:lnTo>
                    <a:pt x="7976824" y="0"/>
                  </a:lnTo>
                  <a:lnTo>
                    <a:pt x="7975979" y="0"/>
                  </a:lnTo>
                  <a:lnTo>
                    <a:pt x="7975134" y="0"/>
                  </a:lnTo>
                  <a:lnTo>
                    <a:pt x="7974289" y="0"/>
                  </a:lnTo>
                  <a:lnTo>
                    <a:pt x="7973444" y="0"/>
                  </a:lnTo>
                  <a:lnTo>
                    <a:pt x="7972599" y="0"/>
                  </a:lnTo>
                  <a:lnTo>
                    <a:pt x="7971754" y="0"/>
                  </a:lnTo>
                  <a:lnTo>
                    <a:pt x="7970908" y="0"/>
                  </a:lnTo>
                  <a:lnTo>
                    <a:pt x="7970063" y="0"/>
                  </a:lnTo>
                  <a:lnTo>
                    <a:pt x="7969218" y="0"/>
                  </a:lnTo>
                  <a:lnTo>
                    <a:pt x="7968373" y="0"/>
                  </a:lnTo>
                  <a:lnTo>
                    <a:pt x="7967528" y="0"/>
                  </a:lnTo>
                  <a:lnTo>
                    <a:pt x="7966683" y="0"/>
                  </a:lnTo>
                  <a:lnTo>
                    <a:pt x="7965838" y="0"/>
                  </a:lnTo>
                  <a:lnTo>
                    <a:pt x="7964993" y="0"/>
                  </a:lnTo>
                  <a:lnTo>
                    <a:pt x="7964148" y="0"/>
                  </a:lnTo>
                  <a:lnTo>
                    <a:pt x="7963303" y="0"/>
                  </a:lnTo>
                  <a:lnTo>
                    <a:pt x="7962458" y="0"/>
                  </a:lnTo>
                  <a:lnTo>
                    <a:pt x="7961612" y="0"/>
                  </a:lnTo>
                  <a:lnTo>
                    <a:pt x="7960767" y="0"/>
                  </a:lnTo>
                  <a:lnTo>
                    <a:pt x="7959922" y="0"/>
                  </a:lnTo>
                  <a:lnTo>
                    <a:pt x="7959077" y="0"/>
                  </a:lnTo>
                  <a:lnTo>
                    <a:pt x="7958232" y="0"/>
                  </a:lnTo>
                  <a:lnTo>
                    <a:pt x="7957387" y="0"/>
                  </a:lnTo>
                  <a:lnTo>
                    <a:pt x="7956542" y="0"/>
                  </a:lnTo>
                  <a:lnTo>
                    <a:pt x="7955697" y="0"/>
                  </a:lnTo>
                  <a:lnTo>
                    <a:pt x="7954852" y="0"/>
                  </a:lnTo>
                  <a:lnTo>
                    <a:pt x="7954007" y="0"/>
                  </a:lnTo>
                  <a:lnTo>
                    <a:pt x="7953162" y="0"/>
                  </a:lnTo>
                  <a:lnTo>
                    <a:pt x="7952316" y="0"/>
                  </a:lnTo>
                  <a:lnTo>
                    <a:pt x="7951471" y="0"/>
                  </a:lnTo>
                  <a:lnTo>
                    <a:pt x="7950626" y="0"/>
                  </a:lnTo>
                  <a:lnTo>
                    <a:pt x="7949781" y="0"/>
                  </a:lnTo>
                  <a:lnTo>
                    <a:pt x="7948936" y="0"/>
                  </a:lnTo>
                  <a:lnTo>
                    <a:pt x="7948091" y="0"/>
                  </a:lnTo>
                  <a:lnTo>
                    <a:pt x="7947246" y="0"/>
                  </a:lnTo>
                  <a:lnTo>
                    <a:pt x="7946401" y="0"/>
                  </a:lnTo>
                  <a:lnTo>
                    <a:pt x="7945556" y="0"/>
                  </a:lnTo>
                  <a:lnTo>
                    <a:pt x="7944711" y="0"/>
                  </a:lnTo>
                  <a:lnTo>
                    <a:pt x="7943866" y="0"/>
                  </a:lnTo>
                  <a:lnTo>
                    <a:pt x="7943020" y="0"/>
                  </a:lnTo>
                  <a:lnTo>
                    <a:pt x="7942175" y="0"/>
                  </a:lnTo>
                  <a:lnTo>
                    <a:pt x="7941330" y="0"/>
                  </a:lnTo>
                  <a:lnTo>
                    <a:pt x="7940485" y="0"/>
                  </a:lnTo>
                  <a:lnTo>
                    <a:pt x="7939640" y="0"/>
                  </a:lnTo>
                  <a:lnTo>
                    <a:pt x="7938795" y="0"/>
                  </a:lnTo>
                  <a:lnTo>
                    <a:pt x="7937950" y="0"/>
                  </a:lnTo>
                  <a:lnTo>
                    <a:pt x="7937105" y="0"/>
                  </a:lnTo>
                  <a:lnTo>
                    <a:pt x="7936260" y="0"/>
                  </a:lnTo>
                  <a:lnTo>
                    <a:pt x="7935415" y="0"/>
                  </a:lnTo>
                  <a:lnTo>
                    <a:pt x="7934569" y="0"/>
                  </a:lnTo>
                  <a:lnTo>
                    <a:pt x="7933724" y="0"/>
                  </a:lnTo>
                  <a:lnTo>
                    <a:pt x="7932879" y="0"/>
                  </a:lnTo>
                  <a:lnTo>
                    <a:pt x="7932034" y="0"/>
                  </a:lnTo>
                  <a:lnTo>
                    <a:pt x="7931189" y="0"/>
                  </a:lnTo>
                  <a:lnTo>
                    <a:pt x="7930344" y="0"/>
                  </a:lnTo>
                  <a:lnTo>
                    <a:pt x="7929499" y="0"/>
                  </a:lnTo>
                  <a:lnTo>
                    <a:pt x="7928654" y="0"/>
                  </a:lnTo>
                  <a:lnTo>
                    <a:pt x="7927809" y="0"/>
                  </a:lnTo>
                  <a:lnTo>
                    <a:pt x="7926964" y="0"/>
                  </a:lnTo>
                  <a:lnTo>
                    <a:pt x="7926119" y="0"/>
                  </a:lnTo>
                  <a:lnTo>
                    <a:pt x="7925273" y="0"/>
                  </a:lnTo>
                  <a:lnTo>
                    <a:pt x="7924428" y="0"/>
                  </a:lnTo>
                  <a:lnTo>
                    <a:pt x="7923583" y="0"/>
                  </a:lnTo>
                  <a:lnTo>
                    <a:pt x="7922738" y="0"/>
                  </a:lnTo>
                  <a:lnTo>
                    <a:pt x="7921893" y="0"/>
                  </a:lnTo>
                  <a:lnTo>
                    <a:pt x="7921048" y="0"/>
                  </a:lnTo>
                  <a:lnTo>
                    <a:pt x="7920203" y="0"/>
                  </a:lnTo>
                  <a:lnTo>
                    <a:pt x="7919358" y="0"/>
                  </a:lnTo>
                  <a:lnTo>
                    <a:pt x="7918513" y="0"/>
                  </a:lnTo>
                  <a:lnTo>
                    <a:pt x="7917668" y="0"/>
                  </a:lnTo>
                  <a:lnTo>
                    <a:pt x="7916823" y="0"/>
                  </a:lnTo>
                  <a:lnTo>
                    <a:pt x="7915977" y="0"/>
                  </a:lnTo>
                  <a:lnTo>
                    <a:pt x="7915132" y="0"/>
                  </a:lnTo>
                  <a:lnTo>
                    <a:pt x="7914287" y="0"/>
                  </a:lnTo>
                  <a:lnTo>
                    <a:pt x="7913442" y="0"/>
                  </a:lnTo>
                  <a:lnTo>
                    <a:pt x="7912597" y="0"/>
                  </a:lnTo>
                  <a:lnTo>
                    <a:pt x="7911752" y="0"/>
                  </a:lnTo>
                  <a:lnTo>
                    <a:pt x="7910907" y="0"/>
                  </a:lnTo>
                  <a:lnTo>
                    <a:pt x="7910062" y="0"/>
                  </a:lnTo>
                  <a:lnTo>
                    <a:pt x="7909217" y="0"/>
                  </a:lnTo>
                  <a:lnTo>
                    <a:pt x="7908372" y="0"/>
                  </a:lnTo>
                  <a:lnTo>
                    <a:pt x="7907527" y="0"/>
                  </a:lnTo>
                  <a:lnTo>
                    <a:pt x="7906681" y="0"/>
                  </a:lnTo>
                  <a:lnTo>
                    <a:pt x="7905836" y="0"/>
                  </a:lnTo>
                  <a:lnTo>
                    <a:pt x="7904991" y="0"/>
                  </a:lnTo>
                  <a:lnTo>
                    <a:pt x="7904146" y="0"/>
                  </a:lnTo>
                  <a:lnTo>
                    <a:pt x="7903301" y="0"/>
                  </a:lnTo>
                  <a:lnTo>
                    <a:pt x="7902456" y="0"/>
                  </a:lnTo>
                  <a:lnTo>
                    <a:pt x="7901611" y="0"/>
                  </a:lnTo>
                  <a:lnTo>
                    <a:pt x="7900766" y="0"/>
                  </a:lnTo>
                  <a:lnTo>
                    <a:pt x="7899921" y="0"/>
                  </a:lnTo>
                  <a:lnTo>
                    <a:pt x="7899076" y="0"/>
                  </a:lnTo>
                  <a:lnTo>
                    <a:pt x="7898231" y="0"/>
                  </a:lnTo>
                  <a:lnTo>
                    <a:pt x="7897385" y="0"/>
                  </a:lnTo>
                  <a:lnTo>
                    <a:pt x="7896540" y="0"/>
                  </a:lnTo>
                  <a:lnTo>
                    <a:pt x="7895695" y="0"/>
                  </a:lnTo>
                  <a:lnTo>
                    <a:pt x="7894850" y="0"/>
                  </a:lnTo>
                  <a:lnTo>
                    <a:pt x="7894005" y="0"/>
                  </a:lnTo>
                  <a:lnTo>
                    <a:pt x="7893160" y="0"/>
                  </a:lnTo>
                  <a:lnTo>
                    <a:pt x="7892315" y="0"/>
                  </a:lnTo>
                  <a:lnTo>
                    <a:pt x="7891470" y="0"/>
                  </a:lnTo>
                  <a:lnTo>
                    <a:pt x="7890625" y="0"/>
                  </a:lnTo>
                  <a:lnTo>
                    <a:pt x="7889780" y="0"/>
                  </a:lnTo>
                  <a:lnTo>
                    <a:pt x="7888935" y="0"/>
                  </a:lnTo>
                  <a:lnTo>
                    <a:pt x="7888089" y="0"/>
                  </a:lnTo>
                  <a:lnTo>
                    <a:pt x="7887244" y="0"/>
                  </a:lnTo>
                  <a:lnTo>
                    <a:pt x="7886399" y="0"/>
                  </a:lnTo>
                  <a:lnTo>
                    <a:pt x="7885554" y="0"/>
                  </a:lnTo>
                  <a:lnTo>
                    <a:pt x="7884709" y="0"/>
                  </a:lnTo>
                  <a:lnTo>
                    <a:pt x="7883864" y="0"/>
                  </a:lnTo>
                  <a:lnTo>
                    <a:pt x="7883019" y="0"/>
                  </a:lnTo>
                  <a:lnTo>
                    <a:pt x="7882174" y="0"/>
                  </a:lnTo>
                  <a:lnTo>
                    <a:pt x="7881329" y="0"/>
                  </a:lnTo>
                  <a:lnTo>
                    <a:pt x="7880484" y="0"/>
                  </a:lnTo>
                  <a:lnTo>
                    <a:pt x="7879639" y="0"/>
                  </a:lnTo>
                  <a:lnTo>
                    <a:pt x="7878793" y="0"/>
                  </a:lnTo>
                  <a:lnTo>
                    <a:pt x="7877948" y="0"/>
                  </a:lnTo>
                  <a:lnTo>
                    <a:pt x="7877103" y="0"/>
                  </a:lnTo>
                  <a:lnTo>
                    <a:pt x="7876258" y="0"/>
                  </a:lnTo>
                  <a:lnTo>
                    <a:pt x="7875413" y="0"/>
                  </a:lnTo>
                  <a:lnTo>
                    <a:pt x="7874568" y="0"/>
                  </a:lnTo>
                  <a:lnTo>
                    <a:pt x="7873723" y="0"/>
                  </a:lnTo>
                  <a:lnTo>
                    <a:pt x="7872878" y="0"/>
                  </a:lnTo>
                  <a:lnTo>
                    <a:pt x="7872033" y="0"/>
                  </a:lnTo>
                  <a:lnTo>
                    <a:pt x="7871188" y="0"/>
                  </a:lnTo>
                  <a:lnTo>
                    <a:pt x="7870342" y="0"/>
                  </a:lnTo>
                  <a:lnTo>
                    <a:pt x="7869497" y="0"/>
                  </a:lnTo>
                  <a:lnTo>
                    <a:pt x="7868652" y="0"/>
                  </a:lnTo>
                  <a:lnTo>
                    <a:pt x="7867807" y="0"/>
                  </a:lnTo>
                  <a:lnTo>
                    <a:pt x="7866962" y="0"/>
                  </a:lnTo>
                  <a:lnTo>
                    <a:pt x="7866117" y="0"/>
                  </a:lnTo>
                  <a:lnTo>
                    <a:pt x="7865272" y="0"/>
                  </a:lnTo>
                  <a:lnTo>
                    <a:pt x="7864427" y="0"/>
                  </a:lnTo>
                  <a:lnTo>
                    <a:pt x="7863582" y="0"/>
                  </a:lnTo>
                  <a:lnTo>
                    <a:pt x="7862737" y="0"/>
                  </a:lnTo>
                  <a:lnTo>
                    <a:pt x="7861892" y="0"/>
                  </a:lnTo>
                  <a:lnTo>
                    <a:pt x="7861046" y="0"/>
                  </a:lnTo>
                  <a:lnTo>
                    <a:pt x="7860201" y="0"/>
                  </a:lnTo>
                  <a:lnTo>
                    <a:pt x="7859356" y="0"/>
                  </a:lnTo>
                  <a:lnTo>
                    <a:pt x="7858511" y="0"/>
                  </a:lnTo>
                  <a:lnTo>
                    <a:pt x="7857666" y="0"/>
                  </a:lnTo>
                  <a:lnTo>
                    <a:pt x="7856821" y="0"/>
                  </a:lnTo>
                  <a:lnTo>
                    <a:pt x="7855976" y="0"/>
                  </a:lnTo>
                  <a:lnTo>
                    <a:pt x="7855131" y="0"/>
                  </a:lnTo>
                  <a:lnTo>
                    <a:pt x="7854286" y="0"/>
                  </a:lnTo>
                  <a:lnTo>
                    <a:pt x="7853441" y="0"/>
                  </a:lnTo>
                  <a:lnTo>
                    <a:pt x="7852596" y="0"/>
                  </a:lnTo>
                  <a:lnTo>
                    <a:pt x="7851750" y="0"/>
                  </a:lnTo>
                  <a:lnTo>
                    <a:pt x="7850905" y="0"/>
                  </a:lnTo>
                  <a:lnTo>
                    <a:pt x="7850060" y="0"/>
                  </a:lnTo>
                  <a:lnTo>
                    <a:pt x="7849215" y="0"/>
                  </a:lnTo>
                  <a:lnTo>
                    <a:pt x="7848370" y="0"/>
                  </a:lnTo>
                  <a:lnTo>
                    <a:pt x="7847525" y="0"/>
                  </a:lnTo>
                  <a:lnTo>
                    <a:pt x="7846680" y="0"/>
                  </a:lnTo>
                  <a:lnTo>
                    <a:pt x="7845835" y="0"/>
                  </a:lnTo>
                  <a:lnTo>
                    <a:pt x="7844990" y="0"/>
                  </a:lnTo>
                  <a:lnTo>
                    <a:pt x="7844145" y="0"/>
                  </a:lnTo>
                  <a:lnTo>
                    <a:pt x="7843300" y="0"/>
                  </a:lnTo>
                  <a:lnTo>
                    <a:pt x="7842454" y="0"/>
                  </a:lnTo>
                  <a:lnTo>
                    <a:pt x="7841609" y="0"/>
                  </a:lnTo>
                  <a:lnTo>
                    <a:pt x="7840764" y="0"/>
                  </a:lnTo>
                  <a:lnTo>
                    <a:pt x="7839919" y="0"/>
                  </a:lnTo>
                  <a:lnTo>
                    <a:pt x="7839074" y="0"/>
                  </a:lnTo>
                  <a:lnTo>
                    <a:pt x="7838229" y="0"/>
                  </a:lnTo>
                  <a:lnTo>
                    <a:pt x="7837384" y="0"/>
                  </a:lnTo>
                  <a:lnTo>
                    <a:pt x="7836539" y="0"/>
                  </a:lnTo>
                  <a:lnTo>
                    <a:pt x="7835694" y="0"/>
                  </a:lnTo>
                  <a:lnTo>
                    <a:pt x="7834849" y="0"/>
                  </a:lnTo>
                  <a:lnTo>
                    <a:pt x="7834004" y="0"/>
                  </a:lnTo>
                  <a:lnTo>
                    <a:pt x="7833158" y="0"/>
                  </a:lnTo>
                  <a:lnTo>
                    <a:pt x="7832313" y="0"/>
                  </a:lnTo>
                  <a:lnTo>
                    <a:pt x="7831468" y="0"/>
                  </a:lnTo>
                  <a:lnTo>
                    <a:pt x="7830623" y="0"/>
                  </a:lnTo>
                  <a:lnTo>
                    <a:pt x="7829778" y="0"/>
                  </a:lnTo>
                  <a:lnTo>
                    <a:pt x="7828933" y="0"/>
                  </a:lnTo>
                  <a:lnTo>
                    <a:pt x="7828088" y="0"/>
                  </a:lnTo>
                  <a:lnTo>
                    <a:pt x="7827243" y="0"/>
                  </a:lnTo>
                  <a:lnTo>
                    <a:pt x="7826398" y="0"/>
                  </a:lnTo>
                  <a:lnTo>
                    <a:pt x="7825553" y="0"/>
                  </a:lnTo>
                  <a:lnTo>
                    <a:pt x="7824708" y="0"/>
                  </a:lnTo>
                  <a:lnTo>
                    <a:pt x="7823862" y="0"/>
                  </a:lnTo>
                  <a:lnTo>
                    <a:pt x="7823017" y="0"/>
                  </a:lnTo>
                  <a:lnTo>
                    <a:pt x="7822172" y="0"/>
                  </a:lnTo>
                  <a:lnTo>
                    <a:pt x="7821327" y="0"/>
                  </a:lnTo>
                  <a:lnTo>
                    <a:pt x="7820482" y="0"/>
                  </a:lnTo>
                  <a:lnTo>
                    <a:pt x="7819637" y="0"/>
                  </a:lnTo>
                  <a:lnTo>
                    <a:pt x="7818792" y="0"/>
                  </a:lnTo>
                  <a:lnTo>
                    <a:pt x="7817947" y="0"/>
                  </a:lnTo>
                  <a:lnTo>
                    <a:pt x="7817102" y="0"/>
                  </a:lnTo>
                  <a:lnTo>
                    <a:pt x="7816257" y="0"/>
                  </a:lnTo>
                  <a:lnTo>
                    <a:pt x="7815412" y="0"/>
                  </a:lnTo>
                  <a:lnTo>
                    <a:pt x="7814566" y="0"/>
                  </a:lnTo>
                  <a:lnTo>
                    <a:pt x="7813721" y="0"/>
                  </a:lnTo>
                  <a:lnTo>
                    <a:pt x="7812876" y="0"/>
                  </a:lnTo>
                  <a:lnTo>
                    <a:pt x="7812031" y="0"/>
                  </a:lnTo>
                  <a:lnTo>
                    <a:pt x="7811186" y="0"/>
                  </a:lnTo>
                  <a:lnTo>
                    <a:pt x="7810341" y="0"/>
                  </a:lnTo>
                  <a:lnTo>
                    <a:pt x="7809496" y="0"/>
                  </a:lnTo>
                  <a:lnTo>
                    <a:pt x="7808651" y="0"/>
                  </a:lnTo>
                  <a:lnTo>
                    <a:pt x="7807806" y="0"/>
                  </a:lnTo>
                  <a:lnTo>
                    <a:pt x="7806961" y="0"/>
                  </a:lnTo>
                  <a:lnTo>
                    <a:pt x="7806115" y="0"/>
                  </a:lnTo>
                  <a:lnTo>
                    <a:pt x="7805270" y="0"/>
                  </a:lnTo>
                  <a:lnTo>
                    <a:pt x="7804425" y="0"/>
                  </a:lnTo>
                  <a:lnTo>
                    <a:pt x="7803580" y="0"/>
                  </a:lnTo>
                  <a:lnTo>
                    <a:pt x="7802735" y="0"/>
                  </a:lnTo>
                  <a:lnTo>
                    <a:pt x="7801890" y="0"/>
                  </a:lnTo>
                  <a:lnTo>
                    <a:pt x="7801045" y="0"/>
                  </a:lnTo>
                  <a:lnTo>
                    <a:pt x="7800200" y="0"/>
                  </a:lnTo>
                  <a:lnTo>
                    <a:pt x="7799355" y="0"/>
                  </a:lnTo>
                  <a:lnTo>
                    <a:pt x="7798510" y="0"/>
                  </a:lnTo>
                  <a:lnTo>
                    <a:pt x="7797665" y="0"/>
                  </a:lnTo>
                  <a:lnTo>
                    <a:pt x="7796819" y="0"/>
                  </a:lnTo>
                  <a:lnTo>
                    <a:pt x="7795974" y="0"/>
                  </a:lnTo>
                  <a:lnTo>
                    <a:pt x="7795129" y="0"/>
                  </a:lnTo>
                  <a:lnTo>
                    <a:pt x="7794284" y="0"/>
                  </a:lnTo>
                  <a:lnTo>
                    <a:pt x="7793439" y="0"/>
                  </a:lnTo>
                  <a:lnTo>
                    <a:pt x="7792594" y="0"/>
                  </a:lnTo>
                  <a:lnTo>
                    <a:pt x="7791749" y="0"/>
                  </a:lnTo>
                  <a:lnTo>
                    <a:pt x="7790904" y="0"/>
                  </a:lnTo>
                  <a:lnTo>
                    <a:pt x="7790059" y="0"/>
                  </a:lnTo>
                  <a:lnTo>
                    <a:pt x="7789214" y="0"/>
                  </a:lnTo>
                  <a:lnTo>
                    <a:pt x="7788369" y="0"/>
                  </a:lnTo>
                  <a:lnTo>
                    <a:pt x="7787523" y="0"/>
                  </a:lnTo>
                  <a:lnTo>
                    <a:pt x="7786678" y="0"/>
                  </a:lnTo>
                  <a:lnTo>
                    <a:pt x="7785833" y="0"/>
                  </a:lnTo>
                  <a:lnTo>
                    <a:pt x="7784988" y="0"/>
                  </a:lnTo>
                  <a:lnTo>
                    <a:pt x="7784143" y="0"/>
                  </a:lnTo>
                  <a:lnTo>
                    <a:pt x="7783298" y="0"/>
                  </a:lnTo>
                  <a:lnTo>
                    <a:pt x="7782453" y="0"/>
                  </a:lnTo>
                  <a:lnTo>
                    <a:pt x="7781608" y="0"/>
                  </a:lnTo>
                  <a:lnTo>
                    <a:pt x="7780763" y="0"/>
                  </a:lnTo>
                  <a:lnTo>
                    <a:pt x="7779918" y="0"/>
                  </a:lnTo>
                  <a:lnTo>
                    <a:pt x="7779073" y="0"/>
                  </a:lnTo>
                  <a:lnTo>
                    <a:pt x="7778227" y="0"/>
                  </a:lnTo>
                  <a:lnTo>
                    <a:pt x="7777382" y="0"/>
                  </a:lnTo>
                  <a:lnTo>
                    <a:pt x="7776537" y="0"/>
                  </a:lnTo>
                  <a:lnTo>
                    <a:pt x="7775692" y="0"/>
                  </a:lnTo>
                  <a:lnTo>
                    <a:pt x="7774847" y="0"/>
                  </a:lnTo>
                  <a:lnTo>
                    <a:pt x="7774002" y="0"/>
                  </a:lnTo>
                  <a:lnTo>
                    <a:pt x="7773157" y="0"/>
                  </a:lnTo>
                  <a:lnTo>
                    <a:pt x="7772312" y="0"/>
                  </a:lnTo>
                  <a:lnTo>
                    <a:pt x="7771467" y="0"/>
                  </a:lnTo>
                  <a:lnTo>
                    <a:pt x="7770622" y="0"/>
                  </a:lnTo>
                  <a:lnTo>
                    <a:pt x="7769777" y="0"/>
                  </a:lnTo>
                  <a:lnTo>
                    <a:pt x="7768931" y="0"/>
                  </a:lnTo>
                  <a:lnTo>
                    <a:pt x="7768086" y="0"/>
                  </a:lnTo>
                  <a:lnTo>
                    <a:pt x="7767241" y="0"/>
                  </a:lnTo>
                  <a:lnTo>
                    <a:pt x="7766396" y="0"/>
                  </a:lnTo>
                  <a:lnTo>
                    <a:pt x="7765551" y="0"/>
                  </a:lnTo>
                  <a:lnTo>
                    <a:pt x="7764706" y="0"/>
                  </a:lnTo>
                  <a:lnTo>
                    <a:pt x="7763861" y="0"/>
                  </a:lnTo>
                  <a:lnTo>
                    <a:pt x="7763016" y="0"/>
                  </a:lnTo>
                  <a:lnTo>
                    <a:pt x="7762171" y="0"/>
                  </a:lnTo>
                  <a:lnTo>
                    <a:pt x="7761326" y="0"/>
                  </a:lnTo>
                  <a:lnTo>
                    <a:pt x="7760481" y="0"/>
                  </a:lnTo>
                  <a:lnTo>
                    <a:pt x="7759635" y="0"/>
                  </a:lnTo>
                  <a:lnTo>
                    <a:pt x="7758790" y="0"/>
                  </a:lnTo>
                  <a:lnTo>
                    <a:pt x="7757945" y="0"/>
                  </a:lnTo>
                  <a:lnTo>
                    <a:pt x="7757100" y="0"/>
                  </a:lnTo>
                  <a:lnTo>
                    <a:pt x="7756255" y="0"/>
                  </a:lnTo>
                  <a:lnTo>
                    <a:pt x="7755410" y="0"/>
                  </a:lnTo>
                  <a:lnTo>
                    <a:pt x="7754565" y="0"/>
                  </a:lnTo>
                  <a:lnTo>
                    <a:pt x="7753720" y="0"/>
                  </a:lnTo>
                  <a:lnTo>
                    <a:pt x="7752875" y="0"/>
                  </a:lnTo>
                  <a:lnTo>
                    <a:pt x="7752030" y="0"/>
                  </a:lnTo>
                  <a:lnTo>
                    <a:pt x="7751185" y="0"/>
                  </a:lnTo>
                  <a:lnTo>
                    <a:pt x="7750339" y="0"/>
                  </a:lnTo>
                  <a:lnTo>
                    <a:pt x="7749494" y="0"/>
                  </a:lnTo>
                  <a:lnTo>
                    <a:pt x="7748649" y="0"/>
                  </a:lnTo>
                  <a:lnTo>
                    <a:pt x="7747804" y="0"/>
                  </a:lnTo>
                  <a:lnTo>
                    <a:pt x="7746959" y="0"/>
                  </a:lnTo>
                  <a:lnTo>
                    <a:pt x="7746114" y="0"/>
                  </a:lnTo>
                  <a:lnTo>
                    <a:pt x="7745269" y="0"/>
                  </a:lnTo>
                  <a:lnTo>
                    <a:pt x="7744424" y="0"/>
                  </a:lnTo>
                  <a:lnTo>
                    <a:pt x="7743579" y="0"/>
                  </a:lnTo>
                  <a:lnTo>
                    <a:pt x="7742734" y="0"/>
                  </a:lnTo>
                  <a:lnTo>
                    <a:pt x="7741888" y="0"/>
                  </a:lnTo>
                  <a:lnTo>
                    <a:pt x="7741043" y="0"/>
                  </a:lnTo>
                  <a:lnTo>
                    <a:pt x="7740198" y="0"/>
                  </a:lnTo>
                  <a:lnTo>
                    <a:pt x="7739353" y="0"/>
                  </a:lnTo>
                  <a:lnTo>
                    <a:pt x="7738508" y="0"/>
                  </a:lnTo>
                  <a:lnTo>
                    <a:pt x="7737663" y="0"/>
                  </a:lnTo>
                  <a:lnTo>
                    <a:pt x="7736818" y="0"/>
                  </a:lnTo>
                  <a:lnTo>
                    <a:pt x="7735973" y="0"/>
                  </a:lnTo>
                  <a:lnTo>
                    <a:pt x="7735128" y="0"/>
                  </a:lnTo>
                  <a:lnTo>
                    <a:pt x="7734283" y="0"/>
                  </a:lnTo>
                  <a:lnTo>
                    <a:pt x="7733438" y="0"/>
                  </a:lnTo>
                  <a:lnTo>
                    <a:pt x="7732592" y="0"/>
                  </a:lnTo>
                  <a:lnTo>
                    <a:pt x="7731747" y="0"/>
                  </a:lnTo>
                  <a:lnTo>
                    <a:pt x="7730902" y="0"/>
                  </a:lnTo>
                  <a:lnTo>
                    <a:pt x="7730057" y="0"/>
                  </a:lnTo>
                  <a:lnTo>
                    <a:pt x="7729212" y="0"/>
                  </a:lnTo>
                  <a:lnTo>
                    <a:pt x="7728367" y="0"/>
                  </a:lnTo>
                  <a:lnTo>
                    <a:pt x="7727522" y="0"/>
                  </a:lnTo>
                  <a:lnTo>
                    <a:pt x="7726677" y="0"/>
                  </a:lnTo>
                  <a:lnTo>
                    <a:pt x="7725832" y="0"/>
                  </a:lnTo>
                  <a:lnTo>
                    <a:pt x="7724987" y="0"/>
                  </a:lnTo>
                  <a:lnTo>
                    <a:pt x="7724142" y="0"/>
                  </a:lnTo>
                  <a:lnTo>
                    <a:pt x="7723296" y="0"/>
                  </a:lnTo>
                  <a:lnTo>
                    <a:pt x="7722451" y="0"/>
                  </a:lnTo>
                  <a:lnTo>
                    <a:pt x="7721606" y="0"/>
                  </a:lnTo>
                  <a:lnTo>
                    <a:pt x="7720761" y="0"/>
                  </a:lnTo>
                  <a:lnTo>
                    <a:pt x="7719916" y="0"/>
                  </a:lnTo>
                  <a:lnTo>
                    <a:pt x="7719071" y="0"/>
                  </a:lnTo>
                  <a:lnTo>
                    <a:pt x="7718226" y="0"/>
                  </a:lnTo>
                  <a:lnTo>
                    <a:pt x="7717381" y="0"/>
                  </a:lnTo>
                  <a:lnTo>
                    <a:pt x="7716536" y="0"/>
                  </a:lnTo>
                  <a:lnTo>
                    <a:pt x="7715691" y="0"/>
                  </a:lnTo>
                  <a:lnTo>
                    <a:pt x="7714846" y="0"/>
                  </a:lnTo>
                  <a:lnTo>
                    <a:pt x="7714000" y="0"/>
                  </a:lnTo>
                  <a:lnTo>
                    <a:pt x="7713155" y="0"/>
                  </a:lnTo>
                  <a:lnTo>
                    <a:pt x="7712310" y="0"/>
                  </a:lnTo>
                  <a:lnTo>
                    <a:pt x="7711465" y="0"/>
                  </a:lnTo>
                  <a:lnTo>
                    <a:pt x="7710620" y="0"/>
                  </a:lnTo>
                  <a:lnTo>
                    <a:pt x="7709775" y="0"/>
                  </a:lnTo>
                  <a:lnTo>
                    <a:pt x="7708930" y="0"/>
                  </a:lnTo>
                  <a:lnTo>
                    <a:pt x="7708085" y="0"/>
                  </a:lnTo>
                  <a:lnTo>
                    <a:pt x="7707240" y="0"/>
                  </a:lnTo>
                  <a:lnTo>
                    <a:pt x="7706395" y="0"/>
                  </a:lnTo>
                  <a:lnTo>
                    <a:pt x="7705550" y="0"/>
                  </a:lnTo>
                  <a:lnTo>
                    <a:pt x="7704704" y="0"/>
                  </a:lnTo>
                  <a:lnTo>
                    <a:pt x="7703859" y="0"/>
                  </a:lnTo>
                  <a:lnTo>
                    <a:pt x="7703014" y="0"/>
                  </a:lnTo>
                  <a:lnTo>
                    <a:pt x="7702169" y="0"/>
                  </a:lnTo>
                  <a:lnTo>
                    <a:pt x="7701324" y="0"/>
                  </a:lnTo>
                  <a:lnTo>
                    <a:pt x="7700479" y="0"/>
                  </a:lnTo>
                  <a:lnTo>
                    <a:pt x="7699634" y="0"/>
                  </a:lnTo>
                  <a:lnTo>
                    <a:pt x="7698789" y="0"/>
                  </a:lnTo>
                  <a:lnTo>
                    <a:pt x="7697944" y="0"/>
                  </a:lnTo>
                  <a:lnTo>
                    <a:pt x="7697099" y="0"/>
                  </a:lnTo>
                  <a:lnTo>
                    <a:pt x="7696254" y="0"/>
                  </a:lnTo>
                  <a:lnTo>
                    <a:pt x="7695408" y="0"/>
                  </a:lnTo>
                  <a:lnTo>
                    <a:pt x="7694563" y="0"/>
                  </a:lnTo>
                  <a:lnTo>
                    <a:pt x="7693718" y="0"/>
                  </a:lnTo>
                  <a:lnTo>
                    <a:pt x="7692873" y="0"/>
                  </a:lnTo>
                  <a:lnTo>
                    <a:pt x="7692028" y="0"/>
                  </a:lnTo>
                  <a:lnTo>
                    <a:pt x="7691183" y="0"/>
                  </a:lnTo>
                  <a:lnTo>
                    <a:pt x="7690338" y="0"/>
                  </a:lnTo>
                  <a:lnTo>
                    <a:pt x="7689493" y="0"/>
                  </a:lnTo>
                  <a:lnTo>
                    <a:pt x="7688648" y="0"/>
                  </a:lnTo>
                  <a:lnTo>
                    <a:pt x="7687803" y="0"/>
                  </a:lnTo>
                  <a:lnTo>
                    <a:pt x="7686957" y="0"/>
                  </a:lnTo>
                  <a:lnTo>
                    <a:pt x="7686112" y="0"/>
                  </a:lnTo>
                  <a:lnTo>
                    <a:pt x="7685267" y="0"/>
                  </a:lnTo>
                  <a:lnTo>
                    <a:pt x="7684422" y="0"/>
                  </a:lnTo>
                  <a:lnTo>
                    <a:pt x="7683577" y="0"/>
                  </a:lnTo>
                  <a:lnTo>
                    <a:pt x="7682732" y="0"/>
                  </a:lnTo>
                  <a:lnTo>
                    <a:pt x="7681887" y="0"/>
                  </a:lnTo>
                  <a:lnTo>
                    <a:pt x="7681042" y="0"/>
                  </a:lnTo>
                  <a:lnTo>
                    <a:pt x="7680197" y="0"/>
                  </a:lnTo>
                  <a:lnTo>
                    <a:pt x="7679352" y="0"/>
                  </a:lnTo>
                  <a:lnTo>
                    <a:pt x="7678507" y="0"/>
                  </a:lnTo>
                  <a:lnTo>
                    <a:pt x="7677661" y="0"/>
                  </a:lnTo>
                  <a:lnTo>
                    <a:pt x="7676816" y="0"/>
                  </a:lnTo>
                  <a:lnTo>
                    <a:pt x="7675971" y="0"/>
                  </a:lnTo>
                  <a:lnTo>
                    <a:pt x="7675126" y="0"/>
                  </a:lnTo>
                  <a:lnTo>
                    <a:pt x="7674281" y="0"/>
                  </a:lnTo>
                  <a:lnTo>
                    <a:pt x="7673436" y="0"/>
                  </a:lnTo>
                  <a:lnTo>
                    <a:pt x="7672591" y="0"/>
                  </a:lnTo>
                  <a:lnTo>
                    <a:pt x="7671746" y="0"/>
                  </a:lnTo>
                  <a:lnTo>
                    <a:pt x="7670901" y="0"/>
                  </a:lnTo>
                  <a:lnTo>
                    <a:pt x="7670056" y="0"/>
                  </a:lnTo>
                  <a:lnTo>
                    <a:pt x="7669211" y="0"/>
                  </a:lnTo>
                  <a:lnTo>
                    <a:pt x="7668365" y="0"/>
                  </a:lnTo>
                  <a:lnTo>
                    <a:pt x="7667520" y="0"/>
                  </a:lnTo>
                  <a:lnTo>
                    <a:pt x="7666675" y="0"/>
                  </a:lnTo>
                  <a:lnTo>
                    <a:pt x="7665830" y="0"/>
                  </a:lnTo>
                  <a:lnTo>
                    <a:pt x="7664985" y="0"/>
                  </a:lnTo>
                  <a:lnTo>
                    <a:pt x="7664140" y="0"/>
                  </a:lnTo>
                  <a:lnTo>
                    <a:pt x="7663295" y="0"/>
                  </a:lnTo>
                  <a:lnTo>
                    <a:pt x="7662450" y="0"/>
                  </a:lnTo>
                  <a:lnTo>
                    <a:pt x="7661605" y="0"/>
                  </a:lnTo>
                  <a:lnTo>
                    <a:pt x="7660760" y="0"/>
                  </a:lnTo>
                  <a:lnTo>
                    <a:pt x="7659915" y="0"/>
                  </a:lnTo>
                  <a:lnTo>
                    <a:pt x="7659069" y="0"/>
                  </a:lnTo>
                  <a:lnTo>
                    <a:pt x="7658224" y="0"/>
                  </a:lnTo>
                  <a:lnTo>
                    <a:pt x="7657379" y="0"/>
                  </a:lnTo>
                  <a:lnTo>
                    <a:pt x="7656534" y="0"/>
                  </a:lnTo>
                  <a:lnTo>
                    <a:pt x="7655689" y="0"/>
                  </a:lnTo>
                  <a:lnTo>
                    <a:pt x="7654844" y="0"/>
                  </a:lnTo>
                  <a:lnTo>
                    <a:pt x="7653999" y="0"/>
                  </a:lnTo>
                  <a:lnTo>
                    <a:pt x="7653154" y="0"/>
                  </a:lnTo>
                  <a:lnTo>
                    <a:pt x="7652309" y="0"/>
                  </a:lnTo>
                  <a:lnTo>
                    <a:pt x="7651464" y="0"/>
                  </a:lnTo>
                  <a:lnTo>
                    <a:pt x="7650619" y="0"/>
                  </a:lnTo>
                  <a:lnTo>
                    <a:pt x="7649773" y="0"/>
                  </a:lnTo>
                  <a:lnTo>
                    <a:pt x="7648928" y="0"/>
                  </a:lnTo>
                  <a:lnTo>
                    <a:pt x="7648083" y="0"/>
                  </a:lnTo>
                  <a:lnTo>
                    <a:pt x="7647238" y="0"/>
                  </a:lnTo>
                  <a:lnTo>
                    <a:pt x="7646393" y="0"/>
                  </a:lnTo>
                  <a:lnTo>
                    <a:pt x="7645548" y="0"/>
                  </a:lnTo>
                  <a:lnTo>
                    <a:pt x="7644703" y="0"/>
                  </a:lnTo>
                  <a:lnTo>
                    <a:pt x="7643858" y="0"/>
                  </a:lnTo>
                  <a:lnTo>
                    <a:pt x="7643013" y="0"/>
                  </a:lnTo>
                  <a:lnTo>
                    <a:pt x="7642168" y="0"/>
                  </a:lnTo>
                  <a:lnTo>
                    <a:pt x="7641323" y="0"/>
                  </a:lnTo>
                  <a:lnTo>
                    <a:pt x="7640477" y="0"/>
                  </a:lnTo>
                  <a:lnTo>
                    <a:pt x="7639632" y="0"/>
                  </a:lnTo>
                  <a:lnTo>
                    <a:pt x="7638787" y="0"/>
                  </a:lnTo>
                  <a:lnTo>
                    <a:pt x="7637942" y="0"/>
                  </a:lnTo>
                  <a:lnTo>
                    <a:pt x="7637097" y="0"/>
                  </a:lnTo>
                  <a:lnTo>
                    <a:pt x="7636252" y="0"/>
                  </a:lnTo>
                  <a:lnTo>
                    <a:pt x="7635407" y="0"/>
                  </a:lnTo>
                  <a:lnTo>
                    <a:pt x="7634562" y="0"/>
                  </a:lnTo>
                  <a:lnTo>
                    <a:pt x="7633717" y="0"/>
                  </a:lnTo>
                  <a:lnTo>
                    <a:pt x="7632872" y="0"/>
                  </a:lnTo>
                  <a:lnTo>
                    <a:pt x="7632027" y="0"/>
                  </a:lnTo>
                  <a:lnTo>
                    <a:pt x="7631181" y="0"/>
                  </a:lnTo>
                  <a:lnTo>
                    <a:pt x="7630336" y="0"/>
                  </a:lnTo>
                  <a:lnTo>
                    <a:pt x="7629491" y="0"/>
                  </a:lnTo>
                  <a:lnTo>
                    <a:pt x="7628646" y="0"/>
                  </a:lnTo>
                  <a:lnTo>
                    <a:pt x="7627801" y="0"/>
                  </a:lnTo>
                  <a:lnTo>
                    <a:pt x="7626956" y="0"/>
                  </a:lnTo>
                  <a:lnTo>
                    <a:pt x="7626111" y="0"/>
                  </a:lnTo>
                  <a:lnTo>
                    <a:pt x="7625266" y="0"/>
                  </a:lnTo>
                  <a:lnTo>
                    <a:pt x="7624421" y="0"/>
                  </a:lnTo>
                  <a:lnTo>
                    <a:pt x="7623576" y="0"/>
                  </a:lnTo>
                  <a:lnTo>
                    <a:pt x="7622730" y="0"/>
                  </a:lnTo>
                  <a:lnTo>
                    <a:pt x="7621885" y="0"/>
                  </a:lnTo>
                  <a:lnTo>
                    <a:pt x="7621040" y="0"/>
                  </a:lnTo>
                  <a:lnTo>
                    <a:pt x="7620195" y="0"/>
                  </a:lnTo>
                  <a:lnTo>
                    <a:pt x="7619350" y="0"/>
                  </a:lnTo>
                  <a:lnTo>
                    <a:pt x="7618505" y="0"/>
                  </a:lnTo>
                  <a:lnTo>
                    <a:pt x="7617660" y="0"/>
                  </a:lnTo>
                  <a:lnTo>
                    <a:pt x="7616815" y="0"/>
                  </a:lnTo>
                  <a:lnTo>
                    <a:pt x="7615970" y="0"/>
                  </a:lnTo>
                  <a:lnTo>
                    <a:pt x="7615125" y="0"/>
                  </a:lnTo>
                  <a:lnTo>
                    <a:pt x="7614280" y="0"/>
                  </a:lnTo>
                  <a:lnTo>
                    <a:pt x="7613434" y="0"/>
                  </a:lnTo>
                  <a:lnTo>
                    <a:pt x="7612589" y="0"/>
                  </a:lnTo>
                  <a:lnTo>
                    <a:pt x="7611744" y="0"/>
                  </a:lnTo>
                  <a:lnTo>
                    <a:pt x="7610899" y="0"/>
                  </a:lnTo>
                  <a:lnTo>
                    <a:pt x="7610054" y="0"/>
                  </a:lnTo>
                  <a:lnTo>
                    <a:pt x="7609209" y="0"/>
                  </a:lnTo>
                  <a:lnTo>
                    <a:pt x="7608364" y="0"/>
                  </a:lnTo>
                  <a:lnTo>
                    <a:pt x="7607519" y="0"/>
                  </a:lnTo>
                  <a:lnTo>
                    <a:pt x="7606674" y="0"/>
                  </a:lnTo>
                  <a:lnTo>
                    <a:pt x="7605829" y="0"/>
                  </a:lnTo>
                  <a:lnTo>
                    <a:pt x="7604984" y="0"/>
                  </a:lnTo>
                  <a:lnTo>
                    <a:pt x="7604138" y="0"/>
                  </a:lnTo>
                  <a:lnTo>
                    <a:pt x="7603293" y="0"/>
                  </a:lnTo>
                  <a:lnTo>
                    <a:pt x="7602448" y="0"/>
                  </a:lnTo>
                  <a:lnTo>
                    <a:pt x="7601603" y="0"/>
                  </a:lnTo>
                  <a:lnTo>
                    <a:pt x="7600758" y="0"/>
                  </a:lnTo>
                  <a:lnTo>
                    <a:pt x="7599913" y="0"/>
                  </a:lnTo>
                  <a:lnTo>
                    <a:pt x="7599068" y="0"/>
                  </a:lnTo>
                  <a:lnTo>
                    <a:pt x="7598223" y="0"/>
                  </a:lnTo>
                  <a:lnTo>
                    <a:pt x="7597378" y="0"/>
                  </a:lnTo>
                  <a:lnTo>
                    <a:pt x="7596533" y="0"/>
                  </a:lnTo>
                  <a:lnTo>
                    <a:pt x="7595688" y="0"/>
                  </a:lnTo>
                  <a:lnTo>
                    <a:pt x="7594842" y="0"/>
                  </a:lnTo>
                  <a:lnTo>
                    <a:pt x="7593997" y="0"/>
                  </a:lnTo>
                  <a:lnTo>
                    <a:pt x="7593152" y="0"/>
                  </a:lnTo>
                  <a:lnTo>
                    <a:pt x="7592307" y="0"/>
                  </a:lnTo>
                  <a:lnTo>
                    <a:pt x="7591462" y="0"/>
                  </a:lnTo>
                  <a:lnTo>
                    <a:pt x="7590617" y="0"/>
                  </a:lnTo>
                  <a:lnTo>
                    <a:pt x="7589772" y="0"/>
                  </a:lnTo>
                  <a:lnTo>
                    <a:pt x="7588927" y="0"/>
                  </a:lnTo>
                  <a:lnTo>
                    <a:pt x="7588082" y="0"/>
                  </a:lnTo>
                  <a:lnTo>
                    <a:pt x="7587237" y="0"/>
                  </a:lnTo>
                  <a:lnTo>
                    <a:pt x="7586392" y="0"/>
                  </a:lnTo>
                  <a:lnTo>
                    <a:pt x="7585546" y="0"/>
                  </a:lnTo>
                  <a:lnTo>
                    <a:pt x="7584701" y="0"/>
                  </a:lnTo>
                  <a:lnTo>
                    <a:pt x="7583856" y="0"/>
                  </a:lnTo>
                  <a:lnTo>
                    <a:pt x="7583011" y="0"/>
                  </a:lnTo>
                  <a:lnTo>
                    <a:pt x="7582166" y="0"/>
                  </a:lnTo>
                  <a:lnTo>
                    <a:pt x="7581321" y="0"/>
                  </a:lnTo>
                  <a:lnTo>
                    <a:pt x="7580476" y="0"/>
                  </a:lnTo>
                  <a:lnTo>
                    <a:pt x="7579631" y="0"/>
                  </a:lnTo>
                  <a:lnTo>
                    <a:pt x="7578786" y="0"/>
                  </a:lnTo>
                  <a:lnTo>
                    <a:pt x="7577941" y="0"/>
                  </a:lnTo>
                  <a:lnTo>
                    <a:pt x="7577096" y="0"/>
                  </a:lnTo>
                  <a:lnTo>
                    <a:pt x="7576250" y="0"/>
                  </a:lnTo>
                  <a:lnTo>
                    <a:pt x="7575405" y="0"/>
                  </a:lnTo>
                  <a:lnTo>
                    <a:pt x="7574560" y="0"/>
                  </a:lnTo>
                  <a:lnTo>
                    <a:pt x="7573715" y="0"/>
                  </a:lnTo>
                  <a:lnTo>
                    <a:pt x="7572870" y="0"/>
                  </a:lnTo>
                  <a:lnTo>
                    <a:pt x="7572025" y="0"/>
                  </a:lnTo>
                  <a:lnTo>
                    <a:pt x="7571180" y="0"/>
                  </a:lnTo>
                  <a:lnTo>
                    <a:pt x="7570335" y="0"/>
                  </a:lnTo>
                  <a:lnTo>
                    <a:pt x="7569490" y="0"/>
                  </a:lnTo>
                  <a:lnTo>
                    <a:pt x="7568645" y="0"/>
                  </a:lnTo>
                  <a:lnTo>
                    <a:pt x="7567800" y="0"/>
                  </a:lnTo>
                  <a:lnTo>
                    <a:pt x="7566954" y="0"/>
                  </a:lnTo>
                  <a:lnTo>
                    <a:pt x="7566109" y="0"/>
                  </a:lnTo>
                  <a:lnTo>
                    <a:pt x="7565264" y="0"/>
                  </a:lnTo>
                  <a:lnTo>
                    <a:pt x="7564419" y="0"/>
                  </a:lnTo>
                  <a:lnTo>
                    <a:pt x="7563574" y="0"/>
                  </a:lnTo>
                  <a:lnTo>
                    <a:pt x="7562729" y="0"/>
                  </a:lnTo>
                  <a:lnTo>
                    <a:pt x="7561884" y="0"/>
                  </a:lnTo>
                  <a:lnTo>
                    <a:pt x="7561039" y="0"/>
                  </a:lnTo>
                  <a:lnTo>
                    <a:pt x="7560194" y="0"/>
                  </a:lnTo>
                  <a:lnTo>
                    <a:pt x="7559349" y="0"/>
                  </a:lnTo>
                  <a:lnTo>
                    <a:pt x="7558503" y="0"/>
                  </a:lnTo>
                  <a:lnTo>
                    <a:pt x="7557658" y="0"/>
                  </a:lnTo>
                  <a:lnTo>
                    <a:pt x="7556813" y="0"/>
                  </a:lnTo>
                  <a:lnTo>
                    <a:pt x="7555968" y="0"/>
                  </a:lnTo>
                  <a:lnTo>
                    <a:pt x="7555123" y="0"/>
                  </a:lnTo>
                  <a:lnTo>
                    <a:pt x="7554278" y="0"/>
                  </a:lnTo>
                  <a:lnTo>
                    <a:pt x="7553433" y="0"/>
                  </a:lnTo>
                  <a:lnTo>
                    <a:pt x="7552588" y="0"/>
                  </a:lnTo>
                  <a:lnTo>
                    <a:pt x="7551743" y="0"/>
                  </a:lnTo>
                  <a:lnTo>
                    <a:pt x="7550898" y="0"/>
                  </a:lnTo>
                  <a:lnTo>
                    <a:pt x="7550053" y="0"/>
                  </a:lnTo>
                  <a:lnTo>
                    <a:pt x="7549207" y="0"/>
                  </a:lnTo>
                  <a:lnTo>
                    <a:pt x="7548362" y="0"/>
                  </a:lnTo>
                  <a:lnTo>
                    <a:pt x="7547517" y="0"/>
                  </a:lnTo>
                  <a:lnTo>
                    <a:pt x="7546672" y="0"/>
                  </a:lnTo>
                  <a:lnTo>
                    <a:pt x="7545827" y="0"/>
                  </a:lnTo>
                  <a:lnTo>
                    <a:pt x="7544982" y="0"/>
                  </a:lnTo>
                  <a:lnTo>
                    <a:pt x="7544137" y="0"/>
                  </a:lnTo>
                  <a:lnTo>
                    <a:pt x="7543292" y="0"/>
                  </a:lnTo>
                  <a:lnTo>
                    <a:pt x="7542447" y="0"/>
                  </a:lnTo>
                  <a:lnTo>
                    <a:pt x="7541602" y="0"/>
                  </a:lnTo>
                  <a:lnTo>
                    <a:pt x="7540757" y="0"/>
                  </a:lnTo>
                  <a:lnTo>
                    <a:pt x="7539911" y="0"/>
                  </a:lnTo>
                  <a:lnTo>
                    <a:pt x="7539066" y="0"/>
                  </a:lnTo>
                  <a:lnTo>
                    <a:pt x="7538221" y="0"/>
                  </a:lnTo>
                  <a:lnTo>
                    <a:pt x="7537376" y="0"/>
                  </a:lnTo>
                  <a:lnTo>
                    <a:pt x="7536531" y="0"/>
                  </a:lnTo>
                  <a:lnTo>
                    <a:pt x="7535686" y="0"/>
                  </a:lnTo>
                  <a:lnTo>
                    <a:pt x="7534841" y="0"/>
                  </a:lnTo>
                  <a:lnTo>
                    <a:pt x="7533996" y="0"/>
                  </a:lnTo>
                  <a:lnTo>
                    <a:pt x="7533151" y="0"/>
                  </a:lnTo>
                  <a:lnTo>
                    <a:pt x="7532306" y="0"/>
                  </a:lnTo>
                  <a:lnTo>
                    <a:pt x="7531461" y="0"/>
                  </a:lnTo>
                  <a:lnTo>
                    <a:pt x="7530615" y="0"/>
                  </a:lnTo>
                  <a:lnTo>
                    <a:pt x="7529770" y="0"/>
                  </a:lnTo>
                  <a:lnTo>
                    <a:pt x="7528925" y="0"/>
                  </a:lnTo>
                  <a:lnTo>
                    <a:pt x="7528080" y="0"/>
                  </a:lnTo>
                  <a:lnTo>
                    <a:pt x="7527235" y="0"/>
                  </a:lnTo>
                  <a:lnTo>
                    <a:pt x="7526390" y="0"/>
                  </a:lnTo>
                  <a:lnTo>
                    <a:pt x="7525545" y="0"/>
                  </a:lnTo>
                  <a:lnTo>
                    <a:pt x="7524700" y="0"/>
                  </a:lnTo>
                  <a:lnTo>
                    <a:pt x="7523855" y="0"/>
                  </a:lnTo>
                  <a:lnTo>
                    <a:pt x="7523010" y="0"/>
                  </a:lnTo>
                  <a:lnTo>
                    <a:pt x="7522165" y="0"/>
                  </a:lnTo>
                  <a:lnTo>
                    <a:pt x="7521319" y="0"/>
                  </a:lnTo>
                  <a:lnTo>
                    <a:pt x="7520474" y="0"/>
                  </a:lnTo>
                  <a:lnTo>
                    <a:pt x="7519629" y="0"/>
                  </a:lnTo>
                  <a:lnTo>
                    <a:pt x="7518784" y="0"/>
                  </a:lnTo>
                  <a:lnTo>
                    <a:pt x="7517939" y="0"/>
                  </a:lnTo>
                  <a:lnTo>
                    <a:pt x="7517094" y="0"/>
                  </a:lnTo>
                  <a:lnTo>
                    <a:pt x="7516249" y="0"/>
                  </a:lnTo>
                  <a:lnTo>
                    <a:pt x="7515404" y="0"/>
                  </a:lnTo>
                  <a:lnTo>
                    <a:pt x="7514559" y="0"/>
                  </a:lnTo>
                  <a:lnTo>
                    <a:pt x="7513714" y="0"/>
                  </a:lnTo>
                  <a:lnTo>
                    <a:pt x="7512869" y="0"/>
                  </a:lnTo>
                  <a:lnTo>
                    <a:pt x="7512023" y="0"/>
                  </a:lnTo>
                  <a:lnTo>
                    <a:pt x="7511178" y="0"/>
                  </a:lnTo>
                  <a:lnTo>
                    <a:pt x="7510333" y="0"/>
                  </a:lnTo>
                  <a:lnTo>
                    <a:pt x="7509488" y="0"/>
                  </a:lnTo>
                  <a:lnTo>
                    <a:pt x="7508643" y="0"/>
                  </a:lnTo>
                  <a:lnTo>
                    <a:pt x="7507798" y="0"/>
                  </a:lnTo>
                  <a:lnTo>
                    <a:pt x="7506953" y="0"/>
                  </a:lnTo>
                  <a:lnTo>
                    <a:pt x="7506108" y="0"/>
                  </a:lnTo>
                  <a:lnTo>
                    <a:pt x="7505263" y="0"/>
                  </a:lnTo>
                  <a:lnTo>
                    <a:pt x="7504418" y="0"/>
                  </a:lnTo>
                  <a:lnTo>
                    <a:pt x="7503573" y="0"/>
                  </a:lnTo>
                  <a:lnTo>
                    <a:pt x="7502727" y="0"/>
                  </a:lnTo>
                  <a:lnTo>
                    <a:pt x="7501882" y="0"/>
                  </a:lnTo>
                  <a:lnTo>
                    <a:pt x="7501037" y="0"/>
                  </a:lnTo>
                  <a:lnTo>
                    <a:pt x="7500192" y="0"/>
                  </a:lnTo>
                  <a:lnTo>
                    <a:pt x="7499347" y="0"/>
                  </a:lnTo>
                  <a:lnTo>
                    <a:pt x="7498502" y="0"/>
                  </a:lnTo>
                  <a:lnTo>
                    <a:pt x="7497657" y="0"/>
                  </a:lnTo>
                  <a:lnTo>
                    <a:pt x="7496812" y="0"/>
                  </a:lnTo>
                  <a:lnTo>
                    <a:pt x="7495967" y="0"/>
                  </a:lnTo>
                  <a:lnTo>
                    <a:pt x="7495122" y="0"/>
                  </a:lnTo>
                  <a:lnTo>
                    <a:pt x="7494276" y="0"/>
                  </a:lnTo>
                  <a:lnTo>
                    <a:pt x="7493431" y="0"/>
                  </a:lnTo>
                  <a:lnTo>
                    <a:pt x="7492586" y="0"/>
                  </a:lnTo>
                  <a:lnTo>
                    <a:pt x="7491741" y="0"/>
                  </a:lnTo>
                  <a:lnTo>
                    <a:pt x="7490896" y="0"/>
                  </a:lnTo>
                  <a:lnTo>
                    <a:pt x="7490051" y="0"/>
                  </a:lnTo>
                  <a:lnTo>
                    <a:pt x="7489206" y="0"/>
                  </a:lnTo>
                  <a:lnTo>
                    <a:pt x="7488361" y="0"/>
                  </a:lnTo>
                  <a:lnTo>
                    <a:pt x="7487516" y="0"/>
                  </a:lnTo>
                  <a:lnTo>
                    <a:pt x="7486671" y="0"/>
                  </a:lnTo>
                  <a:lnTo>
                    <a:pt x="7485826" y="0"/>
                  </a:lnTo>
                  <a:lnTo>
                    <a:pt x="7484980" y="0"/>
                  </a:lnTo>
                  <a:lnTo>
                    <a:pt x="7484135" y="0"/>
                  </a:lnTo>
                  <a:lnTo>
                    <a:pt x="7483290" y="0"/>
                  </a:lnTo>
                  <a:lnTo>
                    <a:pt x="7482445" y="0"/>
                  </a:lnTo>
                  <a:lnTo>
                    <a:pt x="7481600" y="0"/>
                  </a:lnTo>
                  <a:lnTo>
                    <a:pt x="7480755" y="0"/>
                  </a:lnTo>
                  <a:lnTo>
                    <a:pt x="7479910" y="0"/>
                  </a:lnTo>
                  <a:lnTo>
                    <a:pt x="7479065" y="0"/>
                  </a:lnTo>
                  <a:lnTo>
                    <a:pt x="7478220" y="0"/>
                  </a:lnTo>
                  <a:lnTo>
                    <a:pt x="7477375" y="0"/>
                  </a:lnTo>
                  <a:lnTo>
                    <a:pt x="7476530" y="0"/>
                  </a:lnTo>
                  <a:lnTo>
                    <a:pt x="7475684" y="0"/>
                  </a:lnTo>
                  <a:lnTo>
                    <a:pt x="7474839" y="0"/>
                  </a:lnTo>
                  <a:lnTo>
                    <a:pt x="7473994" y="0"/>
                  </a:lnTo>
                  <a:lnTo>
                    <a:pt x="7473149" y="0"/>
                  </a:lnTo>
                  <a:lnTo>
                    <a:pt x="7472304" y="0"/>
                  </a:lnTo>
                  <a:lnTo>
                    <a:pt x="7471459" y="0"/>
                  </a:lnTo>
                  <a:lnTo>
                    <a:pt x="7470614" y="0"/>
                  </a:lnTo>
                  <a:lnTo>
                    <a:pt x="7469769" y="0"/>
                  </a:lnTo>
                  <a:lnTo>
                    <a:pt x="7468924" y="0"/>
                  </a:lnTo>
                  <a:lnTo>
                    <a:pt x="7468079" y="0"/>
                  </a:lnTo>
                  <a:lnTo>
                    <a:pt x="7467234" y="0"/>
                  </a:lnTo>
                  <a:lnTo>
                    <a:pt x="7466388" y="0"/>
                  </a:lnTo>
                  <a:lnTo>
                    <a:pt x="7465543" y="0"/>
                  </a:lnTo>
                  <a:lnTo>
                    <a:pt x="7464698" y="0"/>
                  </a:lnTo>
                  <a:lnTo>
                    <a:pt x="7463853" y="0"/>
                  </a:lnTo>
                  <a:lnTo>
                    <a:pt x="7463008" y="0"/>
                  </a:lnTo>
                  <a:lnTo>
                    <a:pt x="7462163" y="0"/>
                  </a:lnTo>
                  <a:lnTo>
                    <a:pt x="7461318" y="0"/>
                  </a:lnTo>
                  <a:lnTo>
                    <a:pt x="7460473" y="0"/>
                  </a:lnTo>
                  <a:lnTo>
                    <a:pt x="7459628" y="0"/>
                  </a:lnTo>
                  <a:lnTo>
                    <a:pt x="7458783" y="0"/>
                  </a:lnTo>
                  <a:lnTo>
                    <a:pt x="7457938" y="0"/>
                  </a:lnTo>
                  <a:lnTo>
                    <a:pt x="7457092" y="0"/>
                  </a:lnTo>
                  <a:lnTo>
                    <a:pt x="7456247" y="0"/>
                  </a:lnTo>
                  <a:lnTo>
                    <a:pt x="7455402" y="0"/>
                  </a:lnTo>
                  <a:lnTo>
                    <a:pt x="7454557" y="0"/>
                  </a:lnTo>
                  <a:lnTo>
                    <a:pt x="7453712" y="0"/>
                  </a:lnTo>
                  <a:lnTo>
                    <a:pt x="7452867" y="0"/>
                  </a:lnTo>
                  <a:lnTo>
                    <a:pt x="7452022" y="0"/>
                  </a:lnTo>
                  <a:lnTo>
                    <a:pt x="7451177" y="0"/>
                  </a:lnTo>
                  <a:lnTo>
                    <a:pt x="7450332" y="0"/>
                  </a:lnTo>
                  <a:lnTo>
                    <a:pt x="7449487" y="0"/>
                  </a:lnTo>
                  <a:lnTo>
                    <a:pt x="7448642" y="0"/>
                  </a:lnTo>
                  <a:lnTo>
                    <a:pt x="7447796" y="0"/>
                  </a:lnTo>
                  <a:lnTo>
                    <a:pt x="7446951" y="0"/>
                  </a:lnTo>
                  <a:lnTo>
                    <a:pt x="7446106" y="0"/>
                  </a:lnTo>
                  <a:lnTo>
                    <a:pt x="7445261" y="0"/>
                  </a:lnTo>
                  <a:lnTo>
                    <a:pt x="7444416" y="0"/>
                  </a:lnTo>
                  <a:lnTo>
                    <a:pt x="7443571" y="0"/>
                  </a:lnTo>
                  <a:lnTo>
                    <a:pt x="7442726" y="0"/>
                  </a:lnTo>
                  <a:lnTo>
                    <a:pt x="7441881" y="0"/>
                  </a:lnTo>
                  <a:lnTo>
                    <a:pt x="7441036" y="0"/>
                  </a:lnTo>
                  <a:lnTo>
                    <a:pt x="7440191" y="0"/>
                  </a:lnTo>
                  <a:lnTo>
                    <a:pt x="7439346" y="0"/>
                  </a:lnTo>
                  <a:lnTo>
                    <a:pt x="7438500" y="0"/>
                  </a:lnTo>
                  <a:lnTo>
                    <a:pt x="7437655" y="0"/>
                  </a:lnTo>
                  <a:lnTo>
                    <a:pt x="7436810" y="0"/>
                  </a:lnTo>
                  <a:lnTo>
                    <a:pt x="7435965" y="0"/>
                  </a:lnTo>
                  <a:lnTo>
                    <a:pt x="7435120" y="0"/>
                  </a:lnTo>
                  <a:lnTo>
                    <a:pt x="7434275" y="0"/>
                  </a:lnTo>
                  <a:lnTo>
                    <a:pt x="7433430" y="0"/>
                  </a:lnTo>
                  <a:lnTo>
                    <a:pt x="7432585" y="0"/>
                  </a:lnTo>
                  <a:lnTo>
                    <a:pt x="7431740" y="0"/>
                  </a:lnTo>
                  <a:lnTo>
                    <a:pt x="7430895" y="0"/>
                  </a:lnTo>
                  <a:lnTo>
                    <a:pt x="7430049" y="0"/>
                  </a:lnTo>
                  <a:lnTo>
                    <a:pt x="7429204" y="0"/>
                  </a:lnTo>
                  <a:lnTo>
                    <a:pt x="7428359" y="0"/>
                  </a:lnTo>
                  <a:lnTo>
                    <a:pt x="7427514" y="0"/>
                  </a:lnTo>
                  <a:lnTo>
                    <a:pt x="7426669" y="0"/>
                  </a:lnTo>
                  <a:lnTo>
                    <a:pt x="7425824" y="0"/>
                  </a:lnTo>
                  <a:lnTo>
                    <a:pt x="7424979" y="0"/>
                  </a:lnTo>
                  <a:lnTo>
                    <a:pt x="7424134" y="0"/>
                  </a:lnTo>
                  <a:lnTo>
                    <a:pt x="7423289" y="0"/>
                  </a:lnTo>
                  <a:lnTo>
                    <a:pt x="7422444" y="0"/>
                  </a:lnTo>
                  <a:lnTo>
                    <a:pt x="7421599" y="0"/>
                  </a:lnTo>
                  <a:lnTo>
                    <a:pt x="7420753" y="0"/>
                  </a:lnTo>
                  <a:lnTo>
                    <a:pt x="7419908" y="0"/>
                  </a:lnTo>
                  <a:lnTo>
                    <a:pt x="7419063" y="0"/>
                  </a:lnTo>
                  <a:lnTo>
                    <a:pt x="7418218" y="0"/>
                  </a:lnTo>
                  <a:lnTo>
                    <a:pt x="7417373" y="0"/>
                  </a:lnTo>
                  <a:lnTo>
                    <a:pt x="7416528" y="0"/>
                  </a:lnTo>
                  <a:lnTo>
                    <a:pt x="7415683" y="0"/>
                  </a:lnTo>
                  <a:lnTo>
                    <a:pt x="7414838" y="0"/>
                  </a:lnTo>
                  <a:lnTo>
                    <a:pt x="7413993" y="0"/>
                  </a:lnTo>
                  <a:lnTo>
                    <a:pt x="7413148" y="0"/>
                  </a:lnTo>
                  <a:lnTo>
                    <a:pt x="7412303" y="0"/>
                  </a:lnTo>
                  <a:lnTo>
                    <a:pt x="7411457" y="0"/>
                  </a:lnTo>
                  <a:lnTo>
                    <a:pt x="7410612" y="0"/>
                  </a:lnTo>
                  <a:lnTo>
                    <a:pt x="7409767" y="0"/>
                  </a:lnTo>
                  <a:lnTo>
                    <a:pt x="7408922" y="0"/>
                  </a:lnTo>
                  <a:lnTo>
                    <a:pt x="7408077" y="0"/>
                  </a:lnTo>
                  <a:lnTo>
                    <a:pt x="7407232" y="0"/>
                  </a:lnTo>
                  <a:lnTo>
                    <a:pt x="7406387" y="0"/>
                  </a:lnTo>
                  <a:lnTo>
                    <a:pt x="7405542" y="0"/>
                  </a:lnTo>
                  <a:lnTo>
                    <a:pt x="7404697" y="0"/>
                  </a:lnTo>
                  <a:lnTo>
                    <a:pt x="7403852" y="0"/>
                  </a:lnTo>
                  <a:lnTo>
                    <a:pt x="7403007" y="0"/>
                  </a:lnTo>
                  <a:lnTo>
                    <a:pt x="7402161" y="0"/>
                  </a:lnTo>
                  <a:lnTo>
                    <a:pt x="7401316" y="0"/>
                  </a:lnTo>
                  <a:lnTo>
                    <a:pt x="7400471" y="0"/>
                  </a:lnTo>
                  <a:lnTo>
                    <a:pt x="7399626" y="0"/>
                  </a:lnTo>
                  <a:lnTo>
                    <a:pt x="7398781" y="0"/>
                  </a:lnTo>
                  <a:lnTo>
                    <a:pt x="7397936" y="0"/>
                  </a:lnTo>
                  <a:lnTo>
                    <a:pt x="7397091" y="0"/>
                  </a:lnTo>
                  <a:lnTo>
                    <a:pt x="7396246" y="0"/>
                  </a:lnTo>
                  <a:lnTo>
                    <a:pt x="7395401" y="0"/>
                  </a:lnTo>
                  <a:lnTo>
                    <a:pt x="7394556" y="0"/>
                  </a:lnTo>
                  <a:lnTo>
                    <a:pt x="7393711" y="0"/>
                  </a:lnTo>
                  <a:lnTo>
                    <a:pt x="7392865" y="0"/>
                  </a:lnTo>
                  <a:lnTo>
                    <a:pt x="7392020" y="0"/>
                  </a:lnTo>
                  <a:lnTo>
                    <a:pt x="7391175" y="0"/>
                  </a:lnTo>
                  <a:lnTo>
                    <a:pt x="7390330" y="0"/>
                  </a:lnTo>
                  <a:lnTo>
                    <a:pt x="7389485" y="0"/>
                  </a:lnTo>
                  <a:lnTo>
                    <a:pt x="7388640" y="0"/>
                  </a:lnTo>
                  <a:lnTo>
                    <a:pt x="7387795" y="0"/>
                  </a:lnTo>
                  <a:lnTo>
                    <a:pt x="7386950" y="0"/>
                  </a:lnTo>
                  <a:lnTo>
                    <a:pt x="7386105" y="0"/>
                  </a:lnTo>
                  <a:lnTo>
                    <a:pt x="7385260" y="0"/>
                  </a:lnTo>
                  <a:lnTo>
                    <a:pt x="7384415" y="0"/>
                  </a:lnTo>
                  <a:lnTo>
                    <a:pt x="7383569" y="0"/>
                  </a:lnTo>
                  <a:lnTo>
                    <a:pt x="7382724" y="0"/>
                  </a:lnTo>
                  <a:lnTo>
                    <a:pt x="7381879" y="0"/>
                  </a:lnTo>
                  <a:lnTo>
                    <a:pt x="7381034" y="0"/>
                  </a:lnTo>
                  <a:lnTo>
                    <a:pt x="7380189" y="0"/>
                  </a:lnTo>
                  <a:lnTo>
                    <a:pt x="7379344" y="0"/>
                  </a:lnTo>
                  <a:lnTo>
                    <a:pt x="7378499" y="0"/>
                  </a:lnTo>
                  <a:lnTo>
                    <a:pt x="7377654" y="0"/>
                  </a:lnTo>
                  <a:lnTo>
                    <a:pt x="7376809" y="0"/>
                  </a:lnTo>
                  <a:lnTo>
                    <a:pt x="7375964" y="0"/>
                  </a:lnTo>
                  <a:lnTo>
                    <a:pt x="7375119" y="0"/>
                  </a:lnTo>
                  <a:lnTo>
                    <a:pt x="7374273" y="0"/>
                  </a:lnTo>
                  <a:lnTo>
                    <a:pt x="7373428" y="0"/>
                  </a:lnTo>
                  <a:lnTo>
                    <a:pt x="7372583" y="0"/>
                  </a:lnTo>
                  <a:lnTo>
                    <a:pt x="7371738" y="0"/>
                  </a:lnTo>
                  <a:lnTo>
                    <a:pt x="7370893" y="0"/>
                  </a:lnTo>
                  <a:lnTo>
                    <a:pt x="7370048" y="0"/>
                  </a:lnTo>
                  <a:lnTo>
                    <a:pt x="7369203" y="0"/>
                  </a:lnTo>
                  <a:lnTo>
                    <a:pt x="7368358" y="0"/>
                  </a:lnTo>
                  <a:lnTo>
                    <a:pt x="7367513" y="0"/>
                  </a:lnTo>
                  <a:lnTo>
                    <a:pt x="7366668" y="0"/>
                  </a:lnTo>
                  <a:lnTo>
                    <a:pt x="7365822" y="0"/>
                  </a:lnTo>
                  <a:lnTo>
                    <a:pt x="7364977" y="0"/>
                  </a:lnTo>
                  <a:lnTo>
                    <a:pt x="7364132" y="0"/>
                  </a:lnTo>
                  <a:lnTo>
                    <a:pt x="7363287" y="0"/>
                  </a:lnTo>
                  <a:lnTo>
                    <a:pt x="7362442" y="0"/>
                  </a:lnTo>
                  <a:lnTo>
                    <a:pt x="7361597" y="0"/>
                  </a:lnTo>
                  <a:lnTo>
                    <a:pt x="7360752" y="0"/>
                  </a:lnTo>
                  <a:lnTo>
                    <a:pt x="7359907" y="0"/>
                  </a:lnTo>
                  <a:lnTo>
                    <a:pt x="7359062" y="0"/>
                  </a:lnTo>
                  <a:lnTo>
                    <a:pt x="7358217" y="0"/>
                  </a:lnTo>
                  <a:lnTo>
                    <a:pt x="7357372" y="0"/>
                  </a:lnTo>
                  <a:lnTo>
                    <a:pt x="7356526" y="0"/>
                  </a:lnTo>
                  <a:lnTo>
                    <a:pt x="7355681" y="0"/>
                  </a:lnTo>
                  <a:lnTo>
                    <a:pt x="7354836" y="0"/>
                  </a:lnTo>
                  <a:lnTo>
                    <a:pt x="7353991" y="0"/>
                  </a:lnTo>
                  <a:lnTo>
                    <a:pt x="7353146" y="0"/>
                  </a:lnTo>
                  <a:lnTo>
                    <a:pt x="7352301" y="0"/>
                  </a:lnTo>
                  <a:lnTo>
                    <a:pt x="7351456" y="0"/>
                  </a:lnTo>
                  <a:lnTo>
                    <a:pt x="7350611" y="0"/>
                  </a:lnTo>
                  <a:lnTo>
                    <a:pt x="7349766" y="0"/>
                  </a:lnTo>
                  <a:lnTo>
                    <a:pt x="7348921" y="0"/>
                  </a:lnTo>
                  <a:lnTo>
                    <a:pt x="7348076" y="0"/>
                  </a:lnTo>
                  <a:lnTo>
                    <a:pt x="7347230" y="0"/>
                  </a:lnTo>
                  <a:lnTo>
                    <a:pt x="7346385" y="0"/>
                  </a:lnTo>
                  <a:lnTo>
                    <a:pt x="7345540" y="0"/>
                  </a:lnTo>
                  <a:lnTo>
                    <a:pt x="7344695" y="0"/>
                  </a:lnTo>
                  <a:lnTo>
                    <a:pt x="7343850" y="0"/>
                  </a:lnTo>
                  <a:lnTo>
                    <a:pt x="7343005" y="0"/>
                  </a:lnTo>
                  <a:lnTo>
                    <a:pt x="7342160" y="0"/>
                  </a:lnTo>
                  <a:lnTo>
                    <a:pt x="7341315" y="0"/>
                  </a:lnTo>
                  <a:lnTo>
                    <a:pt x="7340470" y="0"/>
                  </a:lnTo>
                  <a:lnTo>
                    <a:pt x="7339625" y="0"/>
                  </a:lnTo>
                  <a:lnTo>
                    <a:pt x="7338780" y="0"/>
                  </a:lnTo>
                  <a:lnTo>
                    <a:pt x="7337934" y="0"/>
                  </a:lnTo>
                  <a:lnTo>
                    <a:pt x="7337089" y="0"/>
                  </a:lnTo>
                  <a:lnTo>
                    <a:pt x="7336244" y="0"/>
                  </a:lnTo>
                  <a:lnTo>
                    <a:pt x="7335399" y="0"/>
                  </a:lnTo>
                  <a:lnTo>
                    <a:pt x="7334554" y="0"/>
                  </a:lnTo>
                  <a:lnTo>
                    <a:pt x="7333709" y="0"/>
                  </a:lnTo>
                  <a:lnTo>
                    <a:pt x="7332864" y="0"/>
                  </a:lnTo>
                  <a:lnTo>
                    <a:pt x="7332019" y="0"/>
                  </a:lnTo>
                  <a:lnTo>
                    <a:pt x="7331174" y="0"/>
                  </a:lnTo>
                  <a:lnTo>
                    <a:pt x="7330329" y="0"/>
                  </a:lnTo>
                  <a:lnTo>
                    <a:pt x="7329484" y="0"/>
                  </a:lnTo>
                  <a:lnTo>
                    <a:pt x="7328638" y="0"/>
                  </a:lnTo>
                  <a:lnTo>
                    <a:pt x="7327793" y="0"/>
                  </a:lnTo>
                  <a:lnTo>
                    <a:pt x="7326948" y="0"/>
                  </a:lnTo>
                  <a:lnTo>
                    <a:pt x="7326103" y="0"/>
                  </a:lnTo>
                  <a:lnTo>
                    <a:pt x="7325258" y="0"/>
                  </a:lnTo>
                  <a:lnTo>
                    <a:pt x="7324413" y="0"/>
                  </a:lnTo>
                  <a:lnTo>
                    <a:pt x="7323568" y="0"/>
                  </a:lnTo>
                  <a:lnTo>
                    <a:pt x="7322723" y="0"/>
                  </a:lnTo>
                  <a:lnTo>
                    <a:pt x="7321878" y="0"/>
                  </a:lnTo>
                  <a:lnTo>
                    <a:pt x="7321033" y="0"/>
                  </a:lnTo>
                  <a:lnTo>
                    <a:pt x="7320188" y="0"/>
                  </a:lnTo>
                  <a:lnTo>
                    <a:pt x="7319342" y="0"/>
                  </a:lnTo>
                  <a:lnTo>
                    <a:pt x="7318497" y="0"/>
                  </a:lnTo>
                  <a:lnTo>
                    <a:pt x="7317652" y="0"/>
                  </a:lnTo>
                  <a:lnTo>
                    <a:pt x="7316807" y="0"/>
                  </a:lnTo>
                  <a:lnTo>
                    <a:pt x="7315962" y="0"/>
                  </a:lnTo>
                  <a:lnTo>
                    <a:pt x="7315117" y="0"/>
                  </a:lnTo>
                  <a:lnTo>
                    <a:pt x="7314272" y="0"/>
                  </a:lnTo>
                  <a:lnTo>
                    <a:pt x="7313427" y="0"/>
                  </a:lnTo>
                  <a:lnTo>
                    <a:pt x="7312582" y="0"/>
                  </a:lnTo>
                  <a:lnTo>
                    <a:pt x="7311737" y="0"/>
                  </a:lnTo>
                  <a:lnTo>
                    <a:pt x="7310892" y="0"/>
                  </a:lnTo>
                  <a:lnTo>
                    <a:pt x="7310046" y="0"/>
                  </a:lnTo>
                  <a:lnTo>
                    <a:pt x="7309201" y="0"/>
                  </a:lnTo>
                  <a:lnTo>
                    <a:pt x="7308356" y="0"/>
                  </a:lnTo>
                  <a:lnTo>
                    <a:pt x="7307511" y="0"/>
                  </a:lnTo>
                  <a:lnTo>
                    <a:pt x="7306666" y="0"/>
                  </a:lnTo>
                  <a:lnTo>
                    <a:pt x="7305821" y="0"/>
                  </a:lnTo>
                  <a:lnTo>
                    <a:pt x="7304976" y="0"/>
                  </a:lnTo>
                  <a:lnTo>
                    <a:pt x="7304131" y="0"/>
                  </a:lnTo>
                  <a:lnTo>
                    <a:pt x="7303286" y="0"/>
                  </a:lnTo>
                  <a:lnTo>
                    <a:pt x="7302441" y="0"/>
                  </a:lnTo>
                  <a:lnTo>
                    <a:pt x="7301595" y="0"/>
                  </a:lnTo>
                  <a:lnTo>
                    <a:pt x="7300750" y="0"/>
                  </a:lnTo>
                  <a:lnTo>
                    <a:pt x="7299905" y="0"/>
                  </a:lnTo>
                  <a:lnTo>
                    <a:pt x="7299060" y="0"/>
                  </a:lnTo>
                  <a:lnTo>
                    <a:pt x="7298215" y="0"/>
                  </a:lnTo>
                  <a:lnTo>
                    <a:pt x="7297370" y="0"/>
                  </a:lnTo>
                  <a:lnTo>
                    <a:pt x="7296525" y="0"/>
                  </a:lnTo>
                  <a:lnTo>
                    <a:pt x="7295680" y="0"/>
                  </a:lnTo>
                  <a:lnTo>
                    <a:pt x="7294835" y="0"/>
                  </a:lnTo>
                  <a:lnTo>
                    <a:pt x="7293990" y="0"/>
                  </a:lnTo>
                  <a:lnTo>
                    <a:pt x="7293145" y="0"/>
                  </a:lnTo>
                  <a:lnTo>
                    <a:pt x="7292299" y="0"/>
                  </a:lnTo>
                  <a:lnTo>
                    <a:pt x="7291454" y="0"/>
                  </a:lnTo>
                  <a:lnTo>
                    <a:pt x="7290609" y="0"/>
                  </a:lnTo>
                  <a:lnTo>
                    <a:pt x="7289764" y="0"/>
                  </a:lnTo>
                  <a:lnTo>
                    <a:pt x="7288919" y="0"/>
                  </a:lnTo>
                  <a:lnTo>
                    <a:pt x="7288074" y="0"/>
                  </a:lnTo>
                  <a:lnTo>
                    <a:pt x="7287229" y="0"/>
                  </a:lnTo>
                  <a:lnTo>
                    <a:pt x="7286384" y="0"/>
                  </a:lnTo>
                  <a:lnTo>
                    <a:pt x="7285539" y="0"/>
                  </a:lnTo>
                  <a:lnTo>
                    <a:pt x="7284694" y="0"/>
                  </a:lnTo>
                  <a:lnTo>
                    <a:pt x="7283849" y="0"/>
                  </a:lnTo>
                  <a:lnTo>
                    <a:pt x="7283003" y="0"/>
                  </a:lnTo>
                  <a:lnTo>
                    <a:pt x="7282158" y="0"/>
                  </a:lnTo>
                  <a:lnTo>
                    <a:pt x="7281313" y="0"/>
                  </a:lnTo>
                  <a:lnTo>
                    <a:pt x="7280468" y="0"/>
                  </a:lnTo>
                  <a:lnTo>
                    <a:pt x="7279623" y="0"/>
                  </a:lnTo>
                  <a:lnTo>
                    <a:pt x="7278778" y="0"/>
                  </a:lnTo>
                  <a:lnTo>
                    <a:pt x="7277933" y="0"/>
                  </a:lnTo>
                  <a:lnTo>
                    <a:pt x="7277088" y="0"/>
                  </a:lnTo>
                  <a:lnTo>
                    <a:pt x="7276243" y="0"/>
                  </a:lnTo>
                  <a:lnTo>
                    <a:pt x="7275398" y="0"/>
                  </a:lnTo>
                  <a:lnTo>
                    <a:pt x="7274553" y="0"/>
                  </a:lnTo>
                  <a:lnTo>
                    <a:pt x="7273707" y="0"/>
                  </a:lnTo>
                  <a:lnTo>
                    <a:pt x="7272862" y="0"/>
                  </a:lnTo>
                  <a:lnTo>
                    <a:pt x="7272017" y="0"/>
                  </a:lnTo>
                  <a:lnTo>
                    <a:pt x="7271172" y="0"/>
                  </a:lnTo>
                  <a:lnTo>
                    <a:pt x="7270327" y="0"/>
                  </a:lnTo>
                  <a:lnTo>
                    <a:pt x="7269482" y="0"/>
                  </a:lnTo>
                  <a:lnTo>
                    <a:pt x="7268637" y="0"/>
                  </a:lnTo>
                  <a:lnTo>
                    <a:pt x="7267792" y="0"/>
                  </a:lnTo>
                  <a:lnTo>
                    <a:pt x="7266947" y="0"/>
                  </a:lnTo>
                  <a:lnTo>
                    <a:pt x="7266102" y="0"/>
                  </a:lnTo>
                  <a:lnTo>
                    <a:pt x="7265257" y="0"/>
                  </a:lnTo>
                  <a:lnTo>
                    <a:pt x="7264411" y="0"/>
                  </a:lnTo>
                  <a:lnTo>
                    <a:pt x="7263566" y="0"/>
                  </a:lnTo>
                  <a:lnTo>
                    <a:pt x="7262721" y="0"/>
                  </a:lnTo>
                  <a:lnTo>
                    <a:pt x="7261876" y="0"/>
                  </a:lnTo>
                  <a:lnTo>
                    <a:pt x="7261031" y="0"/>
                  </a:lnTo>
                  <a:lnTo>
                    <a:pt x="7260186" y="0"/>
                  </a:lnTo>
                  <a:lnTo>
                    <a:pt x="7259341" y="0"/>
                  </a:lnTo>
                  <a:lnTo>
                    <a:pt x="7258496" y="0"/>
                  </a:lnTo>
                  <a:lnTo>
                    <a:pt x="7257651" y="0"/>
                  </a:lnTo>
                  <a:lnTo>
                    <a:pt x="7256806" y="0"/>
                  </a:lnTo>
                  <a:lnTo>
                    <a:pt x="7255961" y="0"/>
                  </a:lnTo>
                  <a:lnTo>
                    <a:pt x="7255115" y="0"/>
                  </a:lnTo>
                  <a:lnTo>
                    <a:pt x="7254270" y="0"/>
                  </a:lnTo>
                  <a:lnTo>
                    <a:pt x="7253425" y="0"/>
                  </a:lnTo>
                  <a:lnTo>
                    <a:pt x="7252580" y="0"/>
                  </a:lnTo>
                  <a:lnTo>
                    <a:pt x="7251735" y="0"/>
                  </a:lnTo>
                  <a:lnTo>
                    <a:pt x="7250890" y="0"/>
                  </a:lnTo>
                  <a:lnTo>
                    <a:pt x="7250045" y="0"/>
                  </a:lnTo>
                  <a:lnTo>
                    <a:pt x="7249200" y="0"/>
                  </a:lnTo>
                  <a:lnTo>
                    <a:pt x="7248355" y="0"/>
                  </a:lnTo>
                  <a:lnTo>
                    <a:pt x="7247510" y="0"/>
                  </a:lnTo>
                  <a:lnTo>
                    <a:pt x="7246665" y="0"/>
                  </a:lnTo>
                  <a:lnTo>
                    <a:pt x="7245819" y="0"/>
                  </a:lnTo>
                  <a:lnTo>
                    <a:pt x="7244974" y="0"/>
                  </a:lnTo>
                  <a:lnTo>
                    <a:pt x="7244129" y="0"/>
                  </a:lnTo>
                  <a:lnTo>
                    <a:pt x="7243284" y="0"/>
                  </a:lnTo>
                  <a:lnTo>
                    <a:pt x="7242439" y="0"/>
                  </a:lnTo>
                  <a:lnTo>
                    <a:pt x="7241594" y="0"/>
                  </a:lnTo>
                  <a:lnTo>
                    <a:pt x="7240749" y="0"/>
                  </a:lnTo>
                  <a:lnTo>
                    <a:pt x="7239904" y="0"/>
                  </a:lnTo>
                  <a:lnTo>
                    <a:pt x="7239059" y="0"/>
                  </a:lnTo>
                  <a:lnTo>
                    <a:pt x="7238214" y="0"/>
                  </a:lnTo>
                  <a:lnTo>
                    <a:pt x="7237368" y="0"/>
                  </a:lnTo>
                  <a:lnTo>
                    <a:pt x="7236523" y="0"/>
                  </a:lnTo>
                  <a:lnTo>
                    <a:pt x="7235678" y="0"/>
                  </a:lnTo>
                  <a:lnTo>
                    <a:pt x="7234833" y="0"/>
                  </a:lnTo>
                  <a:lnTo>
                    <a:pt x="7233988" y="0"/>
                  </a:lnTo>
                  <a:lnTo>
                    <a:pt x="7233143" y="0"/>
                  </a:lnTo>
                  <a:lnTo>
                    <a:pt x="7232298" y="0"/>
                  </a:lnTo>
                  <a:lnTo>
                    <a:pt x="7231453" y="0"/>
                  </a:lnTo>
                  <a:lnTo>
                    <a:pt x="7230608" y="0"/>
                  </a:lnTo>
                  <a:lnTo>
                    <a:pt x="7229763" y="0"/>
                  </a:lnTo>
                  <a:lnTo>
                    <a:pt x="7228918" y="0"/>
                  </a:lnTo>
                  <a:lnTo>
                    <a:pt x="7228072" y="0"/>
                  </a:lnTo>
                  <a:lnTo>
                    <a:pt x="7227227" y="0"/>
                  </a:lnTo>
                  <a:lnTo>
                    <a:pt x="7226382" y="0"/>
                  </a:lnTo>
                  <a:lnTo>
                    <a:pt x="7225537" y="0"/>
                  </a:lnTo>
                  <a:lnTo>
                    <a:pt x="7224692" y="0"/>
                  </a:lnTo>
                  <a:lnTo>
                    <a:pt x="7223847" y="0"/>
                  </a:lnTo>
                  <a:lnTo>
                    <a:pt x="7223002" y="0"/>
                  </a:lnTo>
                  <a:lnTo>
                    <a:pt x="7222157" y="0"/>
                  </a:lnTo>
                  <a:lnTo>
                    <a:pt x="7221312" y="0"/>
                  </a:lnTo>
                  <a:lnTo>
                    <a:pt x="7220467" y="0"/>
                  </a:lnTo>
                  <a:lnTo>
                    <a:pt x="7219622" y="0"/>
                  </a:lnTo>
                  <a:lnTo>
                    <a:pt x="7218776" y="0"/>
                  </a:lnTo>
                  <a:lnTo>
                    <a:pt x="7217931" y="0"/>
                  </a:lnTo>
                  <a:lnTo>
                    <a:pt x="7217086" y="0"/>
                  </a:lnTo>
                  <a:lnTo>
                    <a:pt x="7216241" y="0"/>
                  </a:lnTo>
                  <a:lnTo>
                    <a:pt x="7215396" y="0"/>
                  </a:lnTo>
                  <a:lnTo>
                    <a:pt x="7214551" y="0"/>
                  </a:lnTo>
                  <a:lnTo>
                    <a:pt x="7213706" y="0"/>
                  </a:lnTo>
                  <a:lnTo>
                    <a:pt x="7212861" y="0"/>
                  </a:lnTo>
                  <a:lnTo>
                    <a:pt x="7212016" y="0"/>
                  </a:lnTo>
                  <a:lnTo>
                    <a:pt x="7211171" y="0"/>
                  </a:lnTo>
                  <a:lnTo>
                    <a:pt x="7210326" y="0"/>
                  </a:lnTo>
                  <a:lnTo>
                    <a:pt x="7209480" y="0"/>
                  </a:lnTo>
                  <a:lnTo>
                    <a:pt x="7208635" y="0"/>
                  </a:lnTo>
                  <a:lnTo>
                    <a:pt x="7207790" y="0"/>
                  </a:lnTo>
                  <a:lnTo>
                    <a:pt x="7206945" y="0"/>
                  </a:lnTo>
                  <a:lnTo>
                    <a:pt x="7206100" y="0"/>
                  </a:lnTo>
                  <a:lnTo>
                    <a:pt x="7205255" y="0"/>
                  </a:lnTo>
                  <a:lnTo>
                    <a:pt x="7204410" y="0"/>
                  </a:lnTo>
                  <a:lnTo>
                    <a:pt x="7203565" y="0"/>
                  </a:lnTo>
                  <a:lnTo>
                    <a:pt x="7202720" y="0"/>
                  </a:lnTo>
                  <a:lnTo>
                    <a:pt x="7201875" y="0"/>
                  </a:lnTo>
                  <a:lnTo>
                    <a:pt x="7201030" y="0"/>
                  </a:lnTo>
                  <a:lnTo>
                    <a:pt x="7200184" y="0"/>
                  </a:lnTo>
                  <a:lnTo>
                    <a:pt x="7199339" y="0"/>
                  </a:lnTo>
                  <a:lnTo>
                    <a:pt x="7198494" y="0"/>
                  </a:lnTo>
                  <a:lnTo>
                    <a:pt x="7197649" y="0"/>
                  </a:lnTo>
                  <a:lnTo>
                    <a:pt x="7196804" y="0"/>
                  </a:lnTo>
                  <a:lnTo>
                    <a:pt x="7195959" y="0"/>
                  </a:lnTo>
                  <a:lnTo>
                    <a:pt x="7195114" y="0"/>
                  </a:lnTo>
                  <a:lnTo>
                    <a:pt x="7194269" y="0"/>
                  </a:lnTo>
                  <a:lnTo>
                    <a:pt x="7193424" y="0"/>
                  </a:lnTo>
                  <a:lnTo>
                    <a:pt x="7192579" y="0"/>
                  </a:lnTo>
                  <a:lnTo>
                    <a:pt x="7191734" y="0"/>
                  </a:lnTo>
                  <a:lnTo>
                    <a:pt x="7190888" y="0"/>
                  </a:lnTo>
                  <a:lnTo>
                    <a:pt x="7190043" y="0"/>
                  </a:lnTo>
                  <a:lnTo>
                    <a:pt x="7189198" y="0"/>
                  </a:lnTo>
                  <a:lnTo>
                    <a:pt x="7188353" y="0"/>
                  </a:lnTo>
                  <a:lnTo>
                    <a:pt x="7187508" y="0"/>
                  </a:lnTo>
                  <a:lnTo>
                    <a:pt x="7186663" y="0"/>
                  </a:lnTo>
                  <a:lnTo>
                    <a:pt x="7185818" y="0"/>
                  </a:lnTo>
                  <a:lnTo>
                    <a:pt x="7184973" y="0"/>
                  </a:lnTo>
                  <a:lnTo>
                    <a:pt x="7184128" y="0"/>
                  </a:lnTo>
                  <a:lnTo>
                    <a:pt x="7183283" y="0"/>
                  </a:lnTo>
                  <a:lnTo>
                    <a:pt x="7182437" y="0"/>
                  </a:lnTo>
                  <a:lnTo>
                    <a:pt x="7181592" y="0"/>
                  </a:lnTo>
                  <a:lnTo>
                    <a:pt x="7180747" y="0"/>
                  </a:lnTo>
                  <a:lnTo>
                    <a:pt x="7179902" y="0"/>
                  </a:lnTo>
                  <a:lnTo>
                    <a:pt x="7179057" y="0"/>
                  </a:lnTo>
                  <a:lnTo>
                    <a:pt x="7178212" y="0"/>
                  </a:lnTo>
                  <a:lnTo>
                    <a:pt x="7177367" y="0"/>
                  </a:lnTo>
                  <a:lnTo>
                    <a:pt x="7176522" y="0"/>
                  </a:lnTo>
                  <a:lnTo>
                    <a:pt x="7175677" y="0"/>
                  </a:lnTo>
                  <a:lnTo>
                    <a:pt x="7174832" y="0"/>
                  </a:lnTo>
                  <a:lnTo>
                    <a:pt x="7173987" y="0"/>
                  </a:lnTo>
                  <a:lnTo>
                    <a:pt x="7173141" y="0"/>
                  </a:lnTo>
                  <a:lnTo>
                    <a:pt x="7172296" y="0"/>
                  </a:lnTo>
                  <a:lnTo>
                    <a:pt x="7171451" y="0"/>
                  </a:lnTo>
                  <a:lnTo>
                    <a:pt x="7170606" y="0"/>
                  </a:lnTo>
                  <a:lnTo>
                    <a:pt x="7169761" y="0"/>
                  </a:lnTo>
                  <a:lnTo>
                    <a:pt x="7168916" y="0"/>
                  </a:lnTo>
                  <a:lnTo>
                    <a:pt x="7168071" y="0"/>
                  </a:lnTo>
                  <a:lnTo>
                    <a:pt x="7167226" y="0"/>
                  </a:lnTo>
                  <a:lnTo>
                    <a:pt x="7166381" y="0"/>
                  </a:lnTo>
                  <a:lnTo>
                    <a:pt x="7165536" y="0"/>
                  </a:lnTo>
                  <a:lnTo>
                    <a:pt x="7164691" y="0"/>
                  </a:lnTo>
                  <a:lnTo>
                    <a:pt x="7163845" y="0"/>
                  </a:lnTo>
                  <a:lnTo>
                    <a:pt x="7163000" y="0"/>
                  </a:lnTo>
                  <a:lnTo>
                    <a:pt x="7162155" y="0"/>
                  </a:lnTo>
                  <a:lnTo>
                    <a:pt x="7161310" y="0"/>
                  </a:lnTo>
                  <a:lnTo>
                    <a:pt x="7160465" y="0"/>
                  </a:lnTo>
                  <a:lnTo>
                    <a:pt x="7159620" y="0"/>
                  </a:lnTo>
                  <a:lnTo>
                    <a:pt x="7158775" y="0"/>
                  </a:lnTo>
                  <a:lnTo>
                    <a:pt x="7157930" y="0"/>
                  </a:lnTo>
                  <a:lnTo>
                    <a:pt x="7157085" y="0"/>
                  </a:lnTo>
                  <a:lnTo>
                    <a:pt x="7156240" y="0"/>
                  </a:lnTo>
                  <a:lnTo>
                    <a:pt x="7155395" y="0"/>
                  </a:lnTo>
                  <a:lnTo>
                    <a:pt x="7154549" y="0"/>
                  </a:lnTo>
                  <a:lnTo>
                    <a:pt x="7153704" y="0"/>
                  </a:lnTo>
                  <a:lnTo>
                    <a:pt x="7152859" y="0"/>
                  </a:lnTo>
                  <a:lnTo>
                    <a:pt x="7152014" y="0"/>
                  </a:lnTo>
                  <a:lnTo>
                    <a:pt x="7151169" y="0"/>
                  </a:lnTo>
                  <a:lnTo>
                    <a:pt x="7150324" y="0"/>
                  </a:lnTo>
                  <a:lnTo>
                    <a:pt x="7149479" y="0"/>
                  </a:lnTo>
                  <a:lnTo>
                    <a:pt x="7148634" y="0"/>
                  </a:lnTo>
                  <a:lnTo>
                    <a:pt x="7147789" y="0"/>
                  </a:lnTo>
                  <a:lnTo>
                    <a:pt x="7146944" y="0"/>
                  </a:lnTo>
                  <a:lnTo>
                    <a:pt x="7146099" y="0"/>
                  </a:lnTo>
                  <a:lnTo>
                    <a:pt x="7145253" y="0"/>
                  </a:lnTo>
                  <a:lnTo>
                    <a:pt x="7144408" y="0"/>
                  </a:lnTo>
                  <a:lnTo>
                    <a:pt x="7143563" y="0"/>
                  </a:lnTo>
                  <a:lnTo>
                    <a:pt x="7142718" y="0"/>
                  </a:lnTo>
                  <a:lnTo>
                    <a:pt x="7141873" y="0"/>
                  </a:lnTo>
                  <a:lnTo>
                    <a:pt x="7141028" y="0"/>
                  </a:lnTo>
                  <a:lnTo>
                    <a:pt x="7140183" y="0"/>
                  </a:lnTo>
                  <a:lnTo>
                    <a:pt x="7139338" y="0"/>
                  </a:lnTo>
                  <a:lnTo>
                    <a:pt x="7138493" y="0"/>
                  </a:lnTo>
                  <a:lnTo>
                    <a:pt x="7137648" y="0"/>
                  </a:lnTo>
                  <a:lnTo>
                    <a:pt x="7136803" y="0"/>
                  </a:lnTo>
                  <a:lnTo>
                    <a:pt x="7135957" y="0"/>
                  </a:lnTo>
                  <a:lnTo>
                    <a:pt x="7135112" y="0"/>
                  </a:lnTo>
                  <a:lnTo>
                    <a:pt x="7134267" y="0"/>
                  </a:lnTo>
                  <a:lnTo>
                    <a:pt x="7133422" y="0"/>
                  </a:lnTo>
                  <a:lnTo>
                    <a:pt x="7132577" y="0"/>
                  </a:lnTo>
                  <a:lnTo>
                    <a:pt x="7131732" y="0"/>
                  </a:lnTo>
                  <a:lnTo>
                    <a:pt x="7130887" y="0"/>
                  </a:lnTo>
                  <a:lnTo>
                    <a:pt x="7130042" y="0"/>
                  </a:lnTo>
                  <a:lnTo>
                    <a:pt x="7129197" y="0"/>
                  </a:lnTo>
                  <a:lnTo>
                    <a:pt x="7128352" y="0"/>
                  </a:lnTo>
                  <a:lnTo>
                    <a:pt x="7127507" y="0"/>
                  </a:lnTo>
                  <a:lnTo>
                    <a:pt x="7126661" y="0"/>
                  </a:lnTo>
                  <a:lnTo>
                    <a:pt x="7125816" y="0"/>
                  </a:lnTo>
                  <a:lnTo>
                    <a:pt x="7124971" y="0"/>
                  </a:lnTo>
                  <a:lnTo>
                    <a:pt x="7124126" y="0"/>
                  </a:lnTo>
                  <a:lnTo>
                    <a:pt x="7123281" y="0"/>
                  </a:lnTo>
                  <a:lnTo>
                    <a:pt x="7122436" y="0"/>
                  </a:lnTo>
                  <a:lnTo>
                    <a:pt x="7121591" y="0"/>
                  </a:lnTo>
                  <a:lnTo>
                    <a:pt x="7120746" y="0"/>
                  </a:lnTo>
                  <a:lnTo>
                    <a:pt x="7119901" y="0"/>
                  </a:lnTo>
                  <a:lnTo>
                    <a:pt x="7119056" y="0"/>
                  </a:lnTo>
                  <a:lnTo>
                    <a:pt x="7118210" y="0"/>
                  </a:lnTo>
                  <a:lnTo>
                    <a:pt x="7117365" y="0"/>
                  </a:lnTo>
                  <a:lnTo>
                    <a:pt x="7116520" y="0"/>
                  </a:lnTo>
                  <a:lnTo>
                    <a:pt x="7115675" y="0"/>
                  </a:lnTo>
                  <a:lnTo>
                    <a:pt x="7114830" y="0"/>
                  </a:lnTo>
                  <a:lnTo>
                    <a:pt x="7113985" y="0"/>
                  </a:lnTo>
                  <a:lnTo>
                    <a:pt x="7113140" y="0"/>
                  </a:lnTo>
                  <a:lnTo>
                    <a:pt x="7112295" y="0"/>
                  </a:lnTo>
                  <a:lnTo>
                    <a:pt x="7111450" y="0"/>
                  </a:lnTo>
                  <a:lnTo>
                    <a:pt x="7110605" y="0"/>
                  </a:lnTo>
                  <a:lnTo>
                    <a:pt x="7109760" y="0"/>
                  </a:lnTo>
                  <a:lnTo>
                    <a:pt x="7108914" y="0"/>
                  </a:lnTo>
                  <a:lnTo>
                    <a:pt x="7108069" y="0"/>
                  </a:lnTo>
                  <a:lnTo>
                    <a:pt x="7107224" y="0"/>
                  </a:lnTo>
                  <a:lnTo>
                    <a:pt x="7106379" y="0"/>
                  </a:lnTo>
                  <a:lnTo>
                    <a:pt x="7105534" y="0"/>
                  </a:lnTo>
                  <a:lnTo>
                    <a:pt x="7104689" y="0"/>
                  </a:lnTo>
                  <a:lnTo>
                    <a:pt x="7103844" y="0"/>
                  </a:lnTo>
                  <a:lnTo>
                    <a:pt x="7102999" y="0"/>
                  </a:lnTo>
                  <a:lnTo>
                    <a:pt x="7102154" y="0"/>
                  </a:lnTo>
                  <a:lnTo>
                    <a:pt x="7101309" y="0"/>
                  </a:lnTo>
                  <a:lnTo>
                    <a:pt x="7100464" y="0"/>
                  </a:lnTo>
                  <a:lnTo>
                    <a:pt x="7099618" y="0"/>
                  </a:lnTo>
                  <a:lnTo>
                    <a:pt x="7098773" y="0"/>
                  </a:lnTo>
                  <a:lnTo>
                    <a:pt x="7097928" y="0"/>
                  </a:lnTo>
                  <a:lnTo>
                    <a:pt x="7097083" y="0"/>
                  </a:lnTo>
                  <a:lnTo>
                    <a:pt x="7096238" y="0"/>
                  </a:lnTo>
                  <a:lnTo>
                    <a:pt x="7095393" y="0"/>
                  </a:lnTo>
                  <a:lnTo>
                    <a:pt x="7094548" y="0"/>
                  </a:lnTo>
                  <a:lnTo>
                    <a:pt x="7093703" y="0"/>
                  </a:lnTo>
                  <a:lnTo>
                    <a:pt x="7092858" y="0"/>
                  </a:lnTo>
                  <a:lnTo>
                    <a:pt x="7092013" y="0"/>
                  </a:lnTo>
                  <a:lnTo>
                    <a:pt x="7091168" y="0"/>
                  </a:lnTo>
                  <a:lnTo>
                    <a:pt x="7090322" y="0"/>
                  </a:lnTo>
                  <a:lnTo>
                    <a:pt x="7089477" y="0"/>
                  </a:lnTo>
                  <a:lnTo>
                    <a:pt x="7088632" y="0"/>
                  </a:lnTo>
                  <a:lnTo>
                    <a:pt x="7087787" y="0"/>
                  </a:lnTo>
                  <a:lnTo>
                    <a:pt x="7086942" y="0"/>
                  </a:lnTo>
                  <a:lnTo>
                    <a:pt x="7086097" y="0"/>
                  </a:lnTo>
                  <a:lnTo>
                    <a:pt x="7085252" y="0"/>
                  </a:lnTo>
                  <a:lnTo>
                    <a:pt x="7084407" y="0"/>
                  </a:lnTo>
                  <a:lnTo>
                    <a:pt x="7083562" y="0"/>
                  </a:lnTo>
                  <a:lnTo>
                    <a:pt x="7082717" y="0"/>
                  </a:lnTo>
                  <a:lnTo>
                    <a:pt x="7081872" y="0"/>
                  </a:lnTo>
                  <a:lnTo>
                    <a:pt x="7081026" y="0"/>
                  </a:lnTo>
                  <a:lnTo>
                    <a:pt x="7080181" y="0"/>
                  </a:lnTo>
                  <a:lnTo>
                    <a:pt x="7079336" y="0"/>
                  </a:lnTo>
                  <a:lnTo>
                    <a:pt x="7078491" y="0"/>
                  </a:lnTo>
                  <a:lnTo>
                    <a:pt x="7077646" y="0"/>
                  </a:lnTo>
                  <a:lnTo>
                    <a:pt x="7076801" y="0"/>
                  </a:lnTo>
                  <a:lnTo>
                    <a:pt x="7075956" y="0"/>
                  </a:lnTo>
                  <a:lnTo>
                    <a:pt x="7075111" y="0"/>
                  </a:lnTo>
                  <a:lnTo>
                    <a:pt x="7074266" y="0"/>
                  </a:lnTo>
                  <a:lnTo>
                    <a:pt x="7073421" y="0"/>
                  </a:lnTo>
                  <a:lnTo>
                    <a:pt x="7072576" y="0"/>
                  </a:lnTo>
                  <a:lnTo>
                    <a:pt x="7071730" y="0"/>
                  </a:lnTo>
                  <a:lnTo>
                    <a:pt x="7070885" y="0"/>
                  </a:lnTo>
                  <a:lnTo>
                    <a:pt x="7070040" y="0"/>
                  </a:lnTo>
                  <a:lnTo>
                    <a:pt x="7069195" y="0"/>
                  </a:lnTo>
                  <a:lnTo>
                    <a:pt x="7068350" y="0"/>
                  </a:lnTo>
                  <a:lnTo>
                    <a:pt x="7067505" y="0"/>
                  </a:lnTo>
                  <a:lnTo>
                    <a:pt x="7066660" y="0"/>
                  </a:lnTo>
                  <a:lnTo>
                    <a:pt x="7065815" y="0"/>
                  </a:lnTo>
                  <a:lnTo>
                    <a:pt x="7064970" y="0"/>
                  </a:lnTo>
                  <a:lnTo>
                    <a:pt x="7064125" y="0"/>
                  </a:lnTo>
                  <a:lnTo>
                    <a:pt x="7063280" y="0"/>
                  </a:lnTo>
                  <a:lnTo>
                    <a:pt x="7062434" y="0"/>
                  </a:lnTo>
                  <a:lnTo>
                    <a:pt x="7061589" y="0"/>
                  </a:lnTo>
                  <a:lnTo>
                    <a:pt x="7060744" y="0"/>
                  </a:lnTo>
                  <a:lnTo>
                    <a:pt x="7059899" y="0"/>
                  </a:lnTo>
                  <a:lnTo>
                    <a:pt x="7059054" y="0"/>
                  </a:lnTo>
                  <a:lnTo>
                    <a:pt x="7058209" y="0"/>
                  </a:lnTo>
                  <a:lnTo>
                    <a:pt x="7057364" y="0"/>
                  </a:lnTo>
                  <a:lnTo>
                    <a:pt x="7056519" y="0"/>
                  </a:lnTo>
                  <a:lnTo>
                    <a:pt x="7055674" y="0"/>
                  </a:lnTo>
                  <a:lnTo>
                    <a:pt x="7054829" y="0"/>
                  </a:lnTo>
                  <a:lnTo>
                    <a:pt x="7053983" y="0"/>
                  </a:lnTo>
                  <a:lnTo>
                    <a:pt x="7053138" y="0"/>
                  </a:lnTo>
                  <a:lnTo>
                    <a:pt x="7052293" y="0"/>
                  </a:lnTo>
                  <a:lnTo>
                    <a:pt x="7051448" y="0"/>
                  </a:lnTo>
                  <a:lnTo>
                    <a:pt x="7050603" y="0"/>
                  </a:lnTo>
                  <a:lnTo>
                    <a:pt x="7049758" y="0"/>
                  </a:lnTo>
                  <a:lnTo>
                    <a:pt x="7048913" y="0"/>
                  </a:lnTo>
                  <a:lnTo>
                    <a:pt x="7048068" y="0"/>
                  </a:lnTo>
                  <a:lnTo>
                    <a:pt x="7047223" y="0"/>
                  </a:lnTo>
                  <a:lnTo>
                    <a:pt x="7046378" y="0"/>
                  </a:lnTo>
                  <a:lnTo>
                    <a:pt x="7045533" y="0"/>
                  </a:lnTo>
                  <a:lnTo>
                    <a:pt x="7044687" y="0"/>
                  </a:lnTo>
                  <a:lnTo>
                    <a:pt x="7043842" y="0"/>
                  </a:lnTo>
                  <a:lnTo>
                    <a:pt x="7042997" y="0"/>
                  </a:lnTo>
                  <a:lnTo>
                    <a:pt x="7042152" y="0"/>
                  </a:lnTo>
                  <a:lnTo>
                    <a:pt x="7041307" y="0"/>
                  </a:lnTo>
                  <a:lnTo>
                    <a:pt x="7040462" y="0"/>
                  </a:lnTo>
                  <a:lnTo>
                    <a:pt x="7039617" y="0"/>
                  </a:lnTo>
                  <a:lnTo>
                    <a:pt x="7038772" y="0"/>
                  </a:lnTo>
                  <a:lnTo>
                    <a:pt x="7037927" y="0"/>
                  </a:lnTo>
                  <a:lnTo>
                    <a:pt x="7037082" y="0"/>
                  </a:lnTo>
                  <a:lnTo>
                    <a:pt x="7036237" y="0"/>
                  </a:lnTo>
                  <a:lnTo>
                    <a:pt x="7035391" y="0"/>
                  </a:lnTo>
                  <a:lnTo>
                    <a:pt x="7034546" y="0"/>
                  </a:lnTo>
                  <a:lnTo>
                    <a:pt x="7033701" y="0"/>
                  </a:lnTo>
                  <a:lnTo>
                    <a:pt x="7032856" y="0"/>
                  </a:lnTo>
                  <a:lnTo>
                    <a:pt x="7032011" y="0"/>
                  </a:lnTo>
                  <a:lnTo>
                    <a:pt x="7031166" y="0"/>
                  </a:lnTo>
                  <a:lnTo>
                    <a:pt x="7030321" y="0"/>
                  </a:lnTo>
                  <a:lnTo>
                    <a:pt x="7029476" y="0"/>
                  </a:lnTo>
                  <a:lnTo>
                    <a:pt x="7028631" y="0"/>
                  </a:lnTo>
                  <a:lnTo>
                    <a:pt x="7027786" y="0"/>
                  </a:lnTo>
                  <a:lnTo>
                    <a:pt x="7026941" y="0"/>
                  </a:lnTo>
                  <a:lnTo>
                    <a:pt x="7026095" y="0"/>
                  </a:lnTo>
                  <a:lnTo>
                    <a:pt x="7025250" y="0"/>
                  </a:lnTo>
                  <a:lnTo>
                    <a:pt x="7024405" y="0"/>
                  </a:lnTo>
                  <a:lnTo>
                    <a:pt x="7023560" y="0"/>
                  </a:lnTo>
                  <a:lnTo>
                    <a:pt x="7022715" y="0"/>
                  </a:lnTo>
                  <a:lnTo>
                    <a:pt x="7021870" y="0"/>
                  </a:lnTo>
                  <a:lnTo>
                    <a:pt x="7021025" y="0"/>
                  </a:lnTo>
                  <a:lnTo>
                    <a:pt x="7020180" y="0"/>
                  </a:lnTo>
                  <a:lnTo>
                    <a:pt x="7019335" y="0"/>
                  </a:lnTo>
                  <a:lnTo>
                    <a:pt x="7018490" y="0"/>
                  </a:lnTo>
                  <a:lnTo>
                    <a:pt x="7017645" y="0"/>
                  </a:lnTo>
                  <a:lnTo>
                    <a:pt x="7016799" y="0"/>
                  </a:lnTo>
                  <a:lnTo>
                    <a:pt x="7015954" y="0"/>
                  </a:lnTo>
                  <a:lnTo>
                    <a:pt x="7015109" y="0"/>
                  </a:lnTo>
                  <a:lnTo>
                    <a:pt x="7014264" y="0"/>
                  </a:lnTo>
                  <a:lnTo>
                    <a:pt x="7013419" y="0"/>
                  </a:lnTo>
                  <a:lnTo>
                    <a:pt x="7012574" y="0"/>
                  </a:lnTo>
                  <a:lnTo>
                    <a:pt x="7011729" y="0"/>
                  </a:lnTo>
                  <a:lnTo>
                    <a:pt x="7010884" y="0"/>
                  </a:lnTo>
                  <a:lnTo>
                    <a:pt x="7010039" y="0"/>
                  </a:lnTo>
                  <a:lnTo>
                    <a:pt x="7009194" y="0"/>
                  </a:lnTo>
                  <a:lnTo>
                    <a:pt x="7008349" y="0"/>
                  </a:lnTo>
                  <a:lnTo>
                    <a:pt x="7007503" y="0"/>
                  </a:lnTo>
                  <a:lnTo>
                    <a:pt x="7006658" y="0"/>
                  </a:lnTo>
                  <a:lnTo>
                    <a:pt x="7005813" y="0"/>
                  </a:lnTo>
                  <a:lnTo>
                    <a:pt x="7004968" y="0"/>
                  </a:lnTo>
                  <a:lnTo>
                    <a:pt x="7004123" y="0"/>
                  </a:lnTo>
                  <a:lnTo>
                    <a:pt x="7003278" y="0"/>
                  </a:lnTo>
                  <a:lnTo>
                    <a:pt x="7002433" y="0"/>
                  </a:lnTo>
                  <a:lnTo>
                    <a:pt x="7001588" y="0"/>
                  </a:lnTo>
                  <a:lnTo>
                    <a:pt x="7000743" y="0"/>
                  </a:lnTo>
                  <a:lnTo>
                    <a:pt x="6999898" y="0"/>
                  </a:lnTo>
                  <a:lnTo>
                    <a:pt x="6999053" y="0"/>
                  </a:lnTo>
                  <a:lnTo>
                    <a:pt x="6998207" y="0"/>
                  </a:lnTo>
                  <a:lnTo>
                    <a:pt x="6997362" y="0"/>
                  </a:lnTo>
                  <a:lnTo>
                    <a:pt x="6996517" y="0"/>
                  </a:lnTo>
                  <a:lnTo>
                    <a:pt x="6995672" y="0"/>
                  </a:lnTo>
                  <a:lnTo>
                    <a:pt x="6994827" y="0"/>
                  </a:lnTo>
                  <a:lnTo>
                    <a:pt x="6993982" y="0"/>
                  </a:lnTo>
                  <a:lnTo>
                    <a:pt x="6993137" y="0"/>
                  </a:lnTo>
                  <a:lnTo>
                    <a:pt x="6992292" y="0"/>
                  </a:lnTo>
                  <a:lnTo>
                    <a:pt x="6991447" y="0"/>
                  </a:lnTo>
                  <a:lnTo>
                    <a:pt x="6990602" y="0"/>
                  </a:lnTo>
                  <a:lnTo>
                    <a:pt x="6989756" y="0"/>
                  </a:lnTo>
                  <a:lnTo>
                    <a:pt x="6988911" y="0"/>
                  </a:lnTo>
                  <a:lnTo>
                    <a:pt x="6988066" y="0"/>
                  </a:lnTo>
                  <a:lnTo>
                    <a:pt x="6987221" y="0"/>
                  </a:lnTo>
                  <a:lnTo>
                    <a:pt x="6986376" y="0"/>
                  </a:lnTo>
                  <a:lnTo>
                    <a:pt x="6985531" y="0"/>
                  </a:lnTo>
                  <a:lnTo>
                    <a:pt x="6984686" y="0"/>
                  </a:lnTo>
                  <a:lnTo>
                    <a:pt x="6983841" y="0"/>
                  </a:lnTo>
                  <a:lnTo>
                    <a:pt x="6982996" y="0"/>
                  </a:lnTo>
                  <a:lnTo>
                    <a:pt x="6982151" y="0"/>
                  </a:lnTo>
                  <a:lnTo>
                    <a:pt x="6981306" y="0"/>
                  </a:lnTo>
                  <a:lnTo>
                    <a:pt x="6980460" y="0"/>
                  </a:lnTo>
                  <a:lnTo>
                    <a:pt x="6979615" y="0"/>
                  </a:lnTo>
                  <a:lnTo>
                    <a:pt x="6978770" y="0"/>
                  </a:lnTo>
                  <a:lnTo>
                    <a:pt x="6977925" y="0"/>
                  </a:lnTo>
                  <a:lnTo>
                    <a:pt x="6977080" y="0"/>
                  </a:lnTo>
                  <a:lnTo>
                    <a:pt x="6976235" y="0"/>
                  </a:lnTo>
                  <a:lnTo>
                    <a:pt x="6975390" y="0"/>
                  </a:lnTo>
                  <a:lnTo>
                    <a:pt x="6974545" y="0"/>
                  </a:lnTo>
                  <a:lnTo>
                    <a:pt x="6973700" y="0"/>
                  </a:lnTo>
                  <a:lnTo>
                    <a:pt x="6972855" y="0"/>
                  </a:lnTo>
                  <a:lnTo>
                    <a:pt x="6972010" y="0"/>
                  </a:lnTo>
                  <a:lnTo>
                    <a:pt x="6971164" y="0"/>
                  </a:lnTo>
                  <a:lnTo>
                    <a:pt x="6970319" y="0"/>
                  </a:lnTo>
                  <a:lnTo>
                    <a:pt x="6969474" y="0"/>
                  </a:lnTo>
                  <a:lnTo>
                    <a:pt x="6968629" y="0"/>
                  </a:lnTo>
                  <a:lnTo>
                    <a:pt x="6967784" y="0"/>
                  </a:lnTo>
                  <a:lnTo>
                    <a:pt x="6966939" y="0"/>
                  </a:lnTo>
                  <a:lnTo>
                    <a:pt x="6966094" y="0"/>
                  </a:lnTo>
                  <a:lnTo>
                    <a:pt x="6965249" y="0"/>
                  </a:lnTo>
                  <a:lnTo>
                    <a:pt x="6964404" y="0"/>
                  </a:lnTo>
                  <a:lnTo>
                    <a:pt x="6963559" y="0"/>
                  </a:lnTo>
                  <a:lnTo>
                    <a:pt x="6962714" y="0"/>
                  </a:lnTo>
                  <a:lnTo>
                    <a:pt x="6961868" y="0"/>
                  </a:lnTo>
                  <a:lnTo>
                    <a:pt x="6961023" y="0"/>
                  </a:lnTo>
                  <a:lnTo>
                    <a:pt x="6960178" y="0"/>
                  </a:lnTo>
                  <a:lnTo>
                    <a:pt x="6959333" y="0"/>
                  </a:lnTo>
                  <a:lnTo>
                    <a:pt x="6958488" y="0"/>
                  </a:lnTo>
                  <a:lnTo>
                    <a:pt x="6957643" y="0"/>
                  </a:lnTo>
                  <a:lnTo>
                    <a:pt x="6956798" y="0"/>
                  </a:lnTo>
                  <a:lnTo>
                    <a:pt x="6955953" y="0"/>
                  </a:lnTo>
                  <a:lnTo>
                    <a:pt x="6955108" y="0"/>
                  </a:lnTo>
                  <a:lnTo>
                    <a:pt x="6954263" y="0"/>
                  </a:lnTo>
                  <a:lnTo>
                    <a:pt x="6953418" y="0"/>
                  </a:lnTo>
                  <a:lnTo>
                    <a:pt x="6952572" y="0"/>
                  </a:lnTo>
                  <a:lnTo>
                    <a:pt x="6951727" y="0"/>
                  </a:lnTo>
                  <a:lnTo>
                    <a:pt x="6950882" y="0"/>
                  </a:lnTo>
                  <a:lnTo>
                    <a:pt x="6950037" y="0"/>
                  </a:lnTo>
                  <a:lnTo>
                    <a:pt x="6949192" y="0"/>
                  </a:lnTo>
                  <a:lnTo>
                    <a:pt x="6948347" y="0"/>
                  </a:lnTo>
                  <a:lnTo>
                    <a:pt x="6947502" y="0"/>
                  </a:lnTo>
                  <a:lnTo>
                    <a:pt x="6946657" y="0"/>
                  </a:lnTo>
                  <a:lnTo>
                    <a:pt x="6945812" y="0"/>
                  </a:lnTo>
                  <a:lnTo>
                    <a:pt x="6944967" y="0"/>
                  </a:lnTo>
                  <a:lnTo>
                    <a:pt x="6944122" y="0"/>
                  </a:lnTo>
                  <a:lnTo>
                    <a:pt x="6943276" y="0"/>
                  </a:lnTo>
                  <a:lnTo>
                    <a:pt x="6942431" y="0"/>
                  </a:lnTo>
                  <a:lnTo>
                    <a:pt x="6941586" y="0"/>
                  </a:lnTo>
                  <a:lnTo>
                    <a:pt x="6940741" y="0"/>
                  </a:lnTo>
                  <a:lnTo>
                    <a:pt x="6939896" y="0"/>
                  </a:lnTo>
                  <a:lnTo>
                    <a:pt x="6939051" y="0"/>
                  </a:lnTo>
                  <a:lnTo>
                    <a:pt x="6938206" y="0"/>
                  </a:lnTo>
                  <a:lnTo>
                    <a:pt x="6937361" y="0"/>
                  </a:lnTo>
                  <a:lnTo>
                    <a:pt x="6936516" y="0"/>
                  </a:lnTo>
                  <a:lnTo>
                    <a:pt x="6935671" y="0"/>
                  </a:lnTo>
                  <a:lnTo>
                    <a:pt x="6934826" y="0"/>
                  </a:lnTo>
                  <a:lnTo>
                    <a:pt x="6933980" y="0"/>
                  </a:lnTo>
                  <a:lnTo>
                    <a:pt x="6933135" y="0"/>
                  </a:lnTo>
                  <a:lnTo>
                    <a:pt x="6932290" y="0"/>
                  </a:lnTo>
                  <a:lnTo>
                    <a:pt x="6931445" y="0"/>
                  </a:lnTo>
                  <a:lnTo>
                    <a:pt x="6930600" y="0"/>
                  </a:lnTo>
                  <a:lnTo>
                    <a:pt x="6929755" y="0"/>
                  </a:lnTo>
                  <a:lnTo>
                    <a:pt x="6928910" y="0"/>
                  </a:lnTo>
                  <a:lnTo>
                    <a:pt x="6928065" y="0"/>
                  </a:lnTo>
                  <a:lnTo>
                    <a:pt x="6927220" y="0"/>
                  </a:lnTo>
                  <a:lnTo>
                    <a:pt x="6926375" y="0"/>
                  </a:lnTo>
                  <a:lnTo>
                    <a:pt x="6925529" y="0"/>
                  </a:lnTo>
                  <a:lnTo>
                    <a:pt x="6924684" y="0"/>
                  </a:lnTo>
                  <a:lnTo>
                    <a:pt x="6923839" y="0"/>
                  </a:lnTo>
                  <a:lnTo>
                    <a:pt x="6922994" y="0"/>
                  </a:lnTo>
                  <a:lnTo>
                    <a:pt x="6922149" y="0"/>
                  </a:lnTo>
                  <a:lnTo>
                    <a:pt x="6921304" y="0"/>
                  </a:lnTo>
                  <a:lnTo>
                    <a:pt x="6920459" y="0"/>
                  </a:lnTo>
                  <a:lnTo>
                    <a:pt x="6919614" y="0"/>
                  </a:lnTo>
                  <a:lnTo>
                    <a:pt x="6918769" y="0"/>
                  </a:lnTo>
                  <a:lnTo>
                    <a:pt x="6917924" y="0"/>
                  </a:lnTo>
                  <a:lnTo>
                    <a:pt x="6917079" y="0"/>
                  </a:lnTo>
                  <a:lnTo>
                    <a:pt x="6916233" y="0"/>
                  </a:lnTo>
                  <a:lnTo>
                    <a:pt x="6915388" y="0"/>
                  </a:lnTo>
                  <a:lnTo>
                    <a:pt x="6914543" y="0"/>
                  </a:lnTo>
                  <a:lnTo>
                    <a:pt x="6913698" y="0"/>
                  </a:lnTo>
                  <a:lnTo>
                    <a:pt x="6912853" y="0"/>
                  </a:lnTo>
                  <a:lnTo>
                    <a:pt x="6912008" y="0"/>
                  </a:lnTo>
                  <a:lnTo>
                    <a:pt x="6911163" y="0"/>
                  </a:lnTo>
                  <a:lnTo>
                    <a:pt x="6910318" y="0"/>
                  </a:lnTo>
                  <a:lnTo>
                    <a:pt x="6909473" y="0"/>
                  </a:lnTo>
                  <a:lnTo>
                    <a:pt x="6908628" y="0"/>
                  </a:lnTo>
                  <a:lnTo>
                    <a:pt x="6907783" y="0"/>
                  </a:lnTo>
                  <a:lnTo>
                    <a:pt x="6906937" y="0"/>
                  </a:lnTo>
                  <a:lnTo>
                    <a:pt x="6906092" y="0"/>
                  </a:lnTo>
                  <a:lnTo>
                    <a:pt x="6905247" y="0"/>
                  </a:lnTo>
                  <a:lnTo>
                    <a:pt x="6904402" y="0"/>
                  </a:lnTo>
                  <a:lnTo>
                    <a:pt x="6903557" y="0"/>
                  </a:lnTo>
                  <a:lnTo>
                    <a:pt x="6902712" y="0"/>
                  </a:lnTo>
                  <a:lnTo>
                    <a:pt x="6901867" y="0"/>
                  </a:lnTo>
                  <a:lnTo>
                    <a:pt x="6901022" y="0"/>
                  </a:lnTo>
                  <a:lnTo>
                    <a:pt x="6900177" y="0"/>
                  </a:lnTo>
                  <a:lnTo>
                    <a:pt x="6899332" y="0"/>
                  </a:lnTo>
                  <a:lnTo>
                    <a:pt x="6898487" y="0"/>
                  </a:lnTo>
                  <a:lnTo>
                    <a:pt x="6897641" y="0"/>
                  </a:lnTo>
                  <a:lnTo>
                    <a:pt x="6896796" y="0"/>
                  </a:lnTo>
                  <a:lnTo>
                    <a:pt x="6895951" y="0"/>
                  </a:lnTo>
                  <a:lnTo>
                    <a:pt x="6895106" y="0"/>
                  </a:lnTo>
                  <a:lnTo>
                    <a:pt x="6894261" y="0"/>
                  </a:lnTo>
                  <a:lnTo>
                    <a:pt x="6893416" y="0"/>
                  </a:lnTo>
                  <a:lnTo>
                    <a:pt x="6892571" y="0"/>
                  </a:lnTo>
                  <a:lnTo>
                    <a:pt x="6891726" y="0"/>
                  </a:lnTo>
                  <a:lnTo>
                    <a:pt x="6890881" y="0"/>
                  </a:lnTo>
                  <a:lnTo>
                    <a:pt x="6890036" y="0"/>
                  </a:lnTo>
                  <a:lnTo>
                    <a:pt x="6889191" y="0"/>
                  </a:lnTo>
                  <a:lnTo>
                    <a:pt x="6888345" y="0"/>
                  </a:lnTo>
                  <a:lnTo>
                    <a:pt x="6887500" y="0"/>
                  </a:lnTo>
                  <a:lnTo>
                    <a:pt x="6886655" y="0"/>
                  </a:lnTo>
                  <a:lnTo>
                    <a:pt x="6885810" y="0"/>
                  </a:lnTo>
                  <a:lnTo>
                    <a:pt x="6884965" y="0"/>
                  </a:lnTo>
                  <a:lnTo>
                    <a:pt x="6884120" y="0"/>
                  </a:lnTo>
                  <a:lnTo>
                    <a:pt x="6883275" y="0"/>
                  </a:lnTo>
                  <a:lnTo>
                    <a:pt x="6882430" y="0"/>
                  </a:lnTo>
                  <a:lnTo>
                    <a:pt x="6881585" y="0"/>
                  </a:lnTo>
                  <a:lnTo>
                    <a:pt x="6880740" y="0"/>
                  </a:lnTo>
                  <a:lnTo>
                    <a:pt x="6879895" y="0"/>
                  </a:lnTo>
                  <a:lnTo>
                    <a:pt x="6879049" y="0"/>
                  </a:lnTo>
                  <a:lnTo>
                    <a:pt x="6878204" y="0"/>
                  </a:lnTo>
                  <a:lnTo>
                    <a:pt x="6877359" y="0"/>
                  </a:lnTo>
                  <a:lnTo>
                    <a:pt x="6876514" y="0"/>
                  </a:lnTo>
                  <a:lnTo>
                    <a:pt x="6875669" y="0"/>
                  </a:lnTo>
                  <a:lnTo>
                    <a:pt x="6874824" y="0"/>
                  </a:lnTo>
                  <a:lnTo>
                    <a:pt x="6873979" y="0"/>
                  </a:lnTo>
                  <a:lnTo>
                    <a:pt x="6873134" y="0"/>
                  </a:lnTo>
                  <a:lnTo>
                    <a:pt x="6872289" y="0"/>
                  </a:lnTo>
                  <a:lnTo>
                    <a:pt x="6871444" y="0"/>
                  </a:lnTo>
                  <a:lnTo>
                    <a:pt x="6870599" y="0"/>
                  </a:lnTo>
                  <a:lnTo>
                    <a:pt x="6869753" y="0"/>
                  </a:lnTo>
                  <a:lnTo>
                    <a:pt x="6868908" y="0"/>
                  </a:lnTo>
                  <a:lnTo>
                    <a:pt x="6868063" y="0"/>
                  </a:lnTo>
                  <a:lnTo>
                    <a:pt x="6867218" y="0"/>
                  </a:lnTo>
                  <a:lnTo>
                    <a:pt x="6866373" y="0"/>
                  </a:lnTo>
                  <a:lnTo>
                    <a:pt x="6865528" y="0"/>
                  </a:lnTo>
                  <a:lnTo>
                    <a:pt x="6864683" y="0"/>
                  </a:lnTo>
                  <a:lnTo>
                    <a:pt x="6863838" y="0"/>
                  </a:lnTo>
                  <a:lnTo>
                    <a:pt x="6862993" y="0"/>
                  </a:lnTo>
                  <a:lnTo>
                    <a:pt x="6862148" y="0"/>
                  </a:lnTo>
                  <a:lnTo>
                    <a:pt x="6861302" y="0"/>
                  </a:lnTo>
                  <a:lnTo>
                    <a:pt x="6860457" y="0"/>
                  </a:lnTo>
                  <a:lnTo>
                    <a:pt x="6859612" y="0"/>
                  </a:lnTo>
                  <a:lnTo>
                    <a:pt x="6858767" y="0"/>
                  </a:lnTo>
                  <a:lnTo>
                    <a:pt x="6857922" y="0"/>
                  </a:lnTo>
                  <a:lnTo>
                    <a:pt x="6857077" y="0"/>
                  </a:lnTo>
                  <a:lnTo>
                    <a:pt x="6856232" y="0"/>
                  </a:lnTo>
                  <a:lnTo>
                    <a:pt x="6855387" y="0"/>
                  </a:lnTo>
                  <a:lnTo>
                    <a:pt x="6854542" y="0"/>
                  </a:lnTo>
                  <a:lnTo>
                    <a:pt x="6853697" y="0"/>
                  </a:lnTo>
                  <a:lnTo>
                    <a:pt x="6852852" y="0"/>
                  </a:lnTo>
                  <a:lnTo>
                    <a:pt x="6852006" y="0"/>
                  </a:lnTo>
                  <a:lnTo>
                    <a:pt x="6851161" y="0"/>
                  </a:lnTo>
                  <a:lnTo>
                    <a:pt x="6850316" y="0"/>
                  </a:lnTo>
                  <a:lnTo>
                    <a:pt x="6849471" y="0"/>
                  </a:lnTo>
                  <a:lnTo>
                    <a:pt x="6848626" y="0"/>
                  </a:lnTo>
                  <a:lnTo>
                    <a:pt x="6847781" y="0"/>
                  </a:lnTo>
                  <a:lnTo>
                    <a:pt x="6846936" y="0"/>
                  </a:lnTo>
                  <a:lnTo>
                    <a:pt x="6846091" y="0"/>
                  </a:lnTo>
                  <a:lnTo>
                    <a:pt x="6845246" y="0"/>
                  </a:lnTo>
                  <a:lnTo>
                    <a:pt x="6844401" y="0"/>
                  </a:lnTo>
                  <a:lnTo>
                    <a:pt x="6843556" y="0"/>
                  </a:lnTo>
                  <a:lnTo>
                    <a:pt x="6842710" y="0"/>
                  </a:lnTo>
                  <a:lnTo>
                    <a:pt x="6841865" y="0"/>
                  </a:lnTo>
                  <a:lnTo>
                    <a:pt x="6841020" y="0"/>
                  </a:lnTo>
                  <a:lnTo>
                    <a:pt x="6840175" y="0"/>
                  </a:lnTo>
                  <a:lnTo>
                    <a:pt x="6839330" y="0"/>
                  </a:lnTo>
                  <a:lnTo>
                    <a:pt x="6838485" y="0"/>
                  </a:lnTo>
                  <a:lnTo>
                    <a:pt x="6837640" y="0"/>
                  </a:lnTo>
                  <a:lnTo>
                    <a:pt x="6836795" y="0"/>
                  </a:lnTo>
                  <a:lnTo>
                    <a:pt x="6835950" y="0"/>
                  </a:lnTo>
                  <a:lnTo>
                    <a:pt x="6835105" y="0"/>
                  </a:lnTo>
                  <a:lnTo>
                    <a:pt x="6834260" y="0"/>
                  </a:lnTo>
                  <a:lnTo>
                    <a:pt x="6833414" y="0"/>
                  </a:lnTo>
                  <a:lnTo>
                    <a:pt x="6832569" y="0"/>
                  </a:lnTo>
                  <a:lnTo>
                    <a:pt x="6831724" y="0"/>
                  </a:lnTo>
                  <a:lnTo>
                    <a:pt x="6830879" y="0"/>
                  </a:lnTo>
                  <a:lnTo>
                    <a:pt x="6830034" y="0"/>
                  </a:lnTo>
                  <a:lnTo>
                    <a:pt x="6829189" y="0"/>
                  </a:lnTo>
                  <a:lnTo>
                    <a:pt x="6828344" y="0"/>
                  </a:lnTo>
                  <a:lnTo>
                    <a:pt x="6827499" y="0"/>
                  </a:lnTo>
                  <a:lnTo>
                    <a:pt x="6826654" y="0"/>
                  </a:lnTo>
                  <a:lnTo>
                    <a:pt x="6825809" y="0"/>
                  </a:lnTo>
                  <a:lnTo>
                    <a:pt x="6824964" y="0"/>
                  </a:lnTo>
                  <a:lnTo>
                    <a:pt x="6824118" y="0"/>
                  </a:lnTo>
                  <a:lnTo>
                    <a:pt x="6823273" y="0"/>
                  </a:lnTo>
                  <a:lnTo>
                    <a:pt x="6822428" y="0"/>
                  </a:lnTo>
                  <a:lnTo>
                    <a:pt x="6821583" y="0"/>
                  </a:lnTo>
                  <a:lnTo>
                    <a:pt x="6820738" y="0"/>
                  </a:lnTo>
                  <a:lnTo>
                    <a:pt x="6819893" y="0"/>
                  </a:lnTo>
                  <a:lnTo>
                    <a:pt x="6819048" y="0"/>
                  </a:lnTo>
                  <a:lnTo>
                    <a:pt x="6818203" y="0"/>
                  </a:lnTo>
                  <a:lnTo>
                    <a:pt x="6817358" y="0"/>
                  </a:lnTo>
                  <a:lnTo>
                    <a:pt x="6816513" y="0"/>
                  </a:lnTo>
                  <a:lnTo>
                    <a:pt x="6815668" y="0"/>
                  </a:lnTo>
                  <a:lnTo>
                    <a:pt x="6814822" y="0"/>
                  </a:lnTo>
                  <a:lnTo>
                    <a:pt x="6813977" y="0"/>
                  </a:lnTo>
                  <a:lnTo>
                    <a:pt x="6813132" y="0"/>
                  </a:lnTo>
                  <a:lnTo>
                    <a:pt x="6812287" y="0"/>
                  </a:lnTo>
                  <a:lnTo>
                    <a:pt x="6811442" y="0"/>
                  </a:lnTo>
                  <a:lnTo>
                    <a:pt x="6810597" y="0"/>
                  </a:lnTo>
                  <a:lnTo>
                    <a:pt x="6809752" y="0"/>
                  </a:lnTo>
                  <a:lnTo>
                    <a:pt x="6808907" y="0"/>
                  </a:lnTo>
                  <a:lnTo>
                    <a:pt x="6808062" y="0"/>
                  </a:lnTo>
                  <a:lnTo>
                    <a:pt x="6807217" y="0"/>
                  </a:lnTo>
                  <a:lnTo>
                    <a:pt x="6806372" y="0"/>
                  </a:lnTo>
                  <a:lnTo>
                    <a:pt x="6805526" y="0"/>
                  </a:lnTo>
                  <a:lnTo>
                    <a:pt x="6804681" y="0"/>
                  </a:lnTo>
                  <a:lnTo>
                    <a:pt x="6803836" y="0"/>
                  </a:lnTo>
                  <a:lnTo>
                    <a:pt x="6802991" y="0"/>
                  </a:lnTo>
                  <a:lnTo>
                    <a:pt x="6802146" y="0"/>
                  </a:lnTo>
                  <a:lnTo>
                    <a:pt x="6801301" y="0"/>
                  </a:lnTo>
                  <a:lnTo>
                    <a:pt x="6800456" y="0"/>
                  </a:lnTo>
                  <a:lnTo>
                    <a:pt x="6799611" y="0"/>
                  </a:lnTo>
                  <a:lnTo>
                    <a:pt x="6798766" y="0"/>
                  </a:lnTo>
                  <a:lnTo>
                    <a:pt x="6797921" y="0"/>
                  </a:lnTo>
                  <a:lnTo>
                    <a:pt x="6797075" y="0"/>
                  </a:lnTo>
                  <a:lnTo>
                    <a:pt x="6796230" y="0"/>
                  </a:lnTo>
                  <a:lnTo>
                    <a:pt x="6795385" y="0"/>
                  </a:lnTo>
                  <a:lnTo>
                    <a:pt x="6794540" y="0"/>
                  </a:lnTo>
                  <a:lnTo>
                    <a:pt x="6793695" y="0"/>
                  </a:lnTo>
                  <a:lnTo>
                    <a:pt x="6792850" y="0"/>
                  </a:lnTo>
                  <a:lnTo>
                    <a:pt x="6792005" y="0"/>
                  </a:lnTo>
                  <a:lnTo>
                    <a:pt x="6791160" y="0"/>
                  </a:lnTo>
                  <a:lnTo>
                    <a:pt x="6790315" y="0"/>
                  </a:lnTo>
                  <a:lnTo>
                    <a:pt x="6789470" y="0"/>
                  </a:lnTo>
                  <a:lnTo>
                    <a:pt x="6788625" y="0"/>
                  </a:lnTo>
                  <a:lnTo>
                    <a:pt x="6787779" y="0"/>
                  </a:lnTo>
                  <a:lnTo>
                    <a:pt x="6786934" y="0"/>
                  </a:lnTo>
                  <a:lnTo>
                    <a:pt x="6786089" y="0"/>
                  </a:lnTo>
                  <a:lnTo>
                    <a:pt x="6785244" y="0"/>
                  </a:lnTo>
                  <a:lnTo>
                    <a:pt x="6784399" y="0"/>
                  </a:lnTo>
                  <a:lnTo>
                    <a:pt x="6783554" y="0"/>
                  </a:lnTo>
                  <a:lnTo>
                    <a:pt x="6782709" y="0"/>
                  </a:lnTo>
                  <a:lnTo>
                    <a:pt x="6781864" y="0"/>
                  </a:lnTo>
                  <a:lnTo>
                    <a:pt x="6781019" y="0"/>
                  </a:lnTo>
                  <a:lnTo>
                    <a:pt x="6780174" y="0"/>
                  </a:lnTo>
                  <a:lnTo>
                    <a:pt x="6779329" y="0"/>
                  </a:lnTo>
                  <a:lnTo>
                    <a:pt x="6778483" y="0"/>
                  </a:lnTo>
                  <a:lnTo>
                    <a:pt x="6777638" y="0"/>
                  </a:lnTo>
                  <a:lnTo>
                    <a:pt x="6776793" y="0"/>
                  </a:lnTo>
                  <a:lnTo>
                    <a:pt x="6775948" y="0"/>
                  </a:lnTo>
                  <a:lnTo>
                    <a:pt x="6775103" y="0"/>
                  </a:lnTo>
                  <a:lnTo>
                    <a:pt x="6774258" y="0"/>
                  </a:lnTo>
                  <a:lnTo>
                    <a:pt x="6773413" y="0"/>
                  </a:lnTo>
                  <a:lnTo>
                    <a:pt x="6772568" y="0"/>
                  </a:lnTo>
                  <a:lnTo>
                    <a:pt x="6771723" y="0"/>
                  </a:lnTo>
                  <a:lnTo>
                    <a:pt x="6770878" y="0"/>
                  </a:lnTo>
                  <a:lnTo>
                    <a:pt x="6770033" y="0"/>
                  </a:lnTo>
                  <a:lnTo>
                    <a:pt x="6769187" y="0"/>
                  </a:lnTo>
                  <a:lnTo>
                    <a:pt x="6768342" y="0"/>
                  </a:lnTo>
                  <a:lnTo>
                    <a:pt x="6767497" y="0"/>
                  </a:lnTo>
                  <a:lnTo>
                    <a:pt x="6766652" y="0"/>
                  </a:lnTo>
                  <a:lnTo>
                    <a:pt x="6765807" y="0"/>
                  </a:lnTo>
                  <a:lnTo>
                    <a:pt x="6764962" y="0"/>
                  </a:lnTo>
                  <a:lnTo>
                    <a:pt x="6764117" y="0"/>
                  </a:lnTo>
                  <a:lnTo>
                    <a:pt x="6763272" y="0"/>
                  </a:lnTo>
                  <a:lnTo>
                    <a:pt x="6762427" y="0"/>
                  </a:lnTo>
                  <a:lnTo>
                    <a:pt x="6761582" y="0"/>
                  </a:lnTo>
                  <a:lnTo>
                    <a:pt x="6760737" y="0"/>
                  </a:lnTo>
                  <a:lnTo>
                    <a:pt x="6759891" y="0"/>
                  </a:lnTo>
                  <a:lnTo>
                    <a:pt x="6759046" y="0"/>
                  </a:lnTo>
                  <a:lnTo>
                    <a:pt x="6758201" y="0"/>
                  </a:lnTo>
                  <a:lnTo>
                    <a:pt x="6757356" y="0"/>
                  </a:lnTo>
                  <a:lnTo>
                    <a:pt x="6756511" y="0"/>
                  </a:lnTo>
                  <a:lnTo>
                    <a:pt x="6755666" y="0"/>
                  </a:lnTo>
                  <a:lnTo>
                    <a:pt x="6754821" y="0"/>
                  </a:lnTo>
                  <a:lnTo>
                    <a:pt x="6753976" y="0"/>
                  </a:lnTo>
                  <a:lnTo>
                    <a:pt x="6753131" y="0"/>
                  </a:lnTo>
                  <a:lnTo>
                    <a:pt x="6752286" y="0"/>
                  </a:lnTo>
                  <a:lnTo>
                    <a:pt x="6751441" y="0"/>
                  </a:lnTo>
                  <a:lnTo>
                    <a:pt x="6750595" y="0"/>
                  </a:lnTo>
                  <a:lnTo>
                    <a:pt x="6749750" y="0"/>
                  </a:lnTo>
                  <a:lnTo>
                    <a:pt x="6748905" y="0"/>
                  </a:lnTo>
                  <a:lnTo>
                    <a:pt x="6748060" y="0"/>
                  </a:lnTo>
                  <a:lnTo>
                    <a:pt x="6747215" y="0"/>
                  </a:lnTo>
                  <a:lnTo>
                    <a:pt x="6746370" y="0"/>
                  </a:lnTo>
                  <a:lnTo>
                    <a:pt x="6745525" y="0"/>
                  </a:lnTo>
                  <a:lnTo>
                    <a:pt x="6744680" y="0"/>
                  </a:lnTo>
                  <a:lnTo>
                    <a:pt x="6743835" y="0"/>
                  </a:lnTo>
                  <a:lnTo>
                    <a:pt x="6742990" y="0"/>
                  </a:lnTo>
                  <a:lnTo>
                    <a:pt x="6742145" y="0"/>
                  </a:lnTo>
                  <a:lnTo>
                    <a:pt x="6741299" y="0"/>
                  </a:lnTo>
                  <a:lnTo>
                    <a:pt x="6740454" y="0"/>
                  </a:lnTo>
                  <a:lnTo>
                    <a:pt x="6739609" y="0"/>
                  </a:lnTo>
                  <a:lnTo>
                    <a:pt x="6738764" y="0"/>
                  </a:lnTo>
                  <a:lnTo>
                    <a:pt x="6737919" y="0"/>
                  </a:lnTo>
                  <a:lnTo>
                    <a:pt x="6737074" y="0"/>
                  </a:lnTo>
                  <a:lnTo>
                    <a:pt x="6736229" y="0"/>
                  </a:lnTo>
                  <a:lnTo>
                    <a:pt x="6735384" y="0"/>
                  </a:lnTo>
                  <a:lnTo>
                    <a:pt x="6734539" y="0"/>
                  </a:lnTo>
                  <a:lnTo>
                    <a:pt x="6733694" y="0"/>
                  </a:lnTo>
                  <a:lnTo>
                    <a:pt x="6732848" y="0"/>
                  </a:lnTo>
                  <a:lnTo>
                    <a:pt x="6732003" y="0"/>
                  </a:lnTo>
                  <a:lnTo>
                    <a:pt x="6731158" y="0"/>
                  </a:lnTo>
                  <a:lnTo>
                    <a:pt x="6730313" y="0"/>
                  </a:lnTo>
                  <a:lnTo>
                    <a:pt x="6729468" y="0"/>
                  </a:lnTo>
                  <a:lnTo>
                    <a:pt x="6728623" y="0"/>
                  </a:lnTo>
                  <a:lnTo>
                    <a:pt x="6727778" y="0"/>
                  </a:lnTo>
                  <a:lnTo>
                    <a:pt x="6726933" y="0"/>
                  </a:lnTo>
                  <a:lnTo>
                    <a:pt x="6726088" y="0"/>
                  </a:lnTo>
                  <a:lnTo>
                    <a:pt x="6725243" y="0"/>
                  </a:lnTo>
                  <a:lnTo>
                    <a:pt x="6724398" y="0"/>
                  </a:lnTo>
                  <a:lnTo>
                    <a:pt x="6723552" y="0"/>
                  </a:lnTo>
                  <a:lnTo>
                    <a:pt x="6722707" y="0"/>
                  </a:lnTo>
                  <a:lnTo>
                    <a:pt x="6721862" y="0"/>
                  </a:lnTo>
                  <a:lnTo>
                    <a:pt x="6721017" y="0"/>
                  </a:lnTo>
                  <a:lnTo>
                    <a:pt x="6720172" y="0"/>
                  </a:lnTo>
                  <a:lnTo>
                    <a:pt x="6719327" y="0"/>
                  </a:lnTo>
                  <a:lnTo>
                    <a:pt x="6718482" y="0"/>
                  </a:lnTo>
                  <a:lnTo>
                    <a:pt x="6717637" y="0"/>
                  </a:lnTo>
                  <a:lnTo>
                    <a:pt x="6716792" y="0"/>
                  </a:lnTo>
                  <a:lnTo>
                    <a:pt x="6715947" y="0"/>
                  </a:lnTo>
                  <a:lnTo>
                    <a:pt x="6715102" y="0"/>
                  </a:lnTo>
                  <a:lnTo>
                    <a:pt x="6714256" y="0"/>
                  </a:lnTo>
                  <a:lnTo>
                    <a:pt x="6713411" y="0"/>
                  </a:lnTo>
                  <a:lnTo>
                    <a:pt x="6712566" y="0"/>
                  </a:lnTo>
                  <a:lnTo>
                    <a:pt x="6711721" y="0"/>
                  </a:lnTo>
                  <a:lnTo>
                    <a:pt x="6710876" y="0"/>
                  </a:lnTo>
                  <a:lnTo>
                    <a:pt x="6710031" y="0"/>
                  </a:lnTo>
                  <a:lnTo>
                    <a:pt x="6709186" y="0"/>
                  </a:lnTo>
                  <a:lnTo>
                    <a:pt x="6708341" y="0"/>
                  </a:lnTo>
                  <a:lnTo>
                    <a:pt x="6707496" y="0"/>
                  </a:lnTo>
                  <a:lnTo>
                    <a:pt x="6706651" y="0"/>
                  </a:lnTo>
                  <a:lnTo>
                    <a:pt x="6705806" y="0"/>
                  </a:lnTo>
                  <a:lnTo>
                    <a:pt x="6704960" y="0"/>
                  </a:lnTo>
                  <a:lnTo>
                    <a:pt x="6704115" y="0"/>
                  </a:lnTo>
                  <a:lnTo>
                    <a:pt x="6703270" y="0"/>
                  </a:lnTo>
                  <a:lnTo>
                    <a:pt x="6702425" y="0"/>
                  </a:lnTo>
                  <a:lnTo>
                    <a:pt x="6701580" y="0"/>
                  </a:lnTo>
                  <a:lnTo>
                    <a:pt x="6700735" y="0"/>
                  </a:lnTo>
                  <a:lnTo>
                    <a:pt x="6699890" y="0"/>
                  </a:lnTo>
                  <a:lnTo>
                    <a:pt x="6699045" y="0"/>
                  </a:lnTo>
                  <a:lnTo>
                    <a:pt x="6698200" y="0"/>
                  </a:lnTo>
                  <a:lnTo>
                    <a:pt x="6697355" y="0"/>
                  </a:lnTo>
                  <a:lnTo>
                    <a:pt x="6696510" y="0"/>
                  </a:lnTo>
                  <a:lnTo>
                    <a:pt x="6695664" y="0"/>
                  </a:lnTo>
                  <a:lnTo>
                    <a:pt x="6694819" y="0"/>
                  </a:lnTo>
                  <a:lnTo>
                    <a:pt x="6693974" y="0"/>
                  </a:lnTo>
                  <a:lnTo>
                    <a:pt x="6693129" y="0"/>
                  </a:lnTo>
                  <a:lnTo>
                    <a:pt x="6692284" y="0"/>
                  </a:lnTo>
                  <a:lnTo>
                    <a:pt x="6691439" y="0"/>
                  </a:lnTo>
                  <a:lnTo>
                    <a:pt x="6690594" y="0"/>
                  </a:lnTo>
                  <a:lnTo>
                    <a:pt x="6689749" y="0"/>
                  </a:lnTo>
                  <a:lnTo>
                    <a:pt x="6688904" y="0"/>
                  </a:lnTo>
                  <a:lnTo>
                    <a:pt x="6688059" y="0"/>
                  </a:lnTo>
                  <a:lnTo>
                    <a:pt x="6687214" y="0"/>
                  </a:lnTo>
                  <a:lnTo>
                    <a:pt x="6686368" y="0"/>
                  </a:lnTo>
                  <a:lnTo>
                    <a:pt x="6685523" y="0"/>
                  </a:lnTo>
                  <a:lnTo>
                    <a:pt x="6684678" y="0"/>
                  </a:lnTo>
                  <a:lnTo>
                    <a:pt x="6683833" y="0"/>
                  </a:lnTo>
                  <a:lnTo>
                    <a:pt x="6682988" y="0"/>
                  </a:lnTo>
                  <a:lnTo>
                    <a:pt x="6682143" y="0"/>
                  </a:lnTo>
                  <a:lnTo>
                    <a:pt x="6681298" y="0"/>
                  </a:lnTo>
                  <a:lnTo>
                    <a:pt x="6680453" y="0"/>
                  </a:lnTo>
                  <a:lnTo>
                    <a:pt x="6679608" y="0"/>
                  </a:lnTo>
                  <a:lnTo>
                    <a:pt x="6678763" y="0"/>
                  </a:lnTo>
                  <a:lnTo>
                    <a:pt x="6677917" y="0"/>
                  </a:lnTo>
                  <a:lnTo>
                    <a:pt x="6677072" y="0"/>
                  </a:lnTo>
                  <a:lnTo>
                    <a:pt x="6676227" y="0"/>
                  </a:lnTo>
                  <a:lnTo>
                    <a:pt x="6675382" y="0"/>
                  </a:lnTo>
                  <a:lnTo>
                    <a:pt x="6674537" y="0"/>
                  </a:lnTo>
                  <a:lnTo>
                    <a:pt x="6673692" y="0"/>
                  </a:lnTo>
                  <a:lnTo>
                    <a:pt x="6672847" y="0"/>
                  </a:lnTo>
                  <a:lnTo>
                    <a:pt x="6672002" y="0"/>
                  </a:lnTo>
                  <a:lnTo>
                    <a:pt x="6671157" y="0"/>
                  </a:lnTo>
                  <a:lnTo>
                    <a:pt x="6670312" y="0"/>
                  </a:lnTo>
                  <a:lnTo>
                    <a:pt x="6669467" y="0"/>
                  </a:lnTo>
                  <a:lnTo>
                    <a:pt x="6668621" y="0"/>
                  </a:lnTo>
                  <a:lnTo>
                    <a:pt x="6667776" y="0"/>
                  </a:lnTo>
                  <a:lnTo>
                    <a:pt x="6666931" y="0"/>
                  </a:lnTo>
                  <a:lnTo>
                    <a:pt x="6666086" y="0"/>
                  </a:lnTo>
                  <a:lnTo>
                    <a:pt x="6665241" y="0"/>
                  </a:lnTo>
                  <a:lnTo>
                    <a:pt x="6664396" y="0"/>
                  </a:lnTo>
                  <a:lnTo>
                    <a:pt x="6663551" y="0"/>
                  </a:lnTo>
                  <a:lnTo>
                    <a:pt x="6662706" y="0"/>
                  </a:lnTo>
                  <a:lnTo>
                    <a:pt x="6661861" y="0"/>
                  </a:lnTo>
                  <a:lnTo>
                    <a:pt x="6661016" y="0"/>
                  </a:lnTo>
                  <a:lnTo>
                    <a:pt x="6660171" y="0"/>
                  </a:lnTo>
                  <a:lnTo>
                    <a:pt x="6659325" y="0"/>
                  </a:lnTo>
                  <a:lnTo>
                    <a:pt x="6658480" y="0"/>
                  </a:lnTo>
                  <a:lnTo>
                    <a:pt x="6657635" y="0"/>
                  </a:lnTo>
                  <a:lnTo>
                    <a:pt x="6656790" y="0"/>
                  </a:lnTo>
                  <a:lnTo>
                    <a:pt x="6655945" y="0"/>
                  </a:lnTo>
                  <a:lnTo>
                    <a:pt x="6655100" y="0"/>
                  </a:lnTo>
                  <a:lnTo>
                    <a:pt x="6654255" y="0"/>
                  </a:lnTo>
                  <a:lnTo>
                    <a:pt x="6653410" y="0"/>
                  </a:lnTo>
                  <a:lnTo>
                    <a:pt x="6652565" y="0"/>
                  </a:lnTo>
                  <a:lnTo>
                    <a:pt x="6651720" y="0"/>
                  </a:lnTo>
                  <a:lnTo>
                    <a:pt x="6650875" y="0"/>
                  </a:lnTo>
                  <a:lnTo>
                    <a:pt x="6650029" y="0"/>
                  </a:lnTo>
                  <a:lnTo>
                    <a:pt x="6649184" y="0"/>
                  </a:lnTo>
                  <a:lnTo>
                    <a:pt x="6648339" y="0"/>
                  </a:lnTo>
                  <a:lnTo>
                    <a:pt x="6647494" y="0"/>
                  </a:lnTo>
                  <a:lnTo>
                    <a:pt x="6646649" y="0"/>
                  </a:lnTo>
                  <a:lnTo>
                    <a:pt x="6645804" y="0"/>
                  </a:lnTo>
                  <a:lnTo>
                    <a:pt x="6644959" y="0"/>
                  </a:lnTo>
                  <a:lnTo>
                    <a:pt x="6644114" y="0"/>
                  </a:lnTo>
                  <a:lnTo>
                    <a:pt x="6643269" y="0"/>
                  </a:lnTo>
                  <a:lnTo>
                    <a:pt x="6642424" y="0"/>
                  </a:lnTo>
                  <a:lnTo>
                    <a:pt x="6641579" y="0"/>
                  </a:lnTo>
                  <a:lnTo>
                    <a:pt x="6640733" y="0"/>
                  </a:lnTo>
                  <a:lnTo>
                    <a:pt x="6639888" y="0"/>
                  </a:lnTo>
                  <a:lnTo>
                    <a:pt x="6639043" y="0"/>
                  </a:lnTo>
                  <a:lnTo>
                    <a:pt x="6638198" y="0"/>
                  </a:lnTo>
                  <a:lnTo>
                    <a:pt x="6637353" y="0"/>
                  </a:lnTo>
                  <a:lnTo>
                    <a:pt x="6636508" y="0"/>
                  </a:lnTo>
                  <a:lnTo>
                    <a:pt x="6635663" y="0"/>
                  </a:lnTo>
                  <a:lnTo>
                    <a:pt x="6634818" y="0"/>
                  </a:lnTo>
                  <a:lnTo>
                    <a:pt x="6633973" y="0"/>
                  </a:lnTo>
                  <a:lnTo>
                    <a:pt x="6633128" y="0"/>
                  </a:lnTo>
                  <a:lnTo>
                    <a:pt x="6632283" y="0"/>
                  </a:lnTo>
                  <a:lnTo>
                    <a:pt x="6631437" y="0"/>
                  </a:lnTo>
                  <a:lnTo>
                    <a:pt x="6630592" y="0"/>
                  </a:lnTo>
                  <a:lnTo>
                    <a:pt x="6629747" y="0"/>
                  </a:lnTo>
                  <a:lnTo>
                    <a:pt x="6628902" y="0"/>
                  </a:lnTo>
                  <a:lnTo>
                    <a:pt x="6628057" y="0"/>
                  </a:lnTo>
                  <a:lnTo>
                    <a:pt x="6627212" y="0"/>
                  </a:lnTo>
                  <a:lnTo>
                    <a:pt x="6626367" y="0"/>
                  </a:lnTo>
                  <a:lnTo>
                    <a:pt x="6625522" y="0"/>
                  </a:lnTo>
                  <a:lnTo>
                    <a:pt x="6624677" y="0"/>
                  </a:lnTo>
                  <a:lnTo>
                    <a:pt x="6623832" y="0"/>
                  </a:lnTo>
                  <a:lnTo>
                    <a:pt x="6622987" y="0"/>
                  </a:lnTo>
                  <a:lnTo>
                    <a:pt x="6622141" y="0"/>
                  </a:lnTo>
                  <a:lnTo>
                    <a:pt x="6621296" y="0"/>
                  </a:lnTo>
                  <a:lnTo>
                    <a:pt x="6620451" y="0"/>
                  </a:lnTo>
                  <a:lnTo>
                    <a:pt x="6619606" y="0"/>
                  </a:lnTo>
                  <a:lnTo>
                    <a:pt x="6618761" y="0"/>
                  </a:lnTo>
                  <a:lnTo>
                    <a:pt x="6617916" y="0"/>
                  </a:lnTo>
                  <a:lnTo>
                    <a:pt x="6617071" y="0"/>
                  </a:lnTo>
                  <a:lnTo>
                    <a:pt x="6616226" y="0"/>
                  </a:lnTo>
                  <a:lnTo>
                    <a:pt x="6615381" y="0"/>
                  </a:lnTo>
                  <a:lnTo>
                    <a:pt x="6614536" y="0"/>
                  </a:lnTo>
                  <a:lnTo>
                    <a:pt x="6613690" y="0"/>
                  </a:lnTo>
                  <a:lnTo>
                    <a:pt x="6612845" y="0"/>
                  </a:lnTo>
                  <a:lnTo>
                    <a:pt x="6612000" y="0"/>
                  </a:lnTo>
                  <a:lnTo>
                    <a:pt x="6611155" y="0"/>
                  </a:lnTo>
                  <a:lnTo>
                    <a:pt x="6610310" y="0"/>
                  </a:lnTo>
                  <a:lnTo>
                    <a:pt x="6609465" y="0"/>
                  </a:lnTo>
                  <a:lnTo>
                    <a:pt x="6608620" y="0"/>
                  </a:lnTo>
                  <a:lnTo>
                    <a:pt x="6607775" y="0"/>
                  </a:lnTo>
                  <a:lnTo>
                    <a:pt x="6606930" y="0"/>
                  </a:lnTo>
                  <a:lnTo>
                    <a:pt x="6606085" y="0"/>
                  </a:lnTo>
                  <a:lnTo>
                    <a:pt x="6605240" y="0"/>
                  </a:lnTo>
                  <a:lnTo>
                    <a:pt x="6604394" y="0"/>
                  </a:lnTo>
                  <a:lnTo>
                    <a:pt x="6603549" y="0"/>
                  </a:lnTo>
                  <a:lnTo>
                    <a:pt x="6602704" y="0"/>
                  </a:lnTo>
                  <a:lnTo>
                    <a:pt x="6601859" y="0"/>
                  </a:lnTo>
                  <a:lnTo>
                    <a:pt x="6601014" y="0"/>
                  </a:lnTo>
                  <a:lnTo>
                    <a:pt x="6600169" y="0"/>
                  </a:lnTo>
                  <a:lnTo>
                    <a:pt x="6599324" y="0"/>
                  </a:lnTo>
                  <a:lnTo>
                    <a:pt x="6598479" y="0"/>
                  </a:lnTo>
                  <a:lnTo>
                    <a:pt x="6597634" y="0"/>
                  </a:lnTo>
                  <a:lnTo>
                    <a:pt x="6596789" y="0"/>
                  </a:lnTo>
                  <a:lnTo>
                    <a:pt x="6595944" y="0"/>
                  </a:lnTo>
                  <a:lnTo>
                    <a:pt x="6595098" y="0"/>
                  </a:lnTo>
                  <a:lnTo>
                    <a:pt x="6594253" y="0"/>
                  </a:lnTo>
                  <a:lnTo>
                    <a:pt x="6593408" y="0"/>
                  </a:lnTo>
                  <a:lnTo>
                    <a:pt x="6592563" y="0"/>
                  </a:lnTo>
                  <a:lnTo>
                    <a:pt x="6591718" y="0"/>
                  </a:lnTo>
                  <a:lnTo>
                    <a:pt x="6590873" y="0"/>
                  </a:lnTo>
                  <a:lnTo>
                    <a:pt x="6590028" y="0"/>
                  </a:lnTo>
                  <a:lnTo>
                    <a:pt x="6589183" y="0"/>
                  </a:lnTo>
                  <a:lnTo>
                    <a:pt x="6588338" y="0"/>
                  </a:lnTo>
                  <a:lnTo>
                    <a:pt x="6587493" y="0"/>
                  </a:lnTo>
                  <a:lnTo>
                    <a:pt x="6586648" y="0"/>
                  </a:lnTo>
                  <a:lnTo>
                    <a:pt x="6585802" y="0"/>
                  </a:lnTo>
                  <a:lnTo>
                    <a:pt x="6584957" y="0"/>
                  </a:lnTo>
                  <a:lnTo>
                    <a:pt x="6584112" y="0"/>
                  </a:lnTo>
                  <a:lnTo>
                    <a:pt x="6583267" y="0"/>
                  </a:lnTo>
                  <a:lnTo>
                    <a:pt x="6582422" y="0"/>
                  </a:lnTo>
                  <a:lnTo>
                    <a:pt x="6581577" y="0"/>
                  </a:lnTo>
                  <a:lnTo>
                    <a:pt x="6580732" y="0"/>
                  </a:lnTo>
                  <a:lnTo>
                    <a:pt x="6579887" y="0"/>
                  </a:lnTo>
                  <a:lnTo>
                    <a:pt x="6579042" y="0"/>
                  </a:lnTo>
                  <a:lnTo>
                    <a:pt x="6578197" y="0"/>
                  </a:lnTo>
                  <a:lnTo>
                    <a:pt x="6577352" y="0"/>
                  </a:lnTo>
                  <a:lnTo>
                    <a:pt x="6576506" y="0"/>
                  </a:lnTo>
                  <a:lnTo>
                    <a:pt x="6575661" y="0"/>
                  </a:lnTo>
                  <a:lnTo>
                    <a:pt x="6574816" y="0"/>
                  </a:lnTo>
                  <a:lnTo>
                    <a:pt x="6573971" y="0"/>
                  </a:lnTo>
                  <a:lnTo>
                    <a:pt x="6573126" y="0"/>
                  </a:lnTo>
                  <a:lnTo>
                    <a:pt x="6572281" y="0"/>
                  </a:lnTo>
                  <a:lnTo>
                    <a:pt x="6571436" y="0"/>
                  </a:lnTo>
                  <a:lnTo>
                    <a:pt x="6570591" y="0"/>
                  </a:lnTo>
                  <a:lnTo>
                    <a:pt x="6569746" y="0"/>
                  </a:lnTo>
                  <a:lnTo>
                    <a:pt x="6568901" y="0"/>
                  </a:lnTo>
                  <a:lnTo>
                    <a:pt x="6568056" y="0"/>
                  </a:lnTo>
                  <a:lnTo>
                    <a:pt x="6567210" y="0"/>
                  </a:lnTo>
                  <a:lnTo>
                    <a:pt x="6566365" y="0"/>
                  </a:lnTo>
                  <a:lnTo>
                    <a:pt x="6565520" y="0"/>
                  </a:lnTo>
                  <a:lnTo>
                    <a:pt x="6564675" y="0"/>
                  </a:lnTo>
                  <a:lnTo>
                    <a:pt x="6563830" y="0"/>
                  </a:lnTo>
                  <a:lnTo>
                    <a:pt x="6562985" y="0"/>
                  </a:lnTo>
                  <a:lnTo>
                    <a:pt x="6562140" y="0"/>
                  </a:lnTo>
                  <a:lnTo>
                    <a:pt x="6561295" y="0"/>
                  </a:lnTo>
                  <a:lnTo>
                    <a:pt x="6560450" y="0"/>
                  </a:lnTo>
                  <a:lnTo>
                    <a:pt x="6559605" y="0"/>
                  </a:lnTo>
                  <a:lnTo>
                    <a:pt x="6558760" y="0"/>
                  </a:lnTo>
                  <a:lnTo>
                    <a:pt x="6557914" y="0"/>
                  </a:lnTo>
                  <a:lnTo>
                    <a:pt x="6557069" y="0"/>
                  </a:lnTo>
                  <a:lnTo>
                    <a:pt x="6556224" y="0"/>
                  </a:lnTo>
                  <a:lnTo>
                    <a:pt x="6555379" y="0"/>
                  </a:lnTo>
                  <a:lnTo>
                    <a:pt x="6554534" y="0"/>
                  </a:lnTo>
                  <a:lnTo>
                    <a:pt x="6553689" y="0"/>
                  </a:lnTo>
                  <a:lnTo>
                    <a:pt x="6552844" y="0"/>
                  </a:lnTo>
                  <a:lnTo>
                    <a:pt x="6551999" y="0"/>
                  </a:lnTo>
                  <a:lnTo>
                    <a:pt x="6551154" y="0"/>
                  </a:lnTo>
                  <a:lnTo>
                    <a:pt x="6550309" y="0"/>
                  </a:lnTo>
                  <a:lnTo>
                    <a:pt x="6549463" y="0"/>
                  </a:lnTo>
                  <a:lnTo>
                    <a:pt x="6548618" y="0"/>
                  </a:lnTo>
                  <a:lnTo>
                    <a:pt x="6547773" y="0"/>
                  </a:lnTo>
                  <a:lnTo>
                    <a:pt x="6546928" y="0"/>
                  </a:lnTo>
                  <a:lnTo>
                    <a:pt x="6546083" y="0"/>
                  </a:lnTo>
                  <a:lnTo>
                    <a:pt x="6545238" y="0"/>
                  </a:lnTo>
                  <a:lnTo>
                    <a:pt x="6544393" y="0"/>
                  </a:lnTo>
                  <a:lnTo>
                    <a:pt x="6543548" y="0"/>
                  </a:lnTo>
                  <a:lnTo>
                    <a:pt x="6542703" y="0"/>
                  </a:lnTo>
                  <a:lnTo>
                    <a:pt x="6541858" y="0"/>
                  </a:lnTo>
                  <a:lnTo>
                    <a:pt x="6541013" y="0"/>
                  </a:lnTo>
                  <a:lnTo>
                    <a:pt x="6540167" y="0"/>
                  </a:lnTo>
                  <a:lnTo>
                    <a:pt x="6539322" y="0"/>
                  </a:lnTo>
                  <a:lnTo>
                    <a:pt x="6538477" y="0"/>
                  </a:lnTo>
                  <a:lnTo>
                    <a:pt x="6537632" y="0"/>
                  </a:lnTo>
                  <a:lnTo>
                    <a:pt x="6536787" y="0"/>
                  </a:lnTo>
                  <a:lnTo>
                    <a:pt x="6535942" y="0"/>
                  </a:lnTo>
                  <a:lnTo>
                    <a:pt x="6535097" y="0"/>
                  </a:lnTo>
                  <a:lnTo>
                    <a:pt x="6534252" y="0"/>
                  </a:lnTo>
                  <a:lnTo>
                    <a:pt x="6533407" y="0"/>
                  </a:lnTo>
                  <a:lnTo>
                    <a:pt x="6532562" y="0"/>
                  </a:lnTo>
                  <a:lnTo>
                    <a:pt x="6531717" y="0"/>
                  </a:lnTo>
                  <a:lnTo>
                    <a:pt x="6530871" y="0"/>
                  </a:lnTo>
                  <a:lnTo>
                    <a:pt x="6530026" y="0"/>
                  </a:lnTo>
                  <a:lnTo>
                    <a:pt x="6529181" y="0"/>
                  </a:lnTo>
                  <a:lnTo>
                    <a:pt x="6528336" y="0"/>
                  </a:lnTo>
                  <a:lnTo>
                    <a:pt x="6527491" y="0"/>
                  </a:lnTo>
                  <a:lnTo>
                    <a:pt x="6526646" y="0"/>
                  </a:lnTo>
                  <a:lnTo>
                    <a:pt x="6525801" y="0"/>
                  </a:lnTo>
                  <a:lnTo>
                    <a:pt x="6524956" y="0"/>
                  </a:lnTo>
                  <a:lnTo>
                    <a:pt x="6524111" y="0"/>
                  </a:lnTo>
                  <a:lnTo>
                    <a:pt x="6523266" y="0"/>
                  </a:lnTo>
                  <a:lnTo>
                    <a:pt x="6522421" y="0"/>
                  </a:lnTo>
                  <a:lnTo>
                    <a:pt x="6521575" y="0"/>
                  </a:lnTo>
                  <a:lnTo>
                    <a:pt x="6520730" y="0"/>
                  </a:lnTo>
                  <a:lnTo>
                    <a:pt x="6519885" y="0"/>
                  </a:lnTo>
                  <a:lnTo>
                    <a:pt x="6519040" y="0"/>
                  </a:lnTo>
                  <a:lnTo>
                    <a:pt x="6518195" y="0"/>
                  </a:lnTo>
                  <a:lnTo>
                    <a:pt x="6517350" y="0"/>
                  </a:lnTo>
                  <a:lnTo>
                    <a:pt x="6516505" y="0"/>
                  </a:lnTo>
                  <a:lnTo>
                    <a:pt x="6515660" y="0"/>
                  </a:lnTo>
                  <a:lnTo>
                    <a:pt x="6514815" y="0"/>
                  </a:lnTo>
                  <a:lnTo>
                    <a:pt x="6513970" y="0"/>
                  </a:lnTo>
                  <a:lnTo>
                    <a:pt x="6513125" y="0"/>
                  </a:lnTo>
                  <a:lnTo>
                    <a:pt x="6512279" y="0"/>
                  </a:lnTo>
                  <a:lnTo>
                    <a:pt x="6511434" y="0"/>
                  </a:lnTo>
                  <a:lnTo>
                    <a:pt x="6510589" y="0"/>
                  </a:lnTo>
                  <a:lnTo>
                    <a:pt x="6509744" y="0"/>
                  </a:lnTo>
                  <a:lnTo>
                    <a:pt x="6508899" y="0"/>
                  </a:lnTo>
                  <a:lnTo>
                    <a:pt x="6508054" y="0"/>
                  </a:lnTo>
                  <a:lnTo>
                    <a:pt x="6507209" y="0"/>
                  </a:lnTo>
                  <a:lnTo>
                    <a:pt x="6506364" y="0"/>
                  </a:lnTo>
                  <a:lnTo>
                    <a:pt x="6505519" y="0"/>
                  </a:lnTo>
                  <a:lnTo>
                    <a:pt x="6504674" y="0"/>
                  </a:lnTo>
                  <a:lnTo>
                    <a:pt x="6503829" y="0"/>
                  </a:lnTo>
                  <a:lnTo>
                    <a:pt x="6502983" y="0"/>
                  </a:lnTo>
                  <a:lnTo>
                    <a:pt x="6502138" y="0"/>
                  </a:lnTo>
                  <a:lnTo>
                    <a:pt x="6501293" y="0"/>
                  </a:lnTo>
                  <a:lnTo>
                    <a:pt x="6500448" y="0"/>
                  </a:lnTo>
                  <a:lnTo>
                    <a:pt x="6499603" y="0"/>
                  </a:lnTo>
                  <a:lnTo>
                    <a:pt x="6498758" y="0"/>
                  </a:lnTo>
                  <a:lnTo>
                    <a:pt x="6497913" y="0"/>
                  </a:lnTo>
                  <a:lnTo>
                    <a:pt x="6497068" y="0"/>
                  </a:lnTo>
                  <a:lnTo>
                    <a:pt x="6496223" y="0"/>
                  </a:lnTo>
                  <a:lnTo>
                    <a:pt x="6495378" y="0"/>
                  </a:lnTo>
                  <a:lnTo>
                    <a:pt x="6494533" y="0"/>
                  </a:lnTo>
                  <a:lnTo>
                    <a:pt x="6493687" y="0"/>
                  </a:lnTo>
                  <a:lnTo>
                    <a:pt x="6492842" y="0"/>
                  </a:lnTo>
                  <a:lnTo>
                    <a:pt x="6491997" y="0"/>
                  </a:lnTo>
                  <a:lnTo>
                    <a:pt x="6491152" y="0"/>
                  </a:lnTo>
                  <a:lnTo>
                    <a:pt x="6490307" y="0"/>
                  </a:lnTo>
                  <a:lnTo>
                    <a:pt x="6489462" y="0"/>
                  </a:lnTo>
                  <a:lnTo>
                    <a:pt x="6488617" y="0"/>
                  </a:lnTo>
                  <a:lnTo>
                    <a:pt x="6487772" y="0"/>
                  </a:lnTo>
                  <a:lnTo>
                    <a:pt x="6486927" y="0"/>
                  </a:lnTo>
                  <a:lnTo>
                    <a:pt x="6486082" y="0"/>
                  </a:lnTo>
                  <a:lnTo>
                    <a:pt x="6485236" y="0"/>
                  </a:lnTo>
                  <a:lnTo>
                    <a:pt x="6484391" y="0"/>
                  </a:lnTo>
                  <a:lnTo>
                    <a:pt x="6483546" y="0"/>
                  </a:lnTo>
                  <a:lnTo>
                    <a:pt x="6482701" y="0"/>
                  </a:lnTo>
                  <a:lnTo>
                    <a:pt x="6481856" y="0"/>
                  </a:lnTo>
                  <a:lnTo>
                    <a:pt x="6481011" y="0"/>
                  </a:lnTo>
                  <a:lnTo>
                    <a:pt x="6480166" y="0"/>
                  </a:lnTo>
                  <a:lnTo>
                    <a:pt x="6479321" y="0"/>
                  </a:lnTo>
                  <a:lnTo>
                    <a:pt x="6478476" y="0"/>
                  </a:lnTo>
                  <a:lnTo>
                    <a:pt x="6477631" y="0"/>
                  </a:lnTo>
                  <a:lnTo>
                    <a:pt x="6476786" y="0"/>
                  </a:lnTo>
                  <a:lnTo>
                    <a:pt x="6475940" y="0"/>
                  </a:lnTo>
                  <a:lnTo>
                    <a:pt x="6475095" y="0"/>
                  </a:lnTo>
                  <a:lnTo>
                    <a:pt x="6474250" y="0"/>
                  </a:lnTo>
                  <a:lnTo>
                    <a:pt x="6473405" y="0"/>
                  </a:lnTo>
                  <a:lnTo>
                    <a:pt x="6472560" y="0"/>
                  </a:lnTo>
                  <a:lnTo>
                    <a:pt x="6471715" y="0"/>
                  </a:lnTo>
                  <a:lnTo>
                    <a:pt x="6470870" y="0"/>
                  </a:lnTo>
                  <a:lnTo>
                    <a:pt x="6470025" y="0"/>
                  </a:lnTo>
                  <a:lnTo>
                    <a:pt x="6469180" y="0"/>
                  </a:lnTo>
                  <a:lnTo>
                    <a:pt x="6468335" y="0"/>
                  </a:lnTo>
                  <a:lnTo>
                    <a:pt x="6467490" y="0"/>
                  </a:lnTo>
                  <a:lnTo>
                    <a:pt x="6466644" y="0"/>
                  </a:lnTo>
                  <a:lnTo>
                    <a:pt x="6465799" y="0"/>
                  </a:lnTo>
                  <a:lnTo>
                    <a:pt x="6464954" y="0"/>
                  </a:lnTo>
                  <a:lnTo>
                    <a:pt x="6464109" y="0"/>
                  </a:lnTo>
                  <a:lnTo>
                    <a:pt x="6463264" y="0"/>
                  </a:lnTo>
                  <a:lnTo>
                    <a:pt x="6462419" y="0"/>
                  </a:lnTo>
                  <a:lnTo>
                    <a:pt x="6461574" y="0"/>
                  </a:lnTo>
                  <a:lnTo>
                    <a:pt x="6460729" y="0"/>
                  </a:lnTo>
                  <a:lnTo>
                    <a:pt x="6459884" y="0"/>
                  </a:lnTo>
                  <a:lnTo>
                    <a:pt x="6459039" y="0"/>
                  </a:lnTo>
                  <a:lnTo>
                    <a:pt x="6458194" y="0"/>
                  </a:lnTo>
                  <a:lnTo>
                    <a:pt x="6457348" y="0"/>
                  </a:lnTo>
                  <a:lnTo>
                    <a:pt x="6456503" y="0"/>
                  </a:lnTo>
                  <a:lnTo>
                    <a:pt x="6455658" y="0"/>
                  </a:lnTo>
                  <a:lnTo>
                    <a:pt x="6454813" y="0"/>
                  </a:lnTo>
                  <a:lnTo>
                    <a:pt x="6453968" y="0"/>
                  </a:lnTo>
                  <a:lnTo>
                    <a:pt x="6453123" y="0"/>
                  </a:lnTo>
                  <a:lnTo>
                    <a:pt x="6452278" y="0"/>
                  </a:lnTo>
                  <a:lnTo>
                    <a:pt x="6451433" y="0"/>
                  </a:lnTo>
                  <a:lnTo>
                    <a:pt x="6450588" y="0"/>
                  </a:lnTo>
                  <a:lnTo>
                    <a:pt x="6449743" y="0"/>
                  </a:lnTo>
                  <a:lnTo>
                    <a:pt x="6448898" y="0"/>
                  </a:lnTo>
                  <a:lnTo>
                    <a:pt x="6448052" y="0"/>
                  </a:lnTo>
                  <a:lnTo>
                    <a:pt x="6447207" y="0"/>
                  </a:lnTo>
                  <a:lnTo>
                    <a:pt x="6446362" y="0"/>
                  </a:lnTo>
                  <a:lnTo>
                    <a:pt x="6445517" y="0"/>
                  </a:lnTo>
                  <a:lnTo>
                    <a:pt x="6444672" y="0"/>
                  </a:lnTo>
                  <a:lnTo>
                    <a:pt x="6443827" y="0"/>
                  </a:lnTo>
                  <a:lnTo>
                    <a:pt x="6442982" y="0"/>
                  </a:lnTo>
                  <a:lnTo>
                    <a:pt x="6442137" y="0"/>
                  </a:lnTo>
                  <a:lnTo>
                    <a:pt x="6441292" y="0"/>
                  </a:lnTo>
                  <a:lnTo>
                    <a:pt x="6440447" y="0"/>
                  </a:lnTo>
                  <a:lnTo>
                    <a:pt x="6439602" y="0"/>
                  </a:lnTo>
                  <a:lnTo>
                    <a:pt x="6438756" y="0"/>
                  </a:lnTo>
                  <a:lnTo>
                    <a:pt x="6437911" y="0"/>
                  </a:lnTo>
                  <a:lnTo>
                    <a:pt x="6437066" y="0"/>
                  </a:lnTo>
                  <a:lnTo>
                    <a:pt x="6436221" y="0"/>
                  </a:lnTo>
                  <a:lnTo>
                    <a:pt x="6435376" y="0"/>
                  </a:lnTo>
                  <a:lnTo>
                    <a:pt x="6434531" y="0"/>
                  </a:lnTo>
                  <a:lnTo>
                    <a:pt x="6433686" y="0"/>
                  </a:lnTo>
                  <a:lnTo>
                    <a:pt x="6432841" y="0"/>
                  </a:lnTo>
                  <a:lnTo>
                    <a:pt x="6431996" y="0"/>
                  </a:lnTo>
                  <a:lnTo>
                    <a:pt x="6431151" y="0"/>
                  </a:lnTo>
                  <a:lnTo>
                    <a:pt x="6430306" y="0"/>
                  </a:lnTo>
                  <a:lnTo>
                    <a:pt x="6429460" y="0"/>
                  </a:lnTo>
                  <a:lnTo>
                    <a:pt x="6428615" y="0"/>
                  </a:lnTo>
                  <a:lnTo>
                    <a:pt x="6427770" y="0"/>
                  </a:lnTo>
                  <a:lnTo>
                    <a:pt x="6426925" y="0"/>
                  </a:lnTo>
                  <a:lnTo>
                    <a:pt x="6426080" y="0"/>
                  </a:lnTo>
                  <a:lnTo>
                    <a:pt x="6425235" y="0"/>
                  </a:lnTo>
                  <a:lnTo>
                    <a:pt x="6424390" y="0"/>
                  </a:lnTo>
                  <a:lnTo>
                    <a:pt x="6423545" y="0"/>
                  </a:lnTo>
                  <a:lnTo>
                    <a:pt x="6422700" y="0"/>
                  </a:lnTo>
                  <a:lnTo>
                    <a:pt x="6421855" y="0"/>
                  </a:lnTo>
                  <a:lnTo>
                    <a:pt x="6421009" y="0"/>
                  </a:lnTo>
                  <a:lnTo>
                    <a:pt x="6420164" y="0"/>
                  </a:lnTo>
                  <a:lnTo>
                    <a:pt x="6419319" y="0"/>
                  </a:lnTo>
                  <a:lnTo>
                    <a:pt x="6418474" y="0"/>
                  </a:lnTo>
                  <a:lnTo>
                    <a:pt x="6417629" y="0"/>
                  </a:lnTo>
                  <a:lnTo>
                    <a:pt x="6416784" y="0"/>
                  </a:lnTo>
                  <a:lnTo>
                    <a:pt x="6415939" y="0"/>
                  </a:lnTo>
                  <a:lnTo>
                    <a:pt x="6415094" y="0"/>
                  </a:lnTo>
                  <a:lnTo>
                    <a:pt x="6414249" y="0"/>
                  </a:lnTo>
                  <a:lnTo>
                    <a:pt x="6413404" y="0"/>
                  </a:lnTo>
                  <a:lnTo>
                    <a:pt x="6412559" y="0"/>
                  </a:lnTo>
                  <a:lnTo>
                    <a:pt x="6411713" y="0"/>
                  </a:lnTo>
                  <a:lnTo>
                    <a:pt x="6410868" y="0"/>
                  </a:lnTo>
                  <a:lnTo>
                    <a:pt x="6410023" y="0"/>
                  </a:lnTo>
                  <a:lnTo>
                    <a:pt x="6409178" y="0"/>
                  </a:lnTo>
                  <a:lnTo>
                    <a:pt x="6408333" y="0"/>
                  </a:lnTo>
                  <a:lnTo>
                    <a:pt x="6407488" y="0"/>
                  </a:lnTo>
                  <a:lnTo>
                    <a:pt x="6406643" y="0"/>
                  </a:lnTo>
                  <a:lnTo>
                    <a:pt x="6405798" y="0"/>
                  </a:lnTo>
                  <a:lnTo>
                    <a:pt x="6404953" y="0"/>
                  </a:lnTo>
                  <a:lnTo>
                    <a:pt x="6404108" y="0"/>
                  </a:lnTo>
                  <a:lnTo>
                    <a:pt x="6403263" y="0"/>
                  </a:lnTo>
                  <a:lnTo>
                    <a:pt x="6402417" y="0"/>
                  </a:lnTo>
                  <a:lnTo>
                    <a:pt x="6401572" y="0"/>
                  </a:lnTo>
                  <a:lnTo>
                    <a:pt x="6400727" y="0"/>
                  </a:lnTo>
                  <a:lnTo>
                    <a:pt x="6399882" y="0"/>
                  </a:lnTo>
                  <a:lnTo>
                    <a:pt x="6399037" y="0"/>
                  </a:lnTo>
                  <a:lnTo>
                    <a:pt x="6398192" y="0"/>
                  </a:lnTo>
                  <a:lnTo>
                    <a:pt x="6397347" y="0"/>
                  </a:lnTo>
                  <a:lnTo>
                    <a:pt x="6396502" y="0"/>
                  </a:lnTo>
                  <a:lnTo>
                    <a:pt x="6395657" y="0"/>
                  </a:lnTo>
                  <a:lnTo>
                    <a:pt x="6394812" y="0"/>
                  </a:lnTo>
                  <a:lnTo>
                    <a:pt x="6393967" y="0"/>
                  </a:lnTo>
                  <a:lnTo>
                    <a:pt x="6393121" y="0"/>
                  </a:lnTo>
                  <a:lnTo>
                    <a:pt x="6392276" y="0"/>
                  </a:lnTo>
                  <a:lnTo>
                    <a:pt x="6391431" y="0"/>
                  </a:lnTo>
                  <a:lnTo>
                    <a:pt x="6390586" y="0"/>
                  </a:lnTo>
                  <a:lnTo>
                    <a:pt x="6389741" y="0"/>
                  </a:lnTo>
                  <a:lnTo>
                    <a:pt x="6388896" y="0"/>
                  </a:lnTo>
                  <a:lnTo>
                    <a:pt x="6388051" y="0"/>
                  </a:lnTo>
                  <a:lnTo>
                    <a:pt x="6387206" y="0"/>
                  </a:lnTo>
                  <a:lnTo>
                    <a:pt x="6386361" y="0"/>
                  </a:lnTo>
                  <a:lnTo>
                    <a:pt x="6385516" y="0"/>
                  </a:lnTo>
                  <a:lnTo>
                    <a:pt x="6384671" y="0"/>
                  </a:lnTo>
                  <a:lnTo>
                    <a:pt x="6383825" y="0"/>
                  </a:lnTo>
                  <a:lnTo>
                    <a:pt x="6382980" y="0"/>
                  </a:lnTo>
                  <a:lnTo>
                    <a:pt x="6382135" y="0"/>
                  </a:lnTo>
                  <a:lnTo>
                    <a:pt x="6381290" y="0"/>
                  </a:lnTo>
                  <a:lnTo>
                    <a:pt x="6380445" y="0"/>
                  </a:lnTo>
                  <a:lnTo>
                    <a:pt x="6379600" y="0"/>
                  </a:lnTo>
                  <a:lnTo>
                    <a:pt x="6378755" y="0"/>
                  </a:lnTo>
                  <a:lnTo>
                    <a:pt x="6377910" y="0"/>
                  </a:lnTo>
                  <a:lnTo>
                    <a:pt x="6377065" y="0"/>
                  </a:lnTo>
                  <a:lnTo>
                    <a:pt x="6376220" y="0"/>
                  </a:lnTo>
                  <a:lnTo>
                    <a:pt x="6375375" y="0"/>
                  </a:lnTo>
                  <a:lnTo>
                    <a:pt x="6374529" y="0"/>
                  </a:lnTo>
                  <a:lnTo>
                    <a:pt x="6373684" y="0"/>
                  </a:lnTo>
                  <a:lnTo>
                    <a:pt x="6372839" y="0"/>
                  </a:lnTo>
                  <a:lnTo>
                    <a:pt x="6371994" y="0"/>
                  </a:lnTo>
                  <a:lnTo>
                    <a:pt x="6371149" y="0"/>
                  </a:lnTo>
                  <a:lnTo>
                    <a:pt x="6370304" y="0"/>
                  </a:lnTo>
                  <a:lnTo>
                    <a:pt x="6369459" y="0"/>
                  </a:lnTo>
                  <a:lnTo>
                    <a:pt x="6368614" y="0"/>
                  </a:lnTo>
                  <a:lnTo>
                    <a:pt x="6367769" y="0"/>
                  </a:lnTo>
                  <a:lnTo>
                    <a:pt x="6366924" y="0"/>
                  </a:lnTo>
                  <a:lnTo>
                    <a:pt x="6366079" y="0"/>
                  </a:lnTo>
                  <a:lnTo>
                    <a:pt x="6365233" y="0"/>
                  </a:lnTo>
                  <a:lnTo>
                    <a:pt x="6364388" y="0"/>
                  </a:lnTo>
                  <a:lnTo>
                    <a:pt x="6363543" y="0"/>
                  </a:lnTo>
                  <a:lnTo>
                    <a:pt x="6362698" y="0"/>
                  </a:lnTo>
                  <a:lnTo>
                    <a:pt x="6361853" y="0"/>
                  </a:lnTo>
                  <a:lnTo>
                    <a:pt x="6361008" y="0"/>
                  </a:lnTo>
                  <a:lnTo>
                    <a:pt x="6360163" y="0"/>
                  </a:lnTo>
                  <a:lnTo>
                    <a:pt x="6359318" y="0"/>
                  </a:lnTo>
                  <a:lnTo>
                    <a:pt x="6358473" y="0"/>
                  </a:lnTo>
                  <a:lnTo>
                    <a:pt x="6357628" y="0"/>
                  </a:lnTo>
                  <a:lnTo>
                    <a:pt x="6356782" y="0"/>
                  </a:lnTo>
                  <a:lnTo>
                    <a:pt x="6355937" y="0"/>
                  </a:lnTo>
                  <a:lnTo>
                    <a:pt x="6355092" y="0"/>
                  </a:lnTo>
                  <a:lnTo>
                    <a:pt x="6354247" y="0"/>
                  </a:lnTo>
                  <a:lnTo>
                    <a:pt x="6353402" y="0"/>
                  </a:lnTo>
                  <a:lnTo>
                    <a:pt x="6352557" y="0"/>
                  </a:lnTo>
                  <a:lnTo>
                    <a:pt x="6351712" y="0"/>
                  </a:lnTo>
                  <a:lnTo>
                    <a:pt x="6350867" y="0"/>
                  </a:lnTo>
                  <a:lnTo>
                    <a:pt x="6350022" y="0"/>
                  </a:lnTo>
                  <a:lnTo>
                    <a:pt x="6349177" y="0"/>
                  </a:lnTo>
                  <a:lnTo>
                    <a:pt x="6348332" y="0"/>
                  </a:lnTo>
                  <a:lnTo>
                    <a:pt x="6347486" y="0"/>
                  </a:lnTo>
                  <a:lnTo>
                    <a:pt x="6346641" y="0"/>
                  </a:lnTo>
                  <a:lnTo>
                    <a:pt x="6345796" y="0"/>
                  </a:lnTo>
                  <a:lnTo>
                    <a:pt x="6344951" y="0"/>
                  </a:lnTo>
                  <a:lnTo>
                    <a:pt x="6344106" y="0"/>
                  </a:lnTo>
                  <a:lnTo>
                    <a:pt x="6343261" y="0"/>
                  </a:lnTo>
                  <a:lnTo>
                    <a:pt x="6342416" y="0"/>
                  </a:lnTo>
                  <a:lnTo>
                    <a:pt x="6341571" y="0"/>
                  </a:lnTo>
                  <a:lnTo>
                    <a:pt x="6340726" y="0"/>
                  </a:lnTo>
                  <a:lnTo>
                    <a:pt x="6339881" y="0"/>
                  </a:lnTo>
                  <a:lnTo>
                    <a:pt x="6339036" y="0"/>
                  </a:lnTo>
                  <a:lnTo>
                    <a:pt x="6338190" y="0"/>
                  </a:lnTo>
                  <a:lnTo>
                    <a:pt x="6337345" y="0"/>
                  </a:lnTo>
                  <a:lnTo>
                    <a:pt x="6336500" y="0"/>
                  </a:lnTo>
                  <a:lnTo>
                    <a:pt x="6335655" y="0"/>
                  </a:lnTo>
                  <a:lnTo>
                    <a:pt x="6334810" y="0"/>
                  </a:lnTo>
                  <a:lnTo>
                    <a:pt x="6333965" y="0"/>
                  </a:lnTo>
                  <a:lnTo>
                    <a:pt x="6333120" y="0"/>
                  </a:lnTo>
                  <a:lnTo>
                    <a:pt x="6332275" y="0"/>
                  </a:lnTo>
                  <a:lnTo>
                    <a:pt x="6331430" y="0"/>
                  </a:lnTo>
                  <a:lnTo>
                    <a:pt x="6330585" y="0"/>
                  </a:lnTo>
                  <a:lnTo>
                    <a:pt x="6329740" y="0"/>
                  </a:lnTo>
                  <a:lnTo>
                    <a:pt x="6328894" y="0"/>
                  </a:lnTo>
                  <a:lnTo>
                    <a:pt x="6328049" y="0"/>
                  </a:lnTo>
                  <a:lnTo>
                    <a:pt x="6327204" y="0"/>
                  </a:lnTo>
                  <a:lnTo>
                    <a:pt x="6326359" y="0"/>
                  </a:lnTo>
                  <a:lnTo>
                    <a:pt x="6325514" y="0"/>
                  </a:lnTo>
                  <a:lnTo>
                    <a:pt x="6324669" y="0"/>
                  </a:lnTo>
                  <a:lnTo>
                    <a:pt x="6323824" y="0"/>
                  </a:lnTo>
                  <a:lnTo>
                    <a:pt x="6322979" y="0"/>
                  </a:lnTo>
                  <a:lnTo>
                    <a:pt x="6322134" y="0"/>
                  </a:lnTo>
                  <a:lnTo>
                    <a:pt x="6321289" y="0"/>
                  </a:lnTo>
                  <a:lnTo>
                    <a:pt x="6320444" y="0"/>
                  </a:lnTo>
                  <a:lnTo>
                    <a:pt x="6319598" y="0"/>
                  </a:lnTo>
                  <a:lnTo>
                    <a:pt x="6318753" y="0"/>
                  </a:lnTo>
                  <a:lnTo>
                    <a:pt x="6317908" y="0"/>
                  </a:lnTo>
                  <a:lnTo>
                    <a:pt x="6317063" y="0"/>
                  </a:lnTo>
                  <a:lnTo>
                    <a:pt x="6316218" y="0"/>
                  </a:lnTo>
                  <a:lnTo>
                    <a:pt x="6315373" y="0"/>
                  </a:lnTo>
                  <a:lnTo>
                    <a:pt x="6314528" y="0"/>
                  </a:lnTo>
                  <a:lnTo>
                    <a:pt x="6313683" y="0"/>
                  </a:lnTo>
                  <a:lnTo>
                    <a:pt x="6312838" y="0"/>
                  </a:lnTo>
                  <a:lnTo>
                    <a:pt x="6311993" y="0"/>
                  </a:lnTo>
                  <a:lnTo>
                    <a:pt x="6311148" y="0"/>
                  </a:lnTo>
                  <a:lnTo>
                    <a:pt x="6310302" y="0"/>
                  </a:lnTo>
                  <a:lnTo>
                    <a:pt x="6309457" y="0"/>
                  </a:lnTo>
                  <a:lnTo>
                    <a:pt x="6308612" y="0"/>
                  </a:lnTo>
                  <a:lnTo>
                    <a:pt x="6307767" y="0"/>
                  </a:lnTo>
                  <a:lnTo>
                    <a:pt x="6306922" y="0"/>
                  </a:lnTo>
                  <a:lnTo>
                    <a:pt x="6306077" y="0"/>
                  </a:lnTo>
                  <a:lnTo>
                    <a:pt x="6305232" y="0"/>
                  </a:lnTo>
                  <a:lnTo>
                    <a:pt x="6304387" y="0"/>
                  </a:lnTo>
                  <a:lnTo>
                    <a:pt x="6303542" y="0"/>
                  </a:lnTo>
                  <a:lnTo>
                    <a:pt x="6302697" y="0"/>
                  </a:lnTo>
                  <a:lnTo>
                    <a:pt x="6301852" y="0"/>
                  </a:lnTo>
                  <a:lnTo>
                    <a:pt x="6301006" y="0"/>
                  </a:lnTo>
                  <a:lnTo>
                    <a:pt x="6300161" y="0"/>
                  </a:lnTo>
                  <a:lnTo>
                    <a:pt x="6299316" y="0"/>
                  </a:lnTo>
                  <a:lnTo>
                    <a:pt x="6298471" y="0"/>
                  </a:lnTo>
                  <a:lnTo>
                    <a:pt x="6297626" y="0"/>
                  </a:lnTo>
                  <a:lnTo>
                    <a:pt x="6296781" y="0"/>
                  </a:lnTo>
                  <a:lnTo>
                    <a:pt x="6295936" y="0"/>
                  </a:lnTo>
                  <a:lnTo>
                    <a:pt x="6295091" y="0"/>
                  </a:lnTo>
                  <a:lnTo>
                    <a:pt x="6294246" y="0"/>
                  </a:lnTo>
                  <a:lnTo>
                    <a:pt x="6293401" y="0"/>
                  </a:lnTo>
                  <a:lnTo>
                    <a:pt x="6292555" y="0"/>
                  </a:lnTo>
                  <a:lnTo>
                    <a:pt x="6291710" y="0"/>
                  </a:lnTo>
                  <a:lnTo>
                    <a:pt x="6290865" y="0"/>
                  </a:lnTo>
                  <a:lnTo>
                    <a:pt x="6290020" y="0"/>
                  </a:lnTo>
                  <a:lnTo>
                    <a:pt x="6289175" y="0"/>
                  </a:lnTo>
                  <a:lnTo>
                    <a:pt x="6288330" y="0"/>
                  </a:lnTo>
                  <a:lnTo>
                    <a:pt x="6287485" y="0"/>
                  </a:lnTo>
                  <a:lnTo>
                    <a:pt x="6286640" y="0"/>
                  </a:lnTo>
                  <a:lnTo>
                    <a:pt x="6285795" y="0"/>
                  </a:lnTo>
                  <a:lnTo>
                    <a:pt x="6284950" y="0"/>
                  </a:lnTo>
                  <a:lnTo>
                    <a:pt x="6284105" y="0"/>
                  </a:lnTo>
                  <a:lnTo>
                    <a:pt x="6283259" y="0"/>
                  </a:lnTo>
                  <a:lnTo>
                    <a:pt x="6282414" y="0"/>
                  </a:lnTo>
                  <a:lnTo>
                    <a:pt x="6281569" y="0"/>
                  </a:lnTo>
                  <a:lnTo>
                    <a:pt x="6280724" y="0"/>
                  </a:lnTo>
                  <a:lnTo>
                    <a:pt x="6279879" y="0"/>
                  </a:lnTo>
                  <a:lnTo>
                    <a:pt x="6279034" y="0"/>
                  </a:lnTo>
                  <a:lnTo>
                    <a:pt x="6278189" y="0"/>
                  </a:lnTo>
                  <a:lnTo>
                    <a:pt x="6277344" y="0"/>
                  </a:lnTo>
                  <a:lnTo>
                    <a:pt x="6276499" y="0"/>
                  </a:lnTo>
                  <a:lnTo>
                    <a:pt x="6275654" y="0"/>
                  </a:lnTo>
                  <a:lnTo>
                    <a:pt x="6274809" y="0"/>
                  </a:lnTo>
                  <a:lnTo>
                    <a:pt x="6273963" y="0"/>
                  </a:lnTo>
                  <a:lnTo>
                    <a:pt x="6273118" y="0"/>
                  </a:lnTo>
                  <a:lnTo>
                    <a:pt x="6272273" y="0"/>
                  </a:lnTo>
                  <a:lnTo>
                    <a:pt x="6271428" y="0"/>
                  </a:lnTo>
                  <a:lnTo>
                    <a:pt x="6270583" y="0"/>
                  </a:lnTo>
                  <a:lnTo>
                    <a:pt x="6269738" y="0"/>
                  </a:lnTo>
                  <a:lnTo>
                    <a:pt x="6268893" y="0"/>
                  </a:lnTo>
                  <a:lnTo>
                    <a:pt x="6268048" y="0"/>
                  </a:lnTo>
                  <a:lnTo>
                    <a:pt x="6267203" y="0"/>
                  </a:lnTo>
                  <a:lnTo>
                    <a:pt x="6266358" y="0"/>
                  </a:lnTo>
                  <a:lnTo>
                    <a:pt x="6265513" y="0"/>
                  </a:lnTo>
                  <a:lnTo>
                    <a:pt x="6264667" y="0"/>
                  </a:lnTo>
                  <a:lnTo>
                    <a:pt x="6263822" y="0"/>
                  </a:lnTo>
                  <a:lnTo>
                    <a:pt x="6262977" y="0"/>
                  </a:lnTo>
                  <a:lnTo>
                    <a:pt x="6262132" y="0"/>
                  </a:lnTo>
                  <a:lnTo>
                    <a:pt x="6261287" y="0"/>
                  </a:lnTo>
                  <a:lnTo>
                    <a:pt x="6260442" y="0"/>
                  </a:lnTo>
                  <a:lnTo>
                    <a:pt x="6259597" y="0"/>
                  </a:lnTo>
                  <a:lnTo>
                    <a:pt x="6258752" y="0"/>
                  </a:lnTo>
                  <a:lnTo>
                    <a:pt x="6257907" y="0"/>
                  </a:lnTo>
                  <a:lnTo>
                    <a:pt x="6257062" y="0"/>
                  </a:lnTo>
                  <a:lnTo>
                    <a:pt x="6256217" y="0"/>
                  </a:lnTo>
                  <a:lnTo>
                    <a:pt x="6255371" y="0"/>
                  </a:lnTo>
                  <a:lnTo>
                    <a:pt x="6254526" y="0"/>
                  </a:lnTo>
                  <a:lnTo>
                    <a:pt x="6253681" y="0"/>
                  </a:lnTo>
                  <a:lnTo>
                    <a:pt x="6252836" y="0"/>
                  </a:lnTo>
                  <a:lnTo>
                    <a:pt x="6251991" y="0"/>
                  </a:lnTo>
                  <a:lnTo>
                    <a:pt x="6251146" y="0"/>
                  </a:lnTo>
                  <a:lnTo>
                    <a:pt x="6250301" y="0"/>
                  </a:lnTo>
                  <a:lnTo>
                    <a:pt x="6249456" y="0"/>
                  </a:lnTo>
                  <a:lnTo>
                    <a:pt x="6248611" y="0"/>
                  </a:lnTo>
                  <a:lnTo>
                    <a:pt x="6247766" y="0"/>
                  </a:lnTo>
                  <a:lnTo>
                    <a:pt x="6246921" y="0"/>
                  </a:lnTo>
                  <a:lnTo>
                    <a:pt x="6246075" y="0"/>
                  </a:lnTo>
                  <a:lnTo>
                    <a:pt x="6245230" y="0"/>
                  </a:lnTo>
                  <a:lnTo>
                    <a:pt x="6244385" y="0"/>
                  </a:lnTo>
                  <a:lnTo>
                    <a:pt x="6243540" y="0"/>
                  </a:lnTo>
                  <a:lnTo>
                    <a:pt x="6242695" y="0"/>
                  </a:lnTo>
                  <a:lnTo>
                    <a:pt x="6241850" y="0"/>
                  </a:lnTo>
                  <a:lnTo>
                    <a:pt x="6241005" y="0"/>
                  </a:lnTo>
                  <a:lnTo>
                    <a:pt x="6240160" y="0"/>
                  </a:lnTo>
                  <a:lnTo>
                    <a:pt x="6239315" y="0"/>
                  </a:lnTo>
                  <a:lnTo>
                    <a:pt x="6238470" y="0"/>
                  </a:lnTo>
                  <a:lnTo>
                    <a:pt x="6237624" y="0"/>
                  </a:lnTo>
                  <a:lnTo>
                    <a:pt x="6236779" y="0"/>
                  </a:lnTo>
                  <a:lnTo>
                    <a:pt x="6235934" y="0"/>
                  </a:lnTo>
                  <a:lnTo>
                    <a:pt x="6235089" y="0"/>
                  </a:lnTo>
                  <a:lnTo>
                    <a:pt x="6234244" y="0"/>
                  </a:lnTo>
                  <a:lnTo>
                    <a:pt x="6233399" y="0"/>
                  </a:lnTo>
                  <a:lnTo>
                    <a:pt x="6232554" y="0"/>
                  </a:lnTo>
                  <a:lnTo>
                    <a:pt x="6231709" y="0"/>
                  </a:lnTo>
                  <a:lnTo>
                    <a:pt x="6230864" y="0"/>
                  </a:lnTo>
                  <a:lnTo>
                    <a:pt x="6230019" y="0"/>
                  </a:lnTo>
                  <a:lnTo>
                    <a:pt x="6229174" y="0"/>
                  </a:lnTo>
                  <a:lnTo>
                    <a:pt x="6228328" y="0"/>
                  </a:lnTo>
                  <a:lnTo>
                    <a:pt x="6227483" y="0"/>
                  </a:lnTo>
                  <a:lnTo>
                    <a:pt x="6226638" y="0"/>
                  </a:lnTo>
                  <a:lnTo>
                    <a:pt x="6225793" y="0"/>
                  </a:lnTo>
                  <a:lnTo>
                    <a:pt x="6224948" y="0"/>
                  </a:lnTo>
                  <a:lnTo>
                    <a:pt x="6224103" y="0"/>
                  </a:lnTo>
                  <a:lnTo>
                    <a:pt x="6223258" y="0"/>
                  </a:lnTo>
                  <a:lnTo>
                    <a:pt x="6222413" y="0"/>
                  </a:lnTo>
                  <a:lnTo>
                    <a:pt x="6221568" y="0"/>
                  </a:lnTo>
                  <a:lnTo>
                    <a:pt x="6220723" y="0"/>
                  </a:lnTo>
                  <a:lnTo>
                    <a:pt x="6219878" y="0"/>
                  </a:lnTo>
                  <a:lnTo>
                    <a:pt x="6219032" y="0"/>
                  </a:lnTo>
                  <a:lnTo>
                    <a:pt x="6218187" y="0"/>
                  </a:lnTo>
                  <a:lnTo>
                    <a:pt x="6217342" y="0"/>
                  </a:lnTo>
                  <a:lnTo>
                    <a:pt x="6216497" y="0"/>
                  </a:lnTo>
                  <a:lnTo>
                    <a:pt x="6215652" y="0"/>
                  </a:lnTo>
                  <a:lnTo>
                    <a:pt x="6214807" y="0"/>
                  </a:lnTo>
                  <a:lnTo>
                    <a:pt x="6213962" y="0"/>
                  </a:lnTo>
                  <a:lnTo>
                    <a:pt x="6213117" y="0"/>
                  </a:lnTo>
                  <a:lnTo>
                    <a:pt x="6212272" y="0"/>
                  </a:lnTo>
                  <a:lnTo>
                    <a:pt x="6211427" y="0"/>
                  </a:lnTo>
                  <a:lnTo>
                    <a:pt x="6210582" y="0"/>
                  </a:lnTo>
                  <a:lnTo>
                    <a:pt x="6209736" y="0"/>
                  </a:lnTo>
                  <a:lnTo>
                    <a:pt x="6208891" y="0"/>
                  </a:lnTo>
                  <a:lnTo>
                    <a:pt x="6208046" y="0"/>
                  </a:lnTo>
                  <a:lnTo>
                    <a:pt x="6207201" y="0"/>
                  </a:lnTo>
                  <a:lnTo>
                    <a:pt x="6206356" y="0"/>
                  </a:lnTo>
                  <a:lnTo>
                    <a:pt x="6205511" y="0"/>
                  </a:lnTo>
                  <a:lnTo>
                    <a:pt x="6204666" y="0"/>
                  </a:lnTo>
                  <a:lnTo>
                    <a:pt x="6203821" y="0"/>
                  </a:lnTo>
                  <a:lnTo>
                    <a:pt x="6202976" y="0"/>
                  </a:lnTo>
                  <a:lnTo>
                    <a:pt x="6202131" y="0"/>
                  </a:lnTo>
                  <a:lnTo>
                    <a:pt x="6201286" y="0"/>
                  </a:lnTo>
                  <a:lnTo>
                    <a:pt x="6200440" y="0"/>
                  </a:lnTo>
                  <a:lnTo>
                    <a:pt x="6199595" y="0"/>
                  </a:lnTo>
                  <a:lnTo>
                    <a:pt x="6198750" y="0"/>
                  </a:lnTo>
                  <a:lnTo>
                    <a:pt x="6197905" y="0"/>
                  </a:lnTo>
                  <a:lnTo>
                    <a:pt x="6197060" y="0"/>
                  </a:lnTo>
                  <a:lnTo>
                    <a:pt x="6196215" y="0"/>
                  </a:lnTo>
                  <a:lnTo>
                    <a:pt x="6195370" y="0"/>
                  </a:lnTo>
                  <a:lnTo>
                    <a:pt x="6194525" y="0"/>
                  </a:lnTo>
                  <a:lnTo>
                    <a:pt x="6193680" y="0"/>
                  </a:lnTo>
                  <a:lnTo>
                    <a:pt x="6192835" y="0"/>
                  </a:lnTo>
                  <a:lnTo>
                    <a:pt x="6191990" y="0"/>
                  </a:lnTo>
                  <a:lnTo>
                    <a:pt x="6191144" y="0"/>
                  </a:lnTo>
                  <a:lnTo>
                    <a:pt x="6190299" y="0"/>
                  </a:lnTo>
                  <a:lnTo>
                    <a:pt x="6189454" y="0"/>
                  </a:lnTo>
                  <a:lnTo>
                    <a:pt x="6188609" y="0"/>
                  </a:lnTo>
                  <a:lnTo>
                    <a:pt x="6187764" y="0"/>
                  </a:lnTo>
                  <a:lnTo>
                    <a:pt x="6186919" y="0"/>
                  </a:lnTo>
                  <a:lnTo>
                    <a:pt x="6186074" y="0"/>
                  </a:lnTo>
                  <a:lnTo>
                    <a:pt x="6185229" y="0"/>
                  </a:lnTo>
                  <a:lnTo>
                    <a:pt x="6184384" y="0"/>
                  </a:lnTo>
                  <a:lnTo>
                    <a:pt x="6183539" y="0"/>
                  </a:lnTo>
                  <a:lnTo>
                    <a:pt x="6182694" y="0"/>
                  </a:lnTo>
                  <a:lnTo>
                    <a:pt x="6181848" y="0"/>
                  </a:lnTo>
                  <a:lnTo>
                    <a:pt x="6181003" y="0"/>
                  </a:lnTo>
                  <a:lnTo>
                    <a:pt x="6180158" y="0"/>
                  </a:lnTo>
                  <a:lnTo>
                    <a:pt x="6179313" y="0"/>
                  </a:lnTo>
                  <a:lnTo>
                    <a:pt x="6178468" y="0"/>
                  </a:lnTo>
                  <a:lnTo>
                    <a:pt x="6177623" y="0"/>
                  </a:lnTo>
                  <a:lnTo>
                    <a:pt x="6176778" y="0"/>
                  </a:lnTo>
                  <a:lnTo>
                    <a:pt x="6175933" y="0"/>
                  </a:lnTo>
                  <a:lnTo>
                    <a:pt x="6175088" y="0"/>
                  </a:lnTo>
                  <a:lnTo>
                    <a:pt x="6174243" y="0"/>
                  </a:lnTo>
                  <a:lnTo>
                    <a:pt x="6173397" y="0"/>
                  </a:lnTo>
                  <a:lnTo>
                    <a:pt x="6172552" y="0"/>
                  </a:lnTo>
                  <a:lnTo>
                    <a:pt x="6171707" y="0"/>
                  </a:lnTo>
                  <a:lnTo>
                    <a:pt x="6170862" y="0"/>
                  </a:lnTo>
                  <a:lnTo>
                    <a:pt x="6170017" y="0"/>
                  </a:lnTo>
                  <a:lnTo>
                    <a:pt x="6169172" y="0"/>
                  </a:lnTo>
                  <a:lnTo>
                    <a:pt x="6168327" y="0"/>
                  </a:lnTo>
                  <a:lnTo>
                    <a:pt x="6167482" y="0"/>
                  </a:lnTo>
                  <a:lnTo>
                    <a:pt x="6166637" y="0"/>
                  </a:lnTo>
                  <a:lnTo>
                    <a:pt x="6165792" y="0"/>
                  </a:lnTo>
                  <a:lnTo>
                    <a:pt x="6164947" y="0"/>
                  </a:lnTo>
                  <a:lnTo>
                    <a:pt x="6164101" y="0"/>
                  </a:lnTo>
                  <a:lnTo>
                    <a:pt x="6163256" y="0"/>
                  </a:lnTo>
                  <a:lnTo>
                    <a:pt x="6162411" y="0"/>
                  </a:lnTo>
                  <a:lnTo>
                    <a:pt x="6161566" y="0"/>
                  </a:lnTo>
                  <a:lnTo>
                    <a:pt x="6160721" y="0"/>
                  </a:lnTo>
                  <a:lnTo>
                    <a:pt x="6159876" y="0"/>
                  </a:lnTo>
                  <a:lnTo>
                    <a:pt x="6159031" y="0"/>
                  </a:lnTo>
                  <a:lnTo>
                    <a:pt x="6158186" y="0"/>
                  </a:lnTo>
                  <a:lnTo>
                    <a:pt x="6157341" y="0"/>
                  </a:lnTo>
                  <a:lnTo>
                    <a:pt x="6156496" y="0"/>
                  </a:lnTo>
                  <a:lnTo>
                    <a:pt x="6155651" y="0"/>
                  </a:lnTo>
                  <a:lnTo>
                    <a:pt x="6154805" y="0"/>
                  </a:lnTo>
                  <a:lnTo>
                    <a:pt x="6153960" y="0"/>
                  </a:lnTo>
                  <a:lnTo>
                    <a:pt x="6153115" y="0"/>
                  </a:lnTo>
                  <a:lnTo>
                    <a:pt x="6152270" y="0"/>
                  </a:lnTo>
                  <a:lnTo>
                    <a:pt x="6151425" y="0"/>
                  </a:lnTo>
                  <a:lnTo>
                    <a:pt x="6150580" y="0"/>
                  </a:lnTo>
                  <a:lnTo>
                    <a:pt x="6149735" y="0"/>
                  </a:lnTo>
                  <a:lnTo>
                    <a:pt x="6148890" y="0"/>
                  </a:lnTo>
                  <a:lnTo>
                    <a:pt x="6148045" y="0"/>
                  </a:lnTo>
                  <a:lnTo>
                    <a:pt x="6147200" y="0"/>
                  </a:lnTo>
                  <a:lnTo>
                    <a:pt x="6146355" y="0"/>
                  </a:lnTo>
                  <a:lnTo>
                    <a:pt x="6145509" y="0"/>
                  </a:lnTo>
                  <a:lnTo>
                    <a:pt x="6144664" y="0"/>
                  </a:lnTo>
                  <a:lnTo>
                    <a:pt x="6143819" y="0"/>
                  </a:lnTo>
                  <a:lnTo>
                    <a:pt x="6142974" y="0"/>
                  </a:lnTo>
                  <a:lnTo>
                    <a:pt x="6142129" y="0"/>
                  </a:lnTo>
                  <a:lnTo>
                    <a:pt x="6141284" y="0"/>
                  </a:lnTo>
                  <a:lnTo>
                    <a:pt x="6140439" y="0"/>
                  </a:lnTo>
                  <a:lnTo>
                    <a:pt x="6139594" y="0"/>
                  </a:lnTo>
                  <a:lnTo>
                    <a:pt x="6138749" y="0"/>
                  </a:lnTo>
                  <a:lnTo>
                    <a:pt x="6137904" y="0"/>
                  </a:lnTo>
                  <a:lnTo>
                    <a:pt x="6137059" y="0"/>
                  </a:lnTo>
                  <a:lnTo>
                    <a:pt x="6136213" y="0"/>
                  </a:lnTo>
                  <a:lnTo>
                    <a:pt x="6135368" y="0"/>
                  </a:lnTo>
                  <a:lnTo>
                    <a:pt x="6134523" y="0"/>
                  </a:lnTo>
                  <a:lnTo>
                    <a:pt x="6133678" y="0"/>
                  </a:lnTo>
                  <a:lnTo>
                    <a:pt x="6132833" y="0"/>
                  </a:lnTo>
                  <a:lnTo>
                    <a:pt x="6131988" y="0"/>
                  </a:lnTo>
                  <a:lnTo>
                    <a:pt x="6131143" y="0"/>
                  </a:lnTo>
                  <a:lnTo>
                    <a:pt x="6130298" y="0"/>
                  </a:lnTo>
                  <a:lnTo>
                    <a:pt x="6129453" y="0"/>
                  </a:lnTo>
                  <a:lnTo>
                    <a:pt x="6128608" y="0"/>
                  </a:lnTo>
                  <a:lnTo>
                    <a:pt x="6127763" y="0"/>
                  </a:lnTo>
                  <a:lnTo>
                    <a:pt x="6126917" y="0"/>
                  </a:lnTo>
                  <a:lnTo>
                    <a:pt x="6126072" y="0"/>
                  </a:lnTo>
                  <a:lnTo>
                    <a:pt x="6125227" y="0"/>
                  </a:lnTo>
                  <a:lnTo>
                    <a:pt x="6124382" y="0"/>
                  </a:lnTo>
                  <a:lnTo>
                    <a:pt x="6123537" y="0"/>
                  </a:lnTo>
                  <a:lnTo>
                    <a:pt x="6122692" y="0"/>
                  </a:lnTo>
                  <a:lnTo>
                    <a:pt x="6121847" y="0"/>
                  </a:lnTo>
                  <a:lnTo>
                    <a:pt x="6121002" y="0"/>
                  </a:lnTo>
                  <a:lnTo>
                    <a:pt x="6120157" y="0"/>
                  </a:lnTo>
                  <a:lnTo>
                    <a:pt x="6119312" y="0"/>
                  </a:lnTo>
                  <a:lnTo>
                    <a:pt x="6118467" y="0"/>
                  </a:lnTo>
                  <a:lnTo>
                    <a:pt x="6117621" y="0"/>
                  </a:lnTo>
                  <a:lnTo>
                    <a:pt x="6116776" y="0"/>
                  </a:lnTo>
                  <a:lnTo>
                    <a:pt x="6115931" y="0"/>
                  </a:lnTo>
                  <a:lnTo>
                    <a:pt x="6115086" y="0"/>
                  </a:lnTo>
                  <a:lnTo>
                    <a:pt x="6114241" y="0"/>
                  </a:lnTo>
                  <a:lnTo>
                    <a:pt x="6113396" y="0"/>
                  </a:lnTo>
                  <a:lnTo>
                    <a:pt x="6112551" y="0"/>
                  </a:lnTo>
                  <a:lnTo>
                    <a:pt x="6111706" y="0"/>
                  </a:lnTo>
                  <a:lnTo>
                    <a:pt x="6110861" y="0"/>
                  </a:lnTo>
                  <a:lnTo>
                    <a:pt x="6110016" y="0"/>
                  </a:lnTo>
                  <a:lnTo>
                    <a:pt x="6109170" y="0"/>
                  </a:lnTo>
                  <a:lnTo>
                    <a:pt x="6108325" y="0"/>
                  </a:lnTo>
                  <a:lnTo>
                    <a:pt x="6107480" y="0"/>
                  </a:lnTo>
                  <a:lnTo>
                    <a:pt x="6106635" y="0"/>
                  </a:lnTo>
                  <a:lnTo>
                    <a:pt x="6105790" y="0"/>
                  </a:lnTo>
                  <a:lnTo>
                    <a:pt x="6104945" y="0"/>
                  </a:lnTo>
                  <a:lnTo>
                    <a:pt x="6104100" y="0"/>
                  </a:lnTo>
                  <a:lnTo>
                    <a:pt x="6103255" y="0"/>
                  </a:lnTo>
                  <a:lnTo>
                    <a:pt x="6102410" y="0"/>
                  </a:lnTo>
                  <a:lnTo>
                    <a:pt x="6101565" y="0"/>
                  </a:lnTo>
                  <a:lnTo>
                    <a:pt x="6100720" y="0"/>
                  </a:lnTo>
                  <a:lnTo>
                    <a:pt x="6099874" y="0"/>
                  </a:lnTo>
                  <a:lnTo>
                    <a:pt x="6099029" y="0"/>
                  </a:lnTo>
                  <a:lnTo>
                    <a:pt x="6098184" y="0"/>
                  </a:lnTo>
                  <a:lnTo>
                    <a:pt x="6097339" y="0"/>
                  </a:lnTo>
                  <a:lnTo>
                    <a:pt x="6096494" y="0"/>
                  </a:lnTo>
                  <a:lnTo>
                    <a:pt x="6095649" y="0"/>
                  </a:lnTo>
                  <a:lnTo>
                    <a:pt x="6094804" y="0"/>
                  </a:lnTo>
                  <a:lnTo>
                    <a:pt x="6093959" y="0"/>
                  </a:lnTo>
                  <a:lnTo>
                    <a:pt x="6093114" y="0"/>
                  </a:lnTo>
                  <a:lnTo>
                    <a:pt x="6092269" y="0"/>
                  </a:lnTo>
                  <a:lnTo>
                    <a:pt x="6091424" y="0"/>
                  </a:lnTo>
                  <a:lnTo>
                    <a:pt x="6090578" y="0"/>
                  </a:lnTo>
                  <a:lnTo>
                    <a:pt x="6089733" y="0"/>
                  </a:lnTo>
                  <a:lnTo>
                    <a:pt x="6088888" y="0"/>
                  </a:lnTo>
                  <a:lnTo>
                    <a:pt x="6088043" y="0"/>
                  </a:lnTo>
                  <a:lnTo>
                    <a:pt x="6087198" y="0"/>
                  </a:lnTo>
                  <a:lnTo>
                    <a:pt x="6086353" y="0"/>
                  </a:lnTo>
                  <a:lnTo>
                    <a:pt x="6085508" y="0"/>
                  </a:lnTo>
                  <a:lnTo>
                    <a:pt x="6084663" y="0"/>
                  </a:lnTo>
                  <a:lnTo>
                    <a:pt x="6083818" y="0"/>
                  </a:lnTo>
                  <a:lnTo>
                    <a:pt x="6082973" y="0"/>
                  </a:lnTo>
                  <a:lnTo>
                    <a:pt x="6082128" y="0"/>
                  </a:lnTo>
                  <a:lnTo>
                    <a:pt x="6081282" y="0"/>
                  </a:lnTo>
                  <a:lnTo>
                    <a:pt x="6080437" y="0"/>
                  </a:lnTo>
                  <a:lnTo>
                    <a:pt x="6079592" y="0"/>
                  </a:lnTo>
                  <a:lnTo>
                    <a:pt x="6078747" y="0"/>
                  </a:lnTo>
                  <a:lnTo>
                    <a:pt x="6077902" y="0"/>
                  </a:lnTo>
                  <a:lnTo>
                    <a:pt x="6077057" y="0"/>
                  </a:lnTo>
                  <a:lnTo>
                    <a:pt x="6076212" y="0"/>
                  </a:lnTo>
                  <a:lnTo>
                    <a:pt x="6075367" y="0"/>
                  </a:lnTo>
                  <a:lnTo>
                    <a:pt x="6074522" y="0"/>
                  </a:lnTo>
                  <a:lnTo>
                    <a:pt x="6073677" y="0"/>
                  </a:lnTo>
                  <a:lnTo>
                    <a:pt x="6072832" y="0"/>
                  </a:lnTo>
                  <a:lnTo>
                    <a:pt x="6071986" y="0"/>
                  </a:lnTo>
                  <a:lnTo>
                    <a:pt x="6071141" y="0"/>
                  </a:lnTo>
                  <a:lnTo>
                    <a:pt x="6070296" y="0"/>
                  </a:lnTo>
                  <a:lnTo>
                    <a:pt x="6069451" y="0"/>
                  </a:lnTo>
                  <a:lnTo>
                    <a:pt x="6068606" y="0"/>
                  </a:lnTo>
                  <a:lnTo>
                    <a:pt x="6067761" y="0"/>
                  </a:lnTo>
                  <a:lnTo>
                    <a:pt x="6066916" y="0"/>
                  </a:lnTo>
                  <a:lnTo>
                    <a:pt x="6066071" y="0"/>
                  </a:lnTo>
                  <a:lnTo>
                    <a:pt x="6065226" y="0"/>
                  </a:lnTo>
                  <a:lnTo>
                    <a:pt x="6064381" y="0"/>
                  </a:lnTo>
                  <a:lnTo>
                    <a:pt x="6063536" y="0"/>
                  </a:lnTo>
                  <a:lnTo>
                    <a:pt x="6062690" y="0"/>
                  </a:lnTo>
                  <a:lnTo>
                    <a:pt x="6061845" y="0"/>
                  </a:lnTo>
                  <a:lnTo>
                    <a:pt x="6061000" y="0"/>
                  </a:lnTo>
                  <a:lnTo>
                    <a:pt x="6060155" y="0"/>
                  </a:lnTo>
                  <a:lnTo>
                    <a:pt x="6059310" y="0"/>
                  </a:lnTo>
                  <a:lnTo>
                    <a:pt x="6058465" y="0"/>
                  </a:lnTo>
                  <a:lnTo>
                    <a:pt x="6057620" y="0"/>
                  </a:lnTo>
                  <a:lnTo>
                    <a:pt x="6056775" y="0"/>
                  </a:lnTo>
                  <a:lnTo>
                    <a:pt x="6055930" y="0"/>
                  </a:lnTo>
                  <a:lnTo>
                    <a:pt x="6055085" y="0"/>
                  </a:lnTo>
                  <a:lnTo>
                    <a:pt x="6054240" y="0"/>
                  </a:lnTo>
                  <a:lnTo>
                    <a:pt x="6053394" y="0"/>
                  </a:lnTo>
                  <a:lnTo>
                    <a:pt x="6052549" y="0"/>
                  </a:lnTo>
                  <a:lnTo>
                    <a:pt x="6051704" y="0"/>
                  </a:lnTo>
                  <a:lnTo>
                    <a:pt x="6050859" y="0"/>
                  </a:lnTo>
                  <a:lnTo>
                    <a:pt x="6050014" y="0"/>
                  </a:lnTo>
                  <a:lnTo>
                    <a:pt x="6049169" y="0"/>
                  </a:lnTo>
                  <a:lnTo>
                    <a:pt x="6048324" y="0"/>
                  </a:lnTo>
                  <a:lnTo>
                    <a:pt x="6047479" y="0"/>
                  </a:lnTo>
                  <a:lnTo>
                    <a:pt x="6046634" y="0"/>
                  </a:lnTo>
                  <a:lnTo>
                    <a:pt x="6045789" y="0"/>
                  </a:lnTo>
                  <a:lnTo>
                    <a:pt x="6044943" y="0"/>
                  </a:lnTo>
                  <a:lnTo>
                    <a:pt x="6044098" y="0"/>
                  </a:lnTo>
                  <a:lnTo>
                    <a:pt x="6043253" y="0"/>
                  </a:lnTo>
                  <a:lnTo>
                    <a:pt x="6042408" y="0"/>
                  </a:lnTo>
                  <a:lnTo>
                    <a:pt x="6041563" y="0"/>
                  </a:lnTo>
                  <a:lnTo>
                    <a:pt x="6040718" y="0"/>
                  </a:lnTo>
                  <a:lnTo>
                    <a:pt x="6039873" y="0"/>
                  </a:lnTo>
                  <a:lnTo>
                    <a:pt x="6039028" y="0"/>
                  </a:lnTo>
                  <a:lnTo>
                    <a:pt x="6038183" y="0"/>
                  </a:lnTo>
                  <a:lnTo>
                    <a:pt x="6037338" y="0"/>
                  </a:lnTo>
                  <a:lnTo>
                    <a:pt x="6036493" y="0"/>
                  </a:lnTo>
                  <a:lnTo>
                    <a:pt x="6035647" y="0"/>
                  </a:lnTo>
                  <a:lnTo>
                    <a:pt x="6034802" y="0"/>
                  </a:lnTo>
                  <a:lnTo>
                    <a:pt x="6033957" y="0"/>
                  </a:lnTo>
                  <a:lnTo>
                    <a:pt x="6033112" y="0"/>
                  </a:lnTo>
                  <a:lnTo>
                    <a:pt x="6032267" y="0"/>
                  </a:lnTo>
                  <a:lnTo>
                    <a:pt x="6031422" y="0"/>
                  </a:lnTo>
                  <a:lnTo>
                    <a:pt x="6030577" y="0"/>
                  </a:lnTo>
                  <a:lnTo>
                    <a:pt x="6029732" y="0"/>
                  </a:lnTo>
                  <a:lnTo>
                    <a:pt x="6028887" y="0"/>
                  </a:lnTo>
                  <a:lnTo>
                    <a:pt x="6028042" y="0"/>
                  </a:lnTo>
                  <a:lnTo>
                    <a:pt x="6027197" y="0"/>
                  </a:lnTo>
                  <a:lnTo>
                    <a:pt x="6026351" y="0"/>
                  </a:lnTo>
                  <a:lnTo>
                    <a:pt x="6025506" y="0"/>
                  </a:lnTo>
                  <a:lnTo>
                    <a:pt x="6024661" y="0"/>
                  </a:lnTo>
                  <a:lnTo>
                    <a:pt x="6023816" y="0"/>
                  </a:lnTo>
                  <a:lnTo>
                    <a:pt x="6022971" y="0"/>
                  </a:lnTo>
                  <a:lnTo>
                    <a:pt x="6022126" y="0"/>
                  </a:lnTo>
                  <a:lnTo>
                    <a:pt x="6021281" y="0"/>
                  </a:lnTo>
                  <a:lnTo>
                    <a:pt x="6020436" y="0"/>
                  </a:lnTo>
                  <a:lnTo>
                    <a:pt x="6019591" y="0"/>
                  </a:lnTo>
                  <a:lnTo>
                    <a:pt x="6018746" y="0"/>
                  </a:lnTo>
                  <a:lnTo>
                    <a:pt x="6017901" y="0"/>
                  </a:lnTo>
                  <a:lnTo>
                    <a:pt x="6017055" y="0"/>
                  </a:lnTo>
                  <a:lnTo>
                    <a:pt x="6016210" y="0"/>
                  </a:lnTo>
                  <a:lnTo>
                    <a:pt x="6015365" y="0"/>
                  </a:lnTo>
                  <a:lnTo>
                    <a:pt x="6014520" y="0"/>
                  </a:lnTo>
                  <a:lnTo>
                    <a:pt x="6013675" y="0"/>
                  </a:lnTo>
                  <a:lnTo>
                    <a:pt x="6012830" y="0"/>
                  </a:lnTo>
                  <a:lnTo>
                    <a:pt x="6011985" y="0"/>
                  </a:lnTo>
                  <a:lnTo>
                    <a:pt x="6011140" y="0"/>
                  </a:lnTo>
                  <a:lnTo>
                    <a:pt x="6010295" y="0"/>
                  </a:lnTo>
                  <a:lnTo>
                    <a:pt x="6009450" y="0"/>
                  </a:lnTo>
                  <a:lnTo>
                    <a:pt x="6008605" y="0"/>
                  </a:lnTo>
                  <a:lnTo>
                    <a:pt x="6007759" y="0"/>
                  </a:lnTo>
                  <a:lnTo>
                    <a:pt x="6006914" y="0"/>
                  </a:lnTo>
                  <a:lnTo>
                    <a:pt x="6006069" y="0"/>
                  </a:lnTo>
                  <a:lnTo>
                    <a:pt x="6005224" y="0"/>
                  </a:lnTo>
                  <a:lnTo>
                    <a:pt x="6004379" y="0"/>
                  </a:lnTo>
                  <a:lnTo>
                    <a:pt x="6003534" y="0"/>
                  </a:lnTo>
                  <a:lnTo>
                    <a:pt x="6002689" y="0"/>
                  </a:lnTo>
                  <a:lnTo>
                    <a:pt x="6001844" y="0"/>
                  </a:lnTo>
                  <a:lnTo>
                    <a:pt x="6000999" y="0"/>
                  </a:lnTo>
                  <a:lnTo>
                    <a:pt x="6000154" y="0"/>
                  </a:lnTo>
                  <a:lnTo>
                    <a:pt x="5999309" y="0"/>
                  </a:lnTo>
                  <a:lnTo>
                    <a:pt x="5998463" y="0"/>
                  </a:lnTo>
                  <a:lnTo>
                    <a:pt x="5997618" y="0"/>
                  </a:lnTo>
                  <a:lnTo>
                    <a:pt x="5996773" y="0"/>
                  </a:lnTo>
                  <a:lnTo>
                    <a:pt x="5995928" y="0"/>
                  </a:lnTo>
                  <a:lnTo>
                    <a:pt x="5995083" y="0"/>
                  </a:lnTo>
                  <a:lnTo>
                    <a:pt x="5994238" y="0"/>
                  </a:lnTo>
                  <a:lnTo>
                    <a:pt x="5993393" y="0"/>
                  </a:lnTo>
                  <a:lnTo>
                    <a:pt x="5992548" y="0"/>
                  </a:lnTo>
                  <a:lnTo>
                    <a:pt x="5991703" y="0"/>
                  </a:lnTo>
                  <a:lnTo>
                    <a:pt x="5990858" y="0"/>
                  </a:lnTo>
                  <a:lnTo>
                    <a:pt x="5990013" y="0"/>
                  </a:lnTo>
                  <a:lnTo>
                    <a:pt x="5989167" y="0"/>
                  </a:lnTo>
                  <a:lnTo>
                    <a:pt x="5988322" y="0"/>
                  </a:lnTo>
                  <a:lnTo>
                    <a:pt x="5987477" y="0"/>
                  </a:lnTo>
                  <a:lnTo>
                    <a:pt x="5986632" y="0"/>
                  </a:lnTo>
                  <a:lnTo>
                    <a:pt x="5985787" y="0"/>
                  </a:lnTo>
                  <a:lnTo>
                    <a:pt x="5984942" y="0"/>
                  </a:lnTo>
                  <a:lnTo>
                    <a:pt x="5984097" y="0"/>
                  </a:lnTo>
                  <a:lnTo>
                    <a:pt x="5983252" y="0"/>
                  </a:lnTo>
                  <a:lnTo>
                    <a:pt x="5982407" y="0"/>
                  </a:lnTo>
                  <a:lnTo>
                    <a:pt x="5981562" y="0"/>
                  </a:lnTo>
                  <a:lnTo>
                    <a:pt x="5980716" y="0"/>
                  </a:lnTo>
                  <a:lnTo>
                    <a:pt x="5979871" y="0"/>
                  </a:lnTo>
                  <a:lnTo>
                    <a:pt x="5979026" y="0"/>
                  </a:lnTo>
                  <a:lnTo>
                    <a:pt x="5978181" y="0"/>
                  </a:lnTo>
                  <a:lnTo>
                    <a:pt x="5977336" y="0"/>
                  </a:lnTo>
                  <a:lnTo>
                    <a:pt x="5976491" y="0"/>
                  </a:lnTo>
                  <a:lnTo>
                    <a:pt x="5975646" y="0"/>
                  </a:lnTo>
                  <a:lnTo>
                    <a:pt x="5974801" y="0"/>
                  </a:lnTo>
                  <a:lnTo>
                    <a:pt x="5973956" y="0"/>
                  </a:lnTo>
                  <a:lnTo>
                    <a:pt x="5973111" y="0"/>
                  </a:lnTo>
                  <a:lnTo>
                    <a:pt x="5972266" y="0"/>
                  </a:lnTo>
                  <a:lnTo>
                    <a:pt x="5971420" y="0"/>
                  </a:lnTo>
                  <a:lnTo>
                    <a:pt x="5970575" y="0"/>
                  </a:lnTo>
                  <a:lnTo>
                    <a:pt x="5969730" y="0"/>
                  </a:lnTo>
                  <a:lnTo>
                    <a:pt x="5968885" y="0"/>
                  </a:lnTo>
                  <a:lnTo>
                    <a:pt x="5968040" y="0"/>
                  </a:lnTo>
                  <a:lnTo>
                    <a:pt x="5967195" y="0"/>
                  </a:lnTo>
                  <a:lnTo>
                    <a:pt x="5966350" y="0"/>
                  </a:lnTo>
                  <a:lnTo>
                    <a:pt x="5965505" y="0"/>
                  </a:lnTo>
                  <a:lnTo>
                    <a:pt x="5964660" y="0"/>
                  </a:lnTo>
                  <a:lnTo>
                    <a:pt x="5963815" y="0"/>
                  </a:lnTo>
                  <a:lnTo>
                    <a:pt x="5962970" y="0"/>
                  </a:lnTo>
                  <a:lnTo>
                    <a:pt x="5962124" y="0"/>
                  </a:lnTo>
                  <a:lnTo>
                    <a:pt x="5961279" y="0"/>
                  </a:lnTo>
                  <a:lnTo>
                    <a:pt x="5960434" y="0"/>
                  </a:lnTo>
                  <a:lnTo>
                    <a:pt x="5959589" y="0"/>
                  </a:lnTo>
                  <a:lnTo>
                    <a:pt x="5958744" y="0"/>
                  </a:lnTo>
                  <a:lnTo>
                    <a:pt x="5957899" y="0"/>
                  </a:lnTo>
                  <a:lnTo>
                    <a:pt x="5957054" y="0"/>
                  </a:lnTo>
                  <a:lnTo>
                    <a:pt x="5956209" y="0"/>
                  </a:lnTo>
                  <a:lnTo>
                    <a:pt x="5955364" y="0"/>
                  </a:lnTo>
                  <a:lnTo>
                    <a:pt x="5954519" y="0"/>
                  </a:lnTo>
                  <a:lnTo>
                    <a:pt x="5953674" y="0"/>
                  </a:lnTo>
                  <a:lnTo>
                    <a:pt x="5952828" y="0"/>
                  </a:lnTo>
                  <a:lnTo>
                    <a:pt x="5951983" y="0"/>
                  </a:lnTo>
                  <a:lnTo>
                    <a:pt x="5951138" y="0"/>
                  </a:lnTo>
                  <a:lnTo>
                    <a:pt x="5950293" y="0"/>
                  </a:lnTo>
                  <a:lnTo>
                    <a:pt x="5949448" y="0"/>
                  </a:lnTo>
                  <a:lnTo>
                    <a:pt x="5948603" y="0"/>
                  </a:lnTo>
                  <a:lnTo>
                    <a:pt x="5947758" y="0"/>
                  </a:lnTo>
                  <a:lnTo>
                    <a:pt x="5946913" y="0"/>
                  </a:lnTo>
                  <a:lnTo>
                    <a:pt x="5946068" y="0"/>
                  </a:lnTo>
                  <a:lnTo>
                    <a:pt x="5945223" y="0"/>
                  </a:lnTo>
                  <a:lnTo>
                    <a:pt x="5944378" y="0"/>
                  </a:lnTo>
                  <a:lnTo>
                    <a:pt x="5943532" y="0"/>
                  </a:lnTo>
                  <a:lnTo>
                    <a:pt x="5942687" y="0"/>
                  </a:lnTo>
                  <a:lnTo>
                    <a:pt x="5941842" y="0"/>
                  </a:lnTo>
                  <a:lnTo>
                    <a:pt x="5940997" y="0"/>
                  </a:lnTo>
                  <a:lnTo>
                    <a:pt x="5940152" y="0"/>
                  </a:lnTo>
                  <a:lnTo>
                    <a:pt x="5939307" y="0"/>
                  </a:lnTo>
                  <a:lnTo>
                    <a:pt x="5938462" y="0"/>
                  </a:lnTo>
                  <a:lnTo>
                    <a:pt x="5937617" y="0"/>
                  </a:lnTo>
                  <a:lnTo>
                    <a:pt x="5936772" y="0"/>
                  </a:lnTo>
                  <a:lnTo>
                    <a:pt x="5935927" y="0"/>
                  </a:lnTo>
                  <a:lnTo>
                    <a:pt x="5935082" y="0"/>
                  </a:lnTo>
                  <a:lnTo>
                    <a:pt x="5934236" y="0"/>
                  </a:lnTo>
                  <a:lnTo>
                    <a:pt x="5933391" y="0"/>
                  </a:lnTo>
                  <a:lnTo>
                    <a:pt x="5932546" y="0"/>
                  </a:lnTo>
                  <a:lnTo>
                    <a:pt x="5931701" y="0"/>
                  </a:lnTo>
                  <a:lnTo>
                    <a:pt x="5930856" y="0"/>
                  </a:lnTo>
                  <a:lnTo>
                    <a:pt x="5930011" y="0"/>
                  </a:lnTo>
                  <a:lnTo>
                    <a:pt x="5929166" y="0"/>
                  </a:lnTo>
                  <a:lnTo>
                    <a:pt x="5928321" y="0"/>
                  </a:lnTo>
                  <a:lnTo>
                    <a:pt x="5927476" y="0"/>
                  </a:lnTo>
                  <a:lnTo>
                    <a:pt x="5926631" y="0"/>
                  </a:lnTo>
                  <a:lnTo>
                    <a:pt x="5925786" y="0"/>
                  </a:lnTo>
                  <a:lnTo>
                    <a:pt x="5924940" y="0"/>
                  </a:lnTo>
                  <a:lnTo>
                    <a:pt x="5924095" y="0"/>
                  </a:lnTo>
                  <a:lnTo>
                    <a:pt x="5923250" y="0"/>
                  </a:lnTo>
                  <a:lnTo>
                    <a:pt x="5922405" y="0"/>
                  </a:lnTo>
                  <a:lnTo>
                    <a:pt x="5921560" y="0"/>
                  </a:lnTo>
                  <a:lnTo>
                    <a:pt x="5920715" y="0"/>
                  </a:lnTo>
                  <a:lnTo>
                    <a:pt x="5919870" y="0"/>
                  </a:lnTo>
                  <a:lnTo>
                    <a:pt x="5919025" y="0"/>
                  </a:lnTo>
                  <a:lnTo>
                    <a:pt x="5918180" y="0"/>
                  </a:lnTo>
                  <a:lnTo>
                    <a:pt x="5917335" y="0"/>
                  </a:lnTo>
                  <a:lnTo>
                    <a:pt x="5916489" y="0"/>
                  </a:lnTo>
                  <a:lnTo>
                    <a:pt x="5915644" y="0"/>
                  </a:lnTo>
                  <a:lnTo>
                    <a:pt x="5914799" y="0"/>
                  </a:lnTo>
                  <a:lnTo>
                    <a:pt x="5913954" y="0"/>
                  </a:lnTo>
                  <a:lnTo>
                    <a:pt x="5913109" y="0"/>
                  </a:lnTo>
                  <a:lnTo>
                    <a:pt x="5912264" y="0"/>
                  </a:lnTo>
                  <a:lnTo>
                    <a:pt x="5911419" y="0"/>
                  </a:lnTo>
                  <a:lnTo>
                    <a:pt x="5910574" y="0"/>
                  </a:lnTo>
                  <a:lnTo>
                    <a:pt x="5909729" y="0"/>
                  </a:lnTo>
                  <a:lnTo>
                    <a:pt x="5908884" y="0"/>
                  </a:lnTo>
                  <a:lnTo>
                    <a:pt x="5908039" y="0"/>
                  </a:lnTo>
                  <a:lnTo>
                    <a:pt x="5907193" y="0"/>
                  </a:lnTo>
                  <a:lnTo>
                    <a:pt x="5906348" y="0"/>
                  </a:lnTo>
                  <a:lnTo>
                    <a:pt x="5905503" y="0"/>
                  </a:lnTo>
                  <a:lnTo>
                    <a:pt x="5904658" y="0"/>
                  </a:lnTo>
                  <a:lnTo>
                    <a:pt x="5903813" y="0"/>
                  </a:lnTo>
                  <a:lnTo>
                    <a:pt x="5902968" y="0"/>
                  </a:lnTo>
                  <a:lnTo>
                    <a:pt x="5902123" y="0"/>
                  </a:lnTo>
                  <a:lnTo>
                    <a:pt x="5901278" y="0"/>
                  </a:lnTo>
                  <a:lnTo>
                    <a:pt x="5900433" y="0"/>
                  </a:lnTo>
                  <a:lnTo>
                    <a:pt x="5899588" y="0"/>
                  </a:lnTo>
                  <a:lnTo>
                    <a:pt x="5898743" y="0"/>
                  </a:lnTo>
                  <a:lnTo>
                    <a:pt x="5897897" y="0"/>
                  </a:lnTo>
                  <a:lnTo>
                    <a:pt x="5897052" y="0"/>
                  </a:lnTo>
                  <a:lnTo>
                    <a:pt x="5896207" y="0"/>
                  </a:lnTo>
                  <a:lnTo>
                    <a:pt x="5895362" y="0"/>
                  </a:lnTo>
                  <a:lnTo>
                    <a:pt x="5894517" y="0"/>
                  </a:lnTo>
                  <a:lnTo>
                    <a:pt x="5893672" y="0"/>
                  </a:lnTo>
                  <a:lnTo>
                    <a:pt x="5892827" y="0"/>
                  </a:lnTo>
                  <a:lnTo>
                    <a:pt x="5891982" y="0"/>
                  </a:lnTo>
                  <a:lnTo>
                    <a:pt x="5891137" y="0"/>
                  </a:lnTo>
                  <a:lnTo>
                    <a:pt x="5890292" y="0"/>
                  </a:lnTo>
                  <a:lnTo>
                    <a:pt x="5889447" y="0"/>
                  </a:lnTo>
                  <a:lnTo>
                    <a:pt x="5888601" y="0"/>
                  </a:lnTo>
                  <a:lnTo>
                    <a:pt x="5887756" y="0"/>
                  </a:lnTo>
                  <a:lnTo>
                    <a:pt x="5886911" y="0"/>
                  </a:lnTo>
                  <a:lnTo>
                    <a:pt x="5886066" y="0"/>
                  </a:lnTo>
                  <a:lnTo>
                    <a:pt x="5885221" y="0"/>
                  </a:lnTo>
                  <a:lnTo>
                    <a:pt x="5884376" y="0"/>
                  </a:lnTo>
                  <a:lnTo>
                    <a:pt x="5883531" y="0"/>
                  </a:lnTo>
                  <a:lnTo>
                    <a:pt x="5882686" y="0"/>
                  </a:lnTo>
                  <a:lnTo>
                    <a:pt x="5881841" y="0"/>
                  </a:lnTo>
                  <a:lnTo>
                    <a:pt x="5880996" y="0"/>
                  </a:lnTo>
                  <a:lnTo>
                    <a:pt x="5880151" y="0"/>
                  </a:lnTo>
                  <a:lnTo>
                    <a:pt x="5879305" y="0"/>
                  </a:lnTo>
                  <a:lnTo>
                    <a:pt x="5878460" y="0"/>
                  </a:lnTo>
                  <a:lnTo>
                    <a:pt x="5877615" y="0"/>
                  </a:lnTo>
                  <a:lnTo>
                    <a:pt x="5876770" y="0"/>
                  </a:lnTo>
                  <a:lnTo>
                    <a:pt x="5875925" y="0"/>
                  </a:lnTo>
                  <a:lnTo>
                    <a:pt x="5875080" y="0"/>
                  </a:lnTo>
                  <a:lnTo>
                    <a:pt x="5874235" y="0"/>
                  </a:lnTo>
                  <a:lnTo>
                    <a:pt x="5873390" y="0"/>
                  </a:lnTo>
                  <a:lnTo>
                    <a:pt x="5872545" y="0"/>
                  </a:lnTo>
                  <a:lnTo>
                    <a:pt x="5871700" y="0"/>
                  </a:lnTo>
                  <a:lnTo>
                    <a:pt x="5870855" y="0"/>
                  </a:lnTo>
                  <a:lnTo>
                    <a:pt x="5870009" y="0"/>
                  </a:lnTo>
                  <a:lnTo>
                    <a:pt x="5869164" y="0"/>
                  </a:lnTo>
                  <a:lnTo>
                    <a:pt x="5868319" y="0"/>
                  </a:lnTo>
                  <a:lnTo>
                    <a:pt x="5867474" y="0"/>
                  </a:lnTo>
                  <a:lnTo>
                    <a:pt x="5866629" y="0"/>
                  </a:lnTo>
                  <a:lnTo>
                    <a:pt x="5865784" y="0"/>
                  </a:lnTo>
                  <a:lnTo>
                    <a:pt x="5864939" y="0"/>
                  </a:lnTo>
                  <a:lnTo>
                    <a:pt x="5864094" y="0"/>
                  </a:lnTo>
                  <a:lnTo>
                    <a:pt x="5863249" y="0"/>
                  </a:lnTo>
                  <a:lnTo>
                    <a:pt x="5862404" y="0"/>
                  </a:lnTo>
                  <a:lnTo>
                    <a:pt x="5861559" y="0"/>
                  </a:lnTo>
                  <a:lnTo>
                    <a:pt x="5860713" y="0"/>
                  </a:lnTo>
                  <a:lnTo>
                    <a:pt x="5859868" y="0"/>
                  </a:lnTo>
                  <a:lnTo>
                    <a:pt x="5859023" y="0"/>
                  </a:lnTo>
                  <a:lnTo>
                    <a:pt x="5858178" y="0"/>
                  </a:lnTo>
                  <a:lnTo>
                    <a:pt x="5857333" y="0"/>
                  </a:lnTo>
                  <a:lnTo>
                    <a:pt x="5856488" y="0"/>
                  </a:lnTo>
                  <a:lnTo>
                    <a:pt x="5855643" y="0"/>
                  </a:lnTo>
                  <a:lnTo>
                    <a:pt x="5854798" y="0"/>
                  </a:lnTo>
                  <a:lnTo>
                    <a:pt x="5853953" y="0"/>
                  </a:lnTo>
                  <a:lnTo>
                    <a:pt x="5853108" y="0"/>
                  </a:lnTo>
                  <a:lnTo>
                    <a:pt x="5852262" y="0"/>
                  </a:lnTo>
                  <a:lnTo>
                    <a:pt x="5851417" y="0"/>
                  </a:lnTo>
                  <a:lnTo>
                    <a:pt x="5850572" y="0"/>
                  </a:lnTo>
                  <a:lnTo>
                    <a:pt x="5849727" y="0"/>
                  </a:lnTo>
                  <a:lnTo>
                    <a:pt x="5848882" y="0"/>
                  </a:lnTo>
                  <a:lnTo>
                    <a:pt x="5848037" y="0"/>
                  </a:lnTo>
                  <a:lnTo>
                    <a:pt x="5847192" y="0"/>
                  </a:lnTo>
                  <a:lnTo>
                    <a:pt x="5846347" y="0"/>
                  </a:lnTo>
                  <a:lnTo>
                    <a:pt x="5845502" y="0"/>
                  </a:lnTo>
                  <a:lnTo>
                    <a:pt x="5844657" y="0"/>
                  </a:lnTo>
                  <a:lnTo>
                    <a:pt x="5843812" y="0"/>
                  </a:lnTo>
                  <a:lnTo>
                    <a:pt x="5842966" y="0"/>
                  </a:lnTo>
                  <a:lnTo>
                    <a:pt x="5842121" y="0"/>
                  </a:lnTo>
                  <a:lnTo>
                    <a:pt x="5841276" y="0"/>
                  </a:lnTo>
                  <a:lnTo>
                    <a:pt x="5840431" y="0"/>
                  </a:lnTo>
                  <a:lnTo>
                    <a:pt x="5839586" y="0"/>
                  </a:lnTo>
                  <a:lnTo>
                    <a:pt x="5838741" y="0"/>
                  </a:lnTo>
                  <a:lnTo>
                    <a:pt x="5837896" y="0"/>
                  </a:lnTo>
                  <a:lnTo>
                    <a:pt x="5837051" y="0"/>
                  </a:lnTo>
                  <a:lnTo>
                    <a:pt x="5836206" y="0"/>
                  </a:lnTo>
                  <a:lnTo>
                    <a:pt x="5835361" y="0"/>
                  </a:lnTo>
                  <a:lnTo>
                    <a:pt x="5834516" y="0"/>
                  </a:lnTo>
                  <a:lnTo>
                    <a:pt x="5833670" y="0"/>
                  </a:lnTo>
                  <a:lnTo>
                    <a:pt x="5832825" y="0"/>
                  </a:lnTo>
                  <a:lnTo>
                    <a:pt x="5831980" y="0"/>
                  </a:lnTo>
                  <a:lnTo>
                    <a:pt x="5831135" y="0"/>
                  </a:lnTo>
                  <a:lnTo>
                    <a:pt x="5830290" y="0"/>
                  </a:lnTo>
                  <a:lnTo>
                    <a:pt x="5829445" y="0"/>
                  </a:lnTo>
                  <a:lnTo>
                    <a:pt x="5828600" y="0"/>
                  </a:lnTo>
                  <a:lnTo>
                    <a:pt x="5827755" y="0"/>
                  </a:lnTo>
                  <a:lnTo>
                    <a:pt x="5826910" y="0"/>
                  </a:lnTo>
                  <a:lnTo>
                    <a:pt x="5826065" y="0"/>
                  </a:lnTo>
                  <a:lnTo>
                    <a:pt x="5825220" y="0"/>
                  </a:lnTo>
                  <a:lnTo>
                    <a:pt x="5824374" y="0"/>
                  </a:lnTo>
                  <a:lnTo>
                    <a:pt x="5823529" y="0"/>
                  </a:lnTo>
                  <a:lnTo>
                    <a:pt x="5822684" y="0"/>
                  </a:lnTo>
                  <a:lnTo>
                    <a:pt x="5821839" y="0"/>
                  </a:lnTo>
                  <a:lnTo>
                    <a:pt x="5820994" y="0"/>
                  </a:lnTo>
                  <a:lnTo>
                    <a:pt x="5820149" y="0"/>
                  </a:lnTo>
                  <a:lnTo>
                    <a:pt x="5819304" y="0"/>
                  </a:lnTo>
                  <a:lnTo>
                    <a:pt x="5818459" y="0"/>
                  </a:lnTo>
                  <a:lnTo>
                    <a:pt x="5817614" y="0"/>
                  </a:lnTo>
                  <a:lnTo>
                    <a:pt x="5816769" y="0"/>
                  </a:lnTo>
                  <a:lnTo>
                    <a:pt x="5815924" y="0"/>
                  </a:lnTo>
                  <a:lnTo>
                    <a:pt x="5815078" y="0"/>
                  </a:lnTo>
                  <a:lnTo>
                    <a:pt x="5814233" y="0"/>
                  </a:lnTo>
                  <a:lnTo>
                    <a:pt x="5813388" y="0"/>
                  </a:lnTo>
                  <a:lnTo>
                    <a:pt x="5812543" y="0"/>
                  </a:lnTo>
                  <a:lnTo>
                    <a:pt x="5811698" y="0"/>
                  </a:lnTo>
                  <a:lnTo>
                    <a:pt x="5810853" y="0"/>
                  </a:lnTo>
                  <a:lnTo>
                    <a:pt x="5810008" y="0"/>
                  </a:lnTo>
                  <a:lnTo>
                    <a:pt x="5809163" y="0"/>
                  </a:lnTo>
                  <a:lnTo>
                    <a:pt x="5808318" y="0"/>
                  </a:lnTo>
                  <a:lnTo>
                    <a:pt x="5807473" y="0"/>
                  </a:lnTo>
                  <a:lnTo>
                    <a:pt x="5806628" y="0"/>
                  </a:lnTo>
                  <a:lnTo>
                    <a:pt x="5805782" y="0"/>
                  </a:lnTo>
                  <a:lnTo>
                    <a:pt x="5804937" y="0"/>
                  </a:lnTo>
                  <a:lnTo>
                    <a:pt x="5804092" y="0"/>
                  </a:lnTo>
                  <a:lnTo>
                    <a:pt x="5803247" y="0"/>
                  </a:lnTo>
                  <a:lnTo>
                    <a:pt x="5802402" y="0"/>
                  </a:lnTo>
                  <a:lnTo>
                    <a:pt x="5801557" y="0"/>
                  </a:lnTo>
                  <a:lnTo>
                    <a:pt x="5800712" y="0"/>
                  </a:lnTo>
                  <a:lnTo>
                    <a:pt x="5799867" y="0"/>
                  </a:lnTo>
                  <a:lnTo>
                    <a:pt x="5799022" y="0"/>
                  </a:lnTo>
                  <a:lnTo>
                    <a:pt x="5798177" y="0"/>
                  </a:lnTo>
                  <a:lnTo>
                    <a:pt x="5797332" y="0"/>
                  </a:lnTo>
                  <a:lnTo>
                    <a:pt x="5796486" y="0"/>
                  </a:lnTo>
                  <a:lnTo>
                    <a:pt x="5795641" y="0"/>
                  </a:lnTo>
                  <a:lnTo>
                    <a:pt x="5794796" y="0"/>
                  </a:lnTo>
                  <a:lnTo>
                    <a:pt x="5793951" y="0"/>
                  </a:lnTo>
                  <a:lnTo>
                    <a:pt x="5793106" y="0"/>
                  </a:lnTo>
                  <a:lnTo>
                    <a:pt x="5792261" y="0"/>
                  </a:lnTo>
                  <a:lnTo>
                    <a:pt x="5791416" y="0"/>
                  </a:lnTo>
                  <a:lnTo>
                    <a:pt x="5790571" y="0"/>
                  </a:lnTo>
                  <a:lnTo>
                    <a:pt x="5789726" y="0"/>
                  </a:lnTo>
                  <a:lnTo>
                    <a:pt x="5788881" y="0"/>
                  </a:lnTo>
                  <a:lnTo>
                    <a:pt x="5788035" y="0"/>
                  </a:lnTo>
                  <a:lnTo>
                    <a:pt x="5787190" y="0"/>
                  </a:lnTo>
                  <a:lnTo>
                    <a:pt x="5786345" y="0"/>
                  </a:lnTo>
                  <a:lnTo>
                    <a:pt x="5785500" y="0"/>
                  </a:lnTo>
                  <a:lnTo>
                    <a:pt x="5784655" y="0"/>
                  </a:lnTo>
                  <a:lnTo>
                    <a:pt x="5783810" y="0"/>
                  </a:lnTo>
                  <a:lnTo>
                    <a:pt x="5782965" y="0"/>
                  </a:lnTo>
                  <a:lnTo>
                    <a:pt x="5782120" y="0"/>
                  </a:lnTo>
                  <a:lnTo>
                    <a:pt x="5781275" y="0"/>
                  </a:lnTo>
                  <a:lnTo>
                    <a:pt x="5780430" y="0"/>
                  </a:lnTo>
                  <a:lnTo>
                    <a:pt x="5779585" y="0"/>
                  </a:lnTo>
                  <a:lnTo>
                    <a:pt x="5778739" y="0"/>
                  </a:lnTo>
                  <a:lnTo>
                    <a:pt x="5777894" y="0"/>
                  </a:lnTo>
                  <a:lnTo>
                    <a:pt x="5777049" y="0"/>
                  </a:lnTo>
                  <a:lnTo>
                    <a:pt x="5776204" y="0"/>
                  </a:lnTo>
                  <a:lnTo>
                    <a:pt x="5775359" y="0"/>
                  </a:lnTo>
                  <a:lnTo>
                    <a:pt x="5774514" y="0"/>
                  </a:lnTo>
                  <a:lnTo>
                    <a:pt x="5773669" y="0"/>
                  </a:lnTo>
                  <a:lnTo>
                    <a:pt x="5772824" y="0"/>
                  </a:lnTo>
                  <a:lnTo>
                    <a:pt x="5771979" y="0"/>
                  </a:lnTo>
                  <a:lnTo>
                    <a:pt x="5771134" y="0"/>
                  </a:lnTo>
                  <a:lnTo>
                    <a:pt x="5770289" y="0"/>
                  </a:lnTo>
                  <a:lnTo>
                    <a:pt x="5769443" y="0"/>
                  </a:lnTo>
                  <a:lnTo>
                    <a:pt x="5768598" y="0"/>
                  </a:lnTo>
                  <a:lnTo>
                    <a:pt x="5767753" y="0"/>
                  </a:lnTo>
                  <a:lnTo>
                    <a:pt x="5766908" y="0"/>
                  </a:lnTo>
                  <a:lnTo>
                    <a:pt x="5766063" y="0"/>
                  </a:lnTo>
                  <a:lnTo>
                    <a:pt x="5765218" y="0"/>
                  </a:lnTo>
                  <a:lnTo>
                    <a:pt x="5764373" y="0"/>
                  </a:lnTo>
                  <a:lnTo>
                    <a:pt x="5763528" y="0"/>
                  </a:lnTo>
                  <a:lnTo>
                    <a:pt x="5762683" y="0"/>
                  </a:lnTo>
                  <a:lnTo>
                    <a:pt x="5761838" y="0"/>
                  </a:lnTo>
                  <a:lnTo>
                    <a:pt x="5760993" y="0"/>
                  </a:lnTo>
                  <a:lnTo>
                    <a:pt x="5760147" y="0"/>
                  </a:lnTo>
                  <a:lnTo>
                    <a:pt x="5759302" y="0"/>
                  </a:lnTo>
                  <a:lnTo>
                    <a:pt x="5758457" y="0"/>
                  </a:lnTo>
                  <a:lnTo>
                    <a:pt x="5757612" y="0"/>
                  </a:lnTo>
                  <a:lnTo>
                    <a:pt x="5756767" y="0"/>
                  </a:lnTo>
                  <a:lnTo>
                    <a:pt x="5755922" y="0"/>
                  </a:lnTo>
                  <a:lnTo>
                    <a:pt x="5755077" y="0"/>
                  </a:lnTo>
                  <a:lnTo>
                    <a:pt x="5754232" y="0"/>
                  </a:lnTo>
                  <a:lnTo>
                    <a:pt x="5753387" y="0"/>
                  </a:lnTo>
                  <a:lnTo>
                    <a:pt x="5752542" y="0"/>
                  </a:lnTo>
                  <a:lnTo>
                    <a:pt x="5751697" y="0"/>
                  </a:lnTo>
                  <a:lnTo>
                    <a:pt x="5750851" y="0"/>
                  </a:lnTo>
                  <a:lnTo>
                    <a:pt x="5750006" y="0"/>
                  </a:lnTo>
                  <a:lnTo>
                    <a:pt x="5749161" y="0"/>
                  </a:lnTo>
                  <a:lnTo>
                    <a:pt x="5748316" y="0"/>
                  </a:lnTo>
                  <a:lnTo>
                    <a:pt x="5747471" y="0"/>
                  </a:lnTo>
                  <a:lnTo>
                    <a:pt x="5746626" y="0"/>
                  </a:lnTo>
                  <a:lnTo>
                    <a:pt x="5745781" y="0"/>
                  </a:lnTo>
                  <a:lnTo>
                    <a:pt x="5744936" y="0"/>
                  </a:lnTo>
                  <a:lnTo>
                    <a:pt x="5744091" y="0"/>
                  </a:lnTo>
                  <a:lnTo>
                    <a:pt x="5743246" y="0"/>
                  </a:lnTo>
                  <a:lnTo>
                    <a:pt x="5742401" y="0"/>
                  </a:lnTo>
                  <a:lnTo>
                    <a:pt x="5741555" y="0"/>
                  </a:lnTo>
                  <a:lnTo>
                    <a:pt x="5740710" y="0"/>
                  </a:lnTo>
                  <a:lnTo>
                    <a:pt x="5739865" y="0"/>
                  </a:lnTo>
                  <a:lnTo>
                    <a:pt x="5739020" y="0"/>
                  </a:lnTo>
                  <a:lnTo>
                    <a:pt x="5738175" y="0"/>
                  </a:lnTo>
                  <a:lnTo>
                    <a:pt x="5737330" y="0"/>
                  </a:lnTo>
                  <a:lnTo>
                    <a:pt x="5736485" y="0"/>
                  </a:lnTo>
                  <a:lnTo>
                    <a:pt x="5735640" y="0"/>
                  </a:lnTo>
                  <a:lnTo>
                    <a:pt x="5734795" y="0"/>
                  </a:lnTo>
                  <a:lnTo>
                    <a:pt x="5733950" y="0"/>
                  </a:lnTo>
                  <a:lnTo>
                    <a:pt x="5733104" y="0"/>
                  </a:lnTo>
                  <a:lnTo>
                    <a:pt x="5732259" y="0"/>
                  </a:lnTo>
                  <a:lnTo>
                    <a:pt x="5731414" y="0"/>
                  </a:lnTo>
                  <a:lnTo>
                    <a:pt x="5730569" y="0"/>
                  </a:lnTo>
                  <a:lnTo>
                    <a:pt x="5729724" y="0"/>
                  </a:lnTo>
                  <a:lnTo>
                    <a:pt x="5728879" y="0"/>
                  </a:lnTo>
                  <a:lnTo>
                    <a:pt x="5728034" y="0"/>
                  </a:lnTo>
                  <a:lnTo>
                    <a:pt x="5727189" y="0"/>
                  </a:lnTo>
                  <a:lnTo>
                    <a:pt x="5726344" y="0"/>
                  </a:lnTo>
                  <a:lnTo>
                    <a:pt x="5725499" y="0"/>
                  </a:lnTo>
                  <a:lnTo>
                    <a:pt x="5724654" y="0"/>
                  </a:lnTo>
                  <a:lnTo>
                    <a:pt x="5723808" y="0"/>
                  </a:lnTo>
                  <a:lnTo>
                    <a:pt x="5722963" y="0"/>
                  </a:lnTo>
                  <a:lnTo>
                    <a:pt x="5722118" y="0"/>
                  </a:lnTo>
                  <a:lnTo>
                    <a:pt x="5721273" y="0"/>
                  </a:lnTo>
                  <a:lnTo>
                    <a:pt x="5720428" y="0"/>
                  </a:lnTo>
                  <a:lnTo>
                    <a:pt x="5719583" y="0"/>
                  </a:lnTo>
                  <a:lnTo>
                    <a:pt x="5718738" y="0"/>
                  </a:lnTo>
                  <a:lnTo>
                    <a:pt x="5717893" y="0"/>
                  </a:lnTo>
                  <a:lnTo>
                    <a:pt x="5717048" y="0"/>
                  </a:lnTo>
                  <a:lnTo>
                    <a:pt x="5716203" y="0"/>
                  </a:lnTo>
                  <a:lnTo>
                    <a:pt x="5715358" y="0"/>
                  </a:lnTo>
                  <a:lnTo>
                    <a:pt x="5714512" y="0"/>
                  </a:lnTo>
                  <a:lnTo>
                    <a:pt x="5713667" y="0"/>
                  </a:lnTo>
                  <a:lnTo>
                    <a:pt x="5712822" y="0"/>
                  </a:lnTo>
                  <a:lnTo>
                    <a:pt x="5711977" y="0"/>
                  </a:lnTo>
                  <a:lnTo>
                    <a:pt x="5711132" y="0"/>
                  </a:lnTo>
                  <a:lnTo>
                    <a:pt x="5710287" y="0"/>
                  </a:lnTo>
                  <a:lnTo>
                    <a:pt x="5709442" y="0"/>
                  </a:lnTo>
                  <a:lnTo>
                    <a:pt x="5708597" y="0"/>
                  </a:lnTo>
                  <a:lnTo>
                    <a:pt x="5707752" y="0"/>
                  </a:lnTo>
                  <a:lnTo>
                    <a:pt x="5706907" y="0"/>
                  </a:lnTo>
                  <a:lnTo>
                    <a:pt x="5706062" y="0"/>
                  </a:lnTo>
                  <a:lnTo>
                    <a:pt x="5705216" y="0"/>
                  </a:lnTo>
                  <a:lnTo>
                    <a:pt x="5704371" y="0"/>
                  </a:lnTo>
                  <a:lnTo>
                    <a:pt x="5703526" y="0"/>
                  </a:lnTo>
                  <a:lnTo>
                    <a:pt x="5702681" y="0"/>
                  </a:lnTo>
                  <a:lnTo>
                    <a:pt x="5701836" y="0"/>
                  </a:lnTo>
                  <a:lnTo>
                    <a:pt x="5700991" y="0"/>
                  </a:lnTo>
                  <a:lnTo>
                    <a:pt x="5700146" y="0"/>
                  </a:lnTo>
                  <a:lnTo>
                    <a:pt x="5699301" y="0"/>
                  </a:lnTo>
                  <a:lnTo>
                    <a:pt x="5698456" y="0"/>
                  </a:lnTo>
                  <a:lnTo>
                    <a:pt x="5697611" y="0"/>
                  </a:lnTo>
                  <a:lnTo>
                    <a:pt x="5696766" y="0"/>
                  </a:lnTo>
                  <a:lnTo>
                    <a:pt x="5695920" y="0"/>
                  </a:lnTo>
                  <a:lnTo>
                    <a:pt x="5695075" y="0"/>
                  </a:lnTo>
                  <a:lnTo>
                    <a:pt x="5694230" y="0"/>
                  </a:lnTo>
                  <a:lnTo>
                    <a:pt x="5693385" y="0"/>
                  </a:lnTo>
                  <a:lnTo>
                    <a:pt x="5692540" y="0"/>
                  </a:lnTo>
                  <a:lnTo>
                    <a:pt x="5691695" y="0"/>
                  </a:lnTo>
                  <a:lnTo>
                    <a:pt x="5690850" y="0"/>
                  </a:lnTo>
                  <a:lnTo>
                    <a:pt x="5690005" y="0"/>
                  </a:lnTo>
                  <a:lnTo>
                    <a:pt x="5689160" y="0"/>
                  </a:lnTo>
                  <a:lnTo>
                    <a:pt x="5688315" y="0"/>
                  </a:lnTo>
                  <a:lnTo>
                    <a:pt x="5687470" y="0"/>
                  </a:lnTo>
                  <a:lnTo>
                    <a:pt x="5686624" y="0"/>
                  </a:lnTo>
                  <a:lnTo>
                    <a:pt x="5685779" y="0"/>
                  </a:lnTo>
                  <a:lnTo>
                    <a:pt x="5684934" y="0"/>
                  </a:lnTo>
                  <a:lnTo>
                    <a:pt x="5684089" y="0"/>
                  </a:lnTo>
                  <a:lnTo>
                    <a:pt x="5683244" y="0"/>
                  </a:lnTo>
                  <a:lnTo>
                    <a:pt x="5682399" y="0"/>
                  </a:lnTo>
                  <a:lnTo>
                    <a:pt x="5681554" y="0"/>
                  </a:lnTo>
                  <a:lnTo>
                    <a:pt x="5680709" y="0"/>
                  </a:lnTo>
                  <a:lnTo>
                    <a:pt x="5679864" y="0"/>
                  </a:lnTo>
                  <a:lnTo>
                    <a:pt x="5679019" y="0"/>
                  </a:lnTo>
                  <a:lnTo>
                    <a:pt x="5678174" y="0"/>
                  </a:lnTo>
                  <a:lnTo>
                    <a:pt x="5677328" y="0"/>
                  </a:lnTo>
                  <a:lnTo>
                    <a:pt x="5676483" y="0"/>
                  </a:lnTo>
                  <a:lnTo>
                    <a:pt x="5675638" y="0"/>
                  </a:lnTo>
                  <a:lnTo>
                    <a:pt x="5674793" y="0"/>
                  </a:lnTo>
                  <a:lnTo>
                    <a:pt x="5673948" y="0"/>
                  </a:lnTo>
                  <a:lnTo>
                    <a:pt x="5673103" y="0"/>
                  </a:lnTo>
                  <a:lnTo>
                    <a:pt x="5672258" y="0"/>
                  </a:lnTo>
                  <a:lnTo>
                    <a:pt x="5671413" y="0"/>
                  </a:lnTo>
                  <a:lnTo>
                    <a:pt x="5670568" y="0"/>
                  </a:lnTo>
                  <a:lnTo>
                    <a:pt x="5669723" y="0"/>
                  </a:lnTo>
                  <a:lnTo>
                    <a:pt x="5668877" y="0"/>
                  </a:lnTo>
                  <a:lnTo>
                    <a:pt x="5668032" y="0"/>
                  </a:lnTo>
                  <a:lnTo>
                    <a:pt x="5667187" y="0"/>
                  </a:lnTo>
                  <a:lnTo>
                    <a:pt x="5666342" y="0"/>
                  </a:lnTo>
                  <a:lnTo>
                    <a:pt x="5665497" y="0"/>
                  </a:lnTo>
                  <a:lnTo>
                    <a:pt x="5664652" y="0"/>
                  </a:lnTo>
                  <a:lnTo>
                    <a:pt x="5663807" y="0"/>
                  </a:lnTo>
                  <a:lnTo>
                    <a:pt x="5662962" y="0"/>
                  </a:lnTo>
                  <a:lnTo>
                    <a:pt x="5662117" y="0"/>
                  </a:lnTo>
                  <a:lnTo>
                    <a:pt x="5661272" y="0"/>
                  </a:lnTo>
                  <a:lnTo>
                    <a:pt x="5660427" y="0"/>
                  </a:lnTo>
                  <a:lnTo>
                    <a:pt x="5659581" y="0"/>
                  </a:lnTo>
                  <a:lnTo>
                    <a:pt x="5658736" y="0"/>
                  </a:lnTo>
                  <a:lnTo>
                    <a:pt x="5657891" y="0"/>
                  </a:lnTo>
                  <a:lnTo>
                    <a:pt x="5657046" y="0"/>
                  </a:lnTo>
                  <a:lnTo>
                    <a:pt x="5656201" y="0"/>
                  </a:lnTo>
                  <a:lnTo>
                    <a:pt x="5655356" y="0"/>
                  </a:lnTo>
                  <a:lnTo>
                    <a:pt x="5654511" y="0"/>
                  </a:lnTo>
                  <a:lnTo>
                    <a:pt x="5653666" y="0"/>
                  </a:lnTo>
                  <a:lnTo>
                    <a:pt x="5652821" y="0"/>
                  </a:lnTo>
                  <a:lnTo>
                    <a:pt x="5651976" y="0"/>
                  </a:lnTo>
                  <a:lnTo>
                    <a:pt x="5651131" y="0"/>
                  </a:lnTo>
                  <a:lnTo>
                    <a:pt x="5650285" y="0"/>
                  </a:lnTo>
                  <a:lnTo>
                    <a:pt x="5649440" y="0"/>
                  </a:lnTo>
                  <a:lnTo>
                    <a:pt x="5648595" y="0"/>
                  </a:lnTo>
                  <a:lnTo>
                    <a:pt x="5647750" y="0"/>
                  </a:lnTo>
                  <a:lnTo>
                    <a:pt x="5646905" y="0"/>
                  </a:lnTo>
                  <a:lnTo>
                    <a:pt x="5646060" y="0"/>
                  </a:lnTo>
                  <a:lnTo>
                    <a:pt x="5645215" y="0"/>
                  </a:lnTo>
                  <a:lnTo>
                    <a:pt x="5644370" y="0"/>
                  </a:lnTo>
                  <a:lnTo>
                    <a:pt x="5643525" y="0"/>
                  </a:lnTo>
                  <a:lnTo>
                    <a:pt x="5642680" y="0"/>
                  </a:lnTo>
                  <a:lnTo>
                    <a:pt x="5641835" y="0"/>
                  </a:lnTo>
                  <a:lnTo>
                    <a:pt x="5640989" y="0"/>
                  </a:lnTo>
                  <a:lnTo>
                    <a:pt x="5640144" y="0"/>
                  </a:lnTo>
                  <a:lnTo>
                    <a:pt x="5639299" y="0"/>
                  </a:lnTo>
                  <a:lnTo>
                    <a:pt x="5638454" y="0"/>
                  </a:lnTo>
                  <a:lnTo>
                    <a:pt x="5637609" y="0"/>
                  </a:lnTo>
                  <a:lnTo>
                    <a:pt x="5636764" y="0"/>
                  </a:lnTo>
                  <a:lnTo>
                    <a:pt x="5635919" y="0"/>
                  </a:lnTo>
                  <a:lnTo>
                    <a:pt x="5635074" y="0"/>
                  </a:lnTo>
                  <a:lnTo>
                    <a:pt x="5634229" y="0"/>
                  </a:lnTo>
                  <a:lnTo>
                    <a:pt x="5633384" y="0"/>
                  </a:lnTo>
                  <a:lnTo>
                    <a:pt x="5632539" y="0"/>
                  </a:lnTo>
                  <a:lnTo>
                    <a:pt x="5631693" y="0"/>
                  </a:lnTo>
                  <a:lnTo>
                    <a:pt x="5630848" y="0"/>
                  </a:lnTo>
                  <a:lnTo>
                    <a:pt x="5630003" y="0"/>
                  </a:lnTo>
                  <a:lnTo>
                    <a:pt x="5629158" y="0"/>
                  </a:lnTo>
                  <a:lnTo>
                    <a:pt x="5628313" y="0"/>
                  </a:lnTo>
                  <a:lnTo>
                    <a:pt x="5627468" y="0"/>
                  </a:lnTo>
                  <a:lnTo>
                    <a:pt x="5626623" y="0"/>
                  </a:lnTo>
                  <a:lnTo>
                    <a:pt x="5625778" y="0"/>
                  </a:lnTo>
                  <a:lnTo>
                    <a:pt x="5624933" y="0"/>
                  </a:lnTo>
                  <a:lnTo>
                    <a:pt x="5624088" y="0"/>
                  </a:lnTo>
                  <a:lnTo>
                    <a:pt x="5623243" y="0"/>
                  </a:lnTo>
                  <a:lnTo>
                    <a:pt x="5622397" y="0"/>
                  </a:lnTo>
                  <a:lnTo>
                    <a:pt x="5621552" y="0"/>
                  </a:lnTo>
                  <a:lnTo>
                    <a:pt x="5620707" y="0"/>
                  </a:lnTo>
                  <a:lnTo>
                    <a:pt x="5619862" y="0"/>
                  </a:lnTo>
                  <a:lnTo>
                    <a:pt x="5619017" y="0"/>
                  </a:lnTo>
                  <a:lnTo>
                    <a:pt x="5618172" y="0"/>
                  </a:lnTo>
                  <a:lnTo>
                    <a:pt x="5617327" y="0"/>
                  </a:lnTo>
                  <a:lnTo>
                    <a:pt x="5616482" y="0"/>
                  </a:lnTo>
                  <a:lnTo>
                    <a:pt x="5615637" y="0"/>
                  </a:lnTo>
                  <a:lnTo>
                    <a:pt x="5614792" y="0"/>
                  </a:lnTo>
                  <a:lnTo>
                    <a:pt x="5613947" y="0"/>
                  </a:lnTo>
                  <a:lnTo>
                    <a:pt x="5613101" y="0"/>
                  </a:lnTo>
                  <a:lnTo>
                    <a:pt x="5612256" y="0"/>
                  </a:lnTo>
                  <a:lnTo>
                    <a:pt x="5611411" y="0"/>
                  </a:lnTo>
                  <a:lnTo>
                    <a:pt x="5610566" y="0"/>
                  </a:lnTo>
                  <a:lnTo>
                    <a:pt x="5609721" y="0"/>
                  </a:lnTo>
                  <a:lnTo>
                    <a:pt x="5608876" y="0"/>
                  </a:lnTo>
                  <a:lnTo>
                    <a:pt x="5608031" y="0"/>
                  </a:lnTo>
                  <a:lnTo>
                    <a:pt x="5607186" y="0"/>
                  </a:lnTo>
                  <a:lnTo>
                    <a:pt x="5606341" y="0"/>
                  </a:lnTo>
                  <a:lnTo>
                    <a:pt x="5605496" y="0"/>
                  </a:lnTo>
                  <a:lnTo>
                    <a:pt x="5604650" y="0"/>
                  </a:lnTo>
                  <a:lnTo>
                    <a:pt x="5603805" y="0"/>
                  </a:lnTo>
                  <a:lnTo>
                    <a:pt x="5602960" y="0"/>
                  </a:lnTo>
                  <a:lnTo>
                    <a:pt x="5602115" y="0"/>
                  </a:lnTo>
                  <a:lnTo>
                    <a:pt x="5601270" y="0"/>
                  </a:lnTo>
                  <a:lnTo>
                    <a:pt x="5600425" y="0"/>
                  </a:lnTo>
                  <a:lnTo>
                    <a:pt x="5599580" y="0"/>
                  </a:lnTo>
                  <a:lnTo>
                    <a:pt x="5598735" y="0"/>
                  </a:lnTo>
                  <a:lnTo>
                    <a:pt x="5597890" y="0"/>
                  </a:lnTo>
                  <a:lnTo>
                    <a:pt x="5597045" y="0"/>
                  </a:lnTo>
                  <a:lnTo>
                    <a:pt x="5596200" y="0"/>
                  </a:lnTo>
                  <a:lnTo>
                    <a:pt x="5595354" y="0"/>
                  </a:lnTo>
                  <a:lnTo>
                    <a:pt x="5594509" y="0"/>
                  </a:lnTo>
                  <a:lnTo>
                    <a:pt x="5593664" y="0"/>
                  </a:lnTo>
                  <a:lnTo>
                    <a:pt x="5592819" y="0"/>
                  </a:lnTo>
                  <a:lnTo>
                    <a:pt x="5591974" y="0"/>
                  </a:lnTo>
                  <a:lnTo>
                    <a:pt x="5591129" y="0"/>
                  </a:lnTo>
                  <a:lnTo>
                    <a:pt x="5590284" y="0"/>
                  </a:lnTo>
                  <a:lnTo>
                    <a:pt x="5589439" y="0"/>
                  </a:lnTo>
                  <a:lnTo>
                    <a:pt x="5588594" y="0"/>
                  </a:lnTo>
                  <a:lnTo>
                    <a:pt x="5587749" y="0"/>
                  </a:lnTo>
                  <a:lnTo>
                    <a:pt x="5586904" y="0"/>
                  </a:lnTo>
                  <a:lnTo>
                    <a:pt x="5586058" y="0"/>
                  </a:lnTo>
                  <a:lnTo>
                    <a:pt x="5585213" y="0"/>
                  </a:lnTo>
                  <a:lnTo>
                    <a:pt x="5584368" y="0"/>
                  </a:lnTo>
                  <a:lnTo>
                    <a:pt x="5583523" y="0"/>
                  </a:lnTo>
                  <a:lnTo>
                    <a:pt x="5582678" y="0"/>
                  </a:lnTo>
                  <a:lnTo>
                    <a:pt x="5581833" y="0"/>
                  </a:lnTo>
                  <a:lnTo>
                    <a:pt x="5580988" y="0"/>
                  </a:lnTo>
                  <a:lnTo>
                    <a:pt x="5580143" y="0"/>
                  </a:lnTo>
                  <a:lnTo>
                    <a:pt x="5579298" y="0"/>
                  </a:lnTo>
                  <a:lnTo>
                    <a:pt x="5578453" y="0"/>
                  </a:lnTo>
                  <a:lnTo>
                    <a:pt x="5577608" y="0"/>
                  </a:lnTo>
                  <a:lnTo>
                    <a:pt x="5576762" y="0"/>
                  </a:lnTo>
                  <a:lnTo>
                    <a:pt x="5575917" y="0"/>
                  </a:lnTo>
                  <a:lnTo>
                    <a:pt x="5575072" y="0"/>
                  </a:lnTo>
                  <a:lnTo>
                    <a:pt x="5574227" y="0"/>
                  </a:lnTo>
                  <a:lnTo>
                    <a:pt x="5573382" y="0"/>
                  </a:lnTo>
                  <a:lnTo>
                    <a:pt x="5572537" y="0"/>
                  </a:lnTo>
                  <a:lnTo>
                    <a:pt x="5571692" y="0"/>
                  </a:lnTo>
                  <a:lnTo>
                    <a:pt x="5570847" y="0"/>
                  </a:lnTo>
                  <a:lnTo>
                    <a:pt x="5570002" y="0"/>
                  </a:lnTo>
                  <a:lnTo>
                    <a:pt x="5569157" y="0"/>
                  </a:lnTo>
                  <a:lnTo>
                    <a:pt x="5568312" y="0"/>
                  </a:lnTo>
                  <a:lnTo>
                    <a:pt x="5567466" y="0"/>
                  </a:lnTo>
                  <a:lnTo>
                    <a:pt x="5566621" y="0"/>
                  </a:lnTo>
                  <a:lnTo>
                    <a:pt x="5565776" y="0"/>
                  </a:lnTo>
                  <a:lnTo>
                    <a:pt x="5564931" y="0"/>
                  </a:lnTo>
                  <a:lnTo>
                    <a:pt x="5564086" y="0"/>
                  </a:lnTo>
                  <a:lnTo>
                    <a:pt x="5563241" y="0"/>
                  </a:lnTo>
                  <a:lnTo>
                    <a:pt x="5562396" y="0"/>
                  </a:lnTo>
                  <a:lnTo>
                    <a:pt x="5561551" y="0"/>
                  </a:lnTo>
                  <a:lnTo>
                    <a:pt x="5560706" y="0"/>
                  </a:lnTo>
                  <a:lnTo>
                    <a:pt x="5559861" y="0"/>
                  </a:lnTo>
                  <a:lnTo>
                    <a:pt x="5559016" y="0"/>
                  </a:lnTo>
                  <a:lnTo>
                    <a:pt x="5558170" y="0"/>
                  </a:lnTo>
                  <a:lnTo>
                    <a:pt x="5557325" y="0"/>
                  </a:lnTo>
                  <a:lnTo>
                    <a:pt x="5556480" y="0"/>
                  </a:lnTo>
                  <a:lnTo>
                    <a:pt x="5555635" y="0"/>
                  </a:lnTo>
                  <a:lnTo>
                    <a:pt x="5554790" y="0"/>
                  </a:lnTo>
                  <a:lnTo>
                    <a:pt x="5553945" y="0"/>
                  </a:lnTo>
                  <a:lnTo>
                    <a:pt x="5553100" y="0"/>
                  </a:lnTo>
                  <a:lnTo>
                    <a:pt x="5552255" y="0"/>
                  </a:lnTo>
                  <a:lnTo>
                    <a:pt x="5551410" y="0"/>
                  </a:lnTo>
                  <a:lnTo>
                    <a:pt x="5550565" y="0"/>
                  </a:lnTo>
                  <a:lnTo>
                    <a:pt x="5549720" y="0"/>
                  </a:lnTo>
                  <a:lnTo>
                    <a:pt x="5548874" y="0"/>
                  </a:lnTo>
                  <a:lnTo>
                    <a:pt x="5548029" y="0"/>
                  </a:lnTo>
                  <a:lnTo>
                    <a:pt x="5547184" y="0"/>
                  </a:lnTo>
                  <a:lnTo>
                    <a:pt x="5546339" y="0"/>
                  </a:lnTo>
                  <a:lnTo>
                    <a:pt x="5545494" y="0"/>
                  </a:lnTo>
                  <a:lnTo>
                    <a:pt x="5544649" y="0"/>
                  </a:lnTo>
                  <a:lnTo>
                    <a:pt x="5543804" y="0"/>
                  </a:lnTo>
                  <a:lnTo>
                    <a:pt x="5542959" y="0"/>
                  </a:lnTo>
                  <a:lnTo>
                    <a:pt x="5542114" y="0"/>
                  </a:lnTo>
                  <a:lnTo>
                    <a:pt x="5541269" y="0"/>
                  </a:lnTo>
                  <a:lnTo>
                    <a:pt x="5540423" y="0"/>
                  </a:lnTo>
                  <a:lnTo>
                    <a:pt x="5539578" y="0"/>
                  </a:lnTo>
                  <a:lnTo>
                    <a:pt x="5538733" y="0"/>
                  </a:lnTo>
                  <a:lnTo>
                    <a:pt x="5537888" y="0"/>
                  </a:lnTo>
                  <a:lnTo>
                    <a:pt x="5537043" y="0"/>
                  </a:lnTo>
                  <a:lnTo>
                    <a:pt x="5536198" y="0"/>
                  </a:lnTo>
                  <a:lnTo>
                    <a:pt x="5535353" y="0"/>
                  </a:lnTo>
                  <a:lnTo>
                    <a:pt x="5534508" y="0"/>
                  </a:lnTo>
                  <a:lnTo>
                    <a:pt x="5533663" y="0"/>
                  </a:lnTo>
                  <a:lnTo>
                    <a:pt x="5532818" y="0"/>
                  </a:lnTo>
                  <a:lnTo>
                    <a:pt x="5531973" y="0"/>
                  </a:lnTo>
                  <a:lnTo>
                    <a:pt x="5531127" y="0"/>
                  </a:lnTo>
                  <a:lnTo>
                    <a:pt x="5530282" y="0"/>
                  </a:lnTo>
                  <a:lnTo>
                    <a:pt x="5529437" y="0"/>
                  </a:lnTo>
                  <a:lnTo>
                    <a:pt x="5528592" y="0"/>
                  </a:lnTo>
                  <a:lnTo>
                    <a:pt x="5527747" y="0"/>
                  </a:lnTo>
                  <a:lnTo>
                    <a:pt x="5526902" y="0"/>
                  </a:lnTo>
                  <a:lnTo>
                    <a:pt x="5526057" y="0"/>
                  </a:lnTo>
                  <a:lnTo>
                    <a:pt x="5525212" y="0"/>
                  </a:lnTo>
                  <a:lnTo>
                    <a:pt x="5524367" y="0"/>
                  </a:lnTo>
                  <a:lnTo>
                    <a:pt x="5523522" y="0"/>
                  </a:lnTo>
                  <a:lnTo>
                    <a:pt x="5522677" y="0"/>
                  </a:lnTo>
                  <a:lnTo>
                    <a:pt x="5521831" y="0"/>
                  </a:lnTo>
                  <a:lnTo>
                    <a:pt x="5520986" y="0"/>
                  </a:lnTo>
                  <a:lnTo>
                    <a:pt x="5520141" y="0"/>
                  </a:lnTo>
                  <a:lnTo>
                    <a:pt x="5519296" y="0"/>
                  </a:lnTo>
                  <a:lnTo>
                    <a:pt x="5518451" y="0"/>
                  </a:lnTo>
                  <a:lnTo>
                    <a:pt x="5517606" y="0"/>
                  </a:lnTo>
                  <a:lnTo>
                    <a:pt x="5516761" y="0"/>
                  </a:lnTo>
                  <a:lnTo>
                    <a:pt x="5515916" y="0"/>
                  </a:lnTo>
                  <a:lnTo>
                    <a:pt x="5515071" y="0"/>
                  </a:lnTo>
                  <a:lnTo>
                    <a:pt x="5514226" y="0"/>
                  </a:lnTo>
                  <a:lnTo>
                    <a:pt x="5513381" y="0"/>
                  </a:lnTo>
                  <a:lnTo>
                    <a:pt x="5512535" y="0"/>
                  </a:lnTo>
                  <a:lnTo>
                    <a:pt x="5511690" y="0"/>
                  </a:lnTo>
                  <a:lnTo>
                    <a:pt x="5510845" y="0"/>
                  </a:lnTo>
                  <a:lnTo>
                    <a:pt x="5510000" y="0"/>
                  </a:lnTo>
                  <a:lnTo>
                    <a:pt x="5509155" y="0"/>
                  </a:lnTo>
                  <a:lnTo>
                    <a:pt x="5508310" y="0"/>
                  </a:lnTo>
                  <a:lnTo>
                    <a:pt x="5507465" y="0"/>
                  </a:lnTo>
                  <a:lnTo>
                    <a:pt x="5506620" y="0"/>
                  </a:lnTo>
                  <a:lnTo>
                    <a:pt x="5505775" y="0"/>
                  </a:lnTo>
                  <a:lnTo>
                    <a:pt x="5504930" y="0"/>
                  </a:lnTo>
                  <a:lnTo>
                    <a:pt x="5504085" y="0"/>
                  </a:lnTo>
                  <a:lnTo>
                    <a:pt x="5503239" y="0"/>
                  </a:lnTo>
                  <a:lnTo>
                    <a:pt x="5502394" y="0"/>
                  </a:lnTo>
                  <a:lnTo>
                    <a:pt x="5501549" y="0"/>
                  </a:lnTo>
                  <a:lnTo>
                    <a:pt x="5500704" y="0"/>
                  </a:lnTo>
                  <a:lnTo>
                    <a:pt x="5499859" y="0"/>
                  </a:lnTo>
                  <a:lnTo>
                    <a:pt x="5499014" y="0"/>
                  </a:lnTo>
                  <a:lnTo>
                    <a:pt x="5498169" y="0"/>
                  </a:lnTo>
                  <a:lnTo>
                    <a:pt x="5497324" y="0"/>
                  </a:lnTo>
                  <a:lnTo>
                    <a:pt x="5496479" y="0"/>
                  </a:lnTo>
                  <a:lnTo>
                    <a:pt x="5495634" y="0"/>
                  </a:lnTo>
                  <a:lnTo>
                    <a:pt x="5494789" y="0"/>
                  </a:lnTo>
                  <a:lnTo>
                    <a:pt x="5493943" y="0"/>
                  </a:lnTo>
                  <a:lnTo>
                    <a:pt x="5493098" y="0"/>
                  </a:lnTo>
                  <a:lnTo>
                    <a:pt x="5492253" y="0"/>
                  </a:lnTo>
                  <a:lnTo>
                    <a:pt x="5491408" y="0"/>
                  </a:lnTo>
                  <a:lnTo>
                    <a:pt x="5490563" y="0"/>
                  </a:lnTo>
                  <a:lnTo>
                    <a:pt x="5489718" y="0"/>
                  </a:lnTo>
                  <a:lnTo>
                    <a:pt x="5488873" y="0"/>
                  </a:lnTo>
                  <a:lnTo>
                    <a:pt x="5488028" y="0"/>
                  </a:lnTo>
                  <a:lnTo>
                    <a:pt x="5487183" y="0"/>
                  </a:lnTo>
                  <a:lnTo>
                    <a:pt x="5486338" y="0"/>
                  </a:lnTo>
                  <a:lnTo>
                    <a:pt x="5485493" y="0"/>
                  </a:lnTo>
                  <a:lnTo>
                    <a:pt x="5484647" y="0"/>
                  </a:lnTo>
                  <a:lnTo>
                    <a:pt x="5483802" y="0"/>
                  </a:lnTo>
                  <a:lnTo>
                    <a:pt x="5482957" y="0"/>
                  </a:lnTo>
                  <a:lnTo>
                    <a:pt x="5482112" y="0"/>
                  </a:lnTo>
                  <a:lnTo>
                    <a:pt x="5481267" y="0"/>
                  </a:lnTo>
                  <a:lnTo>
                    <a:pt x="5480422" y="0"/>
                  </a:lnTo>
                  <a:lnTo>
                    <a:pt x="5479577" y="0"/>
                  </a:lnTo>
                  <a:lnTo>
                    <a:pt x="5478732" y="0"/>
                  </a:lnTo>
                  <a:lnTo>
                    <a:pt x="5477887" y="0"/>
                  </a:lnTo>
                  <a:lnTo>
                    <a:pt x="5477042" y="0"/>
                  </a:lnTo>
                  <a:lnTo>
                    <a:pt x="5476196" y="0"/>
                  </a:lnTo>
                  <a:lnTo>
                    <a:pt x="5475351" y="0"/>
                  </a:lnTo>
                  <a:lnTo>
                    <a:pt x="5474506" y="0"/>
                  </a:lnTo>
                  <a:lnTo>
                    <a:pt x="5473661" y="0"/>
                  </a:lnTo>
                  <a:lnTo>
                    <a:pt x="5472816" y="0"/>
                  </a:lnTo>
                  <a:lnTo>
                    <a:pt x="5471971" y="0"/>
                  </a:lnTo>
                  <a:lnTo>
                    <a:pt x="5471126" y="0"/>
                  </a:lnTo>
                  <a:lnTo>
                    <a:pt x="5470281" y="0"/>
                  </a:lnTo>
                  <a:lnTo>
                    <a:pt x="5469436" y="0"/>
                  </a:lnTo>
                  <a:lnTo>
                    <a:pt x="5468591" y="0"/>
                  </a:lnTo>
                  <a:lnTo>
                    <a:pt x="5467746" y="0"/>
                  </a:lnTo>
                  <a:lnTo>
                    <a:pt x="5466900" y="0"/>
                  </a:lnTo>
                  <a:lnTo>
                    <a:pt x="5466055" y="0"/>
                  </a:lnTo>
                  <a:lnTo>
                    <a:pt x="5465210" y="0"/>
                  </a:lnTo>
                  <a:lnTo>
                    <a:pt x="5464365" y="0"/>
                  </a:lnTo>
                  <a:lnTo>
                    <a:pt x="5463520" y="0"/>
                  </a:lnTo>
                  <a:lnTo>
                    <a:pt x="5462675" y="0"/>
                  </a:lnTo>
                  <a:lnTo>
                    <a:pt x="5461830" y="0"/>
                  </a:lnTo>
                  <a:lnTo>
                    <a:pt x="5460985" y="0"/>
                  </a:lnTo>
                  <a:lnTo>
                    <a:pt x="5460140" y="0"/>
                  </a:lnTo>
                  <a:lnTo>
                    <a:pt x="5459295" y="0"/>
                  </a:lnTo>
                  <a:lnTo>
                    <a:pt x="5458450" y="0"/>
                  </a:lnTo>
                  <a:lnTo>
                    <a:pt x="5457604" y="0"/>
                  </a:lnTo>
                  <a:lnTo>
                    <a:pt x="5456759" y="0"/>
                  </a:lnTo>
                  <a:lnTo>
                    <a:pt x="5455914" y="0"/>
                  </a:lnTo>
                  <a:lnTo>
                    <a:pt x="5455069" y="0"/>
                  </a:lnTo>
                  <a:lnTo>
                    <a:pt x="5454224" y="0"/>
                  </a:lnTo>
                  <a:lnTo>
                    <a:pt x="5453379" y="0"/>
                  </a:lnTo>
                  <a:lnTo>
                    <a:pt x="5452534" y="0"/>
                  </a:lnTo>
                  <a:lnTo>
                    <a:pt x="5451689" y="0"/>
                  </a:lnTo>
                  <a:lnTo>
                    <a:pt x="5450844" y="0"/>
                  </a:lnTo>
                  <a:lnTo>
                    <a:pt x="5449999" y="0"/>
                  </a:lnTo>
                  <a:lnTo>
                    <a:pt x="5449154" y="0"/>
                  </a:lnTo>
                  <a:lnTo>
                    <a:pt x="5448308" y="0"/>
                  </a:lnTo>
                  <a:lnTo>
                    <a:pt x="5447463" y="0"/>
                  </a:lnTo>
                  <a:lnTo>
                    <a:pt x="5446618" y="0"/>
                  </a:lnTo>
                  <a:lnTo>
                    <a:pt x="5445773" y="0"/>
                  </a:lnTo>
                  <a:lnTo>
                    <a:pt x="5444928" y="0"/>
                  </a:lnTo>
                  <a:lnTo>
                    <a:pt x="5444083" y="0"/>
                  </a:lnTo>
                  <a:lnTo>
                    <a:pt x="5443238" y="0"/>
                  </a:lnTo>
                  <a:lnTo>
                    <a:pt x="5442393" y="0"/>
                  </a:lnTo>
                  <a:lnTo>
                    <a:pt x="5441548" y="0"/>
                  </a:lnTo>
                  <a:lnTo>
                    <a:pt x="5440703" y="0"/>
                  </a:lnTo>
                  <a:lnTo>
                    <a:pt x="5439858" y="0"/>
                  </a:lnTo>
                  <a:lnTo>
                    <a:pt x="5439012" y="0"/>
                  </a:lnTo>
                  <a:lnTo>
                    <a:pt x="5438167" y="0"/>
                  </a:lnTo>
                  <a:lnTo>
                    <a:pt x="5437322" y="0"/>
                  </a:lnTo>
                  <a:lnTo>
                    <a:pt x="5436477" y="0"/>
                  </a:lnTo>
                  <a:lnTo>
                    <a:pt x="5435632" y="0"/>
                  </a:lnTo>
                  <a:lnTo>
                    <a:pt x="5434787" y="0"/>
                  </a:lnTo>
                  <a:lnTo>
                    <a:pt x="5433942" y="0"/>
                  </a:lnTo>
                  <a:lnTo>
                    <a:pt x="5433097" y="0"/>
                  </a:lnTo>
                  <a:lnTo>
                    <a:pt x="5432252" y="0"/>
                  </a:lnTo>
                  <a:lnTo>
                    <a:pt x="5431407" y="0"/>
                  </a:lnTo>
                  <a:lnTo>
                    <a:pt x="5430562" y="0"/>
                  </a:lnTo>
                  <a:lnTo>
                    <a:pt x="5429716" y="0"/>
                  </a:lnTo>
                  <a:lnTo>
                    <a:pt x="5428871" y="0"/>
                  </a:lnTo>
                  <a:lnTo>
                    <a:pt x="5428026" y="0"/>
                  </a:lnTo>
                  <a:lnTo>
                    <a:pt x="5427181" y="0"/>
                  </a:lnTo>
                  <a:lnTo>
                    <a:pt x="5426336" y="0"/>
                  </a:lnTo>
                  <a:lnTo>
                    <a:pt x="5425491" y="0"/>
                  </a:lnTo>
                  <a:lnTo>
                    <a:pt x="5424646" y="0"/>
                  </a:lnTo>
                  <a:lnTo>
                    <a:pt x="5423801" y="0"/>
                  </a:lnTo>
                  <a:lnTo>
                    <a:pt x="5422956" y="0"/>
                  </a:lnTo>
                  <a:lnTo>
                    <a:pt x="5422111" y="0"/>
                  </a:lnTo>
                  <a:lnTo>
                    <a:pt x="5421266" y="0"/>
                  </a:lnTo>
                  <a:lnTo>
                    <a:pt x="5420420" y="0"/>
                  </a:lnTo>
                  <a:lnTo>
                    <a:pt x="5419575" y="0"/>
                  </a:lnTo>
                  <a:lnTo>
                    <a:pt x="5418730" y="0"/>
                  </a:lnTo>
                  <a:lnTo>
                    <a:pt x="5417885" y="0"/>
                  </a:lnTo>
                  <a:lnTo>
                    <a:pt x="5417040" y="0"/>
                  </a:lnTo>
                  <a:lnTo>
                    <a:pt x="5416195" y="0"/>
                  </a:lnTo>
                  <a:lnTo>
                    <a:pt x="5415350" y="0"/>
                  </a:lnTo>
                  <a:lnTo>
                    <a:pt x="5414505" y="0"/>
                  </a:lnTo>
                  <a:lnTo>
                    <a:pt x="5413660" y="0"/>
                  </a:lnTo>
                  <a:lnTo>
                    <a:pt x="5412815" y="0"/>
                  </a:lnTo>
                  <a:lnTo>
                    <a:pt x="5411969" y="0"/>
                  </a:lnTo>
                  <a:lnTo>
                    <a:pt x="5411124" y="0"/>
                  </a:lnTo>
                  <a:lnTo>
                    <a:pt x="5410279" y="0"/>
                  </a:lnTo>
                  <a:lnTo>
                    <a:pt x="5409434" y="0"/>
                  </a:lnTo>
                  <a:lnTo>
                    <a:pt x="5408589" y="0"/>
                  </a:lnTo>
                  <a:lnTo>
                    <a:pt x="5407744" y="0"/>
                  </a:lnTo>
                  <a:lnTo>
                    <a:pt x="5406899" y="0"/>
                  </a:lnTo>
                  <a:lnTo>
                    <a:pt x="5406054" y="0"/>
                  </a:lnTo>
                  <a:lnTo>
                    <a:pt x="5405209" y="0"/>
                  </a:lnTo>
                  <a:lnTo>
                    <a:pt x="5404364" y="0"/>
                  </a:lnTo>
                  <a:lnTo>
                    <a:pt x="5403519" y="0"/>
                  </a:lnTo>
                  <a:lnTo>
                    <a:pt x="5402673" y="0"/>
                  </a:lnTo>
                  <a:lnTo>
                    <a:pt x="5401828" y="0"/>
                  </a:lnTo>
                  <a:lnTo>
                    <a:pt x="5400983" y="0"/>
                  </a:lnTo>
                  <a:lnTo>
                    <a:pt x="5400138" y="0"/>
                  </a:lnTo>
                  <a:lnTo>
                    <a:pt x="5399293" y="0"/>
                  </a:lnTo>
                  <a:lnTo>
                    <a:pt x="5398448" y="0"/>
                  </a:lnTo>
                  <a:lnTo>
                    <a:pt x="5397603" y="0"/>
                  </a:lnTo>
                  <a:lnTo>
                    <a:pt x="5396758" y="0"/>
                  </a:lnTo>
                  <a:lnTo>
                    <a:pt x="5395913" y="0"/>
                  </a:lnTo>
                  <a:lnTo>
                    <a:pt x="5395068" y="0"/>
                  </a:lnTo>
                  <a:lnTo>
                    <a:pt x="5394223" y="0"/>
                  </a:lnTo>
                  <a:lnTo>
                    <a:pt x="5393377" y="0"/>
                  </a:lnTo>
                  <a:lnTo>
                    <a:pt x="5392532" y="0"/>
                  </a:lnTo>
                  <a:lnTo>
                    <a:pt x="5391687" y="0"/>
                  </a:lnTo>
                  <a:lnTo>
                    <a:pt x="5390842" y="0"/>
                  </a:lnTo>
                  <a:lnTo>
                    <a:pt x="5389997" y="0"/>
                  </a:lnTo>
                  <a:lnTo>
                    <a:pt x="5389152" y="0"/>
                  </a:lnTo>
                  <a:lnTo>
                    <a:pt x="5388307" y="0"/>
                  </a:lnTo>
                  <a:lnTo>
                    <a:pt x="5387462" y="0"/>
                  </a:lnTo>
                  <a:lnTo>
                    <a:pt x="5386617" y="0"/>
                  </a:lnTo>
                  <a:lnTo>
                    <a:pt x="5385772" y="0"/>
                  </a:lnTo>
                  <a:lnTo>
                    <a:pt x="5384927" y="0"/>
                  </a:lnTo>
                  <a:lnTo>
                    <a:pt x="5384081" y="0"/>
                  </a:lnTo>
                  <a:lnTo>
                    <a:pt x="5383236" y="0"/>
                  </a:lnTo>
                  <a:lnTo>
                    <a:pt x="5382391" y="0"/>
                  </a:lnTo>
                  <a:lnTo>
                    <a:pt x="5381546" y="0"/>
                  </a:lnTo>
                  <a:lnTo>
                    <a:pt x="5380701" y="0"/>
                  </a:lnTo>
                  <a:lnTo>
                    <a:pt x="5379856" y="0"/>
                  </a:lnTo>
                  <a:lnTo>
                    <a:pt x="5379011" y="0"/>
                  </a:lnTo>
                  <a:lnTo>
                    <a:pt x="5378166" y="0"/>
                  </a:lnTo>
                  <a:lnTo>
                    <a:pt x="5377321" y="0"/>
                  </a:lnTo>
                  <a:lnTo>
                    <a:pt x="5376476" y="0"/>
                  </a:lnTo>
                  <a:lnTo>
                    <a:pt x="5375631" y="0"/>
                  </a:lnTo>
                  <a:lnTo>
                    <a:pt x="5374785" y="0"/>
                  </a:lnTo>
                  <a:lnTo>
                    <a:pt x="5373940" y="0"/>
                  </a:lnTo>
                  <a:lnTo>
                    <a:pt x="5373095" y="0"/>
                  </a:lnTo>
                  <a:lnTo>
                    <a:pt x="5372250" y="0"/>
                  </a:lnTo>
                  <a:lnTo>
                    <a:pt x="5371405" y="0"/>
                  </a:lnTo>
                  <a:lnTo>
                    <a:pt x="5370560" y="0"/>
                  </a:lnTo>
                  <a:lnTo>
                    <a:pt x="5369715" y="0"/>
                  </a:lnTo>
                  <a:lnTo>
                    <a:pt x="5368870" y="0"/>
                  </a:lnTo>
                  <a:lnTo>
                    <a:pt x="5368025" y="0"/>
                  </a:lnTo>
                  <a:lnTo>
                    <a:pt x="5367180" y="0"/>
                  </a:lnTo>
                  <a:lnTo>
                    <a:pt x="5366335" y="0"/>
                  </a:lnTo>
                  <a:lnTo>
                    <a:pt x="5365489" y="0"/>
                  </a:lnTo>
                  <a:lnTo>
                    <a:pt x="5364644" y="0"/>
                  </a:lnTo>
                  <a:lnTo>
                    <a:pt x="5363799" y="0"/>
                  </a:lnTo>
                  <a:lnTo>
                    <a:pt x="5362954" y="0"/>
                  </a:lnTo>
                  <a:lnTo>
                    <a:pt x="5362109" y="0"/>
                  </a:lnTo>
                  <a:lnTo>
                    <a:pt x="5361264" y="0"/>
                  </a:lnTo>
                  <a:lnTo>
                    <a:pt x="5360419" y="0"/>
                  </a:lnTo>
                  <a:lnTo>
                    <a:pt x="5359574" y="0"/>
                  </a:lnTo>
                  <a:lnTo>
                    <a:pt x="5358729" y="0"/>
                  </a:lnTo>
                  <a:lnTo>
                    <a:pt x="5357884" y="0"/>
                  </a:lnTo>
                  <a:lnTo>
                    <a:pt x="5357039" y="0"/>
                  </a:lnTo>
                  <a:lnTo>
                    <a:pt x="5356193" y="0"/>
                  </a:lnTo>
                  <a:lnTo>
                    <a:pt x="5355348" y="0"/>
                  </a:lnTo>
                  <a:lnTo>
                    <a:pt x="5354503" y="0"/>
                  </a:lnTo>
                  <a:lnTo>
                    <a:pt x="5353658" y="0"/>
                  </a:lnTo>
                  <a:lnTo>
                    <a:pt x="5352813" y="0"/>
                  </a:lnTo>
                  <a:lnTo>
                    <a:pt x="5351968" y="0"/>
                  </a:lnTo>
                  <a:lnTo>
                    <a:pt x="5351123" y="0"/>
                  </a:lnTo>
                  <a:lnTo>
                    <a:pt x="5350278" y="0"/>
                  </a:lnTo>
                  <a:lnTo>
                    <a:pt x="5349433" y="0"/>
                  </a:lnTo>
                  <a:lnTo>
                    <a:pt x="5348588" y="0"/>
                  </a:lnTo>
                  <a:lnTo>
                    <a:pt x="5347742" y="0"/>
                  </a:lnTo>
                  <a:lnTo>
                    <a:pt x="5346897" y="0"/>
                  </a:lnTo>
                  <a:lnTo>
                    <a:pt x="5346052" y="0"/>
                  </a:lnTo>
                  <a:lnTo>
                    <a:pt x="5345207" y="0"/>
                  </a:lnTo>
                  <a:lnTo>
                    <a:pt x="5344362" y="0"/>
                  </a:lnTo>
                  <a:lnTo>
                    <a:pt x="5343517" y="0"/>
                  </a:lnTo>
                  <a:lnTo>
                    <a:pt x="5342672" y="0"/>
                  </a:lnTo>
                  <a:lnTo>
                    <a:pt x="5341827" y="0"/>
                  </a:lnTo>
                  <a:lnTo>
                    <a:pt x="5340982" y="0"/>
                  </a:lnTo>
                  <a:lnTo>
                    <a:pt x="5340137" y="0"/>
                  </a:lnTo>
                  <a:lnTo>
                    <a:pt x="5339292" y="0"/>
                  </a:lnTo>
                  <a:lnTo>
                    <a:pt x="5338446" y="0"/>
                  </a:lnTo>
                  <a:lnTo>
                    <a:pt x="5337601" y="0"/>
                  </a:lnTo>
                  <a:lnTo>
                    <a:pt x="5336756" y="0"/>
                  </a:lnTo>
                  <a:lnTo>
                    <a:pt x="5335911" y="0"/>
                  </a:lnTo>
                  <a:lnTo>
                    <a:pt x="5335066" y="0"/>
                  </a:lnTo>
                  <a:lnTo>
                    <a:pt x="5334221" y="0"/>
                  </a:lnTo>
                  <a:lnTo>
                    <a:pt x="5333376" y="0"/>
                  </a:lnTo>
                  <a:lnTo>
                    <a:pt x="5332531" y="0"/>
                  </a:lnTo>
                  <a:lnTo>
                    <a:pt x="5331686" y="0"/>
                  </a:lnTo>
                  <a:lnTo>
                    <a:pt x="5330841" y="0"/>
                  </a:lnTo>
                  <a:lnTo>
                    <a:pt x="5329996" y="0"/>
                  </a:lnTo>
                  <a:lnTo>
                    <a:pt x="5329150" y="0"/>
                  </a:lnTo>
                  <a:lnTo>
                    <a:pt x="5328305" y="0"/>
                  </a:lnTo>
                  <a:lnTo>
                    <a:pt x="5327460" y="0"/>
                  </a:lnTo>
                  <a:lnTo>
                    <a:pt x="5326615" y="0"/>
                  </a:lnTo>
                  <a:lnTo>
                    <a:pt x="5325770" y="0"/>
                  </a:lnTo>
                  <a:lnTo>
                    <a:pt x="5324925" y="0"/>
                  </a:lnTo>
                  <a:lnTo>
                    <a:pt x="5324080" y="0"/>
                  </a:lnTo>
                  <a:lnTo>
                    <a:pt x="5323235" y="0"/>
                  </a:lnTo>
                  <a:lnTo>
                    <a:pt x="5322390" y="0"/>
                  </a:lnTo>
                  <a:lnTo>
                    <a:pt x="5321545" y="0"/>
                  </a:lnTo>
                  <a:lnTo>
                    <a:pt x="5320700" y="0"/>
                  </a:lnTo>
                  <a:lnTo>
                    <a:pt x="5319854" y="0"/>
                  </a:lnTo>
                  <a:lnTo>
                    <a:pt x="5319009" y="0"/>
                  </a:lnTo>
                  <a:lnTo>
                    <a:pt x="5318164" y="0"/>
                  </a:lnTo>
                  <a:lnTo>
                    <a:pt x="5317319" y="0"/>
                  </a:lnTo>
                  <a:lnTo>
                    <a:pt x="5316474" y="0"/>
                  </a:lnTo>
                  <a:lnTo>
                    <a:pt x="5315629" y="0"/>
                  </a:lnTo>
                  <a:lnTo>
                    <a:pt x="5314784" y="0"/>
                  </a:lnTo>
                  <a:lnTo>
                    <a:pt x="5313939" y="0"/>
                  </a:lnTo>
                  <a:lnTo>
                    <a:pt x="5313094" y="0"/>
                  </a:lnTo>
                  <a:lnTo>
                    <a:pt x="5312249" y="0"/>
                  </a:lnTo>
                  <a:lnTo>
                    <a:pt x="5311404" y="0"/>
                  </a:lnTo>
                  <a:lnTo>
                    <a:pt x="5310558" y="0"/>
                  </a:lnTo>
                  <a:lnTo>
                    <a:pt x="5309713" y="0"/>
                  </a:lnTo>
                  <a:lnTo>
                    <a:pt x="5308868" y="0"/>
                  </a:lnTo>
                  <a:lnTo>
                    <a:pt x="5308023" y="0"/>
                  </a:lnTo>
                  <a:lnTo>
                    <a:pt x="5307178" y="0"/>
                  </a:lnTo>
                  <a:lnTo>
                    <a:pt x="5306333" y="0"/>
                  </a:lnTo>
                  <a:lnTo>
                    <a:pt x="5305488" y="0"/>
                  </a:lnTo>
                  <a:lnTo>
                    <a:pt x="5304643" y="0"/>
                  </a:lnTo>
                  <a:lnTo>
                    <a:pt x="5303798" y="0"/>
                  </a:lnTo>
                  <a:lnTo>
                    <a:pt x="5302953" y="0"/>
                  </a:lnTo>
                  <a:lnTo>
                    <a:pt x="5302108" y="0"/>
                  </a:lnTo>
                  <a:lnTo>
                    <a:pt x="5301262" y="0"/>
                  </a:lnTo>
                  <a:lnTo>
                    <a:pt x="5300417" y="0"/>
                  </a:lnTo>
                  <a:lnTo>
                    <a:pt x="5299572" y="0"/>
                  </a:lnTo>
                  <a:lnTo>
                    <a:pt x="5298727" y="0"/>
                  </a:lnTo>
                  <a:lnTo>
                    <a:pt x="5297882" y="0"/>
                  </a:lnTo>
                  <a:lnTo>
                    <a:pt x="5297037" y="0"/>
                  </a:lnTo>
                  <a:lnTo>
                    <a:pt x="5296192" y="0"/>
                  </a:lnTo>
                  <a:lnTo>
                    <a:pt x="5295347" y="0"/>
                  </a:lnTo>
                  <a:lnTo>
                    <a:pt x="5294502" y="0"/>
                  </a:lnTo>
                  <a:lnTo>
                    <a:pt x="5293657" y="0"/>
                  </a:lnTo>
                  <a:lnTo>
                    <a:pt x="5292812" y="0"/>
                  </a:lnTo>
                  <a:lnTo>
                    <a:pt x="5291966" y="0"/>
                  </a:lnTo>
                  <a:lnTo>
                    <a:pt x="5291121" y="0"/>
                  </a:lnTo>
                  <a:lnTo>
                    <a:pt x="5290276" y="0"/>
                  </a:lnTo>
                  <a:lnTo>
                    <a:pt x="5289431" y="0"/>
                  </a:lnTo>
                  <a:lnTo>
                    <a:pt x="5288586" y="0"/>
                  </a:lnTo>
                  <a:lnTo>
                    <a:pt x="5287741" y="0"/>
                  </a:lnTo>
                  <a:lnTo>
                    <a:pt x="5286896" y="0"/>
                  </a:lnTo>
                  <a:lnTo>
                    <a:pt x="5286051" y="0"/>
                  </a:lnTo>
                  <a:lnTo>
                    <a:pt x="5285206" y="0"/>
                  </a:lnTo>
                  <a:lnTo>
                    <a:pt x="5284361" y="0"/>
                  </a:lnTo>
                  <a:lnTo>
                    <a:pt x="5283515" y="0"/>
                  </a:lnTo>
                  <a:lnTo>
                    <a:pt x="5282670" y="0"/>
                  </a:lnTo>
                  <a:lnTo>
                    <a:pt x="5281825" y="0"/>
                  </a:lnTo>
                  <a:lnTo>
                    <a:pt x="5280980" y="0"/>
                  </a:lnTo>
                  <a:lnTo>
                    <a:pt x="5280135" y="0"/>
                  </a:lnTo>
                  <a:lnTo>
                    <a:pt x="5279290" y="0"/>
                  </a:lnTo>
                  <a:lnTo>
                    <a:pt x="5278445" y="0"/>
                  </a:lnTo>
                  <a:lnTo>
                    <a:pt x="5277600" y="0"/>
                  </a:lnTo>
                  <a:lnTo>
                    <a:pt x="5276755" y="0"/>
                  </a:lnTo>
                  <a:lnTo>
                    <a:pt x="5275910" y="0"/>
                  </a:lnTo>
                  <a:lnTo>
                    <a:pt x="5275065" y="0"/>
                  </a:lnTo>
                  <a:lnTo>
                    <a:pt x="5274219" y="0"/>
                  </a:lnTo>
                  <a:lnTo>
                    <a:pt x="5273374" y="0"/>
                  </a:lnTo>
                  <a:lnTo>
                    <a:pt x="5272529" y="0"/>
                  </a:lnTo>
                  <a:lnTo>
                    <a:pt x="5271684" y="0"/>
                  </a:lnTo>
                  <a:lnTo>
                    <a:pt x="5270839" y="0"/>
                  </a:lnTo>
                  <a:lnTo>
                    <a:pt x="5269994" y="0"/>
                  </a:lnTo>
                  <a:lnTo>
                    <a:pt x="5269149" y="0"/>
                  </a:lnTo>
                  <a:lnTo>
                    <a:pt x="5268304" y="0"/>
                  </a:lnTo>
                  <a:lnTo>
                    <a:pt x="5267459" y="0"/>
                  </a:lnTo>
                  <a:lnTo>
                    <a:pt x="5266614" y="0"/>
                  </a:lnTo>
                  <a:lnTo>
                    <a:pt x="5265769" y="0"/>
                  </a:lnTo>
                  <a:lnTo>
                    <a:pt x="5264923" y="0"/>
                  </a:lnTo>
                  <a:lnTo>
                    <a:pt x="5264078" y="0"/>
                  </a:lnTo>
                  <a:lnTo>
                    <a:pt x="5263233" y="0"/>
                  </a:lnTo>
                  <a:lnTo>
                    <a:pt x="5262388" y="0"/>
                  </a:lnTo>
                  <a:lnTo>
                    <a:pt x="5261543" y="0"/>
                  </a:lnTo>
                  <a:lnTo>
                    <a:pt x="5260698" y="0"/>
                  </a:lnTo>
                  <a:lnTo>
                    <a:pt x="5259853" y="0"/>
                  </a:lnTo>
                  <a:lnTo>
                    <a:pt x="5259008" y="0"/>
                  </a:lnTo>
                  <a:lnTo>
                    <a:pt x="5258163" y="0"/>
                  </a:lnTo>
                  <a:lnTo>
                    <a:pt x="5257318" y="0"/>
                  </a:lnTo>
                  <a:lnTo>
                    <a:pt x="5256473" y="0"/>
                  </a:lnTo>
                  <a:lnTo>
                    <a:pt x="5255627" y="0"/>
                  </a:lnTo>
                  <a:lnTo>
                    <a:pt x="5254782" y="0"/>
                  </a:lnTo>
                  <a:lnTo>
                    <a:pt x="5253937" y="0"/>
                  </a:lnTo>
                  <a:lnTo>
                    <a:pt x="5253092" y="0"/>
                  </a:lnTo>
                  <a:lnTo>
                    <a:pt x="5252247" y="0"/>
                  </a:lnTo>
                  <a:lnTo>
                    <a:pt x="5251402" y="0"/>
                  </a:lnTo>
                  <a:lnTo>
                    <a:pt x="5250557" y="0"/>
                  </a:lnTo>
                  <a:lnTo>
                    <a:pt x="5249712" y="0"/>
                  </a:lnTo>
                  <a:lnTo>
                    <a:pt x="5248867" y="0"/>
                  </a:lnTo>
                  <a:lnTo>
                    <a:pt x="5248022" y="0"/>
                  </a:lnTo>
                  <a:lnTo>
                    <a:pt x="5247177" y="0"/>
                  </a:lnTo>
                  <a:lnTo>
                    <a:pt x="5246331" y="0"/>
                  </a:lnTo>
                  <a:lnTo>
                    <a:pt x="5245486" y="0"/>
                  </a:lnTo>
                  <a:lnTo>
                    <a:pt x="5244641" y="0"/>
                  </a:lnTo>
                  <a:lnTo>
                    <a:pt x="5243796" y="0"/>
                  </a:lnTo>
                  <a:lnTo>
                    <a:pt x="5242951" y="0"/>
                  </a:lnTo>
                  <a:lnTo>
                    <a:pt x="5242106" y="0"/>
                  </a:lnTo>
                  <a:lnTo>
                    <a:pt x="5241261" y="0"/>
                  </a:lnTo>
                  <a:lnTo>
                    <a:pt x="5240416" y="0"/>
                  </a:lnTo>
                  <a:lnTo>
                    <a:pt x="5239571" y="0"/>
                  </a:lnTo>
                  <a:lnTo>
                    <a:pt x="5238726" y="0"/>
                  </a:lnTo>
                  <a:lnTo>
                    <a:pt x="5237881" y="0"/>
                  </a:lnTo>
                  <a:lnTo>
                    <a:pt x="5237035" y="0"/>
                  </a:lnTo>
                  <a:lnTo>
                    <a:pt x="5236190" y="0"/>
                  </a:lnTo>
                  <a:lnTo>
                    <a:pt x="5235345" y="0"/>
                  </a:lnTo>
                  <a:lnTo>
                    <a:pt x="5234500" y="0"/>
                  </a:lnTo>
                  <a:lnTo>
                    <a:pt x="5233655" y="0"/>
                  </a:lnTo>
                  <a:lnTo>
                    <a:pt x="5232810" y="0"/>
                  </a:lnTo>
                  <a:lnTo>
                    <a:pt x="5231965" y="0"/>
                  </a:lnTo>
                  <a:lnTo>
                    <a:pt x="5231120" y="0"/>
                  </a:lnTo>
                  <a:lnTo>
                    <a:pt x="5230275" y="0"/>
                  </a:lnTo>
                  <a:lnTo>
                    <a:pt x="5229430" y="0"/>
                  </a:lnTo>
                  <a:lnTo>
                    <a:pt x="5228584" y="0"/>
                  </a:lnTo>
                  <a:lnTo>
                    <a:pt x="5227739" y="0"/>
                  </a:lnTo>
                  <a:lnTo>
                    <a:pt x="5226894" y="0"/>
                  </a:lnTo>
                  <a:lnTo>
                    <a:pt x="5226049" y="0"/>
                  </a:lnTo>
                  <a:lnTo>
                    <a:pt x="5225204" y="0"/>
                  </a:lnTo>
                  <a:lnTo>
                    <a:pt x="5224359" y="0"/>
                  </a:lnTo>
                  <a:lnTo>
                    <a:pt x="5223514" y="0"/>
                  </a:lnTo>
                  <a:lnTo>
                    <a:pt x="5222669" y="0"/>
                  </a:lnTo>
                  <a:lnTo>
                    <a:pt x="5221824" y="0"/>
                  </a:lnTo>
                  <a:lnTo>
                    <a:pt x="5220979" y="0"/>
                  </a:lnTo>
                  <a:lnTo>
                    <a:pt x="5220134" y="0"/>
                  </a:lnTo>
                  <a:lnTo>
                    <a:pt x="5219288" y="0"/>
                  </a:lnTo>
                  <a:lnTo>
                    <a:pt x="5218443" y="0"/>
                  </a:lnTo>
                  <a:lnTo>
                    <a:pt x="5217598" y="0"/>
                  </a:lnTo>
                  <a:lnTo>
                    <a:pt x="5216753" y="0"/>
                  </a:lnTo>
                  <a:lnTo>
                    <a:pt x="5215908" y="0"/>
                  </a:lnTo>
                  <a:lnTo>
                    <a:pt x="5215063" y="0"/>
                  </a:lnTo>
                  <a:lnTo>
                    <a:pt x="5214218" y="0"/>
                  </a:lnTo>
                  <a:lnTo>
                    <a:pt x="5213373" y="0"/>
                  </a:lnTo>
                  <a:lnTo>
                    <a:pt x="5212528" y="0"/>
                  </a:lnTo>
                  <a:lnTo>
                    <a:pt x="5211683" y="0"/>
                  </a:lnTo>
                  <a:lnTo>
                    <a:pt x="5210838" y="0"/>
                  </a:lnTo>
                  <a:lnTo>
                    <a:pt x="5209992" y="0"/>
                  </a:lnTo>
                  <a:lnTo>
                    <a:pt x="5209147" y="0"/>
                  </a:lnTo>
                  <a:lnTo>
                    <a:pt x="5208302" y="0"/>
                  </a:lnTo>
                  <a:lnTo>
                    <a:pt x="5207457" y="0"/>
                  </a:lnTo>
                  <a:lnTo>
                    <a:pt x="5206612" y="0"/>
                  </a:lnTo>
                  <a:lnTo>
                    <a:pt x="5205767" y="0"/>
                  </a:lnTo>
                  <a:lnTo>
                    <a:pt x="5204922" y="0"/>
                  </a:lnTo>
                  <a:lnTo>
                    <a:pt x="5204077" y="0"/>
                  </a:lnTo>
                  <a:lnTo>
                    <a:pt x="5203232" y="0"/>
                  </a:lnTo>
                  <a:lnTo>
                    <a:pt x="5202387" y="0"/>
                  </a:lnTo>
                  <a:lnTo>
                    <a:pt x="5201542" y="0"/>
                  </a:lnTo>
                  <a:lnTo>
                    <a:pt x="5200696" y="0"/>
                  </a:lnTo>
                  <a:lnTo>
                    <a:pt x="5199851" y="0"/>
                  </a:lnTo>
                  <a:lnTo>
                    <a:pt x="5199006" y="0"/>
                  </a:lnTo>
                  <a:lnTo>
                    <a:pt x="5198161" y="0"/>
                  </a:lnTo>
                  <a:lnTo>
                    <a:pt x="5197316" y="0"/>
                  </a:lnTo>
                  <a:lnTo>
                    <a:pt x="5196471" y="0"/>
                  </a:lnTo>
                  <a:lnTo>
                    <a:pt x="5195626" y="0"/>
                  </a:lnTo>
                  <a:lnTo>
                    <a:pt x="5194781" y="0"/>
                  </a:lnTo>
                  <a:lnTo>
                    <a:pt x="5193936" y="0"/>
                  </a:lnTo>
                  <a:lnTo>
                    <a:pt x="5193091" y="0"/>
                  </a:lnTo>
                  <a:lnTo>
                    <a:pt x="5192246" y="0"/>
                  </a:lnTo>
                  <a:lnTo>
                    <a:pt x="5191400" y="0"/>
                  </a:lnTo>
                  <a:lnTo>
                    <a:pt x="5190555" y="0"/>
                  </a:lnTo>
                  <a:lnTo>
                    <a:pt x="5189710" y="0"/>
                  </a:lnTo>
                  <a:lnTo>
                    <a:pt x="5188865" y="0"/>
                  </a:lnTo>
                  <a:lnTo>
                    <a:pt x="5188020" y="0"/>
                  </a:lnTo>
                  <a:lnTo>
                    <a:pt x="5187175" y="0"/>
                  </a:lnTo>
                  <a:lnTo>
                    <a:pt x="5186330" y="0"/>
                  </a:lnTo>
                  <a:lnTo>
                    <a:pt x="5185485" y="0"/>
                  </a:lnTo>
                  <a:lnTo>
                    <a:pt x="5184640" y="0"/>
                  </a:lnTo>
                  <a:lnTo>
                    <a:pt x="5183795" y="0"/>
                  </a:lnTo>
                  <a:lnTo>
                    <a:pt x="5182950" y="0"/>
                  </a:lnTo>
                  <a:lnTo>
                    <a:pt x="5182104" y="0"/>
                  </a:lnTo>
                  <a:lnTo>
                    <a:pt x="5181259" y="0"/>
                  </a:lnTo>
                  <a:lnTo>
                    <a:pt x="5180414" y="0"/>
                  </a:lnTo>
                  <a:lnTo>
                    <a:pt x="5179569" y="0"/>
                  </a:lnTo>
                  <a:lnTo>
                    <a:pt x="5178724" y="0"/>
                  </a:lnTo>
                  <a:lnTo>
                    <a:pt x="5177879" y="0"/>
                  </a:lnTo>
                  <a:lnTo>
                    <a:pt x="5177034" y="0"/>
                  </a:lnTo>
                  <a:lnTo>
                    <a:pt x="5176189" y="0"/>
                  </a:lnTo>
                  <a:lnTo>
                    <a:pt x="5175344" y="0"/>
                  </a:lnTo>
                  <a:lnTo>
                    <a:pt x="5174499" y="0"/>
                  </a:lnTo>
                  <a:lnTo>
                    <a:pt x="5173654" y="0"/>
                  </a:lnTo>
                  <a:lnTo>
                    <a:pt x="5172808" y="0"/>
                  </a:lnTo>
                  <a:lnTo>
                    <a:pt x="5171963" y="0"/>
                  </a:lnTo>
                  <a:lnTo>
                    <a:pt x="5171118" y="0"/>
                  </a:lnTo>
                  <a:lnTo>
                    <a:pt x="5170273" y="0"/>
                  </a:lnTo>
                  <a:lnTo>
                    <a:pt x="5169428" y="0"/>
                  </a:lnTo>
                  <a:lnTo>
                    <a:pt x="5168583" y="0"/>
                  </a:lnTo>
                  <a:lnTo>
                    <a:pt x="5167738" y="0"/>
                  </a:lnTo>
                  <a:lnTo>
                    <a:pt x="5166893" y="0"/>
                  </a:lnTo>
                  <a:lnTo>
                    <a:pt x="5166048" y="0"/>
                  </a:lnTo>
                  <a:lnTo>
                    <a:pt x="5165203" y="0"/>
                  </a:lnTo>
                  <a:lnTo>
                    <a:pt x="5164357" y="0"/>
                  </a:lnTo>
                  <a:lnTo>
                    <a:pt x="5163512" y="0"/>
                  </a:lnTo>
                  <a:lnTo>
                    <a:pt x="5162667" y="0"/>
                  </a:lnTo>
                  <a:lnTo>
                    <a:pt x="5161822" y="0"/>
                  </a:lnTo>
                  <a:lnTo>
                    <a:pt x="5160977" y="0"/>
                  </a:lnTo>
                  <a:lnTo>
                    <a:pt x="5160132" y="0"/>
                  </a:lnTo>
                  <a:lnTo>
                    <a:pt x="5159287" y="0"/>
                  </a:lnTo>
                  <a:lnTo>
                    <a:pt x="5158442" y="0"/>
                  </a:lnTo>
                  <a:lnTo>
                    <a:pt x="5157597" y="0"/>
                  </a:lnTo>
                  <a:lnTo>
                    <a:pt x="5156752" y="0"/>
                  </a:lnTo>
                  <a:lnTo>
                    <a:pt x="5155907" y="0"/>
                  </a:lnTo>
                  <a:lnTo>
                    <a:pt x="5155061" y="0"/>
                  </a:lnTo>
                  <a:lnTo>
                    <a:pt x="5154216" y="0"/>
                  </a:lnTo>
                  <a:lnTo>
                    <a:pt x="5153371" y="0"/>
                  </a:lnTo>
                  <a:lnTo>
                    <a:pt x="5152526" y="0"/>
                  </a:lnTo>
                  <a:lnTo>
                    <a:pt x="5151681" y="0"/>
                  </a:lnTo>
                  <a:lnTo>
                    <a:pt x="5150836" y="0"/>
                  </a:lnTo>
                  <a:lnTo>
                    <a:pt x="5149991" y="0"/>
                  </a:lnTo>
                  <a:lnTo>
                    <a:pt x="5149146" y="0"/>
                  </a:lnTo>
                  <a:lnTo>
                    <a:pt x="5148301" y="0"/>
                  </a:lnTo>
                  <a:lnTo>
                    <a:pt x="5147456" y="0"/>
                  </a:lnTo>
                  <a:lnTo>
                    <a:pt x="5146611" y="0"/>
                  </a:lnTo>
                  <a:lnTo>
                    <a:pt x="5145765" y="0"/>
                  </a:lnTo>
                  <a:lnTo>
                    <a:pt x="5144920" y="0"/>
                  </a:lnTo>
                  <a:lnTo>
                    <a:pt x="5144075" y="0"/>
                  </a:lnTo>
                  <a:lnTo>
                    <a:pt x="5143230" y="0"/>
                  </a:lnTo>
                  <a:lnTo>
                    <a:pt x="5142385" y="0"/>
                  </a:lnTo>
                  <a:lnTo>
                    <a:pt x="5141540" y="0"/>
                  </a:lnTo>
                  <a:lnTo>
                    <a:pt x="5140695" y="0"/>
                  </a:lnTo>
                  <a:lnTo>
                    <a:pt x="5139850" y="0"/>
                  </a:lnTo>
                  <a:lnTo>
                    <a:pt x="5139005" y="0"/>
                  </a:lnTo>
                  <a:lnTo>
                    <a:pt x="5138160" y="0"/>
                  </a:lnTo>
                  <a:lnTo>
                    <a:pt x="5137315" y="0"/>
                  </a:lnTo>
                  <a:lnTo>
                    <a:pt x="5136469" y="0"/>
                  </a:lnTo>
                  <a:lnTo>
                    <a:pt x="5135624" y="0"/>
                  </a:lnTo>
                  <a:lnTo>
                    <a:pt x="5134779" y="0"/>
                  </a:lnTo>
                  <a:lnTo>
                    <a:pt x="5133934" y="0"/>
                  </a:lnTo>
                  <a:lnTo>
                    <a:pt x="5133089" y="0"/>
                  </a:lnTo>
                  <a:lnTo>
                    <a:pt x="5132244" y="0"/>
                  </a:lnTo>
                  <a:lnTo>
                    <a:pt x="5131399" y="0"/>
                  </a:lnTo>
                  <a:lnTo>
                    <a:pt x="5130554" y="0"/>
                  </a:lnTo>
                  <a:lnTo>
                    <a:pt x="5129709" y="0"/>
                  </a:lnTo>
                  <a:lnTo>
                    <a:pt x="5128864" y="0"/>
                  </a:lnTo>
                  <a:lnTo>
                    <a:pt x="5128019" y="0"/>
                  </a:lnTo>
                  <a:lnTo>
                    <a:pt x="5127173" y="0"/>
                  </a:lnTo>
                  <a:lnTo>
                    <a:pt x="5126328" y="0"/>
                  </a:lnTo>
                  <a:lnTo>
                    <a:pt x="5125483" y="0"/>
                  </a:lnTo>
                  <a:lnTo>
                    <a:pt x="5124638" y="0"/>
                  </a:lnTo>
                  <a:lnTo>
                    <a:pt x="5123793" y="0"/>
                  </a:lnTo>
                  <a:lnTo>
                    <a:pt x="5122948" y="0"/>
                  </a:lnTo>
                  <a:lnTo>
                    <a:pt x="5122103" y="0"/>
                  </a:lnTo>
                  <a:lnTo>
                    <a:pt x="5121258" y="0"/>
                  </a:lnTo>
                  <a:lnTo>
                    <a:pt x="5120413" y="0"/>
                  </a:lnTo>
                  <a:lnTo>
                    <a:pt x="5119568" y="0"/>
                  </a:lnTo>
                  <a:lnTo>
                    <a:pt x="5118723" y="0"/>
                  </a:lnTo>
                  <a:lnTo>
                    <a:pt x="5117877" y="0"/>
                  </a:lnTo>
                  <a:lnTo>
                    <a:pt x="5117032" y="0"/>
                  </a:lnTo>
                  <a:lnTo>
                    <a:pt x="5116187" y="0"/>
                  </a:lnTo>
                  <a:lnTo>
                    <a:pt x="5115342" y="0"/>
                  </a:lnTo>
                  <a:lnTo>
                    <a:pt x="5114497" y="0"/>
                  </a:lnTo>
                  <a:lnTo>
                    <a:pt x="5113652" y="0"/>
                  </a:lnTo>
                  <a:lnTo>
                    <a:pt x="5112807" y="0"/>
                  </a:lnTo>
                  <a:lnTo>
                    <a:pt x="5111962" y="0"/>
                  </a:lnTo>
                  <a:lnTo>
                    <a:pt x="5111117" y="0"/>
                  </a:lnTo>
                  <a:lnTo>
                    <a:pt x="5110272" y="0"/>
                  </a:lnTo>
                  <a:lnTo>
                    <a:pt x="5109427" y="0"/>
                  </a:lnTo>
                  <a:lnTo>
                    <a:pt x="5108581" y="0"/>
                  </a:lnTo>
                  <a:lnTo>
                    <a:pt x="5107736" y="0"/>
                  </a:lnTo>
                  <a:lnTo>
                    <a:pt x="5106891" y="0"/>
                  </a:lnTo>
                  <a:lnTo>
                    <a:pt x="5106046" y="0"/>
                  </a:lnTo>
                  <a:lnTo>
                    <a:pt x="5105201" y="0"/>
                  </a:lnTo>
                  <a:lnTo>
                    <a:pt x="5104356" y="0"/>
                  </a:lnTo>
                  <a:lnTo>
                    <a:pt x="5103511" y="0"/>
                  </a:lnTo>
                  <a:lnTo>
                    <a:pt x="5102666" y="0"/>
                  </a:lnTo>
                  <a:lnTo>
                    <a:pt x="5101821" y="0"/>
                  </a:lnTo>
                  <a:lnTo>
                    <a:pt x="5100976" y="0"/>
                  </a:lnTo>
                  <a:lnTo>
                    <a:pt x="5100130" y="0"/>
                  </a:lnTo>
                  <a:lnTo>
                    <a:pt x="5099285" y="0"/>
                  </a:lnTo>
                  <a:lnTo>
                    <a:pt x="5098440" y="0"/>
                  </a:lnTo>
                  <a:lnTo>
                    <a:pt x="5097595" y="0"/>
                  </a:lnTo>
                  <a:lnTo>
                    <a:pt x="5096750" y="0"/>
                  </a:lnTo>
                  <a:lnTo>
                    <a:pt x="5095905" y="0"/>
                  </a:lnTo>
                  <a:lnTo>
                    <a:pt x="5095060" y="0"/>
                  </a:lnTo>
                  <a:lnTo>
                    <a:pt x="5094215" y="0"/>
                  </a:lnTo>
                  <a:lnTo>
                    <a:pt x="5093370" y="0"/>
                  </a:lnTo>
                  <a:lnTo>
                    <a:pt x="5092525" y="0"/>
                  </a:lnTo>
                  <a:lnTo>
                    <a:pt x="5091680" y="0"/>
                  </a:lnTo>
                  <a:lnTo>
                    <a:pt x="5090834" y="0"/>
                  </a:lnTo>
                  <a:lnTo>
                    <a:pt x="5089989" y="0"/>
                  </a:lnTo>
                  <a:lnTo>
                    <a:pt x="5089144" y="0"/>
                  </a:lnTo>
                  <a:lnTo>
                    <a:pt x="5088299" y="0"/>
                  </a:lnTo>
                  <a:lnTo>
                    <a:pt x="5087454" y="0"/>
                  </a:lnTo>
                  <a:lnTo>
                    <a:pt x="5086609" y="0"/>
                  </a:lnTo>
                  <a:lnTo>
                    <a:pt x="5085764" y="0"/>
                  </a:lnTo>
                  <a:lnTo>
                    <a:pt x="5084919" y="0"/>
                  </a:lnTo>
                  <a:lnTo>
                    <a:pt x="5084074" y="0"/>
                  </a:lnTo>
                  <a:lnTo>
                    <a:pt x="5083229" y="0"/>
                  </a:lnTo>
                  <a:lnTo>
                    <a:pt x="5082384" y="0"/>
                  </a:lnTo>
                  <a:lnTo>
                    <a:pt x="5081538" y="0"/>
                  </a:lnTo>
                  <a:lnTo>
                    <a:pt x="5080693" y="0"/>
                  </a:lnTo>
                  <a:lnTo>
                    <a:pt x="5079848" y="0"/>
                  </a:lnTo>
                  <a:lnTo>
                    <a:pt x="5079003" y="0"/>
                  </a:lnTo>
                  <a:lnTo>
                    <a:pt x="5078158" y="0"/>
                  </a:lnTo>
                  <a:lnTo>
                    <a:pt x="5077313" y="0"/>
                  </a:lnTo>
                  <a:lnTo>
                    <a:pt x="5076468" y="0"/>
                  </a:lnTo>
                  <a:lnTo>
                    <a:pt x="5075623" y="0"/>
                  </a:lnTo>
                  <a:lnTo>
                    <a:pt x="5074778" y="0"/>
                  </a:lnTo>
                  <a:lnTo>
                    <a:pt x="5073933" y="0"/>
                  </a:lnTo>
                  <a:lnTo>
                    <a:pt x="5073088" y="0"/>
                  </a:lnTo>
                  <a:lnTo>
                    <a:pt x="5072242" y="0"/>
                  </a:lnTo>
                  <a:lnTo>
                    <a:pt x="5071397" y="0"/>
                  </a:lnTo>
                  <a:lnTo>
                    <a:pt x="5070552" y="0"/>
                  </a:lnTo>
                  <a:lnTo>
                    <a:pt x="5069707" y="0"/>
                  </a:lnTo>
                  <a:lnTo>
                    <a:pt x="5068862" y="0"/>
                  </a:lnTo>
                  <a:lnTo>
                    <a:pt x="5068017" y="0"/>
                  </a:lnTo>
                  <a:lnTo>
                    <a:pt x="5067172" y="0"/>
                  </a:lnTo>
                  <a:lnTo>
                    <a:pt x="5066327" y="0"/>
                  </a:lnTo>
                  <a:lnTo>
                    <a:pt x="5065482" y="0"/>
                  </a:lnTo>
                  <a:lnTo>
                    <a:pt x="5064637" y="0"/>
                  </a:lnTo>
                  <a:lnTo>
                    <a:pt x="5063792" y="0"/>
                  </a:lnTo>
                  <a:lnTo>
                    <a:pt x="5062946" y="0"/>
                  </a:lnTo>
                  <a:lnTo>
                    <a:pt x="5062101" y="0"/>
                  </a:lnTo>
                  <a:lnTo>
                    <a:pt x="5061256" y="0"/>
                  </a:lnTo>
                  <a:lnTo>
                    <a:pt x="5060411" y="0"/>
                  </a:lnTo>
                  <a:lnTo>
                    <a:pt x="5059566" y="0"/>
                  </a:lnTo>
                  <a:lnTo>
                    <a:pt x="5058721" y="0"/>
                  </a:lnTo>
                  <a:lnTo>
                    <a:pt x="5057876" y="0"/>
                  </a:lnTo>
                  <a:lnTo>
                    <a:pt x="5057031" y="0"/>
                  </a:lnTo>
                  <a:lnTo>
                    <a:pt x="5056186" y="0"/>
                  </a:lnTo>
                  <a:lnTo>
                    <a:pt x="5055341" y="0"/>
                  </a:lnTo>
                  <a:lnTo>
                    <a:pt x="5054496" y="0"/>
                  </a:lnTo>
                  <a:lnTo>
                    <a:pt x="5053650" y="0"/>
                  </a:lnTo>
                  <a:lnTo>
                    <a:pt x="5052805" y="0"/>
                  </a:lnTo>
                  <a:lnTo>
                    <a:pt x="5051960" y="0"/>
                  </a:lnTo>
                  <a:lnTo>
                    <a:pt x="5051115" y="0"/>
                  </a:lnTo>
                  <a:lnTo>
                    <a:pt x="5050270" y="0"/>
                  </a:lnTo>
                  <a:lnTo>
                    <a:pt x="5049425" y="0"/>
                  </a:lnTo>
                  <a:lnTo>
                    <a:pt x="5048580" y="0"/>
                  </a:lnTo>
                  <a:lnTo>
                    <a:pt x="5047735" y="0"/>
                  </a:lnTo>
                  <a:lnTo>
                    <a:pt x="5046890" y="0"/>
                  </a:lnTo>
                  <a:lnTo>
                    <a:pt x="5046045" y="0"/>
                  </a:lnTo>
                  <a:lnTo>
                    <a:pt x="5045200" y="0"/>
                  </a:lnTo>
                  <a:lnTo>
                    <a:pt x="5044354" y="0"/>
                  </a:lnTo>
                  <a:lnTo>
                    <a:pt x="5043509" y="0"/>
                  </a:lnTo>
                  <a:lnTo>
                    <a:pt x="5042664" y="0"/>
                  </a:lnTo>
                  <a:lnTo>
                    <a:pt x="5041819" y="0"/>
                  </a:lnTo>
                  <a:lnTo>
                    <a:pt x="5040974" y="0"/>
                  </a:lnTo>
                  <a:lnTo>
                    <a:pt x="5040129" y="0"/>
                  </a:lnTo>
                  <a:lnTo>
                    <a:pt x="5039284" y="0"/>
                  </a:lnTo>
                  <a:lnTo>
                    <a:pt x="5038439" y="0"/>
                  </a:lnTo>
                  <a:lnTo>
                    <a:pt x="5037594" y="0"/>
                  </a:lnTo>
                  <a:lnTo>
                    <a:pt x="5036749" y="0"/>
                  </a:lnTo>
                  <a:lnTo>
                    <a:pt x="5035903" y="0"/>
                  </a:lnTo>
                  <a:lnTo>
                    <a:pt x="5035058" y="0"/>
                  </a:lnTo>
                  <a:lnTo>
                    <a:pt x="5034213" y="0"/>
                  </a:lnTo>
                  <a:lnTo>
                    <a:pt x="5033368" y="0"/>
                  </a:lnTo>
                  <a:lnTo>
                    <a:pt x="5032523" y="0"/>
                  </a:lnTo>
                  <a:lnTo>
                    <a:pt x="5031678" y="0"/>
                  </a:lnTo>
                  <a:lnTo>
                    <a:pt x="5030833" y="0"/>
                  </a:lnTo>
                  <a:lnTo>
                    <a:pt x="5029988" y="0"/>
                  </a:lnTo>
                  <a:lnTo>
                    <a:pt x="5029143" y="0"/>
                  </a:lnTo>
                  <a:lnTo>
                    <a:pt x="5028298" y="0"/>
                  </a:lnTo>
                  <a:lnTo>
                    <a:pt x="5027453" y="0"/>
                  </a:lnTo>
                  <a:lnTo>
                    <a:pt x="5026607" y="0"/>
                  </a:lnTo>
                  <a:lnTo>
                    <a:pt x="5025762" y="0"/>
                  </a:lnTo>
                  <a:lnTo>
                    <a:pt x="5024917" y="0"/>
                  </a:lnTo>
                  <a:lnTo>
                    <a:pt x="5024072" y="0"/>
                  </a:lnTo>
                  <a:lnTo>
                    <a:pt x="5023227" y="0"/>
                  </a:lnTo>
                  <a:lnTo>
                    <a:pt x="5022382" y="0"/>
                  </a:lnTo>
                  <a:lnTo>
                    <a:pt x="5021537" y="0"/>
                  </a:lnTo>
                  <a:lnTo>
                    <a:pt x="5020692" y="0"/>
                  </a:lnTo>
                  <a:lnTo>
                    <a:pt x="5019847" y="0"/>
                  </a:lnTo>
                  <a:lnTo>
                    <a:pt x="5019002" y="0"/>
                  </a:lnTo>
                  <a:lnTo>
                    <a:pt x="5018157" y="0"/>
                  </a:lnTo>
                  <a:lnTo>
                    <a:pt x="5017311" y="0"/>
                  </a:lnTo>
                  <a:lnTo>
                    <a:pt x="5016466" y="0"/>
                  </a:lnTo>
                  <a:lnTo>
                    <a:pt x="5015621" y="0"/>
                  </a:lnTo>
                  <a:lnTo>
                    <a:pt x="5014776" y="0"/>
                  </a:lnTo>
                  <a:lnTo>
                    <a:pt x="5013931" y="0"/>
                  </a:lnTo>
                  <a:lnTo>
                    <a:pt x="5013086" y="0"/>
                  </a:lnTo>
                  <a:lnTo>
                    <a:pt x="5012241" y="0"/>
                  </a:lnTo>
                  <a:lnTo>
                    <a:pt x="5011396" y="0"/>
                  </a:lnTo>
                  <a:lnTo>
                    <a:pt x="5010551" y="0"/>
                  </a:lnTo>
                  <a:lnTo>
                    <a:pt x="5009706" y="0"/>
                  </a:lnTo>
                  <a:lnTo>
                    <a:pt x="5008861" y="0"/>
                  </a:lnTo>
                  <a:lnTo>
                    <a:pt x="5008015" y="0"/>
                  </a:lnTo>
                  <a:lnTo>
                    <a:pt x="5007170" y="0"/>
                  </a:lnTo>
                  <a:lnTo>
                    <a:pt x="5006325" y="0"/>
                  </a:lnTo>
                  <a:lnTo>
                    <a:pt x="5005480" y="0"/>
                  </a:lnTo>
                  <a:lnTo>
                    <a:pt x="5004635" y="0"/>
                  </a:lnTo>
                  <a:lnTo>
                    <a:pt x="5003790" y="0"/>
                  </a:lnTo>
                  <a:lnTo>
                    <a:pt x="5002945" y="0"/>
                  </a:lnTo>
                  <a:lnTo>
                    <a:pt x="5002100" y="0"/>
                  </a:lnTo>
                  <a:lnTo>
                    <a:pt x="5001255" y="0"/>
                  </a:lnTo>
                  <a:lnTo>
                    <a:pt x="5000410" y="0"/>
                  </a:lnTo>
                  <a:lnTo>
                    <a:pt x="4999565" y="0"/>
                  </a:lnTo>
                  <a:lnTo>
                    <a:pt x="4998719" y="0"/>
                  </a:lnTo>
                  <a:lnTo>
                    <a:pt x="4997874" y="0"/>
                  </a:lnTo>
                  <a:lnTo>
                    <a:pt x="4997029" y="0"/>
                  </a:lnTo>
                  <a:lnTo>
                    <a:pt x="4996184" y="0"/>
                  </a:lnTo>
                  <a:lnTo>
                    <a:pt x="4995339" y="0"/>
                  </a:lnTo>
                  <a:lnTo>
                    <a:pt x="4994494" y="0"/>
                  </a:lnTo>
                  <a:lnTo>
                    <a:pt x="4993649" y="0"/>
                  </a:lnTo>
                  <a:lnTo>
                    <a:pt x="4992804" y="0"/>
                  </a:lnTo>
                  <a:lnTo>
                    <a:pt x="4991959" y="0"/>
                  </a:lnTo>
                  <a:lnTo>
                    <a:pt x="4991114" y="0"/>
                  </a:lnTo>
                  <a:lnTo>
                    <a:pt x="4990269" y="0"/>
                  </a:lnTo>
                  <a:lnTo>
                    <a:pt x="4989423" y="0"/>
                  </a:lnTo>
                  <a:lnTo>
                    <a:pt x="4988578" y="0"/>
                  </a:lnTo>
                  <a:lnTo>
                    <a:pt x="4987733" y="0"/>
                  </a:lnTo>
                  <a:lnTo>
                    <a:pt x="4986888" y="0"/>
                  </a:lnTo>
                  <a:lnTo>
                    <a:pt x="4986043" y="0"/>
                  </a:lnTo>
                  <a:lnTo>
                    <a:pt x="4985198" y="0"/>
                  </a:lnTo>
                  <a:lnTo>
                    <a:pt x="4984353" y="0"/>
                  </a:lnTo>
                  <a:lnTo>
                    <a:pt x="4983508" y="0"/>
                  </a:lnTo>
                  <a:lnTo>
                    <a:pt x="4982663" y="0"/>
                  </a:lnTo>
                  <a:lnTo>
                    <a:pt x="4981818" y="0"/>
                  </a:lnTo>
                  <a:lnTo>
                    <a:pt x="4980973" y="0"/>
                  </a:lnTo>
                  <a:lnTo>
                    <a:pt x="4980127" y="0"/>
                  </a:lnTo>
                  <a:lnTo>
                    <a:pt x="4979282" y="0"/>
                  </a:lnTo>
                  <a:lnTo>
                    <a:pt x="4978437" y="0"/>
                  </a:lnTo>
                  <a:lnTo>
                    <a:pt x="4977592" y="0"/>
                  </a:lnTo>
                  <a:lnTo>
                    <a:pt x="4976747" y="0"/>
                  </a:lnTo>
                  <a:lnTo>
                    <a:pt x="4975902" y="0"/>
                  </a:lnTo>
                  <a:lnTo>
                    <a:pt x="4975057" y="0"/>
                  </a:lnTo>
                  <a:lnTo>
                    <a:pt x="4974212" y="0"/>
                  </a:lnTo>
                  <a:lnTo>
                    <a:pt x="4973367" y="0"/>
                  </a:lnTo>
                  <a:lnTo>
                    <a:pt x="4972522" y="0"/>
                  </a:lnTo>
                  <a:lnTo>
                    <a:pt x="4971676" y="0"/>
                  </a:lnTo>
                  <a:lnTo>
                    <a:pt x="4970831" y="0"/>
                  </a:lnTo>
                  <a:lnTo>
                    <a:pt x="4969986" y="0"/>
                  </a:lnTo>
                  <a:lnTo>
                    <a:pt x="4969141" y="0"/>
                  </a:lnTo>
                  <a:lnTo>
                    <a:pt x="4968296" y="0"/>
                  </a:lnTo>
                  <a:lnTo>
                    <a:pt x="4967451" y="0"/>
                  </a:lnTo>
                  <a:lnTo>
                    <a:pt x="4966606" y="0"/>
                  </a:lnTo>
                  <a:lnTo>
                    <a:pt x="4965761" y="0"/>
                  </a:lnTo>
                  <a:lnTo>
                    <a:pt x="4964916" y="0"/>
                  </a:lnTo>
                  <a:lnTo>
                    <a:pt x="4964071" y="0"/>
                  </a:lnTo>
                  <a:lnTo>
                    <a:pt x="4963226" y="0"/>
                  </a:lnTo>
                  <a:lnTo>
                    <a:pt x="4962380" y="0"/>
                  </a:lnTo>
                  <a:lnTo>
                    <a:pt x="4961535" y="0"/>
                  </a:lnTo>
                  <a:lnTo>
                    <a:pt x="4960690" y="0"/>
                  </a:lnTo>
                  <a:lnTo>
                    <a:pt x="4959845" y="0"/>
                  </a:lnTo>
                  <a:lnTo>
                    <a:pt x="4959000" y="0"/>
                  </a:lnTo>
                  <a:lnTo>
                    <a:pt x="4958155" y="0"/>
                  </a:lnTo>
                  <a:lnTo>
                    <a:pt x="4957310" y="0"/>
                  </a:lnTo>
                  <a:lnTo>
                    <a:pt x="4956465" y="0"/>
                  </a:lnTo>
                  <a:lnTo>
                    <a:pt x="4955620" y="0"/>
                  </a:lnTo>
                  <a:lnTo>
                    <a:pt x="4954775" y="0"/>
                  </a:lnTo>
                  <a:lnTo>
                    <a:pt x="4953930" y="0"/>
                  </a:lnTo>
                  <a:lnTo>
                    <a:pt x="4953084" y="0"/>
                  </a:lnTo>
                  <a:lnTo>
                    <a:pt x="4952239" y="0"/>
                  </a:lnTo>
                  <a:lnTo>
                    <a:pt x="4951394" y="0"/>
                  </a:lnTo>
                  <a:lnTo>
                    <a:pt x="4950549" y="0"/>
                  </a:lnTo>
                  <a:lnTo>
                    <a:pt x="4949704" y="0"/>
                  </a:lnTo>
                  <a:lnTo>
                    <a:pt x="4948859" y="0"/>
                  </a:lnTo>
                  <a:lnTo>
                    <a:pt x="4948014" y="0"/>
                  </a:lnTo>
                  <a:lnTo>
                    <a:pt x="4947169" y="0"/>
                  </a:lnTo>
                  <a:lnTo>
                    <a:pt x="4946324" y="0"/>
                  </a:lnTo>
                  <a:lnTo>
                    <a:pt x="4945479" y="0"/>
                  </a:lnTo>
                  <a:lnTo>
                    <a:pt x="4944634" y="0"/>
                  </a:lnTo>
                  <a:lnTo>
                    <a:pt x="4943788" y="0"/>
                  </a:lnTo>
                  <a:lnTo>
                    <a:pt x="4942943" y="0"/>
                  </a:lnTo>
                  <a:lnTo>
                    <a:pt x="4942098" y="0"/>
                  </a:lnTo>
                  <a:lnTo>
                    <a:pt x="4941253" y="0"/>
                  </a:lnTo>
                  <a:lnTo>
                    <a:pt x="4940408" y="0"/>
                  </a:lnTo>
                  <a:lnTo>
                    <a:pt x="4939563" y="0"/>
                  </a:lnTo>
                  <a:lnTo>
                    <a:pt x="4938718" y="0"/>
                  </a:lnTo>
                  <a:lnTo>
                    <a:pt x="4937873" y="0"/>
                  </a:lnTo>
                  <a:lnTo>
                    <a:pt x="4937028" y="0"/>
                  </a:lnTo>
                  <a:lnTo>
                    <a:pt x="4936183" y="0"/>
                  </a:lnTo>
                  <a:lnTo>
                    <a:pt x="4935338" y="0"/>
                  </a:lnTo>
                  <a:lnTo>
                    <a:pt x="4934492" y="0"/>
                  </a:lnTo>
                  <a:lnTo>
                    <a:pt x="4933647" y="0"/>
                  </a:lnTo>
                  <a:lnTo>
                    <a:pt x="4932802" y="0"/>
                  </a:lnTo>
                  <a:lnTo>
                    <a:pt x="4931957" y="0"/>
                  </a:lnTo>
                  <a:lnTo>
                    <a:pt x="4931112" y="0"/>
                  </a:lnTo>
                  <a:lnTo>
                    <a:pt x="4930267" y="0"/>
                  </a:lnTo>
                  <a:lnTo>
                    <a:pt x="4929422" y="0"/>
                  </a:lnTo>
                  <a:lnTo>
                    <a:pt x="4928577" y="0"/>
                  </a:lnTo>
                  <a:lnTo>
                    <a:pt x="4927732" y="0"/>
                  </a:lnTo>
                  <a:lnTo>
                    <a:pt x="4926887" y="0"/>
                  </a:lnTo>
                  <a:lnTo>
                    <a:pt x="4926042" y="0"/>
                  </a:lnTo>
                  <a:lnTo>
                    <a:pt x="4925196" y="0"/>
                  </a:lnTo>
                  <a:lnTo>
                    <a:pt x="4924351" y="0"/>
                  </a:lnTo>
                  <a:lnTo>
                    <a:pt x="4923506" y="0"/>
                  </a:lnTo>
                  <a:lnTo>
                    <a:pt x="4922661" y="0"/>
                  </a:lnTo>
                  <a:lnTo>
                    <a:pt x="4921816" y="0"/>
                  </a:lnTo>
                  <a:lnTo>
                    <a:pt x="4920971" y="0"/>
                  </a:lnTo>
                  <a:lnTo>
                    <a:pt x="4920126" y="0"/>
                  </a:lnTo>
                  <a:lnTo>
                    <a:pt x="4919281" y="0"/>
                  </a:lnTo>
                  <a:lnTo>
                    <a:pt x="4918436" y="0"/>
                  </a:lnTo>
                  <a:lnTo>
                    <a:pt x="4917591" y="0"/>
                  </a:lnTo>
                  <a:lnTo>
                    <a:pt x="4916746" y="0"/>
                  </a:lnTo>
                  <a:lnTo>
                    <a:pt x="4915900" y="0"/>
                  </a:lnTo>
                  <a:lnTo>
                    <a:pt x="4915055" y="0"/>
                  </a:lnTo>
                  <a:lnTo>
                    <a:pt x="4914210" y="0"/>
                  </a:lnTo>
                  <a:lnTo>
                    <a:pt x="4913365" y="0"/>
                  </a:lnTo>
                  <a:lnTo>
                    <a:pt x="4912520" y="0"/>
                  </a:lnTo>
                  <a:lnTo>
                    <a:pt x="4911675" y="0"/>
                  </a:lnTo>
                  <a:lnTo>
                    <a:pt x="4910830" y="0"/>
                  </a:lnTo>
                  <a:lnTo>
                    <a:pt x="4909985" y="0"/>
                  </a:lnTo>
                  <a:lnTo>
                    <a:pt x="4909140" y="0"/>
                  </a:lnTo>
                  <a:lnTo>
                    <a:pt x="4908295" y="0"/>
                  </a:lnTo>
                  <a:lnTo>
                    <a:pt x="4907449" y="0"/>
                  </a:lnTo>
                  <a:lnTo>
                    <a:pt x="4906604" y="0"/>
                  </a:lnTo>
                  <a:lnTo>
                    <a:pt x="4905759" y="0"/>
                  </a:lnTo>
                  <a:lnTo>
                    <a:pt x="4904914" y="0"/>
                  </a:lnTo>
                  <a:lnTo>
                    <a:pt x="4904069" y="0"/>
                  </a:lnTo>
                  <a:lnTo>
                    <a:pt x="4903224" y="0"/>
                  </a:lnTo>
                  <a:lnTo>
                    <a:pt x="4902379" y="0"/>
                  </a:lnTo>
                  <a:lnTo>
                    <a:pt x="4901534" y="0"/>
                  </a:lnTo>
                  <a:lnTo>
                    <a:pt x="4900689" y="0"/>
                  </a:lnTo>
                  <a:lnTo>
                    <a:pt x="4899844" y="0"/>
                  </a:lnTo>
                  <a:lnTo>
                    <a:pt x="4898999" y="0"/>
                  </a:lnTo>
                  <a:lnTo>
                    <a:pt x="4898153" y="0"/>
                  </a:lnTo>
                  <a:lnTo>
                    <a:pt x="4897308" y="0"/>
                  </a:lnTo>
                  <a:lnTo>
                    <a:pt x="4896463" y="0"/>
                  </a:lnTo>
                  <a:lnTo>
                    <a:pt x="4895618" y="0"/>
                  </a:lnTo>
                  <a:lnTo>
                    <a:pt x="4894773" y="0"/>
                  </a:lnTo>
                  <a:lnTo>
                    <a:pt x="4893928" y="0"/>
                  </a:lnTo>
                  <a:lnTo>
                    <a:pt x="4893083" y="0"/>
                  </a:lnTo>
                  <a:lnTo>
                    <a:pt x="4892238" y="0"/>
                  </a:lnTo>
                  <a:lnTo>
                    <a:pt x="4891393" y="0"/>
                  </a:lnTo>
                  <a:lnTo>
                    <a:pt x="4890548" y="0"/>
                  </a:lnTo>
                  <a:lnTo>
                    <a:pt x="4889703" y="0"/>
                  </a:lnTo>
                  <a:lnTo>
                    <a:pt x="4888857" y="0"/>
                  </a:lnTo>
                  <a:lnTo>
                    <a:pt x="4888012" y="0"/>
                  </a:lnTo>
                  <a:lnTo>
                    <a:pt x="4887167" y="0"/>
                  </a:lnTo>
                  <a:lnTo>
                    <a:pt x="4886322" y="0"/>
                  </a:lnTo>
                  <a:lnTo>
                    <a:pt x="4885477" y="0"/>
                  </a:lnTo>
                  <a:lnTo>
                    <a:pt x="4884632" y="0"/>
                  </a:lnTo>
                  <a:lnTo>
                    <a:pt x="4883787" y="0"/>
                  </a:lnTo>
                  <a:lnTo>
                    <a:pt x="4882942" y="0"/>
                  </a:lnTo>
                  <a:lnTo>
                    <a:pt x="4882097" y="0"/>
                  </a:lnTo>
                  <a:lnTo>
                    <a:pt x="4881252" y="0"/>
                  </a:lnTo>
                  <a:lnTo>
                    <a:pt x="4880407" y="0"/>
                  </a:lnTo>
                  <a:lnTo>
                    <a:pt x="4879561" y="0"/>
                  </a:lnTo>
                  <a:lnTo>
                    <a:pt x="4878716" y="0"/>
                  </a:lnTo>
                  <a:lnTo>
                    <a:pt x="4877871" y="0"/>
                  </a:lnTo>
                  <a:lnTo>
                    <a:pt x="4877026" y="0"/>
                  </a:lnTo>
                  <a:lnTo>
                    <a:pt x="4876181" y="0"/>
                  </a:lnTo>
                  <a:lnTo>
                    <a:pt x="4875336" y="0"/>
                  </a:lnTo>
                  <a:lnTo>
                    <a:pt x="4874491" y="0"/>
                  </a:lnTo>
                  <a:lnTo>
                    <a:pt x="4873646" y="0"/>
                  </a:lnTo>
                  <a:lnTo>
                    <a:pt x="4872801" y="0"/>
                  </a:lnTo>
                  <a:lnTo>
                    <a:pt x="4871956" y="0"/>
                  </a:lnTo>
                  <a:lnTo>
                    <a:pt x="4871111" y="0"/>
                  </a:lnTo>
                  <a:lnTo>
                    <a:pt x="4870265" y="0"/>
                  </a:lnTo>
                  <a:lnTo>
                    <a:pt x="4869420" y="0"/>
                  </a:lnTo>
                  <a:lnTo>
                    <a:pt x="4868575" y="0"/>
                  </a:lnTo>
                  <a:lnTo>
                    <a:pt x="4867730" y="0"/>
                  </a:lnTo>
                  <a:lnTo>
                    <a:pt x="4866885" y="0"/>
                  </a:lnTo>
                  <a:lnTo>
                    <a:pt x="4866040" y="0"/>
                  </a:lnTo>
                  <a:lnTo>
                    <a:pt x="4865195" y="0"/>
                  </a:lnTo>
                  <a:lnTo>
                    <a:pt x="4864350" y="0"/>
                  </a:lnTo>
                  <a:lnTo>
                    <a:pt x="4863505" y="0"/>
                  </a:lnTo>
                  <a:lnTo>
                    <a:pt x="4862660" y="0"/>
                  </a:lnTo>
                  <a:lnTo>
                    <a:pt x="4861815" y="0"/>
                  </a:lnTo>
                  <a:lnTo>
                    <a:pt x="4860969" y="0"/>
                  </a:lnTo>
                  <a:lnTo>
                    <a:pt x="4860124" y="0"/>
                  </a:lnTo>
                  <a:lnTo>
                    <a:pt x="4859279" y="0"/>
                  </a:lnTo>
                  <a:lnTo>
                    <a:pt x="4858434" y="0"/>
                  </a:lnTo>
                  <a:lnTo>
                    <a:pt x="4857589" y="0"/>
                  </a:lnTo>
                  <a:lnTo>
                    <a:pt x="4856744" y="0"/>
                  </a:lnTo>
                  <a:lnTo>
                    <a:pt x="4855899" y="0"/>
                  </a:lnTo>
                  <a:lnTo>
                    <a:pt x="4855054" y="0"/>
                  </a:lnTo>
                  <a:lnTo>
                    <a:pt x="4854209" y="0"/>
                  </a:lnTo>
                  <a:lnTo>
                    <a:pt x="4853364" y="0"/>
                  </a:lnTo>
                  <a:lnTo>
                    <a:pt x="4852519" y="0"/>
                  </a:lnTo>
                  <a:lnTo>
                    <a:pt x="4851673" y="0"/>
                  </a:lnTo>
                  <a:lnTo>
                    <a:pt x="4850828" y="0"/>
                  </a:lnTo>
                  <a:lnTo>
                    <a:pt x="4849983" y="0"/>
                  </a:lnTo>
                  <a:lnTo>
                    <a:pt x="4849138" y="0"/>
                  </a:lnTo>
                  <a:lnTo>
                    <a:pt x="4848293" y="0"/>
                  </a:lnTo>
                  <a:lnTo>
                    <a:pt x="4847448" y="0"/>
                  </a:lnTo>
                  <a:lnTo>
                    <a:pt x="4846603" y="0"/>
                  </a:lnTo>
                  <a:lnTo>
                    <a:pt x="4845758" y="0"/>
                  </a:lnTo>
                  <a:lnTo>
                    <a:pt x="4844913" y="0"/>
                  </a:lnTo>
                  <a:lnTo>
                    <a:pt x="4844068" y="0"/>
                  </a:lnTo>
                  <a:lnTo>
                    <a:pt x="4843222" y="0"/>
                  </a:lnTo>
                  <a:lnTo>
                    <a:pt x="4842377" y="0"/>
                  </a:lnTo>
                  <a:lnTo>
                    <a:pt x="4841532" y="0"/>
                  </a:lnTo>
                  <a:lnTo>
                    <a:pt x="4840687" y="0"/>
                  </a:lnTo>
                  <a:lnTo>
                    <a:pt x="4839842" y="0"/>
                  </a:lnTo>
                  <a:lnTo>
                    <a:pt x="4838997" y="0"/>
                  </a:lnTo>
                  <a:lnTo>
                    <a:pt x="4838152" y="0"/>
                  </a:lnTo>
                  <a:lnTo>
                    <a:pt x="4837307" y="0"/>
                  </a:lnTo>
                  <a:lnTo>
                    <a:pt x="4836462" y="0"/>
                  </a:lnTo>
                  <a:lnTo>
                    <a:pt x="4835617" y="0"/>
                  </a:lnTo>
                  <a:lnTo>
                    <a:pt x="4834772" y="0"/>
                  </a:lnTo>
                  <a:lnTo>
                    <a:pt x="4833926" y="0"/>
                  </a:lnTo>
                  <a:lnTo>
                    <a:pt x="4833081" y="0"/>
                  </a:lnTo>
                  <a:lnTo>
                    <a:pt x="4832236" y="0"/>
                  </a:lnTo>
                  <a:lnTo>
                    <a:pt x="4831391" y="0"/>
                  </a:lnTo>
                  <a:lnTo>
                    <a:pt x="4830546" y="0"/>
                  </a:lnTo>
                  <a:lnTo>
                    <a:pt x="4829701" y="0"/>
                  </a:lnTo>
                  <a:lnTo>
                    <a:pt x="4828856" y="0"/>
                  </a:lnTo>
                  <a:lnTo>
                    <a:pt x="4828011" y="0"/>
                  </a:lnTo>
                  <a:lnTo>
                    <a:pt x="4827166" y="0"/>
                  </a:lnTo>
                  <a:lnTo>
                    <a:pt x="4826321" y="0"/>
                  </a:lnTo>
                  <a:lnTo>
                    <a:pt x="4825476" y="0"/>
                  </a:lnTo>
                  <a:lnTo>
                    <a:pt x="4824630" y="0"/>
                  </a:lnTo>
                  <a:lnTo>
                    <a:pt x="4823785" y="0"/>
                  </a:lnTo>
                  <a:lnTo>
                    <a:pt x="4822940" y="0"/>
                  </a:lnTo>
                  <a:lnTo>
                    <a:pt x="4822095" y="0"/>
                  </a:lnTo>
                  <a:lnTo>
                    <a:pt x="4821250" y="0"/>
                  </a:lnTo>
                  <a:lnTo>
                    <a:pt x="4820405" y="0"/>
                  </a:lnTo>
                  <a:lnTo>
                    <a:pt x="4819560" y="0"/>
                  </a:lnTo>
                  <a:lnTo>
                    <a:pt x="4818715" y="0"/>
                  </a:lnTo>
                  <a:lnTo>
                    <a:pt x="4817870" y="0"/>
                  </a:lnTo>
                  <a:lnTo>
                    <a:pt x="4817025" y="0"/>
                  </a:lnTo>
                  <a:lnTo>
                    <a:pt x="4816180" y="0"/>
                  </a:lnTo>
                  <a:lnTo>
                    <a:pt x="4815334" y="0"/>
                  </a:lnTo>
                  <a:lnTo>
                    <a:pt x="4814489" y="0"/>
                  </a:lnTo>
                  <a:lnTo>
                    <a:pt x="4813644" y="0"/>
                  </a:lnTo>
                  <a:lnTo>
                    <a:pt x="4812799" y="0"/>
                  </a:lnTo>
                  <a:lnTo>
                    <a:pt x="4811954" y="0"/>
                  </a:lnTo>
                  <a:lnTo>
                    <a:pt x="4811109" y="0"/>
                  </a:lnTo>
                  <a:lnTo>
                    <a:pt x="4810264" y="0"/>
                  </a:lnTo>
                  <a:lnTo>
                    <a:pt x="4809419" y="0"/>
                  </a:lnTo>
                  <a:lnTo>
                    <a:pt x="4808574" y="0"/>
                  </a:lnTo>
                  <a:lnTo>
                    <a:pt x="4807729" y="0"/>
                  </a:lnTo>
                  <a:lnTo>
                    <a:pt x="4806884" y="0"/>
                  </a:lnTo>
                  <a:lnTo>
                    <a:pt x="4806038" y="0"/>
                  </a:lnTo>
                  <a:lnTo>
                    <a:pt x="4805193" y="0"/>
                  </a:lnTo>
                  <a:lnTo>
                    <a:pt x="4804348" y="0"/>
                  </a:lnTo>
                  <a:lnTo>
                    <a:pt x="4803503" y="0"/>
                  </a:lnTo>
                  <a:lnTo>
                    <a:pt x="4802658" y="0"/>
                  </a:lnTo>
                  <a:lnTo>
                    <a:pt x="4801813" y="0"/>
                  </a:lnTo>
                  <a:lnTo>
                    <a:pt x="4800968" y="0"/>
                  </a:lnTo>
                  <a:lnTo>
                    <a:pt x="4800123" y="0"/>
                  </a:lnTo>
                  <a:lnTo>
                    <a:pt x="4799278" y="0"/>
                  </a:lnTo>
                  <a:lnTo>
                    <a:pt x="4798433" y="0"/>
                  </a:lnTo>
                  <a:lnTo>
                    <a:pt x="4797588" y="0"/>
                  </a:lnTo>
                  <a:lnTo>
                    <a:pt x="4796742" y="0"/>
                  </a:lnTo>
                  <a:lnTo>
                    <a:pt x="4795897" y="0"/>
                  </a:lnTo>
                  <a:lnTo>
                    <a:pt x="4795052" y="0"/>
                  </a:lnTo>
                  <a:lnTo>
                    <a:pt x="4794207" y="0"/>
                  </a:lnTo>
                  <a:lnTo>
                    <a:pt x="4793362" y="0"/>
                  </a:lnTo>
                  <a:lnTo>
                    <a:pt x="4792517" y="0"/>
                  </a:lnTo>
                  <a:lnTo>
                    <a:pt x="4791672" y="0"/>
                  </a:lnTo>
                  <a:lnTo>
                    <a:pt x="4790827" y="0"/>
                  </a:lnTo>
                  <a:lnTo>
                    <a:pt x="4789982" y="0"/>
                  </a:lnTo>
                  <a:lnTo>
                    <a:pt x="4789137" y="0"/>
                  </a:lnTo>
                  <a:lnTo>
                    <a:pt x="4788291" y="0"/>
                  </a:lnTo>
                  <a:lnTo>
                    <a:pt x="4787446" y="0"/>
                  </a:lnTo>
                  <a:lnTo>
                    <a:pt x="4786601" y="0"/>
                  </a:lnTo>
                  <a:lnTo>
                    <a:pt x="4785756" y="0"/>
                  </a:lnTo>
                  <a:lnTo>
                    <a:pt x="4784911" y="0"/>
                  </a:lnTo>
                  <a:lnTo>
                    <a:pt x="4784066" y="0"/>
                  </a:lnTo>
                  <a:lnTo>
                    <a:pt x="4783221" y="0"/>
                  </a:lnTo>
                  <a:lnTo>
                    <a:pt x="4782376" y="0"/>
                  </a:lnTo>
                  <a:lnTo>
                    <a:pt x="4781531" y="0"/>
                  </a:lnTo>
                  <a:lnTo>
                    <a:pt x="4780686" y="0"/>
                  </a:lnTo>
                  <a:lnTo>
                    <a:pt x="4779841" y="0"/>
                  </a:lnTo>
                  <a:lnTo>
                    <a:pt x="4778995" y="0"/>
                  </a:lnTo>
                  <a:lnTo>
                    <a:pt x="4778150" y="0"/>
                  </a:lnTo>
                  <a:lnTo>
                    <a:pt x="4777305" y="0"/>
                  </a:lnTo>
                  <a:lnTo>
                    <a:pt x="4776460" y="0"/>
                  </a:lnTo>
                  <a:lnTo>
                    <a:pt x="4775615" y="0"/>
                  </a:lnTo>
                  <a:lnTo>
                    <a:pt x="4774770" y="0"/>
                  </a:lnTo>
                  <a:lnTo>
                    <a:pt x="4773925" y="0"/>
                  </a:lnTo>
                  <a:lnTo>
                    <a:pt x="4773080" y="0"/>
                  </a:lnTo>
                  <a:lnTo>
                    <a:pt x="4772235" y="0"/>
                  </a:lnTo>
                  <a:lnTo>
                    <a:pt x="4771390" y="0"/>
                  </a:lnTo>
                  <a:lnTo>
                    <a:pt x="4770545" y="0"/>
                  </a:lnTo>
                  <a:lnTo>
                    <a:pt x="4769699" y="0"/>
                  </a:lnTo>
                  <a:lnTo>
                    <a:pt x="4768854" y="0"/>
                  </a:lnTo>
                  <a:lnTo>
                    <a:pt x="4768009" y="0"/>
                  </a:lnTo>
                  <a:lnTo>
                    <a:pt x="4767164" y="0"/>
                  </a:lnTo>
                  <a:lnTo>
                    <a:pt x="4766319" y="0"/>
                  </a:lnTo>
                  <a:lnTo>
                    <a:pt x="4765474" y="0"/>
                  </a:lnTo>
                  <a:lnTo>
                    <a:pt x="4764629" y="0"/>
                  </a:lnTo>
                  <a:lnTo>
                    <a:pt x="4763784" y="0"/>
                  </a:lnTo>
                  <a:lnTo>
                    <a:pt x="4762939" y="0"/>
                  </a:lnTo>
                  <a:lnTo>
                    <a:pt x="4762094" y="0"/>
                  </a:lnTo>
                  <a:lnTo>
                    <a:pt x="4761249" y="0"/>
                  </a:lnTo>
                  <a:lnTo>
                    <a:pt x="4760403" y="0"/>
                  </a:lnTo>
                  <a:lnTo>
                    <a:pt x="4759558" y="0"/>
                  </a:lnTo>
                  <a:lnTo>
                    <a:pt x="4758713" y="0"/>
                  </a:lnTo>
                  <a:lnTo>
                    <a:pt x="4757868" y="0"/>
                  </a:lnTo>
                  <a:lnTo>
                    <a:pt x="4757023" y="0"/>
                  </a:lnTo>
                  <a:lnTo>
                    <a:pt x="4756178" y="0"/>
                  </a:lnTo>
                  <a:lnTo>
                    <a:pt x="4755333" y="0"/>
                  </a:lnTo>
                  <a:lnTo>
                    <a:pt x="4754488" y="0"/>
                  </a:lnTo>
                  <a:lnTo>
                    <a:pt x="4753643" y="0"/>
                  </a:lnTo>
                  <a:lnTo>
                    <a:pt x="4752798" y="0"/>
                  </a:lnTo>
                  <a:lnTo>
                    <a:pt x="4751953" y="0"/>
                  </a:lnTo>
                  <a:lnTo>
                    <a:pt x="4751107" y="0"/>
                  </a:lnTo>
                  <a:lnTo>
                    <a:pt x="4750262" y="0"/>
                  </a:lnTo>
                  <a:lnTo>
                    <a:pt x="4749417" y="0"/>
                  </a:lnTo>
                  <a:lnTo>
                    <a:pt x="4748572" y="0"/>
                  </a:lnTo>
                  <a:lnTo>
                    <a:pt x="4747727" y="0"/>
                  </a:lnTo>
                  <a:lnTo>
                    <a:pt x="4746882" y="0"/>
                  </a:lnTo>
                  <a:lnTo>
                    <a:pt x="4746037" y="0"/>
                  </a:lnTo>
                  <a:lnTo>
                    <a:pt x="4745192" y="0"/>
                  </a:lnTo>
                  <a:lnTo>
                    <a:pt x="4744347" y="0"/>
                  </a:lnTo>
                  <a:lnTo>
                    <a:pt x="4743502" y="0"/>
                  </a:lnTo>
                  <a:lnTo>
                    <a:pt x="4742657" y="0"/>
                  </a:lnTo>
                  <a:lnTo>
                    <a:pt x="4741811" y="0"/>
                  </a:lnTo>
                  <a:lnTo>
                    <a:pt x="4740966" y="0"/>
                  </a:lnTo>
                  <a:lnTo>
                    <a:pt x="4740121" y="0"/>
                  </a:lnTo>
                  <a:lnTo>
                    <a:pt x="4739276" y="0"/>
                  </a:lnTo>
                  <a:lnTo>
                    <a:pt x="4738431" y="0"/>
                  </a:lnTo>
                  <a:lnTo>
                    <a:pt x="4737586" y="0"/>
                  </a:lnTo>
                  <a:lnTo>
                    <a:pt x="4736741" y="0"/>
                  </a:lnTo>
                  <a:lnTo>
                    <a:pt x="4735896" y="0"/>
                  </a:lnTo>
                  <a:lnTo>
                    <a:pt x="4735051" y="0"/>
                  </a:lnTo>
                  <a:lnTo>
                    <a:pt x="4734206" y="0"/>
                  </a:lnTo>
                  <a:lnTo>
                    <a:pt x="4733361" y="0"/>
                  </a:lnTo>
                  <a:lnTo>
                    <a:pt x="4732515" y="0"/>
                  </a:lnTo>
                  <a:lnTo>
                    <a:pt x="4731670" y="0"/>
                  </a:lnTo>
                  <a:lnTo>
                    <a:pt x="4730825" y="0"/>
                  </a:lnTo>
                  <a:lnTo>
                    <a:pt x="4729980" y="0"/>
                  </a:lnTo>
                  <a:lnTo>
                    <a:pt x="4729135" y="0"/>
                  </a:lnTo>
                  <a:lnTo>
                    <a:pt x="4728290" y="0"/>
                  </a:lnTo>
                  <a:lnTo>
                    <a:pt x="4727445" y="0"/>
                  </a:lnTo>
                  <a:lnTo>
                    <a:pt x="4726600" y="0"/>
                  </a:lnTo>
                  <a:lnTo>
                    <a:pt x="4725755" y="0"/>
                  </a:lnTo>
                  <a:lnTo>
                    <a:pt x="4724910" y="0"/>
                  </a:lnTo>
                  <a:lnTo>
                    <a:pt x="4724064" y="0"/>
                  </a:lnTo>
                  <a:lnTo>
                    <a:pt x="4723219" y="0"/>
                  </a:lnTo>
                  <a:lnTo>
                    <a:pt x="4722374" y="0"/>
                  </a:lnTo>
                  <a:lnTo>
                    <a:pt x="4721529" y="0"/>
                  </a:lnTo>
                  <a:lnTo>
                    <a:pt x="4720684" y="0"/>
                  </a:lnTo>
                  <a:lnTo>
                    <a:pt x="4719839" y="0"/>
                  </a:lnTo>
                  <a:lnTo>
                    <a:pt x="4718994" y="0"/>
                  </a:lnTo>
                  <a:lnTo>
                    <a:pt x="4718149" y="0"/>
                  </a:lnTo>
                  <a:lnTo>
                    <a:pt x="4717304" y="0"/>
                  </a:lnTo>
                  <a:lnTo>
                    <a:pt x="4716459" y="0"/>
                  </a:lnTo>
                  <a:lnTo>
                    <a:pt x="4715614" y="0"/>
                  </a:lnTo>
                  <a:lnTo>
                    <a:pt x="4714768" y="0"/>
                  </a:lnTo>
                  <a:lnTo>
                    <a:pt x="4713923" y="0"/>
                  </a:lnTo>
                  <a:lnTo>
                    <a:pt x="4713078" y="0"/>
                  </a:lnTo>
                  <a:lnTo>
                    <a:pt x="4712233" y="0"/>
                  </a:lnTo>
                  <a:lnTo>
                    <a:pt x="4711388" y="0"/>
                  </a:lnTo>
                  <a:lnTo>
                    <a:pt x="4710543" y="0"/>
                  </a:lnTo>
                  <a:lnTo>
                    <a:pt x="4709698" y="0"/>
                  </a:lnTo>
                  <a:lnTo>
                    <a:pt x="4708853" y="0"/>
                  </a:lnTo>
                  <a:lnTo>
                    <a:pt x="4708008" y="0"/>
                  </a:lnTo>
                  <a:lnTo>
                    <a:pt x="4707163" y="0"/>
                  </a:lnTo>
                  <a:lnTo>
                    <a:pt x="4706318" y="0"/>
                  </a:lnTo>
                  <a:lnTo>
                    <a:pt x="4705472" y="0"/>
                  </a:lnTo>
                  <a:lnTo>
                    <a:pt x="4704627" y="0"/>
                  </a:lnTo>
                  <a:lnTo>
                    <a:pt x="4703782" y="0"/>
                  </a:lnTo>
                  <a:lnTo>
                    <a:pt x="4702937" y="0"/>
                  </a:lnTo>
                  <a:lnTo>
                    <a:pt x="4702092" y="0"/>
                  </a:lnTo>
                  <a:lnTo>
                    <a:pt x="4701247" y="0"/>
                  </a:lnTo>
                  <a:lnTo>
                    <a:pt x="4700402" y="0"/>
                  </a:lnTo>
                  <a:lnTo>
                    <a:pt x="4699557" y="0"/>
                  </a:lnTo>
                  <a:lnTo>
                    <a:pt x="4698712" y="0"/>
                  </a:lnTo>
                  <a:lnTo>
                    <a:pt x="4697867" y="0"/>
                  </a:lnTo>
                  <a:lnTo>
                    <a:pt x="4697022" y="0"/>
                  </a:lnTo>
                  <a:lnTo>
                    <a:pt x="4696176" y="0"/>
                  </a:lnTo>
                  <a:lnTo>
                    <a:pt x="4695331" y="0"/>
                  </a:lnTo>
                  <a:lnTo>
                    <a:pt x="4694486" y="0"/>
                  </a:lnTo>
                  <a:lnTo>
                    <a:pt x="4693641" y="0"/>
                  </a:lnTo>
                  <a:lnTo>
                    <a:pt x="4692796" y="0"/>
                  </a:lnTo>
                  <a:lnTo>
                    <a:pt x="4691951" y="0"/>
                  </a:lnTo>
                  <a:lnTo>
                    <a:pt x="4691106" y="0"/>
                  </a:lnTo>
                  <a:lnTo>
                    <a:pt x="4690261" y="0"/>
                  </a:lnTo>
                  <a:lnTo>
                    <a:pt x="4689416" y="0"/>
                  </a:lnTo>
                  <a:lnTo>
                    <a:pt x="4688571" y="0"/>
                  </a:lnTo>
                  <a:lnTo>
                    <a:pt x="4687726" y="0"/>
                  </a:lnTo>
                  <a:lnTo>
                    <a:pt x="4686880" y="0"/>
                  </a:lnTo>
                  <a:lnTo>
                    <a:pt x="4686035" y="0"/>
                  </a:lnTo>
                  <a:lnTo>
                    <a:pt x="4685190" y="0"/>
                  </a:lnTo>
                  <a:lnTo>
                    <a:pt x="4684345" y="0"/>
                  </a:lnTo>
                  <a:lnTo>
                    <a:pt x="4683500" y="0"/>
                  </a:lnTo>
                  <a:lnTo>
                    <a:pt x="4682655" y="0"/>
                  </a:lnTo>
                  <a:lnTo>
                    <a:pt x="4681810" y="0"/>
                  </a:lnTo>
                  <a:lnTo>
                    <a:pt x="4680965" y="0"/>
                  </a:lnTo>
                  <a:lnTo>
                    <a:pt x="4680120" y="0"/>
                  </a:lnTo>
                  <a:lnTo>
                    <a:pt x="4679275" y="0"/>
                  </a:lnTo>
                  <a:lnTo>
                    <a:pt x="4678430" y="0"/>
                  </a:lnTo>
                  <a:lnTo>
                    <a:pt x="4677584" y="0"/>
                  </a:lnTo>
                  <a:lnTo>
                    <a:pt x="4676739" y="0"/>
                  </a:lnTo>
                  <a:lnTo>
                    <a:pt x="4675894" y="0"/>
                  </a:lnTo>
                  <a:lnTo>
                    <a:pt x="4675049" y="0"/>
                  </a:lnTo>
                  <a:lnTo>
                    <a:pt x="4674204" y="0"/>
                  </a:lnTo>
                  <a:lnTo>
                    <a:pt x="4673359" y="0"/>
                  </a:lnTo>
                  <a:lnTo>
                    <a:pt x="4672514" y="0"/>
                  </a:lnTo>
                  <a:lnTo>
                    <a:pt x="4671669" y="0"/>
                  </a:lnTo>
                  <a:lnTo>
                    <a:pt x="4670824" y="0"/>
                  </a:lnTo>
                  <a:lnTo>
                    <a:pt x="4669979" y="0"/>
                  </a:lnTo>
                  <a:lnTo>
                    <a:pt x="4669134" y="0"/>
                  </a:lnTo>
                  <a:lnTo>
                    <a:pt x="4668288" y="0"/>
                  </a:lnTo>
                  <a:lnTo>
                    <a:pt x="4667443" y="0"/>
                  </a:lnTo>
                  <a:lnTo>
                    <a:pt x="4666598" y="0"/>
                  </a:lnTo>
                  <a:lnTo>
                    <a:pt x="4665753" y="0"/>
                  </a:lnTo>
                  <a:lnTo>
                    <a:pt x="4664908" y="0"/>
                  </a:lnTo>
                  <a:lnTo>
                    <a:pt x="4664063" y="0"/>
                  </a:lnTo>
                  <a:lnTo>
                    <a:pt x="4663218" y="0"/>
                  </a:lnTo>
                  <a:lnTo>
                    <a:pt x="4662373" y="0"/>
                  </a:lnTo>
                  <a:lnTo>
                    <a:pt x="4661528" y="0"/>
                  </a:lnTo>
                  <a:lnTo>
                    <a:pt x="4660683" y="0"/>
                  </a:lnTo>
                  <a:lnTo>
                    <a:pt x="4659837" y="0"/>
                  </a:lnTo>
                  <a:lnTo>
                    <a:pt x="4658992" y="0"/>
                  </a:lnTo>
                  <a:lnTo>
                    <a:pt x="4658147" y="0"/>
                  </a:lnTo>
                  <a:lnTo>
                    <a:pt x="4657302" y="0"/>
                  </a:lnTo>
                  <a:lnTo>
                    <a:pt x="4656457" y="0"/>
                  </a:lnTo>
                  <a:lnTo>
                    <a:pt x="4655612" y="0"/>
                  </a:lnTo>
                  <a:lnTo>
                    <a:pt x="4654767" y="0"/>
                  </a:lnTo>
                  <a:lnTo>
                    <a:pt x="4653922" y="0"/>
                  </a:lnTo>
                  <a:lnTo>
                    <a:pt x="4653077" y="0"/>
                  </a:lnTo>
                  <a:lnTo>
                    <a:pt x="4652232" y="0"/>
                  </a:lnTo>
                  <a:lnTo>
                    <a:pt x="4651387" y="0"/>
                  </a:lnTo>
                  <a:lnTo>
                    <a:pt x="4650541" y="0"/>
                  </a:lnTo>
                  <a:lnTo>
                    <a:pt x="4649696" y="0"/>
                  </a:lnTo>
                  <a:lnTo>
                    <a:pt x="4648851" y="0"/>
                  </a:lnTo>
                  <a:lnTo>
                    <a:pt x="4648006" y="0"/>
                  </a:lnTo>
                  <a:lnTo>
                    <a:pt x="4647161" y="0"/>
                  </a:lnTo>
                  <a:lnTo>
                    <a:pt x="4646316" y="0"/>
                  </a:lnTo>
                  <a:lnTo>
                    <a:pt x="4645471" y="0"/>
                  </a:lnTo>
                  <a:lnTo>
                    <a:pt x="4644626" y="0"/>
                  </a:lnTo>
                  <a:lnTo>
                    <a:pt x="4643781" y="0"/>
                  </a:lnTo>
                  <a:lnTo>
                    <a:pt x="4642936" y="0"/>
                  </a:lnTo>
                  <a:lnTo>
                    <a:pt x="4642091" y="0"/>
                  </a:lnTo>
                  <a:lnTo>
                    <a:pt x="4641245" y="0"/>
                  </a:lnTo>
                  <a:lnTo>
                    <a:pt x="4640400" y="0"/>
                  </a:lnTo>
                  <a:lnTo>
                    <a:pt x="4639555" y="0"/>
                  </a:lnTo>
                  <a:lnTo>
                    <a:pt x="4638710" y="0"/>
                  </a:lnTo>
                  <a:lnTo>
                    <a:pt x="4637865" y="0"/>
                  </a:lnTo>
                  <a:lnTo>
                    <a:pt x="4637020" y="0"/>
                  </a:lnTo>
                  <a:lnTo>
                    <a:pt x="4636175" y="0"/>
                  </a:lnTo>
                  <a:lnTo>
                    <a:pt x="4635330" y="0"/>
                  </a:lnTo>
                  <a:lnTo>
                    <a:pt x="4634485" y="0"/>
                  </a:lnTo>
                  <a:lnTo>
                    <a:pt x="4633640" y="0"/>
                  </a:lnTo>
                  <a:lnTo>
                    <a:pt x="4632795" y="0"/>
                  </a:lnTo>
                  <a:lnTo>
                    <a:pt x="4631949" y="0"/>
                  </a:lnTo>
                  <a:lnTo>
                    <a:pt x="4631104" y="0"/>
                  </a:lnTo>
                  <a:lnTo>
                    <a:pt x="4630259" y="0"/>
                  </a:lnTo>
                  <a:lnTo>
                    <a:pt x="4629414" y="0"/>
                  </a:lnTo>
                  <a:lnTo>
                    <a:pt x="4628569" y="0"/>
                  </a:lnTo>
                  <a:lnTo>
                    <a:pt x="4627724" y="0"/>
                  </a:lnTo>
                  <a:lnTo>
                    <a:pt x="4626879" y="0"/>
                  </a:lnTo>
                  <a:lnTo>
                    <a:pt x="4626034" y="0"/>
                  </a:lnTo>
                  <a:lnTo>
                    <a:pt x="4625189" y="0"/>
                  </a:lnTo>
                  <a:lnTo>
                    <a:pt x="4624344" y="0"/>
                  </a:lnTo>
                  <a:lnTo>
                    <a:pt x="4623499" y="0"/>
                  </a:lnTo>
                  <a:lnTo>
                    <a:pt x="4622653" y="0"/>
                  </a:lnTo>
                  <a:lnTo>
                    <a:pt x="4621808" y="0"/>
                  </a:lnTo>
                  <a:lnTo>
                    <a:pt x="4620963" y="0"/>
                  </a:lnTo>
                  <a:lnTo>
                    <a:pt x="4620118" y="0"/>
                  </a:lnTo>
                  <a:lnTo>
                    <a:pt x="4619273" y="0"/>
                  </a:lnTo>
                  <a:lnTo>
                    <a:pt x="4618428" y="0"/>
                  </a:lnTo>
                  <a:lnTo>
                    <a:pt x="4617583" y="0"/>
                  </a:lnTo>
                  <a:lnTo>
                    <a:pt x="4616738" y="0"/>
                  </a:lnTo>
                  <a:lnTo>
                    <a:pt x="4615893" y="0"/>
                  </a:lnTo>
                  <a:lnTo>
                    <a:pt x="4615048" y="0"/>
                  </a:lnTo>
                  <a:lnTo>
                    <a:pt x="4614203" y="0"/>
                  </a:lnTo>
                  <a:lnTo>
                    <a:pt x="4613357" y="0"/>
                  </a:lnTo>
                  <a:lnTo>
                    <a:pt x="4612512" y="0"/>
                  </a:lnTo>
                  <a:lnTo>
                    <a:pt x="4611667" y="0"/>
                  </a:lnTo>
                  <a:lnTo>
                    <a:pt x="4610822" y="0"/>
                  </a:lnTo>
                  <a:lnTo>
                    <a:pt x="4609977" y="0"/>
                  </a:lnTo>
                  <a:lnTo>
                    <a:pt x="4609132" y="0"/>
                  </a:lnTo>
                  <a:lnTo>
                    <a:pt x="4608287" y="0"/>
                  </a:lnTo>
                  <a:lnTo>
                    <a:pt x="4607442" y="0"/>
                  </a:lnTo>
                  <a:lnTo>
                    <a:pt x="4606597" y="0"/>
                  </a:lnTo>
                  <a:lnTo>
                    <a:pt x="4605752" y="0"/>
                  </a:lnTo>
                  <a:lnTo>
                    <a:pt x="4604907" y="0"/>
                  </a:lnTo>
                  <a:lnTo>
                    <a:pt x="4604061" y="0"/>
                  </a:lnTo>
                  <a:lnTo>
                    <a:pt x="4603216" y="0"/>
                  </a:lnTo>
                  <a:lnTo>
                    <a:pt x="4602371" y="0"/>
                  </a:lnTo>
                  <a:lnTo>
                    <a:pt x="4601526" y="0"/>
                  </a:lnTo>
                  <a:lnTo>
                    <a:pt x="4600681" y="0"/>
                  </a:lnTo>
                  <a:lnTo>
                    <a:pt x="4599836" y="0"/>
                  </a:lnTo>
                  <a:lnTo>
                    <a:pt x="4598991" y="0"/>
                  </a:lnTo>
                  <a:lnTo>
                    <a:pt x="4598146" y="0"/>
                  </a:lnTo>
                  <a:lnTo>
                    <a:pt x="4597301" y="0"/>
                  </a:lnTo>
                  <a:lnTo>
                    <a:pt x="4596456" y="0"/>
                  </a:lnTo>
                  <a:lnTo>
                    <a:pt x="4595610" y="0"/>
                  </a:lnTo>
                  <a:lnTo>
                    <a:pt x="4594765" y="0"/>
                  </a:lnTo>
                  <a:lnTo>
                    <a:pt x="4593920" y="0"/>
                  </a:lnTo>
                  <a:lnTo>
                    <a:pt x="4593075" y="0"/>
                  </a:lnTo>
                  <a:lnTo>
                    <a:pt x="4592230" y="0"/>
                  </a:lnTo>
                  <a:lnTo>
                    <a:pt x="4591385" y="0"/>
                  </a:lnTo>
                  <a:lnTo>
                    <a:pt x="4590540" y="0"/>
                  </a:lnTo>
                  <a:lnTo>
                    <a:pt x="4589695" y="0"/>
                  </a:lnTo>
                  <a:lnTo>
                    <a:pt x="4588850" y="0"/>
                  </a:lnTo>
                  <a:lnTo>
                    <a:pt x="4588005" y="0"/>
                  </a:lnTo>
                  <a:lnTo>
                    <a:pt x="4587160" y="0"/>
                  </a:lnTo>
                  <a:lnTo>
                    <a:pt x="4586314" y="0"/>
                  </a:lnTo>
                  <a:lnTo>
                    <a:pt x="4585469" y="0"/>
                  </a:lnTo>
                  <a:lnTo>
                    <a:pt x="4584624" y="0"/>
                  </a:lnTo>
                  <a:lnTo>
                    <a:pt x="4583779" y="0"/>
                  </a:lnTo>
                  <a:lnTo>
                    <a:pt x="4582934" y="0"/>
                  </a:lnTo>
                  <a:lnTo>
                    <a:pt x="4582089" y="0"/>
                  </a:lnTo>
                  <a:lnTo>
                    <a:pt x="4581244" y="0"/>
                  </a:lnTo>
                  <a:lnTo>
                    <a:pt x="4580399" y="0"/>
                  </a:lnTo>
                  <a:lnTo>
                    <a:pt x="4579554" y="0"/>
                  </a:lnTo>
                  <a:lnTo>
                    <a:pt x="4578709" y="0"/>
                  </a:lnTo>
                  <a:lnTo>
                    <a:pt x="4577864" y="0"/>
                  </a:lnTo>
                  <a:lnTo>
                    <a:pt x="4577018" y="0"/>
                  </a:lnTo>
                  <a:lnTo>
                    <a:pt x="4576173" y="0"/>
                  </a:lnTo>
                  <a:lnTo>
                    <a:pt x="4575328" y="0"/>
                  </a:lnTo>
                  <a:lnTo>
                    <a:pt x="4574483" y="0"/>
                  </a:lnTo>
                  <a:lnTo>
                    <a:pt x="4573638" y="0"/>
                  </a:lnTo>
                  <a:lnTo>
                    <a:pt x="4572793" y="0"/>
                  </a:lnTo>
                  <a:lnTo>
                    <a:pt x="4571948" y="0"/>
                  </a:lnTo>
                  <a:lnTo>
                    <a:pt x="4571103" y="0"/>
                  </a:lnTo>
                  <a:lnTo>
                    <a:pt x="4570258" y="0"/>
                  </a:lnTo>
                  <a:lnTo>
                    <a:pt x="4569413" y="0"/>
                  </a:lnTo>
                  <a:lnTo>
                    <a:pt x="4568568" y="0"/>
                  </a:lnTo>
                  <a:lnTo>
                    <a:pt x="4567722" y="0"/>
                  </a:lnTo>
                  <a:lnTo>
                    <a:pt x="4566877" y="0"/>
                  </a:lnTo>
                  <a:lnTo>
                    <a:pt x="4566032" y="0"/>
                  </a:lnTo>
                  <a:lnTo>
                    <a:pt x="4565187" y="0"/>
                  </a:lnTo>
                  <a:lnTo>
                    <a:pt x="4564342" y="0"/>
                  </a:lnTo>
                  <a:lnTo>
                    <a:pt x="4563497" y="0"/>
                  </a:lnTo>
                  <a:lnTo>
                    <a:pt x="4562652" y="0"/>
                  </a:lnTo>
                  <a:lnTo>
                    <a:pt x="4561807" y="0"/>
                  </a:lnTo>
                  <a:lnTo>
                    <a:pt x="4560962" y="0"/>
                  </a:lnTo>
                  <a:lnTo>
                    <a:pt x="4560117" y="0"/>
                  </a:lnTo>
                  <a:lnTo>
                    <a:pt x="4559272" y="0"/>
                  </a:lnTo>
                  <a:lnTo>
                    <a:pt x="4558426" y="0"/>
                  </a:lnTo>
                  <a:lnTo>
                    <a:pt x="4557581" y="0"/>
                  </a:lnTo>
                  <a:lnTo>
                    <a:pt x="4556736" y="0"/>
                  </a:lnTo>
                  <a:lnTo>
                    <a:pt x="4555891" y="0"/>
                  </a:lnTo>
                  <a:lnTo>
                    <a:pt x="4555046" y="0"/>
                  </a:lnTo>
                  <a:lnTo>
                    <a:pt x="4554201" y="0"/>
                  </a:lnTo>
                  <a:lnTo>
                    <a:pt x="4553356" y="0"/>
                  </a:lnTo>
                  <a:lnTo>
                    <a:pt x="4552511" y="0"/>
                  </a:lnTo>
                  <a:lnTo>
                    <a:pt x="4551666" y="0"/>
                  </a:lnTo>
                  <a:lnTo>
                    <a:pt x="4550821" y="0"/>
                  </a:lnTo>
                  <a:lnTo>
                    <a:pt x="4549976" y="0"/>
                  </a:lnTo>
                  <a:lnTo>
                    <a:pt x="4549130" y="0"/>
                  </a:lnTo>
                  <a:lnTo>
                    <a:pt x="4548285" y="0"/>
                  </a:lnTo>
                  <a:lnTo>
                    <a:pt x="4547440" y="0"/>
                  </a:lnTo>
                  <a:lnTo>
                    <a:pt x="4546595" y="0"/>
                  </a:lnTo>
                  <a:lnTo>
                    <a:pt x="4545750" y="0"/>
                  </a:lnTo>
                  <a:lnTo>
                    <a:pt x="4544905" y="0"/>
                  </a:lnTo>
                  <a:lnTo>
                    <a:pt x="4544060" y="0"/>
                  </a:lnTo>
                  <a:lnTo>
                    <a:pt x="4543215" y="0"/>
                  </a:lnTo>
                  <a:lnTo>
                    <a:pt x="4542370" y="0"/>
                  </a:lnTo>
                  <a:lnTo>
                    <a:pt x="4541525" y="0"/>
                  </a:lnTo>
                  <a:lnTo>
                    <a:pt x="4540680" y="0"/>
                  </a:lnTo>
                  <a:lnTo>
                    <a:pt x="4539834" y="0"/>
                  </a:lnTo>
                  <a:lnTo>
                    <a:pt x="4538989" y="0"/>
                  </a:lnTo>
                  <a:lnTo>
                    <a:pt x="4538144" y="0"/>
                  </a:lnTo>
                  <a:lnTo>
                    <a:pt x="4537299" y="0"/>
                  </a:lnTo>
                  <a:lnTo>
                    <a:pt x="4536454" y="0"/>
                  </a:lnTo>
                  <a:lnTo>
                    <a:pt x="4535609" y="0"/>
                  </a:lnTo>
                  <a:lnTo>
                    <a:pt x="4534764" y="0"/>
                  </a:lnTo>
                  <a:lnTo>
                    <a:pt x="4533919" y="0"/>
                  </a:lnTo>
                  <a:lnTo>
                    <a:pt x="4533074" y="0"/>
                  </a:lnTo>
                  <a:lnTo>
                    <a:pt x="4532229" y="0"/>
                  </a:lnTo>
                  <a:lnTo>
                    <a:pt x="4531383" y="0"/>
                  </a:lnTo>
                  <a:lnTo>
                    <a:pt x="4530538" y="0"/>
                  </a:lnTo>
                  <a:lnTo>
                    <a:pt x="4529693" y="0"/>
                  </a:lnTo>
                  <a:lnTo>
                    <a:pt x="4528848" y="0"/>
                  </a:lnTo>
                  <a:lnTo>
                    <a:pt x="4528003" y="0"/>
                  </a:lnTo>
                  <a:lnTo>
                    <a:pt x="4527158" y="0"/>
                  </a:lnTo>
                  <a:lnTo>
                    <a:pt x="4526313" y="0"/>
                  </a:lnTo>
                  <a:lnTo>
                    <a:pt x="4525468" y="0"/>
                  </a:lnTo>
                  <a:lnTo>
                    <a:pt x="4524623" y="0"/>
                  </a:lnTo>
                  <a:lnTo>
                    <a:pt x="4523778" y="0"/>
                  </a:lnTo>
                  <a:lnTo>
                    <a:pt x="4522933" y="0"/>
                  </a:lnTo>
                  <a:lnTo>
                    <a:pt x="4522087" y="0"/>
                  </a:lnTo>
                  <a:lnTo>
                    <a:pt x="4521242" y="0"/>
                  </a:lnTo>
                  <a:lnTo>
                    <a:pt x="4520397" y="0"/>
                  </a:lnTo>
                  <a:lnTo>
                    <a:pt x="4519552" y="0"/>
                  </a:lnTo>
                  <a:lnTo>
                    <a:pt x="4518707" y="0"/>
                  </a:lnTo>
                  <a:lnTo>
                    <a:pt x="4517862" y="0"/>
                  </a:lnTo>
                  <a:lnTo>
                    <a:pt x="4517017" y="0"/>
                  </a:lnTo>
                  <a:lnTo>
                    <a:pt x="4516172" y="0"/>
                  </a:lnTo>
                  <a:lnTo>
                    <a:pt x="4515327" y="0"/>
                  </a:lnTo>
                  <a:lnTo>
                    <a:pt x="4514482" y="0"/>
                  </a:lnTo>
                  <a:lnTo>
                    <a:pt x="4513637" y="0"/>
                  </a:lnTo>
                  <a:lnTo>
                    <a:pt x="4512791" y="0"/>
                  </a:lnTo>
                  <a:lnTo>
                    <a:pt x="4511946" y="0"/>
                  </a:lnTo>
                  <a:lnTo>
                    <a:pt x="4511101" y="0"/>
                  </a:lnTo>
                  <a:lnTo>
                    <a:pt x="4510256" y="0"/>
                  </a:lnTo>
                  <a:lnTo>
                    <a:pt x="4509411" y="0"/>
                  </a:lnTo>
                  <a:lnTo>
                    <a:pt x="4508566" y="0"/>
                  </a:lnTo>
                  <a:lnTo>
                    <a:pt x="4507721" y="0"/>
                  </a:lnTo>
                  <a:lnTo>
                    <a:pt x="4506876" y="0"/>
                  </a:lnTo>
                  <a:lnTo>
                    <a:pt x="4506031" y="0"/>
                  </a:lnTo>
                  <a:lnTo>
                    <a:pt x="4505186" y="0"/>
                  </a:lnTo>
                  <a:lnTo>
                    <a:pt x="4504341" y="0"/>
                  </a:lnTo>
                  <a:lnTo>
                    <a:pt x="4503495" y="0"/>
                  </a:lnTo>
                  <a:lnTo>
                    <a:pt x="4502650" y="0"/>
                  </a:lnTo>
                  <a:lnTo>
                    <a:pt x="4501805" y="0"/>
                  </a:lnTo>
                  <a:lnTo>
                    <a:pt x="4500960" y="0"/>
                  </a:lnTo>
                  <a:lnTo>
                    <a:pt x="4500115" y="0"/>
                  </a:lnTo>
                  <a:lnTo>
                    <a:pt x="4499270" y="0"/>
                  </a:lnTo>
                  <a:lnTo>
                    <a:pt x="4498425" y="0"/>
                  </a:lnTo>
                  <a:lnTo>
                    <a:pt x="4497580" y="0"/>
                  </a:lnTo>
                  <a:lnTo>
                    <a:pt x="4496735" y="0"/>
                  </a:lnTo>
                  <a:lnTo>
                    <a:pt x="4495890" y="0"/>
                  </a:lnTo>
                  <a:lnTo>
                    <a:pt x="4495045" y="0"/>
                  </a:lnTo>
                  <a:lnTo>
                    <a:pt x="4494199" y="0"/>
                  </a:lnTo>
                  <a:lnTo>
                    <a:pt x="4493354" y="0"/>
                  </a:lnTo>
                  <a:lnTo>
                    <a:pt x="4492509" y="0"/>
                  </a:lnTo>
                  <a:lnTo>
                    <a:pt x="4491664" y="0"/>
                  </a:lnTo>
                  <a:lnTo>
                    <a:pt x="4490819" y="0"/>
                  </a:lnTo>
                  <a:lnTo>
                    <a:pt x="4489974" y="0"/>
                  </a:lnTo>
                  <a:lnTo>
                    <a:pt x="4489129" y="0"/>
                  </a:lnTo>
                  <a:lnTo>
                    <a:pt x="4488284" y="0"/>
                  </a:lnTo>
                  <a:lnTo>
                    <a:pt x="4487439" y="0"/>
                  </a:lnTo>
                  <a:lnTo>
                    <a:pt x="4486594" y="0"/>
                  </a:lnTo>
                  <a:lnTo>
                    <a:pt x="4485749" y="0"/>
                  </a:lnTo>
                  <a:lnTo>
                    <a:pt x="4484903" y="0"/>
                  </a:lnTo>
                  <a:lnTo>
                    <a:pt x="4484058" y="0"/>
                  </a:lnTo>
                  <a:lnTo>
                    <a:pt x="4483213" y="0"/>
                  </a:lnTo>
                  <a:lnTo>
                    <a:pt x="4482368" y="0"/>
                  </a:lnTo>
                  <a:lnTo>
                    <a:pt x="4481523" y="0"/>
                  </a:lnTo>
                  <a:lnTo>
                    <a:pt x="4480678" y="0"/>
                  </a:lnTo>
                  <a:lnTo>
                    <a:pt x="4479833" y="0"/>
                  </a:lnTo>
                  <a:lnTo>
                    <a:pt x="4478988" y="0"/>
                  </a:lnTo>
                  <a:lnTo>
                    <a:pt x="4478143" y="0"/>
                  </a:lnTo>
                  <a:lnTo>
                    <a:pt x="4477298" y="0"/>
                  </a:lnTo>
                  <a:lnTo>
                    <a:pt x="4476453" y="0"/>
                  </a:lnTo>
                  <a:lnTo>
                    <a:pt x="4475607" y="0"/>
                  </a:lnTo>
                  <a:lnTo>
                    <a:pt x="4474762" y="0"/>
                  </a:lnTo>
                  <a:lnTo>
                    <a:pt x="4473917" y="0"/>
                  </a:lnTo>
                  <a:lnTo>
                    <a:pt x="4473072" y="0"/>
                  </a:lnTo>
                  <a:lnTo>
                    <a:pt x="4472227" y="0"/>
                  </a:lnTo>
                  <a:lnTo>
                    <a:pt x="4471382" y="0"/>
                  </a:lnTo>
                  <a:lnTo>
                    <a:pt x="4470537" y="0"/>
                  </a:lnTo>
                  <a:lnTo>
                    <a:pt x="4469692" y="0"/>
                  </a:lnTo>
                  <a:lnTo>
                    <a:pt x="4468847" y="0"/>
                  </a:lnTo>
                  <a:lnTo>
                    <a:pt x="4468002" y="0"/>
                  </a:lnTo>
                  <a:lnTo>
                    <a:pt x="4467156" y="0"/>
                  </a:lnTo>
                  <a:lnTo>
                    <a:pt x="4466311" y="0"/>
                  </a:lnTo>
                  <a:lnTo>
                    <a:pt x="4465466" y="0"/>
                  </a:lnTo>
                  <a:lnTo>
                    <a:pt x="4464621" y="0"/>
                  </a:lnTo>
                  <a:lnTo>
                    <a:pt x="4463776" y="0"/>
                  </a:lnTo>
                  <a:lnTo>
                    <a:pt x="4462931" y="0"/>
                  </a:lnTo>
                  <a:lnTo>
                    <a:pt x="4462086" y="0"/>
                  </a:lnTo>
                  <a:lnTo>
                    <a:pt x="4461241" y="0"/>
                  </a:lnTo>
                  <a:lnTo>
                    <a:pt x="4460396" y="0"/>
                  </a:lnTo>
                  <a:lnTo>
                    <a:pt x="4459551" y="0"/>
                  </a:lnTo>
                  <a:lnTo>
                    <a:pt x="4458706" y="0"/>
                  </a:lnTo>
                  <a:lnTo>
                    <a:pt x="4457860" y="0"/>
                  </a:lnTo>
                  <a:lnTo>
                    <a:pt x="4457015" y="0"/>
                  </a:lnTo>
                  <a:lnTo>
                    <a:pt x="4456170" y="0"/>
                  </a:lnTo>
                  <a:lnTo>
                    <a:pt x="4455325" y="0"/>
                  </a:lnTo>
                  <a:lnTo>
                    <a:pt x="4454480" y="0"/>
                  </a:lnTo>
                  <a:lnTo>
                    <a:pt x="4453635" y="0"/>
                  </a:lnTo>
                  <a:lnTo>
                    <a:pt x="4452790" y="0"/>
                  </a:lnTo>
                  <a:lnTo>
                    <a:pt x="4451945" y="0"/>
                  </a:lnTo>
                  <a:lnTo>
                    <a:pt x="4451100" y="0"/>
                  </a:lnTo>
                  <a:lnTo>
                    <a:pt x="4450255" y="0"/>
                  </a:lnTo>
                  <a:lnTo>
                    <a:pt x="4449410" y="0"/>
                  </a:lnTo>
                  <a:lnTo>
                    <a:pt x="4448564" y="0"/>
                  </a:lnTo>
                  <a:lnTo>
                    <a:pt x="4447719" y="0"/>
                  </a:lnTo>
                  <a:lnTo>
                    <a:pt x="4446874" y="0"/>
                  </a:lnTo>
                  <a:lnTo>
                    <a:pt x="4446029" y="0"/>
                  </a:lnTo>
                  <a:lnTo>
                    <a:pt x="4445184" y="0"/>
                  </a:lnTo>
                  <a:lnTo>
                    <a:pt x="4444339" y="0"/>
                  </a:lnTo>
                  <a:lnTo>
                    <a:pt x="4443494" y="0"/>
                  </a:lnTo>
                  <a:lnTo>
                    <a:pt x="4442649" y="0"/>
                  </a:lnTo>
                  <a:lnTo>
                    <a:pt x="4441804" y="0"/>
                  </a:lnTo>
                  <a:lnTo>
                    <a:pt x="4440959" y="0"/>
                  </a:lnTo>
                  <a:lnTo>
                    <a:pt x="4440114" y="0"/>
                  </a:lnTo>
                  <a:lnTo>
                    <a:pt x="4439268" y="0"/>
                  </a:lnTo>
                  <a:lnTo>
                    <a:pt x="4438423" y="0"/>
                  </a:lnTo>
                  <a:lnTo>
                    <a:pt x="4437578" y="0"/>
                  </a:lnTo>
                  <a:lnTo>
                    <a:pt x="4436733" y="0"/>
                  </a:lnTo>
                  <a:lnTo>
                    <a:pt x="4435888" y="0"/>
                  </a:lnTo>
                  <a:lnTo>
                    <a:pt x="4435043" y="0"/>
                  </a:lnTo>
                  <a:lnTo>
                    <a:pt x="4434198" y="0"/>
                  </a:lnTo>
                  <a:lnTo>
                    <a:pt x="4433353" y="0"/>
                  </a:lnTo>
                  <a:lnTo>
                    <a:pt x="4432508" y="0"/>
                  </a:lnTo>
                  <a:lnTo>
                    <a:pt x="4431663" y="0"/>
                  </a:lnTo>
                  <a:lnTo>
                    <a:pt x="4430818" y="0"/>
                  </a:lnTo>
                  <a:lnTo>
                    <a:pt x="4429972" y="0"/>
                  </a:lnTo>
                  <a:lnTo>
                    <a:pt x="4429127" y="0"/>
                  </a:lnTo>
                  <a:lnTo>
                    <a:pt x="4428282" y="0"/>
                  </a:lnTo>
                  <a:lnTo>
                    <a:pt x="4427437" y="0"/>
                  </a:lnTo>
                  <a:lnTo>
                    <a:pt x="4426592" y="0"/>
                  </a:lnTo>
                  <a:lnTo>
                    <a:pt x="4425747" y="0"/>
                  </a:lnTo>
                  <a:lnTo>
                    <a:pt x="4424902" y="0"/>
                  </a:lnTo>
                  <a:lnTo>
                    <a:pt x="4424057" y="0"/>
                  </a:lnTo>
                  <a:lnTo>
                    <a:pt x="4423212" y="0"/>
                  </a:lnTo>
                  <a:lnTo>
                    <a:pt x="4422367" y="0"/>
                  </a:lnTo>
                  <a:lnTo>
                    <a:pt x="4421522" y="0"/>
                  </a:lnTo>
                  <a:lnTo>
                    <a:pt x="4420676" y="0"/>
                  </a:lnTo>
                  <a:lnTo>
                    <a:pt x="4419831" y="0"/>
                  </a:lnTo>
                  <a:lnTo>
                    <a:pt x="4418986" y="0"/>
                  </a:lnTo>
                  <a:lnTo>
                    <a:pt x="4418141" y="0"/>
                  </a:lnTo>
                  <a:lnTo>
                    <a:pt x="4417296" y="0"/>
                  </a:lnTo>
                  <a:lnTo>
                    <a:pt x="4416451" y="0"/>
                  </a:lnTo>
                  <a:lnTo>
                    <a:pt x="4415606" y="0"/>
                  </a:lnTo>
                  <a:lnTo>
                    <a:pt x="4414761" y="0"/>
                  </a:lnTo>
                  <a:lnTo>
                    <a:pt x="4413916" y="0"/>
                  </a:lnTo>
                  <a:lnTo>
                    <a:pt x="4413071" y="0"/>
                  </a:lnTo>
                  <a:lnTo>
                    <a:pt x="4412226" y="0"/>
                  </a:lnTo>
                  <a:lnTo>
                    <a:pt x="4411380" y="0"/>
                  </a:lnTo>
                  <a:lnTo>
                    <a:pt x="4410535" y="0"/>
                  </a:lnTo>
                  <a:lnTo>
                    <a:pt x="4409690" y="0"/>
                  </a:lnTo>
                  <a:lnTo>
                    <a:pt x="4408845" y="0"/>
                  </a:lnTo>
                  <a:lnTo>
                    <a:pt x="4408000" y="0"/>
                  </a:lnTo>
                  <a:lnTo>
                    <a:pt x="4407155" y="0"/>
                  </a:lnTo>
                  <a:lnTo>
                    <a:pt x="4406310" y="0"/>
                  </a:lnTo>
                  <a:lnTo>
                    <a:pt x="4405465" y="0"/>
                  </a:lnTo>
                  <a:lnTo>
                    <a:pt x="4404620" y="0"/>
                  </a:lnTo>
                  <a:lnTo>
                    <a:pt x="4403775" y="0"/>
                  </a:lnTo>
                  <a:lnTo>
                    <a:pt x="4402929" y="0"/>
                  </a:lnTo>
                  <a:lnTo>
                    <a:pt x="4402084" y="0"/>
                  </a:lnTo>
                  <a:lnTo>
                    <a:pt x="4401239" y="0"/>
                  </a:lnTo>
                  <a:lnTo>
                    <a:pt x="4400394" y="0"/>
                  </a:lnTo>
                  <a:lnTo>
                    <a:pt x="4399549" y="0"/>
                  </a:lnTo>
                  <a:lnTo>
                    <a:pt x="4398704" y="0"/>
                  </a:lnTo>
                  <a:lnTo>
                    <a:pt x="4397859" y="0"/>
                  </a:lnTo>
                  <a:lnTo>
                    <a:pt x="4397014" y="0"/>
                  </a:lnTo>
                  <a:lnTo>
                    <a:pt x="4396169" y="0"/>
                  </a:lnTo>
                  <a:lnTo>
                    <a:pt x="4395324" y="0"/>
                  </a:lnTo>
                  <a:lnTo>
                    <a:pt x="4394479" y="0"/>
                  </a:lnTo>
                  <a:lnTo>
                    <a:pt x="4393633" y="0"/>
                  </a:lnTo>
                  <a:lnTo>
                    <a:pt x="4392788" y="0"/>
                  </a:lnTo>
                  <a:lnTo>
                    <a:pt x="4391943" y="0"/>
                  </a:lnTo>
                  <a:lnTo>
                    <a:pt x="4391098" y="0"/>
                  </a:lnTo>
                  <a:lnTo>
                    <a:pt x="4390253" y="0"/>
                  </a:lnTo>
                  <a:lnTo>
                    <a:pt x="4389408" y="0"/>
                  </a:lnTo>
                  <a:lnTo>
                    <a:pt x="4388563" y="0"/>
                  </a:lnTo>
                  <a:lnTo>
                    <a:pt x="4387718" y="0"/>
                  </a:lnTo>
                  <a:lnTo>
                    <a:pt x="4386873" y="0"/>
                  </a:lnTo>
                  <a:lnTo>
                    <a:pt x="4386028" y="0"/>
                  </a:lnTo>
                  <a:lnTo>
                    <a:pt x="4385183" y="0"/>
                  </a:lnTo>
                  <a:lnTo>
                    <a:pt x="4384337" y="0"/>
                  </a:lnTo>
                  <a:lnTo>
                    <a:pt x="4383492" y="0"/>
                  </a:lnTo>
                  <a:lnTo>
                    <a:pt x="4382647" y="0"/>
                  </a:lnTo>
                  <a:lnTo>
                    <a:pt x="4381802" y="0"/>
                  </a:lnTo>
                  <a:lnTo>
                    <a:pt x="4380957" y="0"/>
                  </a:lnTo>
                  <a:lnTo>
                    <a:pt x="4380112" y="0"/>
                  </a:lnTo>
                  <a:lnTo>
                    <a:pt x="4379267" y="0"/>
                  </a:lnTo>
                  <a:lnTo>
                    <a:pt x="4378422" y="0"/>
                  </a:lnTo>
                  <a:lnTo>
                    <a:pt x="4377577" y="0"/>
                  </a:lnTo>
                  <a:lnTo>
                    <a:pt x="4376732" y="0"/>
                  </a:lnTo>
                  <a:lnTo>
                    <a:pt x="4375887" y="0"/>
                  </a:lnTo>
                  <a:lnTo>
                    <a:pt x="4375041" y="0"/>
                  </a:lnTo>
                  <a:lnTo>
                    <a:pt x="4374196" y="0"/>
                  </a:lnTo>
                  <a:lnTo>
                    <a:pt x="4373351" y="0"/>
                  </a:lnTo>
                  <a:lnTo>
                    <a:pt x="4372506" y="0"/>
                  </a:lnTo>
                  <a:lnTo>
                    <a:pt x="4371661" y="0"/>
                  </a:lnTo>
                  <a:lnTo>
                    <a:pt x="4370816" y="0"/>
                  </a:lnTo>
                  <a:lnTo>
                    <a:pt x="4369971" y="0"/>
                  </a:lnTo>
                  <a:lnTo>
                    <a:pt x="4369126" y="0"/>
                  </a:lnTo>
                  <a:lnTo>
                    <a:pt x="4368281" y="0"/>
                  </a:lnTo>
                  <a:lnTo>
                    <a:pt x="4367436" y="0"/>
                  </a:lnTo>
                  <a:lnTo>
                    <a:pt x="4366591" y="0"/>
                  </a:lnTo>
                  <a:lnTo>
                    <a:pt x="4365745" y="0"/>
                  </a:lnTo>
                  <a:lnTo>
                    <a:pt x="4364900" y="0"/>
                  </a:lnTo>
                  <a:lnTo>
                    <a:pt x="4364055" y="0"/>
                  </a:lnTo>
                  <a:lnTo>
                    <a:pt x="4363210" y="0"/>
                  </a:lnTo>
                  <a:lnTo>
                    <a:pt x="4362365" y="0"/>
                  </a:lnTo>
                  <a:lnTo>
                    <a:pt x="4361520" y="0"/>
                  </a:lnTo>
                  <a:lnTo>
                    <a:pt x="4360675" y="0"/>
                  </a:lnTo>
                  <a:lnTo>
                    <a:pt x="4359830" y="0"/>
                  </a:lnTo>
                  <a:lnTo>
                    <a:pt x="4358985" y="0"/>
                  </a:lnTo>
                  <a:lnTo>
                    <a:pt x="4358140" y="0"/>
                  </a:lnTo>
                  <a:lnTo>
                    <a:pt x="4357295" y="0"/>
                  </a:lnTo>
                  <a:lnTo>
                    <a:pt x="4356449" y="0"/>
                  </a:lnTo>
                  <a:lnTo>
                    <a:pt x="4355604" y="0"/>
                  </a:lnTo>
                  <a:lnTo>
                    <a:pt x="4354759" y="0"/>
                  </a:lnTo>
                  <a:lnTo>
                    <a:pt x="4353914" y="0"/>
                  </a:lnTo>
                  <a:lnTo>
                    <a:pt x="4353069" y="0"/>
                  </a:lnTo>
                  <a:lnTo>
                    <a:pt x="4352224" y="0"/>
                  </a:lnTo>
                  <a:lnTo>
                    <a:pt x="4351379" y="0"/>
                  </a:lnTo>
                  <a:lnTo>
                    <a:pt x="4350534" y="0"/>
                  </a:lnTo>
                  <a:lnTo>
                    <a:pt x="4349689" y="0"/>
                  </a:lnTo>
                  <a:lnTo>
                    <a:pt x="4348844" y="0"/>
                  </a:lnTo>
                  <a:lnTo>
                    <a:pt x="4347999" y="0"/>
                  </a:lnTo>
                  <a:lnTo>
                    <a:pt x="4347153" y="0"/>
                  </a:lnTo>
                  <a:lnTo>
                    <a:pt x="4346308" y="0"/>
                  </a:lnTo>
                  <a:lnTo>
                    <a:pt x="4345463" y="0"/>
                  </a:lnTo>
                  <a:lnTo>
                    <a:pt x="4344618" y="0"/>
                  </a:lnTo>
                  <a:lnTo>
                    <a:pt x="4343773" y="0"/>
                  </a:lnTo>
                  <a:lnTo>
                    <a:pt x="4342928" y="0"/>
                  </a:lnTo>
                  <a:lnTo>
                    <a:pt x="4342083" y="0"/>
                  </a:lnTo>
                  <a:lnTo>
                    <a:pt x="4341238" y="0"/>
                  </a:lnTo>
                  <a:lnTo>
                    <a:pt x="4340393" y="0"/>
                  </a:lnTo>
                  <a:lnTo>
                    <a:pt x="4339548" y="0"/>
                  </a:lnTo>
                  <a:lnTo>
                    <a:pt x="4338702" y="0"/>
                  </a:lnTo>
                  <a:lnTo>
                    <a:pt x="4337857" y="0"/>
                  </a:lnTo>
                  <a:lnTo>
                    <a:pt x="4337012" y="0"/>
                  </a:lnTo>
                  <a:lnTo>
                    <a:pt x="4336167" y="0"/>
                  </a:lnTo>
                  <a:lnTo>
                    <a:pt x="4335322" y="0"/>
                  </a:lnTo>
                  <a:lnTo>
                    <a:pt x="4334477" y="0"/>
                  </a:lnTo>
                  <a:lnTo>
                    <a:pt x="4333632" y="0"/>
                  </a:lnTo>
                  <a:lnTo>
                    <a:pt x="4332787" y="0"/>
                  </a:lnTo>
                  <a:lnTo>
                    <a:pt x="4331942" y="0"/>
                  </a:lnTo>
                  <a:lnTo>
                    <a:pt x="4331097" y="0"/>
                  </a:lnTo>
                  <a:lnTo>
                    <a:pt x="4330252" y="0"/>
                  </a:lnTo>
                  <a:lnTo>
                    <a:pt x="4329406" y="0"/>
                  </a:lnTo>
                  <a:lnTo>
                    <a:pt x="4328561" y="0"/>
                  </a:lnTo>
                  <a:lnTo>
                    <a:pt x="4327716" y="0"/>
                  </a:lnTo>
                  <a:lnTo>
                    <a:pt x="4326871" y="0"/>
                  </a:lnTo>
                  <a:lnTo>
                    <a:pt x="4326026" y="0"/>
                  </a:lnTo>
                  <a:lnTo>
                    <a:pt x="4325181" y="0"/>
                  </a:lnTo>
                  <a:lnTo>
                    <a:pt x="4324336" y="0"/>
                  </a:lnTo>
                  <a:lnTo>
                    <a:pt x="4323491" y="0"/>
                  </a:lnTo>
                  <a:lnTo>
                    <a:pt x="4322646" y="0"/>
                  </a:lnTo>
                  <a:lnTo>
                    <a:pt x="4321801" y="0"/>
                  </a:lnTo>
                  <a:lnTo>
                    <a:pt x="4320956" y="0"/>
                  </a:lnTo>
                  <a:lnTo>
                    <a:pt x="4320110" y="0"/>
                  </a:lnTo>
                  <a:lnTo>
                    <a:pt x="4319265" y="0"/>
                  </a:lnTo>
                  <a:lnTo>
                    <a:pt x="4318420" y="0"/>
                  </a:lnTo>
                  <a:lnTo>
                    <a:pt x="4317575" y="0"/>
                  </a:lnTo>
                  <a:lnTo>
                    <a:pt x="4316730" y="0"/>
                  </a:lnTo>
                  <a:lnTo>
                    <a:pt x="4315885" y="0"/>
                  </a:lnTo>
                  <a:lnTo>
                    <a:pt x="4315040" y="0"/>
                  </a:lnTo>
                  <a:lnTo>
                    <a:pt x="4314195" y="0"/>
                  </a:lnTo>
                  <a:lnTo>
                    <a:pt x="4313350" y="0"/>
                  </a:lnTo>
                  <a:lnTo>
                    <a:pt x="4312505" y="0"/>
                  </a:lnTo>
                  <a:lnTo>
                    <a:pt x="4311660" y="0"/>
                  </a:lnTo>
                  <a:lnTo>
                    <a:pt x="4310814" y="0"/>
                  </a:lnTo>
                  <a:lnTo>
                    <a:pt x="4309969" y="0"/>
                  </a:lnTo>
                  <a:lnTo>
                    <a:pt x="4309124" y="0"/>
                  </a:lnTo>
                  <a:lnTo>
                    <a:pt x="4308279" y="0"/>
                  </a:lnTo>
                  <a:lnTo>
                    <a:pt x="4307434" y="0"/>
                  </a:lnTo>
                  <a:lnTo>
                    <a:pt x="4306589" y="0"/>
                  </a:lnTo>
                  <a:lnTo>
                    <a:pt x="4305744" y="0"/>
                  </a:lnTo>
                  <a:lnTo>
                    <a:pt x="4304899" y="0"/>
                  </a:lnTo>
                  <a:lnTo>
                    <a:pt x="4304054" y="0"/>
                  </a:lnTo>
                  <a:lnTo>
                    <a:pt x="4303209" y="0"/>
                  </a:lnTo>
                  <a:lnTo>
                    <a:pt x="4302364" y="0"/>
                  </a:lnTo>
                  <a:lnTo>
                    <a:pt x="4301518" y="0"/>
                  </a:lnTo>
                  <a:lnTo>
                    <a:pt x="4300673" y="0"/>
                  </a:lnTo>
                  <a:lnTo>
                    <a:pt x="4299828" y="0"/>
                  </a:lnTo>
                  <a:lnTo>
                    <a:pt x="4298983" y="0"/>
                  </a:lnTo>
                  <a:lnTo>
                    <a:pt x="4298138" y="0"/>
                  </a:lnTo>
                  <a:lnTo>
                    <a:pt x="4297293" y="0"/>
                  </a:lnTo>
                  <a:lnTo>
                    <a:pt x="4296448" y="0"/>
                  </a:lnTo>
                  <a:lnTo>
                    <a:pt x="4295603" y="0"/>
                  </a:lnTo>
                  <a:lnTo>
                    <a:pt x="4294758" y="0"/>
                  </a:lnTo>
                  <a:lnTo>
                    <a:pt x="4293913" y="0"/>
                  </a:lnTo>
                  <a:lnTo>
                    <a:pt x="4293068" y="0"/>
                  </a:lnTo>
                  <a:lnTo>
                    <a:pt x="4292222" y="0"/>
                  </a:lnTo>
                  <a:lnTo>
                    <a:pt x="4291377" y="0"/>
                  </a:lnTo>
                  <a:lnTo>
                    <a:pt x="4290532" y="0"/>
                  </a:lnTo>
                  <a:lnTo>
                    <a:pt x="4289687" y="0"/>
                  </a:lnTo>
                  <a:lnTo>
                    <a:pt x="4288842" y="0"/>
                  </a:lnTo>
                  <a:lnTo>
                    <a:pt x="4287997" y="0"/>
                  </a:lnTo>
                  <a:lnTo>
                    <a:pt x="4287152" y="0"/>
                  </a:lnTo>
                  <a:lnTo>
                    <a:pt x="4286307" y="0"/>
                  </a:lnTo>
                  <a:lnTo>
                    <a:pt x="4285462" y="0"/>
                  </a:lnTo>
                  <a:lnTo>
                    <a:pt x="4284617" y="0"/>
                  </a:lnTo>
                  <a:lnTo>
                    <a:pt x="4283771" y="0"/>
                  </a:lnTo>
                  <a:lnTo>
                    <a:pt x="4282926" y="0"/>
                  </a:lnTo>
                  <a:lnTo>
                    <a:pt x="4282081" y="0"/>
                  </a:lnTo>
                  <a:lnTo>
                    <a:pt x="4281236" y="0"/>
                  </a:lnTo>
                  <a:lnTo>
                    <a:pt x="4280391" y="0"/>
                  </a:lnTo>
                  <a:lnTo>
                    <a:pt x="4279546" y="0"/>
                  </a:lnTo>
                  <a:lnTo>
                    <a:pt x="4278701" y="0"/>
                  </a:lnTo>
                  <a:lnTo>
                    <a:pt x="4277856" y="0"/>
                  </a:lnTo>
                  <a:lnTo>
                    <a:pt x="4277011" y="0"/>
                  </a:lnTo>
                  <a:lnTo>
                    <a:pt x="4276166" y="0"/>
                  </a:lnTo>
                  <a:lnTo>
                    <a:pt x="4275321" y="0"/>
                  </a:lnTo>
                  <a:lnTo>
                    <a:pt x="4274475" y="0"/>
                  </a:lnTo>
                  <a:lnTo>
                    <a:pt x="4273630" y="0"/>
                  </a:lnTo>
                  <a:lnTo>
                    <a:pt x="4272785" y="0"/>
                  </a:lnTo>
                  <a:lnTo>
                    <a:pt x="4271940" y="0"/>
                  </a:lnTo>
                  <a:lnTo>
                    <a:pt x="4271095" y="0"/>
                  </a:lnTo>
                  <a:lnTo>
                    <a:pt x="4270250" y="0"/>
                  </a:lnTo>
                  <a:lnTo>
                    <a:pt x="4269405" y="0"/>
                  </a:lnTo>
                  <a:lnTo>
                    <a:pt x="4268560" y="0"/>
                  </a:lnTo>
                  <a:lnTo>
                    <a:pt x="4267715" y="0"/>
                  </a:lnTo>
                  <a:lnTo>
                    <a:pt x="4266870" y="0"/>
                  </a:lnTo>
                  <a:lnTo>
                    <a:pt x="4266025" y="0"/>
                  </a:lnTo>
                  <a:lnTo>
                    <a:pt x="4265179" y="0"/>
                  </a:lnTo>
                  <a:lnTo>
                    <a:pt x="4264334" y="0"/>
                  </a:lnTo>
                  <a:lnTo>
                    <a:pt x="4263489" y="0"/>
                  </a:lnTo>
                  <a:lnTo>
                    <a:pt x="4262644" y="0"/>
                  </a:lnTo>
                  <a:lnTo>
                    <a:pt x="4261799" y="0"/>
                  </a:lnTo>
                  <a:lnTo>
                    <a:pt x="4260954" y="0"/>
                  </a:lnTo>
                  <a:lnTo>
                    <a:pt x="4260109" y="0"/>
                  </a:lnTo>
                  <a:lnTo>
                    <a:pt x="4259264" y="0"/>
                  </a:lnTo>
                  <a:lnTo>
                    <a:pt x="4258419" y="0"/>
                  </a:lnTo>
                  <a:lnTo>
                    <a:pt x="4257574" y="0"/>
                  </a:lnTo>
                  <a:lnTo>
                    <a:pt x="4256729" y="0"/>
                  </a:lnTo>
                  <a:lnTo>
                    <a:pt x="4255883" y="0"/>
                  </a:lnTo>
                  <a:lnTo>
                    <a:pt x="4255038" y="0"/>
                  </a:lnTo>
                  <a:lnTo>
                    <a:pt x="4254193" y="0"/>
                  </a:lnTo>
                  <a:lnTo>
                    <a:pt x="4253348" y="0"/>
                  </a:lnTo>
                  <a:lnTo>
                    <a:pt x="4252503" y="0"/>
                  </a:lnTo>
                  <a:lnTo>
                    <a:pt x="4251658" y="0"/>
                  </a:lnTo>
                  <a:lnTo>
                    <a:pt x="4250813" y="0"/>
                  </a:lnTo>
                  <a:lnTo>
                    <a:pt x="4249968" y="0"/>
                  </a:lnTo>
                  <a:lnTo>
                    <a:pt x="4249123" y="0"/>
                  </a:lnTo>
                  <a:lnTo>
                    <a:pt x="4248278" y="0"/>
                  </a:lnTo>
                  <a:lnTo>
                    <a:pt x="4247433" y="0"/>
                  </a:lnTo>
                  <a:lnTo>
                    <a:pt x="4246587" y="0"/>
                  </a:lnTo>
                  <a:lnTo>
                    <a:pt x="4245742" y="0"/>
                  </a:lnTo>
                  <a:lnTo>
                    <a:pt x="4244897" y="0"/>
                  </a:lnTo>
                  <a:lnTo>
                    <a:pt x="4244052" y="0"/>
                  </a:lnTo>
                  <a:lnTo>
                    <a:pt x="4243207" y="0"/>
                  </a:lnTo>
                  <a:lnTo>
                    <a:pt x="4242362" y="0"/>
                  </a:lnTo>
                  <a:lnTo>
                    <a:pt x="4241517" y="0"/>
                  </a:lnTo>
                  <a:lnTo>
                    <a:pt x="4240672" y="0"/>
                  </a:lnTo>
                  <a:lnTo>
                    <a:pt x="4239827" y="0"/>
                  </a:lnTo>
                  <a:lnTo>
                    <a:pt x="4238982" y="0"/>
                  </a:lnTo>
                  <a:lnTo>
                    <a:pt x="4238137" y="0"/>
                  </a:lnTo>
                  <a:lnTo>
                    <a:pt x="4237291" y="0"/>
                  </a:lnTo>
                  <a:lnTo>
                    <a:pt x="4236446" y="0"/>
                  </a:lnTo>
                  <a:lnTo>
                    <a:pt x="4235601" y="0"/>
                  </a:lnTo>
                  <a:lnTo>
                    <a:pt x="4234756" y="0"/>
                  </a:lnTo>
                  <a:lnTo>
                    <a:pt x="4233911" y="0"/>
                  </a:lnTo>
                  <a:lnTo>
                    <a:pt x="4233066" y="0"/>
                  </a:lnTo>
                  <a:lnTo>
                    <a:pt x="4232221" y="0"/>
                  </a:lnTo>
                  <a:lnTo>
                    <a:pt x="4231376" y="0"/>
                  </a:lnTo>
                  <a:lnTo>
                    <a:pt x="4230531" y="0"/>
                  </a:lnTo>
                  <a:lnTo>
                    <a:pt x="4229686" y="0"/>
                  </a:lnTo>
                  <a:lnTo>
                    <a:pt x="4228841" y="0"/>
                  </a:lnTo>
                  <a:lnTo>
                    <a:pt x="4227995" y="0"/>
                  </a:lnTo>
                  <a:lnTo>
                    <a:pt x="4227150" y="0"/>
                  </a:lnTo>
                  <a:lnTo>
                    <a:pt x="4226305" y="0"/>
                  </a:lnTo>
                  <a:lnTo>
                    <a:pt x="4225460" y="0"/>
                  </a:lnTo>
                  <a:lnTo>
                    <a:pt x="4224615" y="0"/>
                  </a:lnTo>
                  <a:lnTo>
                    <a:pt x="4223770" y="0"/>
                  </a:lnTo>
                  <a:lnTo>
                    <a:pt x="4222925" y="0"/>
                  </a:lnTo>
                  <a:lnTo>
                    <a:pt x="4222080" y="0"/>
                  </a:lnTo>
                  <a:lnTo>
                    <a:pt x="4221235" y="0"/>
                  </a:lnTo>
                  <a:lnTo>
                    <a:pt x="4220390" y="0"/>
                  </a:lnTo>
                  <a:lnTo>
                    <a:pt x="4219544" y="0"/>
                  </a:lnTo>
                  <a:lnTo>
                    <a:pt x="4218699" y="0"/>
                  </a:lnTo>
                  <a:lnTo>
                    <a:pt x="4217854" y="0"/>
                  </a:lnTo>
                  <a:lnTo>
                    <a:pt x="4217009" y="0"/>
                  </a:lnTo>
                  <a:lnTo>
                    <a:pt x="4216164" y="0"/>
                  </a:lnTo>
                  <a:lnTo>
                    <a:pt x="4215319" y="0"/>
                  </a:lnTo>
                  <a:lnTo>
                    <a:pt x="4214474" y="0"/>
                  </a:lnTo>
                  <a:lnTo>
                    <a:pt x="4213629" y="0"/>
                  </a:lnTo>
                  <a:lnTo>
                    <a:pt x="4212784" y="0"/>
                  </a:lnTo>
                  <a:lnTo>
                    <a:pt x="4211939" y="0"/>
                  </a:lnTo>
                  <a:lnTo>
                    <a:pt x="4211094" y="0"/>
                  </a:lnTo>
                  <a:lnTo>
                    <a:pt x="4210248" y="0"/>
                  </a:lnTo>
                  <a:lnTo>
                    <a:pt x="4209403" y="0"/>
                  </a:lnTo>
                  <a:lnTo>
                    <a:pt x="4208558" y="0"/>
                  </a:lnTo>
                  <a:lnTo>
                    <a:pt x="4207713" y="0"/>
                  </a:lnTo>
                  <a:lnTo>
                    <a:pt x="4206868" y="0"/>
                  </a:lnTo>
                  <a:lnTo>
                    <a:pt x="4206023" y="0"/>
                  </a:lnTo>
                  <a:lnTo>
                    <a:pt x="4205178" y="0"/>
                  </a:lnTo>
                  <a:lnTo>
                    <a:pt x="4204333" y="0"/>
                  </a:lnTo>
                  <a:lnTo>
                    <a:pt x="4203488" y="0"/>
                  </a:lnTo>
                  <a:lnTo>
                    <a:pt x="4202643" y="0"/>
                  </a:lnTo>
                  <a:lnTo>
                    <a:pt x="4201798" y="0"/>
                  </a:lnTo>
                  <a:lnTo>
                    <a:pt x="4200952" y="0"/>
                  </a:lnTo>
                  <a:lnTo>
                    <a:pt x="4200107" y="0"/>
                  </a:lnTo>
                  <a:lnTo>
                    <a:pt x="4199262" y="0"/>
                  </a:lnTo>
                  <a:lnTo>
                    <a:pt x="4198417" y="0"/>
                  </a:lnTo>
                  <a:lnTo>
                    <a:pt x="4197572" y="0"/>
                  </a:lnTo>
                  <a:lnTo>
                    <a:pt x="4196727" y="0"/>
                  </a:lnTo>
                  <a:lnTo>
                    <a:pt x="4195882" y="0"/>
                  </a:lnTo>
                  <a:lnTo>
                    <a:pt x="4195037" y="0"/>
                  </a:lnTo>
                  <a:lnTo>
                    <a:pt x="4194192" y="0"/>
                  </a:lnTo>
                  <a:lnTo>
                    <a:pt x="4193347" y="0"/>
                  </a:lnTo>
                  <a:lnTo>
                    <a:pt x="4192502" y="0"/>
                  </a:lnTo>
                  <a:lnTo>
                    <a:pt x="4191656" y="0"/>
                  </a:lnTo>
                  <a:lnTo>
                    <a:pt x="4190811" y="0"/>
                  </a:lnTo>
                  <a:lnTo>
                    <a:pt x="4189966" y="0"/>
                  </a:lnTo>
                  <a:lnTo>
                    <a:pt x="4189121" y="0"/>
                  </a:lnTo>
                  <a:lnTo>
                    <a:pt x="4188276" y="0"/>
                  </a:lnTo>
                  <a:lnTo>
                    <a:pt x="4187431" y="0"/>
                  </a:lnTo>
                  <a:lnTo>
                    <a:pt x="4186586" y="0"/>
                  </a:lnTo>
                  <a:lnTo>
                    <a:pt x="4185741" y="0"/>
                  </a:lnTo>
                  <a:lnTo>
                    <a:pt x="4184896" y="0"/>
                  </a:lnTo>
                  <a:lnTo>
                    <a:pt x="4184051" y="0"/>
                  </a:lnTo>
                  <a:lnTo>
                    <a:pt x="4183206" y="0"/>
                  </a:lnTo>
                  <a:lnTo>
                    <a:pt x="4182360" y="0"/>
                  </a:lnTo>
                  <a:lnTo>
                    <a:pt x="4181515" y="0"/>
                  </a:lnTo>
                  <a:lnTo>
                    <a:pt x="4180670" y="0"/>
                  </a:lnTo>
                  <a:lnTo>
                    <a:pt x="4179825" y="0"/>
                  </a:lnTo>
                  <a:lnTo>
                    <a:pt x="4178980" y="0"/>
                  </a:lnTo>
                  <a:lnTo>
                    <a:pt x="4178135" y="0"/>
                  </a:lnTo>
                  <a:lnTo>
                    <a:pt x="4177290" y="0"/>
                  </a:lnTo>
                  <a:lnTo>
                    <a:pt x="4176445" y="0"/>
                  </a:lnTo>
                  <a:lnTo>
                    <a:pt x="4175600" y="0"/>
                  </a:lnTo>
                  <a:lnTo>
                    <a:pt x="4174755" y="0"/>
                  </a:lnTo>
                  <a:lnTo>
                    <a:pt x="4173910" y="0"/>
                  </a:lnTo>
                  <a:lnTo>
                    <a:pt x="4173064" y="0"/>
                  </a:lnTo>
                  <a:lnTo>
                    <a:pt x="4172219" y="0"/>
                  </a:lnTo>
                  <a:lnTo>
                    <a:pt x="4171374" y="0"/>
                  </a:lnTo>
                  <a:lnTo>
                    <a:pt x="4170529" y="0"/>
                  </a:lnTo>
                  <a:lnTo>
                    <a:pt x="4169684" y="0"/>
                  </a:lnTo>
                  <a:lnTo>
                    <a:pt x="4168839" y="0"/>
                  </a:lnTo>
                  <a:lnTo>
                    <a:pt x="4167994" y="0"/>
                  </a:lnTo>
                  <a:lnTo>
                    <a:pt x="4167149" y="0"/>
                  </a:lnTo>
                  <a:lnTo>
                    <a:pt x="4166304" y="0"/>
                  </a:lnTo>
                  <a:lnTo>
                    <a:pt x="4165459" y="0"/>
                  </a:lnTo>
                  <a:lnTo>
                    <a:pt x="4164614" y="0"/>
                  </a:lnTo>
                  <a:lnTo>
                    <a:pt x="4163768" y="0"/>
                  </a:lnTo>
                  <a:lnTo>
                    <a:pt x="4162923" y="0"/>
                  </a:lnTo>
                  <a:lnTo>
                    <a:pt x="4162078" y="0"/>
                  </a:lnTo>
                  <a:lnTo>
                    <a:pt x="4161233" y="0"/>
                  </a:lnTo>
                  <a:lnTo>
                    <a:pt x="4160388" y="0"/>
                  </a:lnTo>
                  <a:lnTo>
                    <a:pt x="4159543" y="0"/>
                  </a:lnTo>
                  <a:lnTo>
                    <a:pt x="4158698" y="0"/>
                  </a:lnTo>
                  <a:lnTo>
                    <a:pt x="4157853" y="0"/>
                  </a:lnTo>
                  <a:lnTo>
                    <a:pt x="4157008" y="0"/>
                  </a:lnTo>
                  <a:lnTo>
                    <a:pt x="4156163" y="0"/>
                  </a:lnTo>
                  <a:lnTo>
                    <a:pt x="4155317" y="0"/>
                  </a:lnTo>
                  <a:lnTo>
                    <a:pt x="4154472" y="0"/>
                  </a:lnTo>
                  <a:lnTo>
                    <a:pt x="4153627" y="0"/>
                  </a:lnTo>
                  <a:lnTo>
                    <a:pt x="4152782" y="0"/>
                  </a:lnTo>
                  <a:lnTo>
                    <a:pt x="4151937" y="0"/>
                  </a:lnTo>
                  <a:lnTo>
                    <a:pt x="4151092" y="0"/>
                  </a:lnTo>
                  <a:lnTo>
                    <a:pt x="4150247" y="0"/>
                  </a:lnTo>
                  <a:lnTo>
                    <a:pt x="4149402" y="0"/>
                  </a:lnTo>
                  <a:lnTo>
                    <a:pt x="4148557" y="0"/>
                  </a:lnTo>
                  <a:lnTo>
                    <a:pt x="4147712" y="0"/>
                  </a:lnTo>
                  <a:lnTo>
                    <a:pt x="4146867" y="0"/>
                  </a:lnTo>
                  <a:lnTo>
                    <a:pt x="4146021" y="0"/>
                  </a:lnTo>
                  <a:lnTo>
                    <a:pt x="4145176" y="0"/>
                  </a:lnTo>
                  <a:lnTo>
                    <a:pt x="4144331" y="0"/>
                  </a:lnTo>
                  <a:lnTo>
                    <a:pt x="4143486" y="0"/>
                  </a:lnTo>
                  <a:lnTo>
                    <a:pt x="4142641" y="0"/>
                  </a:lnTo>
                  <a:lnTo>
                    <a:pt x="4141796" y="0"/>
                  </a:lnTo>
                  <a:lnTo>
                    <a:pt x="4140951" y="0"/>
                  </a:lnTo>
                  <a:lnTo>
                    <a:pt x="4140106" y="0"/>
                  </a:lnTo>
                  <a:lnTo>
                    <a:pt x="4139261" y="0"/>
                  </a:lnTo>
                  <a:lnTo>
                    <a:pt x="4138416" y="0"/>
                  </a:lnTo>
                  <a:lnTo>
                    <a:pt x="4137571" y="0"/>
                  </a:lnTo>
                  <a:lnTo>
                    <a:pt x="4136725" y="0"/>
                  </a:lnTo>
                  <a:lnTo>
                    <a:pt x="4135880" y="0"/>
                  </a:lnTo>
                  <a:lnTo>
                    <a:pt x="4135035" y="0"/>
                  </a:lnTo>
                  <a:lnTo>
                    <a:pt x="4134190" y="0"/>
                  </a:lnTo>
                  <a:lnTo>
                    <a:pt x="4133345" y="0"/>
                  </a:lnTo>
                  <a:lnTo>
                    <a:pt x="4132500" y="0"/>
                  </a:lnTo>
                  <a:lnTo>
                    <a:pt x="4131655" y="0"/>
                  </a:lnTo>
                  <a:lnTo>
                    <a:pt x="4130810" y="0"/>
                  </a:lnTo>
                  <a:lnTo>
                    <a:pt x="4129965" y="0"/>
                  </a:lnTo>
                  <a:lnTo>
                    <a:pt x="4129120" y="0"/>
                  </a:lnTo>
                  <a:lnTo>
                    <a:pt x="4128275" y="0"/>
                  </a:lnTo>
                  <a:lnTo>
                    <a:pt x="4127429" y="0"/>
                  </a:lnTo>
                  <a:lnTo>
                    <a:pt x="4126584" y="0"/>
                  </a:lnTo>
                  <a:lnTo>
                    <a:pt x="4125739" y="0"/>
                  </a:lnTo>
                  <a:lnTo>
                    <a:pt x="4124894" y="0"/>
                  </a:lnTo>
                  <a:lnTo>
                    <a:pt x="4124049" y="0"/>
                  </a:lnTo>
                  <a:lnTo>
                    <a:pt x="4123204" y="0"/>
                  </a:lnTo>
                  <a:lnTo>
                    <a:pt x="4122359" y="0"/>
                  </a:lnTo>
                  <a:lnTo>
                    <a:pt x="4121514" y="0"/>
                  </a:lnTo>
                  <a:lnTo>
                    <a:pt x="4120669" y="0"/>
                  </a:lnTo>
                  <a:lnTo>
                    <a:pt x="4119824" y="0"/>
                  </a:lnTo>
                  <a:lnTo>
                    <a:pt x="4118979" y="0"/>
                  </a:lnTo>
                  <a:lnTo>
                    <a:pt x="4118133" y="0"/>
                  </a:lnTo>
                  <a:lnTo>
                    <a:pt x="4117288" y="0"/>
                  </a:lnTo>
                  <a:lnTo>
                    <a:pt x="4116443" y="0"/>
                  </a:lnTo>
                  <a:lnTo>
                    <a:pt x="4115598" y="0"/>
                  </a:lnTo>
                  <a:lnTo>
                    <a:pt x="4114753" y="0"/>
                  </a:lnTo>
                  <a:lnTo>
                    <a:pt x="4113908" y="0"/>
                  </a:lnTo>
                  <a:lnTo>
                    <a:pt x="4113063" y="0"/>
                  </a:lnTo>
                  <a:lnTo>
                    <a:pt x="4112218" y="0"/>
                  </a:lnTo>
                  <a:lnTo>
                    <a:pt x="4111373" y="0"/>
                  </a:lnTo>
                  <a:lnTo>
                    <a:pt x="4110528" y="0"/>
                  </a:lnTo>
                  <a:lnTo>
                    <a:pt x="4109683" y="0"/>
                  </a:lnTo>
                  <a:lnTo>
                    <a:pt x="4108837" y="0"/>
                  </a:lnTo>
                  <a:lnTo>
                    <a:pt x="4107992" y="0"/>
                  </a:lnTo>
                  <a:lnTo>
                    <a:pt x="4107147" y="0"/>
                  </a:lnTo>
                  <a:lnTo>
                    <a:pt x="4106302" y="0"/>
                  </a:lnTo>
                  <a:lnTo>
                    <a:pt x="4105457" y="0"/>
                  </a:lnTo>
                  <a:lnTo>
                    <a:pt x="4104612" y="0"/>
                  </a:lnTo>
                  <a:lnTo>
                    <a:pt x="4103767" y="0"/>
                  </a:lnTo>
                  <a:lnTo>
                    <a:pt x="4102922" y="0"/>
                  </a:lnTo>
                  <a:lnTo>
                    <a:pt x="4102077" y="0"/>
                  </a:lnTo>
                  <a:lnTo>
                    <a:pt x="4101232" y="0"/>
                  </a:lnTo>
                  <a:lnTo>
                    <a:pt x="4100387" y="0"/>
                  </a:lnTo>
                  <a:lnTo>
                    <a:pt x="4099541" y="0"/>
                  </a:lnTo>
                  <a:lnTo>
                    <a:pt x="4098696" y="0"/>
                  </a:lnTo>
                  <a:lnTo>
                    <a:pt x="4097851" y="0"/>
                  </a:lnTo>
                  <a:lnTo>
                    <a:pt x="4097006" y="0"/>
                  </a:lnTo>
                  <a:lnTo>
                    <a:pt x="4096161" y="0"/>
                  </a:lnTo>
                  <a:lnTo>
                    <a:pt x="4095316" y="0"/>
                  </a:lnTo>
                  <a:lnTo>
                    <a:pt x="4094471" y="0"/>
                  </a:lnTo>
                  <a:lnTo>
                    <a:pt x="4093626" y="0"/>
                  </a:lnTo>
                  <a:lnTo>
                    <a:pt x="4092781" y="0"/>
                  </a:lnTo>
                  <a:lnTo>
                    <a:pt x="4091936" y="0"/>
                  </a:lnTo>
                  <a:lnTo>
                    <a:pt x="4091090" y="0"/>
                  </a:lnTo>
                  <a:lnTo>
                    <a:pt x="4090245" y="0"/>
                  </a:lnTo>
                  <a:lnTo>
                    <a:pt x="4089400" y="0"/>
                  </a:lnTo>
                  <a:lnTo>
                    <a:pt x="4088555" y="0"/>
                  </a:lnTo>
                  <a:lnTo>
                    <a:pt x="4087710" y="0"/>
                  </a:lnTo>
                  <a:lnTo>
                    <a:pt x="4086865" y="0"/>
                  </a:lnTo>
                  <a:lnTo>
                    <a:pt x="4086020" y="0"/>
                  </a:lnTo>
                  <a:lnTo>
                    <a:pt x="4085175" y="0"/>
                  </a:lnTo>
                  <a:lnTo>
                    <a:pt x="4084330" y="0"/>
                  </a:lnTo>
                  <a:lnTo>
                    <a:pt x="4083485" y="0"/>
                  </a:lnTo>
                  <a:lnTo>
                    <a:pt x="4082640" y="0"/>
                  </a:lnTo>
                  <a:lnTo>
                    <a:pt x="4081794" y="0"/>
                  </a:lnTo>
                  <a:lnTo>
                    <a:pt x="4080949" y="0"/>
                  </a:lnTo>
                  <a:lnTo>
                    <a:pt x="4080104" y="0"/>
                  </a:lnTo>
                  <a:lnTo>
                    <a:pt x="4079259" y="0"/>
                  </a:lnTo>
                  <a:lnTo>
                    <a:pt x="4078414" y="0"/>
                  </a:lnTo>
                  <a:lnTo>
                    <a:pt x="4077569" y="0"/>
                  </a:lnTo>
                  <a:lnTo>
                    <a:pt x="4076724" y="0"/>
                  </a:lnTo>
                  <a:lnTo>
                    <a:pt x="4075879" y="0"/>
                  </a:lnTo>
                  <a:lnTo>
                    <a:pt x="4075034" y="0"/>
                  </a:lnTo>
                  <a:lnTo>
                    <a:pt x="4074189" y="0"/>
                  </a:lnTo>
                  <a:lnTo>
                    <a:pt x="4073344" y="0"/>
                  </a:lnTo>
                  <a:lnTo>
                    <a:pt x="4072498" y="0"/>
                  </a:lnTo>
                  <a:lnTo>
                    <a:pt x="4071653" y="0"/>
                  </a:lnTo>
                  <a:lnTo>
                    <a:pt x="4070808" y="0"/>
                  </a:lnTo>
                  <a:lnTo>
                    <a:pt x="4069963" y="0"/>
                  </a:lnTo>
                  <a:lnTo>
                    <a:pt x="4069118" y="0"/>
                  </a:lnTo>
                  <a:lnTo>
                    <a:pt x="4068273" y="0"/>
                  </a:lnTo>
                  <a:lnTo>
                    <a:pt x="4067428" y="0"/>
                  </a:lnTo>
                  <a:lnTo>
                    <a:pt x="4066583" y="0"/>
                  </a:lnTo>
                  <a:lnTo>
                    <a:pt x="4065738" y="0"/>
                  </a:lnTo>
                  <a:lnTo>
                    <a:pt x="4064893" y="0"/>
                  </a:lnTo>
                  <a:lnTo>
                    <a:pt x="4064048" y="0"/>
                  </a:lnTo>
                  <a:lnTo>
                    <a:pt x="4063202" y="0"/>
                  </a:lnTo>
                  <a:lnTo>
                    <a:pt x="4062357" y="0"/>
                  </a:lnTo>
                  <a:lnTo>
                    <a:pt x="4061512" y="0"/>
                  </a:lnTo>
                  <a:lnTo>
                    <a:pt x="4060667" y="0"/>
                  </a:lnTo>
                  <a:lnTo>
                    <a:pt x="4059822" y="0"/>
                  </a:lnTo>
                  <a:lnTo>
                    <a:pt x="4058977" y="0"/>
                  </a:lnTo>
                  <a:lnTo>
                    <a:pt x="4058132" y="0"/>
                  </a:lnTo>
                  <a:lnTo>
                    <a:pt x="4057287" y="0"/>
                  </a:lnTo>
                  <a:lnTo>
                    <a:pt x="4056442" y="0"/>
                  </a:lnTo>
                  <a:lnTo>
                    <a:pt x="4055597" y="0"/>
                  </a:lnTo>
                  <a:lnTo>
                    <a:pt x="4054752" y="0"/>
                  </a:lnTo>
                  <a:lnTo>
                    <a:pt x="4053906" y="0"/>
                  </a:lnTo>
                  <a:lnTo>
                    <a:pt x="4053061" y="0"/>
                  </a:lnTo>
                  <a:lnTo>
                    <a:pt x="4052216" y="0"/>
                  </a:lnTo>
                  <a:lnTo>
                    <a:pt x="4051371" y="0"/>
                  </a:lnTo>
                  <a:lnTo>
                    <a:pt x="4050526" y="0"/>
                  </a:lnTo>
                  <a:lnTo>
                    <a:pt x="4049681" y="0"/>
                  </a:lnTo>
                  <a:lnTo>
                    <a:pt x="4048836" y="0"/>
                  </a:lnTo>
                  <a:lnTo>
                    <a:pt x="4047991" y="0"/>
                  </a:lnTo>
                  <a:lnTo>
                    <a:pt x="4047146" y="0"/>
                  </a:lnTo>
                  <a:lnTo>
                    <a:pt x="4046301" y="0"/>
                  </a:lnTo>
                  <a:lnTo>
                    <a:pt x="4045456" y="0"/>
                  </a:lnTo>
                  <a:lnTo>
                    <a:pt x="4044610" y="0"/>
                  </a:lnTo>
                  <a:lnTo>
                    <a:pt x="4043765" y="0"/>
                  </a:lnTo>
                  <a:lnTo>
                    <a:pt x="4042920" y="0"/>
                  </a:lnTo>
                  <a:lnTo>
                    <a:pt x="4042075" y="0"/>
                  </a:lnTo>
                  <a:lnTo>
                    <a:pt x="4041230" y="0"/>
                  </a:lnTo>
                  <a:lnTo>
                    <a:pt x="4040385" y="0"/>
                  </a:lnTo>
                  <a:lnTo>
                    <a:pt x="4039540" y="0"/>
                  </a:lnTo>
                  <a:lnTo>
                    <a:pt x="4038695" y="0"/>
                  </a:lnTo>
                  <a:lnTo>
                    <a:pt x="4037850" y="0"/>
                  </a:lnTo>
                  <a:lnTo>
                    <a:pt x="4037005" y="0"/>
                  </a:lnTo>
                  <a:lnTo>
                    <a:pt x="4036160" y="0"/>
                  </a:lnTo>
                  <a:lnTo>
                    <a:pt x="4035314" y="0"/>
                  </a:lnTo>
                  <a:lnTo>
                    <a:pt x="4034469" y="0"/>
                  </a:lnTo>
                  <a:lnTo>
                    <a:pt x="4033624" y="0"/>
                  </a:lnTo>
                  <a:lnTo>
                    <a:pt x="4032779" y="0"/>
                  </a:lnTo>
                  <a:lnTo>
                    <a:pt x="4031934" y="0"/>
                  </a:lnTo>
                  <a:lnTo>
                    <a:pt x="4031089" y="0"/>
                  </a:lnTo>
                  <a:lnTo>
                    <a:pt x="4030244" y="0"/>
                  </a:lnTo>
                  <a:lnTo>
                    <a:pt x="4029399" y="0"/>
                  </a:lnTo>
                  <a:lnTo>
                    <a:pt x="4028554" y="0"/>
                  </a:lnTo>
                  <a:lnTo>
                    <a:pt x="4027709" y="0"/>
                  </a:lnTo>
                  <a:lnTo>
                    <a:pt x="4026863" y="0"/>
                  </a:lnTo>
                  <a:lnTo>
                    <a:pt x="4026018" y="0"/>
                  </a:lnTo>
                  <a:lnTo>
                    <a:pt x="4025173" y="0"/>
                  </a:lnTo>
                  <a:lnTo>
                    <a:pt x="4024328" y="0"/>
                  </a:lnTo>
                  <a:lnTo>
                    <a:pt x="4023483" y="0"/>
                  </a:lnTo>
                  <a:lnTo>
                    <a:pt x="4022638" y="0"/>
                  </a:lnTo>
                  <a:lnTo>
                    <a:pt x="4021793" y="0"/>
                  </a:lnTo>
                  <a:lnTo>
                    <a:pt x="4020948" y="0"/>
                  </a:lnTo>
                  <a:lnTo>
                    <a:pt x="4020103" y="0"/>
                  </a:lnTo>
                  <a:lnTo>
                    <a:pt x="4019258" y="0"/>
                  </a:lnTo>
                  <a:lnTo>
                    <a:pt x="4018413" y="0"/>
                  </a:lnTo>
                  <a:lnTo>
                    <a:pt x="4017567" y="0"/>
                  </a:lnTo>
                  <a:lnTo>
                    <a:pt x="4016722" y="0"/>
                  </a:lnTo>
                  <a:lnTo>
                    <a:pt x="4015877" y="0"/>
                  </a:lnTo>
                  <a:lnTo>
                    <a:pt x="4015032" y="0"/>
                  </a:lnTo>
                  <a:lnTo>
                    <a:pt x="4014187" y="0"/>
                  </a:lnTo>
                  <a:lnTo>
                    <a:pt x="4013342" y="0"/>
                  </a:lnTo>
                  <a:lnTo>
                    <a:pt x="4012497" y="0"/>
                  </a:lnTo>
                  <a:lnTo>
                    <a:pt x="4011652" y="0"/>
                  </a:lnTo>
                  <a:lnTo>
                    <a:pt x="4010807" y="0"/>
                  </a:lnTo>
                  <a:lnTo>
                    <a:pt x="4009962" y="0"/>
                  </a:lnTo>
                  <a:lnTo>
                    <a:pt x="4009117" y="0"/>
                  </a:lnTo>
                  <a:lnTo>
                    <a:pt x="4008271" y="0"/>
                  </a:lnTo>
                  <a:lnTo>
                    <a:pt x="4007426" y="0"/>
                  </a:lnTo>
                  <a:lnTo>
                    <a:pt x="4006581" y="0"/>
                  </a:lnTo>
                  <a:lnTo>
                    <a:pt x="4005736" y="0"/>
                  </a:lnTo>
                  <a:lnTo>
                    <a:pt x="4004891" y="0"/>
                  </a:lnTo>
                  <a:lnTo>
                    <a:pt x="4004046" y="0"/>
                  </a:lnTo>
                  <a:lnTo>
                    <a:pt x="4003201" y="0"/>
                  </a:lnTo>
                  <a:lnTo>
                    <a:pt x="4002356" y="0"/>
                  </a:lnTo>
                  <a:lnTo>
                    <a:pt x="4001511" y="0"/>
                  </a:lnTo>
                  <a:lnTo>
                    <a:pt x="4000666" y="0"/>
                  </a:lnTo>
                  <a:lnTo>
                    <a:pt x="3999821" y="0"/>
                  </a:lnTo>
                  <a:lnTo>
                    <a:pt x="3998975" y="0"/>
                  </a:lnTo>
                  <a:lnTo>
                    <a:pt x="3998130" y="0"/>
                  </a:lnTo>
                  <a:lnTo>
                    <a:pt x="3997285" y="0"/>
                  </a:lnTo>
                  <a:lnTo>
                    <a:pt x="3996440" y="0"/>
                  </a:lnTo>
                  <a:lnTo>
                    <a:pt x="3995595" y="0"/>
                  </a:lnTo>
                  <a:lnTo>
                    <a:pt x="3994750" y="0"/>
                  </a:lnTo>
                  <a:lnTo>
                    <a:pt x="3993905" y="0"/>
                  </a:lnTo>
                  <a:lnTo>
                    <a:pt x="3993060" y="0"/>
                  </a:lnTo>
                  <a:lnTo>
                    <a:pt x="3992215" y="0"/>
                  </a:lnTo>
                  <a:lnTo>
                    <a:pt x="3991370" y="0"/>
                  </a:lnTo>
                  <a:lnTo>
                    <a:pt x="3990525" y="0"/>
                  </a:lnTo>
                  <a:lnTo>
                    <a:pt x="3989679" y="0"/>
                  </a:lnTo>
                  <a:lnTo>
                    <a:pt x="3988834" y="0"/>
                  </a:lnTo>
                  <a:lnTo>
                    <a:pt x="3987989" y="0"/>
                  </a:lnTo>
                  <a:lnTo>
                    <a:pt x="3987144" y="0"/>
                  </a:lnTo>
                  <a:lnTo>
                    <a:pt x="3986299" y="0"/>
                  </a:lnTo>
                  <a:lnTo>
                    <a:pt x="3985454" y="0"/>
                  </a:lnTo>
                  <a:lnTo>
                    <a:pt x="3984609" y="0"/>
                  </a:lnTo>
                  <a:lnTo>
                    <a:pt x="3983764" y="0"/>
                  </a:lnTo>
                  <a:lnTo>
                    <a:pt x="3982919" y="0"/>
                  </a:lnTo>
                  <a:lnTo>
                    <a:pt x="3982074" y="0"/>
                  </a:lnTo>
                  <a:lnTo>
                    <a:pt x="3981229" y="0"/>
                  </a:lnTo>
                  <a:lnTo>
                    <a:pt x="3980383" y="0"/>
                  </a:lnTo>
                  <a:lnTo>
                    <a:pt x="3979538" y="0"/>
                  </a:lnTo>
                  <a:lnTo>
                    <a:pt x="3978693" y="0"/>
                  </a:lnTo>
                  <a:lnTo>
                    <a:pt x="3977848" y="0"/>
                  </a:lnTo>
                  <a:lnTo>
                    <a:pt x="3977003" y="0"/>
                  </a:lnTo>
                  <a:lnTo>
                    <a:pt x="3976158" y="0"/>
                  </a:lnTo>
                  <a:lnTo>
                    <a:pt x="3975313" y="0"/>
                  </a:lnTo>
                  <a:lnTo>
                    <a:pt x="3974468" y="0"/>
                  </a:lnTo>
                  <a:lnTo>
                    <a:pt x="3973623" y="0"/>
                  </a:lnTo>
                  <a:lnTo>
                    <a:pt x="3972778" y="0"/>
                  </a:lnTo>
                  <a:lnTo>
                    <a:pt x="3971933" y="0"/>
                  </a:lnTo>
                  <a:lnTo>
                    <a:pt x="3971087" y="0"/>
                  </a:lnTo>
                  <a:lnTo>
                    <a:pt x="3970242" y="0"/>
                  </a:lnTo>
                  <a:lnTo>
                    <a:pt x="3969397" y="0"/>
                  </a:lnTo>
                  <a:lnTo>
                    <a:pt x="3968552" y="0"/>
                  </a:lnTo>
                  <a:lnTo>
                    <a:pt x="3967707" y="0"/>
                  </a:lnTo>
                  <a:lnTo>
                    <a:pt x="3966862" y="0"/>
                  </a:lnTo>
                  <a:lnTo>
                    <a:pt x="3966017" y="0"/>
                  </a:lnTo>
                  <a:lnTo>
                    <a:pt x="3965172" y="0"/>
                  </a:lnTo>
                  <a:lnTo>
                    <a:pt x="3964327" y="0"/>
                  </a:lnTo>
                  <a:lnTo>
                    <a:pt x="3963482" y="0"/>
                  </a:lnTo>
                  <a:lnTo>
                    <a:pt x="3962636" y="0"/>
                  </a:lnTo>
                  <a:lnTo>
                    <a:pt x="3961791" y="0"/>
                  </a:lnTo>
                  <a:lnTo>
                    <a:pt x="3960946" y="0"/>
                  </a:lnTo>
                  <a:lnTo>
                    <a:pt x="3960101" y="0"/>
                  </a:lnTo>
                  <a:lnTo>
                    <a:pt x="3959256" y="0"/>
                  </a:lnTo>
                  <a:lnTo>
                    <a:pt x="3958411" y="0"/>
                  </a:lnTo>
                  <a:lnTo>
                    <a:pt x="3957566" y="0"/>
                  </a:lnTo>
                  <a:lnTo>
                    <a:pt x="3956721" y="0"/>
                  </a:lnTo>
                  <a:lnTo>
                    <a:pt x="3955876" y="0"/>
                  </a:lnTo>
                  <a:lnTo>
                    <a:pt x="3955031" y="0"/>
                  </a:lnTo>
                  <a:lnTo>
                    <a:pt x="3954186" y="0"/>
                  </a:lnTo>
                  <a:lnTo>
                    <a:pt x="3953340" y="0"/>
                  </a:lnTo>
                  <a:lnTo>
                    <a:pt x="3952495" y="0"/>
                  </a:lnTo>
                  <a:lnTo>
                    <a:pt x="3951650" y="0"/>
                  </a:lnTo>
                  <a:lnTo>
                    <a:pt x="3950805" y="0"/>
                  </a:lnTo>
                  <a:lnTo>
                    <a:pt x="3949960" y="0"/>
                  </a:lnTo>
                  <a:lnTo>
                    <a:pt x="3949115" y="0"/>
                  </a:lnTo>
                  <a:lnTo>
                    <a:pt x="3948270" y="0"/>
                  </a:lnTo>
                  <a:lnTo>
                    <a:pt x="3947425" y="0"/>
                  </a:lnTo>
                  <a:lnTo>
                    <a:pt x="3946580" y="0"/>
                  </a:lnTo>
                  <a:lnTo>
                    <a:pt x="3945735" y="0"/>
                  </a:lnTo>
                  <a:lnTo>
                    <a:pt x="3944890" y="0"/>
                  </a:lnTo>
                  <a:lnTo>
                    <a:pt x="3944044" y="0"/>
                  </a:lnTo>
                  <a:lnTo>
                    <a:pt x="3943199" y="0"/>
                  </a:lnTo>
                  <a:lnTo>
                    <a:pt x="3942354" y="0"/>
                  </a:lnTo>
                  <a:lnTo>
                    <a:pt x="3941509" y="0"/>
                  </a:lnTo>
                  <a:lnTo>
                    <a:pt x="3940664" y="0"/>
                  </a:lnTo>
                  <a:lnTo>
                    <a:pt x="3939819" y="0"/>
                  </a:lnTo>
                  <a:lnTo>
                    <a:pt x="3938974" y="0"/>
                  </a:lnTo>
                  <a:lnTo>
                    <a:pt x="3938129" y="0"/>
                  </a:lnTo>
                  <a:lnTo>
                    <a:pt x="3937284" y="0"/>
                  </a:lnTo>
                  <a:lnTo>
                    <a:pt x="3936439" y="0"/>
                  </a:lnTo>
                  <a:lnTo>
                    <a:pt x="3935594" y="0"/>
                  </a:lnTo>
                  <a:lnTo>
                    <a:pt x="3934748" y="0"/>
                  </a:lnTo>
                  <a:lnTo>
                    <a:pt x="3933903" y="0"/>
                  </a:lnTo>
                  <a:lnTo>
                    <a:pt x="3933058" y="0"/>
                  </a:lnTo>
                  <a:lnTo>
                    <a:pt x="3932213" y="0"/>
                  </a:lnTo>
                  <a:lnTo>
                    <a:pt x="3931368" y="0"/>
                  </a:lnTo>
                  <a:lnTo>
                    <a:pt x="3930523" y="0"/>
                  </a:lnTo>
                  <a:lnTo>
                    <a:pt x="3929678" y="0"/>
                  </a:lnTo>
                  <a:lnTo>
                    <a:pt x="3928833" y="0"/>
                  </a:lnTo>
                  <a:lnTo>
                    <a:pt x="3927988" y="0"/>
                  </a:lnTo>
                  <a:lnTo>
                    <a:pt x="3927143" y="0"/>
                  </a:lnTo>
                  <a:lnTo>
                    <a:pt x="3926298" y="0"/>
                  </a:lnTo>
                  <a:lnTo>
                    <a:pt x="3925452" y="0"/>
                  </a:lnTo>
                  <a:lnTo>
                    <a:pt x="3924607" y="0"/>
                  </a:lnTo>
                  <a:lnTo>
                    <a:pt x="3923762" y="0"/>
                  </a:lnTo>
                  <a:lnTo>
                    <a:pt x="3922917" y="0"/>
                  </a:lnTo>
                  <a:lnTo>
                    <a:pt x="3922072" y="0"/>
                  </a:lnTo>
                  <a:lnTo>
                    <a:pt x="3921227" y="0"/>
                  </a:lnTo>
                  <a:lnTo>
                    <a:pt x="3920382" y="0"/>
                  </a:lnTo>
                  <a:lnTo>
                    <a:pt x="3919537" y="0"/>
                  </a:lnTo>
                  <a:lnTo>
                    <a:pt x="3918692" y="0"/>
                  </a:lnTo>
                  <a:lnTo>
                    <a:pt x="3917847" y="0"/>
                  </a:lnTo>
                  <a:lnTo>
                    <a:pt x="3917002" y="0"/>
                  </a:lnTo>
                  <a:lnTo>
                    <a:pt x="3916156" y="0"/>
                  </a:lnTo>
                  <a:lnTo>
                    <a:pt x="3915311" y="0"/>
                  </a:lnTo>
                  <a:lnTo>
                    <a:pt x="3914466" y="0"/>
                  </a:lnTo>
                  <a:lnTo>
                    <a:pt x="3913621" y="0"/>
                  </a:lnTo>
                  <a:lnTo>
                    <a:pt x="3912776" y="0"/>
                  </a:lnTo>
                  <a:lnTo>
                    <a:pt x="3911931" y="0"/>
                  </a:lnTo>
                  <a:lnTo>
                    <a:pt x="3911086" y="0"/>
                  </a:lnTo>
                  <a:lnTo>
                    <a:pt x="3910241" y="0"/>
                  </a:lnTo>
                  <a:lnTo>
                    <a:pt x="3909396" y="0"/>
                  </a:lnTo>
                  <a:lnTo>
                    <a:pt x="3908551" y="0"/>
                  </a:lnTo>
                  <a:lnTo>
                    <a:pt x="3907706" y="0"/>
                  </a:lnTo>
                  <a:lnTo>
                    <a:pt x="3906860" y="0"/>
                  </a:lnTo>
                  <a:lnTo>
                    <a:pt x="3906015" y="0"/>
                  </a:lnTo>
                  <a:lnTo>
                    <a:pt x="3905170" y="0"/>
                  </a:lnTo>
                  <a:lnTo>
                    <a:pt x="3904325" y="0"/>
                  </a:lnTo>
                  <a:lnTo>
                    <a:pt x="3903480" y="0"/>
                  </a:lnTo>
                  <a:lnTo>
                    <a:pt x="3902635" y="0"/>
                  </a:lnTo>
                  <a:lnTo>
                    <a:pt x="3901790" y="0"/>
                  </a:lnTo>
                  <a:lnTo>
                    <a:pt x="3900945" y="0"/>
                  </a:lnTo>
                  <a:lnTo>
                    <a:pt x="3900100" y="0"/>
                  </a:lnTo>
                  <a:lnTo>
                    <a:pt x="3899255" y="0"/>
                  </a:lnTo>
                  <a:lnTo>
                    <a:pt x="3898409" y="0"/>
                  </a:lnTo>
                  <a:lnTo>
                    <a:pt x="3897564" y="0"/>
                  </a:lnTo>
                  <a:lnTo>
                    <a:pt x="3896719" y="0"/>
                  </a:lnTo>
                  <a:lnTo>
                    <a:pt x="3895874" y="0"/>
                  </a:lnTo>
                  <a:lnTo>
                    <a:pt x="3895029" y="0"/>
                  </a:lnTo>
                  <a:lnTo>
                    <a:pt x="3894184" y="0"/>
                  </a:lnTo>
                  <a:lnTo>
                    <a:pt x="3893339" y="0"/>
                  </a:lnTo>
                  <a:lnTo>
                    <a:pt x="3892494" y="0"/>
                  </a:lnTo>
                  <a:lnTo>
                    <a:pt x="3891649" y="0"/>
                  </a:lnTo>
                  <a:lnTo>
                    <a:pt x="3890804" y="0"/>
                  </a:lnTo>
                  <a:lnTo>
                    <a:pt x="3889959" y="0"/>
                  </a:lnTo>
                  <a:lnTo>
                    <a:pt x="3889113" y="0"/>
                  </a:lnTo>
                  <a:lnTo>
                    <a:pt x="3888268" y="0"/>
                  </a:lnTo>
                  <a:lnTo>
                    <a:pt x="3887423" y="0"/>
                  </a:lnTo>
                  <a:lnTo>
                    <a:pt x="3886578" y="0"/>
                  </a:lnTo>
                  <a:lnTo>
                    <a:pt x="3885733" y="0"/>
                  </a:lnTo>
                  <a:lnTo>
                    <a:pt x="3884888" y="0"/>
                  </a:lnTo>
                  <a:lnTo>
                    <a:pt x="3884043" y="0"/>
                  </a:lnTo>
                  <a:lnTo>
                    <a:pt x="3883198" y="0"/>
                  </a:lnTo>
                  <a:lnTo>
                    <a:pt x="3882353" y="0"/>
                  </a:lnTo>
                  <a:lnTo>
                    <a:pt x="3881508" y="0"/>
                  </a:lnTo>
                  <a:lnTo>
                    <a:pt x="3880663" y="0"/>
                  </a:lnTo>
                  <a:lnTo>
                    <a:pt x="3879817" y="0"/>
                  </a:lnTo>
                  <a:lnTo>
                    <a:pt x="3878972" y="0"/>
                  </a:lnTo>
                  <a:lnTo>
                    <a:pt x="3878127" y="0"/>
                  </a:lnTo>
                  <a:lnTo>
                    <a:pt x="3877282" y="0"/>
                  </a:lnTo>
                  <a:lnTo>
                    <a:pt x="3876437" y="0"/>
                  </a:lnTo>
                  <a:lnTo>
                    <a:pt x="3875592" y="0"/>
                  </a:lnTo>
                  <a:lnTo>
                    <a:pt x="3874747" y="0"/>
                  </a:lnTo>
                  <a:lnTo>
                    <a:pt x="3873902" y="0"/>
                  </a:lnTo>
                  <a:lnTo>
                    <a:pt x="3873057" y="0"/>
                  </a:lnTo>
                  <a:lnTo>
                    <a:pt x="3872212" y="0"/>
                  </a:lnTo>
                  <a:lnTo>
                    <a:pt x="3871367" y="0"/>
                  </a:lnTo>
                  <a:lnTo>
                    <a:pt x="3870521" y="0"/>
                  </a:lnTo>
                  <a:lnTo>
                    <a:pt x="3869676" y="0"/>
                  </a:lnTo>
                  <a:lnTo>
                    <a:pt x="3868831" y="0"/>
                  </a:lnTo>
                  <a:lnTo>
                    <a:pt x="3867986" y="0"/>
                  </a:lnTo>
                  <a:lnTo>
                    <a:pt x="3867141" y="0"/>
                  </a:lnTo>
                  <a:lnTo>
                    <a:pt x="3866296" y="0"/>
                  </a:lnTo>
                  <a:lnTo>
                    <a:pt x="3865451" y="0"/>
                  </a:lnTo>
                  <a:lnTo>
                    <a:pt x="3864606" y="0"/>
                  </a:lnTo>
                  <a:lnTo>
                    <a:pt x="3863761" y="0"/>
                  </a:lnTo>
                  <a:lnTo>
                    <a:pt x="3862916" y="0"/>
                  </a:lnTo>
                  <a:lnTo>
                    <a:pt x="3862071" y="0"/>
                  </a:lnTo>
                  <a:lnTo>
                    <a:pt x="3861225" y="0"/>
                  </a:lnTo>
                  <a:lnTo>
                    <a:pt x="3860380" y="0"/>
                  </a:lnTo>
                  <a:lnTo>
                    <a:pt x="3859535" y="0"/>
                  </a:lnTo>
                  <a:lnTo>
                    <a:pt x="3858690" y="0"/>
                  </a:lnTo>
                  <a:lnTo>
                    <a:pt x="3857845" y="0"/>
                  </a:lnTo>
                  <a:lnTo>
                    <a:pt x="3857000" y="0"/>
                  </a:lnTo>
                  <a:lnTo>
                    <a:pt x="3856155" y="0"/>
                  </a:lnTo>
                  <a:lnTo>
                    <a:pt x="3855310" y="0"/>
                  </a:lnTo>
                  <a:lnTo>
                    <a:pt x="3854465" y="0"/>
                  </a:lnTo>
                  <a:lnTo>
                    <a:pt x="3853620" y="0"/>
                  </a:lnTo>
                  <a:lnTo>
                    <a:pt x="3852775" y="0"/>
                  </a:lnTo>
                  <a:lnTo>
                    <a:pt x="3851929" y="0"/>
                  </a:lnTo>
                  <a:lnTo>
                    <a:pt x="3851084" y="0"/>
                  </a:lnTo>
                  <a:lnTo>
                    <a:pt x="3850239" y="0"/>
                  </a:lnTo>
                  <a:lnTo>
                    <a:pt x="3849394" y="0"/>
                  </a:lnTo>
                  <a:lnTo>
                    <a:pt x="3848549" y="0"/>
                  </a:lnTo>
                  <a:lnTo>
                    <a:pt x="3847704" y="0"/>
                  </a:lnTo>
                  <a:lnTo>
                    <a:pt x="3846859" y="0"/>
                  </a:lnTo>
                  <a:lnTo>
                    <a:pt x="3846014" y="0"/>
                  </a:lnTo>
                  <a:lnTo>
                    <a:pt x="3845169" y="0"/>
                  </a:lnTo>
                  <a:lnTo>
                    <a:pt x="3844324" y="0"/>
                  </a:lnTo>
                  <a:lnTo>
                    <a:pt x="3843478" y="0"/>
                  </a:lnTo>
                  <a:lnTo>
                    <a:pt x="3842633" y="0"/>
                  </a:lnTo>
                  <a:lnTo>
                    <a:pt x="3841788" y="0"/>
                  </a:lnTo>
                  <a:lnTo>
                    <a:pt x="3840943" y="0"/>
                  </a:lnTo>
                  <a:lnTo>
                    <a:pt x="3840098" y="0"/>
                  </a:lnTo>
                  <a:lnTo>
                    <a:pt x="3839253" y="0"/>
                  </a:lnTo>
                  <a:lnTo>
                    <a:pt x="3838408" y="0"/>
                  </a:lnTo>
                  <a:lnTo>
                    <a:pt x="3837563" y="0"/>
                  </a:lnTo>
                  <a:lnTo>
                    <a:pt x="3836718" y="0"/>
                  </a:lnTo>
                  <a:lnTo>
                    <a:pt x="3835873" y="0"/>
                  </a:lnTo>
                  <a:lnTo>
                    <a:pt x="3835028" y="0"/>
                  </a:lnTo>
                  <a:lnTo>
                    <a:pt x="3834182" y="0"/>
                  </a:lnTo>
                  <a:lnTo>
                    <a:pt x="3833337" y="0"/>
                  </a:lnTo>
                  <a:lnTo>
                    <a:pt x="3832492" y="0"/>
                  </a:lnTo>
                  <a:lnTo>
                    <a:pt x="3831647" y="0"/>
                  </a:lnTo>
                  <a:lnTo>
                    <a:pt x="3830802" y="0"/>
                  </a:lnTo>
                  <a:lnTo>
                    <a:pt x="3829957" y="0"/>
                  </a:lnTo>
                  <a:lnTo>
                    <a:pt x="3829112" y="0"/>
                  </a:lnTo>
                  <a:lnTo>
                    <a:pt x="3828267" y="0"/>
                  </a:lnTo>
                  <a:lnTo>
                    <a:pt x="3827422" y="0"/>
                  </a:lnTo>
                  <a:lnTo>
                    <a:pt x="3826577" y="0"/>
                  </a:lnTo>
                  <a:lnTo>
                    <a:pt x="3825732" y="0"/>
                  </a:lnTo>
                  <a:lnTo>
                    <a:pt x="3824886" y="0"/>
                  </a:lnTo>
                  <a:lnTo>
                    <a:pt x="3824041" y="0"/>
                  </a:lnTo>
                  <a:lnTo>
                    <a:pt x="3823196" y="0"/>
                  </a:lnTo>
                  <a:lnTo>
                    <a:pt x="3822351" y="0"/>
                  </a:lnTo>
                  <a:lnTo>
                    <a:pt x="3821506" y="0"/>
                  </a:lnTo>
                  <a:lnTo>
                    <a:pt x="3820661" y="0"/>
                  </a:lnTo>
                  <a:lnTo>
                    <a:pt x="3819816" y="0"/>
                  </a:lnTo>
                  <a:lnTo>
                    <a:pt x="3818971" y="0"/>
                  </a:lnTo>
                  <a:lnTo>
                    <a:pt x="3818126" y="0"/>
                  </a:lnTo>
                  <a:lnTo>
                    <a:pt x="3817281" y="0"/>
                  </a:lnTo>
                  <a:lnTo>
                    <a:pt x="3816436" y="0"/>
                  </a:lnTo>
                  <a:lnTo>
                    <a:pt x="3815590" y="0"/>
                  </a:lnTo>
                  <a:lnTo>
                    <a:pt x="3814745" y="0"/>
                  </a:lnTo>
                  <a:lnTo>
                    <a:pt x="3813900" y="0"/>
                  </a:lnTo>
                  <a:lnTo>
                    <a:pt x="3813055" y="0"/>
                  </a:lnTo>
                  <a:lnTo>
                    <a:pt x="3812210" y="0"/>
                  </a:lnTo>
                  <a:lnTo>
                    <a:pt x="3811365" y="0"/>
                  </a:lnTo>
                  <a:lnTo>
                    <a:pt x="3810520" y="0"/>
                  </a:lnTo>
                  <a:lnTo>
                    <a:pt x="3809675" y="0"/>
                  </a:lnTo>
                  <a:lnTo>
                    <a:pt x="3808830" y="0"/>
                  </a:lnTo>
                  <a:lnTo>
                    <a:pt x="3807985" y="0"/>
                  </a:lnTo>
                  <a:lnTo>
                    <a:pt x="3807140" y="0"/>
                  </a:lnTo>
                  <a:lnTo>
                    <a:pt x="3806294" y="0"/>
                  </a:lnTo>
                  <a:lnTo>
                    <a:pt x="3805449" y="0"/>
                  </a:lnTo>
                  <a:lnTo>
                    <a:pt x="3804604" y="0"/>
                  </a:lnTo>
                  <a:lnTo>
                    <a:pt x="3803759" y="0"/>
                  </a:lnTo>
                  <a:lnTo>
                    <a:pt x="3802914" y="0"/>
                  </a:lnTo>
                  <a:lnTo>
                    <a:pt x="3802069" y="0"/>
                  </a:lnTo>
                  <a:lnTo>
                    <a:pt x="3801224" y="0"/>
                  </a:lnTo>
                  <a:lnTo>
                    <a:pt x="3800379" y="0"/>
                  </a:lnTo>
                  <a:lnTo>
                    <a:pt x="3799534" y="0"/>
                  </a:lnTo>
                  <a:lnTo>
                    <a:pt x="3798689" y="0"/>
                  </a:lnTo>
                  <a:lnTo>
                    <a:pt x="3797844" y="0"/>
                  </a:lnTo>
                  <a:lnTo>
                    <a:pt x="3796998" y="0"/>
                  </a:lnTo>
                  <a:lnTo>
                    <a:pt x="3796153" y="0"/>
                  </a:lnTo>
                  <a:lnTo>
                    <a:pt x="3795308" y="0"/>
                  </a:lnTo>
                  <a:lnTo>
                    <a:pt x="3794463" y="0"/>
                  </a:lnTo>
                  <a:lnTo>
                    <a:pt x="3793618" y="0"/>
                  </a:lnTo>
                  <a:lnTo>
                    <a:pt x="3792773" y="0"/>
                  </a:lnTo>
                  <a:lnTo>
                    <a:pt x="3791928" y="0"/>
                  </a:lnTo>
                  <a:lnTo>
                    <a:pt x="3791083" y="0"/>
                  </a:lnTo>
                  <a:lnTo>
                    <a:pt x="3790238" y="0"/>
                  </a:lnTo>
                  <a:lnTo>
                    <a:pt x="3789393" y="0"/>
                  </a:lnTo>
                  <a:lnTo>
                    <a:pt x="3788548" y="0"/>
                  </a:lnTo>
                  <a:lnTo>
                    <a:pt x="3787702" y="0"/>
                  </a:lnTo>
                  <a:lnTo>
                    <a:pt x="3786857" y="0"/>
                  </a:lnTo>
                  <a:lnTo>
                    <a:pt x="3786012" y="0"/>
                  </a:lnTo>
                  <a:lnTo>
                    <a:pt x="3785167" y="0"/>
                  </a:lnTo>
                  <a:lnTo>
                    <a:pt x="3784322" y="0"/>
                  </a:lnTo>
                  <a:lnTo>
                    <a:pt x="3783477" y="0"/>
                  </a:lnTo>
                  <a:lnTo>
                    <a:pt x="3782632" y="0"/>
                  </a:lnTo>
                  <a:lnTo>
                    <a:pt x="3781787" y="0"/>
                  </a:lnTo>
                  <a:lnTo>
                    <a:pt x="3780942" y="0"/>
                  </a:lnTo>
                  <a:lnTo>
                    <a:pt x="3780097" y="0"/>
                  </a:lnTo>
                  <a:lnTo>
                    <a:pt x="3779251" y="0"/>
                  </a:lnTo>
                  <a:lnTo>
                    <a:pt x="3778406" y="0"/>
                  </a:lnTo>
                  <a:lnTo>
                    <a:pt x="3777561" y="0"/>
                  </a:lnTo>
                  <a:lnTo>
                    <a:pt x="3776716" y="0"/>
                  </a:lnTo>
                  <a:lnTo>
                    <a:pt x="3775871" y="0"/>
                  </a:lnTo>
                  <a:lnTo>
                    <a:pt x="3775026" y="0"/>
                  </a:lnTo>
                  <a:lnTo>
                    <a:pt x="3774181" y="0"/>
                  </a:lnTo>
                  <a:lnTo>
                    <a:pt x="3773336" y="0"/>
                  </a:lnTo>
                  <a:lnTo>
                    <a:pt x="3772491" y="0"/>
                  </a:lnTo>
                  <a:lnTo>
                    <a:pt x="3771646" y="0"/>
                  </a:lnTo>
                  <a:lnTo>
                    <a:pt x="3770801" y="0"/>
                  </a:lnTo>
                  <a:lnTo>
                    <a:pt x="3769955" y="0"/>
                  </a:lnTo>
                  <a:lnTo>
                    <a:pt x="3769110" y="0"/>
                  </a:lnTo>
                  <a:lnTo>
                    <a:pt x="3768265" y="0"/>
                  </a:lnTo>
                  <a:lnTo>
                    <a:pt x="3767420" y="0"/>
                  </a:lnTo>
                  <a:lnTo>
                    <a:pt x="3766575" y="0"/>
                  </a:lnTo>
                  <a:lnTo>
                    <a:pt x="3765730" y="0"/>
                  </a:lnTo>
                  <a:lnTo>
                    <a:pt x="3764885" y="0"/>
                  </a:lnTo>
                  <a:lnTo>
                    <a:pt x="3764040" y="0"/>
                  </a:lnTo>
                  <a:lnTo>
                    <a:pt x="3763195" y="0"/>
                  </a:lnTo>
                  <a:lnTo>
                    <a:pt x="3762350" y="0"/>
                  </a:lnTo>
                  <a:lnTo>
                    <a:pt x="3761505" y="0"/>
                  </a:lnTo>
                  <a:lnTo>
                    <a:pt x="3760659" y="0"/>
                  </a:lnTo>
                  <a:lnTo>
                    <a:pt x="3759814" y="0"/>
                  </a:lnTo>
                  <a:lnTo>
                    <a:pt x="3758969" y="0"/>
                  </a:lnTo>
                  <a:lnTo>
                    <a:pt x="3758124" y="0"/>
                  </a:lnTo>
                  <a:lnTo>
                    <a:pt x="3757279" y="0"/>
                  </a:lnTo>
                  <a:lnTo>
                    <a:pt x="3756434" y="0"/>
                  </a:lnTo>
                  <a:lnTo>
                    <a:pt x="3755589" y="0"/>
                  </a:lnTo>
                  <a:lnTo>
                    <a:pt x="3754744" y="0"/>
                  </a:lnTo>
                  <a:lnTo>
                    <a:pt x="3753899" y="0"/>
                  </a:lnTo>
                  <a:lnTo>
                    <a:pt x="3753054" y="0"/>
                  </a:lnTo>
                  <a:lnTo>
                    <a:pt x="3752209" y="0"/>
                  </a:lnTo>
                  <a:lnTo>
                    <a:pt x="3751363" y="0"/>
                  </a:lnTo>
                  <a:lnTo>
                    <a:pt x="3750518" y="0"/>
                  </a:lnTo>
                  <a:lnTo>
                    <a:pt x="3749673" y="0"/>
                  </a:lnTo>
                  <a:lnTo>
                    <a:pt x="3748828" y="0"/>
                  </a:lnTo>
                  <a:lnTo>
                    <a:pt x="3747983" y="0"/>
                  </a:lnTo>
                  <a:lnTo>
                    <a:pt x="3747138" y="0"/>
                  </a:lnTo>
                  <a:lnTo>
                    <a:pt x="3746293" y="0"/>
                  </a:lnTo>
                  <a:lnTo>
                    <a:pt x="3745448" y="0"/>
                  </a:lnTo>
                  <a:lnTo>
                    <a:pt x="3744603" y="0"/>
                  </a:lnTo>
                  <a:lnTo>
                    <a:pt x="3743758" y="0"/>
                  </a:lnTo>
                  <a:lnTo>
                    <a:pt x="3742913" y="0"/>
                  </a:lnTo>
                  <a:lnTo>
                    <a:pt x="3742067" y="0"/>
                  </a:lnTo>
                  <a:lnTo>
                    <a:pt x="3741222" y="0"/>
                  </a:lnTo>
                  <a:lnTo>
                    <a:pt x="3740377" y="0"/>
                  </a:lnTo>
                  <a:lnTo>
                    <a:pt x="3739532" y="0"/>
                  </a:lnTo>
                  <a:lnTo>
                    <a:pt x="3738687" y="0"/>
                  </a:lnTo>
                  <a:lnTo>
                    <a:pt x="3737842" y="0"/>
                  </a:lnTo>
                  <a:lnTo>
                    <a:pt x="3736997" y="0"/>
                  </a:lnTo>
                  <a:lnTo>
                    <a:pt x="3736152" y="0"/>
                  </a:lnTo>
                  <a:lnTo>
                    <a:pt x="3735307" y="0"/>
                  </a:lnTo>
                  <a:lnTo>
                    <a:pt x="3734462" y="0"/>
                  </a:lnTo>
                  <a:lnTo>
                    <a:pt x="3733617" y="0"/>
                  </a:lnTo>
                  <a:lnTo>
                    <a:pt x="3732771" y="0"/>
                  </a:lnTo>
                  <a:lnTo>
                    <a:pt x="3731926" y="0"/>
                  </a:lnTo>
                  <a:lnTo>
                    <a:pt x="3731081" y="0"/>
                  </a:lnTo>
                  <a:lnTo>
                    <a:pt x="3730236" y="0"/>
                  </a:lnTo>
                  <a:lnTo>
                    <a:pt x="3729391" y="0"/>
                  </a:lnTo>
                  <a:lnTo>
                    <a:pt x="3728546" y="0"/>
                  </a:lnTo>
                  <a:lnTo>
                    <a:pt x="3727701" y="0"/>
                  </a:lnTo>
                  <a:lnTo>
                    <a:pt x="3726856" y="0"/>
                  </a:lnTo>
                  <a:lnTo>
                    <a:pt x="3726011" y="0"/>
                  </a:lnTo>
                  <a:lnTo>
                    <a:pt x="3725166" y="0"/>
                  </a:lnTo>
                  <a:lnTo>
                    <a:pt x="3724321" y="0"/>
                  </a:lnTo>
                  <a:lnTo>
                    <a:pt x="3723475" y="0"/>
                  </a:lnTo>
                  <a:lnTo>
                    <a:pt x="3722630" y="0"/>
                  </a:lnTo>
                  <a:lnTo>
                    <a:pt x="3721785" y="0"/>
                  </a:lnTo>
                  <a:lnTo>
                    <a:pt x="3720940" y="0"/>
                  </a:lnTo>
                  <a:lnTo>
                    <a:pt x="3720095" y="0"/>
                  </a:lnTo>
                  <a:lnTo>
                    <a:pt x="3719250" y="0"/>
                  </a:lnTo>
                  <a:lnTo>
                    <a:pt x="3718405" y="0"/>
                  </a:lnTo>
                  <a:lnTo>
                    <a:pt x="3717560" y="0"/>
                  </a:lnTo>
                  <a:lnTo>
                    <a:pt x="3716715" y="0"/>
                  </a:lnTo>
                  <a:lnTo>
                    <a:pt x="3715870" y="0"/>
                  </a:lnTo>
                  <a:lnTo>
                    <a:pt x="3715024" y="0"/>
                  </a:lnTo>
                  <a:lnTo>
                    <a:pt x="3714179" y="0"/>
                  </a:lnTo>
                  <a:lnTo>
                    <a:pt x="3713334" y="0"/>
                  </a:lnTo>
                  <a:lnTo>
                    <a:pt x="3712489" y="0"/>
                  </a:lnTo>
                  <a:lnTo>
                    <a:pt x="3711644" y="0"/>
                  </a:lnTo>
                  <a:lnTo>
                    <a:pt x="3710799" y="0"/>
                  </a:lnTo>
                  <a:lnTo>
                    <a:pt x="3709954" y="0"/>
                  </a:lnTo>
                  <a:lnTo>
                    <a:pt x="3709109" y="0"/>
                  </a:lnTo>
                  <a:lnTo>
                    <a:pt x="3708264" y="0"/>
                  </a:lnTo>
                  <a:lnTo>
                    <a:pt x="3707419" y="0"/>
                  </a:lnTo>
                  <a:lnTo>
                    <a:pt x="3706574" y="0"/>
                  </a:lnTo>
                  <a:lnTo>
                    <a:pt x="3705728" y="0"/>
                  </a:lnTo>
                  <a:lnTo>
                    <a:pt x="3704883" y="0"/>
                  </a:lnTo>
                  <a:lnTo>
                    <a:pt x="3704038" y="0"/>
                  </a:lnTo>
                  <a:lnTo>
                    <a:pt x="3703193" y="0"/>
                  </a:lnTo>
                  <a:lnTo>
                    <a:pt x="3702348" y="0"/>
                  </a:lnTo>
                  <a:lnTo>
                    <a:pt x="3701503" y="0"/>
                  </a:lnTo>
                  <a:lnTo>
                    <a:pt x="3700658" y="0"/>
                  </a:lnTo>
                  <a:lnTo>
                    <a:pt x="3699813" y="0"/>
                  </a:lnTo>
                  <a:lnTo>
                    <a:pt x="3698968" y="0"/>
                  </a:lnTo>
                  <a:lnTo>
                    <a:pt x="3698123" y="0"/>
                  </a:lnTo>
                  <a:lnTo>
                    <a:pt x="3697278" y="0"/>
                  </a:lnTo>
                  <a:lnTo>
                    <a:pt x="3696432" y="0"/>
                  </a:lnTo>
                  <a:lnTo>
                    <a:pt x="3695587" y="0"/>
                  </a:lnTo>
                  <a:lnTo>
                    <a:pt x="3694742" y="0"/>
                  </a:lnTo>
                  <a:lnTo>
                    <a:pt x="3693897" y="0"/>
                  </a:lnTo>
                  <a:lnTo>
                    <a:pt x="3693052" y="0"/>
                  </a:lnTo>
                  <a:lnTo>
                    <a:pt x="3692207" y="0"/>
                  </a:lnTo>
                  <a:lnTo>
                    <a:pt x="3691362" y="0"/>
                  </a:lnTo>
                  <a:lnTo>
                    <a:pt x="3690517" y="0"/>
                  </a:lnTo>
                  <a:lnTo>
                    <a:pt x="3689672" y="0"/>
                  </a:lnTo>
                  <a:lnTo>
                    <a:pt x="3688827" y="0"/>
                  </a:lnTo>
                  <a:lnTo>
                    <a:pt x="3687982" y="0"/>
                  </a:lnTo>
                  <a:lnTo>
                    <a:pt x="3687136" y="0"/>
                  </a:lnTo>
                  <a:lnTo>
                    <a:pt x="3686291" y="0"/>
                  </a:lnTo>
                  <a:lnTo>
                    <a:pt x="3685446" y="0"/>
                  </a:lnTo>
                  <a:lnTo>
                    <a:pt x="3684601" y="0"/>
                  </a:lnTo>
                  <a:lnTo>
                    <a:pt x="3683756" y="0"/>
                  </a:lnTo>
                  <a:lnTo>
                    <a:pt x="3682911" y="0"/>
                  </a:lnTo>
                  <a:lnTo>
                    <a:pt x="3682066" y="0"/>
                  </a:lnTo>
                  <a:lnTo>
                    <a:pt x="3681221" y="0"/>
                  </a:lnTo>
                  <a:lnTo>
                    <a:pt x="3680376" y="0"/>
                  </a:lnTo>
                  <a:lnTo>
                    <a:pt x="3679531" y="0"/>
                  </a:lnTo>
                  <a:lnTo>
                    <a:pt x="3678686" y="0"/>
                  </a:lnTo>
                  <a:lnTo>
                    <a:pt x="3677840" y="0"/>
                  </a:lnTo>
                  <a:lnTo>
                    <a:pt x="3676995" y="0"/>
                  </a:lnTo>
                  <a:lnTo>
                    <a:pt x="3676150" y="0"/>
                  </a:lnTo>
                  <a:lnTo>
                    <a:pt x="3675305" y="0"/>
                  </a:lnTo>
                  <a:lnTo>
                    <a:pt x="3674460" y="0"/>
                  </a:lnTo>
                  <a:lnTo>
                    <a:pt x="3673615" y="0"/>
                  </a:lnTo>
                  <a:lnTo>
                    <a:pt x="3672770" y="0"/>
                  </a:lnTo>
                  <a:lnTo>
                    <a:pt x="3671925" y="0"/>
                  </a:lnTo>
                  <a:lnTo>
                    <a:pt x="3671080" y="0"/>
                  </a:lnTo>
                  <a:lnTo>
                    <a:pt x="3670235" y="0"/>
                  </a:lnTo>
                  <a:lnTo>
                    <a:pt x="3669390" y="0"/>
                  </a:lnTo>
                  <a:lnTo>
                    <a:pt x="3668544" y="0"/>
                  </a:lnTo>
                  <a:lnTo>
                    <a:pt x="3667699" y="0"/>
                  </a:lnTo>
                  <a:lnTo>
                    <a:pt x="3666854" y="0"/>
                  </a:lnTo>
                  <a:lnTo>
                    <a:pt x="3666009" y="0"/>
                  </a:lnTo>
                  <a:lnTo>
                    <a:pt x="3665164" y="0"/>
                  </a:lnTo>
                  <a:lnTo>
                    <a:pt x="3664319" y="0"/>
                  </a:lnTo>
                  <a:lnTo>
                    <a:pt x="3663474" y="0"/>
                  </a:lnTo>
                  <a:lnTo>
                    <a:pt x="3662629" y="0"/>
                  </a:lnTo>
                  <a:lnTo>
                    <a:pt x="3661784" y="0"/>
                  </a:lnTo>
                  <a:lnTo>
                    <a:pt x="3660939" y="0"/>
                  </a:lnTo>
                  <a:lnTo>
                    <a:pt x="3660094" y="0"/>
                  </a:lnTo>
                  <a:lnTo>
                    <a:pt x="3659248" y="0"/>
                  </a:lnTo>
                  <a:lnTo>
                    <a:pt x="3658403" y="0"/>
                  </a:lnTo>
                  <a:lnTo>
                    <a:pt x="3657558" y="0"/>
                  </a:lnTo>
                  <a:lnTo>
                    <a:pt x="3656713" y="0"/>
                  </a:lnTo>
                  <a:lnTo>
                    <a:pt x="3655868" y="0"/>
                  </a:lnTo>
                  <a:lnTo>
                    <a:pt x="3655023" y="0"/>
                  </a:lnTo>
                  <a:lnTo>
                    <a:pt x="3654178" y="0"/>
                  </a:lnTo>
                  <a:lnTo>
                    <a:pt x="3653333" y="0"/>
                  </a:lnTo>
                  <a:lnTo>
                    <a:pt x="3652488" y="0"/>
                  </a:lnTo>
                  <a:lnTo>
                    <a:pt x="3651643" y="0"/>
                  </a:lnTo>
                  <a:lnTo>
                    <a:pt x="3650797" y="0"/>
                  </a:lnTo>
                  <a:lnTo>
                    <a:pt x="3649952" y="0"/>
                  </a:lnTo>
                  <a:lnTo>
                    <a:pt x="3649107" y="0"/>
                  </a:lnTo>
                  <a:lnTo>
                    <a:pt x="3648262" y="0"/>
                  </a:lnTo>
                  <a:lnTo>
                    <a:pt x="3647417" y="0"/>
                  </a:lnTo>
                  <a:lnTo>
                    <a:pt x="3646572" y="0"/>
                  </a:lnTo>
                  <a:lnTo>
                    <a:pt x="3645727" y="0"/>
                  </a:lnTo>
                  <a:lnTo>
                    <a:pt x="3644882" y="0"/>
                  </a:lnTo>
                  <a:lnTo>
                    <a:pt x="3644037" y="0"/>
                  </a:lnTo>
                  <a:lnTo>
                    <a:pt x="3643192" y="0"/>
                  </a:lnTo>
                  <a:lnTo>
                    <a:pt x="3642347" y="0"/>
                  </a:lnTo>
                  <a:lnTo>
                    <a:pt x="3641501" y="0"/>
                  </a:lnTo>
                  <a:lnTo>
                    <a:pt x="3640656" y="0"/>
                  </a:lnTo>
                  <a:lnTo>
                    <a:pt x="3639811" y="0"/>
                  </a:lnTo>
                  <a:lnTo>
                    <a:pt x="3638966" y="0"/>
                  </a:lnTo>
                  <a:lnTo>
                    <a:pt x="3638121" y="0"/>
                  </a:lnTo>
                  <a:lnTo>
                    <a:pt x="3637276" y="0"/>
                  </a:lnTo>
                  <a:lnTo>
                    <a:pt x="3636431" y="0"/>
                  </a:lnTo>
                  <a:lnTo>
                    <a:pt x="3635586" y="0"/>
                  </a:lnTo>
                  <a:lnTo>
                    <a:pt x="3634741" y="0"/>
                  </a:lnTo>
                  <a:lnTo>
                    <a:pt x="3633896" y="0"/>
                  </a:lnTo>
                  <a:lnTo>
                    <a:pt x="3633051" y="0"/>
                  </a:lnTo>
                  <a:lnTo>
                    <a:pt x="3632205" y="0"/>
                  </a:lnTo>
                  <a:lnTo>
                    <a:pt x="3631360" y="0"/>
                  </a:lnTo>
                  <a:lnTo>
                    <a:pt x="3630515" y="0"/>
                  </a:lnTo>
                  <a:lnTo>
                    <a:pt x="3629670" y="0"/>
                  </a:lnTo>
                  <a:lnTo>
                    <a:pt x="3628825" y="0"/>
                  </a:lnTo>
                  <a:lnTo>
                    <a:pt x="3627980" y="0"/>
                  </a:lnTo>
                  <a:lnTo>
                    <a:pt x="3627135" y="0"/>
                  </a:lnTo>
                  <a:lnTo>
                    <a:pt x="3626290" y="0"/>
                  </a:lnTo>
                  <a:lnTo>
                    <a:pt x="3625445" y="0"/>
                  </a:lnTo>
                  <a:lnTo>
                    <a:pt x="3624600" y="0"/>
                  </a:lnTo>
                  <a:lnTo>
                    <a:pt x="3623755" y="0"/>
                  </a:lnTo>
                  <a:lnTo>
                    <a:pt x="3622909" y="0"/>
                  </a:lnTo>
                  <a:lnTo>
                    <a:pt x="3622064" y="0"/>
                  </a:lnTo>
                  <a:lnTo>
                    <a:pt x="3621219" y="0"/>
                  </a:lnTo>
                  <a:lnTo>
                    <a:pt x="3620374" y="0"/>
                  </a:lnTo>
                  <a:lnTo>
                    <a:pt x="3619529" y="0"/>
                  </a:lnTo>
                  <a:lnTo>
                    <a:pt x="3618684" y="0"/>
                  </a:lnTo>
                  <a:lnTo>
                    <a:pt x="3617839" y="0"/>
                  </a:lnTo>
                  <a:lnTo>
                    <a:pt x="3616994" y="0"/>
                  </a:lnTo>
                  <a:lnTo>
                    <a:pt x="3616149" y="0"/>
                  </a:lnTo>
                  <a:lnTo>
                    <a:pt x="3615304" y="0"/>
                  </a:lnTo>
                  <a:lnTo>
                    <a:pt x="3614459" y="0"/>
                  </a:lnTo>
                  <a:lnTo>
                    <a:pt x="3613613" y="0"/>
                  </a:lnTo>
                  <a:lnTo>
                    <a:pt x="3612768" y="0"/>
                  </a:lnTo>
                  <a:lnTo>
                    <a:pt x="3611923" y="0"/>
                  </a:lnTo>
                  <a:lnTo>
                    <a:pt x="3611078" y="0"/>
                  </a:lnTo>
                  <a:lnTo>
                    <a:pt x="3610233" y="0"/>
                  </a:lnTo>
                  <a:lnTo>
                    <a:pt x="3609388" y="0"/>
                  </a:lnTo>
                  <a:lnTo>
                    <a:pt x="3608543" y="0"/>
                  </a:lnTo>
                  <a:lnTo>
                    <a:pt x="3607698" y="0"/>
                  </a:lnTo>
                  <a:lnTo>
                    <a:pt x="3606853" y="0"/>
                  </a:lnTo>
                  <a:lnTo>
                    <a:pt x="3606008" y="0"/>
                  </a:lnTo>
                  <a:lnTo>
                    <a:pt x="3605163" y="0"/>
                  </a:lnTo>
                  <a:lnTo>
                    <a:pt x="3604317" y="0"/>
                  </a:lnTo>
                  <a:lnTo>
                    <a:pt x="3603472" y="0"/>
                  </a:lnTo>
                  <a:lnTo>
                    <a:pt x="3602627" y="0"/>
                  </a:lnTo>
                  <a:lnTo>
                    <a:pt x="3601782" y="0"/>
                  </a:lnTo>
                  <a:lnTo>
                    <a:pt x="3600937" y="0"/>
                  </a:lnTo>
                  <a:lnTo>
                    <a:pt x="3600092" y="0"/>
                  </a:lnTo>
                  <a:lnTo>
                    <a:pt x="3599247" y="0"/>
                  </a:lnTo>
                  <a:lnTo>
                    <a:pt x="3598402" y="0"/>
                  </a:lnTo>
                  <a:lnTo>
                    <a:pt x="3597557" y="0"/>
                  </a:lnTo>
                  <a:lnTo>
                    <a:pt x="3596712" y="0"/>
                  </a:lnTo>
                  <a:lnTo>
                    <a:pt x="3595867" y="0"/>
                  </a:lnTo>
                  <a:lnTo>
                    <a:pt x="3595021" y="0"/>
                  </a:lnTo>
                  <a:lnTo>
                    <a:pt x="3594176" y="0"/>
                  </a:lnTo>
                  <a:lnTo>
                    <a:pt x="3593331" y="0"/>
                  </a:lnTo>
                  <a:lnTo>
                    <a:pt x="3592486" y="0"/>
                  </a:lnTo>
                  <a:lnTo>
                    <a:pt x="3591641" y="0"/>
                  </a:lnTo>
                  <a:lnTo>
                    <a:pt x="3590796" y="0"/>
                  </a:lnTo>
                  <a:lnTo>
                    <a:pt x="3589951" y="0"/>
                  </a:lnTo>
                  <a:lnTo>
                    <a:pt x="3589106" y="0"/>
                  </a:lnTo>
                  <a:lnTo>
                    <a:pt x="3588261" y="0"/>
                  </a:lnTo>
                  <a:lnTo>
                    <a:pt x="3587416" y="0"/>
                  </a:lnTo>
                  <a:lnTo>
                    <a:pt x="3586570" y="0"/>
                  </a:lnTo>
                  <a:lnTo>
                    <a:pt x="3585725" y="0"/>
                  </a:lnTo>
                  <a:lnTo>
                    <a:pt x="3584880" y="0"/>
                  </a:lnTo>
                  <a:lnTo>
                    <a:pt x="3584035" y="0"/>
                  </a:lnTo>
                  <a:lnTo>
                    <a:pt x="3583190" y="0"/>
                  </a:lnTo>
                  <a:lnTo>
                    <a:pt x="3582345" y="0"/>
                  </a:lnTo>
                  <a:lnTo>
                    <a:pt x="3581500" y="0"/>
                  </a:lnTo>
                  <a:lnTo>
                    <a:pt x="3580655" y="0"/>
                  </a:lnTo>
                  <a:lnTo>
                    <a:pt x="3579810" y="0"/>
                  </a:lnTo>
                  <a:lnTo>
                    <a:pt x="3578965" y="0"/>
                  </a:lnTo>
                  <a:lnTo>
                    <a:pt x="3578120" y="0"/>
                  </a:lnTo>
                  <a:lnTo>
                    <a:pt x="3577274" y="0"/>
                  </a:lnTo>
                  <a:lnTo>
                    <a:pt x="3576429" y="0"/>
                  </a:lnTo>
                  <a:lnTo>
                    <a:pt x="3575584" y="0"/>
                  </a:lnTo>
                  <a:lnTo>
                    <a:pt x="3574739" y="0"/>
                  </a:lnTo>
                  <a:lnTo>
                    <a:pt x="3573894" y="0"/>
                  </a:lnTo>
                  <a:lnTo>
                    <a:pt x="3573049" y="0"/>
                  </a:lnTo>
                  <a:lnTo>
                    <a:pt x="3572204" y="0"/>
                  </a:lnTo>
                  <a:lnTo>
                    <a:pt x="3571359" y="0"/>
                  </a:lnTo>
                  <a:lnTo>
                    <a:pt x="3570514" y="0"/>
                  </a:lnTo>
                  <a:lnTo>
                    <a:pt x="3569669" y="0"/>
                  </a:lnTo>
                  <a:lnTo>
                    <a:pt x="3568824" y="0"/>
                  </a:lnTo>
                  <a:lnTo>
                    <a:pt x="3567978" y="0"/>
                  </a:lnTo>
                  <a:lnTo>
                    <a:pt x="3567133" y="0"/>
                  </a:lnTo>
                  <a:lnTo>
                    <a:pt x="3566288" y="0"/>
                  </a:lnTo>
                  <a:lnTo>
                    <a:pt x="3565443" y="0"/>
                  </a:lnTo>
                  <a:lnTo>
                    <a:pt x="3564598" y="0"/>
                  </a:lnTo>
                  <a:lnTo>
                    <a:pt x="3563753" y="0"/>
                  </a:lnTo>
                  <a:lnTo>
                    <a:pt x="3562908" y="0"/>
                  </a:lnTo>
                  <a:lnTo>
                    <a:pt x="3562063" y="0"/>
                  </a:lnTo>
                  <a:lnTo>
                    <a:pt x="3561218" y="0"/>
                  </a:lnTo>
                  <a:lnTo>
                    <a:pt x="3560373" y="0"/>
                  </a:lnTo>
                  <a:lnTo>
                    <a:pt x="3559528" y="0"/>
                  </a:lnTo>
                  <a:lnTo>
                    <a:pt x="3558682" y="0"/>
                  </a:lnTo>
                  <a:lnTo>
                    <a:pt x="3557837" y="0"/>
                  </a:lnTo>
                  <a:lnTo>
                    <a:pt x="3556992" y="0"/>
                  </a:lnTo>
                  <a:lnTo>
                    <a:pt x="3556147" y="0"/>
                  </a:lnTo>
                  <a:lnTo>
                    <a:pt x="3555302" y="0"/>
                  </a:lnTo>
                  <a:lnTo>
                    <a:pt x="3554457" y="0"/>
                  </a:lnTo>
                  <a:lnTo>
                    <a:pt x="3553612" y="0"/>
                  </a:lnTo>
                  <a:lnTo>
                    <a:pt x="3552767" y="0"/>
                  </a:lnTo>
                  <a:lnTo>
                    <a:pt x="3551922" y="0"/>
                  </a:lnTo>
                  <a:lnTo>
                    <a:pt x="3551077" y="0"/>
                  </a:lnTo>
                  <a:lnTo>
                    <a:pt x="3550232" y="0"/>
                  </a:lnTo>
                  <a:lnTo>
                    <a:pt x="3549386" y="0"/>
                  </a:lnTo>
                  <a:lnTo>
                    <a:pt x="3548541" y="0"/>
                  </a:lnTo>
                  <a:lnTo>
                    <a:pt x="3547696" y="0"/>
                  </a:lnTo>
                  <a:lnTo>
                    <a:pt x="3546851" y="0"/>
                  </a:lnTo>
                  <a:lnTo>
                    <a:pt x="3546006" y="0"/>
                  </a:lnTo>
                  <a:lnTo>
                    <a:pt x="3545161" y="0"/>
                  </a:lnTo>
                  <a:lnTo>
                    <a:pt x="3544316" y="0"/>
                  </a:lnTo>
                  <a:lnTo>
                    <a:pt x="3543471" y="0"/>
                  </a:lnTo>
                  <a:lnTo>
                    <a:pt x="3542626" y="0"/>
                  </a:lnTo>
                  <a:lnTo>
                    <a:pt x="3541781" y="0"/>
                  </a:lnTo>
                  <a:lnTo>
                    <a:pt x="3540936" y="0"/>
                  </a:lnTo>
                  <a:lnTo>
                    <a:pt x="3540090" y="0"/>
                  </a:lnTo>
                  <a:lnTo>
                    <a:pt x="3539245" y="0"/>
                  </a:lnTo>
                  <a:lnTo>
                    <a:pt x="3538400" y="0"/>
                  </a:lnTo>
                  <a:lnTo>
                    <a:pt x="3537555" y="0"/>
                  </a:lnTo>
                  <a:lnTo>
                    <a:pt x="3536710" y="0"/>
                  </a:lnTo>
                  <a:lnTo>
                    <a:pt x="3535865" y="0"/>
                  </a:lnTo>
                  <a:lnTo>
                    <a:pt x="3535020" y="0"/>
                  </a:lnTo>
                  <a:lnTo>
                    <a:pt x="3534175" y="0"/>
                  </a:lnTo>
                  <a:lnTo>
                    <a:pt x="3533330" y="0"/>
                  </a:lnTo>
                  <a:lnTo>
                    <a:pt x="3532485" y="0"/>
                  </a:lnTo>
                  <a:lnTo>
                    <a:pt x="3531640" y="0"/>
                  </a:lnTo>
                  <a:lnTo>
                    <a:pt x="3530794" y="0"/>
                  </a:lnTo>
                  <a:lnTo>
                    <a:pt x="3529949" y="0"/>
                  </a:lnTo>
                  <a:lnTo>
                    <a:pt x="3529104" y="0"/>
                  </a:lnTo>
                  <a:lnTo>
                    <a:pt x="3528259" y="0"/>
                  </a:lnTo>
                  <a:lnTo>
                    <a:pt x="3527414" y="0"/>
                  </a:lnTo>
                  <a:lnTo>
                    <a:pt x="3526569" y="0"/>
                  </a:lnTo>
                  <a:lnTo>
                    <a:pt x="3525724" y="0"/>
                  </a:lnTo>
                  <a:lnTo>
                    <a:pt x="3524879" y="0"/>
                  </a:lnTo>
                  <a:lnTo>
                    <a:pt x="3524034" y="0"/>
                  </a:lnTo>
                  <a:lnTo>
                    <a:pt x="3523189" y="0"/>
                  </a:lnTo>
                  <a:lnTo>
                    <a:pt x="3522343" y="0"/>
                  </a:lnTo>
                  <a:lnTo>
                    <a:pt x="3521498" y="0"/>
                  </a:lnTo>
                  <a:lnTo>
                    <a:pt x="3520653" y="0"/>
                  </a:lnTo>
                  <a:lnTo>
                    <a:pt x="3519808" y="0"/>
                  </a:lnTo>
                  <a:lnTo>
                    <a:pt x="3518963" y="0"/>
                  </a:lnTo>
                  <a:lnTo>
                    <a:pt x="3518118" y="0"/>
                  </a:lnTo>
                  <a:lnTo>
                    <a:pt x="3517273" y="0"/>
                  </a:lnTo>
                  <a:lnTo>
                    <a:pt x="3516428" y="0"/>
                  </a:lnTo>
                  <a:lnTo>
                    <a:pt x="3515583" y="0"/>
                  </a:lnTo>
                  <a:lnTo>
                    <a:pt x="3514738" y="0"/>
                  </a:lnTo>
                  <a:lnTo>
                    <a:pt x="3513893" y="0"/>
                  </a:lnTo>
                  <a:lnTo>
                    <a:pt x="3513047" y="0"/>
                  </a:lnTo>
                  <a:lnTo>
                    <a:pt x="3512202" y="0"/>
                  </a:lnTo>
                  <a:lnTo>
                    <a:pt x="3511357" y="0"/>
                  </a:lnTo>
                  <a:lnTo>
                    <a:pt x="3510512" y="0"/>
                  </a:lnTo>
                  <a:lnTo>
                    <a:pt x="3509667" y="0"/>
                  </a:lnTo>
                  <a:lnTo>
                    <a:pt x="3508822" y="0"/>
                  </a:lnTo>
                  <a:lnTo>
                    <a:pt x="3507977" y="0"/>
                  </a:lnTo>
                  <a:lnTo>
                    <a:pt x="3507132" y="0"/>
                  </a:lnTo>
                  <a:lnTo>
                    <a:pt x="3506287" y="0"/>
                  </a:lnTo>
                  <a:lnTo>
                    <a:pt x="3505442" y="0"/>
                  </a:lnTo>
                  <a:lnTo>
                    <a:pt x="3504597" y="0"/>
                  </a:lnTo>
                  <a:lnTo>
                    <a:pt x="3503751" y="0"/>
                  </a:lnTo>
                  <a:lnTo>
                    <a:pt x="3502906" y="0"/>
                  </a:lnTo>
                  <a:lnTo>
                    <a:pt x="3502061" y="0"/>
                  </a:lnTo>
                  <a:lnTo>
                    <a:pt x="3501216" y="0"/>
                  </a:lnTo>
                  <a:lnTo>
                    <a:pt x="3500371" y="0"/>
                  </a:lnTo>
                  <a:lnTo>
                    <a:pt x="3499526" y="0"/>
                  </a:lnTo>
                  <a:lnTo>
                    <a:pt x="3498681" y="0"/>
                  </a:lnTo>
                  <a:lnTo>
                    <a:pt x="3497836" y="0"/>
                  </a:lnTo>
                  <a:lnTo>
                    <a:pt x="3496991" y="0"/>
                  </a:lnTo>
                  <a:lnTo>
                    <a:pt x="3496146" y="0"/>
                  </a:lnTo>
                  <a:lnTo>
                    <a:pt x="3495301" y="0"/>
                  </a:lnTo>
                  <a:lnTo>
                    <a:pt x="3494455" y="0"/>
                  </a:lnTo>
                  <a:lnTo>
                    <a:pt x="3493610" y="0"/>
                  </a:lnTo>
                  <a:lnTo>
                    <a:pt x="3492765" y="0"/>
                  </a:lnTo>
                  <a:lnTo>
                    <a:pt x="3491920" y="0"/>
                  </a:lnTo>
                  <a:lnTo>
                    <a:pt x="3491075" y="0"/>
                  </a:lnTo>
                  <a:lnTo>
                    <a:pt x="3490230" y="0"/>
                  </a:lnTo>
                  <a:lnTo>
                    <a:pt x="3489385" y="0"/>
                  </a:lnTo>
                  <a:lnTo>
                    <a:pt x="3488540" y="0"/>
                  </a:lnTo>
                  <a:lnTo>
                    <a:pt x="3487695" y="0"/>
                  </a:lnTo>
                  <a:lnTo>
                    <a:pt x="3486850" y="0"/>
                  </a:lnTo>
                  <a:lnTo>
                    <a:pt x="3486005" y="0"/>
                  </a:lnTo>
                  <a:lnTo>
                    <a:pt x="3485159" y="0"/>
                  </a:lnTo>
                  <a:lnTo>
                    <a:pt x="3484314" y="0"/>
                  </a:lnTo>
                  <a:lnTo>
                    <a:pt x="3483469" y="0"/>
                  </a:lnTo>
                  <a:lnTo>
                    <a:pt x="3482624" y="0"/>
                  </a:lnTo>
                  <a:lnTo>
                    <a:pt x="3481779" y="0"/>
                  </a:lnTo>
                  <a:lnTo>
                    <a:pt x="3480934" y="0"/>
                  </a:lnTo>
                  <a:lnTo>
                    <a:pt x="3480089" y="0"/>
                  </a:lnTo>
                  <a:lnTo>
                    <a:pt x="3479244" y="0"/>
                  </a:lnTo>
                  <a:lnTo>
                    <a:pt x="3478399" y="0"/>
                  </a:lnTo>
                  <a:lnTo>
                    <a:pt x="3477554" y="0"/>
                  </a:lnTo>
                  <a:lnTo>
                    <a:pt x="3476709" y="0"/>
                  </a:lnTo>
                  <a:lnTo>
                    <a:pt x="3475863" y="0"/>
                  </a:lnTo>
                  <a:lnTo>
                    <a:pt x="3475018" y="0"/>
                  </a:lnTo>
                  <a:lnTo>
                    <a:pt x="3474173" y="0"/>
                  </a:lnTo>
                  <a:lnTo>
                    <a:pt x="3473328" y="0"/>
                  </a:lnTo>
                  <a:lnTo>
                    <a:pt x="3472483" y="0"/>
                  </a:lnTo>
                  <a:lnTo>
                    <a:pt x="3471638" y="0"/>
                  </a:lnTo>
                  <a:lnTo>
                    <a:pt x="3470793" y="0"/>
                  </a:lnTo>
                  <a:lnTo>
                    <a:pt x="3469948" y="0"/>
                  </a:lnTo>
                  <a:lnTo>
                    <a:pt x="3469103" y="0"/>
                  </a:lnTo>
                  <a:lnTo>
                    <a:pt x="3468258" y="0"/>
                  </a:lnTo>
                  <a:lnTo>
                    <a:pt x="3467413" y="0"/>
                  </a:lnTo>
                  <a:lnTo>
                    <a:pt x="3466567" y="0"/>
                  </a:lnTo>
                  <a:lnTo>
                    <a:pt x="3465722" y="0"/>
                  </a:lnTo>
                  <a:lnTo>
                    <a:pt x="3464877" y="0"/>
                  </a:lnTo>
                  <a:lnTo>
                    <a:pt x="3464032" y="0"/>
                  </a:lnTo>
                  <a:lnTo>
                    <a:pt x="3463187" y="0"/>
                  </a:lnTo>
                  <a:lnTo>
                    <a:pt x="3462342" y="0"/>
                  </a:lnTo>
                  <a:lnTo>
                    <a:pt x="3461497" y="0"/>
                  </a:lnTo>
                  <a:lnTo>
                    <a:pt x="3460652" y="0"/>
                  </a:lnTo>
                  <a:lnTo>
                    <a:pt x="3459807" y="0"/>
                  </a:lnTo>
                  <a:lnTo>
                    <a:pt x="3458962" y="0"/>
                  </a:lnTo>
                  <a:lnTo>
                    <a:pt x="3458116" y="0"/>
                  </a:lnTo>
                  <a:lnTo>
                    <a:pt x="3457271" y="0"/>
                  </a:lnTo>
                  <a:lnTo>
                    <a:pt x="3456426" y="0"/>
                  </a:lnTo>
                  <a:lnTo>
                    <a:pt x="3455581" y="0"/>
                  </a:lnTo>
                  <a:lnTo>
                    <a:pt x="3454736" y="0"/>
                  </a:lnTo>
                  <a:lnTo>
                    <a:pt x="3453891" y="0"/>
                  </a:lnTo>
                  <a:lnTo>
                    <a:pt x="3453046" y="0"/>
                  </a:lnTo>
                  <a:lnTo>
                    <a:pt x="3452201" y="0"/>
                  </a:lnTo>
                  <a:lnTo>
                    <a:pt x="3451356" y="0"/>
                  </a:lnTo>
                  <a:lnTo>
                    <a:pt x="3450511" y="0"/>
                  </a:lnTo>
                  <a:lnTo>
                    <a:pt x="3449666" y="0"/>
                  </a:lnTo>
                  <a:lnTo>
                    <a:pt x="3448820" y="0"/>
                  </a:lnTo>
                  <a:lnTo>
                    <a:pt x="3447975" y="0"/>
                  </a:lnTo>
                  <a:lnTo>
                    <a:pt x="3447130" y="0"/>
                  </a:lnTo>
                  <a:lnTo>
                    <a:pt x="3446285" y="0"/>
                  </a:lnTo>
                  <a:lnTo>
                    <a:pt x="3445440" y="0"/>
                  </a:lnTo>
                  <a:lnTo>
                    <a:pt x="3444595" y="0"/>
                  </a:lnTo>
                  <a:lnTo>
                    <a:pt x="3443750" y="0"/>
                  </a:lnTo>
                  <a:lnTo>
                    <a:pt x="3442905" y="0"/>
                  </a:lnTo>
                  <a:lnTo>
                    <a:pt x="3442060" y="0"/>
                  </a:lnTo>
                  <a:lnTo>
                    <a:pt x="3441215" y="0"/>
                  </a:lnTo>
                  <a:lnTo>
                    <a:pt x="3440370" y="0"/>
                  </a:lnTo>
                  <a:lnTo>
                    <a:pt x="3439524" y="0"/>
                  </a:lnTo>
                  <a:lnTo>
                    <a:pt x="3438679" y="0"/>
                  </a:lnTo>
                  <a:lnTo>
                    <a:pt x="3437834" y="0"/>
                  </a:lnTo>
                  <a:lnTo>
                    <a:pt x="3436989" y="0"/>
                  </a:lnTo>
                  <a:lnTo>
                    <a:pt x="3436144" y="0"/>
                  </a:lnTo>
                  <a:lnTo>
                    <a:pt x="3435299" y="0"/>
                  </a:lnTo>
                  <a:lnTo>
                    <a:pt x="3434454" y="0"/>
                  </a:lnTo>
                  <a:lnTo>
                    <a:pt x="3433609" y="0"/>
                  </a:lnTo>
                  <a:lnTo>
                    <a:pt x="3432764" y="0"/>
                  </a:lnTo>
                  <a:lnTo>
                    <a:pt x="3431919" y="0"/>
                  </a:lnTo>
                  <a:lnTo>
                    <a:pt x="3431074" y="0"/>
                  </a:lnTo>
                  <a:lnTo>
                    <a:pt x="3430228" y="0"/>
                  </a:lnTo>
                  <a:lnTo>
                    <a:pt x="3429383" y="0"/>
                  </a:lnTo>
                  <a:lnTo>
                    <a:pt x="3428538" y="0"/>
                  </a:lnTo>
                  <a:lnTo>
                    <a:pt x="3427693" y="0"/>
                  </a:lnTo>
                  <a:lnTo>
                    <a:pt x="3426848" y="0"/>
                  </a:lnTo>
                  <a:lnTo>
                    <a:pt x="3426003" y="0"/>
                  </a:lnTo>
                  <a:lnTo>
                    <a:pt x="3425158" y="0"/>
                  </a:lnTo>
                  <a:lnTo>
                    <a:pt x="3424313" y="0"/>
                  </a:lnTo>
                  <a:lnTo>
                    <a:pt x="3423468" y="0"/>
                  </a:lnTo>
                  <a:lnTo>
                    <a:pt x="3422623" y="0"/>
                  </a:lnTo>
                  <a:lnTo>
                    <a:pt x="3421778" y="0"/>
                  </a:lnTo>
                  <a:lnTo>
                    <a:pt x="3420932" y="0"/>
                  </a:lnTo>
                  <a:lnTo>
                    <a:pt x="3420087" y="0"/>
                  </a:lnTo>
                  <a:lnTo>
                    <a:pt x="3419242" y="0"/>
                  </a:lnTo>
                  <a:lnTo>
                    <a:pt x="3418397" y="0"/>
                  </a:lnTo>
                  <a:lnTo>
                    <a:pt x="3417552" y="0"/>
                  </a:lnTo>
                  <a:lnTo>
                    <a:pt x="3416707" y="0"/>
                  </a:lnTo>
                  <a:lnTo>
                    <a:pt x="3415862" y="0"/>
                  </a:lnTo>
                  <a:lnTo>
                    <a:pt x="3415017" y="0"/>
                  </a:lnTo>
                  <a:lnTo>
                    <a:pt x="3414172" y="0"/>
                  </a:lnTo>
                  <a:lnTo>
                    <a:pt x="3413327" y="0"/>
                  </a:lnTo>
                  <a:lnTo>
                    <a:pt x="3412482" y="0"/>
                  </a:lnTo>
                  <a:lnTo>
                    <a:pt x="3411636" y="0"/>
                  </a:lnTo>
                  <a:lnTo>
                    <a:pt x="3410791" y="0"/>
                  </a:lnTo>
                  <a:lnTo>
                    <a:pt x="3409946" y="0"/>
                  </a:lnTo>
                  <a:lnTo>
                    <a:pt x="3409101" y="0"/>
                  </a:lnTo>
                  <a:lnTo>
                    <a:pt x="3408256" y="0"/>
                  </a:lnTo>
                  <a:lnTo>
                    <a:pt x="3407411" y="0"/>
                  </a:lnTo>
                  <a:lnTo>
                    <a:pt x="3406566" y="0"/>
                  </a:lnTo>
                  <a:lnTo>
                    <a:pt x="3405721" y="0"/>
                  </a:lnTo>
                  <a:lnTo>
                    <a:pt x="3404876" y="0"/>
                  </a:lnTo>
                  <a:lnTo>
                    <a:pt x="3404031" y="0"/>
                  </a:lnTo>
                  <a:lnTo>
                    <a:pt x="3403186" y="0"/>
                  </a:lnTo>
                  <a:lnTo>
                    <a:pt x="3402340" y="0"/>
                  </a:lnTo>
                  <a:lnTo>
                    <a:pt x="3401495" y="0"/>
                  </a:lnTo>
                  <a:lnTo>
                    <a:pt x="3400650" y="0"/>
                  </a:lnTo>
                  <a:lnTo>
                    <a:pt x="3399805" y="0"/>
                  </a:lnTo>
                  <a:lnTo>
                    <a:pt x="3398960" y="0"/>
                  </a:lnTo>
                  <a:lnTo>
                    <a:pt x="3398115" y="0"/>
                  </a:lnTo>
                  <a:lnTo>
                    <a:pt x="3397270" y="0"/>
                  </a:lnTo>
                  <a:lnTo>
                    <a:pt x="3396425" y="0"/>
                  </a:lnTo>
                  <a:lnTo>
                    <a:pt x="3395580" y="0"/>
                  </a:lnTo>
                  <a:lnTo>
                    <a:pt x="3394735" y="0"/>
                  </a:lnTo>
                  <a:lnTo>
                    <a:pt x="3393889" y="0"/>
                  </a:lnTo>
                  <a:lnTo>
                    <a:pt x="3393044" y="0"/>
                  </a:lnTo>
                  <a:lnTo>
                    <a:pt x="3392199" y="0"/>
                  </a:lnTo>
                  <a:lnTo>
                    <a:pt x="3391354" y="0"/>
                  </a:lnTo>
                  <a:lnTo>
                    <a:pt x="3390509" y="0"/>
                  </a:lnTo>
                  <a:lnTo>
                    <a:pt x="3389664" y="0"/>
                  </a:lnTo>
                  <a:lnTo>
                    <a:pt x="3388819" y="0"/>
                  </a:lnTo>
                  <a:lnTo>
                    <a:pt x="3387974" y="0"/>
                  </a:lnTo>
                  <a:lnTo>
                    <a:pt x="3387129" y="0"/>
                  </a:lnTo>
                  <a:lnTo>
                    <a:pt x="3386284" y="0"/>
                  </a:lnTo>
                  <a:lnTo>
                    <a:pt x="3385439" y="0"/>
                  </a:lnTo>
                  <a:lnTo>
                    <a:pt x="3384593" y="0"/>
                  </a:lnTo>
                  <a:lnTo>
                    <a:pt x="3383748" y="0"/>
                  </a:lnTo>
                  <a:lnTo>
                    <a:pt x="3382903" y="0"/>
                  </a:lnTo>
                  <a:lnTo>
                    <a:pt x="3382058" y="0"/>
                  </a:lnTo>
                  <a:lnTo>
                    <a:pt x="3381213" y="0"/>
                  </a:lnTo>
                  <a:lnTo>
                    <a:pt x="3380368" y="0"/>
                  </a:lnTo>
                  <a:lnTo>
                    <a:pt x="3379523" y="0"/>
                  </a:lnTo>
                  <a:lnTo>
                    <a:pt x="3378678" y="0"/>
                  </a:lnTo>
                  <a:lnTo>
                    <a:pt x="3377833" y="0"/>
                  </a:lnTo>
                  <a:lnTo>
                    <a:pt x="3376988" y="0"/>
                  </a:lnTo>
                  <a:lnTo>
                    <a:pt x="3376143" y="0"/>
                  </a:lnTo>
                  <a:lnTo>
                    <a:pt x="3375297" y="0"/>
                  </a:lnTo>
                  <a:lnTo>
                    <a:pt x="3374452" y="0"/>
                  </a:lnTo>
                  <a:lnTo>
                    <a:pt x="3373607" y="0"/>
                  </a:lnTo>
                  <a:lnTo>
                    <a:pt x="3372762" y="0"/>
                  </a:lnTo>
                  <a:lnTo>
                    <a:pt x="3371917" y="0"/>
                  </a:lnTo>
                  <a:lnTo>
                    <a:pt x="3371072" y="0"/>
                  </a:lnTo>
                  <a:lnTo>
                    <a:pt x="3370227" y="0"/>
                  </a:lnTo>
                  <a:lnTo>
                    <a:pt x="3369382" y="0"/>
                  </a:lnTo>
                  <a:lnTo>
                    <a:pt x="3368537" y="0"/>
                  </a:lnTo>
                  <a:lnTo>
                    <a:pt x="3367692" y="0"/>
                  </a:lnTo>
                  <a:lnTo>
                    <a:pt x="3366847" y="0"/>
                  </a:lnTo>
                  <a:lnTo>
                    <a:pt x="3366001" y="0"/>
                  </a:lnTo>
                  <a:lnTo>
                    <a:pt x="3365156" y="0"/>
                  </a:lnTo>
                  <a:lnTo>
                    <a:pt x="3364311" y="0"/>
                  </a:lnTo>
                  <a:lnTo>
                    <a:pt x="3363466" y="0"/>
                  </a:lnTo>
                  <a:lnTo>
                    <a:pt x="3362621" y="0"/>
                  </a:lnTo>
                  <a:lnTo>
                    <a:pt x="3361776" y="0"/>
                  </a:lnTo>
                  <a:lnTo>
                    <a:pt x="3360931" y="0"/>
                  </a:lnTo>
                  <a:lnTo>
                    <a:pt x="3360086" y="0"/>
                  </a:lnTo>
                  <a:lnTo>
                    <a:pt x="3359241" y="0"/>
                  </a:lnTo>
                  <a:lnTo>
                    <a:pt x="3358396" y="0"/>
                  </a:lnTo>
                  <a:lnTo>
                    <a:pt x="3357551" y="0"/>
                  </a:lnTo>
                  <a:lnTo>
                    <a:pt x="3356705" y="0"/>
                  </a:lnTo>
                  <a:lnTo>
                    <a:pt x="3355860" y="0"/>
                  </a:lnTo>
                  <a:lnTo>
                    <a:pt x="3355015" y="0"/>
                  </a:lnTo>
                  <a:lnTo>
                    <a:pt x="3354170" y="0"/>
                  </a:lnTo>
                  <a:lnTo>
                    <a:pt x="3353325" y="0"/>
                  </a:lnTo>
                  <a:lnTo>
                    <a:pt x="3352480" y="0"/>
                  </a:lnTo>
                  <a:lnTo>
                    <a:pt x="3351635" y="0"/>
                  </a:lnTo>
                  <a:lnTo>
                    <a:pt x="3350790" y="0"/>
                  </a:lnTo>
                  <a:lnTo>
                    <a:pt x="3349945" y="0"/>
                  </a:lnTo>
                  <a:lnTo>
                    <a:pt x="3349100" y="0"/>
                  </a:lnTo>
                  <a:lnTo>
                    <a:pt x="3348255" y="0"/>
                  </a:lnTo>
                  <a:lnTo>
                    <a:pt x="3347409" y="0"/>
                  </a:lnTo>
                  <a:lnTo>
                    <a:pt x="3346564" y="0"/>
                  </a:lnTo>
                  <a:lnTo>
                    <a:pt x="3345719" y="0"/>
                  </a:lnTo>
                  <a:lnTo>
                    <a:pt x="3344874" y="0"/>
                  </a:lnTo>
                  <a:lnTo>
                    <a:pt x="3344029" y="0"/>
                  </a:lnTo>
                  <a:lnTo>
                    <a:pt x="3343184" y="0"/>
                  </a:lnTo>
                  <a:lnTo>
                    <a:pt x="3342339" y="0"/>
                  </a:lnTo>
                  <a:lnTo>
                    <a:pt x="3341494" y="0"/>
                  </a:lnTo>
                  <a:lnTo>
                    <a:pt x="3340649" y="0"/>
                  </a:lnTo>
                  <a:lnTo>
                    <a:pt x="3339804" y="0"/>
                  </a:lnTo>
                  <a:lnTo>
                    <a:pt x="3338958" y="0"/>
                  </a:lnTo>
                  <a:lnTo>
                    <a:pt x="3338113" y="0"/>
                  </a:lnTo>
                  <a:lnTo>
                    <a:pt x="3337268" y="0"/>
                  </a:lnTo>
                  <a:lnTo>
                    <a:pt x="3336423" y="0"/>
                  </a:lnTo>
                  <a:lnTo>
                    <a:pt x="3335578" y="0"/>
                  </a:lnTo>
                  <a:lnTo>
                    <a:pt x="3334733" y="0"/>
                  </a:lnTo>
                  <a:lnTo>
                    <a:pt x="3333888" y="0"/>
                  </a:lnTo>
                  <a:lnTo>
                    <a:pt x="3333043" y="0"/>
                  </a:lnTo>
                  <a:lnTo>
                    <a:pt x="3332198" y="0"/>
                  </a:lnTo>
                  <a:lnTo>
                    <a:pt x="3331353" y="0"/>
                  </a:lnTo>
                  <a:lnTo>
                    <a:pt x="3330508" y="0"/>
                  </a:lnTo>
                  <a:lnTo>
                    <a:pt x="3329662" y="0"/>
                  </a:lnTo>
                  <a:lnTo>
                    <a:pt x="3328817" y="0"/>
                  </a:lnTo>
                  <a:lnTo>
                    <a:pt x="3327972" y="0"/>
                  </a:lnTo>
                  <a:lnTo>
                    <a:pt x="3327127" y="0"/>
                  </a:lnTo>
                  <a:lnTo>
                    <a:pt x="3326282" y="0"/>
                  </a:lnTo>
                  <a:lnTo>
                    <a:pt x="3325437" y="0"/>
                  </a:lnTo>
                  <a:lnTo>
                    <a:pt x="3324592" y="0"/>
                  </a:lnTo>
                  <a:lnTo>
                    <a:pt x="3323747" y="0"/>
                  </a:lnTo>
                  <a:lnTo>
                    <a:pt x="3322902" y="0"/>
                  </a:lnTo>
                  <a:lnTo>
                    <a:pt x="3322057" y="0"/>
                  </a:lnTo>
                  <a:lnTo>
                    <a:pt x="3321212" y="0"/>
                  </a:lnTo>
                  <a:lnTo>
                    <a:pt x="3320366" y="0"/>
                  </a:lnTo>
                  <a:lnTo>
                    <a:pt x="3319521" y="0"/>
                  </a:lnTo>
                  <a:lnTo>
                    <a:pt x="3318676" y="0"/>
                  </a:lnTo>
                  <a:lnTo>
                    <a:pt x="3317831" y="0"/>
                  </a:lnTo>
                  <a:lnTo>
                    <a:pt x="3316986" y="0"/>
                  </a:lnTo>
                  <a:lnTo>
                    <a:pt x="3316141" y="0"/>
                  </a:lnTo>
                  <a:lnTo>
                    <a:pt x="3315296" y="0"/>
                  </a:lnTo>
                  <a:lnTo>
                    <a:pt x="3314451" y="0"/>
                  </a:lnTo>
                  <a:lnTo>
                    <a:pt x="3313606" y="0"/>
                  </a:lnTo>
                  <a:lnTo>
                    <a:pt x="3312761" y="0"/>
                  </a:lnTo>
                  <a:lnTo>
                    <a:pt x="3311916" y="0"/>
                  </a:lnTo>
                  <a:lnTo>
                    <a:pt x="3311070" y="0"/>
                  </a:lnTo>
                  <a:lnTo>
                    <a:pt x="3310225" y="0"/>
                  </a:lnTo>
                  <a:lnTo>
                    <a:pt x="3309380" y="0"/>
                  </a:lnTo>
                  <a:lnTo>
                    <a:pt x="3308535" y="0"/>
                  </a:lnTo>
                  <a:lnTo>
                    <a:pt x="3307690" y="0"/>
                  </a:lnTo>
                  <a:lnTo>
                    <a:pt x="3306845" y="0"/>
                  </a:lnTo>
                  <a:lnTo>
                    <a:pt x="3306000" y="0"/>
                  </a:lnTo>
                  <a:lnTo>
                    <a:pt x="3305155" y="0"/>
                  </a:lnTo>
                  <a:lnTo>
                    <a:pt x="3304310" y="0"/>
                  </a:lnTo>
                  <a:lnTo>
                    <a:pt x="3303465" y="0"/>
                  </a:lnTo>
                  <a:lnTo>
                    <a:pt x="3302620" y="0"/>
                  </a:lnTo>
                  <a:lnTo>
                    <a:pt x="3301774" y="0"/>
                  </a:lnTo>
                  <a:lnTo>
                    <a:pt x="3300929" y="0"/>
                  </a:lnTo>
                  <a:lnTo>
                    <a:pt x="3300084" y="0"/>
                  </a:lnTo>
                  <a:lnTo>
                    <a:pt x="3299239" y="0"/>
                  </a:lnTo>
                  <a:lnTo>
                    <a:pt x="3298394" y="0"/>
                  </a:lnTo>
                  <a:lnTo>
                    <a:pt x="3297549" y="0"/>
                  </a:lnTo>
                  <a:lnTo>
                    <a:pt x="3296704" y="0"/>
                  </a:lnTo>
                  <a:lnTo>
                    <a:pt x="3295859" y="0"/>
                  </a:lnTo>
                  <a:lnTo>
                    <a:pt x="3295014" y="0"/>
                  </a:lnTo>
                  <a:lnTo>
                    <a:pt x="3294169" y="0"/>
                  </a:lnTo>
                  <a:lnTo>
                    <a:pt x="3293324" y="0"/>
                  </a:lnTo>
                  <a:lnTo>
                    <a:pt x="3292478" y="0"/>
                  </a:lnTo>
                  <a:lnTo>
                    <a:pt x="3291633" y="0"/>
                  </a:lnTo>
                  <a:lnTo>
                    <a:pt x="3290788" y="0"/>
                  </a:lnTo>
                  <a:lnTo>
                    <a:pt x="3289943" y="0"/>
                  </a:lnTo>
                  <a:lnTo>
                    <a:pt x="3289098" y="0"/>
                  </a:lnTo>
                  <a:lnTo>
                    <a:pt x="3288253" y="0"/>
                  </a:lnTo>
                  <a:lnTo>
                    <a:pt x="3287408" y="0"/>
                  </a:lnTo>
                  <a:lnTo>
                    <a:pt x="3286563" y="0"/>
                  </a:lnTo>
                  <a:lnTo>
                    <a:pt x="3285718" y="0"/>
                  </a:lnTo>
                  <a:lnTo>
                    <a:pt x="3284873" y="0"/>
                  </a:lnTo>
                  <a:lnTo>
                    <a:pt x="3284028" y="0"/>
                  </a:lnTo>
                  <a:lnTo>
                    <a:pt x="3283182" y="0"/>
                  </a:lnTo>
                  <a:lnTo>
                    <a:pt x="3282337" y="0"/>
                  </a:lnTo>
                  <a:lnTo>
                    <a:pt x="3281492" y="0"/>
                  </a:lnTo>
                  <a:lnTo>
                    <a:pt x="3280647" y="0"/>
                  </a:lnTo>
                  <a:lnTo>
                    <a:pt x="3279802" y="0"/>
                  </a:lnTo>
                  <a:lnTo>
                    <a:pt x="3278957" y="0"/>
                  </a:lnTo>
                  <a:lnTo>
                    <a:pt x="3278112" y="0"/>
                  </a:lnTo>
                  <a:lnTo>
                    <a:pt x="3277267" y="0"/>
                  </a:lnTo>
                  <a:lnTo>
                    <a:pt x="3276422" y="0"/>
                  </a:lnTo>
                  <a:lnTo>
                    <a:pt x="3275577" y="0"/>
                  </a:lnTo>
                  <a:lnTo>
                    <a:pt x="3274731" y="0"/>
                  </a:lnTo>
                  <a:lnTo>
                    <a:pt x="3273886" y="0"/>
                  </a:lnTo>
                  <a:lnTo>
                    <a:pt x="3273041" y="0"/>
                  </a:lnTo>
                  <a:lnTo>
                    <a:pt x="3272196" y="0"/>
                  </a:lnTo>
                  <a:lnTo>
                    <a:pt x="3271351" y="0"/>
                  </a:lnTo>
                  <a:lnTo>
                    <a:pt x="3270506" y="0"/>
                  </a:lnTo>
                  <a:lnTo>
                    <a:pt x="3269661" y="0"/>
                  </a:lnTo>
                  <a:lnTo>
                    <a:pt x="3268816" y="0"/>
                  </a:lnTo>
                  <a:lnTo>
                    <a:pt x="3267971" y="0"/>
                  </a:lnTo>
                  <a:lnTo>
                    <a:pt x="3267126" y="0"/>
                  </a:lnTo>
                  <a:lnTo>
                    <a:pt x="3266281" y="0"/>
                  </a:lnTo>
                  <a:lnTo>
                    <a:pt x="3265435" y="0"/>
                  </a:lnTo>
                  <a:lnTo>
                    <a:pt x="3264590" y="0"/>
                  </a:lnTo>
                  <a:lnTo>
                    <a:pt x="3263745" y="0"/>
                  </a:lnTo>
                  <a:lnTo>
                    <a:pt x="3262900" y="0"/>
                  </a:lnTo>
                  <a:lnTo>
                    <a:pt x="3262055" y="0"/>
                  </a:lnTo>
                  <a:lnTo>
                    <a:pt x="3261210" y="0"/>
                  </a:lnTo>
                  <a:lnTo>
                    <a:pt x="3260365" y="0"/>
                  </a:lnTo>
                  <a:lnTo>
                    <a:pt x="3259520" y="0"/>
                  </a:lnTo>
                  <a:lnTo>
                    <a:pt x="3258675" y="0"/>
                  </a:lnTo>
                  <a:lnTo>
                    <a:pt x="3257830" y="0"/>
                  </a:lnTo>
                  <a:lnTo>
                    <a:pt x="3256985" y="0"/>
                  </a:lnTo>
                  <a:lnTo>
                    <a:pt x="3256139" y="0"/>
                  </a:lnTo>
                  <a:lnTo>
                    <a:pt x="3255294" y="0"/>
                  </a:lnTo>
                  <a:lnTo>
                    <a:pt x="3254449" y="0"/>
                  </a:lnTo>
                  <a:lnTo>
                    <a:pt x="3253604" y="0"/>
                  </a:lnTo>
                  <a:lnTo>
                    <a:pt x="3252759" y="0"/>
                  </a:lnTo>
                  <a:lnTo>
                    <a:pt x="3251914" y="0"/>
                  </a:lnTo>
                  <a:lnTo>
                    <a:pt x="3251069" y="0"/>
                  </a:lnTo>
                  <a:lnTo>
                    <a:pt x="3250224" y="0"/>
                  </a:lnTo>
                  <a:lnTo>
                    <a:pt x="3249379" y="0"/>
                  </a:lnTo>
                  <a:lnTo>
                    <a:pt x="3248534" y="0"/>
                  </a:lnTo>
                  <a:lnTo>
                    <a:pt x="3247689" y="0"/>
                  </a:lnTo>
                  <a:lnTo>
                    <a:pt x="3246843" y="0"/>
                  </a:lnTo>
                  <a:lnTo>
                    <a:pt x="3245998" y="0"/>
                  </a:lnTo>
                  <a:lnTo>
                    <a:pt x="3245153" y="0"/>
                  </a:lnTo>
                  <a:lnTo>
                    <a:pt x="3244308" y="0"/>
                  </a:lnTo>
                  <a:lnTo>
                    <a:pt x="3243463" y="0"/>
                  </a:lnTo>
                  <a:lnTo>
                    <a:pt x="3242618" y="0"/>
                  </a:lnTo>
                  <a:lnTo>
                    <a:pt x="3241773" y="0"/>
                  </a:lnTo>
                  <a:lnTo>
                    <a:pt x="3240928" y="0"/>
                  </a:lnTo>
                  <a:lnTo>
                    <a:pt x="3240083" y="0"/>
                  </a:lnTo>
                  <a:lnTo>
                    <a:pt x="3239238" y="0"/>
                  </a:lnTo>
                  <a:lnTo>
                    <a:pt x="3238393" y="0"/>
                  </a:lnTo>
                  <a:lnTo>
                    <a:pt x="3237547" y="0"/>
                  </a:lnTo>
                  <a:lnTo>
                    <a:pt x="3236702" y="0"/>
                  </a:lnTo>
                  <a:lnTo>
                    <a:pt x="3235857" y="0"/>
                  </a:lnTo>
                  <a:lnTo>
                    <a:pt x="3235012" y="0"/>
                  </a:lnTo>
                  <a:lnTo>
                    <a:pt x="3234167" y="0"/>
                  </a:lnTo>
                  <a:lnTo>
                    <a:pt x="3233322" y="0"/>
                  </a:lnTo>
                  <a:lnTo>
                    <a:pt x="3232477" y="0"/>
                  </a:lnTo>
                  <a:lnTo>
                    <a:pt x="3231632" y="0"/>
                  </a:lnTo>
                  <a:lnTo>
                    <a:pt x="3230787" y="0"/>
                  </a:lnTo>
                  <a:lnTo>
                    <a:pt x="3229942" y="0"/>
                  </a:lnTo>
                  <a:lnTo>
                    <a:pt x="3229097" y="0"/>
                  </a:lnTo>
                  <a:lnTo>
                    <a:pt x="3228251" y="0"/>
                  </a:lnTo>
                  <a:lnTo>
                    <a:pt x="3227406" y="0"/>
                  </a:lnTo>
                  <a:lnTo>
                    <a:pt x="3226561" y="0"/>
                  </a:lnTo>
                  <a:lnTo>
                    <a:pt x="3225716" y="0"/>
                  </a:lnTo>
                  <a:lnTo>
                    <a:pt x="3224871" y="0"/>
                  </a:lnTo>
                  <a:lnTo>
                    <a:pt x="3224026" y="0"/>
                  </a:lnTo>
                  <a:lnTo>
                    <a:pt x="3223181" y="0"/>
                  </a:lnTo>
                  <a:lnTo>
                    <a:pt x="3222336" y="0"/>
                  </a:lnTo>
                  <a:lnTo>
                    <a:pt x="3221491" y="0"/>
                  </a:lnTo>
                  <a:lnTo>
                    <a:pt x="3220646" y="0"/>
                  </a:lnTo>
                  <a:lnTo>
                    <a:pt x="3219801" y="0"/>
                  </a:lnTo>
                  <a:lnTo>
                    <a:pt x="3218955" y="0"/>
                  </a:lnTo>
                  <a:lnTo>
                    <a:pt x="3218110" y="0"/>
                  </a:lnTo>
                  <a:lnTo>
                    <a:pt x="3217265" y="0"/>
                  </a:lnTo>
                  <a:lnTo>
                    <a:pt x="3216420" y="0"/>
                  </a:lnTo>
                  <a:lnTo>
                    <a:pt x="3215575" y="0"/>
                  </a:lnTo>
                  <a:lnTo>
                    <a:pt x="3214730" y="0"/>
                  </a:lnTo>
                  <a:lnTo>
                    <a:pt x="3213885" y="0"/>
                  </a:lnTo>
                  <a:lnTo>
                    <a:pt x="3213040" y="0"/>
                  </a:lnTo>
                  <a:lnTo>
                    <a:pt x="3212195" y="0"/>
                  </a:lnTo>
                  <a:lnTo>
                    <a:pt x="3211350" y="0"/>
                  </a:lnTo>
                  <a:lnTo>
                    <a:pt x="3210504" y="0"/>
                  </a:lnTo>
                  <a:lnTo>
                    <a:pt x="3209659" y="0"/>
                  </a:lnTo>
                  <a:lnTo>
                    <a:pt x="3208814" y="0"/>
                  </a:lnTo>
                  <a:lnTo>
                    <a:pt x="3207969" y="0"/>
                  </a:lnTo>
                  <a:lnTo>
                    <a:pt x="3207124" y="0"/>
                  </a:lnTo>
                  <a:lnTo>
                    <a:pt x="3206279" y="0"/>
                  </a:lnTo>
                  <a:lnTo>
                    <a:pt x="3205434" y="0"/>
                  </a:lnTo>
                  <a:lnTo>
                    <a:pt x="3204589" y="0"/>
                  </a:lnTo>
                  <a:lnTo>
                    <a:pt x="3203744" y="0"/>
                  </a:lnTo>
                  <a:lnTo>
                    <a:pt x="3202899" y="0"/>
                  </a:lnTo>
                  <a:lnTo>
                    <a:pt x="3202054" y="0"/>
                  </a:lnTo>
                  <a:lnTo>
                    <a:pt x="3201208" y="0"/>
                  </a:lnTo>
                  <a:lnTo>
                    <a:pt x="3200363" y="0"/>
                  </a:lnTo>
                  <a:lnTo>
                    <a:pt x="3199518" y="0"/>
                  </a:lnTo>
                  <a:lnTo>
                    <a:pt x="3198673" y="0"/>
                  </a:lnTo>
                  <a:lnTo>
                    <a:pt x="3197828" y="0"/>
                  </a:lnTo>
                  <a:lnTo>
                    <a:pt x="3196983" y="0"/>
                  </a:lnTo>
                  <a:lnTo>
                    <a:pt x="3196138" y="0"/>
                  </a:lnTo>
                  <a:lnTo>
                    <a:pt x="3195293" y="0"/>
                  </a:lnTo>
                  <a:lnTo>
                    <a:pt x="3194448" y="0"/>
                  </a:lnTo>
                  <a:lnTo>
                    <a:pt x="3193603" y="0"/>
                  </a:lnTo>
                  <a:lnTo>
                    <a:pt x="3192758" y="0"/>
                  </a:lnTo>
                  <a:lnTo>
                    <a:pt x="3191912" y="0"/>
                  </a:lnTo>
                  <a:lnTo>
                    <a:pt x="3191067" y="0"/>
                  </a:lnTo>
                  <a:lnTo>
                    <a:pt x="3190222" y="0"/>
                  </a:lnTo>
                  <a:lnTo>
                    <a:pt x="3189377" y="0"/>
                  </a:lnTo>
                  <a:lnTo>
                    <a:pt x="3188532" y="0"/>
                  </a:lnTo>
                  <a:lnTo>
                    <a:pt x="3187687" y="0"/>
                  </a:lnTo>
                  <a:lnTo>
                    <a:pt x="3186842" y="0"/>
                  </a:lnTo>
                  <a:lnTo>
                    <a:pt x="3185997" y="0"/>
                  </a:lnTo>
                  <a:lnTo>
                    <a:pt x="3185152" y="0"/>
                  </a:lnTo>
                  <a:lnTo>
                    <a:pt x="3184307" y="0"/>
                  </a:lnTo>
                  <a:lnTo>
                    <a:pt x="3183462" y="0"/>
                  </a:lnTo>
                  <a:lnTo>
                    <a:pt x="3182616" y="0"/>
                  </a:lnTo>
                  <a:lnTo>
                    <a:pt x="3181771" y="0"/>
                  </a:lnTo>
                  <a:lnTo>
                    <a:pt x="3180926" y="0"/>
                  </a:lnTo>
                  <a:lnTo>
                    <a:pt x="3180081" y="0"/>
                  </a:lnTo>
                  <a:lnTo>
                    <a:pt x="3179236" y="0"/>
                  </a:lnTo>
                  <a:lnTo>
                    <a:pt x="3178391" y="0"/>
                  </a:lnTo>
                  <a:lnTo>
                    <a:pt x="3177546" y="0"/>
                  </a:lnTo>
                  <a:lnTo>
                    <a:pt x="3176701" y="0"/>
                  </a:lnTo>
                  <a:lnTo>
                    <a:pt x="3175856" y="0"/>
                  </a:lnTo>
                  <a:lnTo>
                    <a:pt x="3175011" y="0"/>
                  </a:lnTo>
                  <a:lnTo>
                    <a:pt x="3174166" y="0"/>
                  </a:lnTo>
                  <a:lnTo>
                    <a:pt x="3173320" y="0"/>
                  </a:lnTo>
                  <a:lnTo>
                    <a:pt x="3172475" y="0"/>
                  </a:lnTo>
                  <a:lnTo>
                    <a:pt x="3171630" y="0"/>
                  </a:lnTo>
                  <a:lnTo>
                    <a:pt x="3170785" y="0"/>
                  </a:lnTo>
                  <a:lnTo>
                    <a:pt x="3169940" y="0"/>
                  </a:lnTo>
                  <a:lnTo>
                    <a:pt x="3169095" y="0"/>
                  </a:lnTo>
                  <a:lnTo>
                    <a:pt x="3168250" y="0"/>
                  </a:lnTo>
                  <a:lnTo>
                    <a:pt x="3167405" y="0"/>
                  </a:lnTo>
                  <a:lnTo>
                    <a:pt x="3166560" y="0"/>
                  </a:lnTo>
                  <a:lnTo>
                    <a:pt x="3165715" y="0"/>
                  </a:lnTo>
                  <a:lnTo>
                    <a:pt x="3164870" y="0"/>
                  </a:lnTo>
                  <a:lnTo>
                    <a:pt x="3164024" y="0"/>
                  </a:lnTo>
                  <a:lnTo>
                    <a:pt x="3163179" y="0"/>
                  </a:lnTo>
                  <a:lnTo>
                    <a:pt x="3162334" y="0"/>
                  </a:lnTo>
                  <a:lnTo>
                    <a:pt x="3161489" y="0"/>
                  </a:lnTo>
                  <a:lnTo>
                    <a:pt x="3160644" y="0"/>
                  </a:lnTo>
                  <a:lnTo>
                    <a:pt x="3159799" y="0"/>
                  </a:lnTo>
                  <a:lnTo>
                    <a:pt x="3158954" y="0"/>
                  </a:lnTo>
                  <a:lnTo>
                    <a:pt x="3158109" y="0"/>
                  </a:lnTo>
                  <a:lnTo>
                    <a:pt x="3157264" y="0"/>
                  </a:lnTo>
                  <a:lnTo>
                    <a:pt x="3156419" y="0"/>
                  </a:lnTo>
                  <a:lnTo>
                    <a:pt x="3155574" y="0"/>
                  </a:lnTo>
                  <a:lnTo>
                    <a:pt x="3154728" y="0"/>
                  </a:lnTo>
                  <a:lnTo>
                    <a:pt x="3153883" y="0"/>
                  </a:lnTo>
                  <a:lnTo>
                    <a:pt x="3153038" y="0"/>
                  </a:lnTo>
                  <a:lnTo>
                    <a:pt x="3152193" y="0"/>
                  </a:lnTo>
                  <a:lnTo>
                    <a:pt x="3151348" y="0"/>
                  </a:lnTo>
                  <a:lnTo>
                    <a:pt x="3150503" y="0"/>
                  </a:lnTo>
                  <a:lnTo>
                    <a:pt x="3149658" y="0"/>
                  </a:lnTo>
                  <a:lnTo>
                    <a:pt x="3148813" y="0"/>
                  </a:lnTo>
                  <a:lnTo>
                    <a:pt x="3147968" y="0"/>
                  </a:lnTo>
                  <a:lnTo>
                    <a:pt x="3147123" y="0"/>
                  </a:lnTo>
                  <a:lnTo>
                    <a:pt x="3146277" y="0"/>
                  </a:lnTo>
                  <a:lnTo>
                    <a:pt x="3145432" y="0"/>
                  </a:lnTo>
                  <a:lnTo>
                    <a:pt x="3144587" y="0"/>
                  </a:lnTo>
                  <a:lnTo>
                    <a:pt x="3143742" y="0"/>
                  </a:lnTo>
                  <a:lnTo>
                    <a:pt x="3142897" y="0"/>
                  </a:lnTo>
                  <a:lnTo>
                    <a:pt x="3142052" y="0"/>
                  </a:lnTo>
                  <a:lnTo>
                    <a:pt x="3141207" y="0"/>
                  </a:lnTo>
                  <a:lnTo>
                    <a:pt x="3140362" y="0"/>
                  </a:lnTo>
                  <a:lnTo>
                    <a:pt x="3139517" y="0"/>
                  </a:lnTo>
                  <a:lnTo>
                    <a:pt x="3138672" y="0"/>
                  </a:lnTo>
                  <a:lnTo>
                    <a:pt x="3137827" y="0"/>
                  </a:lnTo>
                  <a:lnTo>
                    <a:pt x="3136981" y="0"/>
                  </a:lnTo>
                  <a:lnTo>
                    <a:pt x="3136136" y="0"/>
                  </a:lnTo>
                  <a:lnTo>
                    <a:pt x="3135291" y="0"/>
                  </a:lnTo>
                  <a:lnTo>
                    <a:pt x="3134446" y="0"/>
                  </a:lnTo>
                  <a:lnTo>
                    <a:pt x="3133601" y="0"/>
                  </a:lnTo>
                  <a:lnTo>
                    <a:pt x="3132756" y="0"/>
                  </a:lnTo>
                  <a:lnTo>
                    <a:pt x="3131911" y="0"/>
                  </a:lnTo>
                  <a:lnTo>
                    <a:pt x="3131066" y="0"/>
                  </a:lnTo>
                  <a:lnTo>
                    <a:pt x="3130221" y="0"/>
                  </a:lnTo>
                  <a:lnTo>
                    <a:pt x="3129376" y="0"/>
                  </a:lnTo>
                  <a:lnTo>
                    <a:pt x="3128531" y="0"/>
                  </a:lnTo>
                  <a:lnTo>
                    <a:pt x="3127685" y="0"/>
                  </a:lnTo>
                  <a:lnTo>
                    <a:pt x="3126840" y="0"/>
                  </a:lnTo>
                  <a:lnTo>
                    <a:pt x="3125995" y="0"/>
                  </a:lnTo>
                  <a:lnTo>
                    <a:pt x="3125150" y="0"/>
                  </a:lnTo>
                  <a:lnTo>
                    <a:pt x="3124305" y="0"/>
                  </a:lnTo>
                  <a:lnTo>
                    <a:pt x="3123460" y="0"/>
                  </a:lnTo>
                  <a:lnTo>
                    <a:pt x="3122615" y="0"/>
                  </a:lnTo>
                  <a:lnTo>
                    <a:pt x="3121770" y="0"/>
                  </a:lnTo>
                  <a:lnTo>
                    <a:pt x="3120925" y="0"/>
                  </a:lnTo>
                  <a:lnTo>
                    <a:pt x="3120080" y="0"/>
                  </a:lnTo>
                  <a:lnTo>
                    <a:pt x="3119235" y="0"/>
                  </a:lnTo>
                  <a:lnTo>
                    <a:pt x="3118389" y="0"/>
                  </a:lnTo>
                  <a:lnTo>
                    <a:pt x="3117544" y="0"/>
                  </a:lnTo>
                  <a:lnTo>
                    <a:pt x="3116699" y="0"/>
                  </a:lnTo>
                  <a:lnTo>
                    <a:pt x="3115854" y="0"/>
                  </a:lnTo>
                  <a:lnTo>
                    <a:pt x="3115009" y="0"/>
                  </a:lnTo>
                  <a:lnTo>
                    <a:pt x="3114164" y="0"/>
                  </a:lnTo>
                  <a:lnTo>
                    <a:pt x="3113319" y="0"/>
                  </a:lnTo>
                  <a:lnTo>
                    <a:pt x="3112474" y="0"/>
                  </a:lnTo>
                  <a:lnTo>
                    <a:pt x="3111629" y="0"/>
                  </a:lnTo>
                  <a:lnTo>
                    <a:pt x="3110784" y="0"/>
                  </a:lnTo>
                  <a:lnTo>
                    <a:pt x="3109939" y="0"/>
                  </a:lnTo>
                  <a:lnTo>
                    <a:pt x="3109093" y="0"/>
                  </a:lnTo>
                  <a:lnTo>
                    <a:pt x="3108248" y="0"/>
                  </a:lnTo>
                  <a:lnTo>
                    <a:pt x="3107403" y="0"/>
                  </a:lnTo>
                  <a:lnTo>
                    <a:pt x="3106558" y="0"/>
                  </a:lnTo>
                  <a:lnTo>
                    <a:pt x="3105713" y="0"/>
                  </a:lnTo>
                  <a:lnTo>
                    <a:pt x="3104868" y="0"/>
                  </a:lnTo>
                  <a:lnTo>
                    <a:pt x="3104023" y="0"/>
                  </a:lnTo>
                  <a:lnTo>
                    <a:pt x="3103178" y="0"/>
                  </a:lnTo>
                  <a:lnTo>
                    <a:pt x="3102333" y="0"/>
                  </a:lnTo>
                  <a:lnTo>
                    <a:pt x="3101488" y="0"/>
                  </a:lnTo>
                  <a:lnTo>
                    <a:pt x="3100643" y="0"/>
                  </a:lnTo>
                  <a:lnTo>
                    <a:pt x="3099797" y="0"/>
                  </a:lnTo>
                  <a:lnTo>
                    <a:pt x="3098952" y="0"/>
                  </a:lnTo>
                  <a:lnTo>
                    <a:pt x="3098107" y="0"/>
                  </a:lnTo>
                  <a:lnTo>
                    <a:pt x="3097262" y="0"/>
                  </a:lnTo>
                  <a:lnTo>
                    <a:pt x="3096417" y="0"/>
                  </a:lnTo>
                  <a:lnTo>
                    <a:pt x="3095572" y="0"/>
                  </a:lnTo>
                  <a:lnTo>
                    <a:pt x="3094727" y="0"/>
                  </a:lnTo>
                  <a:lnTo>
                    <a:pt x="3093882" y="0"/>
                  </a:lnTo>
                  <a:lnTo>
                    <a:pt x="3093037" y="0"/>
                  </a:lnTo>
                  <a:lnTo>
                    <a:pt x="3092192" y="0"/>
                  </a:lnTo>
                  <a:lnTo>
                    <a:pt x="3091347" y="0"/>
                  </a:lnTo>
                  <a:lnTo>
                    <a:pt x="3090501" y="0"/>
                  </a:lnTo>
                  <a:lnTo>
                    <a:pt x="3089656" y="0"/>
                  </a:lnTo>
                  <a:lnTo>
                    <a:pt x="3088811" y="0"/>
                  </a:lnTo>
                  <a:lnTo>
                    <a:pt x="3087966" y="0"/>
                  </a:lnTo>
                  <a:lnTo>
                    <a:pt x="3087121" y="0"/>
                  </a:lnTo>
                  <a:lnTo>
                    <a:pt x="3086276" y="0"/>
                  </a:lnTo>
                  <a:lnTo>
                    <a:pt x="3085431" y="0"/>
                  </a:lnTo>
                  <a:lnTo>
                    <a:pt x="3084586" y="0"/>
                  </a:lnTo>
                  <a:lnTo>
                    <a:pt x="3083741" y="0"/>
                  </a:lnTo>
                  <a:lnTo>
                    <a:pt x="3082896" y="0"/>
                  </a:lnTo>
                  <a:lnTo>
                    <a:pt x="3082050" y="0"/>
                  </a:lnTo>
                  <a:lnTo>
                    <a:pt x="3081205" y="0"/>
                  </a:lnTo>
                  <a:lnTo>
                    <a:pt x="3080360" y="0"/>
                  </a:lnTo>
                  <a:lnTo>
                    <a:pt x="3079515" y="0"/>
                  </a:lnTo>
                  <a:lnTo>
                    <a:pt x="3078670" y="0"/>
                  </a:lnTo>
                  <a:lnTo>
                    <a:pt x="3077825" y="0"/>
                  </a:lnTo>
                  <a:lnTo>
                    <a:pt x="3076980" y="0"/>
                  </a:lnTo>
                  <a:lnTo>
                    <a:pt x="3076135" y="0"/>
                  </a:lnTo>
                  <a:lnTo>
                    <a:pt x="3075290" y="0"/>
                  </a:lnTo>
                  <a:lnTo>
                    <a:pt x="3074445" y="0"/>
                  </a:lnTo>
                  <a:lnTo>
                    <a:pt x="3073600" y="0"/>
                  </a:lnTo>
                  <a:lnTo>
                    <a:pt x="3072754" y="0"/>
                  </a:lnTo>
                  <a:lnTo>
                    <a:pt x="3071909" y="0"/>
                  </a:lnTo>
                  <a:lnTo>
                    <a:pt x="3071064" y="0"/>
                  </a:lnTo>
                  <a:lnTo>
                    <a:pt x="3070219" y="0"/>
                  </a:lnTo>
                  <a:lnTo>
                    <a:pt x="3069374" y="0"/>
                  </a:lnTo>
                  <a:lnTo>
                    <a:pt x="3068529" y="0"/>
                  </a:lnTo>
                  <a:lnTo>
                    <a:pt x="3067684" y="0"/>
                  </a:lnTo>
                  <a:lnTo>
                    <a:pt x="3066839" y="0"/>
                  </a:lnTo>
                  <a:lnTo>
                    <a:pt x="3065994" y="0"/>
                  </a:lnTo>
                  <a:lnTo>
                    <a:pt x="3065149" y="0"/>
                  </a:lnTo>
                  <a:lnTo>
                    <a:pt x="3064304" y="0"/>
                  </a:lnTo>
                  <a:lnTo>
                    <a:pt x="3063458" y="0"/>
                  </a:lnTo>
                  <a:lnTo>
                    <a:pt x="3062613" y="0"/>
                  </a:lnTo>
                  <a:lnTo>
                    <a:pt x="3061768" y="0"/>
                  </a:lnTo>
                  <a:lnTo>
                    <a:pt x="3060923" y="0"/>
                  </a:lnTo>
                  <a:lnTo>
                    <a:pt x="3060078" y="0"/>
                  </a:lnTo>
                  <a:lnTo>
                    <a:pt x="3059233" y="0"/>
                  </a:lnTo>
                  <a:lnTo>
                    <a:pt x="3058388" y="0"/>
                  </a:lnTo>
                  <a:lnTo>
                    <a:pt x="3057543" y="0"/>
                  </a:lnTo>
                  <a:lnTo>
                    <a:pt x="3056698" y="0"/>
                  </a:lnTo>
                  <a:lnTo>
                    <a:pt x="3055853" y="0"/>
                  </a:lnTo>
                  <a:lnTo>
                    <a:pt x="3055008" y="0"/>
                  </a:lnTo>
                  <a:lnTo>
                    <a:pt x="3054162" y="0"/>
                  </a:lnTo>
                  <a:lnTo>
                    <a:pt x="3053317" y="0"/>
                  </a:lnTo>
                  <a:lnTo>
                    <a:pt x="3052472" y="0"/>
                  </a:lnTo>
                  <a:lnTo>
                    <a:pt x="3051627" y="0"/>
                  </a:lnTo>
                  <a:lnTo>
                    <a:pt x="3050782" y="0"/>
                  </a:lnTo>
                  <a:lnTo>
                    <a:pt x="3049937" y="0"/>
                  </a:lnTo>
                  <a:lnTo>
                    <a:pt x="3049092" y="0"/>
                  </a:lnTo>
                  <a:lnTo>
                    <a:pt x="3048247" y="0"/>
                  </a:lnTo>
                  <a:lnTo>
                    <a:pt x="3047402" y="0"/>
                  </a:lnTo>
                  <a:lnTo>
                    <a:pt x="3046557" y="0"/>
                  </a:lnTo>
                  <a:lnTo>
                    <a:pt x="3045712" y="0"/>
                  </a:lnTo>
                  <a:lnTo>
                    <a:pt x="3044866" y="0"/>
                  </a:lnTo>
                  <a:lnTo>
                    <a:pt x="3044021" y="0"/>
                  </a:lnTo>
                  <a:lnTo>
                    <a:pt x="3043176" y="0"/>
                  </a:lnTo>
                  <a:lnTo>
                    <a:pt x="3042331" y="0"/>
                  </a:lnTo>
                  <a:lnTo>
                    <a:pt x="3041486" y="0"/>
                  </a:lnTo>
                  <a:lnTo>
                    <a:pt x="3040641" y="0"/>
                  </a:lnTo>
                  <a:lnTo>
                    <a:pt x="3039796" y="0"/>
                  </a:lnTo>
                  <a:lnTo>
                    <a:pt x="3038951" y="0"/>
                  </a:lnTo>
                  <a:lnTo>
                    <a:pt x="3038106" y="0"/>
                  </a:lnTo>
                  <a:lnTo>
                    <a:pt x="3037261" y="0"/>
                  </a:lnTo>
                  <a:lnTo>
                    <a:pt x="3036416" y="0"/>
                  </a:lnTo>
                  <a:lnTo>
                    <a:pt x="3035570" y="0"/>
                  </a:lnTo>
                  <a:lnTo>
                    <a:pt x="3034725" y="0"/>
                  </a:lnTo>
                  <a:lnTo>
                    <a:pt x="3033880" y="0"/>
                  </a:lnTo>
                  <a:lnTo>
                    <a:pt x="3033035" y="0"/>
                  </a:lnTo>
                  <a:lnTo>
                    <a:pt x="3032190" y="0"/>
                  </a:lnTo>
                  <a:lnTo>
                    <a:pt x="3031345" y="0"/>
                  </a:lnTo>
                  <a:lnTo>
                    <a:pt x="3030500" y="0"/>
                  </a:lnTo>
                  <a:lnTo>
                    <a:pt x="3029655" y="0"/>
                  </a:lnTo>
                  <a:lnTo>
                    <a:pt x="3028810" y="0"/>
                  </a:lnTo>
                  <a:lnTo>
                    <a:pt x="3027965" y="0"/>
                  </a:lnTo>
                  <a:lnTo>
                    <a:pt x="3027120" y="0"/>
                  </a:lnTo>
                  <a:lnTo>
                    <a:pt x="3026274" y="0"/>
                  </a:lnTo>
                  <a:lnTo>
                    <a:pt x="3025429" y="0"/>
                  </a:lnTo>
                  <a:lnTo>
                    <a:pt x="3024584" y="0"/>
                  </a:lnTo>
                  <a:lnTo>
                    <a:pt x="3023739" y="0"/>
                  </a:lnTo>
                  <a:lnTo>
                    <a:pt x="3022894" y="0"/>
                  </a:lnTo>
                  <a:lnTo>
                    <a:pt x="3022049" y="0"/>
                  </a:lnTo>
                  <a:lnTo>
                    <a:pt x="3021204" y="0"/>
                  </a:lnTo>
                  <a:lnTo>
                    <a:pt x="3020359" y="0"/>
                  </a:lnTo>
                  <a:lnTo>
                    <a:pt x="3019514" y="0"/>
                  </a:lnTo>
                  <a:lnTo>
                    <a:pt x="3018669" y="0"/>
                  </a:lnTo>
                  <a:lnTo>
                    <a:pt x="3017823" y="0"/>
                  </a:lnTo>
                  <a:lnTo>
                    <a:pt x="3016978" y="0"/>
                  </a:lnTo>
                  <a:lnTo>
                    <a:pt x="3016133" y="0"/>
                  </a:lnTo>
                  <a:lnTo>
                    <a:pt x="3015288" y="0"/>
                  </a:lnTo>
                  <a:lnTo>
                    <a:pt x="3014443" y="0"/>
                  </a:lnTo>
                  <a:lnTo>
                    <a:pt x="3013598" y="0"/>
                  </a:lnTo>
                  <a:lnTo>
                    <a:pt x="3012753" y="0"/>
                  </a:lnTo>
                  <a:lnTo>
                    <a:pt x="3011908" y="0"/>
                  </a:lnTo>
                  <a:lnTo>
                    <a:pt x="3011063" y="0"/>
                  </a:lnTo>
                  <a:lnTo>
                    <a:pt x="3010218" y="0"/>
                  </a:lnTo>
                  <a:lnTo>
                    <a:pt x="3009373" y="0"/>
                  </a:lnTo>
                  <a:lnTo>
                    <a:pt x="3008527" y="0"/>
                  </a:lnTo>
                  <a:lnTo>
                    <a:pt x="3007682" y="0"/>
                  </a:lnTo>
                  <a:lnTo>
                    <a:pt x="3006837" y="0"/>
                  </a:lnTo>
                  <a:lnTo>
                    <a:pt x="3005992" y="0"/>
                  </a:lnTo>
                  <a:lnTo>
                    <a:pt x="3005147" y="0"/>
                  </a:lnTo>
                  <a:lnTo>
                    <a:pt x="3004302" y="0"/>
                  </a:lnTo>
                  <a:lnTo>
                    <a:pt x="3003457" y="0"/>
                  </a:lnTo>
                  <a:lnTo>
                    <a:pt x="3002612" y="0"/>
                  </a:lnTo>
                  <a:lnTo>
                    <a:pt x="3001767" y="0"/>
                  </a:lnTo>
                  <a:lnTo>
                    <a:pt x="3000922" y="0"/>
                  </a:lnTo>
                  <a:lnTo>
                    <a:pt x="3000077" y="0"/>
                  </a:lnTo>
                  <a:lnTo>
                    <a:pt x="2999231" y="0"/>
                  </a:lnTo>
                  <a:lnTo>
                    <a:pt x="2998386" y="0"/>
                  </a:lnTo>
                  <a:lnTo>
                    <a:pt x="2997541" y="0"/>
                  </a:lnTo>
                  <a:lnTo>
                    <a:pt x="2996696" y="0"/>
                  </a:lnTo>
                  <a:lnTo>
                    <a:pt x="2995851" y="0"/>
                  </a:lnTo>
                  <a:lnTo>
                    <a:pt x="2995006" y="0"/>
                  </a:lnTo>
                  <a:lnTo>
                    <a:pt x="2994161" y="0"/>
                  </a:lnTo>
                  <a:lnTo>
                    <a:pt x="2993316" y="0"/>
                  </a:lnTo>
                  <a:lnTo>
                    <a:pt x="2992471" y="0"/>
                  </a:lnTo>
                  <a:lnTo>
                    <a:pt x="2991626" y="0"/>
                  </a:lnTo>
                  <a:lnTo>
                    <a:pt x="2990781" y="0"/>
                  </a:lnTo>
                  <a:lnTo>
                    <a:pt x="2989935" y="0"/>
                  </a:lnTo>
                  <a:lnTo>
                    <a:pt x="2989090" y="0"/>
                  </a:lnTo>
                  <a:lnTo>
                    <a:pt x="2988245" y="0"/>
                  </a:lnTo>
                  <a:lnTo>
                    <a:pt x="2987400" y="0"/>
                  </a:lnTo>
                  <a:lnTo>
                    <a:pt x="2986555" y="0"/>
                  </a:lnTo>
                  <a:lnTo>
                    <a:pt x="2985710" y="0"/>
                  </a:lnTo>
                  <a:lnTo>
                    <a:pt x="2984865" y="0"/>
                  </a:lnTo>
                  <a:lnTo>
                    <a:pt x="2984020" y="0"/>
                  </a:lnTo>
                  <a:lnTo>
                    <a:pt x="2983175" y="0"/>
                  </a:lnTo>
                  <a:lnTo>
                    <a:pt x="2982330" y="0"/>
                  </a:lnTo>
                  <a:lnTo>
                    <a:pt x="2981485" y="0"/>
                  </a:lnTo>
                  <a:lnTo>
                    <a:pt x="2980639" y="0"/>
                  </a:lnTo>
                  <a:lnTo>
                    <a:pt x="2979794" y="0"/>
                  </a:lnTo>
                  <a:lnTo>
                    <a:pt x="2978949" y="0"/>
                  </a:lnTo>
                  <a:lnTo>
                    <a:pt x="2978104" y="0"/>
                  </a:lnTo>
                  <a:lnTo>
                    <a:pt x="2977259" y="0"/>
                  </a:lnTo>
                  <a:lnTo>
                    <a:pt x="2976414" y="0"/>
                  </a:lnTo>
                  <a:lnTo>
                    <a:pt x="2975569" y="0"/>
                  </a:lnTo>
                  <a:lnTo>
                    <a:pt x="2974724" y="0"/>
                  </a:lnTo>
                  <a:lnTo>
                    <a:pt x="2973879" y="0"/>
                  </a:lnTo>
                  <a:lnTo>
                    <a:pt x="2973034" y="0"/>
                  </a:lnTo>
                  <a:lnTo>
                    <a:pt x="2972189" y="0"/>
                  </a:lnTo>
                  <a:lnTo>
                    <a:pt x="2971343" y="0"/>
                  </a:lnTo>
                  <a:lnTo>
                    <a:pt x="2970498" y="0"/>
                  </a:lnTo>
                  <a:lnTo>
                    <a:pt x="2969653" y="0"/>
                  </a:lnTo>
                  <a:lnTo>
                    <a:pt x="2968808" y="0"/>
                  </a:lnTo>
                  <a:lnTo>
                    <a:pt x="2967963" y="0"/>
                  </a:lnTo>
                  <a:lnTo>
                    <a:pt x="2967118" y="0"/>
                  </a:lnTo>
                  <a:lnTo>
                    <a:pt x="2966273" y="0"/>
                  </a:lnTo>
                  <a:lnTo>
                    <a:pt x="2965428" y="0"/>
                  </a:lnTo>
                  <a:lnTo>
                    <a:pt x="2964583" y="0"/>
                  </a:lnTo>
                  <a:lnTo>
                    <a:pt x="2963738" y="0"/>
                  </a:lnTo>
                  <a:lnTo>
                    <a:pt x="2962893" y="0"/>
                  </a:lnTo>
                  <a:lnTo>
                    <a:pt x="2962047" y="0"/>
                  </a:lnTo>
                  <a:lnTo>
                    <a:pt x="2961202" y="0"/>
                  </a:lnTo>
                  <a:lnTo>
                    <a:pt x="2960357" y="0"/>
                  </a:lnTo>
                  <a:lnTo>
                    <a:pt x="2959512" y="0"/>
                  </a:lnTo>
                  <a:lnTo>
                    <a:pt x="2958667" y="0"/>
                  </a:lnTo>
                  <a:lnTo>
                    <a:pt x="2957822" y="0"/>
                  </a:lnTo>
                  <a:lnTo>
                    <a:pt x="2956977" y="0"/>
                  </a:lnTo>
                  <a:lnTo>
                    <a:pt x="2956132" y="0"/>
                  </a:lnTo>
                  <a:lnTo>
                    <a:pt x="2955287" y="0"/>
                  </a:lnTo>
                  <a:lnTo>
                    <a:pt x="2954442" y="0"/>
                  </a:lnTo>
                  <a:lnTo>
                    <a:pt x="2953596" y="0"/>
                  </a:lnTo>
                  <a:lnTo>
                    <a:pt x="2952751" y="0"/>
                  </a:lnTo>
                  <a:lnTo>
                    <a:pt x="2951906" y="0"/>
                  </a:lnTo>
                  <a:lnTo>
                    <a:pt x="2951061" y="0"/>
                  </a:lnTo>
                  <a:lnTo>
                    <a:pt x="2950216" y="0"/>
                  </a:lnTo>
                  <a:lnTo>
                    <a:pt x="2949371" y="0"/>
                  </a:lnTo>
                  <a:lnTo>
                    <a:pt x="2948526" y="0"/>
                  </a:lnTo>
                  <a:lnTo>
                    <a:pt x="2947681" y="0"/>
                  </a:lnTo>
                  <a:lnTo>
                    <a:pt x="2946836" y="0"/>
                  </a:lnTo>
                  <a:lnTo>
                    <a:pt x="2945991" y="0"/>
                  </a:lnTo>
                  <a:lnTo>
                    <a:pt x="2945146" y="0"/>
                  </a:lnTo>
                  <a:lnTo>
                    <a:pt x="2944300" y="0"/>
                  </a:lnTo>
                  <a:lnTo>
                    <a:pt x="2943455" y="0"/>
                  </a:lnTo>
                  <a:lnTo>
                    <a:pt x="2942610" y="0"/>
                  </a:lnTo>
                  <a:lnTo>
                    <a:pt x="2941765" y="0"/>
                  </a:lnTo>
                  <a:lnTo>
                    <a:pt x="2940920" y="0"/>
                  </a:lnTo>
                  <a:lnTo>
                    <a:pt x="2940075" y="0"/>
                  </a:lnTo>
                  <a:lnTo>
                    <a:pt x="2939230" y="0"/>
                  </a:lnTo>
                  <a:lnTo>
                    <a:pt x="2938385" y="0"/>
                  </a:lnTo>
                  <a:lnTo>
                    <a:pt x="2937540" y="0"/>
                  </a:lnTo>
                  <a:lnTo>
                    <a:pt x="2936695" y="0"/>
                  </a:lnTo>
                  <a:lnTo>
                    <a:pt x="2935850" y="0"/>
                  </a:lnTo>
                  <a:lnTo>
                    <a:pt x="2935004" y="0"/>
                  </a:lnTo>
                  <a:lnTo>
                    <a:pt x="2934159" y="0"/>
                  </a:lnTo>
                  <a:lnTo>
                    <a:pt x="2933314" y="0"/>
                  </a:lnTo>
                  <a:lnTo>
                    <a:pt x="2932469" y="0"/>
                  </a:lnTo>
                  <a:lnTo>
                    <a:pt x="2931624" y="0"/>
                  </a:lnTo>
                  <a:lnTo>
                    <a:pt x="2930779" y="0"/>
                  </a:lnTo>
                  <a:lnTo>
                    <a:pt x="2929934" y="0"/>
                  </a:lnTo>
                  <a:lnTo>
                    <a:pt x="2929089" y="0"/>
                  </a:lnTo>
                  <a:lnTo>
                    <a:pt x="2928244" y="0"/>
                  </a:lnTo>
                  <a:lnTo>
                    <a:pt x="2927399" y="0"/>
                  </a:lnTo>
                  <a:lnTo>
                    <a:pt x="2926554" y="0"/>
                  </a:lnTo>
                  <a:lnTo>
                    <a:pt x="2925708" y="0"/>
                  </a:lnTo>
                  <a:lnTo>
                    <a:pt x="2924863" y="0"/>
                  </a:lnTo>
                  <a:lnTo>
                    <a:pt x="2924018" y="0"/>
                  </a:lnTo>
                  <a:lnTo>
                    <a:pt x="2923173" y="0"/>
                  </a:lnTo>
                  <a:lnTo>
                    <a:pt x="2922328" y="0"/>
                  </a:lnTo>
                  <a:lnTo>
                    <a:pt x="2921483" y="0"/>
                  </a:lnTo>
                  <a:lnTo>
                    <a:pt x="2920638" y="0"/>
                  </a:lnTo>
                  <a:lnTo>
                    <a:pt x="2919793" y="0"/>
                  </a:lnTo>
                  <a:lnTo>
                    <a:pt x="2918948" y="0"/>
                  </a:lnTo>
                  <a:lnTo>
                    <a:pt x="2918103" y="0"/>
                  </a:lnTo>
                  <a:lnTo>
                    <a:pt x="2917258" y="0"/>
                  </a:lnTo>
                  <a:lnTo>
                    <a:pt x="2916412" y="0"/>
                  </a:lnTo>
                  <a:lnTo>
                    <a:pt x="2915567" y="0"/>
                  </a:lnTo>
                  <a:lnTo>
                    <a:pt x="2914722" y="0"/>
                  </a:lnTo>
                  <a:lnTo>
                    <a:pt x="2913877" y="0"/>
                  </a:lnTo>
                  <a:lnTo>
                    <a:pt x="2913032" y="0"/>
                  </a:lnTo>
                  <a:lnTo>
                    <a:pt x="2912187" y="0"/>
                  </a:lnTo>
                  <a:lnTo>
                    <a:pt x="2911342" y="0"/>
                  </a:lnTo>
                  <a:lnTo>
                    <a:pt x="2910497" y="0"/>
                  </a:lnTo>
                  <a:lnTo>
                    <a:pt x="2909652" y="0"/>
                  </a:lnTo>
                  <a:lnTo>
                    <a:pt x="2908807" y="0"/>
                  </a:lnTo>
                  <a:lnTo>
                    <a:pt x="2907962" y="0"/>
                  </a:lnTo>
                  <a:lnTo>
                    <a:pt x="2907116" y="0"/>
                  </a:lnTo>
                  <a:lnTo>
                    <a:pt x="2906271" y="0"/>
                  </a:lnTo>
                  <a:lnTo>
                    <a:pt x="2905426" y="0"/>
                  </a:lnTo>
                  <a:lnTo>
                    <a:pt x="2904581" y="0"/>
                  </a:lnTo>
                  <a:lnTo>
                    <a:pt x="2903736" y="0"/>
                  </a:lnTo>
                  <a:lnTo>
                    <a:pt x="2902891" y="0"/>
                  </a:lnTo>
                  <a:lnTo>
                    <a:pt x="2902046" y="0"/>
                  </a:lnTo>
                  <a:lnTo>
                    <a:pt x="2901201" y="0"/>
                  </a:lnTo>
                  <a:lnTo>
                    <a:pt x="2900356" y="0"/>
                  </a:lnTo>
                  <a:lnTo>
                    <a:pt x="2899511" y="0"/>
                  </a:lnTo>
                  <a:lnTo>
                    <a:pt x="2898666" y="0"/>
                  </a:lnTo>
                  <a:lnTo>
                    <a:pt x="2897820" y="0"/>
                  </a:lnTo>
                  <a:lnTo>
                    <a:pt x="2896975" y="0"/>
                  </a:lnTo>
                  <a:lnTo>
                    <a:pt x="2896130" y="0"/>
                  </a:lnTo>
                  <a:lnTo>
                    <a:pt x="2895285" y="0"/>
                  </a:lnTo>
                  <a:lnTo>
                    <a:pt x="2894440" y="0"/>
                  </a:lnTo>
                  <a:lnTo>
                    <a:pt x="2893595" y="0"/>
                  </a:lnTo>
                  <a:lnTo>
                    <a:pt x="2892750" y="0"/>
                  </a:lnTo>
                  <a:lnTo>
                    <a:pt x="2891905" y="0"/>
                  </a:lnTo>
                  <a:lnTo>
                    <a:pt x="2891060" y="0"/>
                  </a:lnTo>
                  <a:lnTo>
                    <a:pt x="2890215" y="0"/>
                  </a:lnTo>
                  <a:lnTo>
                    <a:pt x="2889369" y="0"/>
                  </a:lnTo>
                  <a:lnTo>
                    <a:pt x="2888524" y="0"/>
                  </a:lnTo>
                  <a:lnTo>
                    <a:pt x="2887679" y="0"/>
                  </a:lnTo>
                  <a:lnTo>
                    <a:pt x="2886834" y="0"/>
                  </a:lnTo>
                  <a:lnTo>
                    <a:pt x="2885989" y="0"/>
                  </a:lnTo>
                  <a:lnTo>
                    <a:pt x="2885144" y="0"/>
                  </a:lnTo>
                  <a:lnTo>
                    <a:pt x="2884299" y="0"/>
                  </a:lnTo>
                  <a:lnTo>
                    <a:pt x="2883454" y="0"/>
                  </a:lnTo>
                  <a:lnTo>
                    <a:pt x="2882609" y="0"/>
                  </a:lnTo>
                  <a:lnTo>
                    <a:pt x="2881764" y="0"/>
                  </a:lnTo>
                  <a:lnTo>
                    <a:pt x="2880919" y="0"/>
                  </a:lnTo>
                  <a:lnTo>
                    <a:pt x="2880073" y="0"/>
                  </a:lnTo>
                  <a:lnTo>
                    <a:pt x="2879228" y="0"/>
                  </a:lnTo>
                  <a:lnTo>
                    <a:pt x="2878383" y="0"/>
                  </a:lnTo>
                  <a:lnTo>
                    <a:pt x="2877538" y="0"/>
                  </a:lnTo>
                  <a:lnTo>
                    <a:pt x="2876693" y="0"/>
                  </a:lnTo>
                  <a:lnTo>
                    <a:pt x="2875848" y="0"/>
                  </a:lnTo>
                  <a:lnTo>
                    <a:pt x="2875003" y="0"/>
                  </a:lnTo>
                  <a:lnTo>
                    <a:pt x="2874158" y="0"/>
                  </a:lnTo>
                  <a:lnTo>
                    <a:pt x="2873313" y="0"/>
                  </a:lnTo>
                  <a:lnTo>
                    <a:pt x="2872468" y="0"/>
                  </a:lnTo>
                  <a:lnTo>
                    <a:pt x="2871623" y="0"/>
                  </a:lnTo>
                  <a:lnTo>
                    <a:pt x="2870777" y="0"/>
                  </a:lnTo>
                  <a:lnTo>
                    <a:pt x="2869932" y="0"/>
                  </a:lnTo>
                  <a:lnTo>
                    <a:pt x="2869087" y="0"/>
                  </a:lnTo>
                  <a:lnTo>
                    <a:pt x="2868242" y="0"/>
                  </a:lnTo>
                  <a:lnTo>
                    <a:pt x="2867397" y="0"/>
                  </a:lnTo>
                  <a:lnTo>
                    <a:pt x="2866552" y="0"/>
                  </a:lnTo>
                  <a:lnTo>
                    <a:pt x="2865707" y="0"/>
                  </a:lnTo>
                  <a:lnTo>
                    <a:pt x="2864862" y="0"/>
                  </a:lnTo>
                  <a:lnTo>
                    <a:pt x="2864017" y="0"/>
                  </a:lnTo>
                  <a:lnTo>
                    <a:pt x="2863172" y="0"/>
                  </a:lnTo>
                  <a:lnTo>
                    <a:pt x="2862327" y="0"/>
                  </a:lnTo>
                  <a:lnTo>
                    <a:pt x="2861481" y="0"/>
                  </a:lnTo>
                  <a:lnTo>
                    <a:pt x="2860636" y="0"/>
                  </a:lnTo>
                  <a:lnTo>
                    <a:pt x="2859791" y="0"/>
                  </a:lnTo>
                  <a:lnTo>
                    <a:pt x="2858946" y="0"/>
                  </a:lnTo>
                  <a:lnTo>
                    <a:pt x="2858101" y="0"/>
                  </a:lnTo>
                  <a:lnTo>
                    <a:pt x="2857256" y="0"/>
                  </a:lnTo>
                  <a:lnTo>
                    <a:pt x="2856411" y="0"/>
                  </a:lnTo>
                  <a:lnTo>
                    <a:pt x="2855566" y="0"/>
                  </a:lnTo>
                  <a:lnTo>
                    <a:pt x="2854721" y="0"/>
                  </a:lnTo>
                  <a:lnTo>
                    <a:pt x="2853876" y="0"/>
                  </a:lnTo>
                  <a:lnTo>
                    <a:pt x="2853031" y="0"/>
                  </a:lnTo>
                  <a:lnTo>
                    <a:pt x="2852185" y="0"/>
                  </a:lnTo>
                  <a:lnTo>
                    <a:pt x="2851340" y="0"/>
                  </a:lnTo>
                  <a:lnTo>
                    <a:pt x="2850495" y="0"/>
                  </a:lnTo>
                  <a:lnTo>
                    <a:pt x="2849650" y="0"/>
                  </a:lnTo>
                  <a:lnTo>
                    <a:pt x="2848805" y="0"/>
                  </a:lnTo>
                  <a:lnTo>
                    <a:pt x="2847960" y="0"/>
                  </a:lnTo>
                  <a:lnTo>
                    <a:pt x="2847115" y="0"/>
                  </a:lnTo>
                  <a:lnTo>
                    <a:pt x="2846270" y="0"/>
                  </a:lnTo>
                  <a:lnTo>
                    <a:pt x="2845425" y="0"/>
                  </a:lnTo>
                  <a:lnTo>
                    <a:pt x="2844580" y="0"/>
                  </a:lnTo>
                  <a:lnTo>
                    <a:pt x="2843735" y="0"/>
                  </a:lnTo>
                  <a:lnTo>
                    <a:pt x="2842889" y="0"/>
                  </a:lnTo>
                  <a:lnTo>
                    <a:pt x="2842044" y="0"/>
                  </a:lnTo>
                  <a:lnTo>
                    <a:pt x="2841199" y="0"/>
                  </a:lnTo>
                  <a:lnTo>
                    <a:pt x="2840354" y="0"/>
                  </a:lnTo>
                  <a:lnTo>
                    <a:pt x="2839509" y="0"/>
                  </a:lnTo>
                  <a:lnTo>
                    <a:pt x="2838664" y="0"/>
                  </a:lnTo>
                  <a:lnTo>
                    <a:pt x="2837819" y="0"/>
                  </a:lnTo>
                  <a:lnTo>
                    <a:pt x="2836974" y="0"/>
                  </a:lnTo>
                  <a:lnTo>
                    <a:pt x="2836129" y="0"/>
                  </a:lnTo>
                  <a:lnTo>
                    <a:pt x="2835284" y="0"/>
                  </a:lnTo>
                  <a:lnTo>
                    <a:pt x="2834438" y="0"/>
                  </a:lnTo>
                  <a:lnTo>
                    <a:pt x="2833593" y="0"/>
                  </a:lnTo>
                  <a:lnTo>
                    <a:pt x="2832748" y="0"/>
                  </a:lnTo>
                  <a:lnTo>
                    <a:pt x="2831903" y="0"/>
                  </a:lnTo>
                  <a:lnTo>
                    <a:pt x="2831058" y="0"/>
                  </a:lnTo>
                  <a:lnTo>
                    <a:pt x="2830213" y="0"/>
                  </a:lnTo>
                  <a:lnTo>
                    <a:pt x="2829368" y="0"/>
                  </a:lnTo>
                  <a:lnTo>
                    <a:pt x="2828523" y="0"/>
                  </a:lnTo>
                  <a:lnTo>
                    <a:pt x="2827678" y="0"/>
                  </a:lnTo>
                  <a:lnTo>
                    <a:pt x="2826833" y="0"/>
                  </a:lnTo>
                  <a:lnTo>
                    <a:pt x="2825988" y="0"/>
                  </a:lnTo>
                  <a:lnTo>
                    <a:pt x="2825142" y="0"/>
                  </a:lnTo>
                  <a:lnTo>
                    <a:pt x="2824297" y="0"/>
                  </a:lnTo>
                  <a:lnTo>
                    <a:pt x="2823452" y="0"/>
                  </a:lnTo>
                  <a:lnTo>
                    <a:pt x="2822607" y="0"/>
                  </a:lnTo>
                  <a:lnTo>
                    <a:pt x="2821762" y="0"/>
                  </a:lnTo>
                  <a:lnTo>
                    <a:pt x="2820917" y="0"/>
                  </a:lnTo>
                  <a:lnTo>
                    <a:pt x="2820072" y="0"/>
                  </a:lnTo>
                  <a:lnTo>
                    <a:pt x="2819227" y="0"/>
                  </a:lnTo>
                  <a:lnTo>
                    <a:pt x="2818382" y="0"/>
                  </a:lnTo>
                  <a:lnTo>
                    <a:pt x="2817537" y="0"/>
                  </a:lnTo>
                  <a:lnTo>
                    <a:pt x="2816692" y="0"/>
                  </a:lnTo>
                  <a:lnTo>
                    <a:pt x="2815846" y="0"/>
                  </a:lnTo>
                  <a:lnTo>
                    <a:pt x="2815001" y="0"/>
                  </a:lnTo>
                  <a:lnTo>
                    <a:pt x="2814156" y="0"/>
                  </a:lnTo>
                  <a:lnTo>
                    <a:pt x="2813311" y="0"/>
                  </a:lnTo>
                  <a:lnTo>
                    <a:pt x="2812466" y="0"/>
                  </a:lnTo>
                  <a:lnTo>
                    <a:pt x="2811621" y="0"/>
                  </a:lnTo>
                  <a:lnTo>
                    <a:pt x="2810776" y="0"/>
                  </a:lnTo>
                  <a:lnTo>
                    <a:pt x="2809931" y="0"/>
                  </a:lnTo>
                  <a:lnTo>
                    <a:pt x="2809086" y="0"/>
                  </a:lnTo>
                  <a:lnTo>
                    <a:pt x="2808241" y="0"/>
                  </a:lnTo>
                  <a:lnTo>
                    <a:pt x="2807396" y="0"/>
                  </a:lnTo>
                  <a:lnTo>
                    <a:pt x="2806550" y="0"/>
                  </a:lnTo>
                  <a:lnTo>
                    <a:pt x="2805705" y="0"/>
                  </a:lnTo>
                  <a:lnTo>
                    <a:pt x="2804860" y="0"/>
                  </a:lnTo>
                  <a:lnTo>
                    <a:pt x="2804015" y="0"/>
                  </a:lnTo>
                  <a:lnTo>
                    <a:pt x="2803170" y="0"/>
                  </a:lnTo>
                  <a:lnTo>
                    <a:pt x="2802325" y="0"/>
                  </a:lnTo>
                  <a:lnTo>
                    <a:pt x="2801480" y="0"/>
                  </a:lnTo>
                  <a:lnTo>
                    <a:pt x="2800635" y="0"/>
                  </a:lnTo>
                  <a:lnTo>
                    <a:pt x="2799790" y="0"/>
                  </a:lnTo>
                  <a:lnTo>
                    <a:pt x="2798945" y="0"/>
                  </a:lnTo>
                  <a:lnTo>
                    <a:pt x="2798100" y="0"/>
                  </a:lnTo>
                  <a:lnTo>
                    <a:pt x="2797254" y="0"/>
                  </a:lnTo>
                  <a:lnTo>
                    <a:pt x="2796409" y="0"/>
                  </a:lnTo>
                  <a:lnTo>
                    <a:pt x="2795564" y="0"/>
                  </a:lnTo>
                  <a:lnTo>
                    <a:pt x="2794719" y="0"/>
                  </a:lnTo>
                  <a:lnTo>
                    <a:pt x="2793874" y="0"/>
                  </a:lnTo>
                  <a:lnTo>
                    <a:pt x="2793029" y="0"/>
                  </a:lnTo>
                  <a:lnTo>
                    <a:pt x="2792184" y="0"/>
                  </a:lnTo>
                  <a:lnTo>
                    <a:pt x="2791339" y="0"/>
                  </a:lnTo>
                  <a:lnTo>
                    <a:pt x="2790494" y="0"/>
                  </a:lnTo>
                  <a:lnTo>
                    <a:pt x="2789649" y="0"/>
                  </a:lnTo>
                  <a:lnTo>
                    <a:pt x="2788804" y="0"/>
                  </a:lnTo>
                  <a:lnTo>
                    <a:pt x="2787958" y="0"/>
                  </a:lnTo>
                  <a:lnTo>
                    <a:pt x="2787113" y="0"/>
                  </a:lnTo>
                  <a:lnTo>
                    <a:pt x="2786268" y="0"/>
                  </a:lnTo>
                  <a:lnTo>
                    <a:pt x="2785423" y="0"/>
                  </a:lnTo>
                  <a:lnTo>
                    <a:pt x="2784578" y="0"/>
                  </a:lnTo>
                  <a:lnTo>
                    <a:pt x="2783733" y="0"/>
                  </a:lnTo>
                  <a:lnTo>
                    <a:pt x="2782888" y="0"/>
                  </a:lnTo>
                  <a:lnTo>
                    <a:pt x="2782043" y="0"/>
                  </a:lnTo>
                  <a:lnTo>
                    <a:pt x="2781198" y="0"/>
                  </a:lnTo>
                  <a:lnTo>
                    <a:pt x="2780353" y="0"/>
                  </a:lnTo>
                  <a:lnTo>
                    <a:pt x="2779508" y="0"/>
                  </a:lnTo>
                  <a:lnTo>
                    <a:pt x="2778662" y="0"/>
                  </a:lnTo>
                  <a:lnTo>
                    <a:pt x="2777817" y="0"/>
                  </a:lnTo>
                  <a:lnTo>
                    <a:pt x="2776972" y="0"/>
                  </a:lnTo>
                  <a:lnTo>
                    <a:pt x="2776127" y="0"/>
                  </a:lnTo>
                  <a:lnTo>
                    <a:pt x="2775282" y="0"/>
                  </a:lnTo>
                  <a:lnTo>
                    <a:pt x="2774437" y="0"/>
                  </a:lnTo>
                  <a:lnTo>
                    <a:pt x="2773592" y="0"/>
                  </a:lnTo>
                  <a:lnTo>
                    <a:pt x="2772747" y="0"/>
                  </a:lnTo>
                  <a:lnTo>
                    <a:pt x="2771902" y="0"/>
                  </a:lnTo>
                  <a:lnTo>
                    <a:pt x="2771057" y="0"/>
                  </a:lnTo>
                  <a:lnTo>
                    <a:pt x="2770211" y="0"/>
                  </a:lnTo>
                  <a:lnTo>
                    <a:pt x="2769366" y="0"/>
                  </a:lnTo>
                  <a:lnTo>
                    <a:pt x="2768521" y="0"/>
                  </a:lnTo>
                  <a:lnTo>
                    <a:pt x="2767676" y="0"/>
                  </a:lnTo>
                  <a:lnTo>
                    <a:pt x="2766831" y="0"/>
                  </a:lnTo>
                  <a:lnTo>
                    <a:pt x="2765986" y="0"/>
                  </a:lnTo>
                  <a:lnTo>
                    <a:pt x="2765141" y="0"/>
                  </a:lnTo>
                  <a:lnTo>
                    <a:pt x="2764296" y="0"/>
                  </a:lnTo>
                  <a:lnTo>
                    <a:pt x="2763451" y="0"/>
                  </a:lnTo>
                  <a:lnTo>
                    <a:pt x="2762606" y="0"/>
                  </a:lnTo>
                  <a:lnTo>
                    <a:pt x="2761761" y="0"/>
                  </a:lnTo>
                  <a:lnTo>
                    <a:pt x="2760915" y="0"/>
                  </a:lnTo>
                  <a:lnTo>
                    <a:pt x="2760070" y="0"/>
                  </a:lnTo>
                  <a:lnTo>
                    <a:pt x="2759225" y="0"/>
                  </a:lnTo>
                  <a:lnTo>
                    <a:pt x="2758380" y="0"/>
                  </a:lnTo>
                  <a:lnTo>
                    <a:pt x="2757535" y="0"/>
                  </a:lnTo>
                  <a:lnTo>
                    <a:pt x="2756690" y="0"/>
                  </a:lnTo>
                  <a:lnTo>
                    <a:pt x="2755845" y="0"/>
                  </a:lnTo>
                  <a:lnTo>
                    <a:pt x="2755000" y="0"/>
                  </a:lnTo>
                  <a:lnTo>
                    <a:pt x="2754155" y="0"/>
                  </a:lnTo>
                  <a:lnTo>
                    <a:pt x="2753310" y="0"/>
                  </a:lnTo>
                  <a:lnTo>
                    <a:pt x="2752465" y="0"/>
                  </a:lnTo>
                  <a:lnTo>
                    <a:pt x="2751619" y="0"/>
                  </a:lnTo>
                  <a:lnTo>
                    <a:pt x="2750774" y="0"/>
                  </a:lnTo>
                  <a:lnTo>
                    <a:pt x="2749929" y="0"/>
                  </a:lnTo>
                  <a:lnTo>
                    <a:pt x="2749084" y="0"/>
                  </a:lnTo>
                  <a:lnTo>
                    <a:pt x="2748239" y="0"/>
                  </a:lnTo>
                  <a:lnTo>
                    <a:pt x="2747394" y="0"/>
                  </a:lnTo>
                  <a:lnTo>
                    <a:pt x="2746549" y="0"/>
                  </a:lnTo>
                  <a:lnTo>
                    <a:pt x="2745704" y="0"/>
                  </a:lnTo>
                  <a:lnTo>
                    <a:pt x="2744859" y="0"/>
                  </a:lnTo>
                  <a:lnTo>
                    <a:pt x="2744014" y="0"/>
                  </a:lnTo>
                  <a:lnTo>
                    <a:pt x="2743169" y="0"/>
                  </a:lnTo>
                  <a:lnTo>
                    <a:pt x="2742323" y="0"/>
                  </a:lnTo>
                  <a:lnTo>
                    <a:pt x="2741478" y="0"/>
                  </a:lnTo>
                  <a:lnTo>
                    <a:pt x="2740633" y="0"/>
                  </a:lnTo>
                  <a:lnTo>
                    <a:pt x="2739788" y="0"/>
                  </a:lnTo>
                  <a:lnTo>
                    <a:pt x="2738943" y="0"/>
                  </a:lnTo>
                  <a:lnTo>
                    <a:pt x="2738098" y="0"/>
                  </a:lnTo>
                  <a:lnTo>
                    <a:pt x="2737253" y="0"/>
                  </a:lnTo>
                  <a:lnTo>
                    <a:pt x="2736408" y="0"/>
                  </a:lnTo>
                  <a:lnTo>
                    <a:pt x="2735563" y="0"/>
                  </a:lnTo>
                  <a:lnTo>
                    <a:pt x="2734718" y="0"/>
                  </a:lnTo>
                  <a:lnTo>
                    <a:pt x="2733873" y="0"/>
                  </a:lnTo>
                  <a:lnTo>
                    <a:pt x="2733027" y="0"/>
                  </a:lnTo>
                  <a:lnTo>
                    <a:pt x="2732182" y="0"/>
                  </a:lnTo>
                  <a:lnTo>
                    <a:pt x="2731337" y="0"/>
                  </a:lnTo>
                  <a:lnTo>
                    <a:pt x="2730492" y="0"/>
                  </a:lnTo>
                  <a:lnTo>
                    <a:pt x="2729647" y="0"/>
                  </a:lnTo>
                  <a:lnTo>
                    <a:pt x="2728802" y="0"/>
                  </a:lnTo>
                  <a:lnTo>
                    <a:pt x="2727957" y="0"/>
                  </a:lnTo>
                  <a:lnTo>
                    <a:pt x="2727112" y="0"/>
                  </a:lnTo>
                  <a:lnTo>
                    <a:pt x="2726267" y="0"/>
                  </a:lnTo>
                  <a:lnTo>
                    <a:pt x="2725422" y="0"/>
                  </a:lnTo>
                  <a:lnTo>
                    <a:pt x="2724577" y="0"/>
                  </a:lnTo>
                  <a:lnTo>
                    <a:pt x="2723731" y="0"/>
                  </a:lnTo>
                  <a:lnTo>
                    <a:pt x="2722886" y="0"/>
                  </a:lnTo>
                  <a:lnTo>
                    <a:pt x="2722041" y="0"/>
                  </a:lnTo>
                  <a:lnTo>
                    <a:pt x="2721196" y="0"/>
                  </a:lnTo>
                  <a:lnTo>
                    <a:pt x="2720351" y="0"/>
                  </a:lnTo>
                  <a:lnTo>
                    <a:pt x="2719506" y="0"/>
                  </a:lnTo>
                  <a:lnTo>
                    <a:pt x="2718661" y="0"/>
                  </a:lnTo>
                  <a:lnTo>
                    <a:pt x="2717816" y="0"/>
                  </a:lnTo>
                  <a:lnTo>
                    <a:pt x="2716971" y="0"/>
                  </a:lnTo>
                  <a:lnTo>
                    <a:pt x="2716126" y="0"/>
                  </a:lnTo>
                  <a:lnTo>
                    <a:pt x="2715281" y="0"/>
                  </a:lnTo>
                  <a:lnTo>
                    <a:pt x="2714435" y="0"/>
                  </a:lnTo>
                  <a:lnTo>
                    <a:pt x="2713590" y="0"/>
                  </a:lnTo>
                  <a:lnTo>
                    <a:pt x="2712745" y="0"/>
                  </a:lnTo>
                  <a:lnTo>
                    <a:pt x="2711900" y="0"/>
                  </a:lnTo>
                  <a:lnTo>
                    <a:pt x="2711055" y="0"/>
                  </a:lnTo>
                  <a:lnTo>
                    <a:pt x="2710210" y="0"/>
                  </a:lnTo>
                  <a:lnTo>
                    <a:pt x="2709365" y="0"/>
                  </a:lnTo>
                  <a:lnTo>
                    <a:pt x="2708520" y="0"/>
                  </a:lnTo>
                  <a:lnTo>
                    <a:pt x="2707675" y="0"/>
                  </a:lnTo>
                  <a:lnTo>
                    <a:pt x="2706830" y="0"/>
                  </a:lnTo>
                  <a:lnTo>
                    <a:pt x="2705984" y="0"/>
                  </a:lnTo>
                  <a:lnTo>
                    <a:pt x="2705139" y="0"/>
                  </a:lnTo>
                  <a:lnTo>
                    <a:pt x="2704294" y="0"/>
                  </a:lnTo>
                  <a:lnTo>
                    <a:pt x="2703449" y="0"/>
                  </a:lnTo>
                  <a:lnTo>
                    <a:pt x="2702604" y="0"/>
                  </a:lnTo>
                  <a:lnTo>
                    <a:pt x="2701759" y="0"/>
                  </a:lnTo>
                  <a:lnTo>
                    <a:pt x="2700914" y="0"/>
                  </a:lnTo>
                  <a:lnTo>
                    <a:pt x="2700069" y="0"/>
                  </a:lnTo>
                  <a:lnTo>
                    <a:pt x="2699224" y="0"/>
                  </a:lnTo>
                  <a:lnTo>
                    <a:pt x="2698379" y="0"/>
                  </a:lnTo>
                  <a:lnTo>
                    <a:pt x="2697534" y="0"/>
                  </a:lnTo>
                  <a:lnTo>
                    <a:pt x="2696688" y="0"/>
                  </a:lnTo>
                  <a:lnTo>
                    <a:pt x="2695843" y="0"/>
                  </a:lnTo>
                  <a:lnTo>
                    <a:pt x="2694998" y="0"/>
                  </a:lnTo>
                  <a:lnTo>
                    <a:pt x="2694153" y="0"/>
                  </a:lnTo>
                  <a:lnTo>
                    <a:pt x="2693308" y="0"/>
                  </a:lnTo>
                  <a:lnTo>
                    <a:pt x="2692463" y="0"/>
                  </a:lnTo>
                  <a:lnTo>
                    <a:pt x="2691618" y="0"/>
                  </a:lnTo>
                  <a:lnTo>
                    <a:pt x="2690773" y="0"/>
                  </a:lnTo>
                  <a:lnTo>
                    <a:pt x="2689928" y="0"/>
                  </a:lnTo>
                  <a:lnTo>
                    <a:pt x="2689083" y="0"/>
                  </a:lnTo>
                  <a:lnTo>
                    <a:pt x="2688238" y="0"/>
                  </a:lnTo>
                  <a:lnTo>
                    <a:pt x="2687392" y="0"/>
                  </a:lnTo>
                  <a:lnTo>
                    <a:pt x="2686547" y="0"/>
                  </a:lnTo>
                  <a:lnTo>
                    <a:pt x="2685702" y="0"/>
                  </a:lnTo>
                  <a:lnTo>
                    <a:pt x="2684857" y="0"/>
                  </a:lnTo>
                  <a:lnTo>
                    <a:pt x="2684012" y="0"/>
                  </a:lnTo>
                  <a:lnTo>
                    <a:pt x="2683167" y="0"/>
                  </a:lnTo>
                  <a:lnTo>
                    <a:pt x="2682322" y="0"/>
                  </a:lnTo>
                  <a:lnTo>
                    <a:pt x="2681477" y="0"/>
                  </a:lnTo>
                  <a:lnTo>
                    <a:pt x="2680632" y="0"/>
                  </a:lnTo>
                  <a:lnTo>
                    <a:pt x="2679787" y="0"/>
                  </a:lnTo>
                  <a:lnTo>
                    <a:pt x="2678942" y="0"/>
                  </a:lnTo>
                  <a:lnTo>
                    <a:pt x="2678096" y="0"/>
                  </a:lnTo>
                  <a:lnTo>
                    <a:pt x="2677251" y="0"/>
                  </a:lnTo>
                  <a:lnTo>
                    <a:pt x="2676406" y="0"/>
                  </a:lnTo>
                  <a:lnTo>
                    <a:pt x="2675561" y="0"/>
                  </a:lnTo>
                  <a:lnTo>
                    <a:pt x="2674716" y="0"/>
                  </a:lnTo>
                  <a:lnTo>
                    <a:pt x="2673871" y="0"/>
                  </a:lnTo>
                  <a:lnTo>
                    <a:pt x="2673026" y="0"/>
                  </a:lnTo>
                  <a:lnTo>
                    <a:pt x="2672181" y="0"/>
                  </a:lnTo>
                  <a:lnTo>
                    <a:pt x="2671336" y="0"/>
                  </a:lnTo>
                  <a:lnTo>
                    <a:pt x="2670491" y="0"/>
                  </a:lnTo>
                  <a:lnTo>
                    <a:pt x="2669646" y="0"/>
                  </a:lnTo>
                  <a:lnTo>
                    <a:pt x="2668800" y="0"/>
                  </a:lnTo>
                  <a:lnTo>
                    <a:pt x="2667955" y="0"/>
                  </a:lnTo>
                  <a:lnTo>
                    <a:pt x="2667110" y="0"/>
                  </a:lnTo>
                  <a:lnTo>
                    <a:pt x="2666265" y="0"/>
                  </a:lnTo>
                  <a:lnTo>
                    <a:pt x="2665420" y="0"/>
                  </a:lnTo>
                  <a:lnTo>
                    <a:pt x="2664575" y="0"/>
                  </a:lnTo>
                  <a:lnTo>
                    <a:pt x="2663730" y="0"/>
                  </a:lnTo>
                  <a:lnTo>
                    <a:pt x="2662885" y="0"/>
                  </a:lnTo>
                  <a:lnTo>
                    <a:pt x="2662040" y="0"/>
                  </a:lnTo>
                  <a:lnTo>
                    <a:pt x="2661195" y="0"/>
                  </a:lnTo>
                  <a:lnTo>
                    <a:pt x="2660350" y="0"/>
                  </a:lnTo>
                  <a:lnTo>
                    <a:pt x="2659504" y="0"/>
                  </a:lnTo>
                  <a:lnTo>
                    <a:pt x="2658659" y="0"/>
                  </a:lnTo>
                  <a:lnTo>
                    <a:pt x="2657814" y="0"/>
                  </a:lnTo>
                  <a:lnTo>
                    <a:pt x="2656969" y="0"/>
                  </a:lnTo>
                  <a:lnTo>
                    <a:pt x="2656124" y="0"/>
                  </a:lnTo>
                  <a:lnTo>
                    <a:pt x="2655279" y="0"/>
                  </a:lnTo>
                  <a:lnTo>
                    <a:pt x="2654434" y="0"/>
                  </a:lnTo>
                  <a:lnTo>
                    <a:pt x="2653589" y="0"/>
                  </a:lnTo>
                  <a:lnTo>
                    <a:pt x="2652744" y="0"/>
                  </a:lnTo>
                  <a:lnTo>
                    <a:pt x="2651899" y="0"/>
                  </a:lnTo>
                  <a:lnTo>
                    <a:pt x="2651054" y="0"/>
                  </a:lnTo>
                  <a:lnTo>
                    <a:pt x="2650208" y="0"/>
                  </a:lnTo>
                  <a:lnTo>
                    <a:pt x="2649363" y="0"/>
                  </a:lnTo>
                  <a:lnTo>
                    <a:pt x="2648518" y="0"/>
                  </a:lnTo>
                  <a:lnTo>
                    <a:pt x="2647673" y="0"/>
                  </a:lnTo>
                  <a:lnTo>
                    <a:pt x="2646828" y="0"/>
                  </a:lnTo>
                  <a:lnTo>
                    <a:pt x="2645983" y="0"/>
                  </a:lnTo>
                  <a:lnTo>
                    <a:pt x="2645138" y="0"/>
                  </a:lnTo>
                  <a:lnTo>
                    <a:pt x="2644293" y="0"/>
                  </a:lnTo>
                  <a:lnTo>
                    <a:pt x="2643448" y="0"/>
                  </a:lnTo>
                  <a:lnTo>
                    <a:pt x="2642603" y="0"/>
                  </a:lnTo>
                  <a:lnTo>
                    <a:pt x="2641757" y="0"/>
                  </a:lnTo>
                  <a:lnTo>
                    <a:pt x="2640912" y="0"/>
                  </a:lnTo>
                  <a:lnTo>
                    <a:pt x="2640067" y="0"/>
                  </a:lnTo>
                  <a:lnTo>
                    <a:pt x="2639222" y="0"/>
                  </a:lnTo>
                  <a:lnTo>
                    <a:pt x="2638377" y="0"/>
                  </a:lnTo>
                  <a:lnTo>
                    <a:pt x="2637532" y="0"/>
                  </a:lnTo>
                  <a:lnTo>
                    <a:pt x="2636687" y="0"/>
                  </a:lnTo>
                  <a:lnTo>
                    <a:pt x="2635842" y="0"/>
                  </a:lnTo>
                  <a:lnTo>
                    <a:pt x="2634997" y="0"/>
                  </a:lnTo>
                  <a:lnTo>
                    <a:pt x="2634152" y="0"/>
                  </a:lnTo>
                  <a:lnTo>
                    <a:pt x="2633307" y="0"/>
                  </a:lnTo>
                  <a:lnTo>
                    <a:pt x="2632461" y="0"/>
                  </a:lnTo>
                  <a:lnTo>
                    <a:pt x="2631616" y="0"/>
                  </a:lnTo>
                  <a:lnTo>
                    <a:pt x="2630771" y="0"/>
                  </a:lnTo>
                  <a:lnTo>
                    <a:pt x="2629926" y="0"/>
                  </a:lnTo>
                  <a:lnTo>
                    <a:pt x="2629081" y="0"/>
                  </a:lnTo>
                  <a:lnTo>
                    <a:pt x="2628236" y="0"/>
                  </a:lnTo>
                  <a:lnTo>
                    <a:pt x="2627391" y="0"/>
                  </a:lnTo>
                  <a:lnTo>
                    <a:pt x="2626546" y="0"/>
                  </a:lnTo>
                  <a:lnTo>
                    <a:pt x="2625701" y="0"/>
                  </a:lnTo>
                  <a:lnTo>
                    <a:pt x="2624856" y="0"/>
                  </a:lnTo>
                  <a:lnTo>
                    <a:pt x="2624011" y="0"/>
                  </a:lnTo>
                  <a:lnTo>
                    <a:pt x="2623165" y="0"/>
                  </a:lnTo>
                  <a:lnTo>
                    <a:pt x="2622320" y="0"/>
                  </a:lnTo>
                  <a:lnTo>
                    <a:pt x="2621475" y="0"/>
                  </a:lnTo>
                  <a:lnTo>
                    <a:pt x="2620630" y="0"/>
                  </a:lnTo>
                  <a:lnTo>
                    <a:pt x="2619785" y="0"/>
                  </a:lnTo>
                  <a:lnTo>
                    <a:pt x="2618940" y="0"/>
                  </a:lnTo>
                  <a:lnTo>
                    <a:pt x="2618095" y="0"/>
                  </a:lnTo>
                  <a:lnTo>
                    <a:pt x="2617250" y="0"/>
                  </a:lnTo>
                  <a:lnTo>
                    <a:pt x="2616405" y="0"/>
                  </a:lnTo>
                  <a:lnTo>
                    <a:pt x="2615560" y="0"/>
                  </a:lnTo>
                  <a:lnTo>
                    <a:pt x="2614715" y="0"/>
                  </a:lnTo>
                  <a:lnTo>
                    <a:pt x="2613869" y="0"/>
                  </a:lnTo>
                  <a:lnTo>
                    <a:pt x="2613024" y="0"/>
                  </a:lnTo>
                  <a:lnTo>
                    <a:pt x="2612179" y="0"/>
                  </a:lnTo>
                  <a:lnTo>
                    <a:pt x="2611334" y="0"/>
                  </a:lnTo>
                  <a:lnTo>
                    <a:pt x="2610489" y="0"/>
                  </a:lnTo>
                  <a:lnTo>
                    <a:pt x="2609644" y="0"/>
                  </a:lnTo>
                  <a:lnTo>
                    <a:pt x="2608799" y="0"/>
                  </a:lnTo>
                  <a:lnTo>
                    <a:pt x="2607954" y="0"/>
                  </a:lnTo>
                  <a:lnTo>
                    <a:pt x="2607109" y="0"/>
                  </a:lnTo>
                  <a:lnTo>
                    <a:pt x="2606264" y="0"/>
                  </a:lnTo>
                  <a:lnTo>
                    <a:pt x="2605419" y="0"/>
                  </a:lnTo>
                  <a:lnTo>
                    <a:pt x="2604573" y="0"/>
                  </a:lnTo>
                  <a:lnTo>
                    <a:pt x="2603728" y="0"/>
                  </a:lnTo>
                  <a:lnTo>
                    <a:pt x="2602883" y="0"/>
                  </a:lnTo>
                  <a:lnTo>
                    <a:pt x="2602038" y="0"/>
                  </a:lnTo>
                  <a:lnTo>
                    <a:pt x="2601193" y="0"/>
                  </a:lnTo>
                  <a:lnTo>
                    <a:pt x="2600348" y="0"/>
                  </a:lnTo>
                  <a:lnTo>
                    <a:pt x="2599503" y="0"/>
                  </a:lnTo>
                  <a:lnTo>
                    <a:pt x="2598658" y="0"/>
                  </a:lnTo>
                  <a:lnTo>
                    <a:pt x="2597813" y="0"/>
                  </a:lnTo>
                  <a:lnTo>
                    <a:pt x="2596968" y="0"/>
                  </a:lnTo>
                  <a:lnTo>
                    <a:pt x="2596123" y="0"/>
                  </a:lnTo>
                  <a:lnTo>
                    <a:pt x="2595277" y="0"/>
                  </a:lnTo>
                  <a:lnTo>
                    <a:pt x="2594432" y="0"/>
                  </a:lnTo>
                  <a:lnTo>
                    <a:pt x="2593587" y="0"/>
                  </a:lnTo>
                  <a:lnTo>
                    <a:pt x="2592742" y="0"/>
                  </a:lnTo>
                  <a:lnTo>
                    <a:pt x="2591897" y="0"/>
                  </a:lnTo>
                  <a:lnTo>
                    <a:pt x="2591052" y="0"/>
                  </a:lnTo>
                  <a:lnTo>
                    <a:pt x="2590207" y="0"/>
                  </a:lnTo>
                  <a:lnTo>
                    <a:pt x="2589362" y="0"/>
                  </a:lnTo>
                  <a:lnTo>
                    <a:pt x="2588517" y="0"/>
                  </a:lnTo>
                  <a:lnTo>
                    <a:pt x="2587672" y="0"/>
                  </a:lnTo>
                  <a:lnTo>
                    <a:pt x="2586827" y="0"/>
                  </a:lnTo>
                  <a:lnTo>
                    <a:pt x="2585981" y="0"/>
                  </a:lnTo>
                  <a:lnTo>
                    <a:pt x="2585136" y="0"/>
                  </a:lnTo>
                  <a:lnTo>
                    <a:pt x="2584291" y="0"/>
                  </a:lnTo>
                  <a:lnTo>
                    <a:pt x="2583446" y="0"/>
                  </a:lnTo>
                  <a:lnTo>
                    <a:pt x="2582601" y="0"/>
                  </a:lnTo>
                  <a:lnTo>
                    <a:pt x="2581756" y="0"/>
                  </a:lnTo>
                  <a:lnTo>
                    <a:pt x="2580911" y="0"/>
                  </a:lnTo>
                  <a:lnTo>
                    <a:pt x="2580066" y="0"/>
                  </a:lnTo>
                  <a:lnTo>
                    <a:pt x="2579221" y="0"/>
                  </a:lnTo>
                  <a:lnTo>
                    <a:pt x="2578376" y="0"/>
                  </a:lnTo>
                  <a:lnTo>
                    <a:pt x="2577530" y="0"/>
                  </a:lnTo>
                  <a:lnTo>
                    <a:pt x="2576685" y="0"/>
                  </a:lnTo>
                  <a:lnTo>
                    <a:pt x="2575840" y="0"/>
                  </a:lnTo>
                  <a:lnTo>
                    <a:pt x="2574995" y="0"/>
                  </a:lnTo>
                  <a:lnTo>
                    <a:pt x="2574150" y="0"/>
                  </a:lnTo>
                  <a:lnTo>
                    <a:pt x="2573305" y="0"/>
                  </a:lnTo>
                  <a:lnTo>
                    <a:pt x="2572460" y="0"/>
                  </a:lnTo>
                  <a:lnTo>
                    <a:pt x="2571615" y="0"/>
                  </a:lnTo>
                  <a:lnTo>
                    <a:pt x="2570770" y="0"/>
                  </a:lnTo>
                  <a:lnTo>
                    <a:pt x="2569925" y="0"/>
                  </a:lnTo>
                  <a:lnTo>
                    <a:pt x="2569080" y="0"/>
                  </a:lnTo>
                  <a:lnTo>
                    <a:pt x="2568234" y="0"/>
                  </a:lnTo>
                  <a:lnTo>
                    <a:pt x="2567389" y="0"/>
                  </a:lnTo>
                  <a:lnTo>
                    <a:pt x="2566544" y="0"/>
                  </a:lnTo>
                  <a:lnTo>
                    <a:pt x="2565699" y="0"/>
                  </a:lnTo>
                  <a:lnTo>
                    <a:pt x="2564854" y="0"/>
                  </a:lnTo>
                  <a:lnTo>
                    <a:pt x="2564009" y="0"/>
                  </a:lnTo>
                  <a:lnTo>
                    <a:pt x="2563164" y="0"/>
                  </a:lnTo>
                  <a:lnTo>
                    <a:pt x="2562319" y="0"/>
                  </a:lnTo>
                  <a:lnTo>
                    <a:pt x="2561474" y="0"/>
                  </a:lnTo>
                  <a:lnTo>
                    <a:pt x="2560629" y="0"/>
                  </a:lnTo>
                  <a:lnTo>
                    <a:pt x="2559784" y="0"/>
                  </a:lnTo>
                  <a:lnTo>
                    <a:pt x="2558938" y="0"/>
                  </a:lnTo>
                  <a:lnTo>
                    <a:pt x="2558093" y="0"/>
                  </a:lnTo>
                  <a:lnTo>
                    <a:pt x="2557248" y="0"/>
                  </a:lnTo>
                  <a:lnTo>
                    <a:pt x="2556403" y="0"/>
                  </a:lnTo>
                  <a:lnTo>
                    <a:pt x="2555558" y="0"/>
                  </a:lnTo>
                  <a:lnTo>
                    <a:pt x="2554713" y="0"/>
                  </a:lnTo>
                  <a:lnTo>
                    <a:pt x="2553868" y="0"/>
                  </a:lnTo>
                  <a:lnTo>
                    <a:pt x="2553023" y="0"/>
                  </a:lnTo>
                  <a:lnTo>
                    <a:pt x="2552178" y="0"/>
                  </a:lnTo>
                  <a:lnTo>
                    <a:pt x="2551333" y="0"/>
                  </a:lnTo>
                  <a:lnTo>
                    <a:pt x="2550488" y="0"/>
                  </a:lnTo>
                  <a:lnTo>
                    <a:pt x="2549642" y="0"/>
                  </a:lnTo>
                  <a:lnTo>
                    <a:pt x="2548797" y="0"/>
                  </a:lnTo>
                  <a:lnTo>
                    <a:pt x="2547952" y="0"/>
                  </a:lnTo>
                  <a:lnTo>
                    <a:pt x="2547107" y="0"/>
                  </a:lnTo>
                  <a:lnTo>
                    <a:pt x="2546262" y="0"/>
                  </a:lnTo>
                  <a:lnTo>
                    <a:pt x="2545417" y="0"/>
                  </a:lnTo>
                  <a:lnTo>
                    <a:pt x="2544572" y="0"/>
                  </a:lnTo>
                  <a:lnTo>
                    <a:pt x="2543727" y="0"/>
                  </a:lnTo>
                  <a:lnTo>
                    <a:pt x="2542882" y="0"/>
                  </a:lnTo>
                  <a:lnTo>
                    <a:pt x="2542037" y="0"/>
                  </a:lnTo>
                  <a:lnTo>
                    <a:pt x="2541192" y="0"/>
                  </a:lnTo>
                  <a:lnTo>
                    <a:pt x="2540346" y="0"/>
                  </a:lnTo>
                  <a:lnTo>
                    <a:pt x="2539501" y="0"/>
                  </a:lnTo>
                  <a:lnTo>
                    <a:pt x="2538656" y="0"/>
                  </a:lnTo>
                  <a:lnTo>
                    <a:pt x="2537811" y="0"/>
                  </a:lnTo>
                  <a:lnTo>
                    <a:pt x="2536966" y="0"/>
                  </a:lnTo>
                  <a:lnTo>
                    <a:pt x="2536121" y="0"/>
                  </a:lnTo>
                  <a:lnTo>
                    <a:pt x="2535276" y="0"/>
                  </a:lnTo>
                  <a:lnTo>
                    <a:pt x="2534431" y="0"/>
                  </a:lnTo>
                  <a:lnTo>
                    <a:pt x="2533586" y="0"/>
                  </a:lnTo>
                  <a:lnTo>
                    <a:pt x="2532741" y="0"/>
                  </a:lnTo>
                  <a:lnTo>
                    <a:pt x="2531896" y="0"/>
                  </a:lnTo>
                  <a:lnTo>
                    <a:pt x="2531050" y="0"/>
                  </a:lnTo>
                  <a:lnTo>
                    <a:pt x="2530205" y="0"/>
                  </a:lnTo>
                  <a:lnTo>
                    <a:pt x="2529360" y="0"/>
                  </a:lnTo>
                  <a:lnTo>
                    <a:pt x="2528515" y="0"/>
                  </a:lnTo>
                  <a:lnTo>
                    <a:pt x="2527670" y="0"/>
                  </a:lnTo>
                  <a:lnTo>
                    <a:pt x="2526825" y="0"/>
                  </a:lnTo>
                  <a:lnTo>
                    <a:pt x="2525980" y="0"/>
                  </a:lnTo>
                  <a:lnTo>
                    <a:pt x="2525135" y="0"/>
                  </a:lnTo>
                  <a:lnTo>
                    <a:pt x="2524290" y="0"/>
                  </a:lnTo>
                  <a:lnTo>
                    <a:pt x="2523445" y="0"/>
                  </a:lnTo>
                  <a:lnTo>
                    <a:pt x="2522600" y="0"/>
                  </a:lnTo>
                  <a:lnTo>
                    <a:pt x="2521754" y="0"/>
                  </a:lnTo>
                  <a:lnTo>
                    <a:pt x="2520909" y="0"/>
                  </a:lnTo>
                  <a:lnTo>
                    <a:pt x="2520064" y="0"/>
                  </a:lnTo>
                  <a:lnTo>
                    <a:pt x="2519219" y="0"/>
                  </a:lnTo>
                  <a:lnTo>
                    <a:pt x="2518374" y="0"/>
                  </a:lnTo>
                  <a:lnTo>
                    <a:pt x="2517529" y="0"/>
                  </a:lnTo>
                  <a:lnTo>
                    <a:pt x="2516684" y="0"/>
                  </a:lnTo>
                  <a:lnTo>
                    <a:pt x="2515839" y="0"/>
                  </a:lnTo>
                  <a:lnTo>
                    <a:pt x="2514994" y="0"/>
                  </a:lnTo>
                  <a:lnTo>
                    <a:pt x="2514149" y="0"/>
                  </a:lnTo>
                  <a:lnTo>
                    <a:pt x="2513303" y="0"/>
                  </a:lnTo>
                  <a:lnTo>
                    <a:pt x="2512458" y="0"/>
                  </a:lnTo>
                  <a:lnTo>
                    <a:pt x="2511613" y="0"/>
                  </a:lnTo>
                  <a:lnTo>
                    <a:pt x="2510768" y="0"/>
                  </a:lnTo>
                  <a:lnTo>
                    <a:pt x="2509923" y="0"/>
                  </a:lnTo>
                  <a:lnTo>
                    <a:pt x="2509078" y="0"/>
                  </a:lnTo>
                  <a:lnTo>
                    <a:pt x="2508233" y="0"/>
                  </a:lnTo>
                  <a:lnTo>
                    <a:pt x="2507388" y="0"/>
                  </a:lnTo>
                  <a:lnTo>
                    <a:pt x="2506543" y="0"/>
                  </a:lnTo>
                  <a:lnTo>
                    <a:pt x="2505698" y="0"/>
                  </a:lnTo>
                  <a:lnTo>
                    <a:pt x="2504853" y="0"/>
                  </a:lnTo>
                  <a:lnTo>
                    <a:pt x="2504007" y="0"/>
                  </a:lnTo>
                  <a:lnTo>
                    <a:pt x="2503162" y="0"/>
                  </a:lnTo>
                  <a:lnTo>
                    <a:pt x="2502317" y="0"/>
                  </a:lnTo>
                  <a:lnTo>
                    <a:pt x="2501472" y="0"/>
                  </a:lnTo>
                  <a:lnTo>
                    <a:pt x="2500627" y="0"/>
                  </a:lnTo>
                  <a:lnTo>
                    <a:pt x="2499782" y="0"/>
                  </a:lnTo>
                  <a:lnTo>
                    <a:pt x="2498937" y="0"/>
                  </a:lnTo>
                  <a:lnTo>
                    <a:pt x="2498092" y="0"/>
                  </a:lnTo>
                  <a:lnTo>
                    <a:pt x="2497247" y="0"/>
                  </a:lnTo>
                  <a:lnTo>
                    <a:pt x="2496402" y="0"/>
                  </a:lnTo>
                  <a:lnTo>
                    <a:pt x="2495557" y="0"/>
                  </a:lnTo>
                  <a:lnTo>
                    <a:pt x="2494711" y="0"/>
                  </a:lnTo>
                  <a:lnTo>
                    <a:pt x="2493866" y="0"/>
                  </a:lnTo>
                  <a:lnTo>
                    <a:pt x="2493021" y="0"/>
                  </a:lnTo>
                  <a:lnTo>
                    <a:pt x="2492176" y="0"/>
                  </a:lnTo>
                  <a:lnTo>
                    <a:pt x="2491331" y="0"/>
                  </a:lnTo>
                  <a:lnTo>
                    <a:pt x="2490486" y="0"/>
                  </a:lnTo>
                  <a:lnTo>
                    <a:pt x="2489641" y="0"/>
                  </a:lnTo>
                  <a:lnTo>
                    <a:pt x="2488796" y="0"/>
                  </a:lnTo>
                  <a:lnTo>
                    <a:pt x="2487951" y="0"/>
                  </a:lnTo>
                  <a:lnTo>
                    <a:pt x="2487106" y="0"/>
                  </a:lnTo>
                  <a:lnTo>
                    <a:pt x="2486261" y="0"/>
                  </a:lnTo>
                  <a:lnTo>
                    <a:pt x="2485415" y="0"/>
                  </a:lnTo>
                  <a:lnTo>
                    <a:pt x="2484570" y="0"/>
                  </a:lnTo>
                  <a:lnTo>
                    <a:pt x="2483725" y="0"/>
                  </a:lnTo>
                  <a:lnTo>
                    <a:pt x="2482880" y="0"/>
                  </a:lnTo>
                  <a:lnTo>
                    <a:pt x="2482035" y="0"/>
                  </a:lnTo>
                  <a:lnTo>
                    <a:pt x="2481190" y="0"/>
                  </a:lnTo>
                  <a:lnTo>
                    <a:pt x="2480345" y="0"/>
                  </a:lnTo>
                  <a:lnTo>
                    <a:pt x="2479500" y="0"/>
                  </a:lnTo>
                  <a:lnTo>
                    <a:pt x="2478655" y="0"/>
                  </a:lnTo>
                  <a:lnTo>
                    <a:pt x="2477810" y="0"/>
                  </a:lnTo>
                  <a:lnTo>
                    <a:pt x="2476965" y="0"/>
                  </a:lnTo>
                  <a:lnTo>
                    <a:pt x="2476119" y="0"/>
                  </a:lnTo>
                  <a:lnTo>
                    <a:pt x="2475274" y="0"/>
                  </a:lnTo>
                  <a:lnTo>
                    <a:pt x="2474429" y="0"/>
                  </a:lnTo>
                  <a:lnTo>
                    <a:pt x="2473584" y="0"/>
                  </a:lnTo>
                  <a:lnTo>
                    <a:pt x="2472739" y="0"/>
                  </a:lnTo>
                  <a:lnTo>
                    <a:pt x="2471894" y="0"/>
                  </a:lnTo>
                  <a:lnTo>
                    <a:pt x="2471049" y="0"/>
                  </a:lnTo>
                  <a:lnTo>
                    <a:pt x="2470204" y="0"/>
                  </a:lnTo>
                  <a:lnTo>
                    <a:pt x="2469359" y="0"/>
                  </a:lnTo>
                  <a:lnTo>
                    <a:pt x="2468514" y="0"/>
                  </a:lnTo>
                  <a:lnTo>
                    <a:pt x="2467669" y="0"/>
                  </a:lnTo>
                  <a:lnTo>
                    <a:pt x="2466823" y="0"/>
                  </a:lnTo>
                  <a:lnTo>
                    <a:pt x="2465978" y="0"/>
                  </a:lnTo>
                  <a:lnTo>
                    <a:pt x="2465133" y="0"/>
                  </a:lnTo>
                  <a:lnTo>
                    <a:pt x="2464288" y="0"/>
                  </a:lnTo>
                  <a:lnTo>
                    <a:pt x="2463443" y="0"/>
                  </a:lnTo>
                  <a:lnTo>
                    <a:pt x="2462598" y="0"/>
                  </a:lnTo>
                  <a:lnTo>
                    <a:pt x="2461753" y="0"/>
                  </a:lnTo>
                  <a:lnTo>
                    <a:pt x="2460908" y="0"/>
                  </a:lnTo>
                  <a:lnTo>
                    <a:pt x="2460063" y="0"/>
                  </a:lnTo>
                  <a:lnTo>
                    <a:pt x="2459218" y="0"/>
                  </a:lnTo>
                  <a:lnTo>
                    <a:pt x="2458373" y="0"/>
                  </a:lnTo>
                  <a:lnTo>
                    <a:pt x="2457527" y="0"/>
                  </a:lnTo>
                  <a:lnTo>
                    <a:pt x="2456682" y="0"/>
                  </a:lnTo>
                  <a:lnTo>
                    <a:pt x="2455837" y="0"/>
                  </a:lnTo>
                  <a:lnTo>
                    <a:pt x="2454992" y="0"/>
                  </a:lnTo>
                  <a:lnTo>
                    <a:pt x="2454147" y="0"/>
                  </a:lnTo>
                  <a:lnTo>
                    <a:pt x="2453302" y="0"/>
                  </a:lnTo>
                  <a:lnTo>
                    <a:pt x="2452457" y="0"/>
                  </a:lnTo>
                  <a:lnTo>
                    <a:pt x="2451612" y="0"/>
                  </a:lnTo>
                  <a:lnTo>
                    <a:pt x="2450767" y="0"/>
                  </a:lnTo>
                  <a:lnTo>
                    <a:pt x="2449922" y="0"/>
                  </a:lnTo>
                  <a:lnTo>
                    <a:pt x="2449076" y="0"/>
                  </a:lnTo>
                  <a:lnTo>
                    <a:pt x="2448231" y="0"/>
                  </a:lnTo>
                  <a:lnTo>
                    <a:pt x="2447386" y="0"/>
                  </a:lnTo>
                  <a:lnTo>
                    <a:pt x="2446541" y="0"/>
                  </a:lnTo>
                  <a:lnTo>
                    <a:pt x="2445696" y="0"/>
                  </a:lnTo>
                  <a:lnTo>
                    <a:pt x="2444851" y="0"/>
                  </a:lnTo>
                  <a:lnTo>
                    <a:pt x="2444006" y="0"/>
                  </a:lnTo>
                  <a:lnTo>
                    <a:pt x="2443161" y="0"/>
                  </a:lnTo>
                  <a:lnTo>
                    <a:pt x="2442316" y="0"/>
                  </a:lnTo>
                  <a:lnTo>
                    <a:pt x="2441471" y="0"/>
                  </a:lnTo>
                  <a:lnTo>
                    <a:pt x="2440626" y="0"/>
                  </a:lnTo>
                  <a:lnTo>
                    <a:pt x="2439780" y="0"/>
                  </a:lnTo>
                  <a:lnTo>
                    <a:pt x="2438935" y="0"/>
                  </a:lnTo>
                  <a:lnTo>
                    <a:pt x="2438090" y="0"/>
                  </a:lnTo>
                  <a:lnTo>
                    <a:pt x="2437245" y="0"/>
                  </a:lnTo>
                  <a:lnTo>
                    <a:pt x="2436400" y="0"/>
                  </a:lnTo>
                  <a:lnTo>
                    <a:pt x="2435555" y="0"/>
                  </a:lnTo>
                  <a:lnTo>
                    <a:pt x="2434710" y="0"/>
                  </a:lnTo>
                  <a:lnTo>
                    <a:pt x="2433865" y="0"/>
                  </a:lnTo>
                  <a:lnTo>
                    <a:pt x="2433020" y="0"/>
                  </a:lnTo>
                  <a:lnTo>
                    <a:pt x="2432175" y="0"/>
                  </a:lnTo>
                  <a:lnTo>
                    <a:pt x="2431330" y="0"/>
                  </a:lnTo>
                  <a:lnTo>
                    <a:pt x="2430484" y="0"/>
                  </a:lnTo>
                  <a:lnTo>
                    <a:pt x="2429639" y="0"/>
                  </a:lnTo>
                  <a:lnTo>
                    <a:pt x="2428794" y="0"/>
                  </a:lnTo>
                  <a:lnTo>
                    <a:pt x="2427949" y="0"/>
                  </a:lnTo>
                  <a:lnTo>
                    <a:pt x="2427104" y="0"/>
                  </a:lnTo>
                  <a:lnTo>
                    <a:pt x="2426259" y="0"/>
                  </a:lnTo>
                  <a:lnTo>
                    <a:pt x="2425414" y="0"/>
                  </a:lnTo>
                  <a:lnTo>
                    <a:pt x="2424569" y="0"/>
                  </a:lnTo>
                  <a:lnTo>
                    <a:pt x="2423724" y="0"/>
                  </a:lnTo>
                  <a:lnTo>
                    <a:pt x="2422879" y="0"/>
                  </a:lnTo>
                  <a:lnTo>
                    <a:pt x="2422034" y="0"/>
                  </a:lnTo>
                  <a:lnTo>
                    <a:pt x="2421188" y="0"/>
                  </a:lnTo>
                  <a:lnTo>
                    <a:pt x="2420343" y="0"/>
                  </a:lnTo>
                  <a:lnTo>
                    <a:pt x="2419498" y="0"/>
                  </a:lnTo>
                  <a:lnTo>
                    <a:pt x="2418653" y="0"/>
                  </a:lnTo>
                  <a:lnTo>
                    <a:pt x="2417808" y="0"/>
                  </a:lnTo>
                  <a:lnTo>
                    <a:pt x="2416963" y="0"/>
                  </a:lnTo>
                  <a:lnTo>
                    <a:pt x="2416118" y="0"/>
                  </a:lnTo>
                  <a:lnTo>
                    <a:pt x="2415273" y="0"/>
                  </a:lnTo>
                  <a:lnTo>
                    <a:pt x="2414428" y="0"/>
                  </a:lnTo>
                  <a:lnTo>
                    <a:pt x="2413583" y="0"/>
                  </a:lnTo>
                  <a:lnTo>
                    <a:pt x="2412738" y="0"/>
                  </a:lnTo>
                  <a:lnTo>
                    <a:pt x="2411892" y="0"/>
                  </a:lnTo>
                  <a:lnTo>
                    <a:pt x="2411047" y="0"/>
                  </a:lnTo>
                  <a:lnTo>
                    <a:pt x="2410202" y="0"/>
                  </a:lnTo>
                  <a:lnTo>
                    <a:pt x="2409357" y="0"/>
                  </a:lnTo>
                  <a:lnTo>
                    <a:pt x="2408512" y="0"/>
                  </a:lnTo>
                  <a:lnTo>
                    <a:pt x="2407667" y="0"/>
                  </a:lnTo>
                  <a:lnTo>
                    <a:pt x="2406822" y="0"/>
                  </a:lnTo>
                  <a:lnTo>
                    <a:pt x="2405977" y="0"/>
                  </a:lnTo>
                  <a:lnTo>
                    <a:pt x="2405132" y="0"/>
                  </a:lnTo>
                  <a:lnTo>
                    <a:pt x="2404287" y="0"/>
                  </a:lnTo>
                  <a:lnTo>
                    <a:pt x="2403442" y="0"/>
                  </a:lnTo>
                  <a:lnTo>
                    <a:pt x="2402596" y="0"/>
                  </a:lnTo>
                  <a:lnTo>
                    <a:pt x="2401751" y="0"/>
                  </a:lnTo>
                  <a:lnTo>
                    <a:pt x="2400906" y="0"/>
                  </a:lnTo>
                  <a:lnTo>
                    <a:pt x="2400061" y="0"/>
                  </a:lnTo>
                  <a:lnTo>
                    <a:pt x="2399216" y="0"/>
                  </a:lnTo>
                  <a:lnTo>
                    <a:pt x="2398371" y="0"/>
                  </a:lnTo>
                  <a:lnTo>
                    <a:pt x="2397526" y="0"/>
                  </a:lnTo>
                  <a:lnTo>
                    <a:pt x="2396681" y="0"/>
                  </a:lnTo>
                  <a:lnTo>
                    <a:pt x="2395836" y="0"/>
                  </a:lnTo>
                  <a:lnTo>
                    <a:pt x="2394991" y="0"/>
                  </a:lnTo>
                  <a:lnTo>
                    <a:pt x="2394145" y="0"/>
                  </a:lnTo>
                  <a:lnTo>
                    <a:pt x="2393300" y="0"/>
                  </a:lnTo>
                  <a:lnTo>
                    <a:pt x="2392455" y="0"/>
                  </a:lnTo>
                  <a:lnTo>
                    <a:pt x="2391610" y="0"/>
                  </a:lnTo>
                  <a:lnTo>
                    <a:pt x="2390765" y="0"/>
                  </a:lnTo>
                  <a:lnTo>
                    <a:pt x="2389920" y="0"/>
                  </a:lnTo>
                  <a:lnTo>
                    <a:pt x="2389075" y="0"/>
                  </a:lnTo>
                  <a:lnTo>
                    <a:pt x="2388230" y="0"/>
                  </a:lnTo>
                  <a:lnTo>
                    <a:pt x="2387385" y="0"/>
                  </a:lnTo>
                  <a:lnTo>
                    <a:pt x="2386540" y="0"/>
                  </a:lnTo>
                  <a:lnTo>
                    <a:pt x="2385695" y="0"/>
                  </a:lnTo>
                  <a:lnTo>
                    <a:pt x="2384849" y="0"/>
                  </a:lnTo>
                  <a:lnTo>
                    <a:pt x="2384004" y="0"/>
                  </a:lnTo>
                  <a:lnTo>
                    <a:pt x="2383159" y="0"/>
                  </a:lnTo>
                  <a:lnTo>
                    <a:pt x="2382314" y="0"/>
                  </a:lnTo>
                  <a:lnTo>
                    <a:pt x="2381469" y="0"/>
                  </a:lnTo>
                  <a:lnTo>
                    <a:pt x="2380624" y="0"/>
                  </a:lnTo>
                  <a:lnTo>
                    <a:pt x="2379779" y="0"/>
                  </a:lnTo>
                  <a:lnTo>
                    <a:pt x="2378934" y="0"/>
                  </a:lnTo>
                  <a:lnTo>
                    <a:pt x="2378089" y="0"/>
                  </a:lnTo>
                  <a:lnTo>
                    <a:pt x="2377244" y="0"/>
                  </a:lnTo>
                  <a:lnTo>
                    <a:pt x="2376399" y="0"/>
                  </a:lnTo>
                  <a:lnTo>
                    <a:pt x="2375553" y="0"/>
                  </a:lnTo>
                  <a:lnTo>
                    <a:pt x="2374708" y="0"/>
                  </a:lnTo>
                  <a:lnTo>
                    <a:pt x="2373863" y="0"/>
                  </a:lnTo>
                  <a:lnTo>
                    <a:pt x="2373018" y="0"/>
                  </a:lnTo>
                  <a:lnTo>
                    <a:pt x="2372173" y="0"/>
                  </a:lnTo>
                  <a:lnTo>
                    <a:pt x="2371328" y="0"/>
                  </a:lnTo>
                  <a:lnTo>
                    <a:pt x="2370483" y="0"/>
                  </a:lnTo>
                  <a:lnTo>
                    <a:pt x="2369638" y="0"/>
                  </a:lnTo>
                  <a:lnTo>
                    <a:pt x="2368793" y="0"/>
                  </a:lnTo>
                  <a:lnTo>
                    <a:pt x="2367948" y="0"/>
                  </a:lnTo>
                  <a:lnTo>
                    <a:pt x="2367103" y="0"/>
                  </a:lnTo>
                  <a:lnTo>
                    <a:pt x="2366257" y="0"/>
                  </a:lnTo>
                  <a:lnTo>
                    <a:pt x="2365412" y="0"/>
                  </a:lnTo>
                  <a:lnTo>
                    <a:pt x="2364567" y="0"/>
                  </a:lnTo>
                  <a:lnTo>
                    <a:pt x="2363722" y="0"/>
                  </a:lnTo>
                  <a:lnTo>
                    <a:pt x="2362877" y="0"/>
                  </a:lnTo>
                  <a:lnTo>
                    <a:pt x="2362032" y="0"/>
                  </a:lnTo>
                  <a:lnTo>
                    <a:pt x="2361187" y="0"/>
                  </a:lnTo>
                  <a:lnTo>
                    <a:pt x="2360342" y="0"/>
                  </a:lnTo>
                  <a:lnTo>
                    <a:pt x="2359497" y="0"/>
                  </a:lnTo>
                  <a:lnTo>
                    <a:pt x="2358652" y="0"/>
                  </a:lnTo>
                  <a:lnTo>
                    <a:pt x="2357807" y="0"/>
                  </a:lnTo>
                  <a:lnTo>
                    <a:pt x="2356961" y="0"/>
                  </a:lnTo>
                  <a:lnTo>
                    <a:pt x="2356116" y="0"/>
                  </a:lnTo>
                  <a:lnTo>
                    <a:pt x="2355271" y="0"/>
                  </a:lnTo>
                  <a:lnTo>
                    <a:pt x="2354426" y="0"/>
                  </a:lnTo>
                  <a:lnTo>
                    <a:pt x="2353581" y="0"/>
                  </a:lnTo>
                  <a:lnTo>
                    <a:pt x="2352736" y="0"/>
                  </a:lnTo>
                  <a:lnTo>
                    <a:pt x="2351891" y="0"/>
                  </a:lnTo>
                  <a:lnTo>
                    <a:pt x="2351046" y="0"/>
                  </a:lnTo>
                  <a:lnTo>
                    <a:pt x="2350201" y="0"/>
                  </a:lnTo>
                  <a:lnTo>
                    <a:pt x="2349356" y="0"/>
                  </a:lnTo>
                  <a:lnTo>
                    <a:pt x="2348511" y="0"/>
                  </a:lnTo>
                  <a:lnTo>
                    <a:pt x="2347665" y="0"/>
                  </a:lnTo>
                  <a:lnTo>
                    <a:pt x="2346820" y="0"/>
                  </a:lnTo>
                  <a:lnTo>
                    <a:pt x="2345975" y="0"/>
                  </a:lnTo>
                  <a:lnTo>
                    <a:pt x="2345130" y="0"/>
                  </a:lnTo>
                  <a:lnTo>
                    <a:pt x="2344285" y="0"/>
                  </a:lnTo>
                  <a:lnTo>
                    <a:pt x="2343440" y="0"/>
                  </a:lnTo>
                  <a:lnTo>
                    <a:pt x="2342595" y="0"/>
                  </a:lnTo>
                  <a:lnTo>
                    <a:pt x="2341750" y="0"/>
                  </a:lnTo>
                  <a:lnTo>
                    <a:pt x="2340905" y="0"/>
                  </a:lnTo>
                  <a:lnTo>
                    <a:pt x="2340060" y="0"/>
                  </a:lnTo>
                  <a:lnTo>
                    <a:pt x="2339215" y="0"/>
                  </a:lnTo>
                  <a:lnTo>
                    <a:pt x="2338369" y="0"/>
                  </a:lnTo>
                  <a:lnTo>
                    <a:pt x="2337524" y="0"/>
                  </a:lnTo>
                  <a:lnTo>
                    <a:pt x="2336679" y="0"/>
                  </a:lnTo>
                  <a:lnTo>
                    <a:pt x="2335834" y="0"/>
                  </a:lnTo>
                  <a:lnTo>
                    <a:pt x="2334989" y="0"/>
                  </a:lnTo>
                  <a:lnTo>
                    <a:pt x="2334144" y="0"/>
                  </a:lnTo>
                  <a:lnTo>
                    <a:pt x="2333299" y="0"/>
                  </a:lnTo>
                  <a:lnTo>
                    <a:pt x="2332454" y="0"/>
                  </a:lnTo>
                  <a:lnTo>
                    <a:pt x="2331609" y="0"/>
                  </a:lnTo>
                  <a:lnTo>
                    <a:pt x="2330764" y="0"/>
                  </a:lnTo>
                  <a:lnTo>
                    <a:pt x="2329918" y="0"/>
                  </a:lnTo>
                  <a:lnTo>
                    <a:pt x="2329073" y="0"/>
                  </a:lnTo>
                  <a:lnTo>
                    <a:pt x="2328228" y="0"/>
                  </a:lnTo>
                  <a:lnTo>
                    <a:pt x="2327383" y="0"/>
                  </a:lnTo>
                  <a:lnTo>
                    <a:pt x="2326538" y="0"/>
                  </a:lnTo>
                  <a:lnTo>
                    <a:pt x="2325693" y="0"/>
                  </a:lnTo>
                  <a:lnTo>
                    <a:pt x="2324848" y="0"/>
                  </a:lnTo>
                  <a:lnTo>
                    <a:pt x="2324003" y="0"/>
                  </a:lnTo>
                  <a:lnTo>
                    <a:pt x="2323158" y="0"/>
                  </a:lnTo>
                  <a:lnTo>
                    <a:pt x="2322313" y="0"/>
                  </a:lnTo>
                  <a:lnTo>
                    <a:pt x="2321468" y="0"/>
                  </a:lnTo>
                  <a:lnTo>
                    <a:pt x="2320622" y="0"/>
                  </a:lnTo>
                  <a:lnTo>
                    <a:pt x="2319777" y="0"/>
                  </a:lnTo>
                  <a:lnTo>
                    <a:pt x="2318932" y="0"/>
                  </a:lnTo>
                  <a:lnTo>
                    <a:pt x="2318087" y="0"/>
                  </a:lnTo>
                  <a:lnTo>
                    <a:pt x="2317242" y="0"/>
                  </a:lnTo>
                  <a:lnTo>
                    <a:pt x="2316397" y="0"/>
                  </a:lnTo>
                  <a:lnTo>
                    <a:pt x="2315552" y="0"/>
                  </a:lnTo>
                  <a:lnTo>
                    <a:pt x="2314707" y="0"/>
                  </a:lnTo>
                  <a:lnTo>
                    <a:pt x="2313862" y="0"/>
                  </a:lnTo>
                  <a:lnTo>
                    <a:pt x="2313017" y="0"/>
                  </a:lnTo>
                  <a:lnTo>
                    <a:pt x="2312172" y="0"/>
                  </a:lnTo>
                  <a:lnTo>
                    <a:pt x="2311326" y="0"/>
                  </a:lnTo>
                  <a:lnTo>
                    <a:pt x="2310481" y="0"/>
                  </a:lnTo>
                  <a:lnTo>
                    <a:pt x="2309636" y="0"/>
                  </a:lnTo>
                  <a:lnTo>
                    <a:pt x="2308791" y="0"/>
                  </a:lnTo>
                  <a:lnTo>
                    <a:pt x="2307946" y="0"/>
                  </a:lnTo>
                  <a:lnTo>
                    <a:pt x="2307101" y="0"/>
                  </a:lnTo>
                  <a:lnTo>
                    <a:pt x="2306256" y="0"/>
                  </a:lnTo>
                  <a:lnTo>
                    <a:pt x="2305411" y="0"/>
                  </a:lnTo>
                  <a:lnTo>
                    <a:pt x="2304566" y="0"/>
                  </a:lnTo>
                  <a:lnTo>
                    <a:pt x="2303721" y="0"/>
                  </a:lnTo>
                  <a:lnTo>
                    <a:pt x="2302876" y="0"/>
                  </a:lnTo>
                  <a:lnTo>
                    <a:pt x="2302030" y="0"/>
                  </a:lnTo>
                  <a:lnTo>
                    <a:pt x="2301185" y="0"/>
                  </a:lnTo>
                  <a:lnTo>
                    <a:pt x="2300340" y="0"/>
                  </a:lnTo>
                  <a:lnTo>
                    <a:pt x="2299495" y="0"/>
                  </a:lnTo>
                  <a:lnTo>
                    <a:pt x="2298650" y="0"/>
                  </a:lnTo>
                  <a:lnTo>
                    <a:pt x="2297805" y="0"/>
                  </a:lnTo>
                  <a:lnTo>
                    <a:pt x="2296960" y="0"/>
                  </a:lnTo>
                  <a:lnTo>
                    <a:pt x="2296115" y="0"/>
                  </a:lnTo>
                  <a:lnTo>
                    <a:pt x="2295270" y="0"/>
                  </a:lnTo>
                  <a:lnTo>
                    <a:pt x="2294425" y="0"/>
                  </a:lnTo>
                  <a:lnTo>
                    <a:pt x="2293580" y="0"/>
                  </a:lnTo>
                  <a:lnTo>
                    <a:pt x="2292734" y="0"/>
                  </a:lnTo>
                  <a:lnTo>
                    <a:pt x="2291889" y="0"/>
                  </a:lnTo>
                  <a:lnTo>
                    <a:pt x="2291044" y="0"/>
                  </a:lnTo>
                  <a:lnTo>
                    <a:pt x="2290199" y="0"/>
                  </a:lnTo>
                  <a:lnTo>
                    <a:pt x="2289354" y="0"/>
                  </a:lnTo>
                  <a:lnTo>
                    <a:pt x="2288509" y="0"/>
                  </a:lnTo>
                  <a:lnTo>
                    <a:pt x="2287664" y="0"/>
                  </a:lnTo>
                  <a:lnTo>
                    <a:pt x="2286819" y="0"/>
                  </a:lnTo>
                  <a:lnTo>
                    <a:pt x="2285974" y="0"/>
                  </a:lnTo>
                  <a:lnTo>
                    <a:pt x="2285129" y="0"/>
                  </a:lnTo>
                  <a:lnTo>
                    <a:pt x="2284284" y="0"/>
                  </a:lnTo>
                  <a:lnTo>
                    <a:pt x="2283438" y="0"/>
                  </a:lnTo>
                  <a:lnTo>
                    <a:pt x="2282593" y="0"/>
                  </a:lnTo>
                  <a:lnTo>
                    <a:pt x="2281748" y="0"/>
                  </a:lnTo>
                  <a:lnTo>
                    <a:pt x="2280903" y="0"/>
                  </a:lnTo>
                  <a:lnTo>
                    <a:pt x="2280058" y="0"/>
                  </a:lnTo>
                  <a:lnTo>
                    <a:pt x="2279213" y="0"/>
                  </a:lnTo>
                  <a:lnTo>
                    <a:pt x="2278368" y="0"/>
                  </a:lnTo>
                  <a:lnTo>
                    <a:pt x="2277523" y="0"/>
                  </a:lnTo>
                  <a:lnTo>
                    <a:pt x="2276678" y="0"/>
                  </a:lnTo>
                  <a:lnTo>
                    <a:pt x="2275833" y="0"/>
                  </a:lnTo>
                  <a:lnTo>
                    <a:pt x="2274988" y="0"/>
                  </a:lnTo>
                  <a:lnTo>
                    <a:pt x="2274142" y="0"/>
                  </a:lnTo>
                  <a:lnTo>
                    <a:pt x="2273297" y="0"/>
                  </a:lnTo>
                  <a:lnTo>
                    <a:pt x="2272452" y="0"/>
                  </a:lnTo>
                  <a:lnTo>
                    <a:pt x="2271607" y="0"/>
                  </a:lnTo>
                  <a:lnTo>
                    <a:pt x="2270762" y="0"/>
                  </a:lnTo>
                  <a:lnTo>
                    <a:pt x="2269917" y="0"/>
                  </a:lnTo>
                  <a:lnTo>
                    <a:pt x="2269072" y="0"/>
                  </a:lnTo>
                  <a:lnTo>
                    <a:pt x="2268227" y="0"/>
                  </a:lnTo>
                  <a:lnTo>
                    <a:pt x="2267382" y="0"/>
                  </a:lnTo>
                  <a:lnTo>
                    <a:pt x="2266537" y="0"/>
                  </a:lnTo>
                  <a:lnTo>
                    <a:pt x="2265691" y="0"/>
                  </a:lnTo>
                  <a:lnTo>
                    <a:pt x="2264846" y="0"/>
                  </a:lnTo>
                  <a:lnTo>
                    <a:pt x="2264001" y="0"/>
                  </a:lnTo>
                  <a:lnTo>
                    <a:pt x="2263156" y="0"/>
                  </a:lnTo>
                  <a:lnTo>
                    <a:pt x="2262311" y="0"/>
                  </a:lnTo>
                  <a:lnTo>
                    <a:pt x="2261466" y="0"/>
                  </a:lnTo>
                  <a:lnTo>
                    <a:pt x="2260621" y="0"/>
                  </a:lnTo>
                  <a:lnTo>
                    <a:pt x="2259776" y="0"/>
                  </a:lnTo>
                  <a:lnTo>
                    <a:pt x="2258931" y="0"/>
                  </a:lnTo>
                  <a:lnTo>
                    <a:pt x="2258086" y="0"/>
                  </a:lnTo>
                  <a:lnTo>
                    <a:pt x="2257241" y="0"/>
                  </a:lnTo>
                  <a:lnTo>
                    <a:pt x="2256395" y="0"/>
                  </a:lnTo>
                  <a:lnTo>
                    <a:pt x="2255550" y="0"/>
                  </a:lnTo>
                  <a:lnTo>
                    <a:pt x="2254705" y="0"/>
                  </a:lnTo>
                  <a:lnTo>
                    <a:pt x="2253860" y="0"/>
                  </a:lnTo>
                  <a:lnTo>
                    <a:pt x="2253015" y="0"/>
                  </a:lnTo>
                  <a:lnTo>
                    <a:pt x="2252170" y="0"/>
                  </a:lnTo>
                  <a:lnTo>
                    <a:pt x="2251325" y="0"/>
                  </a:lnTo>
                  <a:lnTo>
                    <a:pt x="2250480" y="0"/>
                  </a:lnTo>
                  <a:lnTo>
                    <a:pt x="2249635" y="0"/>
                  </a:lnTo>
                  <a:lnTo>
                    <a:pt x="2248790" y="0"/>
                  </a:lnTo>
                  <a:lnTo>
                    <a:pt x="2247945" y="0"/>
                  </a:lnTo>
                  <a:lnTo>
                    <a:pt x="2247099" y="0"/>
                  </a:lnTo>
                  <a:lnTo>
                    <a:pt x="2246254" y="0"/>
                  </a:lnTo>
                  <a:lnTo>
                    <a:pt x="2245409" y="0"/>
                  </a:lnTo>
                  <a:lnTo>
                    <a:pt x="2244564" y="0"/>
                  </a:lnTo>
                  <a:lnTo>
                    <a:pt x="2243719" y="0"/>
                  </a:lnTo>
                  <a:lnTo>
                    <a:pt x="2242874" y="0"/>
                  </a:lnTo>
                  <a:lnTo>
                    <a:pt x="2242029" y="0"/>
                  </a:lnTo>
                  <a:lnTo>
                    <a:pt x="2241184" y="0"/>
                  </a:lnTo>
                  <a:lnTo>
                    <a:pt x="2240339" y="0"/>
                  </a:lnTo>
                  <a:lnTo>
                    <a:pt x="2239494" y="0"/>
                  </a:lnTo>
                  <a:lnTo>
                    <a:pt x="2238649" y="0"/>
                  </a:lnTo>
                  <a:lnTo>
                    <a:pt x="2237803" y="0"/>
                  </a:lnTo>
                  <a:lnTo>
                    <a:pt x="2236958" y="0"/>
                  </a:lnTo>
                  <a:lnTo>
                    <a:pt x="2236113" y="0"/>
                  </a:lnTo>
                  <a:lnTo>
                    <a:pt x="2235268" y="0"/>
                  </a:lnTo>
                  <a:lnTo>
                    <a:pt x="2234423" y="0"/>
                  </a:lnTo>
                  <a:lnTo>
                    <a:pt x="2233578" y="0"/>
                  </a:lnTo>
                  <a:lnTo>
                    <a:pt x="2232733" y="0"/>
                  </a:lnTo>
                  <a:lnTo>
                    <a:pt x="2231888" y="0"/>
                  </a:lnTo>
                  <a:lnTo>
                    <a:pt x="2231043" y="0"/>
                  </a:lnTo>
                  <a:lnTo>
                    <a:pt x="2230198" y="0"/>
                  </a:lnTo>
                  <a:lnTo>
                    <a:pt x="2229353" y="0"/>
                  </a:lnTo>
                  <a:lnTo>
                    <a:pt x="2228507" y="0"/>
                  </a:lnTo>
                  <a:lnTo>
                    <a:pt x="2227662" y="0"/>
                  </a:lnTo>
                  <a:lnTo>
                    <a:pt x="2226817" y="0"/>
                  </a:lnTo>
                  <a:lnTo>
                    <a:pt x="2225972" y="0"/>
                  </a:lnTo>
                  <a:lnTo>
                    <a:pt x="2225127" y="0"/>
                  </a:lnTo>
                  <a:lnTo>
                    <a:pt x="2224282" y="0"/>
                  </a:lnTo>
                  <a:lnTo>
                    <a:pt x="2223437" y="0"/>
                  </a:lnTo>
                  <a:lnTo>
                    <a:pt x="2222592" y="0"/>
                  </a:lnTo>
                  <a:lnTo>
                    <a:pt x="2221747" y="0"/>
                  </a:lnTo>
                  <a:lnTo>
                    <a:pt x="2220902" y="0"/>
                  </a:lnTo>
                  <a:lnTo>
                    <a:pt x="2220057" y="0"/>
                  </a:lnTo>
                  <a:lnTo>
                    <a:pt x="2219211" y="0"/>
                  </a:lnTo>
                  <a:lnTo>
                    <a:pt x="2218366" y="0"/>
                  </a:lnTo>
                  <a:lnTo>
                    <a:pt x="2217521" y="0"/>
                  </a:lnTo>
                  <a:lnTo>
                    <a:pt x="2216676" y="0"/>
                  </a:lnTo>
                  <a:lnTo>
                    <a:pt x="2215831" y="0"/>
                  </a:lnTo>
                  <a:lnTo>
                    <a:pt x="2214986" y="0"/>
                  </a:lnTo>
                  <a:lnTo>
                    <a:pt x="2214141" y="0"/>
                  </a:lnTo>
                  <a:lnTo>
                    <a:pt x="2213296" y="0"/>
                  </a:lnTo>
                  <a:lnTo>
                    <a:pt x="2212451" y="0"/>
                  </a:lnTo>
                  <a:lnTo>
                    <a:pt x="2211606" y="0"/>
                  </a:lnTo>
                  <a:lnTo>
                    <a:pt x="2210761" y="0"/>
                  </a:lnTo>
                  <a:lnTo>
                    <a:pt x="2209915" y="0"/>
                  </a:lnTo>
                  <a:lnTo>
                    <a:pt x="2209070" y="0"/>
                  </a:lnTo>
                  <a:lnTo>
                    <a:pt x="2208225" y="0"/>
                  </a:lnTo>
                  <a:lnTo>
                    <a:pt x="2207380" y="0"/>
                  </a:lnTo>
                  <a:lnTo>
                    <a:pt x="2206535" y="0"/>
                  </a:lnTo>
                  <a:lnTo>
                    <a:pt x="2205690" y="0"/>
                  </a:lnTo>
                  <a:lnTo>
                    <a:pt x="2204845" y="0"/>
                  </a:lnTo>
                  <a:lnTo>
                    <a:pt x="2204000" y="0"/>
                  </a:lnTo>
                  <a:lnTo>
                    <a:pt x="2203155" y="0"/>
                  </a:lnTo>
                  <a:lnTo>
                    <a:pt x="2202310" y="0"/>
                  </a:lnTo>
                  <a:lnTo>
                    <a:pt x="2201464" y="0"/>
                  </a:lnTo>
                  <a:lnTo>
                    <a:pt x="2200619" y="0"/>
                  </a:lnTo>
                  <a:lnTo>
                    <a:pt x="2199774" y="0"/>
                  </a:lnTo>
                  <a:lnTo>
                    <a:pt x="2198929" y="0"/>
                  </a:lnTo>
                  <a:lnTo>
                    <a:pt x="2198084" y="0"/>
                  </a:lnTo>
                  <a:lnTo>
                    <a:pt x="2197239" y="0"/>
                  </a:lnTo>
                  <a:lnTo>
                    <a:pt x="2196394" y="0"/>
                  </a:lnTo>
                  <a:lnTo>
                    <a:pt x="2195549" y="0"/>
                  </a:lnTo>
                  <a:lnTo>
                    <a:pt x="2194704" y="0"/>
                  </a:lnTo>
                  <a:lnTo>
                    <a:pt x="2193859" y="0"/>
                  </a:lnTo>
                  <a:lnTo>
                    <a:pt x="2193014" y="0"/>
                  </a:lnTo>
                  <a:lnTo>
                    <a:pt x="2192168" y="0"/>
                  </a:lnTo>
                  <a:lnTo>
                    <a:pt x="2191323" y="0"/>
                  </a:lnTo>
                  <a:lnTo>
                    <a:pt x="2190478" y="0"/>
                  </a:lnTo>
                  <a:lnTo>
                    <a:pt x="2189633" y="0"/>
                  </a:lnTo>
                  <a:lnTo>
                    <a:pt x="2188788" y="0"/>
                  </a:lnTo>
                  <a:lnTo>
                    <a:pt x="2187943" y="0"/>
                  </a:lnTo>
                  <a:lnTo>
                    <a:pt x="2187098" y="0"/>
                  </a:lnTo>
                  <a:lnTo>
                    <a:pt x="2186253" y="0"/>
                  </a:lnTo>
                  <a:lnTo>
                    <a:pt x="2185408" y="0"/>
                  </a:lnTo>
                  <a:lnTo>
                    <a:pt x="2184563" y="0"/>
                  </a:lnTo>
                  <a:lnTo>
                    <a:pt x="2183718" y="0"/>
                  </a:lnTo>
                  <a:lnTo>
                    <a:pt x="2182872" y="0"/>
                  </a:lnTo>
                  <a:lnTo>
                    <a:pt x="2182027" y="0"/>
                  </a:lnTo>
                  <a:lnTo>
                    <a:pt x="2181182" y="0"/>
                  </a:lnTo>
                  <a:lnTo>
                    <a:pt x="2180337" y="0"/>
                  </a:lnTo>
                  <a:lnTo>
                    <a:pt x="2179492" y="0"/>
                  </a:lnTo>
                  <a:lnTo>
                    <a:pt x="2178647" y="0"/>
                  </a:lnTo>
                  <a:lnTo>
                    <a:pt x="2177802" y="0"/>
                  </a:lnTo>
                  <a:lnTo>
                    <a:pt x="2176957" y="0"/>
                  </a:lnTo>
                  <a:lnTo>
                    <a:pt x="2176112" y="0"/>
                  </a:lnTo>
                  <a:lnTo>
                    <a:pt x="2175267" y="0"/>
                  </a:lnTo>
                  <a:lnTo>
                    <a:pt x="2174422" y="0"/>
                  </a:lnTo>
                  <a:lnTo>
                    <a:pt x="2173576" y="0"/>
                  </a:lnTo>
                  <a:lnTo>
                    <a:pt x="2172731" y="0"/>
                  </a:lnTo>
                  <a:lnTo>
                    <a:pt x="2171886" y="0"/>
                  </a:lnTo>
                  <a:lnTo>
                    <a:pt x="2171041" y="0"/>
                  </a:lnTo>
                  <a:lnTo>
                    <a:pt x="2170196" y="0"/>
                  </a:lnTo>
                  <a:lnTo>
                    <a:pt x="2169351" y="0"/>
                  </a:lnTo>
                  <a:lnTo>
                    <a:pt x="2168506" y="0"/>
                  </a:lnTo>
                  <a:lnTo>
                    <a:pt x="2167661" y="0"/>
                  </a:lnTo>
                  <a:lnTo>
                    <a:pt x="2166816" y="0"/>
                  </a:lnTo>
                  <a:lnTo>
                    <a:pt x="2165971" y="0"/>
                  </a:lnTo>
                  <a:lnTo>
                    <a:pt x="2165126" y="0"/>
                  </a:lnTo>
                  <a:lnTo>
                    <a:pt x="2164280" y="0"/>
                  </a:lnTo>
                  <a:lnTo>
                    <a:pt x="2163435" y="0"/>
                  </a:lnTo>
                  <a:lnTo>
                    <a:pt x="2162590" y="0"/>
                  </a:lnTo>
                  <a:lnTo>
                    <a:pt x="2161745" y="0"/>
                  </a:lnTo>
                  <a:lnTo>
                    <a:pt x="2160900" y="0"/>
                  </a:lnTo>
                  <a:lnTo>
                    <a:pt x="2160055" y="0"/>
                  </a:lnTo>
                  <a:lnTo>
                    <a:pt x="2159210" y="0"/>
                  </a:lnTo>
                  <a:lnTo>
                    <a:pt x="2158365" y="0"/>
                  </a:lnTo>
                  <a:lnTo>
                    <a:pt x="2157520" y="0"/>
                  </a:lnTo>
                  <a:lnTo>
                    <a:pt x="2156675" y="0"/>
                  </a:lnTo>
                  <a:lnTo>
                    <a:pt x="2155830" y="0"/>
                  </a:lnTo>
                  <a:lnTo>
                    <a:pt x="2154984" y="0"/>
                  </a:lnTo>
                  <a:lnTo>
                    <a:pt x="2154139" y="0"/>
                  </a:lnTo>
                  <a:lnTo>
                    <a:pt x="2153294" y="0"/>
                  </a:lnTo>
                  <a:lnTo>
                    <a:pt x="2152449" y="0"/>
                  </a:lnTo>
                  <a:lnTo>
                    <a:pt x="2151604" y="0"/>
                  </a:lnTo>
                  <a:lnTo>
                    <a:pt x="2150759" y="0"/>
                  </a:lnTo>
                  <a:lnTo>
                    <a:pt x="2149914" y="0"/>
                  </a:lnTo>
                  <a:lnTo>
                    <a:pt x="2149069" y="0"/>
                  </a:lnTo>
                  <a:lnTo>
                    <a:pt x="2148224" y="0"/>
                  </a:lnTo>
                  <a:lnTo>
                    <a:pt x="2147379" y="0"/>
                  </a:lnTo>
                  <a:lnTo>
                    <a:pt x="2146534" y="0"/>
                  </a:lnTo>
                  <a:lnTo>
                    <a:pt x="2145688" y="0"/>
                  </a:lnTo>
                  <a:lnTo>
                    <a:pt x="2144843" y="0"/>
                  </a:lnTo>
                  <a:lnTo>
                    <a:pt x="2143998" y="0"/>
                  </a:lnTo>
                  <a:lnTo>
                    <a:pt x="2143153" y="0"/>
                  </a:lnTo>
                  <a:lnTo>
                    <a:pt x="2142308" y="0"/>
                  </a:lnTo>
                  <a:lnTo>
                    <a:pt x="2141463" y="0"/>
                  </a:lnTo>
                  <a:lnTo>
                    <a:pt x="2140618" y="0"/>
                  </a:lnTo>
                  <a:lnTo>
                    <a:pt x="2139773" y="0"/>
                  </a:lnTo>
                  <a:lnTo>
                    <a:pt x="2138928" y="0"/>
                  </a:lnTo>
                  <a:lnTo>
                    <a:pt x="2138083" y="0"/>
                  </a:lnTo>
                  <a:lnTo>
                    <a:pt x="2137237" y="0"/>
                  </a:lnTo>
                  <a:lnTo>
                    <a:pt x="2136392" y="0"/>
                  </a:lnTo>
                  <a:lnTo>
                    <a:pt x="2135547" y="0"/>
                  </a:lnTo>
                  <a:lnTo>
                    <a:pt x="2134702" y="0"/>
                  </a:lnTo>
                  <a:lnTo>
                    <a:pt x="2133857" y="0"/>
                  </a:lnTo>
                  <a:lnTo>
                    <a:pt x="2133012" y="0"/>
                  </a:lnTo>
                  <a:lnTo>
                    <a:pt x="2132167" y="0"/>
                  </a:lnTo>
                  <a:lnTo>
                    <a:pt x="2131322" y="0"/>
                  </a:lnTo>
                  <a:lnTo>
                    <a:pt x="2130477" y="0"/>
                  </a:lnTo>
                  <a:lnTo>
                    <a:pt x="2129632" y="0"/>
                  </a:lnTo>
                  <a:lnTo>
                    <a:pt x="2128787" y="0"/>
                  </a:lnTo>
                  <a:lnTo>
                    <a:pt x="2127941" y="0"/>
                  </a:lnTo>
                  <a:lnTo>
                    <a:pt x="2127096" y="0"/>
                  </a:lnTo>
                  <a:lnTo>
                    <a:pt x="2126251" y="0"/>
                  </a:lnTo>
                  <a:lnTo>
                    <a:pt x="2125406" y="0"/>
                  </a:lnTo>
                  <a:lnTo>
                    <a:pt x="2124561" y="0"/>
                  </a:lnTo>
                  <a:lnTo>
                    <a:pt x="2123716" y="0"/>
                  </a:lnTo>
                  <a:lnTo>
                    <a:pt x="2122871" y="0"/>
                  </a:lnTo>
                  <a:lnTo>
                    <a:pt x="2122026" y="0"/>
                  </a:lnTo>
                  <a:lnTo>
                    <a:pt x="2121181" y="0"/>
                  </a:lnTo>
                  <a:lnTo>
                    <a:pt x="2120336" y="0"/>
                  </a:lnTo>
                  <a:lnTo>
                    <a:pt x="2119491" y="0"/>
                  </a:lnTo>
                  <a:lnTo>
                    <a:pt x="2118645" y="0"/>
                  </a:lnTo>
                  <a:lnTo>
                    <a:pt x="2117800" y="0"/>
                  </a:lnTo>
                  <a:lnTo>
                    <a:pt x="2116955" y="0"/>
                  </a:lnTo>
                  <a:lnTo>
                    <a:pt x="2116110" y="0"/>
                  </a:lnTo>
                  <a:lnTo>
                    <a:pt x="2115265" y="0"/>
                  </a:lnTo>
                  <a:lnTo>
                    <a:pt x="2114420" y="0"/>
                  </a:lnTo>
                  <a:lnTo>
                    <a:pt x="2113575" y="0"/>
                  </a:lnTo>
                  <a:lnTo>
                    <a:pt x="2112730" y="0"/>
                  </a:lnTo>
                  <a:lnTo>
                    <a:pt x="2111885" y="0"/>
                  </a:lnTo>
                  <a:lnTo>
                    <a:pt x="2111040" y="0"/>
                  </a:lnTo>
                  <a:lnTo>
                    <a:pt x="2110195" y="0"/>
                  </a:lnTo>
                  <a:lnTo>
                    <a:pt x="2109349" y="0"/>
                  </a:lnTo>
                  <a:lnTo>
                    <a:pt x="2108504" y="0"/>
                  </a:lnTo>
                  <a:lnTo>
                    <a:pt x="2107659" y="0"/>
                  </a:lnTo>
                  <a:lnTo>
                    <a:pt x="2106814" y="0"/>
                  </a:lnTo>
                  <a:lnTo>
                    <a:pt x="2105969" y="0"/>
                  </a:lnTo>
                  <a:lnTo>
                    <a:pt x="2105124" y="0"/>
                  </a:lnTo>
                  <a:lnTo>
                    <a:pt x="2104279" y="0"/>
                  </a:lnTo>
                  <a:lnTo>
                    <a:pt x="2103434" y="0"/>
                  </a:lnTo>
                  <a:lnTo>
                    <a:pt x="2102589" y="0"/>
                  </a:lnTo>
                  <a:lnTo>
                    <a:pt x="2101744" y="0"/>
                  </a:lnTo>
                  <a:lnTo>
                    <a:pt x="2100899" y="0"/>
                  </a:lnTo>
                  <a:lnTo>
                    <a:pt x="2100053" y="0"/>
                  </a:lnTo>
                  <a:lnTo>
                    <a:pt x="2099208" y="0"/>
                  </a:lnTo>
                  <a:lnTo>
                    <a:pt x="2098363" y="0"/>
                  </a:lnTo>
                  <a:lnTo>
                    <a:pt x="2097518" y="0"/>
                  </a:lnTo>
                  <a:lnTo>
                    <a:pt x="2096673" y="0"/>
                  </a:lnTo>
                  <a:lnTo>
                    <a:pt x="2095828" y="0"/>
                  </a:lnTo>
                  <a:lnTo>
                    <a:pt x="2094983" y="0"/>
                  </a:lnTo>
                  <a:lnTo>
                    <a:pt x="2094138" y="0"/>
                  </a:lnTo>
                  <a:lnTo>
                    <a:pt x="2093293" y="0"/>
                  </a:lnTo>
                  <a:lnTo>
                    <a:pt x="2092448" y="0"/>
                  </a:lnTo>
                  <a:lnTo>
                    <a:pt x="2091603" y="0"/>
                  </a:lnTo>
                  <a:lnTo>
                    <a:pt x="2090757" y="0"/>
                  </a:lnTo>
                  <a:lnTo>
                    <a:pt x="2089912" y="0"/>
                  </a:lnTo>
                  <a:lnTo>
                    <a:pt x="2089067" y="0"/>
                  </a:lnTo>
                  <a:lnTo>
                    <a:pt x="2088222" y="0"/>
                  </a:lnTo>
                  <a:lnTo>
                    <a:pt x="2087377" y="0"/>
                  </a:lnTo>
                  <a:lnTo>
                    <a:pt x="2086532" y="0"/>
                  </a:lnTo>
                  <a:lnTo>
                    <a:pt x="2085687" y="0"/>
                  </a:lnTo>
                  <a:lnTo>
                    <a:pt x="2084842" y="0"/>
                  </a:lnTo>
                  <a:lnTo>
                    <a:pt x="2083997" y="0"/>
                  </a:lnTo>
                  <a:lnTo>
                    <a:pt x="2083152" y="0"/>
                  </a:lnTo>
                  <a:lnTo>
                    <a:pt x="2082307" y="0"/>
                  </a:lnTo>
                  <a:lnTo>
                    <a:pt x="2081461" y="0"/>
                  </a:lnTo>
                  <a:lnTo>
                    <a:pt x="2080616" y="0"/>
                  </a:lnTo>
                  <a:lnTo>
                    <a:pt x="2079771" y="0"/>
                  </a:lnTo>
                  <a:lnTo>
                    <a:pt x="2078926" y="0"/>
                  </a:lnTo>
                  <a:lnTo>
                    <a:pt x="2078081" y="0"/>
                  </a:lnTo>
                  <a:lnTo>
                    <a:pt x="2077236" y="0"/>
                  </a:lnTo>
                  <a:lnTo>
                    <a:pt x="2076391" y="0"/>
                  </a:lnTo>
                  <a:lnTo>
                    <a:pt x="2075546" y="0"/>
                  </a:lnTo>
                  <a:lnTo>
                    <a:pt x="2074701" y="0"/>
                  </a:lnTo>
                  <a:lnTo>
                    <a:pt x="2073856" y="0"/>
                  </a:lnTo>
                  <a:lnTo>
                    <a:pt x="2073010" y="0"/>
                  </a:lnTo>
                  <a:lnTo>
                    <a:pt x="2072165" y="0"/>
                  </a:lnTo>
                  <a:lnTo>
                    <a:pt x="2071320" y="0"/>
                  </a:lnTo>
                  <a:lnTo>
                    <a:pt x="2070475" y="0"/>
                  </a:lnTo>
                  <a:lnTo>
                    <a:pt x="2069630" y="0"/>
                  </a:lnTo>
                  <a:lnTo>
                    <a:pt x="2068785" y="0"/>
                  </a:lnTo>
                  <a:lnTo>
                    <a:pt x="2067940" y="0"/>
                  </a:lnTo>
                  <a:lnTo>
                    <a:pt x="2067095" y="0"/>
                  </a:lnTo>
                  <a:lnTo>
                    <a:pt x="2066250" y="0"/>
                  </a:lnTo>
                  <a:lnTo>
                    <a:pt x="2065405" y="0"/>
                  </a:lnTo>
                  <a:lnTo>
                    <a:pt x="2064560" y="0"/>
                  </a:lnTo>
                  <a:lnTo>
                    <a:pt x="2063714" y="0"/>
                  </a:lnTo>
                  <a:lnTo>
                    <a:pt x="2062869" y="0"/>
                  </a:lnTo>
                  <a:lnTo>
                    <a:pt x="2062024" y="0"/>
                  </a:lnTo>
                  <a:lnTo>
                    <a:pt x="2061179" y="0"/>
                  </a:lnTo>
                  <a:lnTo>
                    <a:pt x="2060334" y="0"/>
                  </a:lnTo>
                  <a:lnTo>
                    <a:pt x="2059489" y="0"/>
                  </a:lnTo>
                  <a:lnTo>
                    <a:pt x="2058644" y="0"/>
                  </a:lnTo>
                  <a:lnTo>
                    <a:pt x="2057799" y="0"/>
                  </a:lnTo>
                  <a:lnTo>
                    <a:pt x="2056954" y="0"/>
                  </a:lnTo>
                  <a:lnTo>
                    <a:pt x="2056109" y="0"/>
                  </a:lnTo>
                  <a:lnTo>
                    <a:pt x="2055264" y="0"/>
                  </a:lnTo>
                  <a:lnTo>
                    <a:pt x="2054418" y="0"/>
                  </a:lnTo>
                  <a:lnTo>
                    <a:pt x="2053573" y="0"/>
                  </a:lnTo>
                  <a:lnTo>
                    <a:pt x="2052728" y="0"/>
                  </a:lnTo>
                  <a:lnTo>
                    <a:pt x="2051883" y="0"/>
                  </a:lnTo>
                  <a:lnTo>
                    <a:pt x="2051038" y="0"/>
                  </a:lnTo>
                  <a:lnTo>
                    <a:pt x="2050193" y="0"/>
                  </a:lnTo>
                  <a:lnTo>
                    <a:pt x="2049348" y="0"/>
                  </a:lnTo>
                  <a:lnTo>
                    <a:pt x="2048503" y="0"/>
                  </a:lnTo>
                  <a:lnTo>
                    <a:pt x="2047658" y="0"/>
                  </a:lnTo>
                  <a:lnTo>
                    <a:pt x="2046813" y="0"/>
                  </a:lnTo>
                  <a:lnTo>
                    <a:pt x="2045968" y="0"/>
                  </a:lnTo>
                  <a:lnTo>
                    <a:pt x="2045122" y="0"/>
                  </a:lnTo>
                  <a:lnTo>
                    <a:pt x="2044277" y="0"/>
                  </a:lnTo>
                  <a:lnTo>
                    <a:pt x="2043432" y="0"/>
                  </a:lnTo>
                  <a:lnTo>
                    <a:pt x="2042587" y="0"/>
                  </a:lnTo>
                  <a:lnTo>
                    <a:pt x="2041742" y="0"/>
                  </a:lnTo>
                  <a:lnTo>
                    <a:pt x="2040897" y="0"/>
                  </a:lnTo>
                  <a:lnTo>
                    <a:pt x="2040052" y="0"/>
                  </a:lnTo>
                  <a:lnTo>
                    <a:pt x="2039207" y="0"/>
                  </a:lnTo>
                  <a:lnTo>
                    <a:pt x="2038362" y="0"/>
                  </a:lnTo>
                  <a:lnTo>
                    <a:pt x="2037517" y="0"/>
                  </a:lnTo>
                  <a:lnTo>
                    <a:pt x="2036672" y="0"/>
                  </a:lnTo>
                  <a:lnTo>
                    <a:pt x="2035826" y="0"/>
                  </a:lnTo>
                  <a:lnTo>
                    <a:pt x="2034981" y="0"/>
                  </a:lnTo>
                  <a:lnTo>
                    <a:pt x="2034136" y="0"/>
                  </a:lnTo>
                  <a:lnTo>
                    <a:pt x="2033291" y="0"/>
                  </a:lnTo>
                  <a:lnTo>
                    <a:pt x="2032446" y="0"/>
                  </a:lnTo>
                  <a:lnTo>
                    <a:pt x="2031601" y="0"/>
                  </a:lnTo>
                  <a:lnTo>
                    <a:pt x="2030756" y="0"/>
                  </a:lnTo>
                  <a:lnTo>
                    <a:pt x="2029911" y="0"/>
                  </a:lnTo>
                  <a:lnTo>
                    <a:pt x="2029066" y="0"/>
                  </a:lnTo>
                  <a:lnTo>
                    <a:pt x="2028221" y="0"/>
                  </a:lnTo>
                  <a:lnTo>
                    <a:pt x="2027376" y="0"/>
                  </a:lnTo>
                  <a:lnTo>
                    <a:pt x="2026530" y="0"/>
                  </a:lnTo>
                  <a:lnTo>
                    <a:pt x="2025685" y="0"/>
                  </a:lnTo>
                  <a:lnTo>
                    <a:pt x="2024840" y="0"/>
                  </a:lnTo>
                  <a:lnTo>
                    <a:pt x="2023995" y="0"/>
                  </a:lnTo>
                  <a:lnTo>
                    <a:pt x="2023150" y="0"/>
                  </a:lnTo>
                  <a:lnTo>
                    <a:pt x="2022305" y="0"/>
                  </a:lnTo>
                  <a:lnTo>
                    <a:pt x="2021460" y="0"/>
                  </a:lnTo>
                  <a:lnTo>
                    <a:pt x="2020615" y="0"/>
                  </a:lnTo>
                  <a:lnTo>
                    <a:pt x="2019770" y="0"/>
                  </a:lnTo>
                  <a:lnTo>
                    <a:pt x="2018925" y="0"/>
                  </a:lnTo>
                  <a:lnTo>
                    <a:pt x="2018080" y="0"/>
                  </a:lnTo>
                  <a:lnTo>
                    <a:pt x="2017234" y="0"/>
                  </a:lnTo>
                  <a:lnTo>
                    <a:pt x="2016389" y="0"/>
                  </a:lnTo>
                  <a:lnTo>
                    <a:pt x="2015544" y="0"/>
                  </a:lnTo>
                  <a:lnTo>
                    <a:pt x="2014699" y="0"/>
                  </a:lnTo>
                  <a:lnTo>
                    <a:pt x="2013854" y="0"/>
                  </a:lnTo>
                  <a:lnTo>
                    <a:pt x="2013009" y="0"/>
                  </a:lnTo>
                  <a:lnTo>
                    <a:pt x="2012164" y="0"/>
                  </a:lnTo>
                  <a:lnTo>
                    <a:pt x="2011319" y="0"/>
                  </a:lnTo>
                  <a:lnTo>
                    <a:pt x="2010474" y="0"/>
                  </a:lnTo>
                  <a:lnTo>
                    <a:pt x="2009629" y="0"/>
                  </a:lnTo>
                  <a:lnTo>
                    <a:pt x="2008783" y="0"/>
                  </a:lnTo>
                  <a:lnTo>
                    <a:pt x="2007938" y="0"/>
                  </a:lnTo>
                  <a:lnTo>
                    <a:pt x="2007093" y="0"/>
                  </a:lnTo>
                  <a:lnTo>
                    <a:pt x="2006248" y="0"/>
                  </a:lnTo>
                  <a:lnTo>
                    <a:pt x="2005403" y="0"/>
                  </a:lnTo>
                  <a:lnTo>
                    <a:pt x="2004558" y="0"/>
                  </a:lnTo>
                  <a:lnTo>
                    <a:pt x="2003713" y="0"/>
                  </a:lnTo>
                  <a:lnTo>
                    <a:pt x="2002868" y="0"/>
                  </a:lnTo>
                  <a:lnTo>
                    <a:pt x="2002023" y="0"/>
                  </a:lnTo>
                  <a:lnTo>
                    <a:pt x="2001178" y="0"/>
                  </a:lnTo>
                  <a:lnTo>
                    <a:pt x="2000333" y="0"/>
                  </a:lnTo>
                  <a:lnTo>
                    <a:pt x="1999487" y="0"/>
                  </a:lnTo>
                  <a:lnTo>
                    <a:pt x="1998642" y="0"/>
                  </a:lnTo>
                  <a:lnTo>
                    <a:pt x="1997797" y="0"/>
                  </a:lnTo>
                  <a:lnTo>
                    <a:pt x="1996952" y="0"/>
                  </a:lnTo>
                  <a:lnTo>
                    <a:pt x="1996107" y="0"/>
                  </a:lnTo>
                  <a:lnTo>
                    <a:pt x="1995262" y="0"/>
                  </a:lnTo>
                  <a:lnTo>
                    <a:pt x="1994417" y="0"/>
                  </a:lnTo>
                  <a:lnTo>
                    <a:pt x="1993572" y="0"/>
                  </a:lnTo>
                  <a:lnTo>
                    <a:pt x="1992727" y="0"/>
                  </a:lnTo>
                  <a:lnTo>
                    <a:pt x="1991882" y="0"/>
                  </a:lnTo>
                  <a:lnTo>
                    <a:pt x="1991037" y="0"/>
                  </a:lnTo>
                  <a:lnTo>
                    <a:pt x="1990191" y="0"/>
                  </a:lnTo>
                  <a:lnTo>
                    <a:pt x="1989346" y="0"/>
                  </a:lnTo>
                  <a:lnTo>
                    <a:pt x="1988501" y="0"/>
                  </a:lnTo>
                  <a:lnTo>
                    <a:pt x="1987656" y="0"/>
                  </a:lnTo>
                  <a:lnTo>
                    <a:pt x="1986811" y="0"/>
                  </a:lnTo>
                  <a:lnTo>
                    <a:pt x="1985966" y="0"/>
                  </a:lnTo>
                  <a:lnTo>
                    <a:pt x="1985121" y="0"/>
                  </a:lnTo>
                  <a:lnTo>
                    <a:pt x="1984276" y="0"/>
                  </a:lnTo>
                  <a:lnTo>
                    <a:pt x="1983431" y="0"/>
                  </a:lnTo>
                  <a:lnTo>
                    <a:pt x="1982586" y="0"/>
                  </a:lnTo>
                  <a:lnTo>
                    <a:pt x="1981741" y="0"/>
                  </a:lnTo>
                  <a:lnTo>
                    <a:pt x="1980895" y="0"/>
                  </a:lnTo>
                  <a:lnTo>
                    <a:pt x="1980050" y="0"/>
                  </a:lnTo>
                  <a:lnTo>
                    <a:pt x="1979205" y="0"/>
                  </a:lnTo>
                  <a:lnTo>
                    <a:pt x="1978360" y="0"/>
                  </a:lnTo>
                  <a:lnTo>
                    <a:pt x="1977515" y="0"/>
                  </a:lnTo>
                  <a:lnTo>
                    <a:pt x="1976670" y="0"/>
                  </a:lnTo>
                  <a:lnTo>
                    <a:pt x="1975825" y="0"/>
                  </a:lnTo>
                  <a:lnTo>
                    <a:pt x="1974980" y="0"/>
                  </a:lnTo>
                  <a:lnTo>
                    <a:pt x="1974135" y="0"/>
                  </a:lnTo>
                  <a:lnTo>
                    <a:pt x="1973290" y="0"/>
                  </a:lnTo>
                  <a:lnTo>
                    <a:pt x="1972445" y="0"/>
                  </a:lnTo>
                  <a:lnTo>
                    <a:pt x="1971599" y="0"/>
                  </a:lnTo>
                  <a:lnTo>
                    <a:pt x="1970754" y="0"/>
                  </a:lnTo>
                  <a:lnTo>
                    <a:pt x="1969909" y="0"/>
                  </a:lnTo>
                  <a:lnTo>
                    <a:pt x="1969064" y="0"/>
                  </a:lnTo>
                  <a:lnTo>
                    <a:pt x="1968219" y="0"/>
                  </a:lnTo>
                  <a:lnTo>
                    <a:pt x="1967374" y="0"/>
                  </a:lnTo>
                  <a:lnTo>
                    <a:pt x="1966529" y="0"/>
                  </a:lnTo>
                  <a:lnTo>
                    <a:pt x="1965684" y="0"/>
                  </a:lnTo>
                  <a:lnTo>
                    <a:pt x="1964839" y="0"/>
                  </a:lnTo>
                  <a:lnTo>
                    <a:pt x="1963994" y="0"/>
                  </a:lnTo>
                  <a:lnTo>
                    <a:pt x="1963149" y="0"/>
                  </a:lnTo>
                  <a:lnTo>
                    <a:pt x="1962303" y="0"/>
                  </a:lnTo>
                  <a:lnTo>
                    <a:pt x="1961458" y="0"/>
                  </a:lnTo>
                  <a:lnTo>
                    <a:pt x="1960613" y="0"/>
                  </a:lnTo>
                  <a:lnTo>
                    <a:pt x="1959768" y="0"/>
                  </a:lnTo>
                  <a:lnTo>
                    <a:pt x="1958923" y="0"/>
                  </a:lnTo>
                  <a:lnTo>
                    <a:pt x="1958078" y="0"/>
                  </a:lnTo>
                  <a:lnTo>
                    <a:pt x="1957233" y="0"/>
                  </a:lnTo>
                  <a:lnTo>
                    <a:pt x="1956388" y="0"/>
                  </a:lnTo>
                  <a:lnTo>
                    <a:pt x="1955543" y="0"/>
                  </a:lnTo>
                  <a:lnTo>
                    <a:pt x="1954698" y="0"/>
                  </a:lnTo>
                  <a:lnTo>
                    <a:pt x="1953853" y="0"/>
                  </a:lnTo>
                  <a:lnTo>
                    <a:pt x="1953007" y="0"/>
                  </a:lnTo>
                  <a:lnTo>
                    <a:pt x="1952162" y="0"/>
                  </a:lnTo>
                  <a:lnTo>
                    <a:pt x="1951317" y="0"/>
                  </a:lnTo>
                  <a:lnTo>
                    <a:pt x="1950472" y="0"/>
                  </a:lnTo>
                  <a:lnTo>
                    <a:pt x="1949627" y="0"/>
                  </a:lnTo>
                  <a:lnTo>
                    <a:pt x="1948782" y="0"/>
                  </a:lnTo>
                  <a:lnTo>
                    <a:pt x="1947937" y="0"/>
                  </a:lnTo>
                  <a:lnTo>
                    <a:pt x="1947092" y="0"/>
                  </a:lnTo>
                  <a:lnTo>
                    <a:pt x="1946247" y="0"/>
                  </a:lnTo>
                  <a:lnTo>
                    <a:pt x="1945402" y="0"/>
                  </a:lnTo>
                  <a:lnTo>
                    <a:pt x="1944556" y="0"/>
                  </a:lnTo>
                  <a:lnTo>
                    <a:pt x="1943711" y="0"/>
                  </a:lnTo>
                  <a:lnTo>
                    <a:pt x="1942866" y="0"/>
                  </a:lnTo>
                  <a:lnTo>
                    <a:pt x="1942021" y="0"/>
                  </a:lnTo>
                  <a:lnTo>
                    <a:pt x="1941176" y="0"/>
                  </a:lnTo>
                  <a:lnTo>
                    <a:pt x="1940331" y="0"/>
                  </a:lnTo>
                  <a:lnTo>
                    <a:pt x="1939486" y="0"/>
                  </a:lnTo>
                  <a:lnTo>
                    <a:pt x="1938641" y="0"/>
                  </a:lnTo>
                  <a:lnTo>
                    <a:pt x="1937796" y="0"/>
                  </a:lnTo>
                  <a:lnTo>
                    <a:pt x="1936951" y="0"/>
                  </a:lnTo>
                  <a:lnTo>
                    <a:pt x="1936106" y="0"/>
                  </a:lnTo>
                  <a:lnTo>
                    <a:pt x="1935260" y="0"/>
                  </a:lnTo>
                  <a:lnTo>
                    <a:pt x="1934415" y="0"/>
                  </a:lnTo>
                  <a:lnTo>
                    <a:pt x="1933570" y="0"/>
                  </a:lnTo>
                  <a:lnTo>
                    <a:pt x="1932725" y="0"/>
                  </a:lnTo>
                  <a:lnTo>
                    <a:pt x="1931880" y="0"/>
                  </a:lnTo>
                  <a:lnTo>
                    <a:pt x="1931035" y="0"/>
                  </a:lnTo>
                  <a:lnTo>
                    <a:pt x="1930190" y="0"/>
                  </a:lnTo>
                  <a:lnTo>
                    <a:pt x="1929345" y="0"/>
                  </a:lnTo>
                  <a:lnTo>
                    <a:pt x="1928500" y="0"/>
                  </a:lnTo>
                  <a:lnTo>
                    <a:pt x="1927655" y="0"/>
                  </a:lnTo>
                  <a:lnTo>
                    <a:pt x="1926810" y="0"/>
                  </a:lnTo>
                  <a:lnTo>
                    <a:pt x="1925964" y="0"/>
                  </a:lnTo>
                  <a:lnTo>
                    <a:pt x="1925119" y="0"/>
                  </a:lnTo>
                  <a:lnTo>
                    <a:pt x="1924274" y="0"/>
                  </a:lnTo>
                  <a:lnTo>
                    <a:pt x="1923429" y="0"/>
                  </a:lnTo>
                  <a:lnTo>
                    <a:pt x="1922584" y="0"/>
                  </a:lnTo>
                  <a:lnTo>
                    <a:pt x="1921739" y="0"/>
                  </a:lnTo>
                  <a:lnTo>
                    <a:pt x="1920894" y="0"/>
                  </a:lnTo>
                  <a:lnTo>
                    <a:pt x="1920049" y="0"/>
                  </a:lnTo>
                  <a:lnTo>
                    <a:pt x="1919204" y="0"/>
                  </a:lnTo>
                  <a:lnTo>
                    <a:pt x="1918359" y="0"/>
                  </a:lnTo>
                  <a:lnTo>
                    <a:pt x="1917514" y="0"/>
                  </a:lnTo>
                  <a:lnTo>
                    <a:pt x="1916668" y="0"/>
                  </a:lnTo>
                  <a:lnTo>
                    <a:pt x="1915823" y="0"/>
                  </a:lnTo>
                  <a:lnTo>
                    <a:pt x="1914978" y="0"/>
                  </a:lnTo>
                  <a:lnTo>
                    <a:pt x="1914133" y="0"/>
                  </a:lnTo>
                  <a:lnTo>
                    <a:pt x="1913288" y="0"/>
                  </a:lnTo>
                  <a:lnTo>
                    <a:pt x="1912443" y="0"/>
                  </a:lnTo>
                  <a:lnTo>
                    <a:pt x="1911598" y="0"/>
                  </a:lnTo>
                  <a:lnTo>
                    <a:pt x="1910753" y="0"/>
                  </a:lnTo>
                  <a:lnTo>
                    <a:pt x="1909908" y="0"/>
                  </a:lnTo>
                  <a:lnTo>
                    <a:pt x="1909063" y="0"/>
                  </a:lnTo>
                  <a:lnTo>
                    <a:pt x="1908218" y="0"/>
                  </a:lnTo>
                  <a:lnTo>
                    <a:pt x="1907372" y="0"/>
                  </a:lnTo>
                  <a:lnTo>
                    <a:pt x="1906527" y="0"/>
                  </a:lnTo>
                  <a:lnTo>
                    <a:pt x="1905682" y="0"/>
                  </a:lnTo>
                  <a:lnTo>
                    <a:pt x="1904837" y="0"/>
                  </a:lnTo>
                  <a:lnTo>
                    <a:pt x="1903992" y="0"/>
                  </a:lnTo>
                  <a:lnTo>
                    <a:pt x="1903147" y="0"/>
                  </a:lnTo>
                  <a:lnTo>
                    <a:pt x="1902302" y="0"/>
                  </a:lnTo>
                  <a:lnTo>
                    <a:pt x="1901457" y="0"/>
                  </a:lnTo>
                  <a:lnTo>
                    <a:pt x="1900612" y="0"/>
                  </a:lnTo>
                  <a:lnTo>
                    <a:pt x="1899767" y="0"/>
                  </a:lnTo>
                  <a:lnTo>
                    <a:pt x="1898922" y="0"/>
                  </a:lnTo>
                  <a:lnTo>
                    <a:pt x="1898076" y="0"/>
                  </a:lnTo>
                  <a:lnTo>
                    <a:pt x="1897231" y="0"/>
                  </a:lnTo>
                  <a:lnTo>
                    <a:pt x="1896386" y="0"/>
                  </a:lnTo>
                  <a:lnTo>
                    <a:pt x="1895541" y="0"/>
                  </a:lnTo>
                  <a:lnTo>
                    <a:pt x="1894696" y="0"/>
                  </a:lnTo>
                  <a:lnTo>
                    <a:pt x="1893851" y="0"/>
                  </a:lnTo>
                  <a:lnTo>
                    <a:pt x="1893006" y="0"/>
                  </a:lnTo>
                  <a:lnTo>
                    <a:pt x="1892161" y="0"/>
                  </a:lnTo>
                  <a:lnTo>
                    <a:pt x="1891316" y="0"/>
                  </a:lnTo>
                  <a:lnTo>
                    <a:pt x="1890471" y="0"/>
                  </a:lnTo>
                  <a:lnTo>
                    <a:pt x="1889625" y="0"/>
                  </a:lnTo>
                  <a:lnTo>
                    <a:pt x="1888780" y="0"/>
                  </a:lnTo>
                  <a:lnTo>
                    <a:pt x="1887935" y="0"/>
                  </a:lnTo>
                  <a:lnTo>
                    <a:pt x="1887090" y="0"/>
                  </a:lnTo>
                  <a:lnTo>
                    <a:pt x="1886245" y="0"/>
                  </a:lnTo>
                  <a:lnTo>
                    <a:pt x="1885400" y="0"/>
                  </a:lnTo>
                  <a:lnTo>
                    <a:pt x="1884555" y="0"/>
                  </a:lnTo>
                  <a:lnTo>
                    <a:pt x="1883710" y="0"/>
                  </a:lnTo>
                  <a:lnTo>
                    <a:pt x="1882865" y="0"/>
                  </a:lnTo>
                  <a:lnTo>
                    <a:pt x="1882020" y="0"/>
                  </a:lnTo>
                  <a:lnTo>
                    <a:pt x="1881175" y="0"/>
                  </a:lnTo>
                  <a:lnTo>
                    <a:pt x="1880329" y="0"/>
                  </a:lnTo>
                  <a:lnTo>
                    <a:pt x="1879484" y="0"/>
                  </a:lnTo>
                  <a:lnTo>
                    <a:pt x="1878639" y="0"/>
                  </a:lnTo>
                  <a:lnTo>
                    <a:pt x="1877794" y="0"/>
                  </a:lnTo>
                  <a:lnTo>
                    <a:pt x="1876949" y="0"/>
                  </a:lnTo>
                  <a:lnTo>
                    <a:pt x="1876104" y="0"/>
                  </a:lnTo>
                  <a:lnTo>
                    <a:pt x="1875259" y="0"/>
                  </a:lnTo>
                  <a:lnTo>
                    <a:pt x="1874414" y="0"/>
                  </a:lnTo>
                  <a:lnTo>
                    <a:pt x="1873569" y="0"/>
                  </a:lnTo>
                  <a:lnTo>
                    <a:pt x="1872724" y="0"/>
                  </a:lnTo>
                  <a:lnTo>
                    <a:pt x="1871879" y="0"/>
                  </a:lnTo>
                  <a:lnTo>
                    <a:pt x="1871033" y="0"/>
                  </a:lnTo>
                  <a:lnTo>
                    <a:pt x="1870188" y="0"/>
                  </a:lnTo>
                  <a:lnTo>
                    <a:pt x="1869343" y="0"/>
                  </a:lnTo>
                  <a:lnTo>
                    <a:pt x="1868498" y="0"/>
                  </a:lnTo>
                  <a:lnTo>
                    <a:pt x="1867653" y="0"/>
                  </a:lnTo>
                  <a:lnTo>
                    <a:pt x="1866808" y="0"/>
                  </a:lnTo>
                  <a:lnTo>
                    <a:pt x="1865963" y="0"/>
                  </a:lnTo>
                  <a:lnTo>
                    <a:pt x="1865118" y="0"/>
                  </a:lnTo>
                  <a:lnTo>
                    <a:pt x="1864273" y="0"/>
                  </a:lnTo>
                  <a:lnTo>
                    <a:pt x="1863428" y="0"/>
                  </a:lnTo>
                  <a:lnTo>
                    <a:pt x="1862583" y="0"/>
                  </a:lnTo>
                  <a:lnTo>
                    <a:pt x="1861737" y="0"/>
                  </a:lnTo>
                  <a:lnTo>
                    <a:pt x="1860892" y="0"/>
                  </a:lnTo>
                  <a:lnTo>
                    <a:pt x="1860047" y="0"/>
                  </a:lnTo>
                  <a:lnTo>
                    <a:pt x="1859202" y="0"/>
                  </a:lnTo>
                  <a:lnTo>
                    <a:pt x="1858357" y="0"/>
                  </a:lnTo>
                  <a:lnTo>
                    <a:pt x="1857512" y="0"/>
                  </a:lnTo>
                  <a:lnTo>
                    <a:pt x="1856667" y="0"/>
                  </a:lnTo>
                  <a:lnTo>
                    <a:pt x="1855822" y="0"/>
                  </a:lnTo>
                  <a:lnTo>
                    <a:pt x="1854977" y="0"/>
                  </a:lnTo>
                  <a:lnTo>
                    <a:pt x="1854132" y="0"/>
                  </a:lnTo>
                  <a:lnTo>
                    <a:pt x="1853287" y="0"/>
                  </a:lnTo>
                  <a:lnTo>
                    <a:pt x="1852441" y="0"/>
                  </a:lnTo>
                  <a:lnTo>
                    <a:pt x="1851596" y="0"/>
                  </a:lnTo>
                  <a:lnTo>
                    <a:pt x="1850751" y="0"/>
                  </a:lnTo>
                  <a:lnTo>
                    <a:pt x="1849906" y="0"/>
                  </a:lnTo>
                  <a:lnTo>
                    <a:pt x="1849061" y="0"/>
                  </a:lnTo>
                  <a:lnTo>
                    <a:pt x="1848216" y="0"/>
                  </a:lnTo>
                  <a:lnTo>
                    <a:pt x="1847371" y="0"/>
                  </a:lnTo>
                  <a:lnTo>
                    <a:pt x="1846526" y="0"/>
                  </a:lnTo>
                  <a:lnTo>
                    <a:pt x="1845681" y="0"/>
                  </a:lnTo>
                  <a:lnTo>
                    <a:pt x="1844836" y="0"/>
                  </a:lnTo>
                  <a:lnTo>
                    <a:pt x="1843991" y="0"/>
                  </a:lnTo>
                  <a:lnTo>
                    <a:pt x="1843145" y="0"/>
                  </a:lnTo>
                  <a:lnTo>
                    <a:pt x="1842300" y="0"/>
                  </a:lnTo>
                  <a:lnTo>
                    <a:pt x="1841455" y="0"/>
                  </a:lnTo>
                  <a:lnTo>
                    <a:pt x="1840610" y="0"/>
                  </a:lnTo>
                  <a:lnTo>
                    <a:pt x="1839765" y="0"/>
                  </a:lnTo>
                  <a:lnTo>
                    <a:pt x="1838920" y="0"/>
                  </a:lnTo>
                  <a:lnTo>
                    <a:pt x="1838075" y="0"/>
                  </a:lnTo>
                  <a:lnTo>
                    <a:pt x="1837230" y="0"/>
                  </a:lnTo>
                  <a:lnTo>
                    <a:pt x="1836385" y="0"/>
                  </a:lnTo>
                  <a:lnTo>
                    <a:pt x="1835540" y="0"/>
                  </a:lnTo>
                  <a:lnTo>
                    <a:pt x="1834695" y="0"/>
                  </a:lnTo>
                  <a:lnTo>
                    <a:pt x="1833849" y="0"/>
                  </a:lnTo>
                  <a:lnTo>
                    <a:pt x="1833004" y="0"/>
                  </a:lnTo>
                  <a:lnTo>
                    <a:pt x="1832159" y="0"/>
                  </a:lnTo>
                  <a:lnTo>
                    <a:pt x="1831314" y="0"/>
                  </a:lnTo>
                  <a:lnTo>
                    <a:pt x="1830469" y="0"/>
                  </a:lnTo>
                  <a:lnTo>
                    <a:pt x="1829624" y="0"/>
                  </a:lnTo>
                  <a:lnTo>
                    <a:pt x="1828779" y="0"/>
                  </a:lnTo>
                  <a:lnTo>
                    <a:pt x="1827934" y="0"/>
                  </a:lnTo>
                  <a:lnTo>
                    <a:pt x="1827089" y="0"/>
                  </a:lnTo>
                  <a:lnTo>
                    <a:pt x="1826244" y="0"/>
                  </a:lnTo>
                  <a:lnTo>
                    <a:pt x="1825398" y="0"/>
                  </a:lnTo>
                  <a:lnTo>
                    <a:pt x="1824553" y="0"/>
                  </a:lnTo>
                  <a:lnTo>
                    <a:pt x="1823708" y="0"/>
                  </a:lnTo>
                  <a:lnTo>
                    <a:pt x="1822863" y="0"/>
                  </a:lnTo>
                  <a:lnTo>
                    <a:pt x="1822018" y="0"/>
                  </a:lnTo>
                  <a:lnTo>
                    <a:pt x="1821173" y="0"/>
                  </a:lnTo>
                  <a:lnTo>
                    <a:pt x="1820328" y="0"/>
                  </a:lnTo>
                  <a:lnTo>
                    <a:pt x="1819483" y="0"/>
                  </a:lnTo>
                  <a:lnTo>
                    <a:pt x="1818638" y="0"/>
                  </a:lnTo>
                  <a:lnTo>
                    <a:pt x="1817793" y="0"/>
                  </a:lnTo>
                  <a:lnTo>
                    <a:pt x="1816948" y="0"/>
                  </a:lnTo>
                  <a:lnTo>
                    <a:pt x="1816102" y="0"/>
                  </a:lnTo>
                  <a:lnTo>
                    <a:pt x="1815257" y="0"/>
                  </a:lnTo>
                  <a:lnTo>
                    <a:pt x="1814412" y="0"/>
                  </a:lnTo>
                  <a:lnTo>
                    <a:pt x="1813567" y="0"/>
                  </a:lnTo>
                  <a:lnTo>
                    <a:pt x="1812722" y="0"/>
                  </a:lnTo>
                  <a:lnTo>
                    <a:pt x="1811877" y="0"/>
                  </a:lnTo>
                  <a:lnTo>
                    <a:pt x="1811032" y="0"/>
                  </a:lnTo>
                  <a:lnTo>
                    <a:pt x="1810187" y="0"/>
                  </a:lnTo>
                  <a:lnTo>
                    <a:pt x="1809342" y="0"/>
                  </a:lnTo>
                  <a:lnTo>
                    <a:pt x="1808497" y="0"/>
                  </a:lnTo>
                  <a:lnTo>
                    <a:pt x="1807652" y="0"/>
                  </a:lnTo>
                  <a:lnTo>
                    <a:pt x="1806806" y="0"/>
                  </a:lnTo>
                  <a:lnTo>
                    <a:pt x="1805961" y="0"/>
                  </a:lnTo>
                  <a:lnTo>
                    <a:pt x="1805116" y="0"/>
                  </a:lnTo>
                  <a:lnTo>
                    <a:pt x="1804271" y="0"/>
                  </a:lnTo>
                  <a:lnTo>
                    <a:pt x="1803426" y="0"/>
                  </a:lnTo>
                  <a:lnTo>
                    <a:pt x="1802581" y="0"/>
                  </a:lnTo>
                  <a:lnTo>
                    <a:pt x="1801736" y="0"/>
                  </a:lnTo>
                  <a:lnTo>
                    <a:pt x="1800891" y="0"/>
                  </a:lnTo>
                  <a:lnTo>
                    <a:pt x="1800046" y="0"/>
                  </a:lnTo>
                  <a:lnTo>
                    <a:pt x="1799201" y="0"/>
                  </a:lnTo>
                  <a:lnTo>
                    <a:pt x="1798356" y="0"/>
                  </a:lnTo>
                  <a:lnTo>
                    <a:pt x="1797510" y="0"/>
                  </a:lnTo>
                  <a:lnTo>
                    <a:pt x="1796665" y="0"/>
                  </a:lnTo>
                  <a:lnTo>
                    <a:pt x="1795820" y="0"/>
                  </a:lnTo>
                  <a:lnTo>
                    <a:pt x="1794975" y="0"/>
                  </a:lnTo>
                  <a:lnTo>
                    <a:pt x="1794130" y="0"/>
                  </a:lnTo>
                  <a:lnTo>
                    <a:pt x="1793285" y="0"/>
                  </a:lnTo>
                  <a:lnTo>
                    <a:pt x="1792440" y="0"/>
                  </a:lnTo>
                  <a:lnTo>
                    <a:pt x="1791595" y="0"/>
                  </a:lnTo>
                  <a:lnTo>
                    <a:pt x="1790750" y="0"/>
                  </a:lnTo>
                  <a:lnTo>
                    <a:pt x="1789905" y="0"/>
                  </a:lnTo>
                  <a:lnTo>
                    <a:pt x="1789060" y="0"/>
                  </a:lnTo>
                  <a:lnTo>
                    <a:pt x="1788214" y="0"/>
                  </a:lnTo>
                  <a:lnTo>
                    <a:pt x="1787369" y="0"/>
                  </a:lnTo>
                  <a:lnTo>
                    <a:pt x="1786524" y="0"/>
                  </a:lnTo>
                  <a:lnTo>
                    <a:pt x="1785679" y="0"/>
                  </a:lnTo>
                  <a:lnTo>
                    <a:pt x="1784834" y="0"/>
                  </a:lnTo>
                  <a:lnTo>
                    <a:pt x="1783989" y="0"/>
                  </a:lnTo>
                  <a:lnTo>
                    <a:pt x="1783144" y="0"/>
                  </a:lnTo>
                  <a:lnTo>
                    <a:pt x="1782299" y="0"/>
                  </a:lnTo>
                  <a:lnTo>
                    <a:pt x="1781454" y="0"/>
                  </a:lnTo>
                  <a:lnTo>
                    <a:pt x="1780609" y="0"/>
                  </a:lnTo>
                  <a:lnTo>
                    <a:pt x="1779764" y="0"/>
                  </a:lnTo>
                  <a:lnTo>
                    <a:pt x="1778918" y="0"/>
                  </a:lnTo>
                  <a:lnTo>
                    <a:pt x="1778073" y="0"/>
                  </a:lnTo>
                  <a:lnTo>
                    <a:pt x="1777228" y="0"/>
                  </a:lnTo>
                  <a:lnTo>
                    <a:pt x="1776383" y="0"/>
                  </a:lnTo>
                  <a:lnTo>
                    <a:pt x="1775538" y="0"/>
                  </a:lnTo>
                  <a:lnTo>
                    <a:pt x="1774693" y="0"/>
                  </a:lnTo>
                  <a:lnTo>
                    <a:pt x="1773848" y="0"/>
                  </a:lnTo>
                  <a:lnTo>
                    <a:pt x="1773003" y="0"/>
                  </a:lnTo>
                  <a:lnTo>
                    <a:pt x="1772158" y="0"/>
                  </a:lnTo>
                  <a:lnTo>
                    <a:pt x="1771313" y="0"/>
                  </a:lnTo>
                  <a:lnTo>
                    <a:pt x="1770468" y="0"/>
                  </a:lnTo>
                  <a:lnTo>
                    <a:pt x="1769622" y="0"/>
                  </a:lnTo>
                  <a:lnTo>
                    <a:pt x="1768777" y="0"/>
                  </a:lnTo>
                  <a:lnTo>
                    <a:pt x="1767932" y="0"/>
                  </a:lnTo>
                  <a:lnTo>
                    <a:pt x="1767087" y="0"/>
                  </a:lnTo>
                  <a:lnTo>
                    <a:pt x="1766242" y="0"/>
                  </a:lnTo>
                  <a:lnTo>
                    <a:pt x="1765397" y="0"/>
                  </a:lnTo>
                  <a:lnTo>
                    <a:pt x="1764552" y="0"/>
                  </a:lnTo>
                  <a:lnTo>
                    <a:pt x="1763707" y="0"/>
                  </a:lnTo>
                  <a:lnTo>
                    <a:pt x="1762862" y="0"/>
                  </a:lnTo>
                  <a:lnTo>
                    <a:pt x="1762017" y="0"/>
                  </a:lnTo>
                  <a:lnTo>
                    <a:pt x="1761171" y="0"/>
                  </a:lnTo>
                  <a:lnTo>
                    <a:pt x="1760326" y="0"/>
                  </a:lnTo>
                  <a:lnTo>
                    <a:pt x="1759481" y="0"/>
                  </a:lnTo>
                  <a:lnTo>
                    <a:pt x="1758636" y="0"/>
                  </a:lnTo>
                  <a:lnTo>
                    <a:pt x="1757791" y="0"/>
                  </a:lnTo>
                  <a:lnTo>
                    <a:pt x="1756946" y="0"/>
                  </a:lnTo>
                  <a:lnTo>
                    <a:pt x="1756101" y="0"/>
                  </a:lnTo>
                  <a:lnTo>
                    <a:pt x="1755256" y="0"/>
                  </a:lnTo>
                  <a:lnTo>
                    <a:pt x="1754411" y="0"/>
                  </a:lnTo>
                  <a:lnTo>
                    <a:pt x="1753566" y="0"/>
                  </a:lnTo>
                  <a:lnTo>
                    <a:pt x="1752721" y="0"/>
                  </a:lnTo>
                  <a:lnTo>
                    <a:pt x="1751875" y="0"/>
                  </a:lnTo>
                  <a:lnTo>
                    <a:pt x="1751030" y="0"/>
                  </a:lnTo>
                  <a:lnTo>
                    <a:pt x="1750185" y="0"/>
                  </a:lnTo>
                  <a:lnTo>
                    <a:pt x="1749340" y="0"/>
                  </a:lnTo>
                  <a:lnTo>
                    <a:pt x="1748495" y="0"/>
                  </a:lnTo>
                  <a:lnTo>
                    <a:pt x="1747650" y="0"/>
                  </a:lnTo>
                  <a:lnTo>
                    <a:pt x="1746805" y="0"/>
                  </a:lnTo>
                  <a:lnTo>
                    <a:pt x="1745960" y="0"/>
                  </a:lnTo>
                  <a:lnTo>
                    <a:pt x="1745115" y="0"/>
                  </a:lnTo>
                  <a:lnTo>
                    <a:pt x="1744270" y="0"/>
                  </a:lnTo>
                  <a:lnTo>
                    <a:pt x="1743425" y="0"/>
                  </a:lnTo>
                  <a:lnTo>
                    <a:pt x="1742579" y="0"/>
                  </a:lnTo>
                  <a:lnTo>
                    <a:pt x="1741734" y="0"/>
                  </a:lnTo>
                  <a:lnTo>
                    <a:pt x="1740889" y="0"/>
                  </a:lnTo>
                  <a:lnTo>
                    <a:pt x="1740044" y="0"/>
                  </a:lnTo>
                  <a:lnTo>
                    <a:pt x="1739199" y="0"/>
                  </a:lnTo>
                  <a:lnTo>
                    <a:pt x="1738354" y="0"/>
                  </a:lnTo>
                  <a:lnTo>
                    <a:pt x="1737509" y="0"/>
                  </a:lnTo>
                  <a:lnTo>
                    <a:pt x="1736664" y="0"/>
                  </a:lnTo>
                  <a:lnTo>
                    <a:pt x="1735819" y="0"/>
                  </a:lnTo>
                  <a:lnTo>
                    <a:pt x="1734974" y="0"/>
                  </a:lnTo>
                  <a:lnTo>
                    <a:pt x="1734129" y="0"/>
                  </a:lnTo>
                  <a:lnTo>
                    <a:pt x="1733283" y="0"/>
                  </a:lnTo>
                  <a:lnTo>
                    <a:pt x="1732438" y="0"/>
                  </a:lnTo>
                  <a:lnTo>
                    <a:pt x="1731593" y="0"/>
                  </a:lnTo>
                  <a:lnTo>
                    <a:pt x="1730748" y="0"/>
                  </a:lnTo>
                  <a:lnTo>
                    <a:pt x="1729903" y="0"/>
                  </a:lnTo>
                  <a:lnTo>
                    <a:pt x="1729058" y="0"/>
                  </a:lnTo>
                  <a:lnTo>
                    <a:pt x="1728213" y="0"/>
                  </a:lnTo>
                  <a:lnTo>
                    <a:pt x="1727368" y="0"/>
                  </a:lnTo>
                  <a:lnTo>
                    <a:pt x="1726523" y="0"/>
                  </a:lnTo>
                  <a:lnTo>
                    <a:pt x="1725678" y="0"/>
                  </a:lnTo>
                  <a:lnTo>
                    <a:pt x="1724833" y="0"/>
                  </a:lnTo>
                  <a:lnTo>
                    <a:pt x="1723987" y="0"/>
                  </a:lnTo>
                  <a:lnTo>
                    <a:pt x="1723142" y="0"/>
                  </a:lnTo>
                  <a:lnTo>
                    <a:pt x="1722297" y="0"/>
                  </a:lnTo>
                  <a:lnTo>
                    <a:pt x="1721452" y="0"/>
                  </a:lnTo>
                  <a:lnTo>
                    <a:pt x="1720607" y="0"/>
                  </a:lnTo>
                  <a:lnTo>
                    <a:pt x="1719762" y="0"/>
                  </a:lnTo>
                  <a:lnTo>
                    <a:pt x="1718917" y="0"/>
                  </a:lnTo>
                  <a:lnTo>
                    <a:pt x="1718072" y="0"/>
                  </a:lnTo>
                  <a:lnTo>
                    <a:pt x="1717227" y="0"/>
                  </a:lnTo>
                  <a:lnTo>
                    <a:pt x="1716382" y="0"/>
                  </a:lnTo>
                  <a:lnTo>
                    <a:pt x="1715537" y="0"/>
                  </a:lnTo>
                  <a:lnTo>
                    <a:pt x="1714691" y="0"/>
                  </a:lnTo>
                  <a:lnTo>
                    <a:pt x="1713846" y="0"/>
                  </a:lnTo>
                  <a:lnTo>
                    <a:pt x="1713001" y="0"/>
                  </a:lnTo>
                  <a:lnTo>
                    <a:pt x="1712156" y="0"/>
                  </a:lnTo>
                  <a:lnTo>
                    <a:pt x="1711311" y="0"/>
                  </a:lnTo>
                  <a:lnTo>
                    <a:pt x="1710466" y="0"/>
                  </a:lnTo>
                  <a:lnTo>
                    <a:pt x="1709621" y="0"/>
                  </a:lnTo>
                  <a:lnTo>
                    <a:pt x="1708776" y="0"/>
                  </a:lnTo>
                  <a:lnTo>
                    <a:pt x="1707931" y="0"/>
                  </a:lnTo>
                  <a:lnTo>
                    <a:pt x="1707086" y="0"/>
                  </a:lnTo>
                  <a:lnTo>
                    <a:pt x="1706241" y="0"/>
                  </a:lnTo>
                  <a:lnTo>
                    <a:pt x="1705395" y="0"/>
                  </a:lnTo>
                  <a:lnTo>
                    <a:pt x="1704550" y="0"/>
                  </a:lnTo>
                  <a:lnTo>
                    <a:pt x="1703705" y="0"/>
                  </a:lnTo>
                  <a:lnTo>
                    <a:pt x="1702860" y="0"/>
                  </a:lnTo>
                  <a:lnTo>
                    <a:pt x="1702015" y="0"/>
                  </a:lnTo>
                  <a:lnTo>
                    <a:pt x="1701170" y="0"/>
                  </a:lnTo>
                  <a:lnTo>
                    <a:pt x="1700325" y="0"/>
                  </a:lnTo>
                  <a:lnTo>
                    <a:pt x="1699480" y="0"/>
                  </a:lnTo>
                  <a:lnTo>
                    <a:pt x="1698635" y="0"/>
                  </a:lnTo>
                  <a:lnTo>
                    <a:pt x="1697790" y="0"/>
                  </a:lnTo>
                  <a:lnTo>
                    <a:pt x="1696944" y="0"/>
                  </a:lnTo>
                  <a:lnTo>
                    <a:pt x="1696099" y="0"/>
                  </a:lnTo>
                  <a:lnTo>
                    <a:pt x="1695254" y="0"/>
                  </a:lnTo>
                  <a:lnTo>
                    <a:pt x="1694409" y="0"/>
                  </a:lnTo>
                  <a:lnTo>
                    <a:pt x="1693564" y="0"/>
                  </a:lnTo>
                  <a:lnTo>
                    <a:pt x="1692719" y="0"/>
                  </a:lnTo>
                  <a:lnTo>
                    <a:pt x="1691874" y="0"/>
                  </a:lnTo>
                  <a:lnTo>
                    <a:pt x="1691029" y="0"/>
                  </a:lnTo>
                  <a:lnTo>
                    <a:pt x="1690184" y="0"/>
                  </a:lnTo>
                  <a:lnTo>
                    <a:pt x="1689339" y="0"/>
                  </a:lnTo>
                  <a:lnTo>
                    <a:pt x="1688494" y="0"/>
                  </a:lnTo>
                  <a:lnTo>
                    <a:pt x="1687648" y="0"/>
                  </a:lnTo>
                  <a:lnTo>
                    <a:pt x="1686803" y="0"/>
                  </a:lnTo>
                  <a:lnTo>
                    <a:pt x="1685958" y="0"/>
                  </a:lnTo>
                  <a:lnTo>
                    <a:pt x="1685113" y="0"/>
                  </a:lnTo>
                  <a:lnTo>
                    <a:pt x="1684268" y="0"/>
                  </a:lnTo>
                  <a:lnTo>
                    <a:pt x="1683423" y="0"/>
                  </a:lnTo>
                  <a:lnTo>
                    <a:pt x="1682578" y="0"/>
                  </a:lnTo>
                  <a:lnTo>
                    <a:pt x="1681733" y="0"/>
                  </a:lnTo>
                  <a:lnTo>
                    <a:pt x="1680888" y="0"/>
                  </a:lnTo>
                  <a:lnTo>
                    <a:pt x="1680043" y="0"/>
                  </a:lnTo>
                  <a:lnTo>
                    <a:pt x="1679198" y="0"/>
                  </a:lnTo>
                  <a:lnTo>
                    <a:pt x="1678352" y="0"/>
                  </a:lnTo>
                  <a:lnTo>
                    <a:pt x="1677507" y="0"/>
                  </a:lnTo>
                  <a:lnTo>
                    <a:pt x="1676662" y="0"/>
                  </a:lnTo>
                  <a:lnTo>
                    <a:pt x="1675817" y="0"/>
                  </a:lnTo>
                  <a:lnTo>
                    <a:pt x="1674972" y="0"/>
                  </a:lnTo>
                  <a:lnTo>
                    <a:pt x="1674127" y="0"/>
                  </a:lnTo>
                  <a:lnTo>
                    <a:pt x="1673282" y="0"/>
                  </a:lnTo>
                  <a:lnTo>
                    <a:pt x="1672437" y="0"/>
                  </a:lnTo>
                  <a:lnTo>
                    <a:pt x="1671592" y="0"/>
                  </a:lnTo>
                  <a:lnTo>
                    <a:pt x="1670747" y="0"/>
                  </a:lnTo>
                  <a:lnTo>
                    <a:pt x="1669902" y="0"/>
                  </a:lnTo>
                  <a:lnTo>
                    <a:pt x="1669056" y="0"/>
                  </a:lnTo>
                  <a:lnTo>
                    <a:pt x="1668211" y="0"/>
                  </a:lnTo>
                  <a:lnTo>
                    <a:pt x="1667366" y="0"/>
                  </a:lnTo>
                  <a:lnTo>
                    <a:pt x="1666521" y="0"/>
                  </a:lnTo>
                  <a:lnTo>
                    <a:pt x="1665676" y="0"/>
                  </a:lnTo>
                  <a:lnTo>
                    <a:pt x="1664831" y="0"/>
                  </a:lnTo>
                  <a:lnTo>
                    <a:pt x="1663986" y="0"/>
                  </a:lnTo>
                  <a:lnTo>
                    <a:pt x="1663141" y="0"/>
                  </a:lnTo>
                  <a:lnTo>
                    <a:pt x="1662296" y="0"/>
                  </a:lnTo>
                  <a:lnTo>
                    <a:pt x="1661451" y="0"/>
                  </a:lnTo>
                  <a:lnTo>
                    <a:pt x="1660606" y="0"/>
                  </a:lnTo>
                  <a:lnTo>
                    <a:pt x="1659760" y="0"/>
                  </a:lnTo>
                  <a:lnTo>
                    <a:pt x="1658915" y="0"/>
                  </a:lnTo>
                  <a:lnTo>
                    <a:pt x="1658070" y="0"/>
                  </a:lnTo>
                  <a:lnTo>
                    <a:pt x="1657225" y="0"/>
                  </a:lnTo>
                  <a:lnTo>
                    <a:pt x="1656380" y="0"/>
                  </a:lnTo>
                  <a:lnTo>
                    <a:pt x="1655535" y="0"/>
                  </a:lnTo>
                  <a:lnTo>
                    <a:pt x="1654690" y="0"/>
                  </a:lnTo>
                  <a:lnTo>
                    <a:pt x="1653845" y="0"/>
                  </a:lnTo>
                  <a:lnTo>
                    <a:pt x="1653000" y="0"/>
                  </a:lnTo>
                  <a:lnTo>
                    <a:pt x="1652155" y="0"/>
                  </a:lnTo>
                  <a:lnTo>
                    <a:pt x="1651310" y="0"/>
                  </a:lnTo>
                  <a:lnTo>
                    <a:pt x="1650464" y="0"/>
                  </a:lnTo>
                  <a:lnTo>
                    <a:pt x="1649619" y="0"/>
                  </a:lnTo>
                  <a:lnTo>
                    <a:pt x="1648774" y="0"/>
                  </a:lnTo>
                  <a:lnTo>
                    <a:pt x="1647929" y="0"/>
                  </a:lnTo>
                  <a:lnTo>
                    <a:pt x="1647084" y="0"/>
                  </a:lnTo>
                  <a:lnTo>
                    <a:pt x="1646239" y="0"/>
                  </a:lnTo>
                  <a:lnTo>
                    <a:pt x="1645394" y="0"/>
                  </a:lnTo>
                  <a:lnTo>
                    <a:pt x="1644549" y="0"/>
                  </a:lnTo>
                  <a:lnTo>
                    <a:pt x="1643704" y="0"/>
                  </a:lnTo>
                  <a:lnTo>
                    <a:pt x="1642859" y="0"/>
                  </a:lnTo>
                  <a:lnTo>
                    <a:pt x="1642014" y="0"/>
                  </a:lnTo>
                  <a:lnTo>
                    <a:pt x="1641168" y="0"/>
                  </a:lnTo>
                  <a:lnTo>
                    <a:pt x="1640323" y="0"/>
                  </a:lnTo>
                  <a:lnTo>
                    <a:pt x="1639478" y="0"/>
                  </a:lnTo>
                  <a:lnTo>
                    <a:pt x="1638633" y="0"/>
                  </a:lnTo>
                  <a:lnTo>
                    <a:pt x="1637788" y="0"/>
                  </a:lnTo>
                  <a:lnTo>
                    <a:pt x="1636943" y="0"/>
                  </a:lnTo>
                  <a:lnTo>
                    <a:pt x="1636098" y="0"/>
                  </a:lnTo>
                  <a:lnTo>
                    <a:pt x="1635253" y="0"/>
                  </a:lnTo>
                  <a:lnTo>
                    <a:pt x="1634408" y="0"/>
                  </a:lnTo>
                  <a:lnTo>
                    <a:pt x="1633563" y="0"/>
                  </a:lnTo>
                  <a:lnTo>
                    <a:pt x="1632717" y="0"/>
                  </a:lnTo>
                  <a:lnTo>
                    <a:pt x="1631872" y="0"/>
                  </a:lnTo>
                  <a:lnTo>
                    <a:pt x="1631027" y="0"/>
                  </a:lnTo>
                  <a:lnTo>
                    <a:pt x="1630182" y="0"/>
                  </a:lnTo>
                  <a:lnTo>
                    <a:pt x="1629337" y="0"/>
                  </a:lnTo>
                  <a:lnTo>
                    <a:pt x="1628492" y="0"/>
                  </a:lnTo>
                  <a:lnTo>
                    <a:pt x="1627647" y="0"/>
                  </a:lnTo>
                  <a:lnTo>
                    <a:pt x="1626802" y="0"/>
                  </a:lnTo>
                  <a:lnTo>
                    <a:pt x="1625957" y="0"/>
                  </a:lnTo>
                  <a:lnTo>
                    <a:pt x="1625112" y="0"/>
                  </a:lnTo>
                  <a:lnTo>
                    <a:pt x="1624267" y="0"/>
                  </a:lnTo>
                  <a:lnTo>
                    <a:pt x="1623421" y="0"/>
                  </a:lnTo>
                  <a:lnTo>
                    <a:pt x="1622576" y="0"/>
                  </a:lnTo>
                  <a:lnTo>
                    <a:pt x="1621731" y="0"/>
                  </a:lnTo>
                  <a:lnTo>
                    <a:pt x="1620886" y="0"/>
                  </a:lnTo>
                  <a:lnTo>
                    <a:pt x="1620041" y="0"/>
                  </a:lnTo>
                  <a:lnTo>
                    <a:pt x="1619196" y="0"/>
                  </a:lnTo>
                  <a:lnTo>
                    <a:pt x="1618351" y="0"/>
                  </a:lnTo>
                  <a:lnTo>
                    <a:pt x="1617506" y="0"/>
                  </a:lnTo>
                  <a:lnTo>
                    <a:pt x="1616661" y="0"/>
                  </a:lnTo>
                  <a:lnTo>
                    <a:pt x="1615816" y="0"/>
                  </a:lnTo>
                  <a:lnTo>
                    <a:pt x="1614971" y="0"/>
                  </a:lnTo>
                  <a:lnTo>
                    <a:pt x="1614125" y="0"/>
                  </a:lnTo>
                  <a:lnTo>
                    <a:pt x="1613280" y="0"/>
                  </a:lnTo>
                  <a:lnTo>
                    <a:pt x="1612435" y="0"/>
                  </a:lnTo>
                  <a:lnTo>
                    <a:pt x="1611590" y="0"/>
                  </a:lnTo>
                  <a:lnTo>
                    <a:pt x="1610745" y="0"/>
                  </a:lnTo>
                  <a:lnTo>
                    <a:pt x="1609900" y="0"/>
                  </a:lnTo>
                  <a:lnTo>
                    <a:pt x="1609055" y="0"/>
                  </a:lnTo>
                  <a:lnTo>
                    <a:pt x="1608210" y="0"/>
                  </a:lnTo>
                  <a:lnTo>
                    <a:pt x="1607365" y="0"/>
                  </a:lnTo>
                  <a:lnTo>
                    <a:pt x="1606520" y="0"/>
                  </a:lnTo>
                  <a:lnTo>
                    <a:pt x="1605675" y="0"/>
                  </a:lnTo>
                  <a:lnTo>
                    <a:pt x="1604829" y="0"/>
                  </a:lnTo>
                  <a:lnTo>
                    <a:pt x="1603984" y="0"/>
                  </a:lnTo>
                  <a:lnTo>
                    <a:pt x="1603139" y="0"/>
                  </a:lnTo>
                  <a:lnTo>
                    <a:pt x="1602294" y="0"/>
                  </a:lnTo>
                  <a:lnTo>
                    <a:pt x="1601449" y="0"/>
                  </a:lnTo>
                  <a:lnTo>
                    <a:pt x="1600604" y="0"/>
                  </a:lnTo>
                  <a:lnTo>
                    <a:pt x="1599759" y="0"/>
                  </a:lnTo>
                  <a:lnTo>
                    <a:pt x="1598914" y="0"/>
                  </a:lnTo>
                  <a:lnTo>
                    <a:pt x="1598069" y="0"/>
                  </a:lnTo>
                  <a:lnTo>
                    <a:pt x="1597224" y="0"/>
                  </a:lnTo>
                  <a:lnTo>
                    <a:pt x="1596379" y="0"/>
                  </a:lnTo>
                  <a:lnTo>
                    <a:pt x="1595533" y="0"/>
                  </a:lnTo>
                  <a:lnTo>
                    <a:pt x="1594688" y="0"/>
                  </a:lnTo>
                  <a:lnTo>
                    <a:pt x="1593843" y="0"/>
                  </a:lnTo>
                  <a:lnTo>
                    <a:pt x="1592998" y="0"/>
                  </a:lnTo>
                  <a:lnTo>
                    <a:pt x="1592153" y="0"/>
                  </a:lnTo>
                  <a:lnTo>
                    <a:pt x="1591308" y="0"/>
                  </a:lnTo>
                  <a:lnTo>
                    <a:pt x="1590463" y="0"/>
                  </a:lnTo>
                  <a:lnTo>
                    <a:pt x="1589618" y="0"/>
                  </a:lnTo>
                  <a:lnTo>
                    <a:pt x="1588773" y="0"/>
                  </a:lnTo>
                  <a:lnTo>
                    <a:pt x="1587928" y="0"/>
                  </a:lnTo>
                  <a:lnTo>
                    <a:pt x="1587083" y="0"/>
                  </a:lnTo>
                  <a:lnTo>
                    <a:pt x="1586237" y="0"/>
                  </a:lnTo>
                  <a:lnTo>
                    <a:pt x="1585392" y="0"/>
                  </a:lnTo>
                  <a:lnTo>
                    <a:pt x="1584547" y="0"/>
                  </a:lnTo>
                  <a:lnTo>
                    <a:pt x="1583702" y="0"/>
                  </a:lnTo>
                  <a:lnTo>
                    <a:pt x="1582857" y="0"/>
                  </a:lnTo>
                  <a:lnTo>
                    <a:pt x="1582012" y="0"/>
                  </a:lnTo>
                  <a:lnTo>
                    <a:pt x="1581167" y="0"/>
                  </a:lnTo>
                  <a:lnTo>
                    <a:pt x="1580322" y="0"/>
                  </a:lnTo>
                  <a:lnTo>
                    <a:pt x="1579477" y="0"/>
                  </a:lnTo>
                  <a:lnTo>
                    <a:pt x="1578632" y="0"/>
                  </a:lnTo>
                  <a:lnTo>
                    <a:pt x="1577787" y="0"/>
                  </a:lnTo>
                  <a:lnTo>
                    <a:pt x="1576941" y="0"/>
                  </a:lnTo>
                  <a:lnTo>
                    <a:pt x="1576096" y="0"/>
                  </a:lnTo>
                  <a:lnTo>
                    <a:pt x="1575251" y="0"/>
                  </a:lnTo>
                  <a:lnTo>
                    <a:pt x="1574406" y="0"/>
                  </a:lnTo>
                  <a:lnTo>
                    <a:pt x="1573561" y="0"/>
                  </a:lnTo>
                  <a:lnTo>
                    <a:pt x="1572716" y="0"/>
                  </a:lnTo>
                  <a:lnTo>
                    <a:pt x="1571871" y="0"/>
                  </a:lnTo>
                  <a:lnTo>
                    <a:pt x="1571026" y="0"/>
                  </a:lnTo>
                  <a:lnTo>
                    <a:pt x="1570181" y="0"/>
                  </a:lnTo>
                  <a:lnTo>
                    <a:pt x="1569336" y="0"/>
                  </a:lnTo>
                  <a:lnTo>
                    <a:pt x="1568490" y="0"/>
                  </a:lnTo>
                  <a:lnTo>
                    <a:pt x="1567645" y="0"/>
                  </a:lnTo>
                  <a:lnTo>
                    <a:pt x="1566800" y="0"/>
                  </a:lnTo>
                  <a:lnTo>
                    <a:pt x="1565955" y="0"/>
                  </a:lnTo>
                  <a:lnTo>
                    <a:pt x="1565110" y="0"/>
                  </a:lnTo>
                  <a:lnTo>
                    <a:pt x="1564265" y="0"/>
                  </a:lnTo>
                  <a:lnTo>
                    <a:pt x="1563420" y="0"/>
                  </a:lnTo>
                  <a:lnTo>
                    <a:pt x="1562575" y="0"/>
                  </a:lnTo>
                  <a:lnTo>
                    <a:pt x="1561730" y="0"/>
                  </a:lnTo>
                  <a:lnTo>
                    <a:pt x="1560885" y="0"/>
                  </a:lnTo>
                  <a:lnTo>
                    <a:pt x="1560040" y="0"/>
                  </a:lnTo>
                  <a:lnTo>
                    <a:pt x="1559194" y="0"/>
                  </a:lnTo>
                  <a:lnTo>
                    <a:pt x="1558349" y="0"/>
                  </a:lnTo>
                  <a:lnTo>
                    <a:pt x="1557504" y="0"/>
                  </a:lnTo>
                  <a:lnTo>
                    <a:pt x="1556659" y="0"/>
                  </a:lnTo>
                  <a:lnTo>
                    <a:pt x="1555814" y="0"/>
                  </a:lnTo>
                  <a:lnTo>
                    <a:pt x="1554969" y="0"/>
                  </a:lnTo>
                  <a:lnTo>
                    <a:pt x="1554124" y="0"/>
                  </a:lnTo>
                  <a:lnTo>
                    <a:pt x="1553279" y="0"/>
                  </a:lnTo>
                  <a:lnTo>
                    <a:pt x="1552434" y="0"/>
                  </a:lnTo>
                  <a:lnTo>
                    <a:pt x="1551589" y="0"/>
                  </a:lnTo>
                  <a:lnTo>
                    <a:pt x="1550744" y="0"/>
                  </a:lnTo>
                  <a:lnTo>
                    <a:pt x="1549898" y="0"/>
                  </a:lnTo>
                  <a:lnTo>
                    <a:pt x="1549053" y="0"/>
                  </a:lnTo>
                  <a:lnTo>
                    <a:pt x="1548208" y="0"/>
                  </a:lnTo>
                  <a:lnTo>
                    <a:pt x="1547363" y="0"/>
                  </a:lnTo>
                  <a:lnTo>
                    <a:pt x="1546518" y="0"/>
                  </a:lnTo>
                  <a:lnTo>
                    <a:pt x="1545673" y="0"/>
                  </a:lnTo>
                  <a:lnTo>
                    <a:pt x="1544828" y="0"/>
                  </a:lnTo>
                  <a:lnTo>
                    <a:pt x="1543983" y="0"/>
                  </a:lnTo>
                  <a:lnTo>
                    <a:pt x="1543138" y="0"/>
                  </a:lnTo>
                  <a:lnTo>
                    <a:pt x="1542293" y="0"/>
                  </a:lnTo>
                  <a:lnTo>
                    <a:pt x="1541448" y="0"/>
                  </a:lnTo>
                  <a:lnTo>
                    <a:pt x="1540602" y="0"/>
                  </a:lnTo>
                  <a:lnTo>
                    <a:pt x="1539757" y="0"/>
                  </a:lnTo>
                  <a:lnTo>
                    <a:pt x="1538912" y="0"/>
                  </a:lnTo>
                  <a:lnTo>
                    <a:pt x="1538067" y="0"/>
                  </a:lnTo>
                  <a:lnTo>
                    <a:pt x="1537222" y="0"/>
                  </a:lnTo>
                  <a:lnTo>
                    <a:pt x="1536377" y="0"/>
                  </a:lnTo>
                  <a:lnTo>
                    <a:pt x="1535532" y="0"/>
                  </a:lnTo>
                  <a:lnTo>
                    <a:pt x="1534687" y="0"/>
                  </a:lnTo>
                  <a:lnTo>
                    <a:pt x="1533842" y="0"/>
                  </a:lnTo>
                  <a:lnTo>
                    <a:pt x="1532997" y="0"/>
                  </a:lnTo>
                  <a:lnTo>
                    <a:pt x="1532152" y="0"/>
                  </a:lnTo>
                  <a:lnTo>
                    <a:pt x="1531306" y="0"/>
                  </a:lnTo>
                  <a:lnTo>
                    <a:pt x="1530461" y="0"/>
                  </a:lnTo>
                  <a:lnTo>
                    <a:pt x="1529616" y="0"/>
                  </a:lnTo>
                  <a:lnTo>
                    <a:pt x="1528771" y="0"/>
                  </a:lnTo>
                  <a:lnTo>
                    <a:pt x="1527926" y="0"/>
                  </a:lnTo>
                  <a:lnTo>
                    <a:pt x="1527081" y="0"/>
                  </a:lnTo>
                  <a:lnTo>
                    <a:pt x="1526236" y="0"/>
                  </a:lnTo>
                  <a:lnTo>
                    <a:pt x="1525391" y="0"/>
                  </a:lnTo>
                  <a:lnTo>
                    <a:pt x="1524546" y="0"/>
                  </a:lnTo>
                  <a:lnTo>
                    <a:pt x="1523701" y="0"/>
                  </a:lnTo>
                  <a:lnTo>
                    <a:pt x="1522856" y="0"/>
                  </a:lnTo>
                  <a:lnTo>
                    <a:pt x="1522010" y="0"/>
                  </a:lnTo>
                  <a:lnTo>
                    <a:pt x="1521165" y="0"/>
                  </a:lnTo>
                  <a:lnTo>
                    <a:pt x="1520320" y="0"/>
                  </a:lnTo>
                  <a:lnTo>
                    <a:pt x="1519475" y="0"/>
                  </a:lnTo>
                  <a:lnTo>
                    <a:pt x="1518630" y="0"/>
                  </a:lnTo>
                  <a:lnTo>
                    <a:pt x="1517785" y="0"/>
                  </a:lnTo>
                  <a:lnTo>
                    <a:pt x="1516940" y="0"/>
                  </a:lnTo>
                  <a:lnTo>
                    <a:pt x="1516095" y="0"/>
                  </a:lnTo>
                  <a:lnTo>
                    <a:pt x="1515250" y="0"/>
                  </a:lnTo>
                  <a:lnTo>
                    <a:pt x="1514405" y="0"/>
                  </a:lnTo>
                  <a:lnTo>
                    <a:pt x="1513560" y="0"/>
                  </a:lnTo>
                  <a:lnTo>
                    <a:pt x="1512714" y="0"/>
                  </a:lnTo>
                  <a:lnTo>
                    <a:pt x="1511869" y="0"/>
                  </a:lnTo>
                  <a:lnTo>
                    <a:pt x="1511024" y="0"/>
                  </a:lnTo>
                  <a:lnTo>
                    <a:pt x="1510179" y="0"/>
                  </a:lnTo>
                  <a:lnTo>
                    <a:pt x="1509334" y="0"/>
                  </a:lnTo>
                  <a:lnTo>
                    <a:pt x="1508489" y="0"/>
                  </a:lnTo>
                  <a:lnTo>
                    <a:pt x="1507644" y="0"/>
                  </a:lnTo>
                  <a:lnTo>
                    <a:pt x="1506799" y="0"/>
                  </a:lnTo>
                  <a:lnTo>
                    <a:pt x="1505954" y="0"/>
                  </a:lnTo>
                  <a:lnTo>
                    <a:pt x="1505109" y="0"/>
                  </a:lnTo>
                  <a:lnTo>
                    <a:pt x="1504263" y="0"/>
                  </a:lnTo>
                  <a:lnTo>
                    <a:pt x="1503418" y="0"/>
                  </a:lnTo>
                  <a:lnTo>
                    <a:pt x="1502573" y="0"/>
                  </a:lnTo>
                  <a:lnTo>
                    <a:pt x="1501728" y="0"/>
                  </a:lnTo>
                  <a:lnTo>
                    <a:pt x="1500883" y="0"/>
                  </a:lnTo>
                  <a:lnTo>
                    <a:pt x="1500038" y="0"/>
                  </a:lnTo>
                  <a:lnTo>
                    <a:pt x="1499193" y="0"/>
                  </a:lnTo>
                  <a:lnTo>
                    <a:pt x="1498348" y="0"/>
                  </a:lnTo>
                  <a:lnTo>
                    <a:pt x="1497503" y="0"/>
                  </a:lnTo>
                  <a:lnTo>
                    <a:pt x="1496658" y="0"/>
                  </a:lnTo>
                  <a:lnTo>
                    <a:pt x="1495813" y="0"/>
                  </a:lnTo>
                  <a:lnTo>
                    <a:pt x="1494967" y="0"/>
                  </a:lnTo>
                  <a:lnTo>
                    <a:pt x="1494122" y="0"/>
                  </a:lnTo>
                  <a:lnTo>
                    <a:pt x="1493277" y="0"/>
                  </a:lnTo>
                  <a:lnTo>
                    <a:pt x="1492432" y="0"/>
                  </a:lnTo>
                  <a:lnTo>
                    <a:pt x="1491587" y="0"/>
                  </a:lnTo>
                  <a:lnTo>
                    <a:pt x="1490742" y="0"/>
                  </a:lnTo>
                  <a:lnTo>
                    <a:pt x="1489897" y="0"/>
                  </a:lnTo>
                  <a:lnTo>
                    <a:pt x="1489052" y="0"/>
                  </a:lnTo>
                  <a:lnTo>
                    <a:pt x="1488207" y="0"/>
                  </a:lnTo>
                  <a:lnTo>
                    <a:pt x="1487362" y="0"/>
                  </a:lnTo>
                  <a:lnTo>
                    <a:pt x="1486517" y="0"/>
                  </a:lnTo>
                  <a:lnTo>
                    <a:pt x="1485671" y="0"/>
                  </a:lnTo>
                  <a:lnTo>
                    <a:pt x="1484826" y="0"/>
                  </a:lnTo>
                  <a:lnTo>
                    <a:pt x="1483981" y="0"/>
                  </a:lnTo>
                  <a:lnTo>
                    <a:pt x="1483136" y="0"/>
                  </a:lnTo>
                  <a:lnTo>
                    <a:pt x="1482291" y="0"/>
                  </a:lnTo>
                  <a:lnTo>
                    <a:pt x="1481446" y="0"/>
                  </a:lnTo>
                  <a:lnTo>
                    <a:pt x="1480601" y="0"/>
                  </a:lnTo>
                  <a:lnTo>
                    <a:pt x="1479756" y="0"/>
                  </a:lnTo>
                  <a:lnTo>
                    <a:pt x="1478911" y="0"/>
                  </a:lnTo>
                  <a:lnTo>
                    <a:pt x="1478066" y="0"/>
                  </a:lnTo>
                  <a:lnTo>
                    <a:pt x="1477221" y="0"/>
                  </a:lnTo>
                  <a:lnTo>
                    <a:pt x="1476375" y="0"/>
                  </a:lnTo>
                  <a:lnTo>
                    <a:pt x="1475530" y="0"/>
                  </a:lnTo>
                  <a:lnTo>
                    <a:pt x="1474685" y="0"/>
                  </a:lnTo>
                  <a:lnTo>
                    <a:pt x="1473840" y="0"/>
                  </a:lnTo>
                  <a:lnTo>
                    <a:pt x="1472995" y="0"/>
                  </a:lnTo>
                  <a:lnTo>
                    <a:pt x="1472150" y="0"/>
                  </a:lnTo>
                  <a:lnTo>
                    <a:pt x="1471305" y="0"/>
                  </a:lnTo>
                  <a:lnTo>
                    <a:pt x="1470460" y="0"/>
                  </a:lnTo>
                  <a:lnTo>
                    <a:pt x="1469615" y="0"/>
                  </a:lnTo>
                  <a:lnTo>
                    <a:pt x="1468770" y="0"/>
                  </a:lnTo>
                  <a:lnTo>
                    <a:pt x="1467925" y="0"/>
                  </a:lnTo>
                  <a:lnTo>
                    <a:pt x="1467079" y="0"/>
                  </a:lnTo>
                  <a:lnTo>
                    <a:pt x="1466234" y="0"/>
                  </a:lnTo>
                  <a:lnTo>
                    <a:pt x="1465389" y="0"/>
                  </a:lnTo>
                  <a:lnTo>
                    <a:pt x="1464544" y="0"/>
                  </a:lnTo>
                  <a:lnTo>
                    <a:pt x="1463699" y="0"/>
                  </a:lnTo>
                  <a:lnTo>
                    <a:pt x="1462854" y="0"/>
                  </a:lnTo>
                  <a:lnTo>
                    <a:pt x="1462009" y="0"/>
                  </a:lnTo>
                  <a:lnTo>
                    <a:pt x="1461164" y="0"/>
                  </a:lnTo>
                  <a:lnTo>
                    <a:pt x="1460319" y="0"/>
                  </a:lnTo>
                  <a:lnTo>
                    <a:pt x="1459474" y="0"/>
                  </a:lnTo>
                  <a:lnTo>
                    <a:pt x="1458629" y="0"/>
                  </a:lnTo>
                  <a:lnTo>
                    <a:pt x="1457783" y="0"/>
                  </a:lnTo>
                  <a:lnTo>
                    <a:pt x="1456938" y="0"/>
                  </a:lnTo>
                  <a:lnTo>
                    <a:pt x="1456093" y="0"/>
                  </a:lnTo>
                  <a:lnTo>
                    <a:pt x="1455248" y="0"/>
                  </a:lnTo>
                  <a:lnTo>
                    <a:pt x="1454403" y="0"/>
                  </a:lnTo>
                  <a:lnTo>
                    <a:pt x="1453558" y="0"/>
                  </a:lnTo>
                  <a:lnTo>
                    <a:pt x="1452713" y="0"/>
                  </a:lnTo>
                  <a:lnTo>
                    <a:pt x="1451868" y="0"/>
                  </a:lnTo>
                  <a:lnTo>
                    <a:pt x="1451023" y="0"/>
                  </a:lnTo>
                  <a:lnTo>
                    <a:pt x="1450178" y="0"/>
                  </a:lnTo>
                  <a:lnTo>
                    <a:pt x="1449333" y="0"/>
                  </a:lnTo>
                  <a:lnTo>
                    <a:pt x="1448487" y="0"/>
                  </a:lnTo>
                  <a:lnTo>
                    <a:pt x="1447642" y="0"/>
                  </a:lnTo>
                  <a:lnTo>
                    <a:pt x="1446797" y="0"/>
                  </a:lnTo>
                  <a:lnTo>
                    <a:pt x="1445952" y="0"/>
                  </a:lnTo>
                  <a:lnTo>
                    <a:pt x="1445107" y="0"/>
                  </a:lnTo>
                  <a:lnTo>
                    <a:pt x="1444262" y="0"/>
                  </a:lnTo>
                  <a:lnTo>
                    <a:pt x="1443417" y="0"/>
                  </a:lnTo>
                  <a:lnTo>
                    <a:pt x="1442572" y="0"/>
                  </a:lnTo>
                  <a:lnTo>
                    <a:pt x="1441727" y="0"/>
                  </a:lnTo>
                  <a:lnTo>
                    <a:pt x="1440882" y="0"/>
                  </a:lnTo>
                  <a:lnTo>
                    <a:pt x="1440036" y="0"/>
                  </a:lnTo>
                  <a:lnTo>
                    <a:pt x="1439191" y="0"/>
                  </a:lnTo>
                  <a:lnTo>
                    <a:pt x="1438346" y="0"/>
                  </a:lnTo>
                  <a:lnTo>
                    <a:pt x="1437501" y="0"/>
                  </a:lnTo>
                  <a:lnTo>
                    <a:pt x="1436656" y="0"/>
                  </a:lnTo>
                  <a:lnTo>
                    <a:pt x="1435811" y="0"/>
                  </a:lnTo>
                  <a:lnTo>
                    <a:pt x="1434966" y="0"/>
                  </a:lnTo>
                  <a:lnTo>
                    <a:pt x="1434121" y="0"/>
                  </a:lnTo>
                  <a:lnTo>
                    <a:pt x="1433276" y="0"/>
                  </a:lnTo>
                  <a:lnTo>
                    <a:pt x="1432431" y="0"/>
                  </a:lnTo>
                  <a:lnTo>
                    <a:pt x="1431586" y="0"/>
                  </a:lnTo>
                  <a:lnTo>
                    <a:pt x="1430740" y="0"/>
                  </a:lnTo>
                  <a:lnTo>
                    <a:pt x="1429895" y="0"/>
                  </a:lnTo>
                  <a:lnTo>
                    <a:pt x="1429050" y="0"/>
                  </a:lnTo>
                  <a:lnTo>
                    <a:pt x="1428205" y="0"/>
                  </a:lnTo>
                  <a:lnTo>
                    <a:pt x="1427360" y="0"/>
                  </a:lnTo>
                  <a:lnTo>
                    <a:pt x="1426515" y="0"/>
                  </a:lnTo>
                  <a:lnTo>
                    <a:pt x="1425670" y="0"/>
                  </a:lnTo>
                  <a:lnTo>
                    <a:pt x="1424825" y="0"/>
                  </a:lnTo>
                  <a:lnTo>
                    <a:pt x="1423980" y="0"/>
                  </a:lnTo>
                  <a:lnTo>
                    <a:pt x="1423135" y="0"/>
                  </a:lnTo>
                  <a:lnTo>
                    <a:pt x="1422290" y="0"/>
                  </a:lnTo>
                  <a:lnTo>
                    <a:pt x="1421444" y="0"/>
                  </a:lnTo>
                  <a:lnTo>
                    <a:pt x="1420599" y="0"/>
                  </a:lnTo>
                  <a:lnTo>
                    <a:pt x="1419754" y="0"/>
                  </a:lnTo>
                  <a:lnTo>
                    <a:pt x="1418909" y="0"/>
                  </a:lnTo>
                  <a:lnTo>
                    <a:pt x="1418064" y="0"/>
                  </a:lnTo>
                  <a:lnTo>
                    <a:pt x="1417219" y="0"/>
                  </a:lnTo>
                  <a:lnTo>
                    <a:pt x="1416374" y="0"/>
                  </a:lnTo>
                  <a:lnTo>
                    <a:pt x="1415529" y="0"/>
                  </a:lnTo>
                  <a:lnTo>
                    <a:pt x="1414684" y="0"/>
                  </a:lnTo>
                  <a:lnTo>
                    <a:pt x="1413839" y="0"/>
                  </a:lnTo>
                  <a:lnTo>
                    <a:pt x="1412994" y="0"/>
                  </a:lnTo>
                  <a:lnTo>
                    <a:pt x="1412148" y="0"/>
                  </a:lnTo>
                  <a:lnTo>
                    <a:pt x="1411303" y="0"/>
                  </a:lnTo>
                  <a:lnTo>
                    <a:pt x="1410458" y="0"/>
                  </a:lnTo>
                  <a:lnTo>
                    <a:pt x="1409613" y="0"/>
                  </a:lnTo>
                  <a:lnTo>
                    <a:pt x="1408768" y="0"/>
                  </a:lnTo>
                  <a:lnTo>
                    <a:pt x="1407923" y="0"/>
                  </a:lnTo>
                  <a:lnTo>
                    <a:pt x="1407078" y="0"/>
                  </a:lnTo>
                  <a:lnTo>
                    <a:pt x="1406233" y="0"/>
                  </a:lnTo>
                  <a:lnTo>
                    <a:pt x="1405388" y="0"/>
                  </a:lnTo>
                  <a:lnTo>
                    <a:pt x="1404543" y="0"/>
                  </a:lnTo>
                  <a:lnTo>
                    <a:pt x="1403698" y="0"/>
                  </a:lnTo>
                  <a:lnTo>
                    <a:pt x="1402852" y="0"/>
                  </a:lnTo>
                  <a:lnTo>
                    <a:pt x="1402007" y="0"/>
                  </a:lnTo>
                  <a:lnTo>
                    <a:pt x="1401162" y="0"/>
                  </a:lnTo>
                  <a:lnTo>
                    <a:pt x="1400317" y="0"/>
                  </a:lnTo>
                  <a:lnTo>
                    <a:pt x="1399472" y="0"/>
                  </a:lnTo>
                  <a:lnTo>
                    <a:pt x="1398627" y="0"/>
                  </a:lnTo>
                  <a:lnTo>
                    <a:pt x="1397782" y="0"/>
                  </a:lnTo>
                  <a:lnTo>
                    <a:pt x="1396937" y="0"/>
                  </a:lnTo>
                  <a:lnTo>
                    <a:pt x="1396092" y="0"/>
                  </a:lnTo>
                  <a:lnTo>
                    <a:pt x="1395247" y="0"/>
                  </a:lnTo>
                  <a:lnTo>
                    <a:pt x="1394402" y="0"/>
                  </a:lnTo>
                  <a:lnTo>
                    <a:pt x="1393556" y="0"/>
                  </a:lnTo>
                  <a:lnTo>
                    <a:pt x="1392711" y="0"/>
                  </a:lnTo>
                  <a:lnTo>
                    <a:pt x="1391866" y="0"/>
                  </a:lnTo>
                  <a:lnTo>
                    <a:pt x="1391021" y="0"/>
                  </a:lnTo>
                  <a:lnTo>
                    <a:pt x="1390176" y="0"/>
                  </a:lnTo>
                  <a:lnTo>
                    <a:pt x="1389331" y="0"/>
                  </a:lnTo>
                  <a:lnTo>
                    <a:pt x="1388486" y="0"/>
                  </a:lnTo>
                  <a:lnTo>
                    <a:pt x="1387641" y="0"/>
                  </a:lnTo>
                  <a:lnTo>
                    <a:pt x="1386796" y="0"/>
                  </a:lnTo>
                  <a:lnTo>
                    <a:pt x="1385951" y="0"/>
                  </a:lnTo>
                  <a:lnTo>
                    <a:pt x="1385105" y="0"/>
                  </a:lnTo>
                  <a:lnTo>
                    <a:pt x="1384260" y="0"/>
                  </a:lnTo>
                  <a:lnTo>
                    <a:pt x="1383415" y="0"/>
                  </a:lnTo>
                  <a:lnTo>
                    <a:pt x="1382570" y="0"/>
                  </a:lnTo>
                  <a:lnTo>
                    <a:pt x="1381725" y="0"/>
                  </a:lnTo>
                  <a:lnTo>
                    <a:pt x="1380880" y="0"/>
                  </a:lnTo>
                  <a:lnTo>
                    <a:pt x="1380035" y="0"/>
                  </a:lnTo>
                  <a:lnTo>
                    <a:pt x="1379190" y="0"/>
                  </a:lnTo>
                  <a:lnTo>
                    <a:pt x="1378345" y="0"/>
                  </a:lnTo>
                  <a:lnTo>
                    <a:pt x="1377500" y="0"/>
                  </a:lnTo>
                  <a:lnTo>
                    <a:pt x="1376655" y="0"/>
                  </a:lnTo>
                  <a:lnTo>
                    <a:pt x="1375809" y="0"/>
                  </a:lnTo>
                  <a:lnTo>
                    <a:pt x="1374964" y="0"/>
                  </a:lnTo>
                  <a:lnTo>
                    <a:pt x="1374119" y="0"/>
                  </a:lnTo>
                  <a:lnTo>
                    <a:pt x="1373274" y="0"/>
                  </a:lnTo>
                  <a:lnTo>
                    <a:pt x="1372429" y="0"/>
                  </a:lnTo>
                  <a:lnTo>
                    <a:pt x="1371584" y="0"/>
                  </a:lnTo>
                  <a:lnTo>
                    <a:pt x="1370739" y="0"/>
                  </a:lnTo>
                  <a:lnTo>
                    <a:pt x="1369894" y="0"/>
                  </a:lnTo>
                  <a:lnTo>
                    <a:pt x="1369049" y="0"/>
                  </a:lnTo>
                  <a:lnTo>
                    <a:pt x="1368204" y="0"/>
                  </a:lnTo>
                  <a:lnTo>
                    <a:pt x="1367359" y="0"/>
                  </a:lnTo>
                  <a:lnTo>
                    <a:pt x="1366513" y="0"/>
                  </a:lnTo>
                  <a:lnTo>
                    <a:pt x="1365668" y="0"/>
                  </a:lnTo>
                  <a:lnTo>
                    <a:pt x="1364823" y="0"/>
                  </a:lnTo>
                  <a:lnTo>
                    <a:pt x="1363978" y="0"/>
                  </a:lnTo>
                  <a:lnTo>
                    <a:pt x="1363133" y="0"/>
                  </a:lnTo>
                  <a:lnTo>
                    <a:pt x="1362288" y="0"/>
                  </a:lnTo>
                  <a:lnTo>
                    <a:pt x="1361443" y="0"/>
                  </a:lnTo>
                  <a:lnTo>
                    <a:pt x="1360598" y="0"/>
                  </a:lnTo>
                  <a:lnTo>
                    <a:pt x="1359753" y="0"/>
                  </a:lnTo>
                  <a:lnTo>
                    <a:pt x="1358908" y="0"/>
                  </a:lnTo>
                  <a:lnTo>
                    <a:pt x="1358063" y="0"/>
                  </a:lnTo>
                  <a:lnTo>
                    <a:pt x="1357217" y="0"/>
                  </a:lnTo>
                  <a:lnTo>
                    <a:pt x="1356372" y="0"/>
                  </a:lnTo>
                  <a:lnTo>
                    <a:pt x="1355527" y="0"/>
                  </a:lnTo>
                  <a:lnTo>
                    <a:pt x="1354682" y="0"/>
                  </a:lnTo>
                  <a:lnTo>
                    <a:pt x="1353837" y="0"/>
                  </a:lnTo>
                  <a:lnTo>
                    <a:pt x="1352992" y="0"/>
                  </a:lnTo>
                  <a:lnTo>
                    <a:pt x="1352147" y="0"/>
                  </a:lnTo>
                  <a:lnTo>
                    <a:pt x="1351302" y="0"/>
                  </a:lnTo>
                  <a:lnTo>
                    <a:pt x="1350457" y="0"/>
                  </a:lnTo>
                  <a:lnTo>
                    <a:pt x="1349612" y="0"/>
                  </a:lnTo>
                  <a:lnTo>
                    <a:pt x="1348767" y="0"/>
                  </a:lnTo>
                  <a:lnTo>
                    <a:pt x="1347921" y="0"/>
                  </a:lnTo>
                  <a:lnTo>
                    <a:pt x="1347076" y="0"/>
                  </a:lnTo>
                  <a:lnTo>
                    <a:pt x="1346231" y="0"/>
                  </a:lnTo>
                  <a:lnTo>
                    <a:pt x="1345386" y="0"/>
                  </a:lnTo>
                  <a:lnTo>
                    <a:pt x="1344541" y="0"/>
                  </a:lnTo>
                  <a:lnTo>
                    <a:pt x="1343696" y="0"/>
                  </a:lnTo>
                  <a:lnTo>
                    <a:pt x="1342851" y="0"/>
                  </a:lnTo>
                  <a:lnTo>
                    <a:pt x="1342006" y="0"/>
                  </a:lnTo>
                  <a:lnTo>
                    <a:pt x="1341161" y="0"/>
                  </a:lnTo>
                  <a:lnTo>
                    <a:pt x="1340316" y="0"/>
                  </a:lnTo>
                  <a:lnTo>
                    <a:pt x="1339471" y="0"/>
                  </a:lnTo>
                  <a:lnTo>
                    <a:pt x="1338625" y="0"/>
                  </a:lnTo>
                  <a:lnTo>
                    <a:pt x="1337780" y="0"/>
                  </a:lnTo>
                  <a:lnTo>
                    <a:pt x="1336935" y="0"/>
                  </a:lnTo>
                  <a:lnTo>
                    <a:pt x="1336090" y="0"/>
                  </a:lnTo>
                  <a:lnTo>
                    <a:pt x="1335245" y="0"/>
                  </a:lnTo>
                  <a:lnTo>
                    <a:pt x="1334400" y="0"/>
                  </a:lnTo>
                  <a:lnTo>
                    <a:pt x="1333555" y="0"/>
                  </a:lnTo>
                  <a:lnTo>
                    <a:pt x="1332710" y="0"/>
                  </a:lnTo>
                  <a:lnTo>
                    <a:pt x="1331865" y="0"/>
                  </a:lnTo>
                  <a:lnTo>
                    <a:pt x="1331020" y="0"/>
                  </a:lnTo>
                  <a:lnTo>
                    <a:pt x="1330175" y="0"/>
                  </a:lnTo>
                  <a:lnTo>
                    <a:pt x="1329329" y="0"/>
                  </a:lnTo>
                  <a:lnTo>
                    <a:pt x="1328484" y="0"/>
                  </a:lnTo>
                  <a:lnTo>
                    <a:pt x="1327639" y="0"/>
                  </a:lnTo>
                  <a:lnTo>
                    <a:pt x="1326794" y="0"/>
                  </a:lnTo>
                  <a:lnTo>
                    <a:pt x="1325949" y="0"/>
                  </a:lnTo>
                  <a:lnTo>
                    <a:pt x="1325104" y="0"/>
                  </a:lnTo>
                  <a:lnTo>
                    <a:pt x="1324259" y="0"/>
                  </a:lnTo>
                  <a:lnTo>
                    <a:pt x="1323414" y="0"/>
                  </a:lnTo>
                  <a:lnTo>
                    <a:pt x="1322569" y="0"/>
                  </a:lnTo>
                  <a:lnTo>
                    <a:pt x="1321724" y="0"/>
                  </a:lnTo>
                  <a:lnTo>
                    <a:pt x="1320878" y="0"/>
                  </a:lnTo>
                  <a:lnTo>
                    <a:pt x="1320033" y="0"/>
                  </a:lnTo>
                  <a:lnTo>
                    <a:pt x="1319188" y="0"/>
                  </a:lnTo>
                  <a:lnTo>
                    <a:pt x="1318343" y="0"/>
                  </a:lnTo>
                  <a:lnTo>
                    <a:pt x="1317498" y="0"/>
                  </a:lnTo>
                  <a:lnTo>
                    <a:pt x="1316653" y="0"/>
                  </a:lnTo>
                  <a:lnTo>
                    <a:pt x="1315808" y="0"/>
                  </a:lnTo>
                  <a:lnTo>
                    <a:pt x="1314963" y="0"/>
                  </a:lnTo>
                  <a:lnTo>
                    <a:pt x="1314118" y="0"/>
                  </a:lnTo>
                  <a:lnTo>
                    <a:pt x="1313273" y="0"/>
                  </a:lnTo>
                  <a:lnTo>
                    <a:pt x="1312428" y="0"/>
                  </a:lnTo>
                  <a:lnTo>
                    <a:pt x="1311582" y="0"/>
                  </a:lnTo>
                  <a:lnTo>
                    <a:pt x="1310737" y="0"/>
                  </a:lnTo>
                  <a:lnTo>
                    <a:pt x="1309892" y="0"/>
                  </a:lnTo>
                  <a:lnTo>
                    <a:pt x="1309047" y="0"/>
                  </a:lnTo>
                  <a:lnTo>
                    <a:pt x="1308202" y="0"/>
                  </a:lnTo>
                  <a:lnTo>
                    <a:pt x="1307357" y="0"/>
                  </a:lnTo>
                  <a:lnTo>
                    <a:pt x="1306512" y="0"/>
                  </a:lnTo>
                  <a:lnTo>
                    <a:pt x="1305667" y="0"/>
                  </a:lnTo>
                  <a:lnTo>
                    <a:pt x="1304822" y="0"/>
                  </a:lnTo>
                  <a:lnTo>
                    <a:pt x="1303977" y="0"/>
                  </a:lnTo>
                  <a:lnTo>
                    <a:pt x="1303132" y="0"/>
                  </a:lnTo>
                  <a:lnTo>
                    <a:pt x="1302286" y="0"/>
                  </a:lnTo>
                  <a:lnTo>
                    <a:pt x="1301441" y="0"/>
                  </a:lnTo>
                  <a:lnTo>
                    <a:pt x="1300596" y="0"/>
                  </a:lnTo>
                  <a:lnTo>
                    <a:pt x="1299751" y="0"/>
                  </a:lnTo>
                  <a:lnTo>
                    <a:pt x="1298906" y="0"/>
                  </a:lnTo>
                  <a:lnTo>
                    <a:pt x="1298061" y="0"/>
                  </a:lnTo>
                  <a:lnTo>
                    <a:pt x="1297216" y="0"/>
                  </a:lnTo>
                  <a:lnTo>
                    <a:pt x="1296371" y="0"/>
                  </a:lnTo>
                  <a:lnTo>
                    <a:pt x="1295526" y="0"/>
                  </a:lnTo>
                  <a:lnTo>
                    <a:pt x="1294681" y="0"/>
                  </a:lnTo>
                  <a:lnTo>
                    <a:pt x="1293836" y="0"/>
                  </a:lnTo>
                  <a:lnTo>
                    <a:pt x="1292990" y="0"/>
                  </a:lnTo>
                  <a:lnTo>
                    <a:pt x="1292145" y="0"/>
                  </a:lnTo>
                  <a:lnTo>
                    <a:pt x="1291300" y="0"/>
                  </a:lnTo>
                  <a:lnTo>
                    <a:pt x="1290455" y="0"/>
                  </a:lnTo>
                  <a:lnTo>
                    <a:pt x="1289610" y="0"/>
                  </a:lnTo>
                  <a:lnTo>
                    <a:pt x="1288765" y="0"/>
                  </a:lnTo>
                  <a:lnTo>
                    <a:pt x="1287920" y="0"/>
                  </a:lnTo>
                  <a:lnTo>
                    <a:pt x="1287075" y="0"/>
                  </a:lnTo>
                  <a:lnTo>
                    <a:pt x="1286230" y="0"/>
                  </a:lnTo>
                  <a:lnTo>
                    <a:pt x="1285385" y="0"/>
                  </a:lnTo>
                  <a:lnTo>
                    <a:pt x="1284540" y="0"/>
                  </a:lnTo>
                  <a:lnTo>
                    <a:pt x="1283694" y="0"/>
                  </a:lnTo>
                  <a:lnTo>
                    <a:pt x="1282849" y="0"/>
                  </a:lnTo>
                  <a:lnTo>
                    <a:pt x="1282004" y="0"/>
                  </a:lnTo>
                  <a:lnTo>
                    <a:pt x="1281159" y="0"/>
                  </a:lnTo>
                  <a:lnTo>
                    <a:pt x="1280314" y="0"/>
                  </a:lnTo>
                  <a:lnTo>
                    <a:pt x="1279469" y="0"/>
                  </a:lnTo>
                  <a:lnTo>
                    <a:pt x="1278624" y="0"/>
                  </a:lnTo>
                  <a:lnTo>
                    <a:pt x="1277779" y="0"/>
                  </a:lnTo>
                  <a:lnTo>
                    <a:pt x="1276934" y="0"/>
                  </a:lnTo>
                  <a:lnTo>
                    <a:pt x="1276089" y="0"/>
                  </a:lnTo>
                  <a:lnTo>
                    <a:pt x="1275244" y="0"/>
                  </a:lnTo>
                  <a:lnTo>
                    <a:pt x="1274398" y="0"/>
                  </a:lnTo>
                  <a:lnTo>
                    <a:pt x="1273553" y="0"/>
                  </a:lnTo>
                  <a:lnTo>
                    <a:pt x="1272708" y="0"/>
                  </a:lnTo>
                  <a:lnTo>
                    <a:pt x="1271863" y="0"/>
                  </a:lnTo>
                  <a:lnTo>
                    <a:pt x="1271018" y="0"/>
                  </a:lnTo>
                  <a:lnTo>
                    <a:pt x="1270173" y="0"/>
                  </a:lnTo>
                  <a:lnTo>
                    <a:pt x="1269328" y="0"/>
                  </a:lnTo>
                  <a:lnTo>
                    <a:pt x="1268483" y="0"/>
                  </a:lnTo>
                  <a:lnTo>
                    <a:pt x="1267638" y="0"/>
                  </a:lnTo>
                  <a:lnTo>
                    <a:pt x="1266793" y="0"/>
                  </a:lnTo>
                  <a:lnTo>
                    <a:pt x="1265948" y="0"/>
                  </a:lnTo>
                  <a:lnTo>
                    <a:pt x="1265102" y="0"/>
                  </a:lnTo>
                  <a:lnTo>
                    <a:pt x="1264257" y="0"/>
                  </a:lnTo>
                  <a:lnTo>
                    <a:pt x="1263412" y="0"/>
                  </a:lnTo>
                  <a:lnTo>
                    <a:pt x="1262567" y="0"/>
                  </a:lnTo>
                  <a:lnTo>
                    <a:pt x="1261722" y="0"/>
                  </a:lnTo>
                  <a:lnTo>
                    <a:pt x="1260877" y="0"/>
                  </a:lnTo>
                  <a:lnTo>
                    <a:pt x="1260032" y="0"/>
                  </a:lnTo>
                  <a:lnTo>
                    <a:pt x="1259187" y="0"/>
                  </a:lnTo>
                  <a:lnTo>
                    <a:pt x="1258342" y="0"/>
                  </a:lnTo>
                  <a:lnTo>
                    <a:pt x="1257497" y="0"/>
                  </a:lnTo>
                  <a:lnTo>
                    <a:pt x="1256651" y="0"/>
                  </a:lnTo>
                  <a:lnTo>
                    <a:pt x="1255806" y="0"/>
                  </a:lnTo>
                  <a:lnTo>
                    <a:pt x="1254961" y="0"/>
                  </a:lnTo>
                  <a:lnTo>
                    <a:pt x="1254116" y="0"/>
                  </a:lnTo>
                  <a:lnTo>
                    <a:pt x="1253271" y="0"/>
                  </a:lnTo>
                  <a:lnTo>
                    <a:pt x="1252426" y="0"/>
                  </a:lnTo>
                  <a:lnTo>
                    <a:pt x="1251581" y="0"/>
                  </a:lnTo>
                  <a:lnTo>
                    <a:pt x="1250736" y="0"/>
                  </a:lnTo>
                  <a:lnTo>
                    <a:pt x="1249891" y="0"/>
                  </a:lnTo>
                  <a:lnTo>
                    <a:pt x="1249046" y="0"/>
                  </a:lnTo>
                  <a:lnTo>
                    <a:pt x="1248201" y="0"/>
                  </a:lnTo>
                  <a:lnTo>
                    <a:pt x="1247355" y="0"/>
                  </a:lnTo>
                  <a:lnTo>
                    <a:pt x="1246510" y="0"/>
                  </a:lnTo>
                  <a:lnTo>
                    <a:pt x="1245665" y="0"/>
                  </a:lnTo>
                  <a:lnTo>
                    <a:pt x="1244820" y="0"/>
                  </a:lnTo>
                  <a:lnTo>
                    <a:pt x="1243975" y="0"/>
                  </a:lnTo>
                  <a:lnTo>
                    <a:pt x="1243130" y="0"/>
                  </a:lnTo>
                  <a:lnTo>
                    <a:pt x="1242285" y="0"/>
                  </a:lnTo>
                  <a:lnTo>
                    <a:pt x="1241440" y="0"/>
                  </a:lnTo>
                  <a:lnTo>
                    <a:pt x="1240595" y="0"/>
                  </a:lnTo>
                  <a:lnTo>
                    <a:pt x="1239750" y="0"/>
                  </a:lnTo>
                  <a:lnTo>
                    <a:pt x="1238905" y="0"/>
                  </a:lnTo>
                  <a:lnTo>
                    <a:pt x="1238059" y="0"/>
                  </a:lnTo>
                  <a:lnTo>
                    <a:pt x="1237214" y="0"/>
                  </a:lnTo>
                  <a:lnTo>
                    <a:pt x="1236369" y="0"/>
                  </a:lnTo>
                  <a:lnTo>
                    <a:pt x="1235524" y="0"/>
                  </a:lnTo>
                  <a:lnTo>
                    <a:pt x="1234679" y="0"/>
                  </a:lnTo>
                  <a:lnTo>
                    <a:pt x="1233834" y="0"/>
                  </a:lnTo>
                  <a:lnTo>
                    <a:pt x="1232989" y="0"/>
                  </a:lnTo>
                  <a:lnTo>
                    <a:pt x="1232144" y="0"/>
                  </a:lnTo>
                  <a:lnTo>
                    <a:pt x="1231299" y="0"/>
                  </a:lnTo>
                  <a:lnTo>
                    <a:pt x="1230454" y="0"/>
                  </a:lnTo>
                  <a:lnTo>
                    <a:pt x="1229609" y="0"/>
                  </a:lnTo>
                  <a:lnTo>
                    <a:pt x="1228763" y="0"/>
                  </a:lnTo>
                  <a:lnTo>
                    <a:pt x="1227918" y="0"/>
                  </a:lnTo>
                  <a:lnTo>
                    <a:pt x="1227073" y="0"/>
                  </a:lnTo>
                  <a:lnTo>
                    <a:pt x="1226228" y="0"/>
                  </a:lnTo>
                  <a:lnTo>
                    <a:pt x="1225383" y="0"/>
                  </a:lnTo>
                  <a:lnTo>
                    <a:pt x="1224538" y="0"/>
                  </a:lnTo>
                  <a:lnTo>
                    <a:pt x="1223693" y="0"/>
                  </a:lnTo>
                  <a:lnTo>
                    <a:pt x="1222848" y="0"/>
                  </a:lnTo>
                  <a:lnTo>
                    <a:pt x="1222003" y="0"/>
                  </a:lnTo>
                  <a:lnTo>
                    <a:pt x="1221158" y="0"/>
                  </a:lnTo>
                  <a:lnTo>
                    <a:pt x="1220313" y="0"/>
                  </a:lnTo>
                  <a:lnTo>
                    <a:pt x="1219467" y="0"/>
                  </a:lnTo>
                  <a:lnTo>
                    <a:pt x="1218622" y="0"/>
                  </a:lnTo>
                  <a:lnTo>
                    <a:pt x="1217777" y="0"/>
                  </a:lnTo>
                  <a:lnTo>
                    <a:pt x="1216932" y="0"/>
                  </a:lnTo>
                  <a:lnTo>
                    <a:pt x="1216087" y="0"/>
                  </a:lnTo>
                  <a:lnTo>
                    <a:pt x="1215242" y="0"/>
                  </a:lnTo>
                  <a:lnTo>
                    <a:pt x="1214397" y="0"/>
                  </a:lnTo>
                  <a:lnTo>
                    <a:pt x="1213552" y="0"/>
                  </a:lnTo>
                  <a:lnTo>
                    <a:pt x="1212707" y="0"/>
                  </a:lnTo>
                  <a:lnTo>
                    <a:pt x="1211862" y="0"/>
                  </a:lnTo>
                  <a:lnTo>
                    <a:pt x="1211017" y="0"/>
                  </a:lnTo>
                  <a:lnTo>
                    <a:pt x="1210171" y="0"/>
                  </a:lnTo>
                  <a:lnTo>
                    <a:pt x="1209326" y="0"/>
                  </a:lnTo>
                  <a:lnTo>
                    <a:pt x="1208481" y="0"/>
                  </a:lnTo>
                  <a:lnTo>
                    <a:pt x="1207636" y="0"/>
                  </a:lnTo>
                  <a:lnTo>
                    <a:pt x="1206791" y="0"/>
                  </a:lnTo>
                  <a:lnTo>
                    <a:pt x="1205946" y="0"/>
                  </a:lnTo>
                  <a:lnTo>
                    <a:pt x="1205101" y="0"/>
                  </a:lnTo>
                  <a:lnTo>
                    <a:pt x="1204256" y="0"/>
                  </a:lnTo>
                  <a:lnTo>
                    <a:pt x="1203411" y="0"/>
                  </a:lnTo>
                  <a:lnTo>
                    <a:pt x="1202566" y="0"/>
                  </a:lnTo>
                  <a:lnTo>
                    <a:pt x="1201721" y="0"/>
                  </a:lnTo>
                  <a:lnTo>
                    <a:pt x="1200875" y="0"/>
                  </a:lnTo>
                  <a:lnTo>
                    <a:pt x="1200030" y="0"/>
                  </a:lnTo>
                  <a:lnTo>
                    <a:pt x="1199185" y="0"/>
                  </a:lnTo>
                  <a:lnTo>
                    <a:pt x="1198340" y="0"/>
                  </a:lnTo>
                  <a:lnTo>
                    <a:pt x="1197495" y="0"/>
                  </a:lnTo>
                  <a:lnTo>
                    <a:pt x="1196650" y="0"/>
                  </a:lnTo>
                  <a:lnTo>
                    <a:pt x="1195805" y="0"/>
                  </a:lnTo>
                  <a:lnTo>
                    <a:pt x="1194960" y="0"/>
                  </a:lnTo>
                  <a:lnTo>
                    <a:pt x="1194115" y="0"/>
                  </a:lnTo>
                  <a:lnTo>
                    <a:pt x="1193270" y="0"/>
                  </a:lnTo>
                  <a:lnTo>
                    <a:pt x="1192424" y="0"/>
                  </a:lnTo>
                  <a:lnTo>
                    <a:pt x="1191579" y="0"/>
                  </a:lnTo>
                  <a:lnTo>
                    <a:pt x="1190734" y="0"/>
                  </a:lnTo>
                  <a:lnTo>
                    <a:pt x="1189889" y="0"/>
                  </a:lnTo>
                  <a:lnTo>
                    <a:pt x="1189044" y="0"/>
                  </a:lnTo>
                  <a:lnTo>
                    <a:pt x="1188199" y="0"/>
                  </a:lnTo>
                  <a:lnTo>
                    <a:pt x="1187354" y="0"/>
                  </a:lnTo>
                  <a:lnTo>
                    <a:pt x="1186509" y="0"/>
                  </a:lnTo>
                  <a:lnTo>
                    <a:pt x="1185664" y="0"/>
                  </a:lnTo>
                  <a:lnTo>
                    <a:pt x="1184819" y="0"/>
                  </a:lnTo>
                  <a:lnTo>
                    <a:pt x="1183974" y="0"/>
                  </a:lnTo>
                  <a:lnTo>
                    <a:pt x="1183128" y="0"/>
                  </a:lnTo>
                  <a:lnTo>
                    <a:pt x="1182283" y="0"/>
                  </a:lnTo>
                  <a:lnTo>
                    <a:pt x="1181438" y="0"/>
                  </a:lnTo>
                  <a:lnTo>
                    <a:pt x="1180593" y="0"/>
                  </a:lnTo>
                  <a:lnTo>
                    <a:pt x="1179748" y="0"/>
                  </a:lnTo>
                  <a:lnTo>
                    <a:pt x="1178903" y="0"/>
                  </a:lnTo>
                  <a:lnTo>
                    <a:pt x="1178058" y="0"/>
                  </a:lnTo>
                  <a:lnTo>
                    <a:pt x="1177213" y="0"/>
                  </a:lnTo>
                  <a:lnTo>
                    <a:pt x="1176368" y="0"/>
                  </a:lnTo>
                  <a:lnTo>
                    <a:pt x="1175523" y="0"/>
                  </a:lnTo>
                  <a:lnTo>
                    <a:pt x="1174678" y="0"/>
                  </a:lnTo>
                  <a:lnTo>
                    <a:pt x="1173832" y="0"/>
                  </a:lnTo>
                  <a:lnTo>
                    <a:pt x="1172987" y="0"/>
                  </a:lnTo>
                  <a:lnTo>
                    <a:pt x="1172142" y="0"/>
                  </a:lnTo>
                  <a:lnTo>
                    <a:pt x="1171297" y="0"/>
                  </a:lnTo>
                  <a:lnTo>
                    <a:pt x="1170452" y="0"/>
                  </a:lnTo>
                  <a:lnTo>
                    <a:pt x="1169607" y="0"/>
                  </a:lnTo>
                  <a:lnTo>
                    <a:pt x="1168762" y="0"/>
                  </a:lnTo>
                  <a:lnTo>
                    <a:pt x="1167917" y="0"/>
                  </a:lnTo>
                  <a:lnTo>
                    <a:pt x="1167072" y="0"/>
                  </a:lnTo>
                  <a:lnTo>
                    <a:pt x="1166227" y="0"/>
                  </a:lnTo>
                  <a:lnTo>
                    <a:pt x="1165382" y="0"/>
                  </a:lnTo>
                  <a:lnTo>
                    <a:pt x="1164536" y="0"/>
                  </a:lnTo>
                  <a:lnTo>
                    <a:pt x="1163691" y="0"/>
                  </a:lnTo>
                  <a:lnTo>
                    <a:pt x="1162846" y="0"/>
                  </a:lnTo>
                  <a:lnTo>
                    <a:pt x="1162001" y="0"/>
                  </a:lnTo>
                  <a:lnTo>
                    <a:pt x="1161156" y="0"/>
                  </a:lnTo>
                  <a:lnTo>
                    <a:pt x="1160311" y="0"/>
                  </a:lnTo>
                  <a:lnTo>
                    <a:pt x="1159466" y="0"/>
                  </a:lnTo>
                  <a:lnTo>
                    <a:pt x="1158621" y="0"/>
                  </a:lnTo>
                  <a:lnTo>
                    <a:pt x="1157776" y="0"/>
                  </a:lnTo>
                  <a:lnTo>
                    <a:pt x="1156931" y="0"/>
                  </a:lnTo>
                  <a:lnTo>
                    <a:pt x="1156086" y="0"/>
                  </a:lnTo>
                  <a:lnTo>
                    <a:pt x="1155240" y="0"/>
                  </a:lnTo>
                  <a:lnTo>
                    <a:pt x="1154395" y="0"/>
                  </a:lnTo>
                  <a:lnTo>
                    <a:pt x="1153550" y="0"/>
                  </a:lnTo>
                  <a:lnTo>
                    <a:pt x="1152705" y="0"/>
                  </a:lnTo>
                  <a:lnTo>
                    <a:pt x="1151860" y="0"/>
                  </a:lnTo>
                  <a:lnTo>
                    <a:pt x="1151015" y="0"/>
                  </a:lnTo>
                  <a:lnTo>
                    <a:pt x="1150170" y="0"/>
                  </a:lnTo>
                  <a:lnTo>
                    <a:pt x="1149325" y="0"/>
                  </a:lnTo>
                  <a:lnTo>
                    <a:pt x="1148480" y="0"/>
                  </a:lnTo>
                  <a:lnTo>
                    <a:pt x="1147635" y="0"/>
                  </a:lnTo>
                  <a:lnTo>
                    <a:pt x="1146790" y="0"/>
                  </a:lnTo>
                  <a:lnTo>
                    <a:pt x="1145944" y="0"/>
                  </a:lnTo>
                  <a:lnTo>
                    <a:pt x="1145099" y="0"/>
                  </a:lnTo>
                  <a:lnTo>
                    <a:pt x="1144254" y="0"/>
                  </a:lnTo>
                  <a:lnTo>
                    <a:pt x="1143409" y="0"/>
                  </a:lnTo>
                  <a:lnTo>
                    <a:pt x="1142564" y="0"/>
                  </a:lnTo>
                  <a:lnTo>
                    <a:pt x="1141719" y="0"/>
                  </a:lnTo>
                  <a:lnTo>
                    <a:pt x="1140874" y="0"/>
                  </a:lnTo>
                  <a:lnTo>
                    <a:pt x="1140029" y="0"/>
                  </a:lnTo>
                  <a:lnTo>
                    <a:pt x="1139184" y="0"/>
                  </a:lnTo>
                  <a:lnTo>
                    <a:pt x="1138339" y="0"/>
                  </a:lnTo>
                  <a:lnTo>
                    <a:pt x="1137494" y="0"/>
                  </a:lnTo>
                  <a:lnTo>
                    <a:pt x="1136648" y="0"/>
                  </a:lnTo>
                  <a:lnTo>
                    <a:pt x="1135803" y="0"/>
                  </a:lnTo>
                  <a:lnTo>
                    <a:pt x="1134958" y="0"/>
                  </a:lnTo>
                  <a:lnTo>
                    <a:pt x="1134113" y="0"/>
                  </a:lnTo>
                  <a:lnTo>
                    <a:pt x="1133268" y="0"/>
                  </a:lnTo>
                  <a:lnTo>
                    <a:pt x="1132423" y="0"/>
                  </a:lnTo>
                  <a:lnTo>
                    <a:pt x="1131578" y="0"/>
                  </a:lnTo>
                  <a:lnTo>
                    <a:pt x="1130733" y="0"/>
                  </a:lnTo>
                  <a:lnTo>
                    <a:pt x="1129888" y="0"/>
                  </a:lnTo>
                  <a:lnTo>
                    <a:pt x="1129043" y="0"/>
                  </a:lnTo>
                  <a:lnTo>
                    <a:pt x="1128197" y="0"/>
                  </a:lnTo>
                  <a:lnTo>
                    <a:pt x="1127352" y="0"/>
                  </a:lnTo>
                  <a:lnTo>
                    <a:pt x="1126507" y="0"/>
                  </a:lnTo>
                  <a:lnTo>
                    <a:pt x="1125662" y="0"/>
                  </a:lnTo>
                  <a:lnTo>
                    <a:pt x="1124817" y="0"/>
                  </a:lnTo>
                  <a:lnTo>
                    <a:pt x="1123972" y="0"/>
                  </a:lnTo>
                  <a:lnTo>
                    <a:pt x="1123127" y="0"/>
                  </a:lnTo>
                  <a:lnTo>
                    <a:pt x="1122282" y="0"/>
                  </a:lnTo>
                  <a:lnTo>
                    <a:pt x="1121437" y="0"/>
                  </a:lnTo>
                  <a:lnTo>
                    <a:pt x="1120592" y="0"/>
                  </a:lnTo>
                  <a:lnTo>
                    <a:pt x="1119747" y="0"/>
                  </a:lnTo>
                  <a:lnTo>
                    <a:pt x="1118901" y="0"/>
                  </a:lnTo>
                  <a:lnTo>
                    <a:pt x="1118056" y="0"/>
                  </a:lnTo>
                  <a:lnTo>
                    <a:pt x="1117211" y="0"/>
                  </a:lnTo>
                  <a:lnTo>
                    <a:pt x="1116366" y="0"/>
                  </a:lnTo>
                  <a:lnTo>
                    <a:pt x="1115521" y="0"/>
                  </a:lnTo>
                  <a:lnTo>
                    <a:pt x="1114676" y="0"/>
                  </a:lnTo>
                  <a:lnTo>
                    <a:pt x="1113831" y="0"/>
                  </a:lnTo>
                  <a:lnTo>
                    <a:pt x="1112986" y="0"/>
                  </a:lnTo>
                  <a:lnTo>
                    <a:pt x="1112141" y="0"/>
                  </a:lnTo>
                  <a:lnTo>
                    <a:pt x="1111296" y="0"/>
                  </a:lnTo>
                  <a:lnTo>
                    <a:pt x="1110451" y="0"/>
                  </a:lnTo>
                  <a:lnTo>
                    <a:pt x="1109605" y="0"/>
                  </a:lnTo>
                  <a:lnTo>
                    <a:pt x="1108760" y="0"/>
                  </a:lnTo>
                  <a:lnTo>
                    <a:pt x="1107915" y="0"/>
                  </a:lnTo>
                  <a:lnTo>
                    <a:pt x="1107070" y="0"/>
                  </a:lnTo>
                  <a:lnTo>
                    <a:pt x="1106225" y="0"/>
                  </a:lnTo>
                  <a:lnTo>
                    <a:pt x="1105380" y="0"/>
                  </a:lnTo>
                  <a:lnTo>
                    <a:pt x="1104535" y="0"/>
                  </a:lnTo>
                  <a:lnTo>
                    <a:pt x="1103690" y="0"/>
                  </a:lnTo>
                  <a:lnTo>
                    <a:pt x="1102845" y="0"/>
                  </a:lnTo>
                  <a:lnTo>
                    <a:pt x="1102000" y="0"/>
                  </a:lnTo>
                  <a:lnTo>
                    <a:pt x="1101155" y="0"/>
                  </a:lnTo>
                  <a:lnTo>
                    <a:pt x="1100309" y="0"/>
                  </a:lnTo>
                  <a:lnTo>
                    <a:pt x="1099464" y="0"/>
                  </a:lnTo>
                  <a:lnTo>
                    <a:pt x="1098619" y="0"/>
                  </a:lnTo>
                  <a:lnTo>
                    <a:pt x="1097774" y="0"/>
                  </a:lnTo>
                  <a:lnTo>
                    <a:pt x="1096929" y="0"/>
                  </a:lnTo>
                  <a:lnTo>
                    <a:pt x="1096084" y="0"/>
                  </a:lnTo>
                  <a:lnTo>
                    <a:pt x="1095239" y="0"/>
                  </a:lnTo>
                  <a:lnTo>
                    <a:pt x="1094394" y="0"/>
                  </a:lnTo>
                  <a:lnTo>
                    <a:pt x="1093549" y="0"/>
                  </a:lnTo>
                  <a:lnTo>
                    <a:pt x="1092704" y="0"/>
                  </a:lnTo>
                  <a:lnTo>
                    <a:pt x="1091859" y="0"/>
                  </a:lnTo>
                  <a:lnTo>
                    <a:pt x="1091013" y="0"/>
                  </a:lnTo>
                  <a:lnTo>
                    <a:pt x="1090168" y="0"/>
                  </a:lnTo>
                  <a:lnTo>
                    <a:pt x="1089323" y="0"/>
                  </a:lnTo>
                  <a:lnTo>
                    <a:pt x="1088478" y="0"/>
                  </a:lnTo>
                  <a:lnTo>
                    <a:pt x="1087633" y="0"/>
                  </a:lnTo>
                  <a:lnTo>
                    <a:pt x="1086788" y="0"/>
                  </a:lnTo>
                  <a:lnTo>
                    <a:pt x="1085943" y="0"/>
                  </a:lnTo>
                  <a:lnTo>
                    <a:pt x="1085098" y="0"/>
                  </a:lnTo>
                  <a:lnTo>
                    <a:pt x="1084253" y="0"/>
                  </a:lnTo>
                  <a:lnTo>
                    <a:pt x="1083408" y="0"/>
                  </a:lnTo>
                  <a:lnTo>
                    <a:pt x="1082563" y="0"/>
                  </a:lnTo>
                  <a:lnTo>
                    <a:pt x="1081717" y="0"/>
                  </a:lnTo>
                  <a:lnTo>
                    <a:pt x="1080872" y="0"/>
                  </a:lnTo>
                  <a:lnTo>
                    <a:pt x="1080027" y="0"/>
                  </a:lnTo>
                  <a:lnTo>
                    <a:pt x="1079182" y="0"/>
                  </a:lnTo>
                  <a:lnTo>
                    <a:pt x="1078337" y="0"/>
                  </a:lnTo>
                  <a:lnTo>
                    <a:pt x="1077492" y="0"/>
                  </a:lnTo>
                  <a:lnTo>
                    <a:pt x="1076647" y="0"/>
                  </a:lnTo>
                  <a:lnTo>
                    <a:pt x="1075802" y="0"/>
                  </a:lnTo>
                  <a:lnTo>
                    <a:pt x="1074957" y="0"/>
                  </a:lnTo>
                  <a:lnTo>
                    <a:pt x="1074112" y="0"/>
                  </a:lnTo>
                  <a:lnTo>
                    <a:pt x="1073267" y="0"/>
                  </a:lnTo>
                  <a:lnTo>
                    <a:pt x="1072421" y="0"/>
                  </a:lnTo>
                  <a:lnTo>
                    <a:pt x="1071576" y="0"/>
                  </a:lnTo>
                  <a:lnTo>
                    <a:pt x="1070731" y="0"/>
                  </a:lnTo>
                  <a:lnTo>
                    <a:pt x="1069886" y="0"/>
                  </a:lnTo>
                  <a:lnTo>
                    <a:pt x="1069041" y="0"/>
                  </a:lnTo>
                  <a:lnTo>
                    <a:pt x="1068196" y="0"/>
                  </a:lnTo>
                  <a:lnTo>
                    <a:pt x="1067351" y="0"/>
                  </a:lnTo>
                  <a:lnTo>
                    <a:pt x="1066506" y="0"/>
                  </a:lnTo>
                  <a:lnTo>
                    <a:pt x="1065661" y="0"/>
                  </a:lnTo>
                  <a:lnTo>
                    <a:pt x="1064816" y="0"/>
                  </a:lnTo>
                  <a:lnTo>
                    <a:pt x="1063970" y="0"/>
                  </a:lnTo>
                  <a:lnTo>
                    <a:pt x="1063125" y="0"/>
                  </a:lnTo>
                  <a:lnTo>
                    <a:pt x="1062280" y="0"/>
                  </a:lnTo>
                  <a:lnTo>
                    <a:pt x="1061435" y="0"/>
                  </a:lnTo>
                  <a:lnTo>
                    <a:pt x="1060590" y="0"/>
                  </a:lnTo>
                  <a:lnTo>
                    <a:pt x="1059745" y="0"/>
                  </a:lnTo>
                  <a:lnTo>
                    <a:pt x="1058900" y="0"/>
                  </a:lnTo>
                  <a:lnTo>
                    <a:pt x="1058055" y="0"/>
                  </a:lnTo>
                  <a:lnTo>
                    <a:pt x="1057210" y="0"/>
                  </a:lnTo>
                  <a:lnTo>
                    <a:pt x="1056365" y="0"/>
                  </a:lnTo>
                  <a:lnTo>
                    <a:pt x="1055520" y="0"/>
                  </a:lnTo>
                  <a:lnTo>
                    <a:pt x="1054674" y="0"/>
                  </a:lnTo>
                  <a:lnTo>
                    <a:pt x="1053829" y="0"/>
                  </a:lnTo>
                  <a:lnTo>
                    <a:pt x="1052984" y="0"/>
                  </a:lnTo>
                  <a:lnTo>
                    <a:pt x="1052139" y="0"/>
                  </a:lnTo>
                  <a:lnTo>
                    <a:pt x="1051294" y="0"/>
                  </a:lnTo>
                  <a:lnTo>
                    <a:pt x="1050449" y="0"/>
                  </a:lnTo>
                  <a:lnTo>
                    <a:pt x="1049604" y="0"/>
                  </a:lnTo>
                  <a:lnTo>
                    <a:pt x="1048759" y="0"/>
                  </a:lnTo>
                  <a:lnTo>
                    <a:pt x="1047914" y="0"/>
                  </a:lnTo>
                  <a:lnTo>
                    <a:pt x="1047069" y="0"/>
                  </a:lnTo>
                  <a:lnTo>
                    <a:pt x="1046224" y="0"/>
                  </a:lnTo>
                  <a:lnTo>
                    <a:pt x="1045378" y="0"/>
                  </a:lnTo>
                  <a:lnTo>
                    <a:pt x="1044533" y="0"/>
                  </a:lnTo>
                  <a:lnTo>
                    <a:pt x="1043688" y="0"/>
                  </a:lnTo>
                  <a:lnTo>
                    <a:pt x="1042843" y="0"/>
                  </a:lnTo>
                  <a:lnTo>
                    <a:pt x="1041998" y="0"/>
                  </a:lnTo>
                  <a:lnTo>
                    <a:pt x="1041153" y="0"/>
                  </a:lnTo>
                  <a:lnTo>
                    <a:pt x="1040308" y="0"/>
                  </a:lnTo>
                  <a:lnTo>
                    <a:pt x="1039463" y="0"/>
                  </a:lnTo>
                  <a:lnTo>
                    <a:pt x="1038618" y="0"/>
                  </a:lnTo>
                  <a:lnTo>
                    <a:pt x="1037773" y="0"/>
                  </a:lnTo>
                  <a:lnTo>
                    <a:pt x="1036928" y="0"/>
                  </a:lnTo>
                  <a:lnTo>
                    <a:pt x="1036082" y="0"/>
                  </a:lnTo>
                  <a:lnTo>
                    <a:pt x="1035237" y="0"/>
                  </a:lnTo>
                  <a:lnTo>
                    <a:pt x="1034392" y="0"/>
                  </a:lnTo>
                  <a:lnTo>
                    <a:pt x="1033547" y="0"/>
                  </a:lnTo>
                  <a:lnTo>
                    <a:pt x="1032702" y="0"/>
                  </a:lnTo>
                  <a:lnTo>
                    <a:pt x="1031857" y="0"/>
                  </a:lnTo>
                  <a:lnTo>
                    <a:pt x="1031012" y="0"/>
                  </a:lnTo>
                  <a:lnTo>
                    <a:pt x="1030167" y="0"/>
                  </a:lnTo>
                  <a:lnTo>
                    <a:pt x="1029322" y="0"/>
                  </a:lnTo>
                  <a:lnTo>
                    <a:pt x="1028477" y="0"/>
                  </a:lnTo>
                  <a:lnTo>
                    <a:pt x="1027632" y="0"/>
                  </a:lnTo>
                  <a:lnTo>
                    <a:pt x="1026786" y="0"/>
                  </a:lnTo>
                  <a:lnTo>
                    <a:pt x="1025941" y="0"/>
                  </a:lnTo>
                  <a:lnTo>
                    <a:pt x="1025096" y="0"/>
                  </a:lnTo>
                  <a:lnTo>
                    <a:pt x="1024251" y="0"/>
                  </a:lnTo>
                  <a:lnTo>
                    <a:pt x="1023406" y="0"/>
                  </a:lnTo>
                  <a:lnTo>
                    <a:pt x="1022561" y="0"/>
                  </a:lnTo>
                  <a:lnTo>
                    <a:pt x="1021716" y="0"/>
                  </a:lnTo>
                  <a:lnTo>
                    <a:pt x="1020871" y="0"/>
                  </a:lnTo>
                  <a:lnTo>
                    <a:pt x="1020026" y="0"/>
                  </a:lnTo>
                  <a:lnTo>
                    <a:pt x="1019181" y="0"/>
                  </a:lnTo>
                  <a:lnTo>
                    <a:pt x="1018336" y="0"/>
                  </a:lnTo>
                  <a:lnTo>
                    <a:pt x="1017490" y="0"/>
                  </a:lnTo>
                  <a:lnTo>
                    <a:pt x="1016645" y="0"/>
                  </a:lnTo>
                  <a:lnTo>
                    <a:pt x="1015800" y="0"/>
                  </a:lnTo>
                  <a:lnTo>
                    <a:pt x="1014955" y="0"/>
                  </a:lnTo>
                  <a:lnTo>
                    <a:pt x="1014110" y="0"/>
                  </a:lnTo>
                  <a:lnTo>
                    <a:pt x="1013265" y="0"/>
                  </a:lnTo>
                  <a:lnTo>
                    <a:pt x="1012420" y="0"/>
                  </a:lnTo>
                  <a:lnTo>
                    <a:pt x="1011575" y="0"/>
                  </a:lnTo>
                  <a:lnTo>
                    <a:pt x="1010730" y="0"/>
                  </a:lnTo>
                  <a:lnTo>
                    <a:pt x="1009885" y="0"/>
                  </a:lnTo>
                  <a:lnTo>
                    <a:pt x="1009040" y="0"/>
                  </a:lnTo>
                  <a:lnTo>
                    <a:pt x="1008194" y="0"/>
                  </a:lnTo>
                  <a:lnTo>
                    <a:pt x="1007349" y="0"/>
                  </a:lnTo>
                  <a:lnTo>
                    <a:pt x="1006504" y="0"/>
                  </a:lnTo>
                  <a:lnTo>
                    <a:pt x="1005659" y="0"/>
                  </a:lnTo>
                  <a:lnTo>
                    <a:pt x="1004814" y="0"/>
                  </a:lnTo>
                  <a:lnTo>
                    <a:pt x="1003969" y="0"/>
                  </a:lnTo>
                  <a:lnTo>
                    <a:pt x="1003124" y="0"/>
                  </a:lnTo>
                  <a:lnTo>
                    <a:pt x="1002279" y="0"/>
                  </a:lnTo>
                  <a:lnTo>
                    <a:pt x="1001434" y="0"/>
                  </a:lnTo>
                  <a:lnTo>
                    <a:pt x="1000589" y="0"/>
                  </a:lnTo>
                  <a:lnTo>
                    <a:pt x="999743" y="0"/>
                  </a:lnTo>
                  <a:lnTo>
                    <a:pt x="998898" y="0"/>
                  </a:lnTo>
                  <a:lnTo>
                    <a:pt x="998053" y="0"/>
                  </a:lnTo>
                  <a:lnTo>
                    <a:pt x="997208" y="0"/>
                  </a:lnTo>
                  <a:lnTo>
                    <a:pt x="996363" y="0"/>
                  </a:lnTo>
                  <a:lnTo>
                    <a:pt x="995518" y="0"/>
                  </a:lnTo>
                  <a:lnTo>
                    <a:pt x="994673" y="0"/>
                  </a:lnTo>
                  <a:lnTo>
                    <a:pt x="993828" y="0"/>
                  </a:lnTo>
                  <a:lnTo>
                    <a:pt x="992983" y="0"/>
                  </a:lnTo>
                  <a:lnTo>
                    <a:pt x="992138" y="0"/>
                  </a:lnTo>
                  <a:lnTo>
                    <a:pt x="991293" y="0"/>
                  </a:lnTo>
                  <a:lnTo>
                    <a:pt x="990447" y="0"/>
                  </a:lnTo>
                  <a:lnTo>
                    <a:pt x="989602" y="0"/>
                  </a:lnTo>
                  <a:lnTo>
                    <a:pt x="988757" y="0"/>
                  </a:lnTo>
                  <a:lnTo>
                    <a:pt x="987912" y="0"/>
                  </a:lnTo>
                  <a:lnTo>
                    <a:pt x="987067" y="0"/>
                  </a:lnTo>
                  <a:lnTo>
                    <a:pt x="986222" y="0"/>
                  </a:lnTo>
                  <a:lnTo>
                    <a:pt x="985377" y="0"/>
                  </a:lnTo>
                  <a:lnTo>
                    <a:pt x="984532" y="0"/>
                  </a:lnTo>
                  <a:lnTo>
                    <a:pt x="983687" y="0"/>
                  </a:lnTo>
                  <a:lnTo>
                    <a:pt x="982842" y="0"/>
                  </a:lnTo>
                  <a:lnTo>
                    <a:pt x="981997" y="0"/>
                  </a:lnTo>
                  <a:lnTo>
                    <a:pt x="981151" y="0"/>
                  </a:lnTo>
                  <a:lnTo>
                    <a:pt x="980306" y="0"/>
                  </a:lnTo>
                  <a:lnTo>
                    <a:pt x="979461" y="0"/>
                  </a:lnTo>
                  <a:lnTo>
                    <a:pt x="978616" y="0"/>
                  </a:lnTo>
                  <a:lnTo>
                    <a:pt x="977771" y="0"/>
                  </a:lnTo>
                  <a:lnTo>
                    <a:pt x="976926" y="0"/>
                  </a:lnTo>
                  <a:lnTo>
                    <a:pt x="976081" y="0"/>
                  </a:lnTo>
                  <a:lnTo>
                    <a:pt x="975236" y="0"/>
                  </a:lnTo>
                  <a:lnTo>
                    <a:pt x="974391" y="0"/>
                  </a:lnTo>
                  <a:lnTo>
                    <a:pt x="973546" y="0"/>
                  </a:lnTo>
                  <a:lnTo>
                    <a:pt x="972701" y="0"/>
                  </a:lnTo>
                  <a:lnTo>
                    <a:pt x="971855" y="0"/>
                  </a:lnTo>
                  <a:lnTo>
                    <a:pt x="971010" y="0"/>
                  </a:lnTo>
                  <a:lnTo>
                    <a:pt x="970165" y="0"/>
                  </a:lnTo>
                  <a:lnTo>
                    <a:pt x="969320" y="0"/>
                  </a:lnTo>
                  <a:lnTo>
                    <a:pt x="968475" y="0"/>
                  </a:lnTo>
                  <a:lnTo>
                    <a:pt x="967630" y="0"/>
                  </a:lnTo>
                  <a:lnTo>
                    <a:pt x="966785" y="0"/>
                  </a:lnTo>
                  <a:lnTo>
                    <a:pt x="965940" y="0"/>
                  </a:lnTo>
                  <a:lnTo>
                    <a:pt x="965095" y="0"/>
                  </a:lnTo>
                  <a:lnTo>
                    <a:pt x="964250" y="0"/>
                  </a:lnTo>
                  <a:lnTo>
                    <a:pt x="963405" y="0"/>
                  </a:lnTo>
                  <a:lnTo>
                    <a:pt x="962559" y="0"/>
                  </a:lnTo>
                  <a:lnTo>
                    <a:pt x="961714" y="0"/>
                  </a:lnTo>
                  <a:lnTo>
                    <a:pt x="960869" y="0"/>
                  </a:lnTo>
                  <a:lnTo>
                    <a:pt x="960024" y="0"/>
                  </a:lnTo>
                  <a:lnTo>
                    <a:pt x="959179" y="0"/>
                  </a:lnTo>
                  <a:lnTo>
                    <a:pt x="958334" y="0"/>
                  </a:lnTo>
                  <a:lnTo>
                    <a:pt x="957489" y="0"/>
                  </a:lnTo>
                  <a:lnTo>
                    <a:pt x="956644" y="0"/>
                  </a:lnTo>
                  <a:lnTo>
                    <a:pt x="955799" y="0"/>
                  </a:lnTo>
                  <a:lnTo>
                    <a:pt x="954954" y="0"/>
                  </a:lnTo>
                  <a:lnTo>
                    <a:pt x="954109" y="0"/>
                  </a:lnTo>
                  <a:lnTo>
                    <a:pt x="953263" y="0"/>
                  </a:lnTo>
                  <a:lnTo>
                    <a:pt x="952418" y="0"/>
                  </a:lnTo>
                  <a:lnTo>
                    <a:pt x="951573" y="0"/>
                  </a:lnTo>
                  <a:lnTo>
                    <a:pt x="950728" y="0"/>
                  </a:lnTo>
                  <a:lnTo>
                    <a:pt x="949883" y="0"/>
                  </a:lnTo>
                  <a:lnTo>
                    <a:pt x="949038" y="0"/>
                  </a:lnTo>
                  <a:lnTo>
                    <a:pt x="948193" y="0"/>
                  </a:lnTo>
                  <a:lnTo>
                    <a:pt x="947348" y="0"/>
                  </a:lnTo>
                  <a:lnTo>
                    <a:pt x="946503" y="0"/>
                  </a:lnTo>
                  <a:lnTo>
                    <a:pt x="945658" y="0"/>
                  </a:lnTo>
                  <a:lnTo>
                    <a:pt x="944812" y="0"/>
                  </a:lnTo>
                  <a:lnTo>
                    <a:pt x="943967" y="0"/>
                  </a:lnTo>
                  <a:lnTo>
                    <a:pt x="943122" y="0"/>
                  </a:lnTo>
                  <a:lnTo>
                    <a:pt x="942277" y="0"/>
                  </a:lnTo>
                  <a:lnTo>
                    <a:pt x="941432" y="0"/>
                  </a:lnTo>
                  <a:lnTo>
                    <a:pt x="940587" y="0"/>
                  </a:lnTo>
                  <a:lnTo>
                    <a:pt x="939742" y="0"/>
                  </a:lnTo>
                  <a:lnTo>
                    <a:pt x="938897" y="0"/>
                  </a:lnTo>
                  <a:lnTo>
                    <a:pt x="938052" y="0"/>
                  </a:lnTo>
                  <a:lnTo>
                    <a:pt x="937207" y="0"/>
                  </a:lnTo>
                  <a:lnTo>
                    <a:pt x="936362" y="0"/>
                  </a:lnTo>
                  <a:lnTo>
                    <a:pt x="935516" y="0"/>
                  </a:lnTo>
                  <a:lnTo>
                    <a:pt x="934671" y="0"/>
                  </a:lnTo>
                  <a:lnTo>
                    <a:pt x="933826" y="0"/>
                  </a:lnTo>
                  <a:lnTo>
                    <a:pt x="932981" y="0"/>
                  </a:lnTo>
                  <a:lnTo>
                    <a:pt x="932136" y="0"/>
                  </a:lnTo>
                  <a:lnTo>
                    <a:pt x="931291" y="0"/>
                  </a:lnTo>
                  <a:lnTo>
                    <a:pt x="930446" y="0"/>
                  </a:lnTo>
                  <a:lnTo>
                    <a:pt x="929601" y="0"/>
                  </a:lnTo>
                  <a:lnTo>
                    <a:pt x="928756" y="0"/>
                  </a:lnTo>
                  <a:lnTo>
                    <a:pt x="927911" y="0"/>
                  </a:lnTo>
                  <a:lnTo>
                    <a:pt x="927066" y="0"/>
                  </a:lnTo>
                  <a:lnTo>
                    <a:pt x="926220" y="0"/>
                  </a:lnTo>
                  <a:lnTo>
                    <a:pt x="925375" y="0"/>
                  </a:lnTo>
                  <a:lnTo>
                    <a:pt x="924530" y="0"/>
                  </a:lnTo>
                  <a:lnTo>
                    <a:pt x="923685" y="0"/>
                  </a:lnTo>
                  <a:lnTo>
                    <a:pt x="922840" y="0"/>
                  </a:lnTo>
                  <a:lnTo>
                    <a:pt x="921995" y="0"/>
                  </a:lnTo>
                  <a:lnTo>
                    <a:pt x="921150" y="0"/>
                  </a:lnTo>
                  <a:lnTo>
                    <a:pt x="920305" y="0"/>
                  </a:lnTo>
                  <a:lnTo>
                    <a:pt x="919460" y="0"/>
                  </a:lnTo>
                  <a:lnTo>
                    <a:pt x="918615" y="0"/>
                  </a:lnTo>
                  <a:lnTo>
                    <a:pt x="917770" y="0"/>
                  </a:lnTo>
                  <a:lnTo>
                    <a:pt x="916924" y="0"/>
                  </a:lnTo>
                  <a:lnTo>
                    <a:pt x="916079" y="0"/>
                  </a:lnTo>
                  <a:lnTo>
                    <a:pt x="915234" y="0"/>
                  </a:lnTo>
                  <a:lnTo>
                    <a:pt x="914389" y="0"/>
                  </a:lnTo>
                  <a:lnTo>
                    <a:pt x="913544" y="0"/>
                  </a:lnTo>
                  <a:lnTo>
                    <a:pt x="912699" y="0"/>
                  </a:lnTo>
                  <a:lnTo>
                    <a:pt x="911854" y="0"/>
                  </a:lnTo>
                  <a:lnTo>
                    <a:pt x="911009" y="0"/>
                  </a:lnTo>
                  <a:lnTo>
                    <a:pt x="910164" y="0"/>
                  </a:lnTo>
                  <a:lnTo>
                    <a:pt x="909319" y="0"/>
                  </a:lnTo>
                  <a:lnTo>
                    <a:pt x="908474" y="0"/>
                  </a:lnTo>
                  <a:lnTo>
                    <a:pt x="907628" y="0"/>
                  </a:lnTo>
                  <a:lnTo>
                    <a:pt x="906783" y="0"/>
                  </a:lnTo>
                  <a:lnTo>
                    <a:pt x="905938" y="0"/>
                  </a:lnTo>
                  <a:lnTo>
                    <a:pt x="905093" y="0"/>
                  </a:lnTo>
                  <a:lnTo>
                    <a:pt x="904248" y="0"/>
                  </a:lnTo>
                  <a:lnTo>
                    <a:pt x="903403" y="0"/>
                  </a:lnTo>
                  <a:lnTo>
                    <a:pt x="902558" y="0"/>
                  </a:lnTo>
                  <a:lnTo>
                    <a:pt x="901713" y="0"/>
                  </a:lnTo>
                  <a:lnTo>
                    <a:pt x="900868" y="0"/>
                  </a:lnTo>
                  <a:lnTo>
                    <a:pt x="900023" y="0"/>
                  </a:lnTo>
                  <a:lnTo>
                    <a:pt x="899178" y="0"/>
                  </a:lnTo>
                  <a:lnTo>
                    <a:pt x="898332" y="0"/>
                  </a:lnTo>
                  <a:lnTo>
                    <a:pt x="897487" y="0"/>
                  </a:lnTo>
                  <a:lnTo>
                    <a:pt x="896642" y="0"/>
                  </a:lnTo>
                  <a:lnTo>
                    <a:pt x="895797" y="0"/>
                  </a:lnTo>
                  <a:lnTo>
                    <a:pt x="894952" y="0"/>
                  </a:lnTo>
                  <a:lnTo>
                    <a:pt x="894107" y="0"/>
                  </a:lnTo>
                  <a:lnTo>
                    <a:pt x="893262" y="0"/>
                  </a:lnTo>
                  <a:lnTo>
                    <a:pt x="892417" y="0"/>
                  </a:lnTo>
                  <a:lnTo>
                    <a:pt x="891572" y="0"/>
                  </a:lnTo>
                  <a:lnTo>
                    <a:pt x="890727" y="0"/>
                  </a:lnTo>
                  <a:lnTo>
                    <a:pt x="889882" y="0"/>
                  </a:lnTo>
                  <a:lnTo>
                    <a:pt x="889036" y="0"/>
                  </a:lnTo>
                  <a:lnTo>
                    <a:pt x="888191" y="0"/>
                  </a:lnTo>
                  <a:lnTo>
                    <a:pt x="887346" y="0"/>
                  </a:lnTo>
                  <a:lnTo>
                    <a:pt x="886501" y="0"/>
                  </a:lnTo>
                  <a:lnTo>
                    <a:pt x="885656" y="0"/>
                  </a:lnTo>
                  <a:lnTo>
                    <a:pt x="884811" y="0"/>
                  </a:lnTo>
                  <a:lnTo>
                    <a:pt x="883966" y="0"/>
                  </a:lnTo>
                  <a:lnTo>
                    <a:pt x="883121" y="0"/>
                  </a:lnTo>
                  <a:lnTo>
                    <a:pt x="882276" y="0"/>
                  </a:lnTo>
                  <a:lnTo>
                    <a:pt x="881431" y="0"/>
                  </a:lnTo>
                  <a:lnTo>
                    <a:pt x="880585" y="0"/>
                  </a:lnTo>
                  <a:lnTo>
                    <a:pt x="879740" y="0"/>
                  </a:lnTo>
                  <a:lnTo>
                    <a:pt x="878895" y="0"/>
                  </a:lnTo>
                  <a:lnTo>
                    <a:pt x="878050" y="0"/>
                  </a:lnTo>
                  <a:lnTo>
                    <a:pt x="877205" y="0"/>
                  </a:lnTo>
                  <a:lnTo>
                    <a:pt x="876360" y="0"/>
                  </a:lnTo>
                  <a:lnTo>
                    <a:pt x="875515" y="0"/>
                  </a:lnTo>
                  <a:lnTo>
                    <a:pt x="874670" y="0"/>
                  </a:lnTo>
                  <a:lnTo>
                    <a:pt x="873825" y="0"/>
                  </a:lnTo>
                  <a:lnTo>
                    <a:pt x="872980" y="0"/>
                  </a:lnTo>
                  <a:lnTo>
                    <a:pt x="872135" y="0"/>
                  </a:lnTo>
                  <a:lnTo>
                    <a:pt x="871289" y="0"/>
                  </a:lnTo>
                  <a:lnTo>
                    <a:pt x="870444" y="0"/>
                  </a:lnTo>
                  <a:lnTo>
                    <a:pt x="869599" y="0"/>
                  </a:lnTo>
                  <a:lnTo>
                    <a:pt x="868754" y="0"/>
                  </a:lnTo>
                  <a:lnTo>
                    <a:pt x="867909" y="0"/>
                  </a:lnTo>
                  <a:lnTo>
                    <a:pt x="867064" y="0"/>
                  </a:lnTo>
                  <a:lnTo>
                    <a:pt x="866219" y="0"/>
                  </a:lnTo>
                  <a:lnTo>
                    <a:pt x="865374" y="0"/>
                  </a:lnTo>
                  <a:lnTo>
                    <a:pt x="864529" y="0"/>
                  </a:lnTo>
                  <a:lnTo>
                    <a:pt x="863684" y="0"/>
                  </a:lnTo>
                  <a:lnTo>
                    <a:pt x="862839" y="0"/>
                  </a:lnTo>
                  <a:lnTo>
                    <a:pt x="861993" y="0"/>
                  </a:lnTo>
                  <a:lnTo>
                    <a:pt x="861148" y="0"/>
                  </a:lnTo>
                  <a:lnTo>
                    <a:pt x="860303" y="0"/>
                  </a:lnTo>
                  <a:lnTo>
                    <a:pt x="859458" y="0"/>
                  </a:lnTo>
                  <a:lnTo>
                    <a:pt x="858613" y="0"/>
                  </a:lnTo>
                  <a:lnTo>
                    <a:pt x="857768" y="0"/>
                  </a:lnTo>
                  <a:lnTo>
                    <a:pt x="856923" y="0"/>
                  </a:lnTo>
                  <a:lnTo>
                    <a:pt x="856078" y="0"/>
                  </a:lnTo>
                  <a:lnTo>
                    <a:pt x="855233" y="0"/>
                  </a:lnTo>
                  <a:lnTo>
                    <a:pt x="854388" y="0"/>
                  </a:lnTo>
                  <a:lnTo>
                    <a:pt x="853543" y="0"/>
                  </a:lnTo>
                  <a:lnTo>
                    <a:pt x="852697" y="0"/>
                  </a:lnTo>
                  <a:lnTo>
                    <a:pt x="851852" y="0"/>
                  </a:lnTo>
                  <a:lnTo>
                    <a:pt x="851007" y="0"/>
                  </a:lnTo>
                  <a:lnTo>
                    <a:pt x="850162" y="0"/>
                  </a:lnTo>
                  <a:lnTo>
                    <a:pt x="849317" y="0"/>
                  </a:lnTo>
                  <a:lnTo>
                    <a:pt x="848472" y="0"/>
                  </a:lnTo>
                  <a:lnTo>
                    <a:pt x="847627" y="0"/>
                  </a:lnTo>
                  <a:lnTo>
                    <a:pt x="846782" y="0"/>
                  </a:lnTo>
                  <a:lnTo>
                    <a:pt x="845937" y="0"/>
                  </a:lnTo>
                  <a:lnTo>
                    <a:pt x="845092" y="0"/>
                  </a:lnTo>
                  <a:lnTo>
                    <a:pt x="844247" y="0"/>
                  </a:lnTo>
                  <a:lnTo>
                    <a:pt x="843401" y="0"/>
                  </a:lnTo>
                  <a:lnTo>
                    <a:pt x="842556" y="0"/>
                  </a:lnTo>
                  <a:lnTo>
                    <a:pt x="841711" y="0"/>
                  </a:lnTo>
                  <a:lnTo>
                    <a:pt x="840866" y="0"/>
                  </a:lnTo>
                  <a:lnTo>
                    <a:pt x="840021" y="0"/>
                  </a:lnTo>
                  <a:lnTo>
                    <a:pt x="839176" y="0"/>
                  </a:lnTo>
                  <a:lnTo>
                    <a:pt x="838331" y="0"/>
                  </a:lnTo>
                  <a:lnTo>
                    <a:pt x="837486" y="0"/>
                  </a:lnTo>
                  <a:lnTo>
                    <a:pt x="836641" y="0"/>
                  </a:lnTo>
                  <a:lnTo>
                    <a:pt x="835796" y="0"/>
                  </a:lnTo>
                  <a:lnTo>
                    <a:pt x="834951" y="0"/>
                  </a:lnTo>
                  <a:lnTo>
                    <a:pt x="834105" y="0"/>
                  </a:lnTo>
                  <a:lnTo>
                    <a:pt x="833260" y="0"/>
                  </a:lnTo>
                  <a:lnTo>
                    <a:pt x="832415" y="0"/>
                  </a:lnTo>
                  <a:lnTo>
                    <a:pt x="831570" y="0"/>
                  </a:lnTo>
                  <a:lnTo>
                    <a:pt x="830725" y="0"/>
                  </a:lnTo>
                  <a:lnTo>
                    <a:pt x="829880" y="0"/>
                  </a:lnTo>
                  <a:lnTo>
                    <a:pt x="829035" y="0"/>
                  </a:lnTo>
                  <a:lnTo>
                    <a:pt x="828190" y="0"/>
                  </a:lnTo>
                  <a:lnTo>
                    <a:pt x="827345" y="0"/>
                  </a:lnTo>
                  <a:lnTo>
                    <a:pt x="826500" y="0"/>
                  </a:lnTo>
                  <a:lnTo>
                    <a:pt x="825655" y="0"/>
                  </a:lnTo>
                  <a:lnTo>
                    <a:pt x="824809" y="0"/>
                  </a:lnTo>
                  <a:lnTo>
                    <a:pt x="823964" y="0"/>
                  </a:lnTo>
                  <a:lnTo>
                    <a:pt x="823119" y="0"/>
                  </a:lnTo>
                  <a:lnTo>
                    <a:pt x="822274" y="0"/>
                  </a:lnTo>
                  <a:lnTo>
                    <a:pt x="821429" y="0"/>
                  </a:lnTo>
                  <a:lnTo>
                    <a:pt x="820584" y="0"/>
                  </a:lnTo>
                  <a:lnTo>
                    <a:pt x="819739" y="0"/>
                  </a:lnTo>
                  <a:lnTo>
                    <a:pt x="818894" y="0"/>
                  </a:lnTo>
                  <a:lnTo>
                    <a:pt x="818049" y="0"/>
                  </a:lnTo>
                  <a:lnTo>
                    <a:pt x="817204" y="0"/>
                  </a:lnTo>
                  <a:lnTo>
                    <a:pt x="816358" y="0"/>
                  </a:lnTo>
                  <a:lnTo>
                    <a:pt x="815513" y="0"/>
                  </a:lnTo>
                  <a:lnTo>
                    <a:pt x="814668" y="0"/>
                  </a:lnTo>
                  <a:lnTo>
                    <a:pt x="813823" y="0"/>
                  </a:lnTo>
                  <a:lnTo>
                    <a:pt x="812978" y="0"/>
                  </a:lnTo>
                  <a:lnTo>
                    <a:pt x="812133" y="0"/>
                  </a:lnTo>
                  <a:lnTo>
                    <a:pt x="811288" y="0"/>
                  </a:lnTo>
                  <a:lnTo>
                    <a:pt x="810443" y="0"/>
                  </a:lnTo>
                  <a:lnTo>
                    <a:pt x="809598" y="0"/>
                  </a:lnTo>
                  <a:lnTo>
                    <a:pt x="808753" y="0"/>
                  </a:lnTo>
                  <a:lnTo>
                    <a:pt x="807908" y="0"/>
                  </a:lnTo>
                  <a:lnTo>
                    <a:pt x="807062" y="0"/>
                  </a:lnTo>
                  <a:lnTo>
                    <a:pt x="806217" y="0"/>
                  </a:lnTo>
                  <a:lnTo>
                    <a:pt x="805372" y="0"/>
                  </a:lnTo>
                  <a:lnTo>
                    <a:pt x="804527" y="0"/>
                  </a:lnTo>
                  <a:lnTo>
                    <a:pt x="803682" y="0"/>
                  </a:lnTo>
                  <a:lnTo>
                    <a:pt x="802837" y="0"/>
                  </a:lnTo>
                  <a:lnTo>
                    <a:pt x="801992" y="0"/>
                  </a:lnTo>
                  <a:lnTo>
                    <a:pt x="801147" y="0"/>
                  </a:lnTo>
                  <a:lnTo>
                    <a:pt x="800302" y="0"/>
                  </a:lnTo>
                  <a:lnTo>
                    <a:pt x="799457" y="0"/>
                  </a:lnTo>
                  <a:lnTo>
                    <a:pt x="798612" y="0"/>
                  </a:lnTo>
                  <a:lnTo>
                    <a:pt x="797766" y="0"/>
                  </a:lnTo>
                  <a:lnTo>
                    <a:pt x="796921" y="0"/>
                  </a:lnTo>
                  <a:lnTo>
                    <a:pt x="796076" y="0"/>
                  </a:lnTo>
                  <a:lnTo>
                    <a:pt x="795231" y="0"/>
                  </a:lnTo>
                  <a:lnTo>
                    <a:pt x="794386" y="0"/>
                  </a:lnTo>
                  <a:lnTo>
                    <a:pt x="793541" y="0"/>
                  </a:lnTo>
                  <a:lnTo>
                    <a:pt x="792696" y="0"/>
                  </a:lnTo>
                  <a:lnTo>
                    <a:pt x="791851" y="0"/>
                  </a:lnTo>
                  <a:lnTo>
                    <a:pt x="791006" y="0"/>
                  </a:lnTo>
                  <a:lnTo>
                    <a:pt x="790161" y="0"/>
                  </a:lnTo>
                  <a:lnTo>
                    <a:pt x="789316" y="0"/>
                  </a:lnTo>
                  <a:lnTo>
                    <a:pt x="788470" y="0"/>
                  </a:lnTo>
                  <a:lnTo>
                    <a:pt x="787625" y="0"/>
                  </a:lnTo>
                  <a:lnTo>
                    <a:pt x="786780" y="0"/>
                  </a:lnTo>
                  <a:lnTo>
                    <a:pt x="785935" y="0"/>
                  </a:lnTo>
                  <a:lnTo>
                    <a:pt x="785090" y="0"/>
                  </a:lnTo>
                  <a:lnTo>
                    <a:pt x="784245" y="0"/>
                  </a:lnTo>
                  <a:lnTo>
                    <a:pt x="783400" y="0"/>
                  </a:lnTo>
                  <a:lnTo>
                    <a:pt x="782555" y="0"/>
                  </a:lnTo>
                  <a:lnTo>
                    <a:pt x="781710" y="0"/>
                  </a:lnTo>
                  <a:lnTo>
                    <a:pt x="780865" y="0"/>
                  </a:lnTo>
                  <a:lnTo>
                    <a:pt x="780020" y="0"/>
                  </a:lnTo>
                  <a:lnTo>
                    <a:pt x="779174" y="0"/>
                  </a:lnTo>
                  <a:lnTo>
                    <a:pt x="778329" y="0"/>
                  </a:lnTo>
                  <a:lnTo>
                    <a:pt x="777484" y="0"/>
                  </a:lnTo>
                  <a:lnTo>
                    <a:pt x="776639" y="0"/>
                  </a:lnTo>
                  <a:lnTo>
                    <a:pt x="775794" y="0"/>
                  </a:lnTo>
                  <a:lnTo>
                    <a:pt x="774949" y="0"/>
                  </a:lnTo>
                  <a:lnTo>
                    <a:pt x="774104" y="0"/>
                  </a:lnTo>
                  <a:lnTo>
                    <a:pt x="773259" y="0"/>
                  </a:lnTo>
                  <a:lnTo>
                    <a:pt x="772414" y="0"/>
                  </a:lnTo>
                  <a:lnTo>
                    <a:pt x="771569" y="0"/>
                  </a:lnTo>
                  <a:lnTo>
                    <a:pt x="770724" y="0"/>
                  </a:lnTo>
                  <a:lnTo>
                    <a:pt x="769878" y="0"/>
                  </a:lnTo>
                  <a:lnTo>
                    <a:pt x="769033" y="0"/>
                  </a:lnTo>
                  <a:lnTo>
                    <a:pt x="768188" y="0"/>
                  </a:lnTo>
                  <a:lnTo>
                    <a:pt x="767343" y="0"/>
                  </a:lnTo>
                  <a:lnTo>
                    <a:pt x="766498" y="0"/>
                  </a:lnTo>
                  <a:lnTo>
                    <a:pt x="765653" y="0"/>
                  </a:lnTo>
                  <a:lnTo>
                    <a:pt x="764808" y="0"/>
                  </a:lnTo>
                  <a:lnTo>
                    <a:pt x="763963" y="0"/>
                  </a:lnTo>
                  <a:lnTo>
                    <a:pt x="763118" y="0"/>
                  </a:lnTo>
                  <a:lnTo>
                    <a:pt x="762273" y="0"/>
                  </a:lnTo>
                  <a:lnTo>
                    <a:pt x="761428" y="0"/>
                  </a:lnTo>
                  <a:lnTo>
                    <a:pt x="760582" y="0"/>
                  </a:lnTo>
                  <a:lnTo>
                    <a:pt x="759737" y="0"/>
                  </a:lnTo>
                  <a:lnTo>
                    <a:pt x="758892" y="0"/>
                  </a:lnTo>
                  <a:lnTo>
                    <a:pt x="758047" y="0"/>
                  </a:lnTo>
                  <a:lnTo>
                    <a:pt x="757202" y="0"/>
                  </a:lnTo>
                  <a:lnTo>
                    <a:pt x="756357" y="0"/>
                  </a:lnTo>
                  <a:lnTo>
                    <a:pt x="755512" y="0"/>
                  </a:lnTo>
                  <a:lnTo>
                    <a:pt x="754667" y="0"/>
                  </a:lnTo>
                  <a:lnTo>
                    <a:pt x="753822" y="0"/>
                  </a:lnTo>
                  <a:lnTo>
                    <a:pt x="752977" y="0"/>
                  </a:lnTo>
                  <a:lnTo>
                    <a:pt x="752131" y="0"/>
                  </a:lnTo>
                  <a:lnTo>
                    <a:pt x="751286" y="0"/>
                  </a:lnTo>
                  <a:lnTo>
                    <a:pt x="750441" y="0"/>
                  </a:lnTo>
                  <a:lnTo>
                    <a:pt x="749596" y="0"/>
                  </a:lnTo>
                  <a:lnTo>
                    <a:pt x="748751" y="0"/>
                  </a:lnTo>
                  <a:lnTo>
                    <a:pt x="747906" y="0"/>
                  </a:lnTo>
                  <a:lnTo>
                    <a:pt x="747061" y="0"/>
                  </a:lnTo>
                  <a:lnTo>
                    <a:pt x="746216" y="0"/>
                  </a:lnTo>
                  <a:lnTo>
                    <a:pt x="745371" y="0"/>
                  </a:lnTo>
                  <a:lnTo>
                    <a:pt x="744526" y="0"/>
                  </a:lnTo>
                  <a:lnTo>
                    <a:pt x="743681" y="0"/>
                  </a:lnTo>
                  <a:lnTo>
                    <a:pt x="742835" y="0"/>
                  </a:lnTo>
                  <a:lnTo>
                    <a:pt x="741990" y="0"/>
                  </a:lnTo>
                  <a:lnTo>
                    <a:pt x="741145" y="0"/>
                  </a:lnTo>
                  <a:lnTo>
                    <a:pt x="740300" y="0"/>
                  </a:lnTo>
                  <a:lnTo>
                    <a:pt x="739455" y="0"/>
                  </a:lnTo>
                  <a:lnTo>
                    <a:pt x="738610" y="0"/>
                  </a:lnTo>
                  <a:lnTo>
                    <a:pt x="737765" y="0"/>
                  </a:lnTo>
                  <a:lnTo>
                    <a:pt x="736920" y="0"/>
                  </a:lnTo>
                  <a:lnTo>
                    <a:pt x="736075" y="0"/>
                  </a:lnTo>
                  <a:lnTo>
                    <a:pt x="735230" y="0"/>
                  </a:lnTo>
                  <a:lnTo>
                    <a:pt x="734385" y="0"/>
                  </a:lnTo>
                  <a:lnTo>
                    <a:pt x="733539" y="0"/>
                  </a:lnTo>
                  <a:lnTo>
                    <a:pt x="732694" y="0"/>
                  </a:lnTo>
                  <a:lnTo>
                    <a:pt x="731849" y="0"/>
                  </a:lnTo>
                  <a:lnTo>
                    <a:pt x="731004" y="0"/>
                  </a:lnTo>
                  <a:lnTo>
                    <a:pt x="730159" y="0"/>
                  </a:lnTo>
                  <a:lnTo>
                    <a:pt x="729314" y="0"/>
                  </a:lnTo>
                  <a:lnTo>
                    <a:pt x="728469" y="0"/>
                  </a:lnTo>
                  <a:lnTo>
                    <a:pt x="727624" y="0"/>
                  </a:lnTo>
                  <a:lnTo>
                    <a:pt x="726779" y="0"/>
                  </a:lnTo>
                  <a:lnTo>
                    <a:pt x="725934" y="0"/>
                  </a:lnTo>
                  <a:lnTo>
                    <a:pt x="725089" y="0"/>
                  </a:lnTo>
                  <a:lnTo>
                    <a:pt x="724243" y="0"/>
                  </a:lnTo>
                  <a:lnTo>
                    <a:pt x="723398" y="0"/>
                  </a:lnTo>
                  <a:lnTo>
                    <a:pt x="722553" y="0"/>
                  </a:lnTo>
                  <a:lnTo>
                    <a:pt x="721708" y="0"/>
                  </a:lnTo>
                  <a:lnTo>
                    <a:pt x="720863" y="0"/>
                  </a:lnTo>
                  <a:lnTo>
                    <a:pt x="720018" y="0"/>
                  </a:lnTo>
                  <a:lnTo>
                    <a:pt x="719173" y="0"/>
                  </a:lnTo>
                  <a:lnTo>
                    <a:pt x="718328" y="0"/>
                  </a:lnTo>
                  <a:lnTo>
                    <a:pt x="717483" y="0"/>
                  </a:lnTo>
                  <a:lnTo>
                    <a:pt x="716638" y="0"/>
                  </a:lnTo>
                  <a:lnTo>
                    <a:pt x="715793" y="0"/>
                  </a:lnTo>
                  <a:lnTo>
                    <a:pt x="714947" y="0"/>
                  </a:lnTo>
                  <a:lnTo>
                    <a:pt x="714102" y="0"/>
                  </a:lnTo>
                  <a:lnTo>
                    <a:pt x="713257" y="0"/>
                  </a:lnTo>
                  <a:lnTo>
                    <a:pt x="712412" y="0"/>
                  </a:lnTo>
                  <a:lnTo>
                    <a:pt x="711567" y="0"/>
                  </a:lnTo>
                  <a:lnTo>
                    <a:pt x="710722" y="0"/>
                  </a:lnTo>
                  <a:lnTo>
                    <a:pt x="709877" y="0"/>
                  </a:lnTo>
                  <a:lnTo>
                    <a:pt x="709032" y="0"/>
                  </a:lnTo>
                  <a:lnTo>
                    <a:pt x="708187" y="0"/>
                  </a:lnTo>
                  <a:lnTo>
                    <a:pt x="707342" y="0"/>
                  </a:lnTo>
                  <a:lnTo>
                    <a:pt x="706497" y="0"/>
                  </a:lnTo>
                  <a:lnTo>
                    <a:pt x="705651" y="0"/>
                  </a:lnTo>
                  <a:lnTo>
                    <a:pt x="704806" y="0"/>
                  </a:lnTo>
                  <a:lnTo>
                    <a:pt x="703961" y="0"/>
                  </a:lnTo>
                  <a:lnTo>
                    <a:pt x="703116" y="0"/>
                  </a:lnTo>
                  <a:lnTo>
                    <a:pt x="702271" y="0"/>
                  </a:lnTo>
                  <a:lnTo>
                    <a:pt x="701426" y="0"/>
                  </a:lnTo>
                  <a:lnTo>
                    <a:pt x="700581" y="0"/>
                  </a:lnTo>
                  <a:lnTo>
                    <a:pt x="699736" y="0"/>
                  </a:lnTo>
                  <a:lnTo>
                    <a:pt x="698891" y="0"/>
                  </a:lnTo>
                  <a:lnTo>
                    <a:pt x="698046" y="0"/>
                  </a:lnTo>
                  <a:lnTo>
                    <a:pt x="697201" y="0"/>
                  </a:lnTo>
                  <a:lnTo>
                    <a:pt x="696355" y="0"/>
                  </a:lnTo>
                  <a:lnTo>
                    <a:pt x="695510" y="0"/>
                  </a:lnTo>
                  <a:lnTo>
                    <a:pt x="694665" y="0"/>
                  </a:lnTo>
                  <a:lnTo>
                    <a:pt x="693820" y="0"/>
                  </a:lnTo>
                  <a:lnTo>
                    <a:pt x="692975" y="0"/>
                  </a:lnTo>
                  <a:lnTo>
                    <a:pt x="692130" y="0"/>
                  </a:lnTo>
                  <a:lnTo>
                    <a:pt x="691285" y="0"/>
                  </a:lnTo>
                  <a:lnTo>
                    <a:pt x="690440" y="0"/>
                  </a:lnTo>
                  <a:lnTo>
                    <a:pt x="689595" y="0"/>
                  </a:lnTo>
                  <a:lnTo>
                    <a:pt x="688750" y="0"/>
                  </a:lnTo>
                  <a:lnTo>
                    <a:pt x="687904" y="0"/>
                  </a:lnTo>
                  <a:lnTo>
                    <a:pt x="687059" y="0"/>
                  </a:lnTo>
                  <a:lnTo>
                    <a:pt x="686214" y="0"/>
                  </a:lnTo>
                  <a:lnTo>
                    <a:pt x="685369" y="0"/>
                  </a:lnTo>
                  <a:lnTo>
                    <a:pt x="684524" y="0"/>
                  </a:lnTo>
                  <a:lnTo>
                    <a:pt x="683679" y="0"/>
                  </a:lnTo>
                  <a:lnTo>
                    <a:pt x="682834" y="0"/>
                  </a:lnTo>
                  <a:lnTo>
                    <a:pt x="681989" y="0"/>
                  </a:lnTo>
                  <a:lnTo>
                    <a:pt x="681144" y="0"/>
                  </a:lnTo>
                  <a:lnTo>
                    <a:pt x="680299" y="0"/>
                  </a:lnTo>
                  <a:lnTo>
                    <a:pt x="679454" y="0"/>
                  </a:lnTo>
                  <a:lnTo>
                    <a:pt x="678608" y="0"/>
                  </a:lnTo>
                  <a:lnTo>
                    <a:pt x="677763" y="0"/>
                  </a:lnTo>
                  <a:lnTo>
                    <a:pt x="676918" y="0"/>
                  </a:lnTo>
                  <a:lnTo>
                    <a:pt x="676073" y="0"/>
                  </a:lnTo>
                  <a:lnTo>
                    <a:pt x="675228" y="0"/>
                  </a:lnTo>
                  <a:lnTo>
                    <a:pt x="674383" y="0"/>
                  </a:lnTo>
                  <a:lnTo>
                    <a:pt x="673538" y="0"/>
                  </a:lnTo>
                  <a:lnTo>
                    <a:pt x="672693" y="0"/>
                  </a:lnTo>
                  <a:lnTo>
                    <a:pt x="671848" y="0"/>
                  </a:lnTo>
                  <a:lnTo>
                    <a:pt x="671003" y="0"/>
                  </a:lnTo>
                  <a:lnTo>
                    <a:pt x="670158" y="0"/>
                  </a:lnTo>
                  <a:lnTo>
                    <a:pt x="669312" y="0"/>
                  </a:lnTo>
                  <a:lnTo>
                    <a:pt x="668467" y="0"/>
                  </a:lnTo>
                  <a:lnTo>
                    <a:pt x="667622" y="0"/>
                  </a:lnTo>
                  <a:lnTo>
                    <a:pt x="666777" y="0"/>
                  </a:lnTo>
                  <a:lnTo>
                    <a:pt x="665932" y="0"/>
                  </a:lnTo>
                  <a:lnTo>
                    <a:pt x="665087" y="0"/>
                  </a:lnTo>
                  <a:lnTo>
                    <a:pt x="664242" y="0"/>
                  </a:lnTo>
                  <a:lnTo>
                    <a:pt x="663397" y="0"/>
                  </a:lnTo>
                  <a:lnTo>
                    <a:pt x="662552" y="0"/>
                  </a:lnTo>
                  <a:lnTo>
                    <a:pt x="661707" y="0"/>
                  </a:lnTo>
                  <a:lnTo>
                    <a:pt x="660862" y="0"/>
                  </a:lnTo>
                  <a:lnTo>
                    <a:pt x="660016" y="0"/>
                  </a:lnTo>
                  <a:lnTo>
                    <a:pt x="659171" y="0"/>
                  </a:lnTo>
                  <a:lnTo>
                    <a:pt x="658326" y="0"/>
                  </a:lnTo>
                  <a:lnTo>
                    <a:pt x="657481" y="0"/>
                  </a:lnTo>
                  <a:lnTo>
                    <a:pt x="656636" y="0"/>
                  </a:lnTo>
                  <a:lnTo>
                    <a:pt x="655791" y="0"/>
                  </a:lnTo>
                  <a:lnTo>
                    <a:pt x="654946" y="0"/>
                  </a:lnTo>
                  <a:lnTo>
                    <a:pt x="654101" y="0"/>
                  </a:lnTo>
                  <a:lnTo>
                    <a:pt x="653256" y="0"/>
                  </a:lnTo>
                  <a:lnTo>
                    <a:pt x="652411" y="0"/>
                  </a:lnTo>
                  <a:lnTo>
                    <a:pt x="651566" y="0"/>
                  </a:lnTo>
                  <a:lnTo>
                    <a:pt x="650720" y="0"/>
                  </a:lnTo>
                  <a:lnTo>
                    <a:pt x="649875" y="0"/>
                  </a:lnTo>
                  <a:lnTo>
                    <a:pt x="649030" y="0"/>
                  </a:lnTo>
                  <a:lnTo>
                    <a:pt x="648185" y="0"/>
                  </a:lnTo>
                  <a:lnTo>
                    <a:pt x="647340" y="0"/>
                  </a:lnTo>
                  <a:lnTo>
                    <a:pt x="646495" y="0"/>
                  </a:lnTo>
                  <a:lnTo>
                    <a:pt x="645650" y="0"/>
                  </a:lnTo>
                  <a:lnTo>
                    <a:pt x="644805" y="0"/>
                  </a:lnTo>
                  <a:lnTo>
                    <a:pt x="643960" y="0"/>
                  </a:lnTo>
                  <a:lnTo>
                    <a:pt x="643115" y="0"/>
                  </a:lnTo>
                  <a:lnTo>
                    <a:pt x="642270" y="0"/>
                  </a:lnTo>
                  <a:lnTo>
                    <a:pt x="641424" y="0"/>
                  </a:lnTo>
                  <a:lnTo>
                    <a:pt x="640579" y="0"/>
                  </a:lnTo>
                  <a:lnTo>
                    <a:pt x="639734" y="0"/>
                  </a:lnTo>
                  <a:lnTo>
                    <a:pt x="638889" y="0"/>
                  </a:lnTo>
                  <a:lnTo>
                    <a:pt x="638044" y="0"/>
                  </a:lnTo>
                  <a:lnTo>
                    <a:pt x="637199" y="0"/>
                  </a:lnTo>
                  <a:lnTo>
                    <a:pt x="636354" y="0"/>
                  </a:lnTo>
                  <a:lnTo>
                    <a:pt x="635509" y="0"/>
                  </a:lnTo>
                  <a:lnTo>
                    <a:pt x="634664" y="0"/>
                  </a:lnTo>
                  <a:lnTo>
                    <a:pt x="633819" y="0"/>
                  </a:lnTo>
                  <a:lnTo>
                    <a:pt x="632974" y="0"/>
                  </a:lnTo>
                  <a:lnTo>
                    <a:pt x="632128" y="0"/>
                  </a:lnTo>
                  <a:lnTo>
                    <a:pt x="631283" y="0"/>
                  </a:lnTo>
                  <a:lnTo>
                    <a:pt x="630438" y="0"/>
                  </a:lnTo>
                  <a:lnTo>
                    <a:pt x="629593" y="0"/>
                  </a:lnTo>
                  <a:lnTo>
                    <a:pt x="628748" y="0"/>
                  </a:lnTo>
                  <a:lnTo>
                    <a:pt x="627903" y="0"/>
                  </a:lnTo>
                  <a:lnTo>
                    <a:pt x="627058" y="0"/>
                  </a:lnTo>
                  <a:lnTo>
                    <a:pt x="626213" y="0"/>
                  </a:lnTo>
                  <a:lnTo>
                    <a:pt x="625368" y="0"/>
                  </a:lnTo>
                  <a:lnTo>
                    <a:pt x="624523" y="0"/>
                  </a:lnTo>
                  <a:lnTo>
                    <a:pt x="623677" y="0"/>
                  </a:lnTo>
                  <a:lnTo>
                    <a:pt x="622832" y="0"/>
                  </a:lnTo>
                  <a:lnTo>
                    <a:pt x="621987" y="0"/>
                  </a:lnTo>
                  <a:lnTo>
                    <a:pt x="621142" y="0"/>
                  </a:lnTo>
                  <a:lnTo>
                    <a:pt x="620297" y="0"/>
                  </a:lnTo>
                  <a:lnTo>
                    <a:pt x="619452" y="0"/>
                  </a:lnTo>
                  <a:lnTo>
                    <a:pt x="618607" y="0"/>
                  </a:lnTo>
                  <a:lnTo>
                    <a:pt x="617762" y="0"/>
                  </a:lnTo>
                  <a:lnTo>
                    <a:pt x="616917" y="0"/>
                  </a:lnTo>
                  <a:lnTo>
                    <a:pt x="616072" y="0"/>
                  </a:lnTo>
                  <a:lnTo>
                    <a:pt x="615227" y="0"/>
                  </a:lnTo>
                  <a:lnTo>
                    <a:pt x="614381" y="0"/>
                  </a:lnTo>
                  <a:lnTo>
                    <a:pt x="613536" y="0"/>
                  </a:lnTo>
                  <a:lnTo>
                    <a:pt x="612691" y="0"/>
                  </a:lnTo>
                  <a:lnTo>
                    <a:pt x="611846" y="0"/>
                  </a:lnTo>
                  <a:lnTo>
                    <a:pt x="611001" y="0"/>
                  </a:lnTo>
                  <a:lnTo>
                    <a:pt x="610156" y="0"/>
                  </a:lnTo>
                  <a:lnTo>
                    <a:pt x="609311" y="0"/>
                  </a:lnTo>
                  <a:lnTo>
                    <a:pt x="608466" y="0"/>
                  </a:lnTo>
                  <a:lnTo>
                    <a:pt x="607621" y="0"/>
                  </a:lnTo>
                  <a:lnTo>
                    <a:pt x="606776" y="0"/>
                  </a:lnTo>
                  <a:lnTo>
                    <a:pt x="605931" y="0"/>
                  </a:lnTo>
                  <a:lnTo>
                    <a:pt x="605085" y="0"/>
                  </a:lnTo>
                  <a:lnTo>
                    <a:pt x="604240" y="0"/>
                  </a:lnTo>
                  <a:lnTo>
                    <a:pt x="603395" y="0"/>
                  </a:lnTo>
                  <a:lnTo>
                    <a:pt x="602550" y="0"/>
                  </a:lnTo>
                  <a:lnTo>
                    <a:pt x="601705" y="0"/>
                  </a:lnTo>
                  <a:lnTo>
                    <a:pt x="600860" y="0"/>
                  </a:lnTo>
                  <a:lnTo>
                    <a:pt x="600015" y="0"/>
                  </a:lnTo>
                  <a:lnTo>
                    <a:pt x="599170" y="0"/>
                  </a:lnTo>
                  <a:lnTo>
                    <a:pt x="598325" y="0"/>
                  </a:lnTo>
                  <a:lnTo>
                    <a:pt x="597480" y="0"/>
                  </a:lnTo>
                  <a:lnTo>
                    <a:pt x="596635" y="0"/>
                  </a:lnTo>
                  <a:lnTo>
                    <a:pt x="595789" y="0"/>
                  </a:lnTo>
                  <a:lnTo>
                    <a:pt x="594944" y="0"/>
                  </a:lnTo>
                  <a:lnTo>
                    <a:pt x="594099" y="0"/>
                  </a:lnTo>
                  <a:lnTo>
                    <a:pt x="593254" y="0"/>
                  </a:lnTo>
                  <a:lnTo>
                    <a:pt x="592409" y="0"/>
                  </a:lnTo>
                  <a:lnTo>
                    <a:pt x="591564" y="0"/>
                  </a:lnTo>
                  <a:lnTo>
                    <a:pt x="590719" y="0"/>
                  </a:lnTo>
                  <a:lnTo>
                    <a:pt x="589874" y="0"/>
                  </a:lnTo>
                  <a:lnTo>
                    <a:pt x="589029" y="0"/>
                  </a:lnTo>
                  <a:lnTo>
                    <a:pt x="588184" y="0"/>
                  </a:lnTo>
                  <a:lnTo>
                    <a:pt x="587339" y="0"/>
                  </a:lnTo>
                  <a:lnTo>
                    <a:pt x="586493" y="0"/>
                  </a:lnTo>
                  <a:lnTo>
                    <a:pt x="585648" y="0"/>
                  </a:lnTo>
                  <a:lnTo>
                    <a:pt x="584803" y="0"/>
                  </a:lnTo>
                  <a:lnTo>
                    <a:pt x="583958" y="0"/>
                  </a:lnTo>
                  <a:lnTo>
                    <a:pt x="583113" y="0"/>
                  </a:lnTo>
                  <a:lnTo>
                    <a:pt x="582268" y="0"/>
                  </a:lnTo>
                  <a:lnTo>
                    <a:pt x="581423" y="0"/>
                  </a:lnTo>
                  <a:lnTo>
                    <a:pt x="580578" y="0"/>
                  </a:lnTo>
                  <a:lnTo>
                    <a:pt x="579733" y="0"/>
                  </a:lnTo>
                  <a:lnTo>
                    <a:pt x="578888" y="0"/>
                  </a:lnTo>
                  <a:lnTo>
                    <a:pt x="578043" y="0"/>
                  </a:lnTo>
                  <a:lnTo>
                    <a:pt x="577197" y="0"/>
                  </a:lnTo>
                  <a:lnTo>
                    <a:pt x="576352" y="0"/>
                  </a:lnTo>
                  <a:lnTo>
                    <a:pt x="575507" y="0"/>
                  </a:lnTo>
                  <a:lnTo>
                    <a:pt x="574662" y="0"/>
                  </a:lnTo>
                  <a:lnTo>
                    <a:pt x="573817" y="0"/>
                  </a:lnTo>
                  <a:lnTo>
                    <a:pt x="572972" y="0"/>
                  </a:lnTo>
                  <a:lnTo>
                    <a:pt x="572127" y="0"/>
                  </a:lnTo>
                  <a:lnTo>
                    <a:pt x="571282" y="0"/>
                  </a:lnTo>
                  <a:lnTo>
                    <a:pt x="570437" y="0"/>
                  </a:lnTo>
                  <a:lnTo>
                    <a:pt x="569592" y="0"/>
                  </a:lnTo>
                  <a:lnTo>
                    <a:pt x="568747" y="0"/>
                  </a:lnTo>
                  <a:lnTo>
                    <a:pt x="567901" y="0"/>
                  </a:lnTo>
                  <a:lnTo>
                    <a:pt x="567056" y="0"/>
                  </a:lnTo>
                  <a:lnTo>
                    <a:pt x="566211" y="0"/>
                  </a:lnTo>
                  <a:lnTo>
                    <a:pt x="565366" y="0"/>
                  </a:lnTo>
                  <a:lnTo>
                    <a:pt x="564521" y="0"/>
                  </a:lnTo>
                  <a:lnTo>
                    <a:pt x="563676" y="0"/>
                  </a:lnTo>
                  <a:lnTo>
                    <a:pt x="562831" y="0"/>
                  </a:lnTo>
                  <a:lnTo>
                    <a:pt x="561986" y="0"/>
                  </a:lnTo>
                  <a:lnTo>
                    <a:pt x="561141" y="0"/>
                  </a:lnTo>
                  <a:lnTo>
                    <a:pt x="560296" y="0"/>
                  </a:lnTo>
                  <a:lnTo>
                    <a:pt x="559450" y="0"/>
                  </a:lnTo>
                  <a:lnTo>
                    <a:pt x="558605" y="0"/>
                  </a:lnTo>
                  <a:lnTo>
                    <a:pt x="557760" y="0"/>
                  </a:lnTo>
                  <a:lnTo>
                    <a:pt x="556915" y="0"/>
                  </a:lnTo>
                  <a:lnTo>
                    <a:pt x="556070" y="0"/>
                  </a:lnTo>
                  <a:lnTo>
                    <a:pt x="555225" y="0"/>
                  </a:lnTo>
                  <a:lnTo>
                    <a:pt x="554380" y="0"/>
                  </a:lnTo>
                  <a:lnTo>
                    <a:pt x="553535" y="0"/>
                  </a:lnTo>
                  <a:lnTo>
                    <a:pt x="552690" y="0"/>
                  </a:lnTo>
                  <a:lnTo>
                    <a:pt x="551845" y="0"/>
                  </a:lnTo>
                  <a:lnTo>
                    <a:pt x="551000" y="0"/>
                  </a:lnTo>
                  <a:lnTo>
                    <a:pt x="550154" y="0"/>
                  </a:lnTo>
                  <a:lnTo>
                    <a:pt x="549309" y="0"/>
                  </a:lnTo>
                  <a:lnTo>
                    <a:pt x="548464" y="0"/>
                  </a:lnTo>
                  <a:lnTo>
                    <a:pt x="547619" y="0"/>
                  </a:lnTo>
                  <a:lnTo>
                    <a:pt x="546774" y="0"/>
                  </a:lnTo>
                  <a:lnTo>
                    <a:pt x="545929" y="0"/>
                  </a:lnTo>
                  <a:lnTo>
                    <a:pt x="545084" y="0"/>
                  </a:lnTo>
                  <a:lnTo>
                    <a:pt x="544239" y="0"/>
                  </a:lnTo>
                  <a:lnTo>
                    <a:pt x="543394" y="0"/>
                  </a:lnTo>
                  <a:lnTo>
                    <a:pt x="542549" y="0"/>
                  </a:lnTo>
                  <a:lnTo>
                    <a:pt x="541704" y="0"/>
                  </a:lnTo>
                  <a:lnTo>
                    <a:pt x="540858" y="0"/>
                  </a:lnTo>
                  <a:lnTo>
                    <a:pt x="540013" y="0"/>
                  </a:lnTo>
                  <a:lnTo>
                    <a:pt x="539168" y="0"/>
                  </a:lnTo>
                  <a:lnTo>
                    <a:pt x="538323" y="0"/>
                  </a:lnTo>
                  <a:lnTo>
                    <a:pt x="537478" y="0"/>
                  </a:lnTo>
                  <a:lnTo>
                    <a:pt x="536633" y="0"/>
                  </a:lnTo>
                  <a:lnTo>
                    <a:pt x="535788" y="0"/>
                  </a:lnTo>
                  <a:lnTo>
                    <a:pt x="534943" y="0"/>
                  </a:lnTo>
                  <a:lnTo>
                    <a:pt x="534098" y="0"/>
                  </a:lnTo>
                  <a:lnTo>
                    <a:pt x="533253" y="0"/>
                  </a:lnTo>
                  <a:lnTo>
                    <a:pt x="532408" y="0"/>
                  </a:lnTo>
                  <a:lnTo>
                    <a:pt x="531562" y="0"/>
                  </a:lnTo>
                  <a:lnTo>
                    <a:pt x="530717" y="0"/>
                  </a:lnTo>
                  <a:lnTo>
                    <a:pt x="529872" y="0"/>
                  </a:lnTo>
                  <a:lnTo>
                    <a:pt x="529027" y="0"/>
                  </a:lnTo>
                  <a:lnTo>
                    <a:pt x="528182" y="0"/>
                  </a:lnTo>
                  <a:lnTo>
                    <a:pt x="527337" y="0"/>
                  </a:lnTo>
                  <a:lnTo>
                    <a:pt x="526492" y="0"/>
                  </a:lnTo>
                  <a:lnTo>
                    <a:pt x="525647" y="0"/>
                  </a:lnTo>
                  <a:lnTo>
                    <a:pt x="524802" y="0"/>
                  </a:lnTo>
                  <a:lnTo>
                    <a:pt x="523957" y="0"/>
                  </a:lnTo>
                  <a:lnTo>
                    <a:pt x="523112" y="0"/>
                  </a:lnTo>
                  <a:lnTo>
                    <a:pt x="522266" y="0"/>
                  </a:lnTo>
                  <a:lnTo>
                    <a:pt x="521421" y="0"/>
                  </a:lnTo>
                  <a:lnTo>
                    <a:pt x="520576" y="0"/>
                  </a:lnTo>
                  <a:lnTo>
                    <a:pt x="519731" y="0"/>
                  </a:lnTo>
                  <a:lnTo>
                    <a:pt x="518886" y="0"/>
                  </a:lnTo>
                  <a:lnTo>
                    <a:pt x="518041" y="0"/>
                  </a:lnTo>
                  <a:lnTo>
                    <a:pt x="517196" y="0"/>
                  </a:lnTo>
                  <a:lnTo>
                    <a:pt x="516351" y="0"/>
                  </a:lnTo>
                  <a:lnTo>
                    <a:pt x="515506" y="0"/>
                  </a:lnTo>
                  <a:lnTo>
                    <a:pt x="514661" y="0"/>
                  </a:lnTo>
                  <a:lnTo>
                    <a:pt x="513816" y="0"/>
                  </a:lnTo>
                  <a:lnTo>
                    <a:pt x="512970" y="0"/>
                  </a:lnTo>
                  <a:lnTo>
                    <a:pt x="512125" y="0"/>
                  </a:lnTo>
                  <a:lnTo>
                    <a:pt x="511280" y="0"/>
                  </a:lnTo>
                  <a:lnTo>
                    <a:pt x="510435" y="0"/>
                  </a:lnTo>
                  <a:lnTo>
                    <a:pt x="509590" y="0"/>
                  </a:lnTo>
                  <a:lnTo>
                    <a:pt x="508745" y="0"/>
                  </a:lnTo>
                  <a:lnTo>
                    <a:pt x="507900" y="0"/>
                  </a:lnTo>
                  <a:lnTo>
                    <a:pt x="507055" y="0"/>
                  </a:lnTo>
                  <a:lnTo>
                    <a:pt x="506210" y="0"/>
                  </a:lnTo>
                  <a:lnTo>
                    <a:pt x="505365" y="0"/>
                  </a:lnTo>
                  <a:lnTo>
                    <a:pt x="504520" y="0"/>
                  </a:lnTo>
                  <a:lnTo>
                    <a:pt x="503674" y="0"/>
                  </a:lnTo>
                  <a:lnTo>
                    <a:pt x="502829" y="0"/>
                  </a:lnTo>
                  <a:lnTo>
                    <a:pt x="501984" y="0"/>
                  </a:lnTo>
                  <a:lnTo>
                    <a:pt x="501139" y="0"/>
                  </a:lnTo>
                  <a:lnTo>
                    <a:pt x="500294" y="0"/>
                  </a:lnTo>
                  <a:lnTo>
                    <a:pt x="499449" y="0"/>
                  </a:lnTo>
                  <a:lnTo>
                    <a:pt x="498604" y="0"/>
                  </a:lnTo>
                  <a:lnTo>
                    <a:pt x="497759" y="0"/>
                  </a:lnTo>
                  <a:lnTo>
                    <a:pt x="496914" y="0"/>
                  </a:lnTo>
                  <a:lnTo>
                    <a:pt x="496069" y="0"/>
                  </a:lnTo>
                  <a:lnTo>
                    <a:pt x="495223" y="0"/>
                  </a:lnTo>
                  <a:lnTo>
                    <a:pt x="494378" y="0"/>
                  </a:lnTo>
                  <a:lnTo>
                    <a:pt x="493533" y="0"/>
                  </a:lnTo>
                  <a:lnTo>
                    <a:pt x="492688" y="0"/>
                  </a:lnTo>
                  <a:lnTo>
                    <a:pt x="491843" y="0"/>
                  </a:lnTo>
                  <a:lnTo>
                    <a:pt x="490998" y="0"/>
                  </a:lnTo>
                  <a:lnTo>
                    <a:pt x="490153" y="0"/>
                  </a:lnTo>
                  <a:lnTo>
                    <a:pt x="489308" y="0"/>
                  </a:lnTo>
                  <a:lnTo>
                    <a:pt x="488463" y="0"/>
                  </a:lnTo>
                  <a:lnTo>
                    <a:pt x="487618" y="0"/>
                  </a:lnTo>
                  <a:lnTo>
                    <a:pt x="486773" y="0"/>
                  </a:lnTo>
                  <a:lnTo>
                    <a:pt x="485927" y="0"/>
                  </a:lnTo>
                  <a:lnTo>
                    <a:pt x="485082" y="0"/>
                  </a:lnTo>
                  <a:lnTo>
                    <a:pt x="484237" y="0"/>
                  </a:lnTo>
                  <a:lnTo>
                    <a:pt x="483392" y="0"/>
                  </a:lnTo>
                  <a:lnTo>
                    <a:pt x="482547" y="0"/>
                  </a:lnTo>
                  <a:lnTo>
                    <a:pt x="481702" y="0"/>
                  </a:lnTo>
                  <a:lnTo>
                    <a:pt x="480857" y="0"/>
                  </a:lnTo>
                  <a:lnTo>
                    <a:pt x="480012" y="0"/>
                  </a:lnTo>
                  <a:lnTo>
                    <a:pt x="479167" y="0"/>
                  </a:lnTo>
                  <a:lnTo>
                    <a:pt x="478322" y="0"/>
                  </a:lnTo>
                  <a:lnTo>
                    <a:pt x="477477" y="0"/>
                  </a:lnTo>
                  <a:lnTo>
                    <a:pt x="476631" y="0"/>
                  </a:lnTo>
                  <a:lnTo>
                    <a:pt x="475786" y="0"/>
                  </a:lnTo>
                  <a:lnTo>
                    <a:pt x="474941" y="0"/>
                  </a:lnTo>
                  <a:lnTo>
                    <a:pt x="474096" y="0"/>
                  </a:lnTo>
                  <a:lnTo>
                    <a:pt x="473251" y="0"/>
                  </a:lnTo>
                  <a:lnTo>
                    <a:pt x="472406" y="0"/>
                  </a:lnTo>
                  <a:lnTo>
                    <a:pt x="471561" y="0"/>
                  </a:lnTo>
                  <a:lnTo>
                    <a:pt x="470716" y="0"/>
                  </a:lnTo>
                  <a:lnTo>
                    <a:pt x="469871" y="0"/>
                  </a:lnTo>
                  <a:lnTo>
                    <a:pt x="469026" y="0"/>
                  </a:lnTo>
                  <a:lnTo>
                    <a:pt x="468181" y="0"/>
                  </a:lnTo>
                  <a:lnTo>
                    <a:pt x="467335" y="0"/>
                  </a:lnTo>
                  <a:lnTo>
                    <a:pt x="466490" y="0"/>
                  </a:lnTo>
                  <a:lnTo>
                    <a:pt x="465645" y="0"/>
                  </a:lnTo>
                  <a:lnTo>
                    <a:pt x="464800" y="0"/>
                  </a:lnTo>
                  <a:lnTo>
                    <a:pt x="463955" y="0"/>
                  </a:lnTo>
                  <a:lnTo>
                    <a:pt x="463110" y="0"/>
                  </a:lnTo>
                  <a:lnTo>
                    <a:pt x="462265" y="0"/>
                  </a:lnTo>
                  <a:lnTo>
                    <a:pt x="461420" y="0"/>
                  </a:lnTo>
                  <a:lnTo>
                    <a:pt x="460575" y="0"/>
                  </a:lnTo>
                  <a:lnTo>
                    <a:pt x="459730" y="0"/>
                  </a:lnTo>
                  <a:lnTo>
                    <a:pt x="458885" y="0"/>
                  </a:lnTo>
                  <a:lnTo>
                    <a:pt x="458039" y="0"/>
                  </a:lnTo>
                  <a:lnTo>
                    <a:pt x="457194" y="0"/>
                  </a:lnTo>
                  <a:lnTo>
                    <a:pt x="456349" y="0"/>
                  </a:lnTo>
                  <a:lnTo>
                    <a:pt x="455504" y="0"/>
                  </a:lnTo>
                  <a:lnTo>
                    <a:pt x="454659" y="0"/>
                  </a:lnTo>
                  <a:lnTo>
                    <a:pt x="453814" y="0"/>
                  </a:lnTo>
                  <a:lnTo>
                    <a:pt x="452969" y="0"/>
                  </a:lnTo>
                  <a:lnTo>
                    <a:pt x="452124" y="0"/>
                  </a:lnTo>
                  <a:lnTo>
                    <a:pt x="451279" y="0"/>
                  </a:lnTo>
                  <a:lnTo>
                    <a:pt x="450434" y="0"/>
                  </a:lnTo>
                  <a:lnTo>
                    <a:pt x="449589" y="0"/>
                  </a:lnTo>
                  <a:lnTo>
                    <a:pt x="448743" y="0"/>
                  </a:lnTo>
                  <a:lnTo>
                    <a:pt x="447898" y="0"/>
                  </a:lnTo>
                  <a:lnTo>
                    <a:pt x="447053" y="0"/>
                  </a:lnTo>
                  <a:lnTo>
                    <a:pt x="446208" y="0"/>
                  </a:lnTo>
                  <a:lnTo>
                    <a:pt x="445363" y="0"/>
                  </a:lnTo>
                  <a:lnTo>
                    <a:pt x="444518" y="0"/>
                  </a:lnTo>
                  <a:lnTo>
                    <a:pt x="443673" y="0"/>
                  </a:lnTo>
                  <a:lnTo>
                    <a:pt x="442828" y="0"/>
                  </a:lnTo>
                  <a:lnTo>
                    <a:pt x="441983" y="0"/>
                  </a:lnTo>
                  <a:lnTo>
                    <a:pt x="441138" y="0"/>
                  </a:lnTo>
                  <a:lnTo>
                    <a:pt x="440292" y="0"/>
                  </a:lnTo>
                  <a:lnTo>
                    <a:pt x="439447" y="0"/>
                  </a:lnTo>
                  <a:lnTo>
                    <a:pt x="438602" y="0"/>
                  </a:lnTo>
                  <a:lnTo>
                    <a:pt x="437757" y="0"/>
                  </a:lnTo>
                  <a:lnTo>
                    <a:pt x="436912" y="0"/>
                  </a:lnTo>
                  <a:lnTo>
                    <a:pt x="436067" y="0"/>
                  </a:lnTo>
                  <a:lnTo>
                    <a:pt x="435222" y="0"/>
                  </a:lnTo>
                  <a:lnTo>
                    <a:pt x="434377" y="0"/>
                  </a:lnTo>
                  <a:lnTo>
                    <a:pt x="433532" y="0"/>
                  </a:lnTo>
                  <a:lnTo>
                    <a:pt x="432687" y="0"/>
                  </a:lnTo>
                  <a:lnTo>
                    <a:pt x="431842" y="0"/>
                  </a:lnTo>
                  <a:lnTo>
                    <a:pt x="430996" y="0"/>
                  </a:lnTo>
                  <a:lnTo>
                    <a:pt x="430151" y="0"/>
                  </a:lnTo>
                  <a:lnTo>
                    <a:pt x="429306" y="0"/>
                  </a:lnTo>
                  <a:lnTo>
                    <a:pt x="428461" y="0"/>
                  </a:lnTo>
                  <a:lnTo>
                    <a:pt x="427616" y="0"/>
                  </a:lnTo>
                  <a:lnTo>
                    <a:pt x="426771" y="0"/>
                  </a:lnTo>
                  <a:lnTo>
                    <a:pt x="425926" y="0"/>
                  </a:lnTo>
                  <a:lnTo>
                    <a:pt x="425081" y="0"/>
                  </a:lnTo>
                  <a:lnTo>
                    <a:pt x="424236" y="0"/>
                  </a:lnTo>
                  <a:lnTo>
                    <a:pt x="423391" y="0"/>
                  </a:lnTo>
                  <a:lnTo>
                    <a:pt x="422546" y="0"/>
                  </a:lnTo>
                  <a:lnTo>
                    <a:pt x="421700" y="0"/>
                  </a:lnTo>
                  <a:lnTo>
                    <a:pt x="420855" y="0"/>
                  </a:lnTo>
                  <a:lnTo>
                    <a:pt x="420010" y="0"/>
                  </a:lnTo>
                  <a:lnTo>
                    <a:pt x="419165" y="0"/>
                  </a:lnTo>
                  <a:lnTo>
                    <a:pt x="418320" y="0"/>
                  </a:lnTo>
                  <a:lnTo>
                    <a:pt x="417475" y="0"/>
                  </a:lnTo>
                  <a:lnTo>
                    <a:pt x="416630" y="0"/>
                  </a:lnTo>
                  <a:lnTo>
                    <a:pt x="415785" y="0"/>
                  </a:lnTo>
                  <a:lnTo>
                    <a:pt x="414940" y="0"/>
                  </a:lnTo>
                  <a:lnTo>
                    <a:pt x="414095" y="0"/>
                  </a:lnTo>
                  <a:lnTo>
                    <a:pt x="413250" y="0"/>
                  </a:lnTo>
                  <a:lnTo>
                    <a:pt x="412404" y="0"/>
                  </a:lnTo>
                  <a:lnTo>
                    <a:pt x="411559" y="0"/>
                  </a:lnTo>
                  <a:lnTo>
                    <a:pt x="410714" y="0"/>
                  </a:lnTo>
                  <a:lnTo>
                    <a:pt x="409869" y="0"/>
                  </a:lnTo>
                  <a:lnTo>
                    <a:pt x="409024" y="0"/>
                  </a:lnTo>
                  <a:lnTo>
                    <a:pt x="408179" y="0"/>
                  </a:lnTo>
                  <a:lnTo>
                    <a:pt x="407334" y="0"/>
                  </a:lnTo>
                  <a:lnTo>
                    <a:pt x="406489" y="0"/>
                  </a:lnTo>
                  <a:lnTo>
                    <a:pt x="405644" y="0"/>
                  </a:lnTo>
                  <a:lnTo>
                    <a:pt x="404799" y="0"/>
                  </a:lnTo>
                  <a:lnTo>
                    <a:pt x="403954" y="0"/>
                  </a:lnTo>
                  <a:lnTo>
                    <a:pt x="403108" y="0"/>
                  </a:lnTo>
                  <a:lnTo>
                    <a:pt x="402263" y="0"/>
                  </a:lnTo>
                  <a:lnTo>
                    <a:pt x="401418" y="0"/>
                  </a:lnTo>
                  <a:lnTo>
                    <a:pt x="400573" y="0"/>
                  </a:lnTo>
                  <a:lnTo>
                    <a:pt x="399728" y="0"/>
                  </a:lnTo>
                  <a:lnTo>
                    <a:pt x="398883" y="0"/>
                  </a:lnTo>
                  <a:lnTo>
                    <a:pt x="398038" y="0"/>
                  </a:lnTo>
                  <a:lnTo>
                    <a:pt x="397193" y="0"/>
                  </a:lnTo>
                  <a:lnTo>
                    <a:pt x="396348" y="0"/>
                  </a:lnTo>
                  <a:lnTo>
                    <a:pt x="395503" y="0"/>
                  </a:lnTo>
                  <a:lnTo>
                    <a:pt x="394658" y="0"/>
                  </a:lnTo>
                  <a:lnTo>
                    <a:pt x="393812" y="0"/>
                  </a:lnTo>
                  <a:lnTo>
                    <a:pt x="392967" y="0"/>
                  </a:lnTo>
                  <a:lnTo>
                    <a:pt x="392122" y="0"/>
                  </a:lnTo>
                  <a:lnTo>
                    <a:pt x="391277" y="0"/>
                  </a:lnTo>
                  <a:lnTo>
                    <a:pt x="390432" y="0"/>
                  </a:lnTo>
                  <a:lnTo>
                    <a:pt x="389587" y="0"/>
                  </a:lnTo>
                  <a:lnTo>
                    <a:pt x="388742" y="0"/>
                  </a:lnTo>
                  <a:lnTo>
                    <a:pt x="387897" y="0"/>
                  </a:lnTo>
                  <a:lnTo>
                    <a:pt x="387052" y="0"/>
                  </a:lnTo>
                  <a:lnTo>
                    <a:pt x="386207" y="0"/>
                  </a:lnTo>
                  <a:lnTo>
                    <a:pt x="385362" y="0"/>
                  </a:lnTo>
                  <a:lnTo>
                    <a:pt x="384516" y="0"/>
                  </a:lnTo>
                  <a:lnTo>
                    <a:pt x="383671" y="0"/>
                  </a:lnTo>
                  <a:lnTo>
                    <a:pt x="382826" y="0"/>
                  </a:lnTo>
                  <a:lnTo>
                    <a:pt x="381981" y="0"/>
                  </a:lnTo>
                  <a:lnTo>
                    <a:pt x="381136" y="0"/>
                  </a:lnTo>
                  <a:lnTo>
                    <a:pt x="380291" y="0"/>
                  </a:lnTo>
                  <a:lnTo>
                    <a:pt x="379446" y="0"/>
                  </a:lnTo>
                  <a:lnTo>
                    <a:pt x="378601" y="0"/>
                  </a:lnTo>
                  <a:lnTo>
                    <a:pt x="377756" y="0"/>
                  </a:lnTo>
                  <a:lnTo>
                    <a:pt x="376911" y="0"/>
                  </a:lnTo>
                  <a:lnTo>
                    <a:pt x="376065" y="0"/>
                  </a:lnTo>
                  <a:lnTo>
                    <a:pt x="375220" y="0"/>
                  </a:lnTo>
                  <a:lnTo>
                    <a:pt x="374375" y="0"/>
                  </a:lnTo>
                  <a:lnTo>
                    <a:pt x="373530" y="0"/>
                  </a:lnTo>
                  <a:lnTo>
                    <a:pt x="372685" y="0"/>
                  </a:lnTo>
                  <a:lnTo>
                    <a:pt x="371840" y="0"/>
                  </a:lnTo>
                  <a:lnTo>
                    <a:pt x="370995" y="0"/>
                  </a:lnTo>
                  <a:lnTo>
                    <a:pt x="370150" y="0"/>
                  </a:lnTo>
                  <a:lnTo>
                    <a:pt x="369305" y="0"/>
                  </a:lnTo>
                  <a:lnTo>
                    <a:pt x="368460" y="0"/>
                  </a:lnTo>
                  <a:lnTo>
                    <a:pt x="367615" y="0"/>
                  </a:lnTo>
                  <a:lnTo>
                    <a:pt x="366769" y="0"/>
                  </a:lnTo>
                  <a:lnTo>
                    <a:pt x="365924" y="0"/>
                  </a:lnTo>
                  <a:lnTo>
                    <a:pt x="365079" y="0"/>
                  </a:lnTo>
                  <a:lnTo>
                    <a:pt x="364234" y="0"/>
                  </a:lnTo>
                  <a:lnTo>
                    <a:pt x="363389" y="0"/>
                  </a:lnTo>
                  <a:lnTo>
                    <a:pt x="362544" y="0"/>
                  </a:lnTo>
                  <a:lnTo>
                    <a:pt x="361699" y="0"/>
                  </a:lnTo>
                  <a:lnTo>
                    <a:pt x="360854" y="0"/>
                  </a:lnTo>
                  <a:lnTo>
                    <a:pt x="360009" y="0"/>
                  </a:lnTo>
                  <a:lnTo>
                    <a:pt x="359164" y="0"/>
                  </a:lnTo>
                  <a:lnTo>
                    <a:pt x="358319" y="0"/>
                  </a:lnTo>
                  <a:lnTo>
                    <a:pt x="357473" y="0"/>
                  </a:lnTo>
                  <a:lnTo>
                    <a:pt x="356628" y="0"/>
                  </a:lnTo>
                  <a:lnTo>
                    <a:pt x="355783" y="0"/>
                  </a:lnTo>
                  <a:lnTo>
                    <a:pt x="354938" y="0"/>
                  </a:lnTo>
                  <a:lnTo>
                    <a:pt x="354093" y="0"/>
                  </a:lnTo>
                  <a:lnTo>
                    <a:pt x="353248" y="0"/>
                  </a:lnTo>
                  <a:lnTo>
                    <a:pt x="352403" y="0"/>
                  </a:lnTo>
                  <a:lnTo>
                    <a:pt x="351558" y="0"/>
                  </a:lnTo>
                  <a:lnTo>
                    <a:pt x="350713" y="0"/>
                  </a:lnTo>
                  <a:lnTo>
                    <a:pt x="349868" y="0"/>
                  </a:lnTo>
                  <a:lnTo>
                    <a:pt x="349023" y="0"/>
                  </a:lnTo>
                  <a:lnTo>
                    <a:pt x="348177" y="0"/>
                  </a:lnTo>
                  <a:lnTo>
                    <a:pt x="347332" y="0"/>
                  </a:lnTo>
                  <a:lnTo>
                    <a:pt x="346487" y="0"/>
                  </a:lnTo>
                  <a:lnTo>
                    <a:pt x="345642" y="0"/>
                  </a:lnTo>
                  <a:lnTo>
                    <a:pt x="344797" y="0"/>
                  </a:lnTo>
                  <a:lnTo>
                    <a:pt x="343952" y="0"/>
                  </a:lnTo>
                  <a:lnTo>
                    <a:pt x="343107" y="0"/>
                  </a:lnTo>
                  <a:lnTo>
                    <a:pt x="342262" y="0"/>
                  </a:lnTo>
                  <a:lnTo>
                    <a:pt x="341417" y="0"/>
                  </a:lnTo>
                  <a:lnTo>
                    <a:pt x="340572" y="0"/>
                  </a:lnTo>
                  <a:lnTo>
                    <a:pt x="339727" y="0"/>
                  </a:lnTo>
                  <a:lnTo>
                    <a:pt x="338881" y="0"/>
                  </a:lnTo>
                  <a:lnTo>
                    <a:pt x="338036" y="0"/>
                  </a:lnTo>
                  <a:lnTo>
                    <a:pt x="337191" y="0"/>
                  </a:lnTo>
                  <a:lnTo>
                    <a:pt x="336346" y="0"/>
                  </a:lnTo>
                  <a:lnTo>
                    <a:pt x="335501" y="0"/>
                  </a:lnTo>
                  <a:lnTo>
                    <a:pt x="334656" y="0"/>
                  </a:lnTo>
                  <a:lnTo>
                    <a:pt x="333811" y="0"/>
                  </a:lnTo>
                  <a:lnTo>
                    <a:pt x="332966" y="0"/>
                  </a:lnTo>
                  <a:lnTo>
                    <a:pt x="332121" y="0"/>
                  </a:lnTo>
                  <a:lnTo>
                    <a:pt x="331276" y="0"/>
                  </a:lnTo>
                  <a:lnTo>
                    <a:pt x="330431" y="0"/>
                  </a:lnTo>
                  <a:lnTo>
                    <a:pt x="329585" y="0"/>
                  </a:lnTo>
                  <a:lnTo>
                    <a:pt x="328740" y="0"/>
                  </a:lnTo>
                  <a:lnTo>
                    <a:pt x="327895" y="0"/>
                  </a:lnTo>
                  <a:lnTo>
                    <a:pt x="327050" y="0"/>
                  </a:lnTo>
                  <a:lnTo>
                    <a:pt x="326205" y="0"/>
                  </a:lnTo>
                  <a:lnTo>
                    <a:pt x="325360" y="0"/>
                  </a:lnTo>
                  <a:lnTo>
                    <a:pt x="324515" y="0"/>
                  </a:lnTo>
                  <a:lnTo>
                    <a:pt x="323670" y="0"/>
                  </a:lnTo>
                  <a:lnTo>
                    <a:pt x="322825" y="0"/>
                  </a:lnTo>
                  <a:lnTo>
                    <a:pt x="321980" y="0"/>
                  </a:lnTo>
                  <a:lnTo>
                    <a:pt x="321135" y="0"/>
                  </a:lnTo>
                  <a:lnTo>
                    <a:pt x="320289" y="0"/>
                  </a:lnTo>
                  <a:lnTo>
                    <a:pt x="319444" y="0"/>
                  </a:lnTo>
                  <a:lnTo>
                    <a:pt x="318599" y="0"/>
                  </a:lnTo>
                  <a:lnTo>
                    <a:pt x="317754" y="0"/>
                  </a:lnTo>
                  <a:lnTo>
                    <a:pt x="316909" y="0"/>
                  </a:lnTo>
                  <a:lnTo>
                    <a:pt x="316064" y="0"/>
                  </a:lnTo>
                  <a:lnTo>
                    <a:pt x="315219" y="0"/>
                  </a:lnTo>
                  <a:lnTo>
                    <a:pt x="314374" y="0"/>
                  </a:lnTo>
                  <a:lnTo>
                    <a:pt x="313529" y="0"/>
                  </a:lnTo>
                  <a:lnTo>
                    <a:pt x="312684" y="0"/>
                  </a:lnTo>
                  <a:lnTo>
                    <a:pt x="311838" y="0"/>
                  </a:lnTo>
                  <a:lnTo>
                    <a:pt x="310993" y="0"/>
                  </a:lnTo>
                  <a:lnTo>
                    <a:pt x="310148" y="0"/>
                  </a:lnTo>
                  <a:lnTo>
                    <a:pt x="309303" y="0"/>
                  </a:lnTo>
                  <a:lnTo>
                    <a:pt x="308458" y="0"/>
                  </a:lnTo>
                  <a:lnTo>
                    <a:pt x="307613" y="0"/>
                  </a:lnTo>
                  <a:lnTo>
                    <a:pt x="306768" y="0"/>
                  </a:lnTo>
                  <a:lnTo>
                    <a:pt x="305923" y="0"/>
                  </a:lnTo>
                  <a:lnTo>
                    <a:pt x="305078" y="0"/>
                  </a:lnTo>
                  <a:lnTo>
                    <a:pt x="304233" y="0"/>
                  </a:lnTo>
                  <a:lnTo>
                    <a:pt x="303388" y="0"/>
                  </a:lnTo>
                  <a:lnTo>
                    <a:pt x="302542" y="0"/>
                  </a:lnTo>
                  <a:lnTo>
                    <a:pt x="301697" y="0"/>
                  </a:lnTo>
                  <a:lnTo>
                    <a:pt x="300852" y="0"/>
                  </a:lnTo>
                  <a:lnTo>
                    <a:pt x="300007" y="0"/>
                  </a:lnTo>
                  <a:lnTo>
                    <a:pt x="299162" y="0"/>
                  </a:lnTo>
                  <a:lnTo>
                    <a:pt x="298317" y="0"/>
                  </a:lnTo>
                  <a:lnTo>
                    <a:pt x="297472" y="0"/>
                  </a:lnTo>
                  <a:lnTo>
                    <a:pt x="296627" y="0"/>
                  </a:lnTo>
                  <a:lnTo>
                    <a:pt x="295782" y="0"/>
                  </a:lnTo>
                  <a:lnTo>
                    <a:pt x="294937" y="0"/>
                  </a:lnTo>
                  <a:lnTo>
                    <a:pt x="294092" y="0"/>
                  </a:lnTo>
                  <a:lnTo>
                    <a:pt x="293246" y="0"/>
                  </a:lnTo>
                  <a:lnTo>
                    <a:pt x="292401" y="0"/>
                  </a:lnTo>
                  <a:lnTo>
                    <a:pt x="291556" y="0"/>
                  </a:lnTo>
                  <a:lnTo>
                    <a:pt x="290711" y="0"/>
                  </a:lnTo>
                  <a:lnTo>
                    <a:pt x="289866" y="0"/>
                  </a:lnTo>
                  <a:lnTo>
                    <a:pt x="289021" y="0"/>
                  </a:lnTo>
                  <a:lnTo>
                    <a:pt x="288176" y="0"/>
                  </a:lnTo>
                  <a:lnTo>
                    <a:pt x="287331" y="0"/>
                  </a:lnTo>
                  <a:lnTo>
                    <a:pt x="286486" y="0"/>
                  </a:lnTo>
                  <a:lnTo>
                    <a:pt x="285641" y="0"/>
                  </a:lnTo>
                  <a:lnTo>
                    <a:pt x="284796" y="0"/>
                  </a:lnTo>
                  <a:lnTo>
                    <a:pt x="283950" y="0"/>
                  </a:lnTo>
                  <a:lnTo>
                    <a:pt x="283105" y="0"/>
                  </a:lnTo>
                  <a:lnTo>
                    <a:pt x="282260" y="0"/>
                  </a:lnTo>
                  <a:lnTo>
                    <a:pt x="281415" y="0"/>
                  </a:lnTo>
                  <a:lnTo>
                    <a:pt x="280570" y="0"/>
                  </a:lnTo>
                  <a:lnTo>
                    <a:pt x="279725" y="0"/>
                  </a:lnTo>
                  <a:lnTo>
                    <a:pt x="278880" y="0"/>
                  </a:lnTo>
                  <a:lnTo>
                    <a:pt x="278035" y="0"/>
                  </a:lnTo>
                  <a:lnTo>
                    <a:pt x="277190" y="0"/>
                  </a:lnTo>
                  <a:lnTo>
                    <a:pt x="276345" y="0"/>
                  </a:lnTo>
                  <a:lnTo>
                    <a:pt x="275500" y="0"/>
                  </a:lnTo>
                  <a:lnTo>
                    <a:pt x="274654" y="0"/>
                  </a:lnTo>
                  <a:lnTo>
                    <a:pt x="273809" y="0"/>
                  </a:lnTo>
                  <a:lnTo>
                    <a:pt x="272964" y="0"/>
                  </a:lnTo>
                  <a:lnTo>
                    <a:pt x="272119" y="0"/>
                  </a:lnTo>
                  <a:lnTo>
                    <a:pt x="271274" y="0"/>
                  </a:lnTo>
                  <a:lnTo>
                    <a:pt x="270429" y="0"/>
                  </a:lnTo>
                  <a:lnTo>
                    <a:pt x="269584" y="0"/>
                  </a:lnTo>
                  <a:lnTo>
                    <a:pt x="268739" y="0"/>
                  </a:lnTo>
                  <a:lnTo>
                    <a:pt x="267894" y="0"/>
                  </a:lnTo>
                  <a:lnTo>
                    <a:pt x="267049" y="0"/>
                  </a:lnTo>
                  <a:lnTo>
                    <a:pt x="266204" y="0"/>
                  </a:lnTo>
                  <a:lnTo>
                    <a:pt x="265358" y="0"/>
                  </a:lnTo>
                  <a:lnTo>
                    <a:pt x="264513" y="0"/>
                  </a:lnTo>
                  <a:lnTo>
                    <a:pt x="263668" y="0"/>
                  </a:lnTo>
                  <a:lnTo>
                    <a:pt x="262823" y="0"/>
                  </a:lnTo>
                  <a:lnTo>
                    <a:pt x="261978" y="0"/>
                  </a:lnTo>
                  <a:lnTo>
                    <a:pt x="261133" y="0"/>
                  </a:lnTo>
                  <a:lnTo>
                    <a:pt x="260288" y="0"/>
                  </a:lnTo>
                  <a:lnTo>
                    <a:pt x="259443" y="0"/>
                  </a:lnTo>
                  <a:lnTo>
                    <a:pt x="258598" y="0"/>
                  </a:lnTo>
                  <a:lnTo>
                    <a:pt x="257753" y="0"/>
                  </a:lnTo>
                  <a:lnTo>
                    <a:pt x="256908" y="0"/>
                  </a:lnTo>
                  <a:lnTo>
                    <a:pt x="256062" y="0"/>
                  </a:lnTo>
                  <a:lnTo>
                    <a:pt x="255217" y="0"/>
                  </a:lnTo>
                  <a:lnTo>
                    <a:pt x="254372" y="0"/>
                  </a:lnTo>
                  <a:lnTo>
                    <a:pt x="253527" y="0"/>
                  </a:lnTo>
                  <a:lnTo>
                    <a:pt x="252682" y="0"/>
                  </a:lnTo>
                  <a:lnTo>
                    <a:pt x="251837" y="0"/>
                  </a:lnTo>
                  <a:lnTo>
                    <a:pt x="250992" y="0"/>
                  </a:lnTo>
                  <a:lnTo>
                    <a:pt x="250147" y="0"/>
                  </a:lnTo>
                  <a:lnTo>
                    <a:pt x="249302" y="0"/>
                  </a:lnTo>
                  <a:lnTo>
                    <a:pt x="248457" y="0"/>
                  </a:lnTo>
                  <a:lnTo>
                    <a:pt x="247611" y="0"/>
                  </a:lnTo>
                  <a:lnTo>
                    <a:pt x="246766" y="0"/>
                  </a:lnTo>
                  <a:lnTo>
                    <a:pt x="245921" y="0"/>
                  </a:lnTo>
                  <a:lnTo>
                    <a:pt x="245076" y="0"/>
                  </a:lnTo>
                  <a:lnTo>
                    <a:pt x="244231" y="0"/>
                  </a:lnTo>
                  <a:lnTo>
                    <a:pt x="243386" y="0"/>
                  </a:lnTo>
                  <a:lnTo>
                    <a:pt x="242541" y="0"/>
                  </a:lnTo>
                  <a:lnTo>
                    <a:pt x="241696" y="0"/>
                  </a:lnTo>
                  <a:lnTo>
                    <a:pt x="240851" y="0"/>
                  </a:lnTo>
                  <a:lnTo>
                    <a:pt x="240006" y="0"/>
                  </a:lnTo>
                  <a:lnTo>
                    <a:pt x="239161" y="0"/>
                  </a:lnTo>
                  <a:lnTo>
                    <a:pt x="238315" y="0"/>
                  </a:lnTo>
                  <a:lnTo>
                    <a:pt x="237470" y="0"/>
                  </a:lnTo>
                  <a:lnTo>
                    <a:pt x="236625" y="0"/>
                  </a:lnTo>
                  <a:lnTo>
                    <a:pt x="235780" y="0"/>
                  </a:lnTo>
                  <a:lnTo>
                    <a:pt x="234935" y="0"/>
                  </a:lnTo>
                  <a:lnTo>
                    <a:pt x="234090" y="0"/>
                  </a:lnTo>
                  <a:lnTo>
                    <a:pt x="233245" y="0"/>
                  </a:lnTo>
                  <a:lnTo>
                    <a:pt x="232400" y="0"/>
                  </a:lnTo>
                  <a:lnTo>
                    <a:pt x="231555" y="0"/>
                  </a:lnTo>
                  <a:lnTo>
                    <a:pt x="230710" y="0"/>
                  </a:lnTo>
                  <a:lnTo>
                    <a:pt x="229865" y="0"/>
                  </a:lnTo>
                  <a:lnTo>
                    <a:pt x="229019" y="0"/>
                  </a:lnTo>
                  <a:lnTo>
                    <a:pt x="228174" y="0"/>
                  </a:lnTo>
                  <a:lnTo>
                    <a:pt x="227329" y="0"/>
                  </a:lnTo>
                  <a:lnTo>
                    <a:pt x="226484" y="0"/>
                  </a:lnTo>
                  <a:lnTo>
                    <a:pt x="225639" y="0"/>
                  </a:lnTo>
                  <a:lnTo>
                    <a:pt x="224794" y="0"/>
                  </a:lnTo>
                  <a:lnTo>
                    <a:pt x="223949" y="0"/>
                  </a:lnTo>
                  <a:lnTo>
                    <a:pt x="223104" y="0"/>
                  </a:lnTo>
                  <a:lnTo>
                    <a:pt x="222259" y="0"/>
                  </a:lnTo>
                  <a:lnTo>
                    <a:pt x="221414" y="0"/>
                  </a:lnTo>
                  <a:lnTo>
                    <a:pt x="220569" y="0"/>
                  </a:lnTo>
                  <a:lnTo>
                    <a:pt x="219723" y="0"/>
                  </a:lnTo>
                  <a:lnTo>
                    <a:pt x="218878" y="0"/>
                  </a:lnTo>
                  <a:lnTo>
                    <a:pt x="218033" y="0"/>
                  </a:lnTo>
                  <a:lnTo>
                    <a:pt x="217188" y="0"/>
                  </a:lnTo>
                  <a:lnTo>
                    <a:pt x="216343" y="0"/>
                  </a:lnTo>
                  <a:lnTo>
                    <a:pt x="215498" y="0"/>
                  </a:lnTo>
                  <a:lnTo>
                    <a:pt x="214653" y="0"/>
                  </a:lnTo>
                  <a:lnTo>
                    <a:pt x="213808" y="0"/>
                  </a:lnTo>
                  <a:lnTo>
                    <a:pt x="212963" y="0"/>
                  </a:lnTo>
                  <a:lnTo>
                    <a:pt x="212118" y="0"/>
                  </a:lnTo>
                  <a:lnTo>
                    <a:pt x="211273" y="0"/>
                  </a:lnTo>
                  <a:lnTo>
                    <a:pt x="210427" y="0"/>
                  </a:lnTo>
                  <a:lnTo>
                    <a:pt x="209582" y="0"/>
                  </a:lnTo>
                  <a:lnTo>
                    <a:pt x="208737" y="0"/>
                  </a:lnTo>
                  <a:lnTo>
                    <a:pt x="207892" y="0"/>
                  </a:lnTo>
                  <a:lnTo>
                    <a:pt x="207047" y="0"/>
                  </a:lnTo>
                  <a:lnTo>
                    <a:pt x="206202" y="0"/>
                  </a:lnTo>
                  <a:lnTo>
                    <a:pt x="205357" y="0"/>
                  </a:lnTo>
                  <a:lnTo>
                    <a:pt x="204512" y="0"/>
                  </a:lnTo>
                  <a:lnTo>
                    <a:pt x="203667" y="0"/>
                  </a:lnTo>
                  <a:lnTo>
                    <a:pt x="202822" y="0"/>
                  </a:lnTo>
                  <a:lnTo>
                    <a:pt x="201977" y="0"/>
                  </a:lnTo>
                  <a:lnTo>
                    <a:pt x="201131" y="0"/>
                  </a:lnTo>
                  <a:lnTo>
                    <a:pt x="200286" y="0"/>
                  </a:lnTo>
                  <a:lnTo>
                    <a:pt x="199441" y="0"/>
                  </a:lnTo>
                  <a:lnTo>
                    <a:pt x="198596" y="0"/>
                  </a:lnTo>
                  <a:lnTo>
                    <a:pt x="197751" y="0"/>
                  </a:lnTo>
                  <a:lnTo>
                    <a:pt x="196906" y="0"/>
                  </a:lnTo>
                  <a:lnTo>
                    <a:pt x="196061" y="0"/>
                  </a:lnTo>
                  <a:lnTo>
                    <a:pt x="195216" y="0"/>
                  </a:lnTo>
                  <a:lnTo>
                    <a:pt x="194371" y="0"/>
                  </a:lnTo>
                  <a:lnTo>
                    <a:pt x="193526" y="0"/>
                  </a:lnTo>
                  <a:lnTo>
                    <a:pt x="192681" y="0"/>
                  </a:lnTo>
                  <a:lnTo>
                    <a:pt x="191835" y="0"/>
                  </a:lnTo>
                  <a:lnTo>
                    <a:pt x="190990" y="0"/>
                  </a:lnTo>
                  <a:lnTo>
                    <a:pt x="190145" y="0"/>
                  </a:lnTo>
                  <a:lnTo>
                    <a:pt x="189300" y="0"/>
                  </a:lnTo>
                  <a:lnTo>
                    <a:pt x="188455" y="0"/>
                  </a:lnTo>
                  <a:lnTo>
                    <a:pt x="187610" y="0"/>
                  </a:lnTo>
                  <a:lnTo>
                    <a:pt x="186765" y="0"/>
                  </a:lnTo>
                  <a:lnTo>
                    <a:pt x="185920" y="0"/>
                  </a:lnTo>
                  <a:lnTo>
                    <a:pt x="185075" y="0"/>
                  </a:lnTo>
                  <a:lnTo>
                    <a:pt x="184230" y="0"/>
                  </a:lnTo>
                  <a:lnTo>
                    <a:pt x="183384" y="0"/>
                  </a:lnTo>
                  <a:lnTo>
                    <a:pt x="182539" y="0"/>
                  </a:lnTo>
                  <a:lnTo>
                    <a:pt x="181694" y="0"/>
                  </a:lnTo>
                  <a:lnTo>
                    <a:pt x="180849" y="0"/>
                  </a:lnTo>
                  <a:lnTo>
                    <a:pt x="180004" y="0"/>
                  </a:lnTo>
                  <a:lnTo>
                    <a:pt x="179159" y="0"/>
                  </a:lnTo>
                  <a:lnTo>
                    <a:pt x="178314" y="0"/>
                  </a:lnTo>
                  <a:lnTo>
                    <a:pt x="177469" y="0"/>
                  </a:lnTo>
                  <a:lnTo>
                    <a:pt x="176624" y="0"/>
                  </a:lnTo>
                  <a:lnTo>
                    <a:pt x="175779" y="0"/>
                  </a:lnTo>
                  <a:lnTo>
                    <a:pt x="174934" y="0"/>
                  </a:lnTo>
                  <a:lnTo>
                    <a:pt x="174088" y="0"/>
                  </a:lnTo>
                  <a:lnTo>
                    <a:pt x="173243" y="0"/>
                  </a:lnTo>
                  <a:lnTo>
                    <a:pt x="172398" y="0"/>
                  </a:lnTo>
                  <a:lnTo>
                    <a:pt x="171553" y="0"/>
                  </a:lnTo>
                  <a:lnTo>
                    <a:pt x="170708" y="0"/>
                  </a:lnTo>
                  <a:lnTo>
                    <a:pt x="169863" y="0"/>
                  </a:lnTo>
                  <a:lnTo>
                    <a:pt x="169018" y="0"/>
                  </a:lnTo>
                  <a:lnTo>
                    <a:pt x="168173" y="0"/>
                  </a:lnTo>
                  <a:lnTo>
                    <a:pt x="167328" y="0"/>
                  </a:lnTo>
                  <a:lnTo>
                    <a:pt x="166483" y="0"/>
                  </a:lnTo>
                  <a:lnTo>
                    <a:pt x="165638" y="0"/>
                  </a:lnTo>
                  <a:lnTo>
                    <a:pt x="164792" y="0"/>
                  </a:lnTo>
                  <a:lnTo>
                    <a:pt x="163947" y="0"/>
                  </a:lnTo>
                  <a:lnTo>
                    <a:pt x="163102" y="0"/>
                  </a:lnTo>
                  <a:lnTo>
                    <a:pt x="162257" y="0"/>
                  </a:lnTo>
                  <a:lnTo>
                    <a:pt x="161412" y="0"/>
                  </a:lnTo>
                  <a:lnTo>
                    <a:pt x="160567" y="0"/>
                  </a:lnTo>
                  <a:lnTo>
                    <a:pt x="159722" y="0"/>
                  </a:lnTo>
                  <a:lnTo>
                    <a:pt x="158877" y="0"/>
                  </a:lnTo>
                  <a:lnTo>
                    <a:pt x="158032" y="0"/>
                  </a:lnTo>
                  <a:lnTo>
                    <a:pt x="157187" y="0"/>
                  </a:lnTo>
                  <a:lnTo>
                    <a:pt x="156342" y="0"/>
                  </a:lnTo>
                  <a:lnTo>
                    <a:pt x="155496" y="0"/>
                  </a:lnTo>
                  <a:lnTo>
                    <a:pt x="154651" y="0"/>
                  </a:lnTo>
                  <a:lnTo>
                    <a:pt x="153806" y="0"/>
                  </a:lnTo>
                  <a:lnTo>
                    <a:pt x="152961" y="0"/>
                  </a:lnTo>
                  <a:lnTo>
                    <a:pt x="152116" y="0"/>
                  </a:lnTo>
                  <a:lnTo>
                    <a:pt x="151271" y="0"/>
                  </a:lnTo>
                  <a:lnTo>
                    <a:pt x="150426" y="0"/>
                  </a:lnTo>
                  <a:lnTo>
                    <a:pt x="149581" y="0"/>
                  </a:lnTo>
                  <a:lnTo>
                    <a:pt x="148736" y="0"/>
                  </a:lnTo>
                  <a:lnTo>
                    <a:pt x="147891" y="0"/>
                  </a:lnTo>
                  <a:lnTo>
                    <a:pt x="147046" y="0"/>
                  </a:lnTo>
                  <a:lnTo>
                    <a:pt x="146200" y="0"/>
                  </a:lnTo>
                  <a:lnTo>
                    <a:pt x="145355" y="0"/>
                  </a:lnTo>
                  <a:lnTo>
                    <a:pt x="144510" y="0"/>
                  </a:lnTo>
                  <a:lnTo>
                    <a:pt x="143665" y="0"/>
                  </a:lnTo>
                  <a:lnTo>
                    <a:pt x="142820" y="0"/>
                  </a:lnTo>
                  <a:lnTo>
                    <a:pt x="141975" y="0"/>
                  </a:lnTo>
                  <a:lnTo>
                    <a:pt x="141130" y="0"/>
                  </a:lnTo>
                  <a:lnTo>
                    <a:pt x="140285" y="0"/>
                  </a:lnTo>
                  <a:lnTo>
                    <a:pt x="139440" y="0"/>
                  </a:lnTo>
                  <a:lnTo>
                    <a:pt x="138595" y="0"/>
                  </a:lnTo>
                  <a:lnTo>
                    <a:pt x="137750" y="0"/>
                  </a:lnTo>
                  <a:lnTo>
                    <a:pt x="136904" y="0"/>
                  </a:lnTo>
                  <a:lnTo>
                    <a:pt x="136059" y="0"/>
                  </a:lnTo>
                  <a:lnTo>
                    <a:pt x="135214" y="0"/>
                  </a:lnTo>
                  <a:lnTo>
                    <a:pt x="134369" y="0"/>
                  </a:lnTo>
                  <a:lnTo>
                    <a:pt x="133524" y="0"/>
                  </a:lnTo>
                  <a:lnTo>
                    <a:pt x="132679" y="0"/>
                  </a:lnTo>
                  <a:lnTo>
                    <a:pt x="131834" y="0"/>
                  </a:lnTo>
                  <a:lnTo>
                    <a:pt x="130989" y="0"/>
                  </a:lnTo>
                  <a:lnTo>
                    <a:pt x="130144" y="0"/>
                  </a:lnTo>
                  <a:lnTo>
                    <a:pt x="129299" y="0"/>
                  </a:lnTo>
                  <a:lnTo>
                    <a:pt x="128454" y="0"/>
                  </a:lnTo>
                  <a:lnTo>
                    <a:pt x="127608" y="0"/>
                  </a:lnTo>
                  <a:lnTo>
                    <a:pt x="126763" y="0"/>
                  </a:lnTo>
                  <a:lnTo>
                    <a:pt x="125918" y="0"/>
                  </a:lnTo>
                  <a:lnTo>
                    <a:pt x="125073" y="0"/>
                  </a:lnTo>
                  <a:lnTo>
                    <a:pt x="124228" y="0"/>
                  </a:lnTo>
                  <a:lnTo>
                    <a:pt x="123383" y="0"/>
                  </a:lnTo>
                  <a:lnTo>
                    <a:pt x="122538" y="0"/>
                  </a:lnTo>
                  <a:lnTo>
                    <a:pt x="121693" y="0"/>
                  </a:lnTo>
                  <a:lnTo>
                    <a:pt x="120848" y="0"/>
                  </a:lnTo>
                  <a:lnTo>
                    <a:pt x="120003" y="0"/>
                  </a:lnTo>
                  <a:lnTo>
                    <a:pt x="119157" y="0"/>
                  </a:lnTo>
                  <a:lnTo>
                    <a:pt x="118312" y="0"/>
                  </a:lnTo>
                  <a:lnTo>
                    <a:pt x="117467" y="0"/>
                  </a:lnTo>
                  <a:lnTo>
                    <a:pt x="116622" y="0"/>
                  </a:lnTo>
                  <a:lnTo>
                    <a:pt x="115777" y="0"/>
                  </a:lnTo>
                  <a:lnTo>
                    <a:pt x="114932" y="0"/>
                  </a:lnTo>
                  <a:lnTo>
                    <a:pt x="114087" y="0"/>
                  </a:lnTo>
                  <a:lnTo>
                    <a:pt x="113242" y="0"/>
                  </a:lnTo>
                  <a:lnTo>
                    <a:pt x="112397" y="0"/>
                  </a:lnTo>
                  <a:lnTo>
                    <a:pt x="111552" y="0"/>
                  </a:lnTo>
                  <a:lnTo>
                    <a:pt x="110707" y="0"/>
                  </a:lnTo>
                  <a:lnTo>
                    <a:pt x="109861" y="0"/>
                  </a:lnTo>
                  <a:lnTo>
                    <a:pt x="109016" y="0"/>
                  </a:lnTo>
                  <a:lnTo>
                    <a:pt x="108171" y="0"/>
                  </a:lnTo>
                  <a:lnTo>
                    <a:pt x="107326" y="0"/>
                  </a:lnTo>
                  <a:lnTo>
                    <a:pt x="106481" y="0"/>
                  </a:lnTo>
                  <a:lnTo>
                    <a:pt x="105636" y="0"/>
                  </a:lnTo>
                  <a:lnTo>
                    <a:pt x="104791" y="0"/>
                  </a:lnTo>
                  <a:lnTo>
                    <a:pt x="103946" y="0"/>
                  </a:lnTo>
                  <a:lnTo>
                    <a:pt x="103101" y="0"/>
                  </a:lnTo>
                  <a:lnTo>
                    <a:pt x="102256" y="0"/>
                  </a:lnTo>
                  <a:lnTo>
                    <a:pt x="101411" y="0"/>
                  </a:lnTo>
                  <a:lnTo>
                    <a:pt x="100565" y="0"/>
                  </a:lnTo>
                  <a:lnTo>
                    <a:pt x="99720" y="0"/>
                  </a:lnTo>
                  <a:lnTo>
                    <a:pt x="98875" y="0"/>
                  </a:lnTo>
                  <a:lnTo>
                    <a:pt x="98030" y="0"/>
                  </a:lnTo>
                  <a:lnTo>
                    <a:pt x="97185" y="0"/>
                  </a:lnTo>
                  <a:lnTo>
                    <a:pt x="96340" y="0"/>
                  </a:lnTo>
                  <a:lnTo>
                    <a:pt x="95495" y="0"/>
                  </a:lnTo>
                  <a:lnTo>
                    <a:pt x="94650" y="0"/>
                  </a:lnTo>
                  <a:lnTo>
                    <a:pt x="93805" y="0"/>
                  </a:lnTo>
                  <a:lnTo>
                    <a:pt x="92960" y="0"/>
                  </a:lnTo>
                  <a:lnTo>
                    <a:pt x="92115" y="0"/>
                  </a:lnTo>
                  <a:lnTo>
                    <a:pt x="91269" y="0"/>
                  </a:lnTo>
                  <a:lnTo>
                    <a:pt x="90424" y="0"/>
                  </a:lnTo>
                  <a:lnTo>
                    <a:pt x="89579" y="0"/>
                  </a:lnTo>
                  <a:lnTo>
                    <a:pt x="88734" y="0"/>
                  </a:lnTo>
                  <a:lnTo>
                    <a:pt x="87889" y="0"/>
                  </a:lnTo>
                  <a:lnTo>
                    <a:pt x="87044" y="0"/>
                  </a:lnTo>
                  <a:lnTo>
                    <a:pt x="86199" y="0"/>
                  </a:lnTo>
                  <a:lnTo>
                    <a:pt x="85354" y="0"/>
                  </a:lnTo>
                  <a:lnTo>
                    <a:pt x="84509" y="0"/>
                  </a:lnTo>
                  <a:lnTo>
                    <a:pt x="83664" y="0"/>
                  </a:lnTo>
                  <a:lnTo>
                    <a:pt x="82819" y="0"/>
                  </a:lnTo>
                  <a:lnTo>
                    <a:pt x="81973" y="0"/>
                  </a:lnTo>
                  <a:lnTo>
                    <a:pt x="81128" y="0"/>
                  </a:lnTo>
                  <a:lnTo>
                    <a:pt x="80283" y="0"/>
                  </a:lnTo>
                  <a:lnTo>
                    <a:pt x="79438" y="0"/>
                  </a:lnTo>
                  <a:lnTo>
                    <a:pt x="78593" y="0"/>
                  </a:lnTo>
                  <a:lnTo>
                    <a:pt x="77748" y="0"/>
                  </a:lnTo>
                  <a:lnTo>
                    <a:pt x="76903" y="0"/>
                  </a:lnTo>
                  <a:lnTo>
                    <a:pt x="76058" y="0"/>
                  </a:lnTo>
                  <a:lnTo>
                    <a:pt x="75213" y="0"/>
                  </a:lnTo>
                  <a:lnTo>
                    <a:pt x="74368" y="0"/>
                  </a:lnTo>
                  <a:lnTo>
                    <a:pt x="73523" y="0"/>
                  </a:lnTo>
                  <a:lnTo>
                    <a:pt x="72677" y="0"/>
                  </a:lnTo>
                  <a:lnTo>
                    <a:pt x="71832" y="0"/>
                  </a:lnTo>
                  <a:lnTo>
                    <a:pt x="70987" y="0"/>
                  </a:lnTo>
                  <a:lnTo>
                    <a:pt x="70142" y="0"/>
                  </a:lnTo>
                  <a:lnTo>
                    <a:pt x="69297" y="0"/>
                  </a:lnTo>
                  <a:lnTo>
                    <a:pt x="68452" y="0"/>
                  </a:lnTo>
                  <a:lnTo>
                    <a:pt x="67607" y="0"/>
                  </a:lnTo>
                  <a:lnTo>
                    <a:pt x="66762" y="0"/>
                  </a:lnTo>
                  <a:lnTo>
                    <a:pt x="65917" y="0"/>
                  </a:lnTo>
                  <a:lnTo>
                    <a:pt x="65072" y="0"/>
                  </a:lnTo>
                  <a:lnTo>
                    <a:pt x="64227" y="0"/>
                  </a:lnTo>
                  <a:lnTo>
                    <a:pt x="63381" y="0"/>
                  </a:lnTo>
                  <a:lnTo>
                    <a:pt x="62536" y="0"/>
                  </a:lnTo>
                  <a:lnTo>
                    <a:pt x="61691" y="0"/>
                  </a:lnTo>
                  <a:lnTo>
                    <a:pt x="60846" y="0"/>
                  </a:lnTo>
                  <a:lnTo>
                    <a:pt x="60001" y="0"/>
                  </a:lnTo>
                  <a:lnTo>
                    <a:pt x="59156" y="0"/>
                  </a:lnTo>
                  <a:lnTo>
                    <a:pt x="58311" y="0"/>
                  </a:lnTo>
                  <a:lnTo>
                    <a:pt x="57466" y="0"/>
                  </a:lnTo>
                  <a:lnTo>
                    <a:pt x="56621" y="0"/>
                  </a:lnTo>
                  <a:lnTo>
                    <a:pt x="55776" y="0"/>
                  </a:lnTo>
                  <a:lnTo>
                    <a:pt x="54930" y="0"/>
                  </a:lnTo>
                  <a:lnTo>
                    <a:pt x="54085" y="0"/>
                  </a:lnTo>
                  <a:lnTo>
                    <a:pt x="53240" y="0"/>
                  </a:lnTo>
                  <a:lnTo>
                    <a:pt x="52395" y="0"/>
                  </a:lnTo>
                  <a:lnTo>
                    <a:pt x="51550" y="0"/>
                  </a:lnTo>
                  <a:lnTo>
                    <a:pt x="50705" y="0"/>
                  </a:lnTo>
                  <a:lnTo>
                    <a:pt x="49860" y="0"/>
                  </a:lnTo>
                  <a:lnTo>
                    <a:pt x="49015" y="0"/>
                  </a:lnTo>
                  <a:lnTo>
                    <a:pt x="48170" y="0"/>
                  </a:lnTo>
                  <a:lnTo>
                    <a:pt x="47325" y="0"/>
                  </a:lnTo>
                  <a:lnTo>
                    <a:pt x="46480" y="0"/>
                  </a:lnTo>
                  <a:lnTo>
                    <a:pt x="45634" y="0"/>
                  </a:lnTo>
                  <a:lnTo>
                    <a:pt x="44789" y="0"/>
                  </a:lnTo>
                  <a:lnTo>
                    <a:pt x="43944" y="0"/>
                  </a:lnTo>
                  <a:lnTo>
                    <a:pt x="43099" y="0"/>
                  </a:lnTo>
                  <a:lnTo>
                    <a:pt x="42254" y="0"/>
                  </a:lnTo>
                  <a:lnTo>
                    <a:pt x="41409" y="0"/>
                  </a:lnTo>
                  <a:lnTo>
                    <a:pt x="40564" y="0"/>
                  </a:lnTo>
                  <a:lnTo>
                    <a:pt x="39719" y="0"/>
                  </a:lnTo>
                  <a:lnTo>
                    <a:pt x="38874" y="0"/>
                  </a:lnTo>
                  <a:lnTo>
                    <a:pt x="38029" y="0"/>
                  </a:lnTo>
                  <a:lnTo>
                    <a:pt x="37184" y="0"/>
                  </a:lnTo>
                  <a:lnTo>
                    <a:pt x="36338" y="0"/>
                  </a:lnTo>
                  <a:lnTo>
                    <a:pt x="35493" y="0"/>
                  </a:lnTo>
                  <a:lnTo>
                    <a:pt x="34648" y="0"/>
                  </a:lnTo>
                  <a:lnTo>
                    <a:pt x="33803" y="0"/>
                  </a:lnTo>
                  <a:lnTo>
                    <a:pt x="32958" y="0"/>
                  </a:lnTo>
                  <a:lnTo>
                    <a:pt x="32113" y="0"/>
                  </a:lnTo>
                  <a:lnTo>
                    <a:pt x="31268" y="0"/>
                  </a:lnTo>
                  <a:lnTo>
                    <a:pt x="30423" y="0"/>
                  </a:lnTo>
                  <a:lnTo>
                    <a:pt x="29578" y="0"/>
                  </a:lnTo>
                  <a:lnTo>
                    <a:pt x="28733" y="0"/>
                  </a:lnTo>
                  <a:lnTo>
                    <a:pt x="27888" y="0"/>
                  </a:lnTo>
                  <a:lnTo>
                    <a:pt x="27042" y="0"/>
                  </a:lnTo>
                  <a:lnTo>
                    <a:pt x="26197" y="0"/>
                  </a:lnTo>
                  <a:lnTo>
                    <a:pt x="25352" y="0"/>
                  </a:lnTo>
                  <a:lnTo>
                    <a:pt x="24507" y="0"/>
                  </a:lnTo>
                  <a:lnTo>
                    <a:pt x="23662" y="0"/>
                  </a:lnTo>
                  <a:lnTo>
                    <a:pt x="22817" y="0"/>
                  </a:lnTo>
                  <a:lnTo>
                    <a:pt x="21972" y="0"/>
                  </a:lnTo>
                  <a:lnTo>
                    <a:pt x="21127" y="0"/>
                  </a:lnTo>
                  <a:lnTo>
                    <a:pt x="20282" y="0"/>
                  </a:lnTo>
                  <a:lnTo>
                    <a:pt x="19437" y="0"/>
                  </a:lnTo>
                  <a:lnTo>
                    <a:pt x="18592" y="0"/>
                  </a:lnTo>
                  <a:lnTo>
                    <a:pt x="17746" y="0"/>
                  </a:lnTo>
                  <a:lnTo>
                    <a:pt x="16901" y="0"/>
                  </a:lnTo>
                  <a:lnTo>
                    <a:pt x="16056" y="0"/>
                  </a:lnTo>
                  <a:lnTo>
                    <a:pt x="15211" y="0"/>
                  </a:lnTo>
                  <a:lnTo>
                    <a:pt x="14366" y="0"/>
                  </a:lnTo>
                  <a:lnTo>
                    <a:pt x="13521" y="0"/>
                  </a:lnTo>
                  <a:lnTo>
                    <a:pt x="12676" y="0"/>
                  </a:lnTo>
                  <a:lnTo>
                    <a:pt x="11831" y="0"/>
                  </a:lnTo>
                  <a:lnTo>
                    <a:pt x="10986" y="0"/>
                  </a:lnTo>
                  <a:lnTo>
                    <a:pt x="10141" y="0"/>
                  </a:lnTo>
                  <a:lnTo>
                    <a:pt x="9296" y="0"/>
                  </a:lnTo>
                  <a:lnTo>
                    <a:pt x="8450" y="0"/>
                  </a:lnTo>
                  <a:lnTo>
                    <a:pt x="7605" y="0"/>
                  </a:lnTo>
                  <a:lnTo>
                    <a:pt x="6760" y="0"/>
                  </a:lnTo>
                  <a:lnTo>
                    <a:pt x="5915" y="0"/>
                  </a:lnTo>
                  <a:lnTo>
                    <a:pt x="5070" y="0"/>
                  </a:lnTo>
                  <a:lnTo>
                    <a:pt x="4225" y="0"/>
                  </a:lnTo>
                  <a:lnTo>
                    <a:pt x="3380" y="0"/>
                  </a:lnTo>
                  <a:lnTo>
                    <a:pt x="2535" y="0"/>
                  </a:lnTo>
                  <a:lnTo>
                    <a:pt x="1690" y="0"/>
                  </a:lnTo>
                  <a:lnTo>
                    <a:pt x="845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693775" y="1121389"/>
              <a:ext cx="8304720" cy="0"/>
            </a:xfrm>
            <a:custGeom>
              <a:avLst/>
              <a:pathLst>
                <a:path w="8304720" h="0">
                  <a:moveTo>
                    <a:pt x="0" y="0"/>
                  </a:moveTo>
                  <a:lnTo>
                    <a:pt x="8304720" y="0"/>
                  </a:lnTo>
                  <a:lnTo>
                    <a:pt x="830472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693775" y="69589"/>
              <a:ext cx="0" cy="2103286"/>
            </a:xfrm>
            <a:custGeom>
              <a:avLst/>
              <a:pathLst>
                <a:path w="0" h="2103286">
                  <a:moveTo>
                    <a:pt x="0" y="210328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tx157"/>
            <p:cNvSpPr/>
            <p:nvPr/>
          </p:nvSpPr>
          <p:spPr>
            <a:xfrm>
              <a:off x="560040" y="2000989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560040" y="1501181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560040" y="1005902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560040" y="504511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61" name="pl161"/>
            <p:cNvSpPr/>
            <p:nvPr/>
          </p:nvSpPr>
          <p:spPr>
            <a:xfrm>
              <a:off x="658980" y="20433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58980" y="15449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658980" y="10466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658980" y="5483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693775" y="2172876"/>
              <a:ext cx="8304720" cy="0"/>
            </a:xfrm>
            <a:custGeom>
              <a:avLst/>
              <a:pathLst>
                <a:path w="8304720" h="0">
                  <a:moveTo>
                    <a:pt x="0" y="0"/>
                  </a:moveTo>
                  <a:lnTo>
                    <a:pt x="830472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tx166"/>
            <p:cNvSpPr/>
            <p:nvPr/>
          </p:nvSpPr>
          <p:spPr>
            <a:xfrm rot="-5400000">
              <a:off x="69822" y="1067173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167" name="rc167"/>
            <p:cNvSpPr/>
            <p:nvPr/>
          </p:nvSpPr>
          <p:spPr>
            <a:xfrm>
              <a:off x="693775" y="2172876"/>
              <a:ext cx="8304720" cy="21032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693775" y="2757397"/>
              <a:ext cx="66507" cy="1518765"/>
            </a:xfrm>
            <a:custGeom>
              <a:avLst/>
              <a:pathLst>
                <a:path w="66507" h="1518765">
                  <a:moveTo>
                    <a:pt x="0" y="977922"/>
                  </a:moveTo>
                  <a:lnTo>
                    <a:pt x="845" y="892042"/>
                  </a:lnTo>
                  <a:lnTo>
                    <a:pt x="1690" y="841410"/>
                  </a:lnTo>
                  <a:lnTo>
                    <a:pt x="2535" y="850186"/>
                  </a:lnTo>
                  <a:lnTo>
                    <a:pt x="3380" y="914872"/>
                  </a:lnTo>
                  <a:lnTo>
                    <a:pt x="4225" y="815981"/>
                  </a:lnTo>
                  <a:lnTo>
                    <a:pt x="5070" y="896874"/>
                  </a:lnTo>
                  <a:lnTo>
                    <a:pt x="5915" y="918539"/>
                  </a:lnTo>
                  <a:lnTo>
                    <a:pt x="6760" y="923359"/>
                  </a:lnTo>
                  <a:lnTo>
                    <a:pt x="7605" y="911989"/>
                  </a:lnTo>
                  <a:lnTo>
                    <a:pt x="8450" y="760657"/>
                  </a:lnTo>
                  <a:lnTo>
                    <a:pt x="9296" y="662157"/>
                  </a:lnTo>
                  <a:lnTo>
                    <a:pt x="10141" y="679093"/>
                  </a:lnTo>
                  <a:lnTo>
                    <a:pt x="10986" y="679222"/>
                  </a:lnTo>
                  <a:lnTo>
                    <a:pt x="11831" y="533599"/>
                  </a:lnTo>
                  <a:lnTo>
                    <a:pt x="12676" y="540639"/>
                  </a:lnTo>
                  <a:lnTo>
                    <a:pt x="13521" y="506462"/>
                  </a:lnTo>
                  <a:lnTo>
                    <a:pt x="14366" y="508427"/>
                  </a:lnTo>
                  <a:lnTo>
                    <a:pt x="15211" y="490307"/>
                  </a:lnTo>
                  <a:lnTo>
                    <a:pt x="16056" y="459760"/>
                  </a:lnTo>
                  <a:lnTo>
                    <a:pt x="16901" y="429293"/>
                  </a:lnTo>
                  <a:lnTo>
                    <a:pt x="17746" y="342671"/>
                  </a:lnTo>
                  <a:lnTo>
                    <a:pt x="18592" y="342852"/>
                  </a:lnTo>
                  <a:lnTo>
                    <a:pt x="19437" y="342627"/>
                  </a:lnTo>
                  <a:lnTo>
                    <a:pt x="20282" y="309567"/>
                  </a:lnTo>
                  <a:lnTo>
                    <a:pt x="21127" y="282922"/>
                  </a:lnTo>
                  <a:lnTo>
                    <a:pt x="21972" y="255176"/>
                  </a:lnTo>
                  <a:lnTo>
                    <a:pt x="22817" y="190694"/>
                  </a:lnTo>
                  <a:lnTo>
                    <a:pt x="23662" y="151576"/>
                  </a:lnTo>
                  <a:lnTo>
                    <a:pt x="24507" y="85267"/>
                  </a:lnTo>
                  <a:lnTo>
                    <a:pt x="25352" y="37076"/>
                  </a:lnTo>
                  <a:lnTo>
                    <a:pt x="26197" y="65980"/>
                  </a:lnTo>
                  <a:lnTo>
                    <a:pt x="27042" y="49661"/>
                  </a:lnTo>
                  <a:lnTo>
                    <a:pt x="27888" y="66728"/>
                  </a:lnTo>
                  <a:lnTo>
                    <a:pt x="28733" y="63879"/>
                  </a:lnTo>
                  <a:lnTo>
                    <a:pt x="29578" y="0"/>
                  </a:lnTo>
                  <a:lnTo>
                    <a:pt x="30423" y="53290"/>
                  </a:lnTo>
                  <a:lnTo>
                    <a:pt x="31268" y="84059"/>
                  </a:lnTo>
                  <a:lnTo>
                    <a:pt x="32113" y="65767"/>
                  </a:lnTo>
                  <a:lnTo>
                    <a:pt x="32958" y="86504"/>
                  </a:lnTo>
                  <a:lnTo>
                    <a:pt x="33803" y="194189"/>
                  </a:lnTo>
                  <a:lnTo>
                    <a:pt x="34648" y="214074"/>
                  </a:lnTo>
                  <a:lnTo>
                    <a:pt x="35493" y="205446"/>
                  </a:lnTo>
                  <a:lnTo>
                    <a:pt x="36338" y="209309"/>
                  </a:lnTo>
                  <a:lnTo>
                    <a:pt x="37184" y="174194"/>
                  </a:lnTo>
                  <a:lnTo>
                    <a:pt x="38029" y="169793"/>
                  </a:lnTo>
                  <a:lnTo>
                    <a:pt x="38874" y="160927"/>
                  </a:lnTo>
                  <a:lnTo>
                    <a:pt x="39719" y="140246"/>
                  </a:lnTo>
                  <a:lnTo>
                    <a:pt x="40564" y="29080"/>
                  </a:lnTo>
                  <a:lnTo>
                    <a:pt x="41409" y="51491"/>
                  </a:lnTo>
                  <a:lnTo>
                    <a:pt x="42254" y="29905"/>
                  </a:lnTo>
                  <a:lnTo>
                    <a:pt x="43099" y="98821"/>
                  </a:lnTo>
                  <a:lnTo>
                    <a:pt x="43944" y="297224"/>
                  </a:lnTo>
                  <a:lnTo>
                    <a:pt x="44789" y="279655"/>
                  </a:lnTo>
                  <a:lnTo>
                    <a:pt x="45634" y="344615"/>
                  </a:lnTo>
                  <a:lnTo>
                    <a:pt x="46480" y="377729"/>
                  </a:lnTo>
                  <a:lnTo>
                    <a:pt x="47325" y="383729"/>
                  </a:lnTo>
                  <a:lnTo>
                    <a:pt x="48170" y="399225"/>
                  </a:lnTo>
                  <a:lnTo>
                    <a:pt x="49015" y="403898"/>
                  </a:lnTo>
                  <a:lnTo>
                    <a:pt x="49860" y="404301"/>
                  </a:lnTo>
                  <a:lnTo>
                    <a:pt x="50705" y="403047"/>
                  </a:lnTo>
                  <a:lnTo>
                    <a:pt x="51550" y="423788"/>
                  </a:lnTo>
                  <a:lnTo>
                    <a:pt x="52395" y="432581"/>
                  </a:lnTo>
                  <a:lnTo>
                    <a:pt x="53240" y="505494"/>
                  </a:lnTo>
                  <a:lnTo>
                    <a:pt x="54085" y="477815"/>
                  </a:lnTo>
                  <a:lnTo>
                    <a:pt x="54930" y="465194"/>
                  </a:lnTo>
                  <a:lnTo>
                    <a:pt x="55776" y="430821"/>
                  </a:lnTo>
                  <a:lnTo>
                    <a:pt x="56621" y="396380"/>
                  </a:lnTo>
                  <a:lnTo>
                    <a:pt x="57466" y="409930"/>
                  </a:lnTo>
                  <a:lnTo>
                    <a:pt x="58311" y="475549"/>
                  </a:lnTo>
                  <a:lnTo>
                    <a:pt x="59156" y="531817"/>
                  </a:lnTo>
                  <a:lnTo>
                    <a:pt x="60001" y="474720"/>
                  </a:lnTo>
                  <a:lnTo>
                    <a:pt x="60846" y="515120"/>
                  </a:lnTo>
                  <a:lnTo>
                    <a:pt x="61691" y="524155"/>
                  </a:lnTo>
                  <a:lnTo>
                    <a:pt x="62536" y="546968"/>
                  </a:lnTo>
                  <a:lnTo>
                    <a:pt x="63381" y="611472"/>
                  </a:lnTo>
                  <a:lnTo>
                    <a:pt x="64227" y="683895"/>
                  </a:lnTo>
                  <a:lnTo>
                    <a:pt x="65072" y="719377"/>
                  </a:lnTo>
                  <a:lnTo>
                    <a:pt x="65917" y="767747"/>
                  </a:lnTo>
                  <a:lnTo>
                    <a:pt x="66507" y="15187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760771" y="3401067"/>
              <a:ext cx="16308" cy="875095"/>
            </a:xfrm>
            <a:custGeom>
              <a:avLst/>
              <a:pathLst>
                <a:path w="16308" h="875095">
                  <a:moveTo>
                    <a:pt x="0" y="875095"/>
                  </a:moveTo>
                  <a:lnTo>
                    <a:pt x="610" y="31734"/>
                  </a:lnTo>
                  <a:lnTo>
                    <a:pt x="1455" y="0"/>
                  </a:lnTo>
                  <a:lnTo>
                    <a:pt x="2300" y="93020"/>
                  </a:lnTo>
                  <a:lnTo>
                    <a:pt x="3146" y="153077"/>
                  </a:lnTo>
                  <a:lnTo>
                    <a:pt x="3991" y="212029"/>
                  </a:lnTo>
                  <a:lnTo>
                    <a:pt x="4836" y="190599"/>
                  </a:lnTo>
                  <a:lnTo>
                    <a:pt x="5681" y="169916"/>
                  </a:lnTo>
                  <a:lnTo>
                    <a:pt x="6526" y="168624"/>
                  </a:lnTo>
                  <a:lnTo>
                    <a:pt x="7371" y="158844"/>
                  </a:lnTo>
                  <a:lnTo>
                    <a:pt x="8216" y="250933"/>
                  </a:lnTo>
                  <a:lnTo>
                    <a:pt x="9061" y="283713"/>
                  </a:lnTo>
                  <a:lnTo>
                    <a:pt x="9906" y="367202"/>
                  </a:lnTo>
                  <a:lnTo>
                    <a:pt x="10751" y="381693"/>
                  </a:lnTo>
                  <a:lnTo>
                    <a:pt x="11596" y="413283"/>
                  </a:lnTo>
                  <a:lnTo>
                    <a:pt x="12442" y="472861"/>
                  </a:lnTo>
                  <a:lnTo>
                    <a:pt x="13287" y="487336"/>
                  </a:lnTo>
                  <a:lnTo>
                    <a:pt x="14132" y="444770"/>
                  </a:lnTo>
                  <a:lnTo>
                    <a:pt x="14977" y="455792"/>
                  </a:lnTo>
                  <a:lnTo>
                    <a:pt x="15822" y="437664"/>
                  </a:lnTo>
                  <a:lnTo>
                    <a:pt x="16308" y="87509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777821" y="3884825"/>
              <a:ext cx="8483" cy="391337"/>
            </a:xfrm>
            <a:custGeom>
              <a:avLst/>
              <a:pathLst>
                <a:path w="8483" h="391337">
                  <a:moveTo>
                    <a:pt x="0" y="391337"/>
                  </a:moveTo>
                  <a:lnTo>
                    <a:pt x="462" y="0"/>
                  </a:lnTo>
                  <a:lnTo>
                    <a:pt x="1307" y="4842"/>
                  </a:lnTo>
                  <a:lnTo>
                    <a:pt x="2152" y="15107"/>
                  </a:lnTo>
                  <a:lnTo>
                    <a:pt x="2997" y="49446"/>
                  </a:lnTo>
                  <a:lnTo>
                    <a:pt x="3842" y="38600"/>
                  </a:lnTo>
                  <a:lnTo>
                    <a:pt x="4688" y="31803"/>
                  </a:lnTo>
                  <a:lnTo>
                    <a:pt x="5533" y="53707"/>
                  </a:lnTo>
                  <a:lnTo>
                    <a:pt x="6378" y="39292"/>
                  </a:lnTo>
                  <a:lnTo>
                    <a:pt x="7223" y="68221"/>
                  </a:lnTo>
                  <a:lnTo>
                    <a:pt x="8068" y="78346"/>
                  </a:lnTo>
                  <a:lnTo>
                    <a:pt x="8483" y="39133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787256" y="4005886"/>
              <a:ext cx="13280" cy="270276"/>
            </a:xfrm>
            <a:custGeom>
              <a:avLst/>
              <a:pathLst>
                <a:path w="13280" h="270276">
                  <a:moveTo>
                    <a:pt x="0" y="270276"/>
                  </a:moveTo>
                  <a:lnTo>
                    <a:pt x="323" y="69230"/>
                  </a:lnTo>
                  <a:lnTo>
                    <a:pt x="1168" y="64265"/>
                  </a:lnTo>
                  <a:lnTo>
                    <a:pt x="2014" y="120425"/>
                  </a:lnTo>
                  <a:lnTo>
                    <a:pt x="2859" y="108303"/>
                  </a:lnTo>
                  <a:lnTo>
                    <a:pt x="3704" y="61651"/>
                  </a:lnTo>
                  <a:lnTo>
                    <a:pt x="4549" y="93848"/>
                  </a:lnTo>
                  <a:lnTo>
                    <a:pt x="5394" y="46054"/>
                  </a:lnTo>
                  <a:lnTo>
                    <a:pt x="6239" y="88137"/>
                  </a:lnTo>
                  <a:lnTo>
                    <a:pt x="7084" y="35234"/>
                  </a:lnTo>
                  <a:lnTo>
                    <a:pt x="7929" y="0"/>
                  </a:lnTo>
                  <a:lnTo>
                    <a:pt x="8774" y="32790"/>
                  </a:lnTo>
                  <a:lnTo>
                    <a:pt x="9619" y="49940"/>
                  </a:lnTo>
                  <a:lnTo>
                    <a:pt x="10464" y="33665"/>
                  </a:lnTo>
                  <a:lnTo>
                    <a:pt x="11310" y="65313"/>
                  </a:lnTo>
                  <a:lnTo>
                    <a:pt x="12155" y="78402"/>
                  </a:lnTo>
                  <a:lnTo>
                    <a:pt x="13000" y="110064"/>
                  </a:lnTo>
                  <a:lnTo>
                    <a:pt x="13280" y="2702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801648" y="4039114"/>
              <a:ext cx="6542" cy="237048"/>
            </a:xfrm>
            <a:custGeom>
              <a:avLst/>
              <a:pathLst>
                <a:path w="6542" h="237048">
                  <a:moveTo>
                    <a:pt x="0" y="237048"/>
                  </a:moveTo>
                  <a:lnTo>
                    <a:pt x="298" y="59895"/>
                  </a:lnTo>
                  <a:lnTo>
                    <a:pt x="1144" y="40069"/>
                  </a:lnTo>
                  <a:lnTo>
                    <a:pt x="1989" y="29474"/>
                  </a:lnTo>
                  <a:lnTo>
                    <a:pt x="2834" y="1645"/>
                  </a:lnTo>
                  <a:lnTo>
                    <a:pt x="3679" y="0"/>
                  </a:lnTo>
                  <a:lnTo>
                    <a:pt x="4524" y="41378"/>
                  </a:lnTo>
                  <a:lnTo>
                    <a:pt x="5369" y="31338"/>
                  </a:lnTo>
                  <a:lnTo>
                    <a:pt x="6214" y="31979"/>
                  </a:lnTo>
                  <a:lnTo>
                    <a:pt x="6542" y="23704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811723" y="4007207"/>
              <a:ext cx="15099" cy="268955"/>
            </a:xfrm>
            <a:custGeom>
              <a:avLst/>
              <a:pathLst>
                <a:path w="15099" h="268955">
                  <a:moveTo>
                    <a:pt x="0" y="268955"/>
                  </a:moveTo>
                  <a:lnTo>
                    <a:pt x="364" y="23591"/>
                  </a:lnTo>
                  <a:lnTo>
                    <a:pt x="1209" y="22300"/>
                  </a:lnTo>
                  <a:lnTo>
                    <a:pt x="2054" y="10243"/>
                  </a:lnTo>
                  <a:lnTo>
                    <a:pt x="2899" y="12812"/>
                  </a:lnTo>
                  <a:lnTo>
                    <a:pt x="3744" y="32160"/>
                  </a:lnTo>
                  <a:lnTo>
                    <a:pt x="4589" y="49245"/>
                  </a:lnTo>
                  <a:lnTo>
                    <a:pt x="5434" y="55138"/>
                  </a:lnTo>
                  <a:lnTo>
                    <a:pt x="6280" y="24071"/>
                  </a:lnTo>
                  <a:lnTo>
                    <a:pt x="7125" y="7948"/>
                  </a:lnTo>
                  <a:lnTo>
                    <a:pt x="7970" y="15597"/>
                  </a:lnTo>
                  <a:lnTo>
                    <a:pt x="8815" y="3521"/>
                  </a:lnTo>
                  <a:lnTo>
                    <a:pt x="9660" y="35506"/>
                  </a:lnTo>
                  <a:lnTo>
                    <a:pt x="10505" y="0"/>
                  </a:lnTo>
                  <a:lnTo>
                    <a:pt x="11350" y="13098"/>
                  </a:lnTo>
                  <a:lnTo>
                    <a:pt x="12195" y="16720"/>
                  </a:lnTo>
                  <a:lnTo>
                    <a:pt x="13040" y="11152"/>
                  </a:lnTo>
                  <a:lnTo>
                    <a:pt x="13885" y="23876"/>
                  </a:lnTo>
                  <a:lnTo>
                    <a:pt x="14730" y="19127"/>
                  </a:lnTo>
                  <a:lnTo>
                    <a:pt x="15099" y="2689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828624" y="3960638"/>
              <a:ext cx="41244" cy="315524"/>
            </a:xfrm>
            <a:custGeom>
              <a:avLst/>
              <a:pathLst>
                <a:path w="41244" h="315524">
                  <a:moveTo>
                    <a:pt x="0" y="315524"/>
                  </a:moveTo>
                  <a:lnTo>
                    <a:pt x="365" y="69117"/>
                  </a:lnTo>
                  <a:lnTo>
                    <a:pt x="1210" y="67417"/>
                  </a:lnTo>
                  <a:lnTo>
                    <a:pt x="2055" y="73100"/>
                  </a:lnTo>
                  <a:lnTo>
                    <a:pt x="2900" y="83247"/>
                  </a:lnTo>
                  <a:lnTo>
                    <a:pt x="3745" y="113227"/>
                  </a:lnTo>
                  <a:lnTo>
                    <a:pt x="4590" y="95304"/>
                  </a:lnTo>
                  <a:lnTo>
                    <a:pt x="5435" y="95069"/>
                  </a:lnTo>
                  <a:lnTo>
                    <a:pt x="6280" y="135962"/>
                  </a:lnTo>
                  <a:lnTo>
                    <a:pt x="7126" y="121446"/>
                  </a:lnTo>
                  <a:lnTo>
                    <a:pt x="7971" y="171673"/>
                  </a:lnTo>
                  <a:lnTo>
                    <a:pt x="8816" y="172643"/>
                  </a:lnTo>
                  <a:lnTo>
                    <a:pt x="9661" y="170045"/>
                  </a:lnTo>
                  <a:lnTo>
                    <a:pt x="10506" y="184439"/>
                  </a:lnTo>
                  <a:lnTo>
                    <a:pt x="11351" y="175458"/>
                  </a:lnTo>
                  <a:lnTo>
                    <a:pt x="12196" y="199085"/>
                  </a:lnTo>
                  <a:lnTo>
                    <a:pt x="13041" y="212747"/>
                  </a:lnTo>
                  <a:lnTo>
                    <a:pt x="13886" y="225704"/>
                  </a:lnTo>
                  <a:lnTo>
                    <a:pt x="14731" y="216779"/>
                  </a:lnTo>
                  <a:lnTo>
                    <a:pt x="15576" y="210023"/>
                  </a:lnTo>
                  <a:lnTo>
                    <a:pt x="16422" y="195133"/>
                  </a:lnTo>
                  <a:lnTo>
                    <a:pt x="17267" y="204264"/>
                  </a:lnTo>
                  <a:lnTo>
                    <a:pt x="18112" y="203124"/>
                  </a:lnTo>
                  <a:lnTo>
                    <a:pt x="18957" y="192309"/>
                  </a:lnTo>
                  <a:lnTo>
                    <a:pt x="19802" y="179468"/>
                  </a:lnTo>
                  <a:lnTo>
                    <a:pt x="20647" y="174686"/>
                  </a:lnTo>
                  <a:lnTo>
                    <a:pt x="21492" y="160355"/>
                  </a:lnTo>
                  <a:lnTo>
                    <a:pt x="22337" y="157065"/>
                  </a:lnTo>
                  <a:lnTo>
                    <a:pt x="23182" y="158818"/>
                  </a:lnTo>
                  <a:lnTo>
                    <a:pt x="24027" y="128989"/>
                  </a:lnTo>
                  <a:lnTo>
                    <a:pt x="24872" y="126678"/>
                  </a:lnTo>
                  <a:lnTo>
                    <a:pt x="25718" y="123698"/>
                  </a:lnTo>
                  <a:lnTo>
                    <a:pt x="26563" y="100899"/>
                  </a:lnTo>
                  <a:lnTo>
                    <a:pt x="27408" y="104767"/>
                  </a:lnTo>
                  <a:lnTo>
                    <a:pt x="28253" y="77920"/>
                  </a:lnTo>
                  <a:lnTo>
                    <a:pt x="29098" y="128931"/>
                  </a:lnTo>
                  <a:lnTo>
                    <a:pt x="29943" y="90649"/>
                  </a:lnTo>
                  <a:lnTo>
                    <a:pt x="30788" y="66198"/>
                  </a:lnTo>
                  <a:lnTo>
                    <a:pt x="31633" y="47349"/>
                  </a:lnTo>
                  <a:lnTo>
                    <a:pt x="32478" y="32956"/>
                  </a:lnTo>
                  <a:lnTo>
                    <a:pt x="33323" y="83804"/>
                  </a:lnTo>
                  <a:lnTo>
                    <a:pt x="34168" y="46170"/>
                  </a:lnTo>
                  <a:lnTo>
                    <a:pt x="35014" y="30723"/>
                  </a:lnTo>
                  <a:lnTo>
                    <a:pt x="35859" y="0"/>
                  </a:lnTo>
                  <a:lnTo>
                    <a:pt x="36704" y="381"/>
                  </a:lnTo>
                  <a:lnTo>
                    <a:pt x="37549" y="33163"/>
                  </a:lnTo>
                  <a:lnTo>
                    <a:pt x="38394" y="40211"/>
                  </a:lnTo>
                  <a:lnTo>
                    <a:pt x="39239" y="82491"/>
                  </a:lnTo>
                  <a:lnTo>
                    <a:pt x="40084" y="45787"/>
                  </a:lnTo>
                  <a:lnTo>
                    <a:pt x="40929" y="123800"/>
                  </a:lnTo>
                  <a:lnTo>
                    <a:pt x="41244" y="31552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870899" y="4035913"/>
              <a:ext cx="1550" cy="240249"/>
            </a:xfrm>
            <a:custGeom>
              <a:avLst/>
              <a:pathLst>
                <a:path w="1550" h="240249">
                  <a:moveTo>
                    <a:pt x="0" y="240249"/>
                  </a:moveTo>
                  <a:lnTo>
                    <a:pt x="345" y="16335"/>
                  </a:lnTo>
                  <a:lnTo>
                    <a:pt x="1190" y="0"/>
                  </a:lnTo>
                  <a:lnTo>
                    <a:pt x="1550" y="24024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873443" y="4061915"/>
              <a:ext cx="1514" cy="214247"/>
            </a:xfrm>
            <a:custGeom>
              <a:avLst/>
              <a:pathLst>
                <a:path w="1514" h="214247">
                  <a:moveTo>
                    <a:pt x="0" y="214247"/>
                  </a:moveTo>
                  <a:lnTo>
                    <a:pt x="336" y="0"/>
                  </a:lnTo>
                  <a:lnTo>
                    <a:pt x="1181" y="4327"/>
                  </a:lnTo>
                  <a:lnTo>
                    <a:pt x="1514" y="2142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875987" y="4071079"/>
              <a:ext cx="655" cy="205083"/>
            </a:xfrm>
            <a:custGeom>
              <a:avLst/>
              <a:pathLst>
                <a:path w="655" h="205083">
                  <a:moveTo>
                    <a:pt x="0" y="205083"/>
                  </a:moveTo>
                  <a:lnTo>
                    <a:pt x="327" y="0"/>
                  </a:lnTo>
                  <a:lnTo>
                    <a:pt x="655" y="20508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879235" y="3888621"/>
              <a:ext cx="5104" cy="387541"/>
            </a:xfrm>
            <a:custGeom>
              <a:avLst/>
              <a:pathLst>
                <a:path w="5104" h="387541">
                  <a:moveTo>
                    <a:pt x="0" y="387541"/>
                  </a:moveTo>
                  <a:lnTo>
                    <a:pt x="460" y="0"/>
                  </a:lnTo>
                  <a:lnTo>
                    <a:pt x="1305" y="25666"/>
                  </a:lnTo>
                  <a:lnTo>
                    <a:pt x="2150" y="60566"/>
                  </a:lnTo>
                  <a:lnTo>
                    <a:pt x="2995" y="48665"/>
                  </a:lnTo>
                  <a:lnTo>
                    <a:pt x="3840" y="60033"/>
                  </a:lnTo>
                  <a:lnTo>
                    <a:pt x="4685" y="70242"/>
                  </a:lnTo>
                  <a:lnTo>
                    <a:pt x="5104" y="38754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885202" y="3645891"/>
              <a:ext cx="8573" cy="630271"/>
            </a:xfrm>
            <a:custGeom>
              <a:avLst/>
              <a:pathLst>
                <a:path w="8573" h="630271">
                  <a:moveTo>
                    <a:pt x="0" y="630271"/>
                  </a:moveTo>
                  <a:lnTo>
                    <a:pt x="409" y="326601"/>
                  </a:lnTo>
                  <a:lnTo>
                    <a:pt x="1254" y="254455"/>
                  </a:lnTo>
                  <a:lnTo>
                    <a:pt x="2099" y="254409"/>
                  </a:lnTo>
                  <a:lnTo>
                    <a:pt x="2944" y="218679"/>
                  </a:lnTo>
                  <a:lnTo>
                    <a:pt x="3789" y="141466"/>
                  </a:lnTo>
                  <a:lnTo>
                    <a:pt x="4634" y="140468"/>
                  </a:lnTo>
                  <a:lnTo>
                    <a:pt x="5479" y="146171"/>
                  </a:lnTo>
                  <a:lnTo>
                    <a:pt x="6324" y="143906"/>
                  </a:lnTo>
                  <a:lnTo>
                    <a:pt x="7169" y="65848"/>
                  </a:lnTo>
                  <a:lnTo>
                    <a:pt x="8014" y="0"/>
                  </a:lnTo>
                  <a:lnTo>
                    <a:pt x="8573" y="63027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894365" y="3579467"/>
              <a:ext cx="5344" cy="696695"/>
            </a:xfrm>
            <a:custGeom>
              <a:avLst/>
              <a:pathLst>
                <a:path w="5344" h="696695">
                  <a:moveTo>
                    <a:pt x="0" y="696695"/>
                  </a:moveTo>
                  <a:lnTo>
                    <a:pt x="541" y="117981"/>
                  </a:lnTo>
                  <a:lnTo>
                    <a:pt x="1387" y="63482"/>
                  </a:lnTo>
                  <a:lnTo>
                    <a:pt x="2232" y="88431"/>
                  </a:lnTo>
                  <a:lnTo>
                    <a:pt x="3077" y="31928"/>
                  </a:lnTo>
                  <a:lnTo>
                    <a:pt x="3922" y="1882"/>
                  </a:lnTo>
                  <a:lnTo>
                    <a:pt x="4767" y="0"/>
                  </a:lnTo>
                  <a:lnTo>
                    <a:pt x="5344" y="69669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900251" y="3570233"/>
              <a:ext cx="2836" cy="705929"/>
            </a:xfrm>
            <a:custGeom>
              <a:avLst/>
              <a:pathLst>
                <a:path w="2836" h="705929">
                  <a:moveTo>
                    <a:pt x="0" y="705929"/>
                  </a:moveTo>
                  <a:lnTo>
                    <a:pt x="571" y="29155"/>
                  </a:lnTo>
                  <a:lnTo>
                    <a:pt x="1416" y="0"/>
                  </a:lnTo>
                  <a:lnTo>
                    <a:pt x="2261" y="17233"/>
                  </a:lnTo>
                  <a:lnTo>
                    <a:pt x="2836" y="70592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904496" y="3668006"/>
              <a:ext cx="1934" cy="608156"/>
            </a:xfrm>
            <a:custGeom>
              <a:avLst/>
              <a:pathLst>
                <a:path w="1934" h="608156">
                  <a:moveTo>
                    <a:pt x="0" y="608156"/>
                  </a:moveTo>
                  <a:lnTo>
                    <a:pt x="551" y="0"/>
                  </a:lnTo>
                  <a:lnTo>
                    <a:pt x="1396" y="40328"/>
                  </a:lnTo>
                  <a:lnTo>
                    <a:pt x="1934" y="60815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907081" y="3684380"/>
              <a:ext cx="11986" cy="591782"/>
            </a:xfrm>
            <a:custGeom>
              <a:avLst/>
              <a:pathLst>
                <a:path w="11986" h="591782">
                  <a:moveTo>
                    <a:pt x="0" y="591782"/>
                  </a:moveTo>
                  <a:lnTo>
                    <a:pt x="501" y="119127"/>
                  </a:lnTo>
                  <a:lnTo>
                    <a:pt x="1346" y="141425"/>
                  </a:lnTo>
                  <a:lnTo>
                    <a:pt x="2191" y="240753"/>
                  </a:lnTo>
                  <a:lnTo>
                    <a:pt x="3036" y="201206"/>
                  </a:lnTo>
                  <a:lnTo>
                    <a:pt x="3881" y="207731"/>
                  </a:lnTo>
                  <a:lnTo>
                    <a:pt x="4727" y="144994"/>
                  </a:lnTo>
                  <a:lnTo>
                    <a:pt x="5572" y="62778"/>
                  </a:lnTo>
                  <a:lnTo>
                    <a:pt x="6417" y="0"/>
                  </a:lnTo>
                  <a:lnTo>
                    <a:pt x="7262" y="33205"/>
                  </a:lnTo>
                  <a:lnTo>
                    <a:pt x="8107" y="66778"/>
                  </a:lnTo>
                  <a:lnTo>
                    <a:pt x="8952" y="16313"/>
                  </a:lnTo>
                  <a:lnTo>
                    <a:pt x="9797" y="41573"/>
                  </a:lnTo>
                  <a:lnTo>
                    <a:pt x="10642" y="121008"/>
                  </a:lnTo>
                  <a:lnTo>
                    <a:pt x="11487" y="126067"/>
                  </a:lnTo>
                  <a:lnTo>
                    <a:pt x="11986" y="5917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919741" y="3756140"/>
              <a:ext cx="2707" cy="520022"/>
            </a:xfrm>
            <a:custGeom>
              <a:avLst/>
              <a:pathLst>
                <a:path w="2707" h="520022">
                  <a:moveTo>
                    <a:pt x="0" y="520022"/>
                  </a:moveTo>
                  <a:lnTo>
                    <a:pt x="518" y="7416"/>
                  </a:lnTo>
                  <a:lnTo>
                    <a:pt x="1363" y="0"/>
                  </a:lnTo>
                  <a:lnTo>
                    <a:pt x="2208" y="52796"/>
                  </a:lnTo>
                  <a:lnTo>
                    <a:pt x="2707" y="5200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926508" y="3534955"/>
              <a:ext cx="9479" cy="741207"/>
            </a:xfrm>
            <a:custGeom>
              <a:avLst/>
              <a:pathLst>
                <a:path w="9479" h="741207">
                  <a:moveTo>
                    <a:pt x="0" y="741207"/>
                  </a:moveTo>
                  <a:lnTo>
                    <a:pt x="512" y="243024"/>
                  </a:lnTo>
                  <a:lnTo>
                    <a:pt x="1357" y="174427"/>
                  </a:lnTo>
                  <a:lnTo>
                    <a:pt x="2202" y="121579"/>
                  </a:lnTo>
                  <a:lnTo>
                    <a:pt x="3047" y="55097"/>
                  </a:lnTo>
                  <a:lnTo>
                    <a:pt x="3892" y="79747"/>
                  </a:lnTo>
                  <a:lnTo>
                    <a:pt x="4737" y="0"/>
                  </a:lnTo>
                  <a:lnTo>
                    <a:pt x="5582" y="13683"/>
                  </a:lnTo>
                  <a:lnTo>
                    <a:pt x="6427" y="46444"/>
                  </a:lnTo>
                  <a:lnTo>
                    <a:pt x="7273" y="109947"/>
                  </a:lnTo>
                  <a:lnTo>
                    <a:pt x="8118" y="206717"/>
                  </a:lnTo>
                  <a:lnTo>
                    <a:pt x="8963" y="233614"/>
                  </a:lnTo>
                  <a:lnTo>
                    <a:pt x="9479" y="74120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937475" y="3628386"/>
              <a:ext cx="1940" cy="647776"/>
            </a:xfrm>
            <a:custGeom>
              <a:avLst/>
              <a:pathLst>
                <a:path w="1940" h="647776">
                  <a:moveTo>
                    <a:pt x="0" y="647776"/>
                  </a:moveTo>
                  <a:lnTo>
                    <a:pt x="531" y="98502"/>
                  </a:lnTo>
                  <a:lnTo>
                    <a:pt x="1376" y="0"/>
                  </a:lnTo>
                  <a:lnTo>
                    <a:pt x="1940" y="6477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941708" y="3749125"/>
              <a:ext cx="1047" cy="527037"/>
            </a:xfrm>
            <a:custGeom>
              <a:avLst/>
              <a:pathLst>
                <a:path w="1047" h="527037">
                  <a:moveTo>
                    <a:pt x="0" y="527037"/>
                  </a:moveTo>
                  <a:lnTo>
                    <a:pt x="523" y="0"/>
                  </a:lnTo>
                  <a:lnTo>
                    <a:pt x="1047" y="52703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950155" y="3662470"/>
              <a:ext cx="2770" cy="613692"/>
            </a:xfrm>
            <a:custGeom>
              <a:avLst/>
              <a:pathLst>
                <a:path w="2770" h="613692">
                  <a:moveTo>
                    <a:pt x="0" y="613692"/>
                  </a:moveTo>
                  <a:lnTo>
                    <a:pt x="527" y="76690"/>
                  </a:lnTo>
                  <a:lnTo>
                    <a:pt x="1372" y="32370"/>
                  </a:lnTo>
                  <a:lnTo>
                    <a:pt x="2217" y="0"/>
                  </a:lnTo>
                  <a:lnTo>
                    <a:pt x="2770" y="61369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955149" y="3461786"/>
              <a:ext cx="1209" cy="814376"/>
            </a:xfrm>
            <a:custGeom>
              <a:avLst/>
              <a:pathLst>
                <a:path w="1209" h="814376">
                  <a:moveTo>
                    <a:pt x="0" y="814376"/>
                  </a:moveTo>
                  <a:lnTo>
                    <a:pt x="604" y="0"/>
                  </a:lnTo>
                  <a:lnTo>
                    <a:pt x="1209" y="8143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956805" y="3276284"/>
              <a:ext cx="1276" cy="999878"/>
            </a:xfrm>
            <a:custGeom>
              <a:avLst/>
              <a:pathLst>
                <a:path w="1276" h="999878">
                  <a:moveTo>
                    <a:pt x="0" y="999878"/>
                  </a:moveTo>
                  <a:lnTo>
                    <a:pt x="638" y="0"/>
                  </a:lnTo>
                  <a:lnTo>
                    <a:pt x="1276" y="99987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958468" y="2783936"/>
              <a:ext cx="28350" cy="1492227"/>
            </a:xfrm>
            <a:custGeom>
              <a:avLst/>
              <a:pathLst>
                <a:path w="28350" h="1492227">
                  <a:moveTo>
                    <a:pt x="0" y="1492227"/>
                  </a:moveTo>
                  <a:lnTo>
                    <a:pt x="666" y="287951"/>
                  </a:lnTo>
                  <a:lnTo>
                    <a:pt x="1511" y="233740"/>
                  </a:lnTo>
                  <a:lnTo>
                    <a:pt x="2356" y="235526"/>
                  </a:lnTo>
                  <a:lnTo>
                    <a:pt x="3201" y="178520"/>
                  </a:lnTo>
                  <a:lnTo>
                    <a:pt x="4046" y="170876"/>
                  </a:lnTo>
                  <a:lnTo>
                    <a:pt x="4891" y="130081"/>
                  </a:lnTo>
                  <a:lnTo>
                    <a:pt x="5736" y="94251"/>
                  </a:lnTo>
                  <a:lnTo>
                    <a:pt x="6581" y="35037"/>
                  </a:lnTo>
                  <a:lnTo>
                    <a:pt x="7426" y="101602"/>
                  </a:lnTo>
                  <a:lnTo>
                    <a:pt x="8271" y="166215"/>
                  </a:lnTo>
                  <a:lnTo>
                    <a:pt x="9117" y="151849"/>
                  </a:lnTo>
                  <a:lnTo>
                    <a:pt x="9962" y="137821"/>
                  </a:lnTo>
                  <a:lnTo>
                    <a:pt x="10807" y="181274"/>
                  </a:lnTo>
                  <a:lnTo>
                    <a:pt x="11652" y="200437"/>
                  </a:lnTo>
                  <a:lnTo>
                    <a:pt x="12497" y="194114"/>
                  </a:lnTo>
                  <a:lnTo>
                    <a:pt x="13342" y="136938"/>
                  </a:lnTo>
                  <a:lnTo>
                    <a:pt x="14187" y="155714"/>
                  </a:lnTo>
                  <a:lnTo>
                    <a:pt x="15032" y="142084"/>
                  </a:lnTo>
                  <a:lnTo>
                    <a:pt x="15877" y="106387"/>
                  </a:lnTo>
                  <a:lnTo>
                    <a:pt x="16722" y="34374"/>
                  </a:lnTo>
                  <a:lnTo>
                    <a:pt x="17567" y="54044"/>
                  </a:lnTo>
                  <a:lnTo>
                    <a:pt x="18413" y="21828"/>
                  </a:lnTo>
                  <a:lnTo>
                    <a:pt x="19258" y="0"/>
                  </a:lnTo>
                  <a:lnTo>
                    <a:pt x="20103" y="33774"/>
                  </a:lnTo>
                  <a:lnTo>
                    <a:pt x="20948" y="96420"/>
                  </a:lnTo>
                  <a:lnTo>
                    <a:pt x="21793" y="205354"/>
                  </a:lnTo>
                  <a:lnTo>
                    <a:pt x="22638" y="134391"/>
                  </a:lnTo>
                  <a:lnTo>
                    <a:pt x="23483" y="115519"/>
                  </a:lnTo>
                  <a:lnTo>
                    <a:pt x="24328" y="209111"/>
                  </a:lnTo>
                  <a:lnTo>
                    <a:pt x="25173" y="252706"/>
                  </a:lnTo>
                  <a:lnTo>
                    <a:pt x="26018" y="328870"/>
                  </a:lnTo>
                  <a:lnTo>
                    <a:pt x="26863" y="424392"/>
                  </a:lnTo>
                  <a:lnTo>
                    <a:pt x="27709" y="473632"/>
                  </a:lnTo>
                  <a:lnTo>
                    <a:pt x="28350" y="149222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987250" y="3237992"/>
              <a:ext cx="27372" cy="1038170"/>
            </a:xfrm>
            <a:custGeom>
              <a:avLst/>
              <a:pathLst>
                <a:path w="27372" h="1038170">
                  <a:moveTo>
                    <a:pt x="0" y="1038170"/>
                  </a:moveTo>
                  <a:lnTo>
                    <a:pt x="617" y="162216"/>
                  </a:lnTo>
                  <a:lnTo>
                    <a:pt x="1462" y="156867"/>
                  </a:lnTo>
                  <a:lnTo>
                    <a:pt x="2307" y="143494"/>
                  </a:lnTo>
                  <a:lnTo>
                    <a:pt x="3152" y="23478"/>
                  </a:lnTo>
                  <a:lnTo>
                    <a:pt x="3997" y="52459"/>
                  </a:lnTo>
                  <a:lnTo>
                    <a:pt x="4842" y="0"/>
                  </a:lnTo>
                  <a:lnTo>
                    <a:pt x="5687" y="55903"/>
                  </a:lnTo>
                  <a:lnTo>
                    <a:pt x="6532" y="117836"/>
                  </a:lnTo>
                  <a:lnTo>
                    <a:pt x="7377" y="96342"/>
                  </a:lnTo>
                  <a:lnTo>
                    <a:pt x="8222" y="106275"/>
                  </a:lnTo>
                  <a:lnTo>
                    <a:pt x="9068" y="161998"/>
                  </a:lnTo>
                  <a:lnTo>
                    <a:pt x="9913" y="205988"/>
                  </a:lnTo>
                  <a:lnTo>
                    <a:pt x="10758" y="226175"/>
                  </a:lnTo>
                  <a:lnTo>
                    <a:pt x="11603" y="236345"/>
                  </a:lnTo>
                  <a:lnTo>
                    <a:pt x="12448" y="248069"/>
                  </a:lnTo>
                  <a:lnTo>
                    <a:pt x="13293" y="338727"/>
                  </a:lnTo>
                  <a:lnTo>
                    <a:pt x="14138" y="426313"/>
                  </a:lnTo>
                  <a:lnTo>
                    <a:pt x="14983" y="434575"/>
                  </a:lnTo>
                  <a:lnTo>
                    <a:pt x="15828" y="507404"/>
                  </a:lnTo>
                  <a:lnTo>
                    <a:pt x="16673" y="461567"/>
                  </a:lnTo>
                  <a:lnTo>
                    <a:pt x="17518" y="458902"/>
                  </a:lnTo>
                  <a:lnTo>
                    <a:pt x="18364" y="371353"/>
                  </a:lnTo>
                  <a:lnTo>
                    <a:pt x="19209" y="317440"/>
                  </a:lnTo>
                  <a:lnTo>
                    <a:pt x="20054" y="368237"/>
                  </a:lnTo>
                  <a:lnTo>
                    <a:pt x="20899" y="382399"/>
                  </a:lnTo>
                  <a:lnTo>
                    <a:pt x="21744" y="455654"/>
                  </a:lnTo>
                  <a:lnTo>
                    <a:pt x="22589" y="439571"/>
                  </a:lnTo>
                  <a:lnTo>
                    <a:pt x="23434" y="409636"/>
                  </a:lnTo>
                  <a:lnTo>
                    <a:pt x="24279" y="367495"/>
                  </a:lnTo>
                  <a:lnTo>
                    <a:pt x="25124" y="319608"/>
                  </a:lnTo>
                  <a:lnTo>
                    <a:pt x="25969" y="350934"/>
                  </a:lnTo>
                  <a:lnTo>
                    <a:pt x="26814" y="410900"/>
                  </a:lnTo>
                  <a:lnTo>
                    <a:pt x="27372" y="103817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1015204" y="3669570"/>
              <a:ext cx="11991" cy="606592"/>
            </a:xfrm>
            <a:custGeom>
              <a:avLst/>
              <a:pathLst>
                <a:path w="11991" h="606592">
                  <a:moveTo>
                    <a:pt x="0" y="606592"/>
                  </a:moveTo>
                  <a:lnTo>
                    <a:pt x="551" y="0"/>
                  </a:lnTo>
                  <a:lnTo>
                    <a:pt x="1396" y="26593"/>
                  </a:lnTo>
                  <a:lnTo>
                    <a:pt x="2241" y="34924"/>
                  </a:lnTo>
                  <a:lnTo>
                    <a:pt x="3086" y="75236"/>
                  </a:lnTo>
                  <a:lnTo>
                    <a:pt x="3931" y="187907"/>
                  </a:lnTo>
                  <a:lnTo>
                    <a:pt x="4776" y="121417"/>
                  </a:lnTo>
                  <a:lnTo>
                    <a:pt x="5621" y="121808"/>
                  </a:lnTo>
                  <a:lnTo>
                    <a:pt x="6466" y="43669"/>
                  </a:lnTo>
                  <a:lnTo>
                    <a:pt x="7311" y="72005"/>
                  </a:lnTo>
                  <a:lnTo>
                    <a:pt x="8156" y="118247"/>
                  </a:lnTo>
                  <a:lnTo>
                    <a:pt x="9002" y="178895"/>
                  </a:lnTo>
                  <a:lnTo>
                    <a:pt x="9847" y="237993"/>
                  </a:lnTo>
                  <a:lnTo>
                    <a:pt x="10692" y="221304"/>
                  </a:lnTo>
                  <a:lnTo>
                    <a:pt x="11537" y="230916"/>
                  </a:lnTo>
                  <a:lnTo>
                    <a:pt x="11991" y="60659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1028740" y="3714030"/>
              <a:ext cx="1905" cy="562132"/>
            </a:xfrm>
            <a:custGeom>
              <a:avLst/>
              <a:pathLst>
                <a:path w="1905" h="562132">
                  <a:moveTo>
                    <a:pt x="0" y="562132"/>
                  </a:moveTo>
                  <a:lnTo>
                    <a:pt x="536" y="0"/>
                  </a:lnTo>
                  <a:lnTo>
                    <a:pt x="1381" y="33889"/>
                  </a:lnTo>
                  <a:lnTo>
                    <a:pt x="1905" y="5621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1031282" y="3540278"/>
              <a:ext cx="14626" cy="735884"/>
            </a:xfrm>
            <a:custGeom>
              <a:avLst/>
              <a:pathLst>
                <a:path w="14626" h="735884">
                  <a:moveTo>
                    <a:pt x="0" y="735884"/>
                  </a:moveTo>
                  <a:lnTo>
                    <a:pt x="529" y="193535"/>
                  </a:lnTo>
                  <a:lnTo>
                    <a:pt x="1374" y="236972"/>
                  </a:lnTo>
                  <a:lnTo>
                    <a:pt x="2219" y="227226"/>
                  </a:lnTo>
                  <a:lnTo>
                    <a:pt x="3064" y="232211"/>
                  </a:lnTo>
                  <a:lnTo>
                    <a:pt x="3909" y="284903"/>
                  </a:lnTo>
                  <a:lnTo>
                    <a:pt x="4754" y="321278"/>
                  </a:lnTo>
                  <a:lnTo>
                    <a:pt x="5599" y="321572"/>
                  </a:lnTo>
                  <a:lnTo>
                    <a:pt x="6444" y="372440"/>
                  </a:lnTo>
                  <a:lnTo>
                    <a:pt x="7290" y="336191"/>
                  </a:lnTo>
                  <a:lnTo>
                    <a:pt x="8135" y="284635"/>
                  </a:lnTo>
                  <a:lnTo>
                    <a:pt x="8980" y="166495"/>
                  </a:lnTo>
                  <a:lnTo>
                    <a:pt x="9825" y="168872"/>
                  </a:lnTo>
                  <a:lnTo>
                    <a:pt x="10670" y="130786"/>
                  </a:lnTo>
                  <a:lnTo>
                    <a:pt x="11515" y="82377"/>
                  </a:lnTo>
                  <a:lnTo>
                    <a:pt x="12360" y="0"/>
                  </a:lnTo>
                  <a:lnTo>
                    <a:pt x="13205" y="69886"/>
                  </a:lnTo>
                  <a:lnTo>
                    <a:pt x="14050" y="45466"/>
                  </a:lnTo>
                  <a:lnTo>
                    <a:pt x="14626" y="7358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1047286" y="3367830"/>
              <a:ext cx="27335" cy="908332"/>
            </a:xfrm>
            <a:custGeom>
              <a:avLst/>
              <a:pathLst>
                <a:path w="27335" h="908332">
                  <a:moveTo>
                    <a:pt x="0" y="908332"/>
                  </a:moveTo>
                  <a:lnTo>
                    <a:pt x="582" y="190051"/>
                  </a:lnTo>
                  <a:lnTo>
                    <a:pt x="1427" y="177968"/>
                  </a:lnTo>
                  <a:lnTo>
                    <a:pt x="2272" y="169272"/>
                  </a:lnTo>
                  <a:lnTo>
                    <a:pt x="3117" y="116319"/>
                  </a:lnTo>
                  <a:lnTo>
                    <a:pt x="3962" y="99652"/>
                  </a:lnTo>
                  <a:lnTo>
                    <a:pt x="4808" y="107104"/>
                  </a:lnTo>
                  <a:lnTo>
                    <a:pt x="5653" y="106045"/>
                  </a:lnTo>
                  <a:lnTo>
                    <a:pt x="6498" y="134254"/>
                  </a:lnTo>
                  <a:lnTo>
                    <a:pt x="7343" y="107922"/>
                  </a:lnTo>
                  <a:lnTo>
                    <a:pt x="8188" y="54469"/>
                  </a:lnTo>
                  <a:lnTo>
                    <a:pt x="9033" y="117927"/>
                  </a:lnTo>
                  <a:lnTo>
                    <a:pt x="9878" y="87100"/>
                  </a:lnTo>
                  <a:lnTo>
                    <a:pt x="10723" y="83384"/>
                  </a:lnTo>
                  <a:lnTo>
                    <a:pt x="11568" y="43861"/>
                  </a:lnTo>
                  <a:lnTo>
                    <a:pt x="12413" y="45589"/>
                  </a:lnTo>
                  <a:lnTo>
                    <a:pt x="13258" y="57999"/>
                  </a:lnTo>
                  <a:lnTo>
                    <a:pt x="14104" y="35016"/>
                  </a:lnTo>
                  <a:lnTo>
                    <a:pt x="14949" y="0"/>
                  </a:lnTo>
                  <a:lnTo>
                    <a:pt x="15794" y="74079"/>
                  </a:lnTo>
                  <a:lnTo>
                    <a:pt x="16639" y="143307"/>
                  </a:lnTo>
                  <a:lnTo>
                    <a:pt x="17484" y="154816"/>
                  </a:lnTo>
                  <a:lnTo>
                    <a:pt x="18329" y="230367"/>
                  </a:lnTo>
                  <a:lnTo>
                    <a:pt x="19174" y="286949"/>
                  </a:lnTo>
                  <a:lnTo>
                    <a:pt x="20019" y="279729"/>
                  </a:lnTo>
                  <a:lnTo>
                    <a:pt x="20864" y="323925"/>
                  </a:lnTo>
                  <a:lnTo>
                    <a:pt x="21709" y="372277"/>
                  </a:lnTo>
                  <a:lnTo>
                    <a:pt x="22554" y="359734"/>
                  </a:lnTo>
                  <a:lnTo>
                    <a:pt x="23400" y="359904"/>
                  </a:lnTo>
                  <a:lnTo>
                    <a:pt x="24245" y="430244"/>
                  </a:lnTo>
                  <a:lnTo>
                    <a:pt x="25090" y="360045"/>
                  </a:lnTo>
                  <a:lnTo>
                    <a:pt x="25935" y="280602"/>
                  </a:lnTo>
                  <a:lnTo>
                    <a:pt x="26780" y="288244"/>
                  </a:lnTo>
                  <a:lnTo>
                    <a:pt x="27335" y="9083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1075207" y="3560067"/>
              <a:ext cx="10410" cy="716095"/>
            </a:xfrm>
            <a:custGeom>
              <a:avLst/>
              <a:pathLst>
                <a:path w="10410" h="716095">
                  <a:moveTo>
                    <a:pt x="0" y="716095"/>
                  </a:moveTo>
                  <a:lnTo>
                    <a:pt x="548" y="116112"/>
                  </a:lnTo>
                  <a:lnTo>
                    <a:pt x="1394" y="16339"/>
                  </a:lnTo>
                  <a:lnTo>
                    <a:pt x="2239" y="62855"/>
                  </a:lnTo>
                  <a:lnTo>
                    <a:pt x="3084" y="101780"/>
                  </a:lnTo>
                  <a:lnTo>
                    <a:pt x="3929" y="106746"/>
                  </a:lnTo>
                  <a:lnTo>
                    <a:pt x="4774" y="103269"/>
                  </a:lnTo>
                  <a:lnTo>
                    <a:pt x="5619" y="104546"/>
                  </a:lnTo>
                  <a:lnTo>
                    <a:pt x="6464" y="59476"/>
                  </a:lnTo>
                  <a:lnTo>
                    <a:pt x="7309" y="0"/>
                  </a:lnTo>
                  <a:lnTo>
                    <a:pt x="8154" y="68004"/>
                  </a:lnTo>
                  <a:lnTo>
                    <a:pt x="8999" y="91178"/>
                  </a:lnTo>
                  <a:lnTo>
                    <a:pt x="9844" y="61778"/>
                  </a:lnTo>
                  <a:lnTo>
                    <a:pt x="10410" y="71609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1087017" y="3600251"/>
              <a:ext cx="22974" cy="675911"/>
            </a:xfrm>
            <a:custGeom>
              <a:avLst/>
              <a:pathLst>
                <a:path w="22974" h="675911">
                  <a:moveTo>
                    <a:pt x="0" y="675911"/>
                  </a:moveTo>
                  <a:lnTo>
                    <a:pt x="570" y="2783"/>
                  </a:lnTo>
                  <a:lnTo>
                    <a:pt x="1415" y="3190"/>
                  </a:lnTo>
                  <a:lnTo>
                    <a:pt x="2260" y="16019"/>
                  </a:lnTo>
                  <a:lnTo>
                    <a:pt x="3105" y="34518"/>
                  </a:lnTo>
                  <a:lnTo>
                    <a:pt x="3951" y="0"/>
                  </a:lnTo>
                  <a:lnTo>
                    <a:pt x="4796" y="3602"/>
                  </a:lnTo>
                  <a:lnTo>
                    <a:pt x="5641" y="56216"/>
                  </a:lnTo>
                  <a:lnTo>
                    <a:pt x="6486" y="82451"/>
                  </a:lnTo>
                  <a:lnTo>
                    <a:pt x="7331" y="152353"/>
                  </a:lnTo>
                  <a:lnTo>
                    <a:pt x="8176" y="167787"/>
                  </a:lnTo>
                  <a:lnTo>
                    <a:pt x="9021" y="221106"/>
                  </a:lnTo>
                  <a:lnTo>
                    <a:pt x="9866" y="181302"/>
                  </a:lnTo>
                  <a:lnTo>
                    <a:pt x="10711" y="137549"/>
                  </a:lnTo>
                  <a:lnTo>
                    <a:pt x="11556" y="140472"/>
                  </a:lnTo>
                  <a:lnTo>
                    <a:pt x="12401" y="142085"/>
                  </a:lnTo>
                  <a:lnTo>
                    <a:pt x="13247" y="164309"/>
                  </a:lnTo>
                  <a:lnTo>
                    <a:pt x="14092" y="123695"/>
                  </a:lnTo>
                  <a:lnTo>
                    <a:pt x="14937" y="152566"/>
                  </a:lnTo>
                  <a:lnTo>
                    <a:pt x="15782" y="283849"/>
                  </a:lnTo>
                  <a:lnTo>
                    <a:pt x="16627" y="273398"/>
                  </a:lnTo>
                  <a:lnTo>
                    <a:pt x="17472" y="260711"/>
                  </a:lnTo>
                  <a:lnTo>
                    <a:pt x="18317" y="190919"/>
                  </a:lnTo>
                  <a:lnTo>
                    <a:pt x="19162" y="191269"/>
                  </a:lnTo>
                  <a:lnTo>
                    <a:pt x="20007" y="200633"/>
                  </a:lnTo>
                  <a:lnTo>
                    <a:pt x="20852" y="259980"/>
                  </a:lnTo>
                  <a:lnTo>
                    <a:pt x="21698" y="265874"/>
                  </a:lnTo>
                  <a:lnTo>
                    <a:pt x="22543" y="337673"/>
                  </a:lnTo>
                  <a:lnTo>
                    <a:pt x="22974" y="67591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1111682" y="3951248"/>
              <a:ext cx="9208" cy="324915"/>
            </a:xfrm>
            <a:custGeom>
              <a:avLst/>
              <a:pathLst>
                <a:path w="9208" h="324915">
                  <a:moveTo>
                    <a:pt x="0" y="324915"/>
                  </a:moveTo>
                  <a:lnTo>
                    <a:pt x="413" y="15530"/>
                  </a:lnTo>
                  <a:lnTo>
                    <a:pt x="1258" y="4027"/>
                  </a:lnTo>
                  <a:lnTo>
                    <a:pt x="2103" y="0"/>
                  </a:lnTo>
                  <a:lnTo>
                    <a:pt x="2948" y="80147"/>
                  </a:lnTo>
                  <a:lnTo>
                    <a:pt x="3793" y="86471"/>
                  </a:lnTo>
                  <a:lnTo>
                    <a:pt x="4638" y="69177"/>
                  </a:lnTo>
                  <a:lnTo>
                    <a:pt x="5483" y="101275"/>
                  </a:lnTo>
                  <a:lnTo>
                    <a:pt x="6328" y="131668"/>
                  </a:lnTo>
                  <a:lnTo>
                    <a:pt x="7173" y="116952"/>
                  </a:lnTo>
                  <a:lnTo>
                    <a:pt x="8018" y="116202"/>
                  </a:lnTo>
                  <a:lnTo>
                    <a:pt x="8863" y="101865"/>
                  </a:lnTo>
                  <a:lnTo>
                    <a:pt x="9208" y="32491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1122708" y="3842582"/>
              <a:ext cx="15223" cy="433580"/>
            </a:xfrm>
            <a:custGeom>
              <a:avLst/>
              <a:pathLst>
                <a:path w="15223" h="433580">
                  <a:moveTo>
                    <a:pt x="0" y="433580"/>
                  </a:moveTo>
                  <a:lnTo>
                    <a:pt x="373" y="177395"/>
                  </a:lnTo>
                  <a:lnTo>
                    <a:pt x="1218" y="217595"/>
                  </a:lnTo>
                  <a:lnTo>
                    <a:pt x="2063" y="264400"/>
                  </a:lnTo>
                  <a:lnTo>
                    <a:pt x="2908" y="236450"/>
                  </a:lnTo>
                  <a:lnTo>
                    <a:pt x="3753" y="241829"/>
                  </a:lnTo>
                  <a:lnTo>
                    <a:pt x="4598" y="262315"/>
                  </a:lnTo>
                  <a:lnTo>
                    <a:pt x="5443" y="263575"/>
                  </a:lnTo>
                  <a:lnTo>
                    <a:pt x="6289" y="256154"/>
                  </a:lnTo>
                  <a:lnTo>
                    <a:pt x="7134" y="248695"/>
                  </a:lnTo>
                  <a:lnTo>
                    <a:pt x="7979" y="247217"/>
                  </a:lnTo>
                  <a:lnTo>
                    <a:pt x="8824" y="246383"/>
                  </a:lnTo>
                  <a:lnTo>
                    <a:pt x="9669" y="222697"/>
                  </a:lnTo>
                  <a:lnTo>
                    <a:pt x="10514" y="193290"/>
                  </a:lnTo>
                  <a:lnTo>
                    <a:pt x="11359" y="185702"/>
                  </a:lnTo>
                  <a:lnTo>
                    <a:pt x="12204" y="123140"/>
                  </a:lnTo>
                  <a:lnTo>
                    <a:pt x="13049" y="124134"/>
                  </a:lnTo>
                  <a:lnTo>
                    <a:pt x="13894" y="80433"/>
                  </a:lnTo>
                  <a:lnTo>
                    <a:pt x="14739" y="0"/>
                  </a:lnTo>
                  <a:lnTo>
                    <a:pt x="15223" y="4335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1138639" y="3807750"/>
              <a:ext cx="6891" cy="468412"/>
            </a:xfrm>
            <a:custGeom>
              <a:avLst/>
              <a:pathLst>
                <a:path w="6891" h="468412">
                  <a:moveTo>
                    <a:pt x="0" y="468412"/>
                  </a:moveTo>
                  <a:lnTo>
                    <a:pt x="499" y="1725"/>
                  </a:lnTo>
                  <a:lnTo>
                    <a:pt x="1344" y="26099"/>
                  </a:lnTo>
                  <a:lnTo>
                    <a:pt x="2189" y="0"/>
                  </a:lnTo>
                  <a:lnTo>
                    <a:pt x="3034" y="7059"/>
                  </a:lnTo>
                  <a:lnTo>
                    <a:pt x="3879" y="51726"/>
                  </a:lnTo>
                  <a:lnTo>
                    <a:pt x="4724" y="69928"/>
                  </a:lnTo>
                  <a:lnTo>
                    <a:pt x="5569" y="112160"/>
                  </a:lnTo>
                  <a:lnTo>
                    <a:pt x="6414" y="48742"/>
                  </a:lnTo>
                  <a:lnTo>
                    <a:pt x="6891" y="46841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1147219" y="3718380"/>
              <a:ext cx="30387" cy="557782"/>
            </a:xfrm>
            <a:custGeom>
              <a:avLst/>
              <a:pathLst>
                <a:path w="30387" h="557782">
                  <a:moveTo>
                    <a:pt x="0" y="557782"/>
                  </a:moveTo>
                  <a:lnTo>
                    <a:pt x="370" y="305276"/>
                  </a:lnTo>
                  <a:lnTo>
                    <a:pt x="1215" y="314271"/>
                  </a:lnTo>
                  <a:lnTo>
                    <a:pt x="2060" y="317177"/>
                  </a:lnTo>
                  <a:lnTo>
                    <a:pt x="2905" y="363851"/>
                  </a:lnTo>
                  <a:lnTo>
                    <a:pt x="3750" y="303517"/>
                  </a:lnTo>
                  <a:lnTo>
                    <a:pt x="4595" y="230991"/>
                  </a:lnTo>
                  <a:lnTo>
                    <a:pt x="5440" y="173968"/>
                  </a:lnTo>
                  <a:lnTo>
                    <a:pt x="6286" y="183771"/>
                  </a:lnTo>
                  <a:lnTo>
                    <a:pt x="7131" y="203511"/>
                  </a:lnTo>
                  <a:lnTo>
                    <a:pt x="7976" y="180833"/>
                  </a:lnTo>
                  <a:lnTo>
                    <a:pt x="8821" y="212486"/>
                  </a:lnTo>
                  <a:lnTo>
                    <a:pt x="9666" y="112303"/>
                  </a:lnTo>
                  <a:lnTo>
                    <a:pt x="10511" y="143272"/>
                  </a:lnTo>
                  <a:lnTo>
                    <a:pt x="11356" y="144927"/>
                  </a:lnTo>
                  <a:lnTo>
                    <a:pt x="12201" y="87913"/>
                  </a:lnTo>
                  <a:lnTo>
                    <a:pt x="13046" y="91497"/>
                  </a:lnTo>
                  <a:lnTo>
                    <a:pt x="13891" y="36551"/>
                  </a:lnTo>
                  <a:lnTo>
                    <a:pt x="14736" y="87193"/>
                  </a:lnTo>
                  <a:lnTo>
                    <a:pt x="15582" y="76278"/>
                  </a:lnTo>
                  <a:lnTo>
                    <a:pt x="16427" y="62299"/>
                  </a:lnTo>
                  <a:lnTo>
                    <a:pt x="17272" y="79245"/>
                  </a:lnTo>
                  <a:lnTo>
                    <a:pt x="18117" y="77146"/>
                  </a:lnTo>
                  <a:lnTo>
                    <a:pt x="18962" y="111182"/>
                  </a:lnTo>
                  <a:lnTo>
                    <a:pt x="19807" y="133915"/>
                  </a:lnTo>
                  <a:lnTo>
                    <a:pt x="20652" y="119158"/>
                  </a:lnTo>
                  <a:lnTo>
                    <a:pt x="21497" y="126691"/>
                  </a:lnTo>
                  <a:lnTo>
                    <a:pt x="22342" y="112619"/>
                  </a:lnTo>
                  <a:lnTo>
                    <a:pt x="23187" y="71159"/>
                  </a:lnTo>
                  <a:lnTo>
                    <a:pt x="24032" y="53341"/>
                  </a:lnTo>
                  <a:lnTo>
                    <a:pt x="24878" y="30034"/>
                  </a:lnTo>
                  <a:lnTo>
                    <a:pt x="25723" y="0"/>
                  </a:lnTo>
                  <a:lnTo>
                    <a:pt x="26568" y="14456"/>
                  </a:lnTo>
                  <a:lnTo>
                    <a:pt x="27413" y="13760"/>
                  </a:lnTo>
                  <a:lnTo>
                    <a:pt x="28258" y="32674"/>
                  </a:lnTo>
                  <a:lnTo>
                    <a:pt x="29103" y="106158"/>
                  </a:lnTo>
                  <a:lnTo>
                    <a:pt x="29948" y="208637"/>
                  </a:lnTo>
                  <a:lnTo>
                    <a:pt x="30387" y="5577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1179259" y="3763168"/>
              <a:ext cx="15326" cy="512994"/>
            </a:xfrm>
            <a:custGeom>
              <a:avLst/>
              <a:pathLst>
                <a:path w="15326" h="512994">
                  <a:moveTo>
                    <a:pt x="0" y="512994"/>
                  </a:moveTo>
                  <a:lnTo>
                    <a:pt x="444" y="154328"/>
                  </a:lnTo>
                  <a:lnTo>
                    <a:pt x="1289" y="124077"/>
                  </a:lnTo>
                  <a:lnTo>
                    <a:pt x="2134" y="120919"/>
                  </a:lnTo>
                  <a:lnTo>
                    <a:pt x="2979" y="43963"/>
                  </a:lnTo>
                  <a:lnTo>
                    <a:pt x="3824" y="31185"/>
                  </a:lnTo>
                  <a:lnTo>
                    <a:pt x="4669" y="86718"/>
                  </a:lnTo>
                  <a:lnTo>
                    <a:pt x="5514" y="149634"/>
                  </a:lnTo>
                  <a:lnTo>
                    <a:pt x="6359" y="164307"/>
                  </a:lnTo>
                  <a:lnTo>
                    <a:pt x="7204" y="92288"/>
                  </a:lnTo>
                  <a:lnTo>
                    <a:pt x="8050" y="103494"/>
                  </a:lnTo>
                  <a:lnTo>
                    <a:pt x="8895" y="70510"/>
                  </a:lnTo>
                  <a:lnTo>
                    <a:pt x="9740" y="45867"/>
                  </a:lnTo>
                  <a:lnTo>
                    <a:pt x="10585" y="71570"/>
                  </a:lnTo>
                  <a:lnTo>
                    <a:pt x="11430" y="34550"/>
                  </a:lnTo>
                  <a:lnTo>
                    <a:pt x="12275" y="29815"/>
                  </a:lnTo>
                  <a:lnTo>
                    <a:pt x="13120" y="0"/>
                  </a:lnTo>
                  <a:lnTo>
                    <a:pt x="13965" y="41123"/>
                  </a:lnTo>
                  <a:lnTo>
                    <a:pt x="14810" y="5270"/>
                  </a:lnTo>
                  <a:lnTo>
                    <a:pt x="15326" y="5129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1195267" y="3735269"/>
              <a:ext cx="15129" cy="540894"/>
            </a:xfrm>
            <a:custGeom>
              <a:avLst/>
              <a:pathLst>
                <a:path w="15129" h="540894">
                  <a:moveTo>
                    <a:pt x="0" y="540894"/>
                  </a:moveTo>
                  <a:lnTo>
                    <a:pt x="492" y="89826"/>
                  </a:lnTo>
                  <a:lnTo>
                    <a:pt x="1337" y="68840"/>
                  </a:lnTo>
                  <a:lnTo>
                    <a:pt x="2182" y="101648"/>
                  </a:lnTo>
                  <a:lnTo>
                    <a:pt x="3027" y="106905"/>
                  </a:lnTo>
                  <a:lnTo>
                    <a:pt x="3872" y="51007"/>
                  </a:lnTo>
                  <a:lnTo>
                    <a:pt x="4717" y="76462"/>
                  </a:lnTo>
                  <a:lnTo>
                    <a:pt x="5562" y="48544"/>
                  </a:lnTo>
                  <a:lnTo>
                    <a:pt x="6407" y="49416"/>
                  </a:lnTo>
                  <a:lnTo>
                    <a:pt x="7252" y="50777"/>
                  </a:lnTo>
                  <a:lnTo>
                    <a:pt x="8097" y="0"/>
                  </a:lnTo>
                  <a:lnTo>
                    <a:pt x="8942" y="88601"/>
                  </a:lnTo>
                  <a:lnTo>
                    <a:pt x="9788" y="97144"/>
                  </a:lnTo>
                  <a:lnTo>
                    <a:pt x="10633" y="167151"/>
                  </a:lnTo>
                  <a:lnTo>
                    <a:pt x="11478" y="192341"/>
                  </a:lnTo>
                  <a:lnTo>
                    <a:pt x="12323" y="180698"/>
                  </a:lnTo>
                  <a:lnTo>
                    <a:pt x="13168" y="238908"/>
                  </a:lnTo>
                  <a:lnTo>
                    <a:pt x="14013" y="333630"/>
                  </a:lnTo>
                  <a:lnTo>
                    <a:pt x="14858" y="388504"/>
                  </a:lnTo>
                  <a:lnTo>
                    <a:pt x="15129" y="5408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1211528" y="4108246"/>
              <a:ext cx="7291" cy="167916"/>
            </a:xfrm>
            <a:custGeom>
              <a:avLst/>
              <a:pathLst>
                <a:path w="7291" h="167916">
                  <a:moveTo>
                    <a:pt x="0" y="167916"/>
                  </a:moveTo>
                  <a:lnTo>
                    <a:pt x="288" y="0"/>
                  </a:lnTo>
                  <a:lnTo>
                    <a:pt x="1133" y="52856"/>
                  </a:lnTo>
                  <a:lnTo>
                    <a:pt x="1978" y="14471"/>
                  </a:lnTo>
                  <a:lnTo>
                    <a:pt x="2823" y="44085"/>
                  </a:lnTo>
                  <a:lnTo>
                    <a:pt x="3669" y="19317"/>
                  </a:lnTo>
                  <a:lnTo>
                    <a:pt x="4514" y="10440"/>
                  </a:lnTo>
                  <a:lnTo>
                    <a:pt x="5359" y="60333"/>
                  </a:lnTo>
                  <a:lnTo>
                    <a:pt x="6204" y="10478"/>
                  </a:lnTo>
                  <a:lnTo>
                    <a:pt x="7049" y="37734"/>
                  </a:lnTo>
                  <a:lnTo>
                    <a:pt x="7291" y="16791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1220826" y="3885042"/>
              <a:ext cx="10884" cy="391120"/>
            </a:xfrm>
            <a:custGeom>
              <a:avLst/>
              <a:pathLst>
                <a:path w="10884" h="391120">
                  <a:moveTo>
                    <a:pt x="0" y="391120"/>
                  </a:moveTo>
                  <a:lnTo>
                    <a:pt x="286" y="225306"/>
                  </a:lnTo>
                  <a:lnTo>
                    <a:pt x="1131" y="157159"/>
                  </a:lnTo>
                  <a:lnTo>
                    <a:pt x="1976" y="143113"/>
                  </a:lnTo>
                  <a:lnTo>
                    <a:pt x="2821" y="112085"/>
                  </a:lnTo>
                  <a:lnTo>
                    <a:pt x="3666" y="112018"/>
                  </a:lnTo>
                  <a:lnTo>
                    <a:pt x="4511" y="66105"/>
                  </a:lnTo>
                  <a:lnTo>
                    <a:pt x="5356" y="49377"/>
                  </a:lnTo>
                  <a:lnTo>
                    <a:pt x="6201" y="28321"/>
                  </a:lnTo>
                  <a:lnTo>
                    <a:pt x="7047" y="103258"/>
                  </a:lnTo>
                  <a:lnTo>
                    <a:pt x="7892" y="98349"/>
                  </a:lnTo>
                  <a:lnTo>
                    <a:pt x="8737" y="63329"/>
                  </a:lnTo>
                  <a:lnTo>
                    <a:pt x="9582" y="0"/>
                  </a:lnTo>
                  <a:lnTo>
                    <a:pt x="10427" y="9541"/>
                  </a:lnTo>
                  <a:lnTo>
                    <a:pt x="10884" y="3911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1232528" y="3963338"/>
              <a:ext cx="830" cy="312824"/>
            </a:xfrm>
            <a:custGeom>
              <a:avLst/>
              <a:pathLst>
                <a:path w="830" h="312824">
                  <a:moveTo>
                    <a:pt x="0" y="312824"/>
                  </a:moveTo>
                  <a:lnTo>
                    <a:pt x="415" y="0"/>
                  </a:lnTo>
                  <a:lnTo>
                    <a:pt x="830" y="31282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1235077" y="3888496"/>
              <a:ext cx="5904" cy="387666"/>
            </a:xfrm>
            <a:custGeom>
              <a:avLst/>
              <a:pathLst>
                <a:path w="5904" h="387666">
                  <a:moveTo>
                    <a:pt x="0" y="387666"/>
                  </a:moveTo>
                  <a:lnTo>
                    <a:pt x="402" y="93853"/>
                  </a:lnTo>
                  <a:lnTo>
                    <a:pt x="1247" y="11192"/>
                  </a:lnTo>
                  <a:lnTo>
                    <a:pt x="2092" y="23075"/>
                  </a:lnTo>
                  <a:lnTo>
                    <a:pt x="2937" y="36770"/>
                  </a:lnTo>
                  <a:lnTo>
                    <a:pt x="3782" y="39827"/>
                  </a:lnTo>
                  <a:lnTo>
                    <a:pt x="4627" y="0"/>
                  </a:lnTo>
                  <a:lnTo>
                    <a:pt x="5472" y="49567"/>
                  </a:lnTo>
                  <a:lnTo>
                    <a:pt x="5904" y="3876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1241837" y="3810155"/>
              <a:ext cx="11859" cy="466007"/>
            </a:xfrm>
            <a:custGeom>
              <a:avLst/>
              <a:pathLst>
                <a:path w="11859" h="466007">
                  <a:moveTo>
                    <a:pt x="0" y="466007"/>
                  </a:moveTo>
                  <a:lnTo>
                    <a:pt x="402" y="171548"/>
                  </a:lnTo>
                  <a:lnTo>
                    <a:pt x="1247" y="104860"/>
                  </a:lnTo>
                  <a:lnTo>
                    <a:pt x="2092" y="54515"/>
                  </a:lnTo>
                  <a:lnTo>
                    <a:pt x="2937" y="77398"/>
                  </a:lnTo>
                  <a:lnTo>
                    <a:pt x="3782" y="30548"/>
                  </a:lnTo>
                  <a:lnTo>
                    <a:pt x="4628" y="33571"/>
                  </a:lnTo>
                  <a:lnTo>
                    <a:pt x="5473" y="5929"/>
                  </a:lnTo>
                  <a:lnTo>
                    <a:pt x="6318" y="4004"/>
                  </a:lnTo>
                  <a:lnTo>
                    <a:pt x="7163" y="27988"/>
                  </a:lnTo>
                  <a:lnTo>
                    <a:pt x="8008" y="0"/>
                  </a:lnTo>
                  <a:lnTo>
                    <a:pt x="8853" y="31295"/>
                  </a:lnTo>
                  <a:lnTo>
                    <a:pt x="9698" y="33253"/>
                  </a:lnTo>
                  <a:lnTo>
                    <a:pt x="10543" y="34035"/>
                  </a:lnTo>
                  <a:lnTo>
                    <a:pt x="11388" y="59606"/>
                  </a:lnTo>
                  <a:lnTo>
                    <a:pt x="11859" y="46600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1255320" y="3922425"/>
              <a:ext cx="882" cy="353737"/>
            </a:xfrm>
            <a:custGeom>
              <a:avLst/>
              <a:pathLst>
                <a:path w="882" h="353737">
                  <a:moveTo>
                    <a:pt x="0" y="353737"/>
                  </a:moveTo>
                  <a:lnTo>
                    <a:pt x="441" y="0"/>
                  </a:lnTo>
                  <a:lnTo>
                    <a:pt x="882" y="35373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1259663" y="4000507"/>
              <a:ext cx="4876" cy="275655"/>
            </a:xfrm>
            <a:custGeom>
              <a:avLst/>
              <a:pathLst>
                <a:path w="4876" h="275655">
                  <a:moveTo>
                    <a:pt x="0" y="275655"/>
                  </a:moveTo>
                  <a:lnTo>
                    <a:pt x="323" y="74751"/>
                  </a:lnTo>
                  <a:lnTo>
                    <a:pt x="1168" y="78558"/>
                  </a:lnTo>
                  <a:lnTo>
                    <a:pt x="2013" y="0"/>
                  </a:lnTo>
                  <a:lnTo>
                    <a:pt x="2858" y="23078"/>
                  </a:lnTo>
                  <a:lnTo>
                    <a:pt x="3704" y="26149"/>
                  </a:lnTo>
                  <a:lnTo>
                    <a:pt x="4549" y="70758"/>
                  </a:lnTo>
                  <a:lnTo>
                    <a:pt x="4876" y="2756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1267991" y="3801418"/>
              <a:ext cx="22867" cy="474744"/>
            </a:xfrm>
            <a:custGeom>
              <a:avLst/>
              <a:pathLst>
                <a:path w="22867" h="474744">
                  <a:moveTo>
                    <a:pt x="0" y="474744"/>
                  </a:moveTo>
                  <a:lnTo>
                    <a:pt x="446" y="113031"/>
                  </a:lnTo>
                  <a:lnTo>
                    <a:pt x="1291" y="88101"/>
                  </a:lnTo>
                  <a:lnTo>
                    <a:pt x="2136" y="41094"/>
                  </a:lnTo>
                  <a:lnTo>
                    <a:pt x="2981" y="62190"/>
                  </a:lnTo>
                  <a:lnTo>
                    <a:pt x="3826" y="63031"/>
                  </a:lnTo>
                  <a:lnTo>
                    <a:pt x="4671" y="21103"/>
                  </a:lnTo>
                  <a:lnTo>
                    <a:pt x="5516" y="78355"/>
                  </a:lnTo>
                  <a:lnTo>
                    <a:pt x="6361" y="134420"/>
                  </a:lnTo>
                  <a:lnTo>
                    <a:pt x="7206" y="131243"/>
                  </a:lnTo>
                  <a:lnTo>
                    <a:pt x="8051" y="131788"/>
                  </a:lnTo>
                  <a:lnTo>
                    <a:pt x="8896" y="57888"/>
                  </a:lnTo>
                  <a:lnTo>
                    <a:pt x="9742" y="49081"/>
                  </a:lnTo>
                  <a:lnTo>
                    <a:pt x="10587" y="58395"/>
                  </a:lnTo>
                  <a:lnTo>
                    <a:pt x="11432" y="0"/>
                  </a:lnTo>
                  <a:lnTo>
                    <a:pt x="12277" y="40230"/>
                  </a:lnTo>
                  <a:lnTo>
                    <a:pt x="13122" y="39713"/>
                  </a:lnTo>
                  <a:lnTo>
                    <a:pt x="13967" y="22364"/>
                  </a:lnTo>
                  <a:lnTo>
                    <a:pt x="14812" y="71079"/>
                  </a:lnTo>
                  <a:lnTo>
                    <a:pt x="15657" y="53756"/>
                  </a:lnTo>
                  <a:lnTo>
                    <a:pt x="16502" y="112186"/>
                  </a:lnTo>
                  <a:lnTo>
                    <a:pt x="17347" y="161473"/>
                  </a:lnTo>
                  <a:lnTo>
                    <a:pt x="18192" y="218068"/>
                  </a:lnTo>
                  <a:lnTo>
                    <a:pt x="19038" y="260803"/>
                  </a:lnTo>
                  <a:lnTo>
                    <a:pt x="19883" y="212721"/>
                  </a:lnTo>
                  <a:lnTo>
                    <a:pt x="20728" y="164338"/>
                  </a:lnTo>
                  <a:lnTo>
                    <a:pt x="21573" y="132084"/>
                  </a:lnTo>
                  <a:lnTo>
                    <a:pt x="22418" y="107667"/>
                  </a:lnTo>
                  <a:lnTo>
                    <a:pt x="22867" y="4747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1291635" y="3879275"/>
              <a:ext cx="931" cy="396887"/>
            </a:xfrm>
            <a:custGeom>
              <a:avLst/>
              <a:pathLst>
                <a:path w="931" h="396887">
                  <a:moveTo>
                    <a:pt x="0" y="396887"/>
                  </a:moveTo>
                  <a:lnTo>
                    <a:pt x="465" y="0"/>
                  </a:lnTo>
                  <a:lnTo>
                    <a:pt x="931" y="39688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293311" y="3809191"/>
              <a:ext cx="11914" cy="466971"/>
            </a:xfrm>
            <a:custGeom>
              <a:avLst/>
              <a:pathLst>
                <a:path w="11914" h="466971">
                  <a:moveTo>
                    <a:pt x="0" y="466971"/>
                  </a:moveTo>
                  <a:lnTo>
                    <a:pt x="479" y="42375"/>
                  </a:lnTo>
                  <a:lnTo>
                    <a:pt x="1324" y="68286"/>
                  </a:lnTo>
                  <a:lnTo>
                    <a:pt x="2169" y="14198"/>
                  </a:lnTo>
                  <a:lnTo>
                    <a:pt x="3014" y="0"/>
                  </a:lnTo>
                  <a:lnTo>
                    <a:pt x="3859" y="17277"/>
                  </a:lnTo>
                  <a:lnTo>
                    <a:pt x="4705" y="17"/>
                  </a:lnTo>
                  <a:lnTo>
                    <a:pt x="5550" y="35820"/>
                  </a:lnTo>
                  <a:lnTo>
                    <a:pt x="6395" y="14299"/>
                  </a:lnTo>
                  <a:lnTo>
                    <a:pt x="7240" y="31091"/>
                  </a:lnTo>
                  <a:lnTo>
                    <a:pt x="8085" y="59738"/>
                  </a:lnTo>
                  <a:lnTo>
                    <a:pt x="8930" y="65569"/>
                  </a:lnTo>
                  <a:lnTo>
                    <a:pt x="9775" y="121059"/>
                  </a:lnTo>
                  <a:lnTo>
                    <a:pt x="10620" y="94299"/>
                  </a:lnTo>
                  <a:lnTo>
                    <a:pt x="11465" y="100451"/>
                  </a:lnTo>
                  <a:lnTo>
                    <a:pt x="11914" y="46697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1306009" y="3894444"/>
              <a:ext cx="914" cy="381718"/>
            </a:xfrm>
            <a:custGeom>
              <a:avLst/>
              <a:pathLst>
                <a:path w="914" h="381718">
                  <a:moveTo>
                    <a:pt x="0" y="381718"/>
                  </a:moveTo>
                  <a:lnTo>
                    <a:pt x="457" y="0"/>
                  </a:lnTo>
                  <a:lnTo>
                    <a:pt x="914" y="38171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1307700" y="3889332"/>
              <a:ext cx="1762" cy="386830"/>
            </a:xfrm>
            <a:custGeom>
              <a:avLst/>
              <a:pathLst>
                <a:path w="1762" h="386830">
                  <a:moveTo>
                    <a:pt x="0" y="386830"/>
                  </a:moveTo>
                  <a:lnTo>
                    <a:pt x="456" y="5913"/>
                  </a:lnTo>
                  <a:lnTo>
                    <a:pt x="1301" y="0"/>
                  </a:lnTo>
                  <a:lnTo>
                    <a:pt x="1762" y="3868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1311062" y="3859864"/>
              <a:ext cx="15286" cy="416298"/>
            </a:xfrm>
            <a:custGeom>
              <a:avLst/>
              <a:pathLst>
                <a:path w="15286" h="416298">
                  <a:moveTo>
                    <a:pt x="0" y="416298"/>
                  </a:moveTo>
                  <a:lnTo>
                    <a:pt x="475" y="0"/>
                  </a:lnTo>
                  <a:lnTo>
                    <a:pt x="1320" y="20817"/>
                  </a:lnTo>
                  <a:lnTo>
                    <a:pt x="2165" y="58948"/>
                  </a:lnTo>
                  <a:lnTo>
                    <a:pt x="3010" y="47486"/>
                  </a:lnTo>
                  <a:lnTo>
                    <a:pt x="3855" y="56731"/>
                  </a:lnTo>
                  <a:lnTo>
                    <a:pt x="4700" y="104849"/>
                  </a:lnTo>
                  <a:lnTo>
                    <a:pt x="5546" y="196166"/>
                  </a:lnTo>
                  <a:lnTo>
                    <a:pt x="6391" y="219025"/>
                  </a:lnTo>
                  <a:lnTo>
                    <a:pt x="7236" y="214335"/>
                  </a:lnTo>
                  <a:lnTo>
                    <a:pt x="8081" y="179696"/>
                  </a:lnTo>
                  <a:lnTo>
                    <a:pt x="8926" y="120413"/>
                  </a:lnTo>
                  <a:lnTo>
                    <a:pt x="9771" y="97332"/>
                  </a:lnTo>
                  <a:lnTo>
                    <a:pt x="10616" y="68731"/>
                  </a:lnTo>
                  <a:lnTo>
                    <a:pt x="11461" y="60043"/>
                  </a:lnTo>
                  <a:lnTo>
                    <a:pt x="12306" y="53331"/>
                  </a:lnTo>
                  <a:lnTo>
                    <a:pt x="13151" y="19130"/>
                  </a:lnTo>
                  <a:lnTo>
                    <a:pt x="13996" y="45218"/>
                  </a:lnTo>
                  <a:lnTo>
                    <a:pt x="14842" y="57083"/>
                  </a:lnTo>
                  <a:lnTo>
                    <a:pt x="15286" y="41629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1328944" y="3985950"/>
              <a:ext cx="4895" cy="290213"/>
            </a:xfrm>
            <a:custGeom>
              <a:avLst/>
              <a:pathLst>
                <a:path w="4895" h="290213">
                  <a:moveTo>
                    <a:pt x="0" y="290213"/>
                  </a:moveTo>
                  <a:lnTo>
                    <a:pt x="340" y="72007"/>
                  </a:lnTo>
                  <a:lnTo>
                    <a:pt x="1185" y="48164"/>
                  </a:lnTo>
                  <a:lnTo>
                    <a:pt x="2030" y="0"/>
                  </a:lnTo>
                  <a:lnTo>
                    <a:pt x="2875" y="16734"/>
                  </a:lnTo>
                  <a:lnTo>
                    <a:pt x="3720" y="53853"/>
                  </a:lnTo>
                  <a:lnTo>
                    <a:pt x="4565" y="83401"/>
                  </a:lnTo>
                  <a:lnTo>
                    <a:pt x="4895" y="2902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1338148" y="3895411"/>
              <a:ext cx="5948" cy="380751"/>
            </a:xfrm>
            <a:custGeom>
              <a:avLst/>
              <a:pathLst>
                <a:path w="5948" h="380751">
                  <a:moveTo>
                    <a:pt x="0" y="380751"/>
                  </a:moveTo>
                  <a:lnTo>
                    <a:pt x="431" y="42480"/>
                  </a:lnTo>
                  <a:lnTo>
                    <a:pt x="1276" y="28852"/>
                  </a:lnTo>
                  <a:lnTo>
                    <a:pt x="2122" y="0"/>
                  </a:lnTo>
                  <a:lnTo>
                    <a:pt x="2967" y="2383"/>
                  </a:lnTo>
                  <a:lnTo>
                    <a:pt x="3812" y="36494"/>
                  </a:lnTo>
                  <a:lnTo>
                    <a:pt x="4657" y="44379"/>
                  </a:lnTo>
                  <a:lnTo>
                    <a:pt x="5502" y="18583"/>
                  </a:lnTo>
                  <a:lnTo>
                    <a:pt x="5948" y="38075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1345741" y="3889702"/>
              <a:ext cx="4254" cy="386460"/>
            </a:xfrm>
            <a:custGeom>
              <a:avLst/>
              <a:pathLst>
                <a:path w="4254" h="386460">
                  <a:moveTo>
                    <a:pt x="0" y="386460"/>
                  </a:moveTo>
                  <a:lnTo>
                    <a:pt x="444" y="27260"/>
                  </a:lnTo>
                  <a:lnTo>
                    <a:pt x="1289" y="0"/>
                  </a:lnTo>
                  <a:lnTo>
                    <a:pt x="2134" y="13833"/>
                  </a:lnTo>
                  <a:lnTo>
                    <a:pt x="2979" y="52627"/>
                  </a:lnTo>
                  <a:lnTo>
                    <a:pt x="3824" y="51533"/>
                  </a:lnTo>
                  <a:lnTo>
                    <a:pt x="4254" y="38646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1350838" y="3958749"/>
              <a:ext cx="11725" cy="317413"/>
            </a:xfrm>
            <a:custGeom>
              <a:avLst/>
              <a:pathLst>
                <a:path w="11725" h="317413">
                  <a:moveTo>
                    <a:pt x="0" y="317413"/>
                  </a:moveTo>
                  <a:lnTo>
                    <a:pt x="418" y="0"/>
                  </a:lnTo>
                  <a:lnTo>
                    <a:pt x="1263" y="43252"/>
                  </a:lnTo>
                  <a:lnTo>
                    <a:pt x="2108" y="63831"/>
                  </a:lnTo>
                  <a:lnTo>
                    <a:pt x="2953" y="19617"/>
                  </a:lnTo>
                  <a:lnTo>
                    <a:pt x="3798" y="41167"/>
                  </a:lnTo>
                  <a:lnTo>
                    <a:pt x="4643" y="113441"/>
                  </a:lnTo>
                  <a:lnTo>
                    <a:pt x="5489" y="88792"/>
                  </a:lnTo>
                  <a:lnTo>
                    <a:pt x="6334" y="89538"/>
                  </a:lnTo>
                  <a:lnTo>
                    <a:pt x="7179" y="76074"/>
                  </a:lnTo>
                  <a:lnTo>
                    <a:pt x="8024" y="121341"/>
                  </a:lnTo>
                  <a:lnTo>
                    <a:pt x="8869" y="107704"/>
                  </a:lnTo>
                  <a:lnTo>
                    <a:pt x="9714" y="104553"/>
                  </a:lnTo>
                  <a:lnTo>
                    <a:pt x="10559" y="92602"/>
                  </a:lnTo>
                  <a:lnTo>
                    <a:pt x="11404" y="119690"/>
                  </a:lnTo>
                  <a:lnTo>
                    <a:pt x="11725" y="3174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1364344" y="3777999"/>
              <a:ext cx="15290" cy="498163"/>
            </a:xfrm>
            <a:custGeom>
              <a:avLst/>
              <a:pathLst>
                <a:path w="15290" h="498163">
                  <a:moveTo>
                    <a:pt x="0" y="498163"/>
                  </a:moveTo>
                  <a:lnTo>
                    <a:pt x="433" y="156687"/>
                  </a:lnTo>
                  <a:lnTo>
                    <a:pt x="1278" y="144809"/>
                  </a:lnTo>
                  <a:lnTo>
                    <a:pt x="2124" y="149165"/>
                  </a:lnTo>
                  <a:lnTo>
                    <a:pt x="2969" y="105673"/>
                  </a:lnTo>
                  <a:lnTo>
                    <a:pt x="3814" y="52829"/>
                  </a:lnTo>
                  <a:lnTo>
                    <a:pt x="4659" y="54006"/>
                  </a:lnTo>
                  <a:lnTo>
                    <a:pt x="5504" y="47967"/>
                  </a:lnTo>
                  <a:lnTo>
                    <a:pt x="6349" y="66222"/>
                  </a:lnTo>
                  <a:lnTo>
                    <a:pt x="7194" y="85620"/>
                  </a:lnTo>
                  <a:lnTo>
                    <a:pt x="8039" y="16675"/>
                  </a:lnTo>
                  <a:lnTo>
                    <a:pt x="8884" y="27265"/>
                  </a:lnTo>
                  <a:lnTo>
                    <a:pt x="9729" y="12437"/>
                  </a:lnTo>
                  <a:lnTo>
                    <a:pt x="10574" y="15200"/>
                  </a:lnTo>
                  <a:lnTo>
                    <a:pt x="11420" y="0"/>
                  </a:lnTo>
                  <a:lnTo>
                    <a:pt x="12265" y="7442"/>
                  </a:lnTo>
                  <a:lnTo>
                    <a:pt x="13110" y="5026"/>
                  </a:lnTo>
                  <a:lnTo>
                    <a:pt x="13955" y="37313"/>
                  </a:lnTo>
                  <a:lnTo>
                    <a:pt x="14800" y="51566"/>
                  </a:lnTo>
                  <a:lnTo>
                    <a:pt x="15290" y="49816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1381994" y="3538668"/>
              <a:ext cx="33074" cy="737494"/>
            </a:xfrm>
            <a:custGeom>
              <a:avLst/>
              <a:pathLst>
                <a:path w="33074" h="737494">
                  <a:moveTo>
                    <a:pt x="0" y="737494"/>
                  </a:moveTo>
                  <a:lnTo>
                    <a:pt x="530" y="191814"/>
                  </a:lnTo>
                  <a:lnTo>
                    <a:pt x="1375" y="163644"/>
                  </a:lnTo>
                  <a:lnTo>
                    <a:pt x="2220" y="157839"/>
                  </a:lnTo>
                  <a:lnTo>
                    <a:pt x="3065" y="178710"/>
                  </a:lnTo>
                  <a:lnTo>
                    <a:pt x="3910" y="162190"/>
                  </a:lnTo>
                  <a:lnTo>
                    <a:pt x="4755" y="126665"/>
                  </a:lnTo>
                  <a:lnTo>
                    <a:pt x="5601" y="87185"/>
                  </a:lnTo>
                  <a:lnTo>
                    <a:pt x="6446" y="77750"/>
                  </a:lnTo>
                  <a:lnTo>
                    <a:pt x="7291" y="58981"/>
                  </a:lnTo>
                  <a:lnTo>
                    <a:pt x="8136" y="72057"/>
                  </a:lnTo>
                  <a:lnTo>
                    <a:pt x="8981" y="165807"/>
                  </a:lnTo>
                  <a:lnTo>
                    <a:pt x="9826" y="91832"/>
                  </a:lnTo>
                  <a:lnTo>
                    <a:pt x="10671" y="116798"/>
                  </a:lnTo>
                  <a:lnTo>
                    <a:pt x="11516" y="100951"/>
                  </a:lnTo>
                  <a:lnTo>
                    <a:pt x="12361" y="114490"/>
                  </a:lnTo>
                  <a:lnTo>
                    <a:pt x="13206" y="158669"/>
                  </a:lnTo>
                  <a:lnTo>
                    <a:pt x="14051" y="68051"/>
                  </a:lnTo>
                  <a:lnTo>
                    <a:pt x="14897" y="114471"/>
                  </a:lnTo>
                  <a:lnTo>
                    <a:pt x="15742" y="60104"/>
                  </a:lnTo>
                  <a:lnTo>
                    <a:pt x="16587" y="22600"/>
                  </a:lnTo>
                  <a:lnTo>
                    <a:pt x="17432" y="93358"/>
                  </a:lnTo>
                  <a:lnTo>
                    <a:pt x="18277" y="0"/>
                  </a:lnTo>
                  <a:lnTo>
                    <a:pt x="19122" y="36405"/>
                  </a:lnTo>
                  <a:lnTo>
                    <a:pt x="19967" y="364"/>
                  </a:lnTo>
                  <a:lnTo>
                    <a:pt x="20812" y="69505"/>
                  </a:lnTo>
                  <a:lnTo>
                    <a:pt x="21657" y="111827"/>
                  </a:lnTo>
                  <a:lnTo>
                    <a:pt x="22502" y="178410"/>
                  </a:lnTo>
                  <a:lnTo>
                    <a:pt x="23347" y="247600"/>
                  </a:lnTo>
                  <a:lnTo>
                    <a:pt x="24193" y="165508"/>
                  </a:lnTo>
                  <a:lnTo>
                    <a:pt x="25038" y="212921"/>
                  </a:lnTo>
                  <a:lnTo>
                    <a:pt x="25883" y="223968"/>
                  </a:lnTo>
                  <a:lnTo>
                    <a:pt x="26728" y="325329"/>
                  </a:lnTo>
                  <a:lnTo>
                    <a:pt x="27573" y="364158"/>
                  </a:lnTo>
                  <a:lnTo>
                    <a:pt x="28418" y="328363"/>
                  </a:lnTo>
                  <a:lnTo>
                    <a:pt x="29263" y="349820"/>
                  </a:lnTo>
                  <a:lnTo>
                    <a:pt x="30108" y="313862"/>
                  </a:lnTo>
                  <a:lnTo>
                    <a:pt x="30953" y="371623"/>
                  </a:lnTo>
                  <a:lnTo>
                    <a:pt x="31798" y="398097"/>
                  </a:lnTo>
                  <a:lnTo>
                    <a:pt x="32643" y="401467"/>
                  </a:lnTo>
                  <a:lnTo>
                    <a:pt x="33074" y="7374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1416826" y="3907185"/>
              <a:ext cx="27699" cy="368977"/>
            </a:xfrm>
            <a:custGeom>
              <a:avLst/>
              <a:pathLst>
                <a:path w="27699" h="368977">
                  <a:moveTo>
                    <a:pt x="0" y="368977"/>
                  </a:moveTo>
                  <a:lnTo>
                    <a:pt x="347" y="143179"/>
                  </a:lnTo>
                  <a:lnTo>
                    <a:pt x="1192" y="126973"/>
                  </a:lnTo>
                  <a:lnTo>
                    <a:pt x="2037" y="162063"/>
                  </a:lnTo>
                  <a:lnTo>
                    <a:pt x="2882" y="175367"/>
                  </a:lnTo>
                  <a:lnTo>
                    <a:pt x="3727" y="201532"/>
                  </a:lnTo>
                  <a:lnTo>
                    <a:pt x="4572" y="177362"/>
                  </a:lnTo>
                  <a:lnTo>
                    <a:pt x="5417" y="143688"/>
                  </a:lnTo>
                  <a:lnTo>
                    <a:pt x="6262" y="104998"/>
                  </a:lnTo>
                  <a:lnTo>
                    <a:pt x="7108" y="93180"/>
                  </a:lnTo>
                  <a:lnTo>
                    <a:pt x="7953" y="95747"/>
                  </a:lnTo>
                  <a:lnTo>
                    <a:pt x="8798" y="106175"/>
                  </a:lnTo>
                  <a:lnTo>
                    <a:pt x="9643" y="90847"/>
                  </a:lnTo>
                  <a:lnTo>
                    <a:pt x="10488" y="63136"/>
                  </a:lnTo>
                  <a:lnTo>
                    <a:pt x="11333" y="47574"/>
                  </a:lnTo>
                  <a:lnTo>
                    <a:pt x="12178" y="72172"/>
                  </a:lnTo>
                  <a:lnTo>
                    <a:pt x="13023" y="69317"/>
                  </a:lnTo>
                  <a:lnTo>
                    <a:pt x="13868" y="57646"/>
                  </a:lnTo>
                  <a:lnTo>
                    <a:pt x="14713" y="12166"/>
                  </a:lnTo>
                  <a:lnTo>
                    <a:pt x="15558" y="0"/>
                  </a:lnTo>
                  <a:lnTo>
                    <a:pt x="16404" y="24749"/>
                  </a:lnTo>
                  <a:lnTo>
                    <a:pt x="17249" y="33018"/>
                  </a:lnTo>
                  <a:lnTo>
                    <a:pt x="18094" y="25084"/>
                  </a:lnTo>
                  <a:lnTo>
                    <a:pt x="18939" y="83937"/>
                  </a:lnTo>
                  <a:lnTo>
                    <a:pt x="19784" y="101926"/>
                  </a:lnTo>
                  <a:lnTo>
                    <a:pt x="20629" y="158182"/>
                  </a:lnTo>
                  <a:lnTo>
                    <a:pt x="21474" y="164336"/>
                  </a:lnTo>
                  <a:lnTo>
                    <a:pt x="22319" y="235293"/>
                  </a:lnTo>
                  <a:lnTo>
                    <a:pt x="23164" y="258739"/>
                  </a:lnTo>
                  <a:lnTo>
                    <a:pt x="24009" y="270824"/>
                  </a:lnTo>
                  <a:lnTo>
                    <a:pt x="24854" y="226759"/>
                  </a:lnTo>
                  <a:lnTo>
                    <a:pt x="25700" y="212760"/>
                  </a:lnTo>
                  <a:lnTo>
                    <a:pt x="26545" y="201363"/>
                  </a:lnTo>
                  <a:lnTo>
                    <a:pt x="27390" y="181960"/>
                  </a:lnTo>
                  <a:lnTo>
                    <a:pt x="27699" y="36897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1446583" y="4110668"/>
              <a:ext cx="35006" cy="165494"/>
            </a:xfrm>
            <a:custGeom>
              <a:avLst/>
              <a:pathLst>
                <a:path w="35006" h="165494">
                  <a:moveTo>
                    <a:pt x="0" y="165494"/>
                  </a:moveTo>
                  <a:lnTo>
                    <a:pt x="169" y="84422"/>
                  </a:lnTo>
                  <a:lnTo>
                    <a:pt x="1014" y="18613"/>
                  </a:lnTo>
                  <a:lnTo>
                    <a:pt x="1859" y="0"/>
                  </a:lnTo>
                  <a:lnTo>
                    <a:pt x="2704" y="30361"/>
                  </a:lnTo>
                  <a:lnTo>
                    <a:pt x="3549" y="33549"/>
                  </a:lnTo>
                  <a:lnTo>
                    <a:pt x="4394" y="112447"/>
                  </a:lnTo>
                  <a:lnTo>
                    <a:pt x="5239" y="115114"/>
                  </a:lnTo>
                  <a:lnTo>
                    <a:pt x="6084" y="105866"/>
                  </a:lnTo>
                  <a:lnTo>
                    <a:pt x="6930" y="142004"/>
                  </a:lnTo>
                  <a:lnTo>
                    <a:pt x="7775" y="119852"/>
                  </a:lnTo>
                  <a:lnTo>
                    <a:pt x="8620" y="95776"/>
                  </a:lnTo>
                  <a:lnTo>
                    <a:pt x="9465" y="90361"/>
                  </a:lnTo>
                  <a:lnTo>
                    <a:pt x="10310" y="79105"/>
                  </a:lnTo>
                  <a:lnTo>
                    <a:pt x="11155" y="93494"/>
                  </a:lnTo>
                  <a:lnTo>
                    <a:pt x="12000" y="80565"/>
                  </a:lnTo>
                  <a:lnTo>
                    <a:pt x="12845" y="100309"/>
                  </a:lnTo>
                  <a:lnTo>
                    <a:pt x="13690" y="113606"/>
                  </a:lnTo>
                  <a:lnTo>
                    <a:pt x="14535" y="87816"/>
                  </a:lnTo>
                  <a:lnTo>
                    <a:pt x="15380" y="95134"/>
                  </a:lnTo>
                  <a:lnTo>
                    <a:pt x="16226" y="105393"/>
                  </a:lnTo>
                  <a:lnTo>
                    <a:pt x="17071" y="94211"/>
                  </a:lnTo>
                  <a:lnTo>
                    <a:pt x="17916" y="119060"/>
                  </a:lnTo>
                  <a:lnTo>
                    <a:pt x="18761" y="72331"/>
                  </a:lnTo>
                  <a:lnTo>
                    <a:pt x="19606" y="79838"/>
                  </a:lnTo>
                  <a:lnTo>
                    <a:pt x="20451" y="84153"/>
                  </a:lnTo>
                  <a:lnTo>
                    <a:pt x="21296" y="84432"/>
                  </a:lnTo>
                  <a:lnTo>
                    <a:pt x="22141" y="96850"/>
                  </a:lnTo>
                  <a:lnTo>
                    <a:pt x="22986" y="82647"/>
                  </a:lnTo>
                  <a:lnTo>
                    <a:pt x="23831" y="85051"/>
                  </a:lnTo>
                  <a:lnTo>
                    <a:pt x="24676" y="78387"/>
                  </a:lnTo>
                  <a:lnTo>
                    <a:pt x="25522" y="71655"/>
                  </a:lnTo>
                  <a:lnTo>
                    <a:pt x="26367" y="77023"/>
                  </a:lnTo>
                  <a:lnTo>
                    <a:pt x="27212" y="76969"/>
                  </a:lnTo>
                  <a:lnTo>
                    <a:pt x="28057" y="65275"/>
                  </a:lnTo>
                  <a:lnTo>
                    <a:pt x="28902" y="52858"/>
                  </a:lnTo>
                  <a:lnTo>
                    <a:pt x="29747" y="43350"/>
                  </a:lnTo>
                  <a:lnTo>
                    <a:pt x="30592" y="44301"/>
                  </a:lnTo>
                  <a:lnTo>
                    <a:pt x="31437" y="74683"/>
                  </a:lnTo>
                  <a:lnTo>
                    <a:pt x="32282" y="62562"/>
                  </a:lnTo>
                  <a:lnTo>
                    <a:pt x="33127" y="76055"/>
                  </a:lnTo>
                  <a:lnTo>
                    <a:pt x="33972" y="58332"/>
                  </a:lnTo>
                  <a:lnTo>
                    <a:pt x="34818" y="72650"/>
                  </a:lnTo>
                  <a:lnTo>
                    <a:pt x="35006" y="1654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1483869" y="4134535"/>
              <a:ext cx="8775" cy="141627"/>
            </a:xfrm>
            <a:custGeom>
              <a:avLst/>
              <a:pathLst>
                <a:path w="8775" h="141627">
                  <a:moveTo>
                    <a:pt x="0" y="141627"/>
                  </a:moveTo>
                  <a:lnTo>
                    <a:pt x="67" y="113582"/>
                  </a:lnTo>
                  <a:lnTo>
                    <a:pt x="912" y="68159"/>
                  </a:lnTo>
                  <a:lnTo>
                    <a:pt x="1757" y="77366"/>
                  </a:lnTo>
                  <a:lnTo>
                    <a:pt x="2602" y="61297"/>
                  </a:lnTo>
                  <a:lnTo>
                    <a:pt x="3447" y="51886"/>
                  </a:lnTo>
                  <a:lnTo>
                    <a:pt x="4292" y="35272"/>
                  </a:lnTo>
                  <a:lnTo>
                    <a:pt x="5137" y="41932"/>
                  </a:lnTo>
                  <a:lnTo>
                    <a:pt x="5983" y="30320"/>
                  </a:lnTo>
                  <a:lnTo>
                    <a:pt x="6828" y="29163"/>
                  </a:lnTo>
                  <a:lnTo>
                    <a:pt x="7673" y="8546"/>
                  </a:lnTo>
                  <a:lnTo>
                    <a:pt x="8518" y="0"/>
                  </a:lnTo>
                  <a:lnTo>
                    <a:pt x="8775" y="14162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1494634" y="4108458"/>
              <a:ext cx="576" cy="167704"/>
            </a:xfrm>
            <a:custGeom>
              <a:avLst/>
              <a:pathLst>
                <a:path w="576" h="167704">
                  <a:moveTo>
                    <a:pt x="0" y="167704"/>
                  </a:moveTo>
                  <a:lnTo>
                    <a:pt x="288" y="0"/>
                  </a:lnTo>
                  <a:lnTo>
                    <a:pt x="576" y="16770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1496337" y="4120102"/>
              <a:ext cx="4728" cy="156060"/>
            </a:xfrm>
            <a:custGeom>
              <a:avLst/>
              <a:pathLst>
                <a:path w="4728" h="156060">
                  <a:moveTo>
                    <a:pt x="0" y="156060"/>
                  </a:moveTo>
                  <a:lnTo>
                    <a:pt x="274" y="0"/>
                  </a:lnTo>
                  <a:lnTo>
                    <a:pt x="1120" y="31041"/>
                  </a:lnTo>
                  <a:lnTo>
                    <a:pt x="1965" y="33612"/>
                  </a:lnTo>
                  <a:lnTo>
                    <a:pt x="2810" y="53298"/>
                  </a:lnTo>
                  <a:lnTo>
                    <a:pt x="3655" y="65935"/>
                  </a:lnTo>
                  <a:lnTo>
                    <a:pt x="4500" y="36704"/>
                  </a:lnTo>
                  <a:lnTo>
                    <a:pt x="4728" y="15606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1504015" y="4068557"/>
              <a:ext cx="31717" cy="207605"/>
            </a:xfrm>
            <a:custGeom>
              <a:avLst/>
              <a:pathLst>
                <a:path w="31717" h="207605">
                  <a:moveTo>
                    <a:pt x="0" y="207605"/>
                  </a:moveTo>
                  <a:lnTo>
                    <a:pt x="202" y="105349"/>
                  </a:lnTo>
                  <a:lnTo>
                    <a:pt x="1048" y="156520"/>
                  </a:lnTo>
                  <a:lnTo>
                    <a:pt x="1893" y="161968"/>
                  </a:lnTo>
                  <a:lnTo>
                    <a:pt x="2738" y="176057"/>
                  </a:lnTo>
                  <a:lnTo>
                    <a:pt x="3583" y="158476"/>
                  </a:lnTo>
                  <a:lnTo>
                    <a:pt x="4428" y="168550"/>
                  </a:lnTo>
                  <a:lnTo>
                    <a:pt x="5273" y="129100"/>
                  </a:lnTo>
                  <a:lnTo>
                    <a:pt x="6118" y="117988"/>
                  </a:lnTo>
                  <a:lnTo>
                    <a:pt x="6963" y="128452"/>
                  </a:lnTo>
                  <a:lnTo>
                    <a:pt x="7808" y="93523"/>
                  </a:lnTo>
                  <a:lnTo>
                    <a:pt x="8653" y="94294"/>
                  </a:lnTo>
                  <a:lnTo>
                    <a:pt x="9498" y="109396"/>
                  </a:lnTo>
                  <a:lnTo>
                    <a:pt x="10344" y="88558"/>
                  </a:lnTo>
                  <a:lnTo>
                    <a:pt x="11189" y="83489"/>
                  </a:lnTo>
                  <a:lnTo>
                    <a:pt x="12034" y="91920"/>
                  </a:lnTo>
                  <a:lnTo>
                    <a:pt x="12879" y="99846"/>
                  </a:lnTo>
                  <a:lnTo>
                    <a:pt x="13724" y="102798"/>
                  </a:lnTo>
                  <a:lnTo>
                    <a:pt x="14569" y="71631"/>
                  </a:lnTo>
                  <a:lnTo>
                    <a:pt x="15414" y="77278"/>
                  </a:lnTo>
                  <a:lnTo>
                    <a:pt x="16259" y="109617"/>
                  </a:lnTo>
                  <a:lnTo>
                    <a:pt x="17104" y="98725"/>
                  </a:lnTo>
                  <a:lnTo>
                    <a:pt x="17949" y="95869"/>
                  </a:lnTo>
                  <a:lnTo>
                    <a:pt x="18794" y="70310"/>
                  </a:lnTo>
                  <a:lnTo>
                    <a:pt x="19640" y="1087"/>
                  </a:lnTo>
                  <a:lnTo>
                    <a:pt x="20485" y="16402"/>
                  </a:lnTo>
                  <a:lnTo>
                    <a:pt x="21330" y="9243"/>
                  </a:lnTo>
                  <a:lnTo>
                    <a:pt x="22175" y="13921"/>
                  </a:lnTo>
                  <a:lnTo>
                    <a:pt x="23020" y="46392"/>
                  </a:lnTo>
                  <a:lnTo>
                    <a:pt x="23865" y="7341"/>
                  </a:lnTo>
                  <a:lnTo>
                    <a:pt x="24710" y="9757"/>
                  </a:lnTo>
                  <a:lnTo>
                    <a:pt x="25555" y="16008"/>
                  </a:lnTo>
                  <a:lnTo>
                    <a:pt x="26400" y="0"/>
                  </a:lnTo>
                  <a:lnTo>
                    <a:pt x="27245" y="47463"/>
                  </a:lnTo>
                  <a:lnTo>
                    <a:pt x="28090" y="88681"/>
                  </a:lnTo>
                  <a:lnTo>
                    <a:pt x="28936" y="76264"/>
                  </a:lnTo>
                  <a:lnTo>
                    <a:pt x="29781" y="71180"/>
                  </a:lnTo>
                  <a:lnTo>
                    <a:pt x="30626" y="52535"/>
                  </a:lnTo>
                  <a:lnTo>
                    <a:pt x="31471" y="74199"/>
                  </a:lnTo>
                  <a:lnTo>
                    <a:pt x="31717" y="2076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1536874" y="4095909"/>
              <a:ext cx="4814" cy="180253"/>
            </a:xfrm>
            <a:custGeom>
              <a:avLst/>
              <a:pathLst>
                <a:path w="4814" h="180253">
                  <a:moveTo>
                    <a:pt x="0" y="180253"/>
                  </a:moveTo>
                  <a:lnTo>
                    <a:pt x="302" y="0"/>
                  </a:lnTo>
                  <a:lnTo>
                    <a:pt x="1147" y="31968"/>
                  </a:lnTo>
                  <a:lnTo>
                    <a:pt x="1992" y="3288"/>
                  </a:lnTo>
                  <a:lnTo>
                    <a:pt x="2837" y="47731"/>
                  </a:lnTo>
                  <a:lnTo>
                    <a:pt x="3682" y="36967"/>
                  </a:lnTo>
                  <a:lnTo>
                    <a:pt x="4527" y="13674"/>
                  </a:lnTo>
                  <a:lnTo>
                    <a:pt x="4814" y="1802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1542811" y="4114806"/>
              <a:ext cx="21613" cy="161356"/>
            </a:xfrm>
            <a:custGeom>
              <a:avLst/>
              <a:pathLst>
                <a:path w="21613" h="161356">
                  <a:moveTo>
                    <a:pt x="0" y="161356"/>
                  </a:moveTo>
                  <a:lnTo>
                    <a:pt x="281" y="0"/>
                  </a:lnTo>
                  <a:lnTo>
                    <a:pt x="1126" y="49992"/>
                  </a:lnTo>
                  <a:lnTo>
                    <a:pt x="1971" y="23840"/>
                  </a:lnTo>
                  <a:lnTo>
                    <a:pt x="2816" y="35191"/>
                  </a:lnTo>
                  <a:lnTo>
                    <a:pt x="3661" y="52941"/>
                  </a:lnTo>
                  <a:lnTo>
                    <a:pt x="4506" y="25225"/>
                  </a:lnTo>
                  <a:lnTo>
                    <a:pt x="5351" y="26360"/>
                  </a:lnTo>
                  <a:lnTo>
                    <a:pt x="6196" y="35265"/>
                  </a:lnTo>
                  <a:lnTo>
                    <a:pt x="7041" y="38635"/>
                  </a:lnTo>
                  <a:lnTo>
                    <a:pt x="7886" y="51166"/>
                  </a:lnTo>
                  <a:lnTo>
                    <a:pt x="8732" y="66919"/>
                  </a:lnTo>
                  <a:lnTo>
                    <a:pt x="9577" y="80573"/>
                  </a:lnTo>
                  <a:lnTo>
                    <a:pt x="10422" y="93737"/>
                  </a:lnTo>
                  <a:lnTo>
                    <a:pt x="11267" y="99847"/>
                  </a:lnTo>
                  <a:lnTo>
                    <a:pt x="12112" y="77687"/>
                  </a:lnTo>
                  <a:lnTo>
                    <a:pt x="12957" y="79490"/>
                  </a:lnTo>
                  <a:lnTo>
                    <a:pt x="13802" y="82624"/>
                  </a:lnTo>
                  <a:lnTo>
                    <a:pt x="14647" y="79096"/>
                  </a:lnTo>
                  <a:lnTo>
                    <a:pt x="15492" y="72977"/>
                  </a:lnTo>
                  <a:lnTo>
                    <a:pt x="16337" y="63779"/>
                  </a:lnTo>
                  <a:lnTo>
                    <a:pt x="17183" y="75692"/>
                  </a:lnTo>
                  <a:lnTo>
                    <a:pt x="18028" y="63918"/>
                  </a:lnTo>
                  <a:lnTo>
                    <a:pt x="18873" y="80545"/>
                  </a:lnTo>
                  <a:lnTo>
                    <a:pt x="19718" y="83184"/>
                  </a:lnTo>
                  <a:lnTo>
                    <a:pt x="20563" y="75241"/>
                  </a:lnTo>
                  <a:lnTo>
                    <a:pt x="21408" y="57811"/>
                  </a:lnTo>
                  <a:lnTo>
                    <a:pt x="21613" y="16135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1565687" y="4154606"/>
              <a:ext cx="4645" cy="121556"/>
            </a:xfrm>
            <a:custGeom>
              <a:avLst/>
              <a:pathLst>
                <a:path w="4645" h="121556">
                  <a:moveTo>
                    <a:pt x="0" y="121556"/>
                  </a:moveTo>
                  <a:lnTo>
                    <a:pt x="223" y="5518"/>
                  </a:lnTo>
                  <a:lnTo>
                    <a:pt x="1068" y="28543"/>
                  </a:lnTo>
                  <a:lnTo>
                    <a:pt x="1913" y="39220"/>
                  </a:lnTo>
                  <a:lnTo>
                    <a:pt x="2758" y="26241"/>
                  </a:lnTo>
                  <a:lnTo>
                    <a:pt x="3603" y="0"/>
                  </a:lnTo>
                  <a:lnTo>
                    <a:pt x="4448" y="23416"/>
                  </a:lnTo>
                  <a:lnTo>
                    <a:pt x="4645" y="12155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1577553" y="4100160"/>
              <a:ext cx="19050" cy="176002"/>
            </a:xfrm>
            <a:custGeom>
              <a:avLst/>
              <a:pathLst>
                <a:path w="19050" h="176002">
                  <a:moveTo>
                    <a:pt x="0" y="176002"/>
                  </a:moveTo>
                  <a:lnTo>
                    <a:pt x="187" y="83605"/>
                  </a:lnTo>
                  <a:lnTo>
                    <a:pt x="1032" y="63516"/>
                  </a:lnTo>
                  <a:lnTo>
                    <a:pt x="1877" y="43189"/>
                  </a:lnTo>
                  <a:lnTo>
                    <a:pt x="2722" y="43048"/>
                  </a:lnTo>
                  <a:lnTo>
                    <a:pt x="3568" y="33048"/>
                  </a:lnTo>
                  <a:lnTo>
                    <a:pt x="4413" y="59756"/>
                  </a:lnTo>
                  <a:lnTo>
                    <a:pt x="5258" y="50369"/>
                  </a:lnTo>
                  <a:lnTo>
                    <a:pt x="6103" y="55963"/>
                  </a:lnTo>
                  <a:lnTo>
                    <a:pt x="6948" y="35358"/>
                  </a:lnTo>
                  <a:lnTo>
                    <a:pt x="7793" y="27425"/>
                  </a:lnTo>
                  <a:lnTo>
                    <a:pt x="8638" y="13536"/>
                  </a:lnTo>
                  <a:lnTo>
                    <a:pt x="9483" y="0"/>
                  </a:lnTo>
                  <a:lnTo>
                    <a:pt x="10328" y="7447"/>
                  </a:lnTo>
                  <a:lnTo>
                    <a:pt x="11173" y="9855"/>
                  </a:lnTo>
                  <a:lnTo>
                    <a:pt x="12018" y="11958"/>
                  </a:lnTo>
                  <a:lnTo>
                    <a:pt x="12864" y="65652"/>
                  </a:lnTo>
                  <a:lnTo>
                    <a:pt x="13709" y="62735"/>
                  </a:lnTo>
                  <a:lnTo>
                    <a:pt x="14554" y="62949"/>
                  </a:lnTo>
                  <a:lnTo>
                    <a:pt x="15399" y="46422"/>
                  </a:lnTo>
                  <a:lnTo>
                    <a:pt x="16244" y="20645"/>
                  </a:lnTo>
                  <a:lnTo>
                    <a:pt x="17089" y="28032"/>
                  </a:lnTo>
                  <a:lnTo>
                    <a:pt x="17934" y="18030"/>
                  </a:lnTo>
                  <a:lnTo>
                    <a:pt x="18779" y="23504"/>
                  </a:lnTo>
                  <a:lnTo>
                    <a:pt x="19050" y="1760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1598629" y="4141772"/>
              <a:ext cx="19924" cy="134390"/>
            </a:xfrm>
            <a:custGeom>
              <a:avLst/>
              <a:pathLst>
                <a:path w="19924" h="134390">
                  <a:moveTo>
                    <a:pt x="0" y="134390"/>
                  </a:moveTo>
                  <a:lnTo>
                    <a:pt x="239" y="6474"/>
                  </a:lnTo>
                  <a:lnTo>
                    <a:pt x="1084" y="9642"/>
                  </a:lnTo>
                  <a:lnTo>
                    <a:pt x="1929" y="31191"/>
                  </a:lnTo>
                  <a:lnTo>
                    <a:pt x="2774" y="46254"/>
                  </a:lnTo>
                  <a:lnTo>
                    <a:pt x="3619" y="46680"/>
                  </a:lnTo>
                  <a:lnTo>
                    <a:pt x="4464" y="44752"/>
                  </a:lnTo>
                  <a:lnTo>
                    <a:pt x="5309" y="52346"/>
                  </a:lnTo>
                  <a:lnTo>
                    <a:pt x="6155" y="61871"/>
                  </a:lnTo>
                  <a:lnTo>
                    <a:pt x="7000" y="63269"/>
                  </a:lnTo>
                  <a:lnTo>
                    <a:pt x="7845" y="89313"/>
                  </a:lnTo>
                  <a:lnTo>
                    <a:pt x="8690" y="97120"/>
                  </a:lnTo>
                  <a:lnTo>
                    <a:pt x="9535" y="112655"/>
                  </a:lnTo>
                  <a:lnTo>
                    <a:pt x="10380" y="101347"/>
                  </a:lnTo>
                  <a:lnTo>
                    <a:pt x="11225" y="70809"/>
                  </a:lnTo>
                  <a:lnTo>
                    <a:pt x="12070" y="55327"/>
                  </a:lnTo>
                  <a:lnTo>
                    <a:pt x="12915" y="20827"/>
                  </a:lnTo>
                  <a:lnTo>
                    <a:pt x="13760" y="78965"/>
                  </a:lnTo>
                  <a:lnTo>
                    <a:pt x="14605" y="48866"/>
                  </a:lnTo>
                  <a:lnTo>
                    <a:pt x="15451" y="48283"/>
                  </a:lnTo>
                  <a:lnTo>
                    <a:pt x="16296" y="29102"/>
                  </a:lnTo>
                  <a:lnTo>
                    <a:pt x="17141" y="17534"/>
                  </a:lnTo>
                  <a:lnTo>
                    <a:pt x="17986" y="40805"/>
                  </a:lnTo>
                  <a:lnTo>
                    <a:pt x="18831" y="33197"/>
                  </a:lnTo>
                  <a:lnTo>
                    <a:pt x="19676" y="0"/>
                  </a:lnTo>
                  <a:lnTo>
                    <a:pt x="19924" y="1343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1619654" y="4056253"/>
              <a:ext cx="5623" cy="219909"/>
            </a:xfrm>
            <a:custGeom>
              <a:avLst/>
              <a:pathLst>
                <a:path w="5623" h="219909">
                  <a:moveTo>
                    <a:pt x="0" y="219909"/>
                  </a:moveTo>
                  <a:lnTo>
                    <a:pt x="341" y="0"/>
                  </a:lnTo>
                  <a:lnTo>
                    <a:pt x="1187" y="39883"/>
                  </a:lnTo>
                  <a:lnTo>
                    <a:pt x="2032" y="66576"/>
                  </a:lnTo>
                  <a:lnTo>
                    <a:pt x="2877" y="44164"/>
                  </a:lnTo>
                  <a:lnTo>
                    <a:pt x="3722" y="69655"/>
                  </a:lnTo>
                  <a:lnTo>
                    <a:pt x="4567" y="56222"/>
                  </a:lnTo>
                  <a:lnTo>
                    <a:pt x="5412" y="112169"/>
                  </a:lnTo>
                  <a:lnTo>
                    <a:pt x="5623" y="21990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1628153" y="4070742"/>
              <a:ext cx="14065" cy="205420"/>
            </a:xfrm>
            <a:custGeom>
              <a:avLst/>
              <a:pathLst>
                <a:path w="14065" h="205420">
                  <a:moveTo>
                    <a:pt x="0" y="205420"/>
                  </a:moveTo>
                  <a:lnTo>
                    <a:pt x="293" y="33246"/>
                  </a:lnTo>
                  <a:lnTo>
                    <a:pt x="1138" y="50870"/>
                  </a:lnTo>
                  <a:lnTo>
                    <a:pt x="1983" y="55615"/>
                  </a:lnTo>
                  <a:lnTo>
                    <a:pt x="2828" y="19959"/>
                  </a:lnTo>
                  <a:lnTo>
                    <a:pt x="3673" y="47722"/>
                  </a:lnTo>
                  <a:lnTo>
                    <a:pt x="4518" y="51559"/>
                  </a:lnTo>
                  <a:lnTo>
                    <a:pt x="5364" y="22380"/>
                  </a:lnTo>
                  <a:lnTo>
                    <a:pt x="6209" y="20462"/>
                  </a:lnTo>
                  <a:lnTo>
                    <a:pt x="7054" y="0"/>
                  </a:lnTo>
                  <a:lnTo>
                    <a:pt x="7899" y="67874"/>
                  </a:lnTo>
                  <a:lnTo>
                    <a:pt x="8744" y="94069"/>
                  </a:lnTo>
                  <a:lnTo>
                    <a:pt x="9589" y="84921"/>
                  </a:lnTo>
                  <a:lnTo>
                    <a:pt x="10434" y="106449"/>
                  </a:lnTo>
                  <a:lnTo>
                    <a:pt x="11279" y="85351"/>
                  </a:lnTo>
                  <a:lnTo>
                    <a:pt x="12124" y="98754"/>
                  </a:lnTo>
                  <a:lnTo>
                    <a:pt x="12969" y="83433"/>
                  </a:lnTo>
                  <a:lnTo>
                    <a:pt x="13814" y="68886"/>
                  </a:lnTo>
                  <a:lnTo>
                    <a:pt x="14065" y="2054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1644309" y="4051277"/>
              <a:ext cx="39376" cy="224885"/>
            </a:xfrm>
            <a:custGeom>
              <a:avLst/>
              <a:pathLst>
                <a:path w="39376" h="224885">
                  <a:moveTo>
                    <a:pt x="0" y="224885"/>
                  </a:moveTo>
                  <a:lnTo>
                    <a:pt x="194" y="127953"/>
                  </a:lnTo>
                  <a:lnTo>
                    <a:pt x="1039" y="148393"/>
                  </a:lnTo>
                  <a:lnTo>
                    <a:pt x="1884" y="147448"/>
                  </a:lnTo>
                  <a:lnTo>
                    <a:pt x="2730" y="158034"/>
                  </a:lnTo>
                  <a:lnTo>
                    <a:pt x="3575" y="158478"/>
                  </a:lnTo>
                  <a:lnTo>
                    <a:pt x="4420" y="140828"/>
                  </a:lnTo>
                  <a:lnTo>
                    <a:pt x="5265" y="77693"/>
                  </a:lnTo>
                  <a:lnTo>
                    <a:pt x="6110" y="86377"/>
                  </a:lnTo>
                  <a:lnTo>
                    <a:pt x="6955" y="97228"/>
                  </a:lnTo>
                  <a:lnTo>
                    <a:pt x="7800" y="107582"/>
                  </a:lnTo>
                  <a:lnTo>
                    <a:pt x="8645" y="108065"/>
                  </a:lnTo>
                  <a:lnTo>
                    <a:pt x="9490" y="78569"/>
                  </a:lnTo>
                  <a:lnTo>
                    <a:pt x="10335" y="90009"/>
                  </a:lnTo>
                  <a:lnTo>
                    <a:pt x="11180" y="108450"/>
                  </a:lnTo>
                  <a:lnTo>
                    <a:pt x="12026" y="126339"/>
                  </a:lnTo>
                  <a:lnTo>
                    <a:pt x="12871" y="106822"/>
                  </a:lnTo>
                  <a:lnTo>
                    <a:pt x="13716" y="87566"/>
                  </a:lnTo>
                  <a:lnTo>
                    <a:pt x="14561" y="103840"/>
                  </a:lnTo>
                  <a:lnTo>
                    <a:pt x="15406" y="117143"/>
                  </a:lnTo>
                  <a:lnTo>
                    <a:pt x="16251" y="118155"/>
                  </a:lnTo>
                  <a:lnTo>
                    <a:pt x="17096" y="118312"/>
                  </a:lnTo>
                  <a:lnTo>
                    <a:pt x="17941" y="128515"/>
                  </a:lnTo>
                  <a:lnTo>
                    <a:pt x="18786" y="73644"/>
                  </a:lnTo>
                  <a:lnTo>
                    <a:pt x="19631" y="38232"/>
                  </a:lnTo>
                  <a:lnTo>
                    <a:pt x="20476" y="0"/>
                  </a:lnTo>
                  <a:lnTo>
                    <a:pt x="21322" y="22090"/>
                  </a:lnTo>
                  <a:lnTo>
                    <a:pt x="22167" y="39521"/>
                  </a:lnTo>
                  <a:lnTo>
                    <a:pt x="23012" y="37695"/>
                  </a:lnTo>
                  <a:lnTo>
                    <a:pt x="23857" y="53829"/>
                  </a:lnTo>
                  <a:lnTo>
                    <a:pt x="24702" y="42591"/>
                  </a:lnTo>
                  <a:lnTo>
                    <a:pt x="25547" y="186"/>
                  </a:lnTo>
                  <a:lnTo>
                    <a:pt x="26392" y="13938"/>
                  </a:lnTo>
                  <a:lnTo>
                    <a:pt x="27237" y="61321"/>
                  </a:lnTo>
                  <a:lnTo>
                    <a:pt x="28082" y="80537"/>
                  </a:lnTo>
                  <a:lnTo>
                    <a:pt x="28927" y="63187"/>
                  </a:lnTo>
                  <a:lnTo>
                    <a:pt x="29773" y="56520"/>
                  </a:lnTo>
                  <a:lnTo>
                    <a:pt x="30618" y="109604"/>
                  </a:lnTo>
                  <a:lnTo>
                    <a:pt x="31463" y="74495"/>
                  </a:lnTo>
                  <a:lnTo>
                    <a:pt x="32308" y="60652"/>
                  </a:lnTo>
                  <a:lnTo>
                    <a:pt x="33153" y="17159"/>
                  </a:lnTo>
                  <a:lnTo>
                    <a:pt x="33998" y="45168"/>
                  </a:lnTo>
                  <a:lnTo>
                    <a:pt x="34843" y="104143"/>
                  </a:lnTo>
                  <a:lnTo>
                    <a:pt x="35688" y="51861"/>
                  </a:lnTo>
                  <a:lnTo>
                    <a:pt x="36533" y="47527"/>
                  </a:lnTo>
                  <a:lnTo>
                    <a:pt x="37378" y="50222"/>
                  </a:lnTo>
                  <a:lnTo>
                    <a:pt x="38223" y="51325"/>
                  </a:lnTo>
                  <a:lnTo>
                    <a:pt x="39069" y="39583"/>
                  </a:lnTo>
                  <a:lnTo>
                    <a:pt x="39376" y="2248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1686439" y="4079666"/>
              <a:ext cx="1471" cy="196497"/>
            </a:xfrm>
            <a:custGeom>
              <a:avLst/>
              <a:pathLst>
                <a:path w="1471" h="196497">
                  <a:moveTo>
                    <a:pt x="0" y="196497"/>
                  </a:moveTo>
                  <a:lnTo>
                    <a:pt x="319" y="0"/>
                  </a:lnTo>
                  <a:lnTo>
                    <a:pt x="1164" y="11512"/>
                  </a:lnTo>
                  <a:lnTo>
                    <a:pt x="1471" y="19649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1690747" y="4044759"/>
              <a:ext cx="9821" cy="231403"/>
            </a:xfrm>
            <a:custGeom>
              <a:avLst/>
              <a:pathLst>
                <a:path w="9821" h="231403">
                  <a:moveTo>
                    <a:pt x="0" y="231403"/>
                  </a:moveTo>
                  <a:lnTo>
                    <a:pt x="236" y="105354"/>
                  </a:lnTo>
                  <a:lnTo>
                    <a:pt x="1081" y="83825"/>
                  </a:lnTo>
                  <a:lnTo>
                    <a:pt x="1927" y="58041"/>
                  </a:lnTo>
                  <a:lnTo>
                    <a:pt x="2772" y="58918"/>
                  </a:lnTo>
                  <a:lnTo>
                    <a:pt x="3617" y="31305"/>
                  </a:lnTo>
                  <a:lnTo>
                    <a:pt x="4462" y="39927"/>
                  </a:lnTo>
                  <a:lnTo>
                    <a:pt x="5307" y="33685"/>
                  </a:lnTo>
                  <a:lnTo>
                    <a:pt x="6152" y="11523"/>
                  </a:lnTo>
                  <a:lnTo>
                    <a:pt x="6997" y="28154"/>
                  </a:lnTo>
                  <a:lnTo>
                    <a:pt x="7842" y="0"/>
                  </a:lnTo>
                  <a:lnTo>
                    <a:pt x="8687" y="36384"/>
                  </a:lnTo>
                  <a:lnTo>
                    <a:pt x="9532" y="63943"/>
                  </a:lnTo>
                  <a:lnTo>
                    <a:pt x="9821" y="2314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1703365" y="3995226"/>
              <a:ext cx="47820" cy="280936"/>
            </a:xfrm>
            <a:custGeom>
              <a:avLst/>
              <a:pathLst>
                <a:path w="47820" h="280936">
                  <a:moveTo>
                    <a:pt x="0" y="280936"/>
                  </a:moveTo>
                  <a:lnTo>
                    <a:pt x="294" y="107711"/>
                  </a:lnTo>
                  <a:lnTo>
                    <a:pt x="1139" y="117905"/>
                  </a:lnTo>
                  <a:lnTo>
                    <a:pt x="1984" y="43070"/>
                  </a:lnTo>
                  <a:lnTo>
                    <a:pt x="2829" y="82627"/>
                  </a:lnTo>
                  <a:lnTo>
                    <a:pt x="3675" y="55877"/>
                  </a:lnTo>
                  <a:lnTo>
                    <a:pt x="4520" y="51622"/>
                  </a:lnTo>
                  <a:lnTo>
                    <a:pt x="5365" y="89419"/>
                  </a:lnTo>
                  <a:lnTo>
                    <a:pt x="6210" y="53659"/>
                  </a:lnTo>
                  <a:lnTo>
                    <a:pt x="7055" y="128510"/>
                  </a:lnTo>
                  <a:lnTo>
                    <a:pt x="7900" y="72176"/>
                  </a:lnTo>
                  <a:lnTo>
                    <a:pt x="8745" y="162260"/>
                  </a:lnTo>
                  <a:lnTo>
                    <a:pt x="9590" y="180209"/>
                  </a:lnTo>
                  <a:lnTo>
                    <a:pt x="10435" y="140729"/>
                  </a:lnTo>
                  <a:lnTo>
                    <a:pt x="11280" y="163898"/>
                  </a:lnTo>
                  <a:lnTo>
                    <a:pt x="12125" y="125434"/>
                  </a:lnTo>
                  <a:lnTo>
                    <a:pt x="12971" y="176684"/>
                  </a:lnTo>
                  <a:lnTo>
                    <a:pt x="13816" y="146250"/>
                  </a:lnTo>
                  <a:lnTo>
                    <a:pt x="14661" y="120802"/>
                  </a:lnTo>
                  <a:lnTo>
                    <a:pt x="15506" y="133895"/>
                  </a:lnTo>
                  <a:lnTo>
                    <a:pt x="16351" y="149634"/>
                  </a:lnTo>
                  <a:lnTo>
                    <a:pt x="17196" y="173179"/>
                  </a:lnTo>
                  <a:lnTo>
                    <a:pt x="18041" y="165387"/>
                  </a:lnTo>
                  <a:lnTo>
                    <a:pt x="18886" y="149445"/>
                  </a:lnTo>
                  <a:lnTo>
                    <a:pt x="19731" y="185164"/>
                  </a:lnTo>
                  <a:lnTo>
                    <a:pt x="20576" y="161010"/>
                  </a:lnTo>
                  <a:lnTo>
                    <a:pt x="21421" y="159695"/>
                  </a:lnTo>
                  <a:lnTo>
                    <a:pt x="22267" y="94871"/>
                  </a:lnTo>
                  <a:lnTo>
                    <a:pt x="23112" y="84328"/>
                  </a:lnTo>
                  <a:lnTo>
                    <a:pt x="23957" y="115116"/>
                  </a:lnTo>
                  <a:lnTo>
                    <a:pt x="24802" y="109811"/>
                  </a:lnTo>
                  <a:lnTo>
                    <a:pt x="25647" y="107153"/>
                  </a:lnTo>
                  <a:lnTo>
                    <a:pt x="26492" y="125067"/>
                  </a:lnTo>
                  <a:lnTo>
                    <a:pt x="27337" y="89435"/>
                  </a:lnTo>
                  <a:lnTo>
                    <a:pt x="28182" y="72169"/>
                  </a:lnTo>
                  <a:lnTo>
                    <a:pt x="29027" y="53583"/>
                  </a:lnTo>
                  <a:lnTo>
                    <a:pt x="29872" y="87500"/>
                  </a:lnTo>
                  <a:lnTo>
                    <a:pt x="30717" y="70716"/>
                  </a:lnTo>
                  <a:lnTo>
                    <a:pt x="31563" y="89904"/>
                  </a:lnTo>
                  <a:lnTo>
                    <a:pt x="32408" y="57301"/>
                  </a:lnTo>
                  <a:lnTo>
                    <a:pt x="33253" y="48144"/>
                  </a:lnTo>
                  <a:lnTo>
                    <a:pt x="34098" y="51497"/>
                  </a:lnTo>
                  <a:lnTo>
                    <a:pt x="34943" y="58620"/>
                  </a:lnTo>
                  <a:lnTo>
                    <a:pt x="35788" y="6467"/>
                  </a:lnTo>
                  <a:lnTo>
                    <a:pt x="36633" y="0"/>
                  </a:lnTo>
                  <a:lnTo>
                    <a:pt x="37478" y="35803"/>
                  </a:lnTo>
                  <a:lnTo>
                    <a:pt x="38323" y="30926"/>
                  </a:lnTo>
                  <a:lnTo>
                    <a:pt x="39168" y="82309"/>
                  </a:lnTo>
                  <a:lnTo>
                    <a:pt x="40013" y="82095"/>
                  </a:lnTo>
                  <a:lnTo>
                    <a:pt x="40859" y="86958"/>
                  </a:lnTo>
                  <a:lnTo>
                    <a:pt x="41704" y="150872"/>
                  </a:lnTo>
                  <a:lnTo>
                    <a:pt x="42549" y="145969"/>
                  </a:lnTo>
                  <a:lnTo>
                    <a:pt x="43394" y="114195"/>
                  </a:lnTo>
                  <a:lnTo>
                    <a:pt x="44239" y="130623"/>
                  </a:lnTo>
                  <a:lnTo>
                    <a:pt x="45084" y="157703"/>
                  </a:lnTo>
                  <a:lnTo>
                    <a:pt x="45929" y="192121"/>
                  </a:lnTo>
                  <a:lnTo>
                    <a:pt x="46774" y="173703"/>
                  </a:lnTo>
                  <a:lnTo>
                    <a:pt x="47619" y="180333"/>
                  </a:lnTo>
                  <a:lnTo>
                    <a:pt x="47820" y="28093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1753305" y="4165513"/>
              <a:ext cx="430" cy="110649"/>
            </a:xfrm>
            <a:custGeom>
              <a:avLst/>
              <a:pathLst>
                <a:path w="430" h="110649">
                  <a:moveTo>
                    <a:pt x="0" y="110649"/>
                  </a:moveTo>
                  <a:lnTo>
                    <a:pt x="215" y="0"/>
                  </a:lnTo>
                  <a:lnTo>
                    <a:pt x="430" y="11064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1754900" y="4054795"/>
              <a:ext cx="2343" cy="221367"/>
            </a:xfrm>
            <a:custGeom>
              <a:avLst/>
              <a:pathLst>
                <a:path w="2343" h="221367">
                  <a:moveTo>
                    <a:pt x="0" y="221367"/>
                  </a:moveTo>
                  <a:lnTo>
                    <a:pt x="310" y="33636"/>
                  </a:lnTo>
                  <a:lnTo>
                    <a:pt x="1155" y="19058"/>
                  </a:lnTo>
                  <a:lnTo>
                    <a:pt x="2000" y="0"/>
                  </a:lnTo>
                  <a:lnTo>
                    <a:pt x="2343" y="22136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1761583" y="3923336"/>
              <a:ext cx="32012" cy="352826"/>
            </a:xfrm>
            <a:custGeom>
              <a:avLst/>
              <a:pathLst>
                <a:path w="32012" h="352826">
                  <a:moveTo>
                    <a:pt x="0" y="352826"/>
                  </a:moveTo>
                  <a:lnTo>
                    <a:pt x="388" y="77806"/>
                  </a:lnTo>
                  <a:lnTo>
                    <a:pt x="1233" y="58894"/>
                  </a:lnTo>
                  <a:lnTo>
                    <a:pt x="2078" y="43681"/>
                  </a:lnTo>
                  <a:lnTo>
                    <a:pt x="2923" y="24827"/>
                  </a:lnTo>
                  <a:lnTo>
                    <a:pt x="3768" y="27319"/>
                  </a:lnTo>
                  <a:lnTo>
                    <a:pt x="4613" y="17965"/>
                  </a:lnTo>
                  <a:lnTo>
                    <a:pt x="5458" y="3596"/>
                  </a:lnTo>
                  <a:lnTo>
                    <a:pt x="6303" y="0"/>
                  </a:lnTo>
                  <a:lnTo>
                    <a:pt x="7148" y="10885"/>
                  </a:lnTo>
                  <a:lnTo>
                    <a:pt x="7994" y="25050"/>
                  </a:lnTo>
                  <a:lnTo>
                    <a:pt x="8839" y="45246"/>
                  </a:lnTo>
                  <a:lnTo>
                    <a:pt x="9684" y="90892"/>
                  </a:lnTo>
                  <a:lnTo>
                    <a:pt x="10529" y="84367"/>
                  </a:lnTo>
                  <a:lnTo>
                    <a:pt x="11374" y="123867"/>
                  </a:lnTo>
                  <a:lnTo>
                    <a:pt x="12219" y="162828"/>
                  </a:lnTo>
                  <a:lnTo>
                    <a:pt x="13064" y="142198"/>
                  </a:lnTo>
                  <a:lnTo>
                    <a:pt x="13909" y="84864"/>
                  </a:lnTo>
                  <a:lnTo>
                    <a:pt x="14754" y="96083"/>
                  </a:lnTo>
                  <a:lnTo>
                    <a:pt x="15599" y="129606"/>
                  </a:lnTo>
                  <a:lnTo>
                    <a:pt x="16444" y="120174"/>
                  </a:lnTo>
                  <a:lnTo>
                    <a:pt x="17290" y="82588"/>
                  </a:lnTo>
                  <a:lnTo>
                    <a:pt x="18135" y="66617"/>
                  </a:lnTo>
                  <a:lnTo>
                    <a:pt x="18980" y="107794"/>
                  </a:lnTo>
                  <a:lnTo>
                    <a:pt x="19825" y="78303"/>
                  </a:lnTo>
                  <a:lnTo>
                    <a:pt x="20670" y="105090"/>
                  </a:lnTo>
                  <a:lnTo>
                    <a:pt x="21515" y="83157"/>
                  </a:lnTo>
                  <a:lnTo>
                    <a:pt x="22360" y="83142"/>
                  </a:lnTo>
                  <a:lnTo>
                    <a:pt x="23205" y="100634"/>
                  </a:lnTo>
                  <a:lnTo>
                    <a:pt x="24050" y="128290"/>
                  </a:lnTo>
                  <a:lnTo>
                    <a:pt x="24895" y="138791"/>
                  </a:lnTo>
                  <a:lnTo>
                    <a:pt x="25741" y="102197"/>
                  </a:lnTo>
                  <a:lnTo>
                    <a:pt x="26586" y="70351"/>
                  </a:lnTo>
                  <a:lnTo>
                    <a:pt x="27431" y="66709"/>
                  </a:lnTo>
                  <a:lnTo>
                    <a:pt x="28276" y="79721"/>
                  </a:lnTo>
                  <a:lnTo>
                    <a:pt x="29121" y="53648"/>
                  </a:lnTo>
                  <a:lnTo>
                    <a:pt x="29966" y="105434"/>
                  </a:lnTo>
                  <a:lnTo>
                    <a:pt x="30811" y="126384"/>
                  </a:lnTo>
                  <a:lnTo>
                    <a:pt x="31656" y="117722"/>
                  </a:lnTo>
                  <a:lnTo>
                    <a:pt x="32012" y="35282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1795411" y="3934754"/>
              <a:ext cx="5861" cy="341408"/>
            </a:xfrm>
            <a:custGeom>
              <a:avLst/>
              <a:pathLst>
                <a:path w="5861" h="341408">
                  <a:moveTo>
                    <a:pt x="0" y="341408"/>
                  </a:moveTo>
                  <a:lnTo>
                    <a:pt x="363" y="97044"/>
                  </a:lnTo>
                  <a:lnTo>
                    <a:pt x="1208" y="61020"/>
                  </a:lnTo>
                  <a:lnTo>
                    <a:pt x="2053" y="32505"/>
                  </a:lnTo>
                  <a:lnTo>
                    <a:pt x="2898" y="13792"/>
                  </a:lnTo>
                  <a:lnTo>
                    <a:pt x="3743" y="0"/>
                  </a:lnTo>
                  <a:lnTo>
                    <a:pt x="4589" y="11237"/>
                  </a:lnTo>
                  <a:lnTo>
                    <a:pt x="5434" y="10649"/>
                  </a:lnTo>
                  <a:lnTo>
                    <a:pt x="5861" y="34140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1802105" y="3939451"/>
              <a:ext cx="861" cy="336711"/>
            </a:xfrm>
            <a:custGeom>
              <a:avLst/>
              <a:pathLst>
                <a:path w="861" h="336711">
                  <a:moveTo>
                    <a:pt x="0" y="336711"/>
                  </a:moveTo>
                  <a:lnTo>
                    <a:pt x="430" y="0"/>
                  </a:lnTo>
                  <a:lnTo>
                    <a:pt x="861" y="33671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1803782" y="3853385"/>
              <a:ext cx="7633" cy="422777"/>
            </a:xfrm>
            <a:custGeom>
              <a:avLst/>
              <a:pathLst>
                <a:path w="7633" h="422777">
                  <a:moveTo>
                    <a:pt x="0" y="422777"/>
                  </a:moveTo>
                  <a:lnTo>
                    <a:pt x="443" y="65330"/>
                  </a:lnTo>
                  <a:lnTo>
                    <a:pt x="1288" y="116698"/>
                  </a:lnTo>
                  <a:lnTo>
                    <a:pt x="2133" y="84726"/>
                  </a:lnTo>
                  <a:lnTo>
                    <a:pt x="2978" y="110970"/>
                  </a:lnTo>
                  <a:lnTo>
                    <a:pt x="3823" y="40789"/>
                  </a:lnTo>
                  <a:lnTo>
                    <a:pt x="4668" y="19563"/>
                  </a:lnTo>
                  <a:lnTo>
                    <a:pt x="5514" y="70774"/>
                  </a:lnTo>
                  <a:lnTo>
                    <a:pt x="6359" y="0"/>
                  </a:lnTo>
                  <a:lnTo>
                    <a:pt x="7204" y="89447"/>
                  </a:lnTo>
                  <a:lnTo>
                    <a:pt x="7633" y="42277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1813073" y="3907628"/>
              <a:ext cx="3396" cy="368534"/>
            </a:xfrm>
            <a:custGeom>
              <a:avLst/>
              <a:pathLst>
                <a:path w="3396" h="368534">
                  <a:moveTo>
                    <a:pt x="0" y="368534"/>
                  </a:moveTo>
                  <a:lnTo>
                    <a:pt x="449" y="1324"/>
                  </a:lnTo>
                  <a:lnTo>
                    <a:pt x="1294" y="0"/>
                  </a:lnTo>
                  <a:lnTo>
                    <a:pt x="2139" y="86310"/>
                  </a:lnTo>
                  <a:lnTo>
                    <a:pt x="2984" y="60999"/>
                  </a:lnTo>
                  <a:lnTo>
                    <a:pt x="3396" y="36853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1817372" y="3996743"/>
              <a:ext cx="14263" cy="279419"/>
            </a:xfrm>
            <a:custGeom>
              <a:avLst/>
              <a:pathLst>
                <a:path w="14263" h="279419">
                  <a:moveTo>
                    <a:pt x="0" y="279419"/>
                  </a:moveTo>
                  <a:lnTo>
                    <a:pt x="375" y="20635"/>
                  </a:lnTo>
                  <a:lnTo>
                    <a:pt x="1220" y="0"/>
                  </a:lnTo>
                  <a:lnTo>
                    <a:pt x="2065" y="68761"/>
                  </a:lnTo>
                  <a:lnTo>
                    <a:pt x="2910" y="52612"/>
                  </a:lnTo>
                  <a:lnTo>
                    <a:pt x="3755" y="48618"/>
                  </a:lnTo>
                  <a:lnTo>
                    <a:pt x="4600" y="64845"/>
                  </a:lnTo>
                  <a:lnTo>
                    <a:pt x="5446" y="38050"/>
                  </a:lnTo>
                  <a:lnTo>
                    <a:pt x="6291" y="70800"/>
                  </a:lnTo>
                  <a:lnTo>
                    <a:pt x="7136" y="65946"/>
                  </a:lnTo>
                  <a:lnTo>
                    <a:pt x="7981" y="43816"/>
                  </a:lnTo>
                  <a:lnTo>
                    <a:pt x="8826" y="56489"/>
                  </a:lnTo>
                  <a:lnTo>
                    <a:pt x="9671" y="54073"/>
                  </a:lnTo>
                  <a:lnTo>
                    <a:pt x="10516" y="88225"/>
                  </a:lnTo>
                  <a:lnTo>
                    <a:pt x="11361" y="90163"/>
                  </a:lnTo>
                  <a:lnTo>
                    <a:pt x="12206" y="56585"/>
                  </a:lnTo>
                  <a:lnTo>
                    <a:pt x="13051" y="45250"/>
                  </a:lnTo>
                  <a:lnTo>
                    <a:pt x="13896" y="31622"/>
                  </a:lnTo>
                  <a:lnTo>
                    <a:pt x="14263" y="27941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1832608" y="3948237"/>
              <a:ext cx="4979" cy="327925"/>
            </a:xfrm>
            <a:custGeom>
              <a:avLst/>
              <a:pathLst>
                <a:path w="4979" h="327925">
                  <a:moveTo>
                    <a:pt x="0" y="327925"/>
                  </a:moveTo>
                  <a:lnTo>
                    <a:pt x="350" y="98395"/>
                  </a:lnTo>
                  <a:lnTo>
                    <a:pt x="1195" y="60185"/>
                  </a:lnTo>
                  <a:lnTo>
                    <a:pt x="2040" y="45371"/>
                  </a:lnTo>
                  <a:lnTo>
                    <a:pt x="2885" y="0"/>
                  </a:lnTo>
                  <a:lnTo>
                    <a:pt x="3731" y="17794"/>
                  </a:lnTo>
                  <a:lnTo>
                    <a:pt x="4576" y="32813"/>
                  </a:lnTo>
                  <a:lnTo>
                    <a:pt x="4979" y="32792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1838462" y="3966752"/>
              <a:ext cx="1664" cy="309410"/>
            </a:xfrm>
            <a:custGeom>
              <a:avLst/>
              <a:pathLst>
                <a:path w="1664" h="309410">
                  <a:moveTo>
                    <a:pt x="0" y="309410"/>
                  </a:moveTo>
                  <a:lnTo>
                    <a:pt x="413" y="0"/>
                  </a:lnTo>
                  <a:lnTo>
                    <a:pt x="1258" y="9564"/>
                  </a:lnTo>
                  <a:lnTo>
                    <a:pt x="1664" y="30941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1841863" y="3996084"/>
              <a:ext cx="9138" cy="280078"/>
            </a:xfrm>
            <a:custGeom>
              <a:avLst/>
              <a:pathLst>
                <a:path w="9138" h="280078">
                  <a:moveTo>
                    <a:pt x="0" y="280078"/>
                  </a:moveTo>
                  <a:lnTo>
                    <a:pt x="392" y="0"/>
                  </a:lnTo>
                  <a:lnTo>
                    <a:pt x="1237" y="30001"/>
                  </a:lnTo>
                  <a:lnTo>
                    <a:pt x="2082" y="25206"/>
                  </a:lnTo>
                  <a:lnTo>
                    <a:pt x="2927" y="43457"/>
                  </a:lnTo>
                  <a:lnTo>
                    <a:pt x="3772" y="15130"/>
                  </a:lnTo>
                  <a:lnTo>
                    <a:pt x="4617" y="45623"/>
                  </a:lnTo>
                  <a:lnTo>
                    <a:pt x="5462" y="125945"/>
                  </a:lnTo>
                  <a:lnTo>
                    <a:pt x="6307" y="117270"/>
                  </a:lnTo>
                  <a:lnTo>
                    <a:pt x="7152" y="105211"/>
                  </a:lnTo>
                  <a:lnTo>
                    <a:pt x="7997" y="88300"/>
                  </a:lnTo>
                  <a:lnTo>
                    <a:pt x="8842" y="106375"/>
                  </a:lnTo>
                  <a:lnTo>
                    <a:pt x="9138" y="28007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1854639" y="4089240"/>
              <a:ext cx="10738" cy="186922"/>
            </a:xfrm>
            <a:custGeom>
              <a:avLst/>
              <a:pathLst>
                <a:path w="10738" h="186922">
                  <a:moveTo>
                    <a:pt x="0" y="186922"/>
                  </a:moveTo>
                  <a:lnTo>
                    <a:pt x="292" y="16064"/>
                  </a:lnTo>
                  <a:lnTo>
                    <a:pt x="1137" y="39900"/>
                  </a:lnTo>
                  <a:lnTo>
                    <a:pt x="1982" y="26357"/>
                  </a:lnTo>
                  <a:lnTo>
                    <a:pt x="2827" y="15232"/>
                  </a:lnTo>
                  <a:lnTo>
                    <a:pt x="3672" y="16699"/>
                  </a:lnTo>
                  <a:lnTo>
                    <a:pt x="4517" y="0"/>
                  </a:lnTo>
                  <a:lnTo>
                    <a:pt x="5362" y="16365"/>
                  </a:lnTo>
                  <a:lnTo>
                    <a:pt x="6207" y="11287"/>
                  </a:lnTo>
                  <a:lnTo>
                    <a:pt x="7052" y="30062"/>
                  </a:lnTo>
                  <a:lnTo>
                    <a:pt x="7897" y="52300"/>
                  </a:lnTo>
                  <a:lnTo>
                    <a:pt x="8742" y="36898"/>
                  </a:lnTo>
                  <a:lnTo>
                    <a:pt x="9588" y="19692"/>
                  </a:lnTo>
                  <a:lnTo>
                    <a:pt x="10433" y="3661"/>
                  </a:lnTo>
                  <a:lnTo>
                    <a:pt x="10738" y="1869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1868084" y="3952643"/>
              <a:ext cx="16694" cy="323519"/>
            </a:xfrm>
            <a:custGeom>
              <a:avLst/>
              <a:pathLst>
                <a:path w="16694" h="323519">
                  <a:moveTo>
                    <a:pt x="0" y="323519"/>
                  </a:moveTo>
                  <a:lnTo>
                    <a:pt x="368" y="72698"/>
                  </a:lnTo>
                  <a:lnTo>
                    <a:pt x="1214" y="51212"/>
                  </a:lnTo>
                  <a:lnTo>
                    <a:pt x="2059" y="10737"/>
                  </a:lnTo>
                  <a:lnTo>
                    <a:pt x="2904" y="0"/>
                  </a:lnTo>
                  <a:lnTo>
                    <a:pt x="3749" y="20500"/>
                  </a:lnTo>
                  <a:lnTo>
                    <a:pt x="4594" y="40740"/>
                  </a:lnTo>
                  <a:lnTo>
                    <a:pt x="5439" y="83192"/>
                  </a:lnTo>
                  <a:lnTo>
                    <a:pt x="6284" y="107956"/>
                  </a:lnTo>
                  <a:lnTo>
                    <a:pt x="7129" y="154489"/>
                  </a:lnTo>
                  <a:lnTo>
                    <a:pt x="7974" y="191362"/>
                  </a:lnTo>
                  <a:lnTo>
                    <a:pt x="8819" y="210226"/>
                  </a:lnTo>
                  <a:lnTo>
                    <a:pt x="9665" y="218019"/>
                  </a:lnTo>
                  <a:lnTo>
                    <a:pt x="10510" y="212497"/>
                  </a:lnTo>
                  <a:lnTo>
                    <a:pt x="11355" y="233431"/>
                  </a:lnTo>
                  <a:lnTo>
                    <a:pt x="12200" y="244584"/>
                  </a:lnTo>
                  <a:lnTo>
                    <a:pt x="13045" y="236086"/>
                  </a:lnTo>
                  <a:lnTo>
                    <a:pt x="13890" y="238824"/>
                  </a:lnTo>
                  <a:lnTo>
                    <a:pt x="14735" y="215289"/>
                  </a:lnTo>
                  <a:lnTo>
                    <a:pt x="15580" y="206684"/>
                  </a:lnTo>
                  <a:lnTo>
                    <a:pt x="16425" y="172287"/>
                  </a:lnTo>
                  <a:lnTo>
                    <a:pt x="16694" y="32351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1886702" y="4055340"/>
              <a:ext cx="1526" cy="220822"/>
            </a:xfrm>
            <a:custGeom>
              <a:avLst/>
              <a:pathLst>
                <a:path w="1526" h="220822">
                  <a:moveTo>
                    <a:pt x="0" y="220822"/>
                  </a:moveTo>
                  <a:lnTo>
                    <a:pt x="342" y="0"/>
                  </a:lnTo>
                  <a:lnTo>
                    <a:pt x="1187" y="4781"/>
                  </a:lnTo>
                  <a:lnTo>
                    <a:pt x="1526" y="2208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1894446" y="4025099"/>
              <a:ext cx="8154" cy="251063"/>
            </a:xfrm>
            <a:custGeom>
              <a:avLst/>
              <a:pathLst>
                <a:path w="8154" h="251063">
                  <a:moveTo>
                    <a:pt x="0" y="251063"/>
                  </a:moveTo>
                  <a:lnTo>
                    <a:pt x="204" y="147597"/>
                  </a:lnTo>
                  <a:lnTo>
                    <a:pt x="1049" y="105843"/>
                  </a:lnTo>
                  <a:lnTo>
                    <a:pt x="1894" y="94766"/>
                  </a:lnTo>
                  <a:lnTo>
                    <a:pt x="2740" y="94378"/>
                  </a:lnTo>
                  <a:lnTo>
                    <a:pt x="3585" y="98153"/>
                  </a:lnTo>
                  <a:lnTo>
                    <a:pt x="4430" y="53414"/>
                  </a:lnTo>
                  <a:lnTo>
                    <a:pt x="5275" y="0"/>
                  </a:lnTo>
                  <a:lnTo>
                    <a:pt x="6120" y="1682"/>
                  </a:lnTo>
                  <a:lnTo>
                    <a:pt x="6965" y="23364"/>
                  </a:lnTo>
                  <a:lnTo>
                    <a:pt x="7810" y="28666"/>
                  </a:lnTo>
                  <a:lnTo>
                    <a:pt x="8154" y="25106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1905315" y="4057180"/>
              <a:ext cx="5732" cy="218982"/>
            </a:xfrm>
            <a:custGeom>
              <a:avLst/>
              <a:pathLst>
                <a:path w="5732" h="218982">
                  <a:moveTo>
                    <a:pt x="0" y="218982"/>
                  </a:moveTo>
                  <a:lnTo>
                    <a:pt x="321" y="20218"/>
                  </a:lnTo>
                  <a:lnTo>
                    <a:pt x="1166" y="357"/>
                  </a:lnTo>
                  <a:lnTo>
                    <a:pt x="2011" y="16595"/>
                  </a:lnTo>
                  <a:lnTo>
                    <a:pt x="2856" y="0"/>
                  </a:lnTo>
                  <a:lnTo>
                    <a:pt x="3701" y="21804"/>
                  </a:lnTo>
                  <a:lnTo>
                    <a:pt x="4547" y="22903"/>
                  </a:lnTo>
                  <a:lnTo>
                    <a:pt x="5392" y="910"/>
                  </a:lnTo>
                  <a:lnTo>
                    <a:pt x="5732" y="2189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1912913" y="4068796"/>
              <a:ext cx="660" cy="207366"/>
            </a:xfrm>
            <a:custGeom>
              <a:avLst/>
              <a:pathLst>
                <a:path w="660" h="207366">
                  <a:moveTo>
                    <a:pt x="0" y="207366"/>
                  </a:moveTo>
                  <a:lnTo>
                    <a:pt x="330" y="0"/>
                  </a:lnTo>
                  <a:lnTo>
                    <a:pt x="660" y="2073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1916221" y="3923129"/>
              <a:ext cx="3378" cy="353033"/>
            </a:xfrm>
            <a:custGeom>
              <a:avLst/>
              <a:pathLst>
                <a:path w="3378" h="353033">
                  <a:moveTo>
                    <a:pt x="0" y="353033"/>
                  </a:moveTo>
                  <a:lnTo>
                    <a:pt x="402" y="59221"/>
                  </a:lnTo>
                  <a:lnTo>
                    <a:pt x="1247" y="36376"/>
                  </a:lnTo>
                  <a:lnTo>
                    <a:pt x="2092" y="8306"/>
                  </a:lnTo>
                  <a:lnTo>
                    <a:pt x="2937" y="0"/>
                  </a:lnTo>
                  <a:lnTo>
                    <a:pt x="3378" y="3530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1920392" y="3894060"/>
              <a:ext cx="6812" cy="382102"/>
            </a:xfrm>
            <a:custGeom>
              <a:avLst/>
              <a:pathLst>
                <a:path w="6812" h="382102">
                  <a:moveTo>
                    <a:pt x="0" y="382102"/>
                  </a:moveTo>
                  <a:lnTo>
                    <a:pt x="456" y="1738"/>
                  </a:lnTo>
                  <a:lnTo>
                    <a:pt x="1301" y="9036"/>
                  </a:lnTo>
                  <a:lnTo>
                    <a:pt x="2146" y="40649"/>
                  </a:lnTo>
                  <a:lnTo>
                    <a:pt x="2991" y="0"/>
                  </a:lnTo>
                  <a:lnTo>
                    <a:pt x="3836" y="43942"/>
                  </a:lnTo>
                  <a:lnTo>
                    <a:pt x="4682" y="46379"/>
                  </a:lnTo>
                  <a:lnTo>
                    <a:pt x="5527" y="20337"/>
                  </a:lnTo>
                  <a:lnTo>
                    <a:pt x="6372" y="29389"/>
                  </a:lnTo>
                  <a:lnTo>
                    <a:pt x="6812" y="3821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1929728" y="3961027"/>
              <a:ext cx="4971" cy="315135"/>
            </a:xfrm>
            <a:custGeom>
              <a:avLst/>
              <a:pathLst>
                <a:path w="4971" h="315135">
                  <a:moveTo>
                    <a:pt x="0" y="315135"/>
                  </a:moveTo>
                  <a:lnTo>
                    <a:pt x="416" y="0"/>
                  </a:lnTo>
                  <a:lnTo>
                    <a:pt x="1262" y="74374"/>
                  </a:lnTo>
                  <a:lnTo>
                    <a:pt x="2107" y="84254"/>
                  </a:lnTo>
                  <a:lnTo>
                    <a:pt x="2952" y="59439"/>
                  </a:lnTo>
                  <a:lnTo>
                    <a:pt x="3797" y="89760"/>
                  </a:lnTo>
                  <a:lnTo>
                    <a:pt x="4642" y="108219"/>
                  </a:lnTo>
                  <a:lnTo>
                    <a:pt x="4971" y="3151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1937412" y="3956427"/>
              <a:ext cx="15864" cy="319735"/>
            </a:xfrm>
            <a:custGeom>
              <a:avLst/>
              <a:pathLst>
                <a:path w="15864" h="319735">
                  <a:moveTo>
                    <a:pt x="0" y="319735"/>
                  </a:moveTo>
                  <a:lnTo>
                    <a:pt x="338" y="103972"/>
                  </a:lnTo>
                  <a:lnTo>
                    <a:pt x="1183" y="88334"/>
                  </a:lnTo>
                  <a:lnTo>
                    <a:pt x="2028" y="79434"/>
                  </a:lnTo>
                  <a:lnTo>
                    <a:pt x="2873" y="80666"/>
                  </a:lnTo>
                  <a:lnTo>
                    <a:pt x="3718" y="92786"/>
                  </a:lnTo>
                  <a:lnTo>
                    <a:pt x="4563" y="116582"/>
                  </a:lnTo>
                  <a:lnTo>
                    <a:pt x="5408" y="88974"/>
                  </a:lnTo>
                  <a:lnTo>
                    <a:pt x="6253" y="55716"/>
                  </a:lnTo>
                  <a:lnTo>
                    <a:pt x="7098" y="49940"/>
                  </a:lnTo>
                  <a:lnTo>
                    <a:pt x="7943" y="45254"/>
                  </a:lnTo>
                  <a:lnTo>
                    <a:pt x="8788" y="47604"/>
                  </a:lnTo>
                  <a:lnTo>
                    <a:pt x="9634" y="22845"/>
                  </a:lnTo>
                  <a:lnTo>
                    <a:pt x="10479" y="0"/>
                  </a:lnTo>
                  <a:lnTo>
                    <a:pt x="11324" y="18059"/>
                  </a:lnTo>
                  <a:lnTo>
                    <a:pt x="12169" y="32195"/>
                  </a:lnTo>
                  <a:lnTo>
                    <a:pt x="13014" y="55371"/>
                  </a:lnTo>
                  <a:lnTo>
                    <a:pt x="13859" y="35001"/>
                  </a:lnTo>
                  <a:lnTo>
                    <a:pt x="14704" y="70463"/>
                  </a:lnTo>
                  <a:lnTo>
                    <a:pt x="15549" y="127326"/>
                  </a:lnTo>
                  <a:lnTo>
                    <a:pt x="15864" y="3197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1955137" y="4023486"/>
              <a:ext cx="4956" cy="252676"/>
            </a:xfrm>
            <a:custGeom>
              <a:avLst/>
              <a:pathLst>
                <a:path w="4956" h="252676">
                  <a:moveTo>
                    <a:pt x="0" y="252676"/>
                  </a:moveTo>
                  <a:lnTo>
                    <a:pt x="360" y="11935"/>
                  </a:lnTo>
                  <a:lnTo>
                    <a:pt x="1205" y="41481"/>
                  </a:lnTo>
                  <a:lnTo>
                    <a:pt x="2050" y="102075"/>
                  </a:lnTo>
                  <a:lnTo>
                    <a:pt x="2895" y="88977"/>
                  </a:lnTo>
                  <a:lnTo>
                    <a:pt x="3740" y="37358"/>
                  </a:lnTo>
                  <a:lnTo>
                    <a:pt x="4585" y="0"/>
                  </a:lnTo>
                  <a:lnTo>
                    <a:pt x="4956" y="2526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1961099" y="3950065"/>
              <a:ext cx="18480" cy="326097"/>
            </a:xfrm>
            <a:custGeom>
              <a:avLst/>
              <a:pathLst>
                <a:path w="18480" h="326097">
                  <a:moveTo>
                    <a:pt x="0" y="326097"/>
                  </a:moveTo>
                  <a:lnTo>
                    <a:pt x="313" y="134822"/>
                  </a:lnTo>
                  <a:lnTo>
                    <a:pt x="1159" y="98234"/>
                  </a:lnTo>
                  <a:lnTo>
                    <a:pt x="2004" y="62405"/>
                  </a:lnTo>
                  <a:lnTo>
                    <a:pt x="2849" y="74354"/>
                  </a:lnTo>
                  <a:lnTo>
                    <a:pt x="3694" y="99170"/>
                  </a:lnTo>
                  <a:lnTo>
                    <a:pt x="4539" y="131422"/>
                  </a:lnTo>
                  <a:lnTo>
                    <a:pt x="5384" y="126489"/>
                  </a:lnTo>
                  <a:lnTo>
                    <a:pt x="6229" y="114925"/>
                  </a:lnTo>
                  <a:lnTo>
                    <a:pt x="7074" y="132134"/>
                  </a:lnTo>
                  <a:lnTo>
                    <a:pt x="7919" y="162730"/>
                  </a:lnTo>
                  <a:lnTo>
                    <a:pt x="8764" y="108251"/>
                  </a:lnTo>
                  <a:lnTo>
                    <a:pt x="9609" y="74188"/>
                  </a:lnTo>
                  <a:lnTo>
                    <a:pt x="10455" y="72240"/>
                  </a:lnTo>
                  <a:lnTo>
                    <a:pt x="11300" y="55327"/>
                  </a:lnTo>
                  <a:lnTo>
                    <a:pt x="12145" y="96636"/>
                  </a:lnTo>
                  <a:lnTo>
                    <a:pt x="12990" y="49759"/>
                  </a:lnTo>
                  <a:lnTo>
                    <a:pt x="13835" y="29756"/>
                  </a:lnTo>
                  <a:lnTo>
                    <a:pt x="14680" y="45939"/>
                  </a:lnTo>
                  <a:lnTo>
                    <a:pt x="15525" y="21699"/>
                  </a:lnTo>
                  <a:lnTo>
                    <a:pt x="16370" y="0"/>
                  </a:lnTo>
                  <a:lnTo>
                    <a:pt x="17215" y="24843"/>
                  </a:lnTo>
                  <a:lnTo>
                    <a:pt x="18060" y="7248"/>
                  </a:lnTo>
                  <a:lnTo>
                    <a:pt x="18480" y="32609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1980435" y="3964298"/>
              <a:ext cx="829" cy="311864"/>
            </a:xfrm>
            <a:custGeom>
              <a:avLst/>
              <a:pathLst>
                <a:path w="829" h="311864">
                  <a:moveTo>
                    <a:pt x="0" y="311864"/>
                  </a:moveTo>
                  <a:lnTo>
                    <a:pt x="414" y="0"/>
                  </a:lnTo>
                  <a:lnTo>
                    <a:pt x="829" y="3118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1982151" y="3932226"/>
              <a:ext cx="8410" cy="343936"/>
            </a:xfrm>
            <a:custGeom>
              <a:avLst/>
              <a:pathLst>
                <a:path w="8410" h="343936">
                  <a:moveTo>
                    <a:pt x="0" y="343936"/>
                  </a:moveTo>
                  <a:lnTo>
                    <a:pt x="388" y="67962"/>
                  </a:lnTo>
                  <a:lnTo>
                    <a:pt x="1234" y="49144"/>
                  </a:lnTo>
                  <a:lnTo>
                    <a:pt x="2079" y="58002"/>
                  </a:lnTo>
                  <a:lnTo>
                    <a:pt x="2924" y="79894"/>
                  </a:lnTo>
                  <a:lnTo>
                    <a:pt x="3769" y="80354"/>
                  </a:lnTo>
                  <a:lnTo>
                    <a:pt x="4614" y="49181"/>
                  </a:lnTo>
                  <a:lnTo>
                    <a:pt x="5459" y="12096"/>
                  </a:lnTo>
                  <a:lnTo>
                    <a:pt x="6304" y="0"/>
                  </a:lnTo>
                  <a:lnTo>
                    <a:pt x="7149" y="39391"/>
                  </a:lnTo>
                  <a:lnTo>
                    <a:pt x="7994" y="30145"/>
                  </a:lnTo>
                  <a:lnTo>
                    <a:pt x="8410" y="34393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1992239" y="3884940"/>
              <a:ext cx="6796" cy="391222"/>
            </a:xfrm>
            <a:custGeom>
              <a:avLst/>
              <a:pathLst>
                <a:path w="6796" h="391222">
                  <a:moveTo>
                    <a:pt x="0" y="391222"/>
                  </a:moveTo>
                  <a:lnTo>
                    <a:pt x="442" y="35985"/>
                  </a:lnTo>
                  <a:lnTo>
                    <a:pt x="1287" y="35287"/>
                  </a:lnTo>
                  <a:lnTo>
                    <a:pt x="2132" y="30626"/>
                  </a:lnTo>
                  <a:lnTo>
                    <a:pt x="2977" y="0"/>
                  </a:lnTo>
                  <a:lnTo>
                    <a:pt x="3822" y="9554"/>
                  </a:lnTo>
                  <a:lnTo>
                    <a:pt x="4667" y="12757"/>
                  </a:lnTo>
                  <a:lnTo>
                    <a:pt x="5512" y="33382"/>
                  </a:lnTo>
                  <a:lnTo>
                    <a:pt x="6357" y="41722"/>
                  </a:lnTo>
                  <a:lnTo>
                    <a:pt x="6796" y="3912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1999826" y="3887999"/>
              <a:ext cx="20244" cy="388163"/>
            </a:xfrm>
            <a:custGeom>
              <a:avLst/>
              <a:pathLst>
                <a:path w="20244" h="388163">
                  <a:moveTo>
                    <a:pt x="0" y="388163"/>
                  </a:moveTo>
                  <a:lnTo>
                    <a:pt x="460" y="0"/>
                  </a:lnTo>
                  <a:lnTo>
                    <a:pt x="1305" y="10242"/>
                  </a:lnTo>
                  <a:lnTo>
                    <a:pt x="2151" y="20844"/>
                  </a:lnTo>
                  <a:lnTo>
                    <a:pt x="2996" y="29172"/>
                  </a:lnTo>
                  <a:lnTo>
                    <a:pt x="3841" y="42482"/>
                  </a:lnTo>
                  <a:lnTo>
                    <a:pt x="4686" y="70625"/>
                  </a:lnTo>
                  <a:lnTo>
                    <a:pt x="5531" y="96217"/>
                  </a:lnTo>
                  <a:lnTo>
                    <a:pt x="6376" y="66207"/>
                  </a:lnTo>
                  <a:lnTo>
                    <a:pt x="7221" y="93194"/>
                  </a:lnTo>
                  <a:lnTo>
                    <a:pt x="8066" y="96522"/>
                  </a:lnTo>
                  <a:lnTo>
                    <a:pt x="8911" y="115414"/>
                  </a:lnTo>
                  <a:lnTo>
                    <a:pt x="9756" y="146938"/>
                  </a:lnTo>
                  <a:lnTo>
                    <a:pt x="10601" y="194898"/>
                  </a:lnTo>
                  <a:lnTo>
                    <a:pt x="11447" y="225693"/>
                  </a:lnTo>
                  <a:lnTo>
                    <a:pt x="12292" y="228624"/>
                  </a:lnTo>
                  <a:lnTo>
                    <a:pt x="13137" y="221946"/>
                  </a:lnTo>
                  <a:lnTo>
                    <a:pt x="13982" y="217411"/>
                  </a:lnTo>
                  <a:lnTo>
                    <a:pt x="14827" y="207815"/>
                  </a:lnTo>
                  <a:lnTo>
                    <a:pt x="15672" y="172647"/>
                  </a:lnTo>
                  <a:lnTo>
                    <a:pt x="16517" y="147558"/>
                  </a:lnTo>
                  <a:lnTo>
                    <a:pt x="17362" y="139890"/>
                  </a:lnTo>
                  <a:lnTo>
                    <a:pt x="18207" y="160237"/>
                  </a:lnTo>
                  <a:lnTo>
                    <a:pt x="19052" y="179292"/>
                  </a:lnTo>
                  <a:lnTo>
                    <a:pt x="19897" y="162853"/>
                  </a:lnTo>
                  <a:lnTo>
                    <a:pt x="20244" y="38816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2023646" y="4094921"/>
              <a:ext cx="606" cy="181241"/>
            </a:xfrm>
            <a:custGeom>
              <a:avLst/>
              <a:pathLst>
                <a:path w="606" h="181241">
                  <a:moveTo>
                    <a:pt x="0" y="181241"/>
                  </a:moveTo>
                  <a:lnTo>
                    <a:pt x="303" y="0"/>
                  </a:lnTo>
                  <a:lnTo>
                    <a:pt x="606" y="18124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2026144" y="4040491"/>
              <a:ext cx="4064" cy="235671"/>
            </a:xfrm>
            <a:custGeom>
              <a:avLst/>
              <a:pathLst>
                <a:path w="4064" h="235671">
                  <a:moveTo>
                    <a:pt x="0" y="235671"/>
                  </a:moveTo>
                  <a:lnTo>
                    <a:pt x="341" y="16677"/>
                  </a:lnTo>
                  <a:lnTo>
                    <a:pt x="1186" y="22302"/>
                  </a:lnTo>
                  <a:lnTo>
                    <a:pt x="2031" y="9658"/>
                  </a:lnTo>
                  <a:lnTo>
                    <a:pt x="2876" y="0"/>
                  </a:lnTo>
                  <a:lnTo>
                    <a:pt x="3721" y="14298"/>
                  </a:lnTo>
                  <a:lnTo>
                    <a:pt x="4064" y="23567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2032110" y="4027959"/>
              <a:ext cx="19225" cy="248203"/>
            </a:xfrm>
            <a:custGeom>
              <a:avLst/>
              <a:pathLst>
                <a:path w="19225" h="248203">
                  <a:moveTo>
                    <a:pt x="0" y="248203"/>
                  </a:moveTo>
                  <a:lnTo>
                    <a:pt x="290" y="78555"/>
                  </a:lnTo>
                  <a:lnTo>
                    <a:pt x="1135" y="48245"/>
                  </a:lnTo>
                  <a:lnTo>
                    <a:pt x="1980" y="32810"/>
                  </a:lnTo>
                  <a:lnTo>
                    <a:pt x="2825" y="63437"/>
                  </a:lnTo>
                  <a:lnTo>
                    <a:pt x="3671" y="65645"/>
                  </a:lnTo>
                  <a:lnTo>
                    <a:pt x="4516" y="42604"/>
                  </a:lnTo>
                  <a:lnTo>
                    <a:pt x="5361" y="47569"/>
                  </a:lnTo>
                  <a:lnTo>
                    <a:pt x="6206" y="45183"/>
                  </a:lnTo>
                  <a:lnTo>
                    <a:pt x="7051" y="60097"/>
                  </a:lnTo>
                  <a:lnTo>
                    <a:pt x="7896" y="66776"/>
                  </a:lnTo>
                  <a:lnTo>
                    <a:pt x="8741" y="57209"/>
                  </a:lnTo>
                  <a:lnTo>
                    <a:pt x="9586" y="74156"/>
                  </a:lnTo>
                  <a:lnTo>
                    <a:pt x="10431" y="76574"/>
                  </a:lnTo>
                  <a:lnTo>
                    <a:pt x="11276" y="52985"/>
                  </a:lnTo>
                  <a:lnTo>
                    <a:pt x="12121" y="32489"/>
                  </a:lnTo>
                  <a:lnTo>
                    <a:pt x="12967" y="15773"/>
                  </a:lnTo>
                  <a:lnTo>
                    <a:pt x="13812" y="17269"/>
                  </a:lnTo>
                  <a:lnTo>
                    <a:pt x="14657" y="0"/>
                  </a:lnTo>
                  <a:lnTo>
                    <a:pt x="15502" y="15604"/>
                  </a:lnTo>
                  <a:lnTo>
                    <a:pt x="16347" y="22182"/>
                  </a:lnTo>
                  <a:lnTo>
                    <a:pt x="17192" y="9829"/>
                  </a:lnTo>
                  <a:lnTo>
                    <a:pt x="18037" y="35720"/>
                  </a:lnTo>
                  <a:lnTo>
                    <a:pt x="18882" y="27244"/>
                  </a:lnTo>
                  <a:lnTo>
                    <a:pt x="19225" y="2482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2052384" y="4098835"/>
              <a:ext cx="3088" cy="177327"/>
            </a:xfrm>
            <a:custGeom>
              <a:avLst/>
              <a:pathLst>
                <a:path w="3088" h="177327">
                  <a:moveTo>
                    <a:pt x="0" y="177327"/>
                  </a:moveTo>
                  <a:lnTo>
                    <a:pt x="299" y="0"/>
                  </a:lnTo>
                  <a:lnTo>
                    <a:pt x="1144" y="27847"/>
                  </a:lnTo>
                  <a:lnTo>
                    <a:pt x="1989" y="29452"/>
                  </a:lnTo>
                  <a:lnTo>
                    <a:pt x="2834" y="38121"/>
                  </a:lnTo>
                  <a:lnTo>
                    <a:pt x="3088" y="17732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2056663" y="4143824"/>
              <a:ext cx="490" cy="132338"/>
            </a:xfrm>
            <a:custGeom>
              <a:avLst/>
              <a:pathLst>
                <a:path w="490" h="132338">
                  <a:moveTo>
                    <a:pt x="0" y="132338"/>
                  </a:moveTo>
                  <a:lnTo>
                    <a:pt x="245" y="0"/>
                  </a:lnTo>
                  <a:lnTo>
                    <a:pt x="490" y="1323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2060932" y="4100217"/>
              <a:ext cx="6389" cy="175945"/>
            </a:xfrm>
            <a:custGeom>
              <a:avLst/>
              <a:pathLst>
                <a:path w="6389" h="175945">
                  <a:moveTo>
                    <a:pt x="0" y="175945"/>
                  </a:moveTo>
                  <a:lnTo>
                    <a:pt x="202" y="74087"/>
                  </a:lnTo>
                  <a:lnTo>
                    <a:pt x="1047" y="66266"/>
                  </a:lnTo>
                  <a:lnTo>
                    <a:pt x="1892" y="43037"/>
                  </a:lnTo>
                  <a:lnTo>
                    <a:pt x="2737" y="47204"/>
                  </a:lnTo>
                  <a:lnTo>
                    <a:pt x="3582" y="38836"/>
                  </a:lnTo>
                  <a:lnTo>
                    <a:pt x="4427" y="24772"/>
                  </a:lnTo>
                  <a:lnTo>
                    <a:pt x="5272" y="0"/>
                  </a:lnTo>
                  <a:lnTo>
                    <a:pt x="6117" y="22554"/>
                  </a:lnTo>
                  <a:lnTo>
                    <a:pt x="6389" y="17594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2070972" y="4087516"/>
              <a:ext cx="8200" cy="188646"/>
            </a:xfrm>
            <a:custGeom>
              <a:avLst/>
              <a:pathLst>
                <a:path w="8200" h="188646">
                  <a:moveTo>
                    <a:pt x="0" y="188646"/>
                  </a:moveTo>
                  <a:lnTo>
                    <a:pt x="302" y="8039"/>
                  </a:lnTo>
                  <a:lnTo>
                    <a:pt x="1147" y="0"/>
                  </a:lnTo>
                  <a:lnTo>
                    <a:pt x="1992" y="3968"/>
                  </a:lnTo>
                  <a:lnTo>
                    <a:pt x="2837" y="19322"/>
                  </a:lnTo>
                  <a:lnTo>
                    <a:pt x="3683" y="23526"/>
                  </a:lnTo>
                  <a:lnTo>
                    <a:pt x="4528" y="36619"/>
                  </a:lnTo>
                  <a:lnTo>
                    <a:pt x="5373" y="42159"/>
                  </a:lnTo>
                  <a:lnTo>
                    <a:pt x="6218" y="64662"/>
                  </a:lnTo>
                  <a:lnTo>
                    <a:pt x="7063" y="39446"/>
                  </a:lnTo>
                  <a:lnTo>
                    <a:pt x="7908" y="17630"/>
                  </a:lnTo>
                  <a:lnTo>
                    <a:pt x="8200" y="18864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2080275" y="4101757"/>
              <a:ext cx="591" cy="174405"/>
            </a:xfrm>
            <a:custGeom>
              <a:avLst/>
              <a:pathLst>
                <a:path w="591" h="174405">
                  <a:moveTo>
                    <a:pt x="0" y="174405"/>
                  </a:moveTo>
                  <a:lnTo>
                    <a:pt x="295" y="0"/>
                  </a:lnTo>
                  <a:lnTo>
                    <a:pt x="591" y="1744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2082844" y="4046557"/>
              <a:ext cx="18288" cy="229605"/>
            </a:xfrm>
            <a:custGeom>
              <a:avLst/>
              <a:pathLst>
                <a:path w="18288" h="229605">
                  <a:moveTo>
                    <a:pt x="0" y="229605"/>
                  </a:moveTo>
                  <a:lnTo>
                    <a:pt x="262" y="84142"/>
                  </a:lnTo>
                  <a:lnTo>
                    <a:pt x="1107" y="91063"/>
                  </a:lnTo>
                  <a:lnTo>
                    <a:pt x="1952" y="93446"/>
                  </a:lnTo>
                  <a:lnTo>
                    <a:pt x="2797" y="104303"/>
                  </a:lnTo>
                  <a:lnTo>
                    <a:pt x="3642" y="74944"/>
                  </a:lnTo>
                  <a:lnTo>
                    <a:pt x="4487" y="49968"/>
                  </a:lnTo>
                  <a:lnTo>
                    <a:pt x="5332" y="50235"/>
                  </a:lnTo>
                  <a:lnTo>
                    <a:pt x="6177" y="60565"/>
                  </a:lnTo>
                  <a:lnTo>
                    <a:pt x="7022" y="50956"/>
                  </a:lnTo>
                  <a:lnTo>
                    <a:pt x="7867" y="23720"/>
                  </a:lnTo>
                  <a:lnTo>
                    <a:pt x="8712" y="33318"/>
                  </a:lnTo>
                  <a:lnTo>
                    <a:pt x="9558" y="44332"/>
                  </a:lnTo>
                  <a:lnTo>
                    <a:pt x="10403" y="59752"/>
                  </a:lnTo>
                  <a:lnTo>
                    <a:pt x="11248" y="33933"/>
                  </a:lnTo>
                  <a:lnTo>
                    <a:pt x="12093" y="7668"/>
                  </a:lnTo>
                  <a:lnTo>
                    <a:pt x="12938" y="10607"/>
                  </a:lnTo>
                  <a:lnTo>
                    <a:pt x="13783" y="0"/>
                  </a:lnTo>
                  <a:lnTo>
                    <a:pt x="14628" y="24503"/>
                  </a:lnTo>
                  <a:lnTo>
                    <a:pt x="15473" y="23124"/>
                  </a:lnTo>
                  <a:lnTo>
                    <a:pt x="16318" y="17390"/>
                  </a:lnTo>
                  <a:lnTo>
                    <a:pt x="17163" y="33162"/>
                  </a:lnTo>
                  <a:lnTo>
                    <a:pt x="18008" y="70055"/>
                  </a:lnTo>
                  <a:lnTo>
                    <a:pt x="18288" y="2296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2102292" y="4139178"/>
              <a:ext cx="502" cy="136984"/>
            </a:xfrm>
            <a:custGeom>
              <a:avLst/>
              <a:pathLst>
                <a:path w="502" h="136984">
                  <a:moveTo>
                    <a:pt x="0" y="136984"/>
                  </a:moveTo>
                  <a:lnTo>
                    <a:pt x="251" y="0"/>
                  </a:lnTo>
                  <a:lnTo>
                    <a:pt x="502" y="1369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2111511" y="4065192"/>
              <a:ext cx="6551" cy="210970"/>
            </a:xfrm>
            <a:custGeom>
              <a:avLst/>
              <a:pathLst>
                <a:path w="6551" h="210970">
                  <a:moveTo>
                    <a:pt x="0" y="210970"/>
                  </a:moveTo>
                  <a:lnTo>
                    <a:pt x="327" y="5723"/>
                  </a:lnTo>
                  <a:lnTo>
                    <a:pt x="1173" y="3422"/>
                  </a:lnTo>
                  <a:lnTo>
                    <a:pt x="2018" y="0"/>
                  </a:lnTo>
                  <a:lnTo>
                    <a:pt x="2863" y="19834"/>
                  </a:lnTo>
                  <a:lnTo>
                    <a:pt x="3708" y="3553"/>
                  </a:lnTo>
                  <a:lnTo>
                    <a:pt x="4553" y="8782"/>
                  </a:lnTo>
                  <a:lnTo>
                    <a:pt x="5398" y="11684"/>
                  </a:lnTo>
                  <a:lnTo>
                    <a:pt x="6243" y="25098"/>
                  </a:lnTo>
                  <a:lnTo>
                    <a:pt x="6551" y="21097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2120021" y="4125127"/>
              <a:ext cx="2180" cy="151035"/>
            </a:xfrm>
            <a:custGeom>
              <a:avLst/>
              <a:pathLst>
                <a:path w="2180" h="151035">
                  <a:moveTo>
                    <a:pt x="0" y="151035"/>
                  </a:moveTo>
                  <a:lnTo>
                    <a:pt x="268" y="0"/>
                  </a:lnTo>
                  <a:lnTo>
                    <a:pt x="1113" y="12387"/>
                  </a:lnTo>
                  <a:lnTo>
                    <a:pt x="1959" y="36143"/>
                  </a:lnTo>
                  <a:lnTo>
                    <a:pt x="2180" y="1510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2128415" y="4052225"/>
              <a:ext cx="1517" cy="223937"/>
            </a:xfrm>
            <a:custGeom>
              <a:avLst/>
              <a:pathLst>
                <a:path w="1517" h="223937">
                  <a:moveTo>
                    <a:pt x="0" y="223937"/>
                  </a:moveTo>
                  <a:lnTo>
                    <a:pt x="326" y="20324"/>
                  </a:lnTo>
                  <a:lnTo>
                    <a:pt x="1171" y="0"/>
                  </a:lnTo>
                  <a:lnTo>
                    <a:pt x="1517" y="22393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2130964" y="4085972"/>
              <a:ext cx="2247" cy="190190"/>
            </a:xfrm>
            <a:custGeom>
              <a:avLst/>
              <a:pathLst>
                <a:path w="2247" h="190190">
                  <a:moveTo>
                    <a:pt x="0" y="190190"/>
                  </a:moveTo>
                  <a:lnTo>
                    <a:pt x="312" y="0"/>
                  </a:lnTo>
                  <a:lnTo>
                    <a:pt x="1157" y="35149"/>
                  </a:lnTo>
                  <a:lnTo>
                    <a:pt x="2002" y="58707"/>
                  </a:lnTo>
                  <a:lnTo>
                    <a:pt x="2247" y="1901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2135245" y="4123465"/>
              <a:ext cx="2217" cy="152697"/>
            </a:xfrm>
            <a:custGeom>
              <a:avLst/>
              <a:pathLst>
                <a:path w="2217" h="152697">
                  <a:moveTo>
                    <a:pt x="0" y="152697"/>
                  </a:moveTo>
                  <a:lnTo>
                    <a:pt x="257" y="11152"/>
                  </a:lnTo>
                  <a:lnTo>
                    <a:pt x="1102" y="0"/>
                  </a:lnTo>
                  <a:lnTo>
                    <a:pt x="1947" y="487"/>
                  </a:lnTo>
                  <a:lnTo>
                    <a:pt x="2217" y="15269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2138612" y="4114196"/>
              <a:ext cx="3087" cy="161966"/>
            </a:xfrm>
            <a:custGeom>
              <a:avLst/>
              <a:pathLst>
                <a:path w="3087" h="161966">
                  <a:moveTo>
                    <a:pt x="0" y="161966"/>
                  </a:moveTo>
                  <a:lnTo>
                    <a:pt x="269" y="10058"/>
                  </a:lnTo>
                  <a:lnTo>
                    <a:pt x="1115" y="43681"/>
                  </a:lnTo>
                  <a:lnTo>
                    <a:pt x="1960" y="20340"/>
                  </a:lnTo>
                  <a:lnTo>
                    <a:pt x="2805" y="0"/>
                  </a:lnTo>
                  <a:lnTo>
                    <a:pt x="3087" y="1619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2143684" y="4109215"/>
              <a:ext cx="3936" cy="166947"/>
            </a:xfrm>
            <a:custGeom>
              <a:avLst/>
              <a:pathLst>
                <a:path w="3936" h="166947">
                  <a:moveTo>
                    <a:pt x="0" y="166947"/>
                  </a:moveTo>
                  <a:lnTo>
                    <a:pt x="268" y="16024"/>
                  </a:lnTo>
                  <a:lnTo>
                    <a:pt x="1113" y="13867"/>
                  </a:lnTo>
                  <a:lnTo>
                    <a:pt x="1958" y="15738"/>
                  </a:lnTo>
                  <a:lnTo>
                    <a:pt x="2804" y="12052"/>
                  </a:lnTo>
                  <a:lnTo>
                    <a:pt x="3649" y="0"/>
                  </a:lnTo>
                  <a:lnTo>
                    <a:pt x="3936" y="1669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2148713" y="4088307"/>
              <a:ext cx="1460" cy="187855"/>
            </a:xfrm>
            <a:custGeom>
              <a:avLst/>
              <a:pathLst>
                <a:path w="1460" h="187855">
                  <a:moveTo>
                    <a:pt x="0" y="187855"/>
                  </a:moveTo>
                  <a:lnTo>
                    <a:pt x="310" y="0"/>
                  </a:lnTo>
                  <a:lnTo>
                    <a:pt x="1155" y="5183"/>
                  </a:lnTo>
                  <a:lnTo>
                    <a:pt x="1460" y="1878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2152138" y="4127650"/>
              <a:ext cx="531" cy="148512"/>
            </a:xfrm>
            <a:custGeom>
              <a:avLst/>
              <a:pathLst>
                <a:path w="531" h="148512">
                  <a:moveTo>
                    <a:pt x="0" y="148512"/>
                  </a:moveTo>
                  <a:lnTo>
                    <a:pt x="265" y="0"/>
                  </a:lnTo>
                  <a:lnTo>
                    <a:pt x="531" y="14851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2158029" y="4016415"/>
              <a:ext cx="14876" cy="259747"/>
            </a:xfrm>
            <a:custGeom>
              <a:avLst/>
              <a:pathLst>
                <a:path w="14876" h="259747">
                  <a:moveTo>
                    <a:pt x="0" y="259747"/>
                  </a:moveTo>
                  <a:lnTo>
                    <a:pt x="290" y="89876"/>
                  </a:lnTo>
                  <a:lnTo>
                    <a:pt x="1135" y="51796"/>
                  </a:lnTo>
                  <a:lnTo>
                    <a:pt x="1981" y="22888"/>
                  </a:lnTo>
                  <a:lnTo>
                    <a:pt x="2826" y="0"/>
                  </a:lnTo>
                  <a:lnTo>
                    <a:pt x="3671" y="43772"/>
                  </a:lnTo>
                  <a:lnTo>
                    <a:pt x="4516" y="75050"/>
                  </a:lnTo>
                  <a:lnTo>
                    <a:pt x="5361" y="88069"/>
                  </a:lnTo>
                  <a:lnTo>
                    <a:pt x="6206" y="125971"/>
                  </a:lnTo>
                  <a:lnTo>
                    <a:pt x="7051" y="123384"/>
                  </a:lnTo>
                  <a:lnTo>
                    <a:pt x="7896" y="105127"/>
                  </a:lnTo>
                  <a:lnTo>
                    <a:pt x="8741" y="130473"/>
                  </a:lnTo>
                  <a:lnTo>
                    <a:pt x="9586" y="93591"/>
                  </a:lnTo>
                  <a:lnTo>
                    <a:pt x="10432" y="104350"/>
                  </a:lnTo>
                  <a:lnTo>
                    <a:pt x="11277" y="100436"/>
                  </a:lnTo>
                  <a:lnTo>
                    <a:pt x="12122" y="123736"/>
                  </a:lnTo>
                  <a:lnTo>
                    <a:pt x="12967" y="146515"/>
                  </a:lnTo>
                  <a:lnTo>
                    <a:pt x="13812" y="144199"/>
                  </a:lnTo>
                  <a:lnTo>
                    <a:pt x="14657" y="146357"/>
                  </a:lnTo>
                  <a:lnTo>
                    <a:pt x="14876" y="2597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2175033" y="4183343"/>
              <a:ext cx="3723" cy="92819"/>
            </a:xfrm>
            <a:custGeom>
              <a:avLst/>
              <a:pathLst>
                <a:path w="3723" h="92819">
                  <a:moveTo>
                    <a:pt x="0" y="92819"/>
                  </a:moveTo>
                  <a:lnTo>
                    <a:pt x="188" y="0"/>
                  </a:lnTo>
                  <a:lnTo>
                    <a:pt x="1033" y="1264"/>
                  </a:lnTo>
                  <a:lnTo>
                    <a:pt x="1878" y="17216"/>
                  </a:lnTo>
                  <a:lnTo>
                    <a:pt x="2723" y="17264"/>
                  </a:lnTo>
                  <a:lnTo>
                    <a:pt x="3568" y="20193"/>
                  </a:lnTo>
                  <a:lnTo>
                    <a:pt x="3723" y="9281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2180045" y="4118029"/>
              <a:ext cx="14006" cy="158133"/>
            </a:xfrm>
            <a:custGeom>
              <a:avLst/>
              <a:pathLst>
                <a:path w="14006" h="158133">
                  <a:moveTo>
                    <a:pt x="0" y="158133"/>
                  </a:moveTo>
                  <a:lnTo>
                    <a:pt x="247" y="24471"/>
                  </a:lnTo>
                  <a:lnTo>
                    <a:pt x="1092" y="24175"/>
                  </a:lnTo>
                  <a:lnTo>
                    <a:pt x="1937" y="0"/>
                  </a:lnTo>
                  <a:lnTo>
                    <a:pt x="2782" y="16439"/>
                  </a:lnTo>
                  <a:lnTo>
                    <a:pt x="3627" y="31778"/>
                  </a:lnTo>
                  <a:lnTo>
                    <a:pt x="4472" y="52975"/>
                  </a:lnTo>
                  <a:lnTo>
                    <a:pt x="5317" y="81099"/>
                  </a:lnTo>
                  <a:lnTo>
                    <a:pt x="6162" y="59449"/>
                  </a:lnTo>
                  <a:lnTo>
                    <a:pt x="7007" y="50952"/>
                  </a:lnTo>
                  <a:lnTo>
                    <a:pt x="7852" y="51464"/>
                  </a:lnTo>
                  <a:lnTo>
                    <a:pt x="8697" y="38193"/>
                  </a:lnTo>
                  <a:lnTo>
                    <a:pt x="9543" y="51113"/>
                  </a:lnTo>
                  <a:lnTo>
                    <a:pt x="10388" y="35344"/>
                  </a:lnTo>
                  <a:lnTo>
                    <a:pt x="11233" y="42649"/>
                  </a:lnTo>
                  <a:lnTo>
                    <a:pt x="12078" y="54166"/>
                  </a:lnTo>
                  <a:lnTo>
                    <a:pt x="12923" y="39359"/>
                  </a:lnTo>
                  <a:lnTo>
                    <a:pt x="13768" y="31457"/>
                  </a:lnTo>
                  <a:lnTo>
                    <a:pt x="14006" y="1581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2196146" y="4174077"/>
              <a:ext cx="2922" cy="102085"/>
            </a:xfrm>
            <a:custGeom>
              <a:avLst/>
              <a:pathLst>
                <a:path w="2922" h="102085">
                  <a:moveTo>
                    <a:pt x="0" y="102085"/>
                  </a:moveTo>
                  <a:lnTo>
                    <a:pt x="202" y="0"/>
                  </a:lnTo>
                  <a:lnTo>
                    <a:pt x="1047" y="7197"/>
                  </a:lnTo>
                  <a:lnTo>
                    <a:pt x="1892" y="7944"/>
                  </a:lnTo>
                  <a:lnTo>
                    <a:pt x="2737" y="11445"/>
                  </a:lnTo>
                  <a:lnTo>
                    <a:pt x="2922" y="1020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2200379" y="4173677"/>
              <a:ext cx="1243" cy="102485"/>
            </a:xfrm>
            <a:custGeom>
              <a:avLst/>
              <a:pathLst>
                <a:path w="1243" h="102485">
                  <a:moveTo>
                    <a:pt x="0" y="102485"/>
                  </a:moveTo>
                  <a:lnTo>
                    <a:pt x="194" y="5515"/>
                  </a:lnTo>
                  <a:lnTo>
                    <a:pt x="1039" y="0"/>
                  </a:lnTo>
                  <a:lnTo>
                    <a:pt x="1243" y="1024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2202895" y="4143317"/>
              <a:ext cx="2137" cy="132845"/>
            </a:xfrm>
            <a:custGeom>
              <a:avLst/>
              <a:pathLst>
                <a:path w="2137" h="132845">
                  <a:moveTo>
                    <a:pt x="0" y="132845"/>
                  </a:moveTo>
                  <a:lnTo>
                    <a:pt x="213" y="23126"/>
                  </a:lnTo>
                  <a:lnTo>
                    <a:pt x="1059" y="0"/>
                  </a:lnTo>
                  <a:lnTo>
                    <a:pt x="1904" y="9230"/>
                  </a:lnTo>
                  <a:lnTo>
                    <a:pt x="2137" y="13284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2211337" y="4134544"/>
              <a:ext cx="2955" cy="141618"/>
            </a:xfrm>
            <a:custGeom>
              <a:avLst/>
              <a:pathLst>
                <a:path w="2955" h="141618">
                  <a:moveTo>
                    <a:pt x="0" y="141618"/>
                  </a:moveTo>
                  <a:lnTo>
                    <a:pt x="223" y="25099"/>
                  </a:lnTo>
                  <a:lnTo>
                    <a:pt x="1068" y="0"/>
                  </a:lnTo>
                  <a:lnTo>
                    <a:pt x="1913" y="27822"/>
                  </a:lnTo>
                  <a:lnTo>
                    <a:pt x="2758" y="43335"/>
                  </a:lnTo>
                  <a:lnTo>
                    <a:pt x="2955" y="14161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2218941" y="4104462"/>
              <a:ext cx="10620" cy="171700"/>
            </a:xfrm>
            <a:custGeom>
              <a:avLst/>
              <a:pathLst>
                <a:path w="10620" h="171700">
                  <a:moveTo>
                    <a:pt x="0" y="171700"/>
                  </a:moveTo>
                  <a:lnTo>
                    <a:pt x="224" y="54279"/>
                  </a:lnTo>
                  <a:lnTo>
                    <a:pt x="1070" y="32530"/>
                  </a:lnTo>
                  <a:lnTo>
                    <a:pt x="1915" y="50121"/>
                  </a:lnTo>
                  <a:lnTo>
                    <a:pt x="2760" y="63612"/>
                  </a:lnTo>
                  <a:lnTo>
                    <a:pt x="3605" y="58516"/>
                  </a:lnTo>
                  <a:lnTo>
                    <a:pt x="4450" y="37408"/>
                  </a:lnTo>
                  <a:lnTo>
                    <a:pt x="5295" y="22496"/>
                  </a:lnTo>
                  <a:lnTo>
                    <a:pt x="6140" y="13902"/>
                  </a:lnTo>
                  <a:lnTo>
                    <a:pt x="6985" y="10063"/>
                  </a:lnTo>
                  <a:lnTo>
                    <a:pt x="7830" y="3131"/>
                  </a:lnTo>
                  <a:lnTo>
                    <a:pt x="8675" y="0"/>
                  </a:lnTo>
                  <a:lnTo>
                    <a:pt x="9521" y="32893"/>
                  </a:lnTo>
                  <a:lnTo>
                    <a:pt x="10366" y="32636"/>
                  </a:lnTo>
                  <a:lnTo>
                    <a:pt x="10620" y="1717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2231625" y="4163914"/>
              <a:ext cx="435" cy="112248"/>
            </a:xfrm>
            <a:custGeom>
              <a:avLst/>
              <a:pathLst>
                <a:path w="435" h="112248">
                  <a:moveTo>
                    <a:pt x="0" y="112248"/>
                  </a:moveTo>
                  <a:lnTo>
                    <a:pt x="217" y="0"/>
                  </a:lnTo>
                  <a:lnTo>
                    <a:pt x="435" y="11224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2234222" y="4166176"/>
              <a:ext cx="2904" cy="109986"/>
            </a:xfrm>
            <a:custGeom>
              <a:avLst/>
              <a:pathLst>
                <a:path w="2904" h="109986">
                  <a:moveTo>
                    <a:pt x="0" y="109986"/>
                  </a:moveTo>
                  <a:lnTo>
                    <a:pt x="155" y="37149"/>
                  </a:lnTo>
                  <a:lnTo>
                    <a:pt x="1000" y="29774"/>
                  </a:lnTo>
                  <a:lnTo>
                    <a:pt x="1845" y="3805"/>
                  </a:lnTo>
                  <a:lnTo>
                    <a:pt x="2690" y="0"/>
                  </a:lnTo>
                  <a:lnTo>
                    <a:pt x="2904" y="1099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2241764" y="4156109"/>
              <a:ext cx="5513" cy="120053"/>
            </a:xfrm>
            <a:custGeom>
              <a:avLst/>
              <a:pathLst>
                <a:path w="5513" h="120053">
                  <a:moveTo>
                    <a:pt x="0" y="120053"/>
                  </a:moveTo>
                  <a:lnTo>
                    <a:pt x="219" y="6257"/>
                  </a:lnTo>
                  <a:lnTo>
                    <a:pt x="1064" y="9862"/>
                  </a:lnTo>
                  <a:lnTo>
                    <a:pt x="1910" y="10970"/>
                  </a:lnTo>
                  <a:lnTo>
                    <a:pt x="2755" y="5416"/>
                  </a:lnTo>
                  <a:lnTo>
                    <a:pt x="3600" y="0"/>
                  </a:lnTo>
                  <a:lnTo>
                    <a:pt x="4445" y="2889"/>
                  </a:lnTo>
                  <a:lnTo>
                    <a:pt x="5290" y="4326"/>
                  </a:lnTo>
                  <a:lnTo>
                    <a:pt x="5513" y="1200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2248488" y="4135206"/>
              <a:ext cx="12994" cy="140956"/>
            </a:xfrm>
            <a:custGeom>
              <a:avLst/>
              <a:pathLst>
                <a:path w="12994" h="140956">
                  <a:moveTo>
                    <a:pt x="0" y="140956"/>
                  </a:moveTo>
                  <a:lnTo>
                    <a:pt x="256" y="0"/>
                  </a:lnTo>
                  <a:lnTo>
                    <a:pt x="1101" y="16872"/>
                  </a:lnTo>
                  <a:lnTo>
                    <a:pt x="1946" y="30067"/>
                  </a:lnTo>
                  <a:lnTo>
                    <a:pt x="2791" y="17706"/>
                  </a:lnTo>
                  <a:lnTo>
                    <a:pt x="3636" y="7523"/>
                  </a:lnTo>
                  <a:lnTo>
                    <a:pt x="4481" y="27787"/>
                  </a:lnTo>
                  <a:lnTo>
                    <a:pt x="5326" y="49233"/>
                  </a:lnTo>
                  <a:lnTo>
                    <a:pt x="6172" y="49783"/>
                  </a:lnTo>
                  <a:lnTo>
                    <a:pt x="7017" y="46812"/>
                  </a:lnTo>
                  <a:lnTo>
                    <a:pt x="7862" y="45926"/>
                  </a:lnTo>
                  <a:lnTo>
                    <a:pt x="8707" y="43060"/>
                  </a:lnTo>
                  <a:lnTo>
                    <a:pt x="9552" y="53657"/>
                  </a:lnTo>
                  <a:lnTo>
                    <a:pt x="10397" y="66066"/>
                  </a:lnTo>
                  <a:lnTo>
                    <a:pt x="11242" y="83504"/>
                  </a:lnTo>
                  <a:lnTo>
                    <a:pt x="12087" y="97795"/>
                  </a:lnTo>
                  <a:lnTo>
                    <a:pt x="12932" y="115267"/>
                  </a:lnTo>
                  <a:lnTo>
                    <a:pt x="12994" y="14095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2263040" y="4174918"/>
              <a:ext cx="4497" cy="101244"/>
            </a:xfrm>
            <a:custGeom>
              <a:avLst/>
              <a:pathLst>
                <a:path w="4497" h="101244">
                  <a:moveTo>
                    <a:pt x="0" y="101244"/>
                  </a:moveTo>
                  <a:lnTo>
                    <a:pt x="70" y="71769"/>
                  </a:lnTo>
                  <a:lnTo>
                    <a:pt x="915" y="59852"/>
                  </a:lnTo>
                  <a:lnTo>
                    <a:pt x="1760" y="54486"/>
                  </a:lnTo>
                  <a:lnTo>
                    <a:pt x="2605" y="31771"/>
                  </a:lnTo>
                  <a:lnTo>
                    <a:pt x="3450" y="23237"/>
                  </a:lnTo>
                  <a:lnTo>
                    <a:pt x="4296" y="0"/>
                  </a:lnTo>
                  <a:lnTo>
                    <a:pt x="4497" y="1012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2269615" y="4077081"/>
              <a:ext cx="9814" cy="199081"/>
            </a:xfrm>
            <a:custGeom>
              <a:avLst/>
              <a:pathLst>
                <a:path w="9814" h="199081">
                  <a:moveTo>
                    <a:pt x="0" y="199081"/>
                  </a:moveTo>
                  <a:lnTo>
                    <a:pt x="256" y="58161"/>
                  </a:lnTo>
                  <a:lnTo>
                    <a:pt x="1101" y="40838"/>
                  </a:lnTo>
                  <a:lnTo>
                    <a:pt x="1946" y="22351"/>
                  </a:lnTo>
                  <a:lnTo>
                    <a:pt x="2791" y="35818"/>
                  </a:lnTo>
                  <a:lnTo>
                    <a:pt x="3636" y="44998"/>
                  </a:lnTo>
                  <a:lnTo>
                    <a:pt x="4481" y="16602"/>
                  </a:lnTo>
                  <a:lnTo>
                    <a:pt x="5326" y="3200"/>
                  </a:lnTo>
                  <a:lnTo>
                    <a:pt x="6172" y="6505"/>
                  </a:lnTo>
                  <a:lnTo>
                    <a:pt x="7017" y="0"/>
                  </a:lnTo>
                  <a:lnTo>
                    <a:pt x="7862" y="14725"/>
                  </a:lnTo>
                  <a:lnTo>
                    <a:pt x="8707" y="28231"/>
                  </a:lnTo>
                  <a:lnTo>
                    <a:pt x="9552" y="53654"/>
                  </a:lnTo>
                  <a:lnTo>
                    <a:pt x="9814" y="19908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2281543" y="4174913"/>
              <a:ext cx="2051" cy="101249"/>
            </a:xfrm>
            <a:custGeom>
              <a:avLst/>
              <a:pathLst>
                <a:path w="2051" h="101249">
                  <a:moveTo>
                    <a:pt x="0" y="101249"/>
                  </a:moveTo>
                  <a:lnTo>
                    <a:pt x="159" y="25859"/>
                  </a:lnTo>
                  <a:lnTo>
                    <a:pt x="1004" y="4060"/>
                  </a:lnTo>
                  <a:lnTo>
                    <a:pt x="1849" y="0"/>
                  </a:lnTo>
                  <a:lnTo>
                    <a:pt x="2051" y="10124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2289099" y="4142214"/>
              <a:ext cx="2147" cy="133948"/>
            </a:xfrm>
            <a:custGeom>
              <a:avLst/>
              <a:pathLst>
                <a:path w="2147" h="133948">
                  <a:moveTo>
                    <a:pt x="0" y="133948"/>
                  </a:moveTo>
                  <a:lnTo>
                    <a:pt x="209" y="27053"/>
                  </a:lnTo>
                  <a:lnTo>
                    <a:pt x="1054" y="7239"/>
                  </a:lnTo>
                  <a:lnTo>
                    <a:pt x="1900" y="0"/>
                  </a:lnTo>
                  <a:lnTo>
                    <a:pt x="2147" y="13394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2294111" y="4070801"/>
              <a:ext cx="10644" cy="205361"/>
            </a:xfrm>
            <a:custGeom>
              <a:avLst/>
              <a:pathLst>
                <a:path w="10644" h="205361">
                  <a:moveTo>
                    <a:pt x="0" y="205361"/>
                  </a:moveTo>
                  <a:lnTo>
                    <a:pt x="267" y="55140"/>
                  </a:lnTo>
                  <a:lnTo>
                    <a:pt x="1113" y="15416"/>
                  </a:lnTo>
                  <a:lnTo>
                    <a:pt x="1958" y="39576"/>
                  </a:lnTo>
                  <a:lnTo>
                    <a:pt x="2803" y="30123"/>
                  </a:lnTo>
                  <a:lnTo>
                    <a:pt x="3648" y="0"/>
                  </a:lnTo>
                  <a:lnTo>
                    <a:pt x="4493" y="4702"/>
                  </a:lnTo>
                  <a:lnTo>
                    <a:pt x="5338" y="526"/>
                  </a:lnTo>
                  <a:lnTo>
                    <a:pt x="6183" y="9218"/>
                  </a:lnTo>
                  <a:lnTo>
                    <a:pt x="7028" y="39075"/>
                  </a:lnTo>
                  <a:lnTo>
                    <a:pt x="7873" y="51210"/>
                  </a:lnTo>
                  <a:lnTo>
                    <a:pt x="8718" y="66739"/>
                  </a:lnTo>
                  <a:lnTo>
                    <a:pt x="9563" y="85810"/>
                  </a:lnTo>
                  <a:lnTo>
                    <a:pt x="10409" y="80535"/>
                  </a:lnTo>
                  <a:lnTo>
                    <a:pt x="10644" y="20536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2306013" y="4146872"/>
              <a:ext cx="8044" cy="129290"/>
            </a:xfrm>
            <a:custGeom>
              <a:avLst/>
              <a:pathLst>
                <a:path w="8044" h="129290">
                  <a:moveTo>
                    <a:pt x="0" y="129290"/>
                  </a:moveTo>
                  <a:lnTo>
                    <a:pt x="197" y="30643"/>
                  </a:lnTo>
                  <a:lnTo>
                    <a:pt x="1042" y="40665"/>
                  </a:lnTo>
                  <a:lnTo>
                    <a:pt x="1887" y="51877"/>
                  </a:lnTo>
                  <a:lnTo>
                    <a:pt x="2732" y="57148"/>
                  </a:lnTo>
                  <a:lnTo>
                    <a:pt x="3577" y="61860"/>
                  </a:lnTo>
                  <a:lnTo>
                    <a:pt x="4422" y="42578"/>
                  </a:lnTo>
                  <a:lnTo>
                    <a:pt x="5267" y="35119"/>
                  </a:lnTo>
                  <a:lnTo>
                    <a:pt x="6113" y="6114"/>
                  </a:lnTo>
                  <a:lnTo>
                    <a:pt x="6958" y="9295"/>
                  </a:lnTo>
                  <a:lnTo>
                    <a:pt x="7803" y="0"/>
                  </a:lnTo>
                  <a:lnTo>
                    <a:pt x="8044" y="1292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2315281" y="4158495"/>
              <a:ext cx="2126" cy="117667"/>
            </a:xfrm>
            <a:custGeom>
              <a:avLst/>
              <a:pathLst>
                <a:path w="2126" h="117667">
                  <a:moveTo>
                    <a:pt x="0" y="117667"/>
                  </a:moveTo>
                  <a:lnTo>
                    <a:pt x="225" y="0"/>
                  </a:lnTo>
                  <a:lnTo>
                    <a:pt x="1070" y="1105"/>
                  </a:lnTo>
                  <a:lnTo>
                    <a:pt x="1915" y="9696"/>
                  </a:lnTo>
                  <a:lnTo>
                    <a:pt x="2126" y="11766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2319530" y="4107590"/>
              <a:ext cx="17216" cy="168572"/>
            </a:xfrm>
            <a:custGeom>
              <a:avLst/>
              <a:pathLst>
                <a:path w="17216" h="168572">
                  <a:moveTo>
                    <a:pt x="0" y="168572"/>
                  </a:moveTo>
                  <a:lnTo>
                    <a:pt x="201" y="66995"/>
                  </a:lnTo>
                  <a:lnTo>
                    <a:pt x="1046" y="68960"/>
                  </a:lnTo>
                  <a:lnTo>
                    <a:pt x="1892" y="73687"/>
                  </a:lnTo>
                  <a:lnTo>
                    <a:pt x="2737" y="72022"/>
                  </a:lnTo>
                  <a:lnTo>
                    <a:pt x="3582" y="60903"/>
                  </a:lnTo>
                  <a:lnTo>
                    <a:pt x="4427" y="56353"/>
                  </a:lnTo>
                  <a:lnTo>
                    <a:pt x="5272" y="44213"/>
                  </a:lnTo>
                  <a:lnTo>
                    <a:pt x="6117" y="25993"/>
                  </a:lnTo>
                  <a:lnTo>
                    <a:pt x="6962" y="0"/>
                  </a:lnTo>
                  <a:lnTo>
                    <a:pt x="7807" y="10155"/>
                  </a:lnTo>
                  <a:lnTo>
                    <a:pt x="8652" y="377"/>
                  </a:lnTo>
                  <a:lnTo>
                    <a:pt x="9497" y="25833"/>
                  </a:lnTo>
                  <a:lnTo>
                    <a:pt x="10342" y="24620"/>
                  </a:lnTo>
                  <a:lnTo>
                    <a:pt x="11188" y="59660"/>
                  </a:lnTo>
                  <a:lnTo>
                    <a:pt x="12033" y="91694"/>
                  </a:lnTo>
                  <a:lnTo>
                    <a:pt x="12878" y="108009"/>
                  </a:lnTo>
                  <a:lnTo>
                    <a:pt x="13723" y="119557"/>
                  </a:lnTo>
                  <a:lnTo>
                    <a:pt x="14568" y="114123"/>
                  </a:lnTo>
                  <a:lnTo>
                    <a:pt x="15413" y="114917"/>
                  </a:lnTo>
                  <a:lnTo>
                    <a:pt x="16258" y="112512"/>
                  </a:lnTo>
                  <a:lnTo>
                    <a:pt x="17103" y="118900"/>
                  </a:lnTo>
                  <a:lnTo>
                    <a:pt x="17216" y="1685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2338229" y="4221939"/>
              <a:ext cx="1906" cy="54223"/>
            </a:xfrm>
            <a:custGeom>
              <a:avLst/>
              <a:pathLst>
                <a:path w="1906" h="54223">
                  <a:moveTo>
                    <a:pt x="0" y="54223"/>
                  </a:moveTo>
                  <a:lnTo>
                    <a:pt x="94" y="13239"/>
                  </a:lnTo>
                  <a:lnTo>
                    <a:pt x="940" y="12957"/>
                  </a:lnTo>
                  <a:lnTo>
                    <a:pt x="1785" y="0"/>
                  </a:lnTo>
                  <a:lnTo>
                    <a:pt x="1906" y="5422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2341539" y="4170445"/>
              <a:ext cx="2908" cy="105717"/>
            </a:xfrm>
            <a:custGeom>
              <a:avLst/>
              <a:pathLst>
                <a:path w="2908" h="105717">
                  <a:moveTo>
                    <a:pt x="0" y="105717"/>
                  </a:moveTo>
                  <a:lnTo>
                    <a:pt x="164" y="27205"/>
                  </a:lnTo>
                  <a:lnTo>
                    <a:pt x="1010" y="30199"/>
                  </a:lnTo>
                  <a:lnTo>
                    <a:pt x="1855" y="23990"/>
                  </a:lnTo>
                  <a:lnTo>
                    <a:pt x="2700" y="0"/>
                  </a:lnTo>
                  <a:lnTo>
                    <a:pt x="2908" y="10571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2347449" y="4188554"/>
              <a:ext cx="2032" cy="87608"/>
            </a:xfrm>
            <a:custGeom>
              <a:avLst/>
              <a:pathLst>
                <a:path w="2032" h="87608">
                  <a:moveTo>
                    <a:pt x="0" y="87608"/>
                  </a:moveTo>
                  <a:lnTo>
                    <a:pt x="171" y="5251"/>
                  </a:lnTo>
                  <a:lnTo>
                    <a:pt x="1016" y="0"/>
                  </a:lnTo>
                  <a:lnTo>
                    <a:pt x="1861" y="5799"/>
                  </a:lnTo>
                  <a:lnTo>
                    <a:pt x="2032" y="8760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2353297" y="4148577"/>
              <a:ext cx="477" cy="127585"/>
            </a:xfrm>
            <a:custGeom>
              <a:avLst/>
              <a:pathLst>
                <a:path w="477" h="127585">
                  <a:moveTo>
                    <a:pt x="0" y="127585"/>
                  </a:moveTo>
                  <a:lnTo>
                    <a:pt x="238" y="0"/>
                  </a:lnTo>
                  <a:lnTo>
                    <a:pt x="477" y="1275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2359261" y="4128326"/>
              <a:ext cx="2990" cy="147836"/>
            </a:xfrm>
            <a:custGeom>
              <a:avLst/>
              <a:pathLst>
                <a:path w="2990" h="147836">
                  <a:moveTo>
                    <a:pt x="0" y="147836"/>
                  </a:moveTo>
                  <a:lnTo>
                    <a:pt x="190" y="53707"/>
                  </a:lnTo>
                  <a:lnTo>
                    <a:pt x="1035" y="42147"/>
                  </a:lnTo>
                  <a:lnTo>
                    <a:pt x="1880" y="3620"/>
                  </a:lnTo>
                  <a:lnTo>
                    <a:pt x="2725" y="0"/>
                  </a:lnTo>
                  <a:lnTo>
                    <a:pt x="2990" y="14783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2363421" y="4135062"/>
              <a:ext cx="2192" cy="141100"/>
            </a:xfrm>
            <a:custGeom>
              <a:avLst/>
              <a:pathLst>
                <a:path w="2192" h="141100">
                  <a:moveTo>
                    <a:pt x="0" y="141100"/>
                  </a:moveTo>
                  <a:lnTo>
                    <a:pt x="255" y="782"/>
                  </a:lnTo>
                  <a:lnTo>
                    <a:pt x="1100" y="0"/>
                  </a:lnTo>
                  <a:lnTo>
                    <a:pt x="1945" y="7664"/>
                  </a:lnTo>
                  <a:lnTo>
                    <a:pt x="2192" y="1411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2366862" y="4178777"/>
              <a:ext cx="390" cy="97385"/>
            </a:xfrm>
            <a:custGeom>
              <a:avLst/>
              <a:pathLst>
                <a:path w="390" h="97385">
                  <a:moveTo>
                    <a:pt x="0" y="97385"/>
                  </a:moveTo>
                  <a:lnTo>
                    <a:pt x="195" y="0"/>
                  </a:lnTo>
                  <a:lnTo>
                    <a:pt x="390" y="973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2371845" y="4113366"/>
              <a:ext cx="7302" cy="162796"/>
            </a:xfrm>
            <a:custGeom>
              <a:avLst/>
              <a:pathLst>
                <a:path w="7302" h="162796">
                  <a:moveTo>
                    <a:pt x="0" y="162796"/>
                  </a:moveTo>
                  <a:lnTo>
                    <a:pt x="282" y="0"/>
                  </a:lnTo>
                  <a:lnTo>
                    <a:pt x="1127" y="20576"/>
                  </a:lnTo>
                  <a:lnTo>
                    <a:pt x="1973" y="36577"/>
                  </a:lnTo>
                  <a:lnTo>
                    <a:pt x="2818" y="25042"/>
                  </a:lnTo>
                  <a:lnTo>
                    <a:pt x="3663" y="41031"/>
                  </a:lnTo>
                  <a:lnTo>
                    <a:pt x="4508" y="18019"/>
                  </a:lnTo>
                  <a:lnTo>
                    <a:pt x="5353" y="30342"/>
                  </a:lnTo>
                  <a:lnTo>
                    <a:pt x="6198" y="18030"/>
                  </a:lnTo>
                  <a:lnTo>
                    <a:pt x="7043" y="19830"/>
                  </a:lnTo>
                  <a:lnTo>
                    <a:pt x="7302" y="16279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2380278" y="4069016"/>
              <a:ext cx="3165" cy="207146"/>
            </a:xfrm>
            <a:custGeom>
              <a:avLst/>
              <a:pathLst>
                <a:path w="3165" h="207146">
                  <a:moveTo>
                    <a:pt x="0" y="207146"/>
                  </a:moveTo>
                  <a:lnTo>
                    <a:pt x="300" y="28234"/>
                  </a:lnTo>
                  <a:lnTo>
                    <a:pt x="1145" y="11212"/>
                  </a:lnTo>
                  <a:lnTo>
                    <a:pt x="1991" y="5218"/>
                  </a:lnTo>
                  <a:lnTo>
                    <a:pt x="2836" y="0"/>
                  </a:lnTo>
                  <a:lnTo>
                    <a:pt x="3165" y="20714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2384464" y="4058098"/>
              <a:ext cx="3215" cy="218064"/>
            </a:xfrm>
            <a:custGeom>
              <a:avLst/>
              <a:pathLst>
                <a:path w="3215" h="218064">
                  <a:moveTo>
                    <a:pt x="0" y="218064"/>
                  </a:moveTo>
                  <a:lnTo>
                    <a:pt x="339" y="407"/>
                  </a:lnTo>
                  <a:lnTo>
                    <a:pt x="1184" y="15581"/>
                  </a:lnTo>
                  <a:lnTo>
                    <a:pt x="2030" y="6588"/>
                  </a:lnTo>
                  <a:lnTo>
                    <a:pt x="2875" y="0"/>
                  </a:lnTo>
                  <a:lnTo>
                    <a:pt x="3215" y="2180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2388679" y="4046797"/>
              <a:ext cx="701" cy="229365"/>
            </a:xfrm>
            <a:custGeom>
              <a:avLst/>
              <a:pathLst>
                <a:path w="701" h="229365">
                  <a:moveTo>
                    <a:pt x="0" y="229365"/>
                  </a:moveTo>
                  <a:lnTo>
                    <a:pt x="350" y="0"/>
                  </a:lnTo>
                  <a:lnTo>
                    <a:pt x="701" y="2293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2390385" y="4064137"/>
              <a:ext cx="15665" cy="212025"/>
            </a:xfrm>
            <a:custGeom>
              <a:avLst/>
              <a:pathLst>
                <a:path w="15665" h="212025">
                  <a:moveTo>
                    <a:pt x="0" y="212025"/>
                  </a:moveTo>
                  <a:lnTo>
                    <a:pt x="334" y="89"/>
                  </a:lnTo>
                  <a:lnTo>
                    <a:pt x="1179" y="0"/>
                  </a:lnTo>
                  <a:lnTo>
                    <a:pt x="2024" y="5335"/>
                  </a:lnTo>
                  <a:lnTo>
                    <a:pt x="2869" y="20107"/>
                  </a:lnTo>
                  <a:lnTo>
                    <a:pt x="3714" y="55743"/>
                  </a:lnTo>
                  <a:lnTo>
                    <a:pt x="4559" y="49271"/>
                  </a:lnTo>
                  <a:lnTo>
                    <a:pt x="5404" y="56518"/>
                  </a:lnTo>
                  <a:lnTo>
                    <a:pt x="6250" y="66115"/>
                  </a:lnTo>
                  <a:lnTo>
                    <a:pt x="7095" y="60387"/>
                  </a:lnTo>
                  <a:lnTo>
                    <a:pt x="7940" y="65034"/>
                  </a:lnTo>
                  <a:lnTo>
                    <a:pt x="8785" y="70942"/>
                  </a:lnTo>
                  <a:lnTo>
                    <a:pt x="9630" y="104303"/>
                  </a:lnTo>
                  <a:lnTo>
                    <a:pt x="10475" y="138921"/>
                  </a:lnTo>
                  <a:lnTo>
                    <a:pt x="11320" y="151661"/>
                  </a:lnTo>
                  <a:lnTo>
                    <a:pt x="12165" y="155644"/>
                  </a:lnTo>
                  <a:lnTo>
                    <a:pt x="13010" y="157864"/>
                  </a:lnTo>
                  <a:lnTo>
                    <a:pt x="13855" y="160076"/>
                  </a:lnTo>
                  <a:lnTo>
                    <a:pt x="14700" y="163519"/>
                  </a:lnTo>
                  <a:lnTo>
                    <a:pt x="15546" y="158645"/>
                  </a:lnTo>
                  <a:lnTo>
                    <a:pt x="15665" y="21202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2408298" y="4151555"/>
              <a:ext cx="6286" cy="124607"/>
            </a:xfrm>
            <a:custGeom>
              <a:avLst/>
              <a:pathLst>
                <a:path w="6286" h="124607">
                  <a:moveTo>
                    <a:pt x="0" y="124607"/>
                  </a:moveTo>
                  <a:lnTo>
                    <a:pt x="168" y="43754"/>
                  </a:lnTo>
                  <a:lnTo>
                    <a:pt x="1014" y="25779"/>
                  </a:lnTo>
                  <a:lnTo>
                    <a:pt x="1859" y="7165"/>
                  </a:lnTo>
                  <a:lnTo>
                    <a:pt x="2704" y="0"/>
                  </a:lnTo>
                  <a:lnTo>
                    <a:pt x="3549" y="20137"/>
                  </a:lnTo>
                  <a:lnTo>
                    <a:pt x="4394" y="30488"/>
                  </a:lnTo>
                  <a:lnTo>
                    <a:pt x="5239" y="32012"/>
                  </a:lnTo>
                  <a:lnTo>
                    <a:pt x="6084" y="23131"/>
                  </a:lnTo>
                  <a:lnTo>
                    <a:pt x="6286" y="12460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2417532" y="4153639"/>
              <a:ext cx="1307" cy="122523"/>
            </a:xfrm>
            <a:custGeom>
              <a:avLst/>
              <a:pathLst>
                <a:path w="1307" h="122523">
                  <a:moveTo>
                    <a:pt x="0" y="122523"/>
                  </a:moveTo>
                  <a:lnTo>
                    <a:pt x="230" y="977"/>
                  </a:lnTo>
                  <a:lnTo>
                    <a:pt x="1075" y="0"/>
                  </a:lnTo>
                  <a:lnTo>
                    <a:pt x="1307" y="12252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2420964" y="4153476"/>
              <a:ext cx="4636" cy="122686"/>
            </a:xfrm>
            <a:custGeom>
              <a:avLst/>
              <a:pathLst>
                <a:path w="4636" h="122686">
                  <a:moveTo>
                    <a:pt x="0" y="122686"/>
                  </a:moveTo>
                  <a:lnTo>
                    <a:pt x="178" y="35760"/>
                  </a:lnTo>
                  <a:lnTo>
                    <a:pt x="1024" y="26978"/>
                  </a:lnTo>
                  <a:lnTo>
                    <a:pt x="1869" y="14747"/>
                  </a:lnTo>
                  <a:lnTo>
                    <a:pt x="2714" y="4318"/>
                  </a:lnTo>
                  <a:lnTo>
                    <a:pt x="3559" y="1618"/>
                  </a:lnTo>
                  <a:lnTo>
                    <a:pt x="4404" y="0"/>
                  </a:lnTo>
                  <a:lnTo>
                    <a:pt x="4636" y="1226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2426801" y="4124106"/>
              <a:ext cx="1373" cy="152056"/>
            </a:xfrm>
            <a:custGeom>
              <a:avLst/>
              <a:pathLst>
                <a:path w="1373" h="152056">
                  <a:moveTo>
                    <a:pt x="0" y="152056"/>
                  </a:moveTo>
                  <a:lnTo>
                    <a:pt x="258" y="9732"/>
                  </a:lnTo>
                  <a:lnTo>
                    <a:pt x="1103" y="0"/>
                  </a:lnTo>
                  <a:lnTo>
                    <a:pt x="1373" y="15205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2429336" y="4055676"/>
              <a:ext cx="21669" cy="220486"/>
            </a:xfrm>
            <a:custGeom>
              <a:avLst/>
              <a:pathLst>
                <a:path w="21669" h="220486">
                  <a:moveTo>
                    <a:pt x="0" y="220486"/>
                  </a:moveTo>
                  <a:lnTo>
                    <a:pt x="258" y="78257"/>
                  </a:lnTo>
                  <a:lnTo>
                    <a:pt x="1103" y="82958"/>
                  </a:lnTo>
                  <a:lnTo>
                    <a:pt x="1948" y="106579"/>
                  </a:lnTo>
                  <a:lnTo>
                    <a:pt x="2793" y="113412"/>
                  </a:lnTo>
                  <a:lnTo>
                    <a:pt x="3638" y="108338"/>
                  </a:lnTo>
                  <a:lnTo>
                    <a:pt x="4483" y="92251"/>
                  </a:lnTo>
                  <a:lnTo>
                    <a:pt x="5328" y="101260"/>
                  </a:lnTo>
                  <a:lnTo>
                    <a:pt x="6173" y="65027"/>
                  </a:lnTo>
                  <a:lnTo>
                    <a:pt x="7018" y="70180"/>
                  </a:lnTo>
                  <a:lnTo>
                    <a:pt x="7863" y="69571"/>
                  </a:lnTo>
                  <a:lnTo>
                    <a:pt x="8708" y="76518"/>
                  </a:lnTo>
                  <a:lnTo>
                    <a:pt x="9554" y="66722"/>
                  </a:lnTo>
                  <a:lnTo>
                    <a:pt x="10399" y="60020"/>
                  </a:lnTo>
                  <a:lnTo>
                    <a:pt x="11244" y="66800"/>
                  </a:lnTo>
                  <a:lnTo>
                    <a:pt x="12089" y="38397"/>
                  </a:lnTo>
                  <a:lnTo>
                    <a:pt x="12934" y="21699"/>
                  </a:lnTo>
                  <a:lnTo>
                    <a:pt x="13779" y="27110"/>
                  </a:lnTo>
                  <a:lnTo>
                    <a:pt x="14624" y="0"/>
                  </a:lnTo>
                  <a:lnTo>
                    <a:pt x="15469" y="3909"/>
                  </a:lnTo>
                  <a:lnTo>
                    <a:pt x="16314" y="28214"/>
                  </a:lnTo>
                  <a:lnTo>
                    <a:pt x="17159" y="32306"/>
                  </a:lnTo>
                  <a:lnTo>
                    <a:pt x="18004" y="26430"/>
                  </a:lnTo>
                  <a:lnTo>
                    <a:pt x="18850" y="20512"/>
                  </a:lnTo>
                  <a:lnTo>
                    <a:pt x="19695" y="6662"/>
                  </a:lnTo>
                  <a:lnTo>
                    <a:pt x="20540" y="25006"/>
                  </a:lnTo>
                  <a:lnTo>
                    <a:pt x="21385" y="56793"/>
                  </a:lnTo>
                  <a:lnTo>
                    <a:pt x="21669" y="2204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2452125" y="4070391"/>
              <a:ext cx="9892" cy="205771"/>
            </a:xfrm>
            <a:custGeom>
              <a:avLst/>
              <a:pathLst>
                <a:path w="9892" h="205771">
                  <a:moveTo>
                    <a:pt x="0" y="205771"/>
                  </a:moveTo>
                  <a:lnTo>
                    <a:pt x="286" y="39927"/>
                  </a:lnTo>
                  <a:lnTo>
                    <a:pt x="1131" y="49271"/>
                  </a:lnTo>
                  <a:lnTo>
                    <a:pt x="1976" y="62693"/>
                  </a:lnTo>
                  <a:lnTo>
                    <a:pt x="2821" y="27715"/>
                  </a:lnTo>
                  <a:lnTo>
                    <a:pt x="3666" y="12877"/>
                  </a:lnTo>
                  <a:lnTo>
                    <a:pt x="4511" y="4176"/>
                  </a:lnTo>
                  <a:lnTo>
                    <a:pt x="5356" y="0"/>
                  </a:lnTo>
                  <a:lnTo>
                    <a:pt x="6201" y="11711"/>
                  </a:lnTo>
                  <a:lnTo>
                    <a:pt x="7047" y="25096"/>
                  </a:lnTo>
                  <a:lnTo>
                    <a:pt x="7892" y="48899"/>
                  </a:lnTo>
                  <a:lnTo>
                    <a:pt x="8737" y="46969"/>
                  </a:lnTo>
                  <a:lnTo>
                    <a:pt x="9582" y="17793"/>
                  </a:lnTo>
                  <a:lnTo>
                    <a:pt x="9892" y="20577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2467385" y="4149242"/>
              <a:ext cx="476" cy="126920"/>
            </a:xfrm>
            <a:custGeom>
              <a:avLst/>
              <a:pathLst>
                <a:path w="476" h="126920">
                  <a:moveTo>
                    <a:pt x="0" y="126920"/>
                  </a:moveTo>
                  <a:lnTo>
                    <a:pt x="238" y="0"/>
                  </a:lnTo>
                  <a:lnTo>
                    <a:pt x="476" y="1269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2469944" y="4161310"/>
              <a:ext cx="2116" cy="114852"/>
            </a:xfrm>
            <a:custGeom>
              <a:avLst/>
              <a:pathLst>
                <a:path w="2116" h="114852">
                  <a:moveTo>
                    <a:pt x="0" y="114852"/>
                  </a:moveTo>
                  <a:lnTo>
                    <a:pt x="214" y="5042"/>
                  </a:lnTo>
                  <a:lnTo>
                    <a:pt x="1059" y="0"/>
                  </a:lnTo>
                  <a:lnTo>
                    <a:pt x="1904" y="6275"/>
                  </a:lnTo>
                  <a:lnTo>
                    <a:pt x="2116" y="11485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2473349" y="4182166"/>
              <a:ext cx="14649" cy="93996"/>
            </a:xfrm>
            <a:custGeom>
              <a:avLst/>
              <a:pathLst>
                <a:path w="14649" h="93996">
                  <a:moveTo>
                    <a:pt x="0" y="93996"/>
                  </a:moveTo>
                  <a:lnTo>
                    <a:pt x="190" y="0"/>
                  </a:lnTo>
                  <a:lnTo>
                    <a:pt x="1035" y="16436"/>
                  </a:lnTo>
                  <a:lnTo>
                    <a:pt x="1880" y="49255"/>
                  </a:lnTo>
                  <a:lnTo>
                    <a:pt x="2725" y="54910"/>
                  </a:lnTo>
                  <a:lnTo>
                    <a:pt x="3570" y="55877"/>
                  </a:lnTo>
                  <a:lnTo>
                    <a:pt x="4415" y="27661"/>
                  </a:lnTo>
                  <a:lnTo>
                    <a:pt x="5260" y="13035"/>
                  </a:lnTo>
                  <a:lnTo>
                    <a:pt x="6105" y="9218"/>
                  </a:lnTo>
                  <a:lnTo>
                    <a:pt x="6950" y="12295"/>
                  </a:lnTo>
                  <a:lnTo>
                    <a:pt x="7796" y="40764"/>
                  </a:lnTo>
                  <a:lnTo>
                    <a:pt x="8641" y="25067"/>
                  </a:lnTo>
                  <a:lnTo>
                    <a:pt x="9486" y="28066"/>
                  </a:lnTo>
                  <a:lnTo>
                    <a:pt x="10331" y="21332"/>
                  </a:lnTo>
                  <a:lnTo>
                    <a:pt x="11176" y="36423"/>
                  </a:lnTo>
                  <a:lnTo>
                    <a:pt x="12021" y="49770"/>
                  </a:lnTo>
                  <a:lnTo>
                    <a:pt x="12866" y="47002"/>
                  </a:lnTo>
                  <a:lnTo>
                    <a:pt x="13711" y="48799"/>
                  </a:lnTo>
                  <a:lnTo>
                    <a:pt x="14556" y="54083"/>
                  </a:lnTo>
                  <a:lnTo>
                    <a:pt x="14649" y="9399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2491127" y="4201075"/>
              <a:ext cx="1113" cy="75087"/>
            </a:xfrm>
            <a:custGeom>
              <a:avLst/>
              <a:pathLst>
                <a:path w="1113" h="75087">
                  <a:moveTo>
                    <a:pt x="0" y="75087"/>
                  </a:moveTo>
                  <a:lnTo>
                    <a:pt x="159" y="0"/>
                  </a:lnTo>
                  <a:lnTo>
                    <a:pt x="1004" y="27105"/>
                  </a:lnTo>
                  <a:lnTo>
                    <a:pt x="1113" y="7508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2493678" y="4203252"/>
              <a:ext cx="2814" cy="72910"/>
            </a:xfrm>
            <a:custGeom>
              <a:avLst/>
              <a:pathLst>
                <a:path w="2814" h="72910">
                  <a:moveTo>
                    <a:pt x="0" y="72910"/>
                  </a:moveTo>
                  <a:lnTo>
                    <a:pt x="143" y="6888"/>
                  </a:lnTo>
                  <a:lnTo>
                    <a:pt x="988" y="8196"/>
                  </a:lnTo>
                  <a:lnTo>
                    <a:pt x="1833" y="0"/>
                  </a:lnTo>
                  <a:lnTo>
                    <a:pt x="2678" y="10743"/>
                  </a:lnTo>
                  <a:lnTo>
                    <a:pt x="2814" y="7291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2497824" y="4022701"/>
              <a:ext cx="27538" cy="253461"/>
            </a:xfrm>
            <a:custGeom>
              <a:avLst/>
              <a:pathLst>
                <a:path w="27538" h="253461">
                  <a:moveTo>
                    <a:pt x="0" y="253461"/>
                  </a:moveTo>
                  <a:lnTo>
                    <a:pt x="222" y="137541"/>
                  </a:lnTo>
                  <a:lnTo>
                    <a:pt x="1067" y="131899"/>
                  </a:lnTo>
                  <a:lnTo>
                    <a:pt x="1913" y="110533"/>
                  </a:lnTo>
                  <a:lnTo>
                    <a:pt x="2758" y="126711"/>
                  </a:lnTo>
                  <a:lnTo>
                    <a:pt x="3603" y="50872"/>
                  </a:lnTo>
                  <a:lnTo>
                    <a:pt x="4448" y="44602"/>
                  </a:lnTo>
                  <a:lnTo>
                    <a:pt x="5293" y="48770"/>
                  </a:lnTo>
                  <a:lnTo>
                    <a:pt x="6138" y="37514"/>
                  </a:lnTo>
                  <a:lnTo>
                    <a:pt x="6983" y="41916"/>
                  </a:lnTo>
                  <a:lnTo>
                    <a:pt x="7828" y="39128"/>
                  </a:lnTo>
                  <a:lnTo>
                    <a:pt x="8673" y="47679"/>
                  </a:lnTo>
                  <a:lnTo>
                    <a:pt x="9518" y="33293"/>
                  </a:lnTo>
                  <a:lnTo>
                    <a:pt x="10363" y="658"/>
                  </a:lnTo>
                  <a:lnTo>
                    <a:pt x="11209" y="0"/>
                  </a:lnTo>
                  <a:lnTo>
                    <a:pt x="12054" y="8548"/>
                  </a:lnTo>
                  <a:lnTo>
                    <a:pt x="12899" y="28702"/>
                  </a:lnTo>
                  <a:lnTo>
                    <a:pt x="13744" y="22638"/>
                  </a:lnTo>
                  <a:lnTo>
                    <a:pt x="14589" y="18250"/>
                  </a:lnTo>
                  <a:lnTo>
                    <a:pt x="15434" y="8671"/>
                  </a:lnTo>
                  <a:lnTo>
                    <a:pt x="16279" y="5577"/>
                  </a:lnTo>
                  <a:lnTo>
                    <a:pt x="17124" y="13805"/>
                  </a:lnTo>
                  <a:lnTo>
                    <a:pt x="17969" y="17821"/>
                  </a:lnTo>
                  <a:lnTo>
                    <a:pt x="18814" y="34301"/>
                  </a:lnTo>
                  <a:lnTo>
                    <a:pt x="19659" y="38640"/>
                  </a:lnTo>
                  <a:lnTo>
                    <a:pt x="20505" y="42256"/>
                  </a:lnTo>
                  <a:lnTo>
                    <a:pt x="21350" y="71317"/>
                  </a:lnTo>
                  <a:lnTo>
                    <a:pt x="22195" y="86678"/>
                  </a:lnTo>
                  <a:lnTo>
                    <a:pt x="23040" y="98058"/>
                  </a:lnTo>
                  <a:lnTo>
                    <a:pt x="23885" y="104612"/>
                  </a:lnTo>
                  <a:lnTo>
                    <a:pt x="24730" y="101743"/>
                  </a:lnTo>
                  <a:lnTo>
                    <a:pt x="25575" y="106086"/>
                  </a:lnTo>
                  <a:lnTo>
                    <a:pt x="26420" y="86995"/>
                  </a:lnTo>
                  <a:lnTo>
                    <a:pt x="27265" y="99065"/>
                  </a:lnTo>
                  <a:lnTo>
                    <a:pt x="27538" y="25346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2527327" y="4087118"/>
              <a:ext cx="3935" cy="189044"/>
            </a:xfrm>
            <a:custGeom>
              <a:avLst/>
              <a:pathLst>
                <a:path w="3935" h="189044">
                  <a:moveTo>
                    <a:pt x="0" y="189044"/>
                  </a:moveTo>
                  <a:lnTo>
                    <a:pt x="297" y="12812"/>
                  </a:lnTo>
                  <a:lnTo>
                    <a:pt x="1143" y="0"/>
                  </a:lnTo>
                  <a:lnTo>
                    <a:pt x="1988" y="14117"/>
                  </a:lnTo>
                  <a:lnTo>
                    <a:pt x="2833" y="44477"/>
                  </a:lnTo>
                  <a:lnTo>
                    <a:pt x="3678" y="47081"/>
                  </a:lnTo>
                  <a:lnTo>
                    <a:pt x="3935" y="1890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2533253" y="4109485"/>
              <a:ext cx="3063" cy="166677"/>
            </a:xfrm>
            <a:custGeom>
              <a:avLst/>
              <a:pathLst>
                <a:path w="3063" h="166677">
                  <a:moveTo>
                    <a:pt x="0" y="166677"/>
                  </a:moveTo>
                  <a:lnTo>
                    <a:pt x="287" y="0"/>
                  </a:lnTo>
                  <a:lnTo>
                    <a:pt x="1132" y="10318"/>
                  </a:lnTo>
                  <a:lnTo>
                    <a:pt x="1977" y="5903"/>
                  </a:lnTo>
                  <a:lnTo>
                    <a:pt x="2822" y="37288"/>
                  </a:lnTo>
                  <a:lnTo>
                    <a:pt x="3063" y="16667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2537532" y="4152292"/>
              <a:ext cx="2153" cy="123870"/>
            </a:xfrm>
            <a:custGeom>
              <a:avLst/>
              <a:pathLst>
                <a:path w="2153" h="123870">
                  <a:moveTo>
                    <a:pt x="0" y="123870"/>
                  </a:moveTo>
                  <a:lnTo>
                    <a:pt x="233" y="0"/>
                  </a:lnTo>
                  <a:lnTo>
                    <a:pt x="1079" y="767"/>
                  </a:lnTo>
                  <a:lnTo>
                    <a:pt x="1924" y="3386"/>
                  </a:lnTo>
                  <a:lnTo>
                    <a:pt x="2153" y="12387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2540927" y="4102655"/>
              <a:ext cx="7248" cy="173507"/>
            </a:xfrm>
            <a:custGeom>
              <a:avLst/>
              <a:pathLst>
                <a:path w="7248" h="173507">
                  <a:moveTo>
                    <a:pt x="0" y="173507"/>
                  </a:moveTo>
                  <a:lnTo>
                    <a:pt x="218" y="60375"/>
                  </a:lnTo>
                  <a:lnTo>
                    <a:pt x="1063" y="40114"/>
                  </a:lnTo>
                  <a:lnTo>
                    <a:pt x="1909" y="6742"/>
                  </a:lnTo>
                  <a:lnTo>
                    <a:pt x="2754" y="10690"/>
                  </a:lnTo>
                  <a:lnTo>
                    <a:pt x="3599" y="14719"/>
                  </a:lnTo>
                  <a:lnTo>
                    <a:pt x="4444" y="0"/>
                  </a:lnTo>
                  <a:lnTo>
                    <a:pt x="5289" y="2776"/>
                  </a:lnTo>
                  <a:lnTo>
                    <a:pt x="6134" y="6468"/>
                  </a:lnTo>
                  <a:lnTo>
                    <a:pt x="6979" y="22509"/>
                  </a:lnTo>
                  <a:lnTo>
                    <a:pt x="7248" y="17350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2549335" y="4130270"/>
              <a:ext cx="525" cy="145892"/>
            </a:xfrm>
            <a:custGeom>
              <a:avLst/>
              <a:pathLst>
                <a:path w="525" h="145892">
                  <a:moveTo>
                    <a:pt x="0" y="145892"/>
                  </a:moveTo>
                  <a:lnTo>
                    <a:pt x="262" y="0"/>
                  </a:lnTo>
                  <a:lnTo>
                    <a:pt x="525" y="14589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2556186" y="4193397"/>
              <a:ext cx="4513" cy="82765"/>
            </a:xfrm>
            <a:custGeom>
              <a:avLst/>
              <a:pathLst>
                <a:path w="4513" h="82765">
                  <a:moveTo>
                    <a:pt x="0" y="82765"/>
                  </a:moveTo>
                  <a:lnTo>
                    <a:pt x="172" y="0"/>
                  </a:lnTo>
                  <a:lnTo>
                    <a:pt x="1017" y="14006"/>
                  </a:lnTo>
                  <a:lnTo>
                    <a:pt x="1862" y="23280"/>
                  </a:lnTo>
                  <a:lnTo>
                    <a:pt x="2707" y="24372"/>
                  </a:lnTo>
                  <a:lnTo>
                    <a:pt x="3552" y="26114"/>
                  </a:lnTo>
                  <a:lnTo>
                    <a:pt x="4397" y="31143"/>
                  </a:lnTo>
                  <a:lnTo>
                    <a:pt x="4513" y="827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2562163" y="4204996"/>
              <a:ext cx="1108" cy="71166"/>
            </a:xfrm>
            <a:custGeom>
              <a:avLst/>
              <a:pathLst>
                <a:path w="1108" h="71166">
                  <a:moveTo>
                    <a:pt x="0" y="71166"/>
                  </a:moveTo>
                  <a:lnTo>
                    <a:pt x="110" y="22367"/>
                  </a:lnTo>
                  <a:lnTo>
                    <a:pt x="955" y="0"/>
                  </a:lnTo>
                  <a:lnTo>
                    <a:pt x="1108" y="711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2567268" y="4244076"/>
              <a:ext cx="975" cy="32086"/>
            </a:xfrm>
            <a:custGeom>
              <a:avLst/>
              <a:pathLst>
                <a:path w="975" h="32086">
                  <a:moveTo>
                    <a:pt x="0" y="32086"/>
                  </a:moveTo>
                  <a:lnTo>
                    <a:pt x="76" y="0"/>
                  </a:lnTo>
                  <a:lnTo>
                    <a:pt x="921" y="10045"/>
                  </a:lnTo>
                  <a:lnTo>
                    <a:pt x="975" y="320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2569729" y="4206208"/>
              <a:ext cx="300" cy="69954"/>
            </a:xfrm>
            <a:custGeom>
              <a:avLst/>
              <a:pathLst>
                <a:path w="300" h="69954">
                  <a:moveTo>
                    <a:pt x="0" y="69954"/>
                  </a:moveTo>
                  <a:lnTo>
                    <a:pt x="150" y="0"/>
                  </a:lnTo>
                  <a:lnTo>
                    <a:pt x="300" y="6995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2571393" y="4190462"/>
              <a:ext cx="1195" cy="85700"/>
            </a:xfrm>
            <a:custGeom>
              <a:avLst/>
              <a:pathLst>
                <a:path w="1195" h="85700">
                  <a:moveTo>
                    <a:pt x="0" y="85700"/>
                  </a:moveTo>
                  <a:lnTo>
                    <a:pt x="176" y="0"/>
                  </a:lnTo>
                  <a:lnTo>
                    <a:pt x="1022" y="2245"/>
                  </a:lnTo>
                  <a:lnTo>
                    <a:pt x="1195" y="857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2574758" y="4114467"/>
              <a:ext cx="8024" cy="161695"/>
            </a:xfrm>
            <a:custGeom>
              <a:avLst/>
              <a:pathLst>
                <a:path w="8024" h="161695">
                  <a:moveTo>
                    <a:pt x="0" y="161695"/>
                  </a:moveTo>
                  <a:lnTo>
                    <a:pt x="192" y="66385"/>
                  </a:lnTo>
                  <a:lnTo>
                    <a:pt x="1037" y="37316"/>
                  </a:lnTo>
                  <a:lnTo>
                    <a:pt x="1882" y="23944"/>
                  </a:lnTo>
                  <a:lnTo>
                    <a:pt x="2727" y="27233"/>
                  </a:lnTo>
                  <a:lnTo>
                    <a:pt x="3572" y="31724"/>
                  </a:lnTo>
                  <a:lnTo>
                    <a:pt x="4417" y="3241"/>
                  </a:lnTo>
                  <a:lnTo>
                    <a:pt x="5262" y="0"/>
                  </a:lnTo>
                  <a:lnTo>
                    <a:pt x="6107" y="48542"/>
                  </a:lnTo>
                  <a:lnTo>
                    <a:pt x="6952" y="55808"/>
                  </a:lnTo>
                  <a:lnTo>
                    <a:pt x="7798" y="43114"/>
                  </a:lnTo>
                  <a:lnTo>
                    <a:pt x="8024" y="16169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2584897" y="4179899"/>
              <a:ext cx="387" cy="96263"/>
            </a:xfrm>
            <a:custGeom>
              <a:avLst/>
              <a:pathLst>
                <a:path w="387" h="96263">
                  <a:moveTo>
                    <a:pt x="0" y="96263"/>
                  </a:moveTo>
                  <a:lnTo>
                    <a:pt x="193" y="0"/>
                  </a:lnTo>
                  <a:lnTo>
                    <a:pt x="387" y="9626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2587494" y="4205109"/>
              <a:ext cx="4509" cy="71053"/>
            </a:xfrm>
            <a:custGeom>
              <a:avLst/>
              <a:pathLst>
                <a:path w="4509" h="71053">
                  <a:moveTo>
                    <a:pt x="0" y="71053"/>
                  </a:moveTo>
                  <a:lnTo>
                    <a:pt x="132" y="10977"/>
                  </a:lnTo>
                  <a:lnTo>
                    <a:pt x="977" y="24783"/>
                  </a:lnTo>
                  <a:lnTo>
                    <a:pt x="1822" y="17847"/>
                  </a:lnTo>
                  <a:lnTo>
                    <a:pt x="2667" y="19079"/>
                  </a:lnTo>
                  <a:lnTo>
                    <a:pt x="3512" y="28237"/>
                  </a:lnTo>
                  <a:lnTo>
                    <a:pt x="4357" y="0"/>
                  </a:lnTo>
                  <a:lnTo>
                    <a:pt x="4509" y="710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2594153" y="3944999"/>
              <a:ext cx="44557" cy="331163"/>
            </a:xfrm>
            <a:custGeom>
              <a:avLst/>
              <a:pathLst>
                <a:path w="44557" h="331163">
                  <a:moveTo>
                    <a:pt x="0" y="331163"/>
                  </a:moveTo>
                  <a:lnTo>
                    <a:pt x="233" y="207354"/>
                  </a:lnTo>
                  <a:lnTo>
                    <a:pt x="1078" y="208134"/>
                  </a:lnTo>
                  <a:lnTo>
                    <a:pt x="1924" y="166604"/>
                  </a:lnTo>
                  <a:lnTo>
                    <a:pt x="2769" y="133663"/>
                  </a:lnTo>
                  <a:lnTo>
                    <a:pt x="3614" y="115698"/>
                  </a:lnTo>
                  <a:lnTo>
                    <a:pt x="4459" y="123709"/>
                  </a:lnTo>
                  <a:lnTo>
                    <a:pt x="5304" y="112059"/>
                  </a:lnTo>
                  <a:lnTo>
                    <a:pt x="6149" y="72933"/>
                  </a:lnTo>
                  <a:lnTo>
                    <a:pt x="6994" y="58280"/>
                  </a:lnTo>
                  <a:lnTo>
                    <a:pt x="7839" y="76845"/>
                  </a:lnTo>
                  <a:lnTo>
                    <a:pt x="8684" y="55970"/>
                  </a:lnTo>
                  <a:lnTo>
                    <a:pt x="9529" y="95159"/>
                  </a:lnTo>
                  <a:lnTo>
                    <a:pt x="10374" y="82024"/>
                  </a:lnTo>
                  <a:lnTo>
                    <a:pt x="11220" y="112393"/>
                  </a:lnTo>
                  <a:lnTo>
                    <a:pt x="12065" y="132965"/>
                  </a:lnTo>
                  <a:lnTo>
                    <a:pt x="12910" y="110018"/>
                  </a:lnTo>
                  <a:lnTo>
                    <a:pt x="13755" y="124851"/>
                  </a:lnTo>
                  <a:lnTo>
                    <a:pt x="14600" y="142355"/>
                  </a:lnTo>
                  <a:lnTo>
                    <a:pt x="15445" y="125835"/>
                  </a:lnTo>
                  <a:lnTo>
                    <a:pt x="16290" y="88586"/>
                  </a:lnTo>
                  <a:lnTo>
                    <a:pt x="17135" y="77193"/>
                  </a:lnTo>
                  <a:lnTo>
                    <a:pt x="17980" y="87617"/>
                  </a:lnTo>
                  <a:lnTo>
                    <a:pt x="18825" y="79688"/>
                  </a:lnTo>
                  <a:lnTo>
                    <a:pt x="19670" y="36154"/>
                  </a:lnTo>
                  <a:lnTo>
                    <a:pt x="20516" y="28670"/>
                  </a:lnTo>
                  <a:lnTo>
                    <a:pt x="21361" y="6949"/>
                  </a:lnTo>
                  <a:lnTo>
                    <a:pt x="22206" y="12182"/>
                  </a:lnTo>
                  <a:lnTo>
                    <a:pt x="23051" y="0"/>
                  </a:lnTo>
                  <a:lnTo>
                    <a:pt x="23896" y="33009"/>
                  </a:lnTo>
                  <a:lnTo>
                    <a:pt x="24741" y="65118"/>
                  </a:lnTo>
                  <a:lnTo>
                    <a:pt x="25586" y="85614"/>
                  </a:lnTo>
                  <a:lnTo>
                    <a:pt x="26431" y="96440"/>
                  </a:lnTo>
                  <a:lnTo>
                    <a:pt x="27276" y="129187"/>
                  </a:lnTo>
                  <a:lnTo>
                    <a:pt x="28121" y="132853"/>
                  </a:lnTo>
                  <a:lnTo>
                    <a:pt x="28966" y="130977"/>
                  </a:lnTo>
                  <a:lnTo>
                    <a:pt x="29812" y="171108"/>
                  </a:lnTo>
                  <a:lnTo>
                    <a:pt x="30657" y="168053"/>
                  </a:lnTo>
                  <a:lnTo>
                    <a:pt x="31502" y="198079"/>
                  </a:lnTo>
                  <a:lnTo>
                    <a:pt x="32347" y="196579"/>
                  </a:lnTo>
                  <a:lnTo>
                    <a:pt x="33192" y="220796"/>
                  </a:lnTo>
                  <a:lnTo>
                    <a:pt x="34037" y="237569"/>
                  </a:lnTo>
                  <a:lnTo>
                    <a:pt x="34882" y="225616"/>
                  </a:lnTo>
                  <a:lnTo>
                    <a:pt x="35727" y="195774"/>
                  </a:lnTo>
                  <a:lnTo>
                    <a:pt x="36572" y="179383"/>
                  </a:lnTo>
                  <a:lnTo>
                    <a:pt x="37417" y="175729"/>
                  </a:lnTo>
                  <a:lnTo>
                    <a:pt x="38262" y="172213"/>
                  </a:lnTo>
                  <a:lnTo>
                    <a:pt x="39108" y="134388"/>
                  </a:lnTo>
                  <a:lnTo>
                    <a:pt x="39953" y="103986"/>
                  </a:lnTo>
                  <a:lnTo>
                    <a:pt x="40798" y="92230"/>
                  </a:lnTo>
                  <a:lnTo>
                    <a:pt x="41643" y="84094"/>
                  </a:lnTo>
                  <a:lnTo>
                    <a:pt x="42488" y="89256"/>
                  </a:lnTo>
                  <a:lnTo>
                    <a:pt x="43333" y="96105"/>
                  </a:lnTo>
                  <a:lnTo>
                    <a:pt x="44178" y="68127"/>
                  </a:lnTo>
                  <a:lnTo>
                    <a:pt x="44557" y="33116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2640573" y="4095253"/>
              <a:ext cx="12374" cy="180909"/>
            </a:xfrm>
            <a:custGeom>
              <a:avLst/>
              <a:pathLst>
                <a:path w="12374" h="180909">
                  <a:moveTo>
                    <a:pt x="0" y="180909"/>
                  </a:moveTo>
                  <a:lnTo>
                    <a:pt x="294" y="7943"/>
                  </a:lnTo>
                  <a:lnTo>
                    <a:pt x="1139" y="22964"/>
                  </a:lnTo>
                  <a:lnTo>
                    <a:pt x="1984" y="18627"/>
                  </a:lnTo>
                  <a:lnTo>
                    <a:pt x="2829" y="9778"/>
                  </a:lnTo>
                  <a:lnTo>
                    <a:pt x="3674" y="19400"/>
                  </a:lnTo>
                  <a:lnTo>
                    <a:pt x="4519" y="7482"/>
                  </a:lnTo>
                  <a:lnTo>
                    <a:pt x="5364" y="0"/>
                  </a:lnTo>
                  <a:lnTo>
                    <a:pt x="6209" y="13458"/>
                  </a:lnTo>
                  <a:lnTo>
                    <a:pt x="7055" y="45108"/>
                  </a:lnTo>
                  <a:lnTo>
                    <a:pt x="7900" y="53059"/>
                  </a:lnTo>
                  <a:lnTo>
                    <a:pt x="8745" y="70488"/>
                  </a:lnTo>
                  <a:lnTo>
                    <a:pt x="9590" y="48019"/>
                  </a:lnTo>
                  <a:lnTo>
                    <a:pt x="10435" y="45308"/>
                  </a:lnTo>
                  <a:lnTo>
                    <a:pt x="11280" y="27328"/>
                  </a:lnTo>
                  <a:lnTo>
                    <a:pt x="12125" y="45465"/>
                  </a:lnTo>
                  <a:lnTo>
                    <a:pt x="12374" y="18090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2654189" y="4061963"/>
              <a:ext cx="5606" cy="214199"/>
            </a:xfrm>
            <a:custGeom>
              <a:avLst/>
              <a:pathLst>
                <a:path w="5606" h="214199">
                  <a:moveTo>
                    <a:pt x="0" y="214199"/>
                  </a:moveTo>
                  <a:lnTo>
                    <a:pt x="199" y="114176"/>
                  </a:lnTo>
                  <a:lnTo>
                    <a:pt x="1044" y="101426"/>
                  </a:lnTo>
                  <a:lnTo>
                    <a:pt x="1889" y="53104"/>
                  </a:lnTo>
                  <a:lnTo>
                    <a:pt x="2734" y="53234"/>
                  </a:lnTo>
                  <a:lnTo>
                    <a:pt x="3579" y="66842"/>
                  </a:lnTo>
                  <a:lnTo>
                    <a:pt x="4424" y="54696"/>
                  </a:lnTo>
                  <a:lnTo>
                    <a:pt x="5270" y="0"/>
                  </a:lnTo>
                  <a:lnTo>
                    <a:pt x="5606" y="21419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2661658" y="3995142"/>
              <a:ext cx="9949" cy="281020"/>
            </a:xfrm>
            <a:custGeom>
              <a:avLst/>
              <a:pathLst>
                <a:path w="9949" h="281020">
                  <a:moveTo>
                    <a:pt x="0" y="281020"/>
                  </a:moveTo>
                  <a:lnTo>
                    <a:pt x="335" y="67527"/>
                  </a:lnTo>
                  <a:lnTo>
                    <a:pt x="1180" y="33160"/>
                  </a:lnTo>
                  <a:lnTo>
                    <a:pt x="2026" y="2146"/>
                  </a:lnTo>
                  <a:lnTo>
                    <a:pt x="2871" y="5256"/>
                  </a:lnTo>
                  <a:lnTo>
                    <a:pt x="3716" y="0"/>
                  </a:lnTo>
                  <a:lnTo>
                    <a:pt x="4561" y="304"/>
                  </a:lnTo>
                  <a:lnTo>
                    <a:pt x="5406" y="21516"/>
                  </a:lnTo>
                  <a:lnTo>
                    <a:pt x="6251" y="49762"/>
                  </a:lnTo>
                  <a:lnTo>
                    <a:pt x="7096" y="88057"/>
                  </a:lnTo>
                  <a:lnTo>
                    <a:pt x="7941" y="118294"/>
                  </a:lnTo>
                  <a:lnTo>
                    <a:pt x="8786" y="89828"/>
                  </a:lnTo>
                  <a:lnTo>
                    <a:pt x="9631" y="85707"/>
                  </a:lnTo>
                  <a:lnTo>
                    <a:pt x="9949" y="2810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2674406" y="4128399"/>
              <a:ext cx="529" cy="147763"/>
            </a:xfrm>
            <a:custGeom>
              <a:avLst/>
              <a:pathLst>
                <a:path w="529" h="147763">
                  <a:moveTo>
                    <a:pt x="0" y="147763"/>
                  </a:moveTo>
                  <a:lnTo>
                    <a:pt x="264" y="0"/>
                  </a:lnTo>
                  <a:lnTo>
                    <a:pt x="529" y="14776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2676974" y="4153826"/>
              <a:ext cx="463" cy="122336"/>
            </a:xfrm>
            <a:custGeom>
              <a:avLst/>
              <a:pathLst>
                <a:path w="463" h="122336">
                  <a:moveTo>
                    <a:pt x="0" y="122336"/>
                  </a:moveTo>
                  <a:lnTo>
                    <a:pt x="231" y="0"/>
                  </a:lnTo>
                  <a:lnTo>
                    <a:pt x="463" y="12233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2678684" y="4148172"/>
              <a:ext cx="1297" cy="127990"/>
            </a:xfrm>
            <a:custGeom>
              <a:avLst/>
              <a:pathLst>
                <a:path w="1297" h="127990">
                  <a:moveTo>
                    <a:pt x="0" y="127990"/>
                  </a:moveTo>
                  <a:lnTo>
                    <a:pt x="212" y="19341"/>
                  </a:lnTo>
                  <a:lnTo>
                    <a:pt x="1057" y="0"/>
                  </a:lnTo>
                  <a:lnTo>
                    <a:pt x="1297" y="1279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2681161" y="4104359"/>
              <a:ext cx="3081" cy="171803"/>
            </a:xfrm>
            <a:custGeom>
              <a:avLst/>
              <a:pathLst>
                <a:path w="3081" h="171803">
                  <a:moveTo>
                    <a:pt x="0" y="171803"/>
                  </a:moveTo>
                  <a:lnTo>
                    <a:pt x="270" y="19221"/>
                  </a:lnTo>
                  <a:lnTo>
                    <a:pt x="1115" y="8759"/>
                  </a:lnTo>
                  <a:lnTo>
                    <a:pt x="1960" y="0"/>
                  </a:lnTo>
                  <a:lnTo>
                    <a:pt x="2806" y="15514"/>
                  </a:lnTo>
                  <a:lnTo>
                    <a:pt x="3081" y="1718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2686211" y="4106457"/>
              <a:ext cx="581" cy="169705"/>
            </a:xfrm>
            <a:custGeom>
              <a:avLst/>
              <a:pathLst>
                <a:path w="581" h="169705">
                  <a:moveTo>
                    <a:pt x="0" y="169705"/>
                  </a:moveTo>
                  <a:lnTo>
                    <a:pt x="290" y="0"/>
                  </a:lnTo>
                  <a:lnTo>
                    <a:pt x="581" y="1697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2687958" y="4126151"/>
              <a:ext cx="7205" cy="150011"/>
            </a:xfrm>
            <a:custGeom>
              <a:avLst/>
              <a:pathLst>
                <a:path w="7205" h="150011">
                  <a:moveTo>
                    <a:pt x="0" y="150011"/>
                  </a:moveTo>
                  <a:lnTo>
                    <a:pt x="234" y="25883"/>
                  </a:lnTo>
                  <a:lnTo>
                    <a:pt x="1079" y="0"/>
                  </a:lnTo>
                  <a:lnTo>
                    <a:pt x="1924" y="17650"/>
                  </a:lnTo>
                  <a:lnTo>
                    <a:pt x="2769" y="33545"/>
                  </a:lnTo>
                  <a:lnTo>
                    <a:pt x="3614" y="26254"/>
                  </a:lnTo>
                  <a:lnTo>
                    <a:pt x="4459" y="70566"/>
                  </a:lnTo>
                  <a:lnTo>
                    <a:pt x="5304" y="81748"/>
                  </a:lnTo>
                  <a:lnTo>
                    <a:pt x="6149" y="82321"/>
                  </a:lnTo>
                  <a:lnTo>
                    <a:pt x="6995" y="42622"/>
                  </a:lnTo>
                  <a:lnTo>
                    <a:pt x="7205" y="15001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2696383" y="4129429"/>
              <a:ext cx="1368" cy="146733"/>
            </a:xfrm>
            <a:custGeom>
              <a:avLst/>
              <a:pathLst>
                <a:path w="1368" h="146733">
                  <a:moveTo>
                    <a:pt x="0" y="146733"/>
                  </a:moveTo>
                  <a:lnTo>
                    <a:pt x="260" y="2914"/>
                  </a:lnTo>
                  <a:lnTo>
                    <a:pt x="1105" y="0"/>
                  </a:lnTo>
                  <a:lnTo>
                    <a:pt x="1368" y="1467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2698903" y="4119829"/>
              <a:ext cx="1378" cy="156333"/>
            </a:xfrm>
            <a:custGeom>
              <a:avLst/>
              <a:pathLst>
                <a:path w="1378" h="156333">
                  <a:moveTo>
                    <a:pt x="0" y="156333"/>
                  </a:moveTo>
                  <a:lnTo>
                    <a:pt x="275" y="0"/>
                  </a:lnTo>
                  <a:lnTo>
                    <a:pt x="1120" y="14151"/>
                  </a:lnTo>
                  <a:lnTo>
                    <a:pt x="1378" y="1563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2701451" y="4003759"/>
              <a:ext cx="9058" cy="272403"/>
            </a:xfrm>
            <a:custGeom>
              <a:avLst/>
              <a:pathLst>
                <a:path w="9058" h="272403">
                  <a:moveTo>
                    <a:pt x="0" y="272403"/>
                  </a:moveTo>
                  <a:lnTo>
                    <a:pt x="262" y="126381"/>
                  </a:lnTo>
                  <a:lnTo>
                    <a:pt x="1107" y="114728"/>
                  </a:lnTo>
                  <a:lnTo>
                    <a:pt x="1952" y="70140"/>
                  </a:lnTo>
                  <a:lnTo>
                    <a:pt x="2798" y="90440"/>
                  </a:lnTo>
                  <a:lnTo>
                    <a:pt x="3643" y="52026"/>
                  </a:lnTo>
                  <a:lnTo>
                    <a:pt x="4488" y="14136"/>
                  </a:lnTo>
                  <a:lnTo>
                    <a:pt x="5333" y="3957"/>
                  </a:lnTo>
                  <a:lnTo>
                    <a:pt x="6178" y="0"/>
                  </a:lnTo>
                  <a:lnTo>
                    <a:pt x="7023" y="22233"/>
                  </a:lnTo>
                  <a:lnTo>
                    <a:pt x="7868" y="49708"/>
                  </a:lnTo>
                  <a:lnTo>
                    <a:pt x="8713" y="49706"/>
                  </a:lnTo>
                  <a:lnTo>
                    <a:pt x="9058" y="2724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2714039" y="4040469"/>
              <a:ext cx="5778" cy="235693"/>
            </a:xfrm>
            <a:custGeom>
              <a:avLst/>
              <a:pathLst>
                <a:path w="5778" h="235693">
                  <a:moveTo>
                    <a:pt x="0" y="235693"/>
                  </a:moveTo>
                  <a:lnTo>
                    <a:pt x="351" y="5372"/>
                  </a:lnTo>
                  <a:lnTo>
                    <a:pt x="1196" y="22691"/>
                  </a:lnTo>
                  <a:lnTo>
                    <a:pt x="2041" y="35310"/>
                  </a:lnTo>
                  <a:lnTo>
                    <a:pt x="2886" y="20259"/>
                  </a:lnTo>
                  <a:lnTo>
                    <a:pt x="3731" y="29911"/>
                  </a:lnTo>
                  <a:lnTo>
                    <a:pt x="4576" y="32016"/>
                  </a:lnTo>
                  <a:lnTo>
                    <a:pt x="5421" y="0"/>
                  </a:lnTo>
                  <a:lnTo>
                    <a:pt x="5778" y="23569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2721679" y="4082321"/>
              <a:ext cx="3920" cy="193841"/>
            </a:xfrm>
            <a:custGeom>
              <a:avLst/>
              <a:pathLst>
                <a:path w="3920" h="193841">
                  <a:moveTo>
                    <a:pt x="0" y="193841"/>
                  </a:moveTo>
                  <a:lnTo>
                    <a:pt x="316" y="0"/>
                  </a:lnTo>
                  <a:lnTo>
                    <a:pt x="1161" y="16138"/>
                  </a:lnTo>
                  <a:lnTo>
                    <a:pt x="2006" y="57240"/>
                  </a:lnTo>
                  <a:lnTo>
                    <a:pt x="2851" y="70464"/>
                  </a:lnTo>
                  <a:lnTo>
                    <a:pt x="3696" y="77200"/>
                  </a:lnTo>
                  <a:lnTo>
                    <a:pt x="3920" y="19384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2726848" y="4163576"/>
              <a:ext cx="7143" cy="112586"/>
            </a:xfrm>
            <a:custGeom>
              <a:avLst/>
              <a:pathLst>
                <a:path w="7143" h="112586">
                  <a:moveTo>
                    <a:pt x="0" y="112586"/>
                  </a:moveTo>
                  <a:lnTo>
                    <a:pt x="218" y="0"/>
                  </a:lnTo>
                  <a:lnTo>
                    <a:pt x="1063" y="28554"/>
                  </a:lnTo>
                  <a:lnTo>
                    <a:pt x="1908" y="26423"/>
                  </a:lnTo>
                  <a:lnTo>
                    <a:pt x="2753" y="16606"/>
                  </a:lnTo>
                  <a:lnTo>
                    <a:pt x="3598" y="19013"/>
                  </a:lnTo>
                  <a:lnTo>
                    <a:pt x="4443" y="24422"/>
                  </a:lnTo>
                  <a:lnTo>
                    <a:pt x="5288" y="27073"/>
                  </a:lnTo>
                  <a:lnTo>
                    <a:pt x="6133" y="45681"/>
                  </a:lnTo>
                  <a:lnTo>
                    <a:pt x="6978" y="34209"/>
                  </a:lnTo>
                  <a:lnTo>
                    <a:pt x="7143" y="1125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2736247" y="4163563"/>
              <a:ext cx="18782" cy="112599"/>
            </a:xfrm>
            <a:custGeom>
              <a:avLst/>
              <a:pathLst>
                <a:path w="18782" h="112599">
                  <a:moveTo>
                    <a:pt x="0" y="112599"/>
                  </a:moveTo>
                  <a:lnTo>
                    <a:pt x="115" y="61423"/>
                  </a:lnTo>
                  <a:lnTo>
                    <a:pt x="960" y="68497"/>
                  </a:lnTo>
                  <a:lnTo>
                    <a:pt x="1805" y="67307"/>
                  </a:lnTo>
                  <a:lnTo>
                    <a:pt x="2650" y="57001"/>
                  </a:lnTo>
                  <a:lnTo>
                    <a:pt x="3495" y="18218"/>
                  </a:lnTo>
                  <a:lnTo>
                    <a:pt x="4340" y="0"/>
                  </a:lnTo>
                  <a:lnTo>
                    <a:pt x="5185" y="17890"/>
                  </a:lnTo>
                  <a:lnTo>
                    <a:pt x="6031" y="54428"/>
                  </a:lnTo>
                  <a:lnTo>
                    <a:pt x="6876" y="80728"/>
                  </a:lnTo>
                  <a:lnTo>
                    <a:pt x="7721" y="61491"/>
                  </a:lnTo>
                  <a:lnTo>
                    <a:pt x="8566" y="78031"/>
                  </a:lnTo>
                  <a:lnTo>
                    <a:pt x="9411" y="76050"/>
                  </a:lnTo>
                  <a:lnTo>
                    <a:pt x="10256" y="75362"/>
                  </a:lnTo>
                  <a:lnTo>
                    <a:pt x="11101" y="76621"/>
                  </a:lnTo>
                  <a:lnTo>
                    <a:pt x="11946" y="55799"/>
                  </a:lnTo>
                  <a:lnTo>
                    <a:pt x="12791" y="66349"/>
                  </a:lnTo>
                  <a:lnTo>
                    <a:pt x="13636" y="50100"/>
                  </a:lnTo>
                  <a:lnTo>
                    <a:pt x="14481" y="63826"/>
                  </a:lnTo>
                  <a:lnTo>
                    <a:pt x="15327" y="70889"/>
                  </a:lnTo>
                  <a:lnTo>
                    <a:pt x="16172" y="69159"/>
                  </a:lnTo>
                  <a:lnTo>
                    <a:pt x="17017" y="75435"/>
                  </a:lnTo>
                  <a:lnTo>
                    <a:pt x="17862" y="85026"/>
                  </a:lnTo>
                  <a:lnTo>
                    <a:pt x="18707" y="81087"/>
                  </a:lnTo>
                  <a:lnTo>
                    <a:pt x="18782" y="11259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2756556" y="4234304"/>
              <a:ext cx="1030" cy="41858"/>
            </a:xfrm>
            <a:custGeom>
              <a:avLst/>
              <a:pathLst>
                <a:path w="1030" h="41858">
                  <a:moveTo>
                    <a:pt x="0" y="41858"/>
                  </a:moveTo>
                  <a:lnTo>
                    <a:pt x="88" y="3830"/>
                  </a:lnTo>
                  <a:lnTo>
                    <a:pt x="933" y="0"/>
                  </a:lnTo>
                  <a:lnTo>
                    <a:pt x="1030" y="418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2760671" y="4164933"/>
              <a:ext cx="6243" cy="111229"/>
            </a:xfrm>
            <a:custGeom>
              <a:avLst/>
              <a:pathLst>
                <a:path w="6243" h="111229">
                  <a:moveTo>
                    <a:pt x="0" y="111229"/>
                  </a:moveTo>
                  <a:lnTo>
                    <a:pt x="198" y="11781"/>
                  </a:lnTo>
                  <a:lnTo>
                    <a:pt x="1043" y="0"/>
                  </a:lnTo>
                  <a:lnTo>
                    <a:pt x="1888" y="1711"/>
                  </a:lnTo>
                  <a:lnTo>
                    <a:pt x="2733" y="8182"/>
                  </a:lnTo>
                  <a:lnTo>
                    <a:pt x="3579" y="15462"/>
                  </a:lnTo>
                  <a:lnTo>
                    <a:pt x="4424" y="36490"/>
                  </a:lnTo>
                  <a:lnTo>
                    <a:pt x="5269" y="45233"/>
                  </a:lnTo>
                  <a:lnTo>
                    <a:pt x="6114" y="52949"/>
                  </a:lnTo>
                  <a:lnTo>
                    <a:pt x="6243" y="11122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2775030" y="4053660"/>
              <a:ext cx="9807" cy="222502"/>
            </a:xfrm>
            <a:custGeom>
              <a:avLst/>
              <a:pathLst>
                <a:path w="9807" h="222502">
                  <a:moveTo>
                    <a:pt x="0" y="222502"/>
                  </a:moveTo>
                  <a:lnTo>
                    <a:pt x="207" y="117447"/>
                  </a:lnTo>
                  <a:lnTo>
                    <a:pt x="1052" y="92123"/>
                  </a:lnTo>
                  <a:lnTo>
                    <a:pt x="1897" y="80453"/>
                  </a:lnTo>
                  <a:lnTo>
                    <a:pt x="2742" y="71657"/>
                  </a:lnTo>
                  <a:lnTo>
                    <a:pt x="3587" y="92075"/>
                  </a:lnTo>
                  <a:lnTo>
                    <a:pt x="4432" y="131787"/>
                  </a:lnTo>
                  <a:lnTo>
                    <a:pt x="5277" y="92632"/>
                  </a:lnTo>
                  <a:lnTo>
                    <a:pt x="6122" y="102589"/>
                  </a:lnTo>
                  <a:lnTo>
                    <a:pt x="6967" y="53300"/>
                  </a:lnTo>
                  <a:lnTo>
                    <a:pt x="7812" y="0"/>
                  </a:lnTo>
                  <a:lnTo>
                    <a:pt x="8658" y="38512"/>
                  </a:lnTo>
                  <a:lnTo>
                    <a:pt x="9503" y="40236"/>
                  </a:lnTo>
                  <a:lnTo>
                    <a:pt x="9807" y="2225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2786819" y="4141282"/>
              <a:ext cx="4683" cy="134880"/>
            </a:xfrm>
            <a:custGeom>
              <a:avLst/>
              <a:pathLst>
                <a:path w="4683" h="134880">
                  <a:moveTo>
                    <a:pt x="0" y="134880"/>
                  </a:moveTo>
                  <a:lnTo>
                    <a:pt x="248" y="0"/>
                  </a:lnTo>
                  <a:lnTo>
                    <a:pt x="1093" y="26751"/>
                  </a:lnTo>
                  <a:lnTo>
                    <a:pt x="1938" y="23400"/>
                  </a:lnTo>
                  <a:lnTo>
                    <a:pt x="2783" y="9689"/>
                  </a:lnTo>
                  <a:lnTo>
                    <a:pt x="3628" y="17094"/>
                  </a:lnTo>
                  <a:lnTo>
                    <a:pt x="4474" y="28581"/>
                  </a:lnTo>
                  <a:lnTo>
                    <a:pt x="4683" y="1348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2795312" y="4153020"/>
              <a:ext cx="4643" cy="123142"/>
            </a:xfrm>
            <a:custGeom>
              <a:avLst/>
              <a:pathLst>
                <a:path w="4643" h="123142">
                  <a:moveTo>
                    <a:pt x="0" y="123142"/>
                  </a:moveTo>
                  <a:lnTo>
                    <a:pt x="206" y="18448"/>
                  </a:lnTo>
                  <a:lnTo>
                    <a:pt x="1051" y="0"/>
                  </a:lnTo>
                  <a:lnTo>
                    <a:pt x="1896" y="14912"/>
                  </a:lnTo>
                  <a:lnTo>
                    <a:pt x="2741" y="19861"/>
                  </a:lnTo>
                  <a:lnTo>
                    <a:pt x="3586" y="9285"/>
                  </a:lnTo>
                  <a:lnTo>
                    <a:pt x="4432" y="14807"/>
                  </a:lnTo>
                  <a:lnTo>
                    <a:pt x="4643" y="1231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2801217" y="4164224"/>
              <a:ext cx="6202" cy="111938"/>
            </a:xfrm>
            <a:custGeom>
              <a:avLst/>
              <a:pathLst>
                <a:path w="6202" h="111938">
                  <a:moveTo>
                    <a:pt x="0" y="111938"/>
                  </a:moveTo>
                  <a:lnTo>
                    <a:pt x="217" y="0"/>
                  </a:lnTo>
                  <a:lnTo>
                    <a:pt x="1062" y="17175"/>
                  </a:lnTo>
                  <a:lnTo>
                    <a:pt x="1907" y="21283"/>
                  </a:lnTo>
                  <a:lnTo>
                    <a:pt x="2752" y="21989"/>
                  </a:lnTo>
                  <a:lnTo>
                    <a:pt x="3597" y="38036"/>
                  </a:lnTo>
                  <a:lnTo>
                    <a:pt x="4442" y="63986"/>
                  </a:lnTo>
                  <a:lnTo>
                    <a:pt x="5287" y="74742"/>
                  </a:lnTo>
                  <a:lnTo>
                    <a:pt x="6132" y="82812"/>
                  </a:lnTo>
                  <a:lnTo>
                    <a:pt x="6202" y="1119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2808982" y="4217908"/>
              <a:ext cx="7764" cy="58254"/>
            </a:xfrm>
            <a:custGeom>
              <a:avLst/>
              <a:pathLst>
                <a:path w="7764" h="58254">
                  <a:moveTo>
                    <a:pt x="0" y="58254"/>
                  </a:moveTo>
                  <a:lnTo>
                    <a:pt x="58" y="34073"/>
                  </a:lnTo>
                  <a:lnTo>
                    <a:pt x="903" y="42683"/>
                  </a:lnTo>
                  <a:lnTo>
                    <a:pt x="1748" y="32292"/>
                  </a:lnTo>
                  <a:lnTo>
                    <a:pt x="2594" y="32240"/>
                  </a:lnTo>
                  <a:lnTo>
                    <a:pt x="3439" y="22825"/>
                  </a:lnTo>
                  <a:lnTo>
                    <a:pt x="4284" y="0"/>
                  </a:lnTo>
                  <a:lnTo>
                    <a:pt x="5129" y="9962"/>
                  </a:lnTo>
                  <a:lnTo>
                    <a:pt x="5974" y="22452"/>
                  </a:lnTo>
                  <a:lnTo>
                    <a:pt x="6819" y="20502"/>
                  </a:lnTo>
                  <a:lnTo>
                    <a:pt x="7664" y="14796"/>
                  </a:lnTo>
                  <a:lnTo>
                    <a:pt x="7764" y="5825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2818270" y="4248660"/>
              <a:ext cx="132" cy="27502"/>
            </a:xfrm>
            <a:custGeom>
              <a:avLst/>
              <a:pathLst>
                <a:path w="132" h="27502">
                  <a:moveTo>
                    <a:pt x="0" y="27502"/>
                  </a:moveTo>
                  <a:lnTo>
                    <a:pt x="66" y="0"/>
                  </a:lnTo>
                  <a:lnTo>
                    <a:pt x="132" y="275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2819952" y="4244974"/>
              <a:ext cx="148" cy="31188"/>
            </a:xfrm>
            <a:custGeom>
              <a:avLst/>
              <a:pathLst>
                <a:path w="148" h="31188">
                  <a:moveTo>
                    <a:pt x="0" y="31188"/>
                  </a:moveTo>
                  <a:lnTo>
                    <a:pt x="74" y="0"/>
                  </a:lnTo>
                  <a:lnTo>
                    <a:pt x="148" y="311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2821618" y="4106920"/>
              <a:ext cx="11333" cy="169242"/>
            </a:xfrm>
            <a:custGeom>
              <a:avLst/>
              <a:pathLst>
                <a:path w="11333" h="169242">
                  <a:moveTo>
                    <a:pt x="0" y="169242"/>
                  </a:moveTo>
                  <a:lnTo>
                    <a:pt x="99" y="126254"/>
                  </a:lnTo>
                  <a:lnTo>
                    <a:pt x="944" y="111098"/>
                  </a:lnTo>
                  <a:lnTo>
                    <a:pt x="1789" y="97202"/>
                  </a:lnTo>
                  <a:lnTo>
                    <a:pt x="2634" y="97552"/>
                  </a:lnTo>
                  <a:lnTo>
                    <a:pt x="3479" y="112909"/>
                  </a:lnTo>
                  <a:lnTo>
                    <a:pt x="4324" y="108904"/>
                  </a:lnTo>
                  <a:lnTo>
                    <a:pt x="5169" y="96362"/>
                  </a:lnTo>
                  <a:lnTo>
                    <a:pt x="6014" y="74665"/>
                  </a:lnTo>
                  <a:lnTo>
                    <a:pt x="6859" y="33110"/>
                  </a:lnTo>
                  <a:lnTo>
                    <a:pt x="7704" y="26594"/>
                  </a:lnTo>
                  <a:lnTo>
                    <a:pt x="8550" y="0"/>
                  </a:lnTo>
                  <a:lnTo>
                    <a:pt x="9395" y="12765"/>
                  </a:lnTo>
                  <a:lnTo>
                    <a:pt x="10240" y="14236"/>
                  </a:lnTo>
                  <a:lnTo>
                    <a:pt x="11085" y="34691"/>
                  </a:lnTo>
                  <a:lnTo>
                    <a:pt x="11333" y="1692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2835107" y="4216442"/>
              <a:ext cx="263" cy="59720"/>
            </a:xfrm>
            <a:custGeom>
              <a:avLst/>
              <a:pathLst>
                <a:path w="263" h="59720">
                  <a:moveTo>
                    <a:pt x="0" y="59720"/>
                  </a:moveTo>
                  <a:lnTo>
                    <a:pt x="131" y="0"/>
                  </a:lnTo>
                  <a:lnTo>
                    <a:pt x="263" y="597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2837684" y="4237704"/>
              <a:ext cx="1857" cy="38458"/>
            </a:xfrm>
            <a:custGeom>
              <a:avLst/>
              <a:pathLst>
                <a:path w="1857" h="38458">
                  <a:moveTo>
                    <a:pt x="0" y="38458"/>
                  </a:moveTo>
                  <a:lnTo>
                    <a:pt x="89" y="0"/>
                  </a:lnTo>
                  <a:lnTo>
                    <a:pt x="934" y="9079"/>
                  </a:lnTo>
                  <a:lnTo>
                    <a:pt x="1779" y="5626"/>
                  </a:lnTo>
                  <a:lnTo>
                    <a:pt x="1857" y="384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2842771" y="4245626"/>
              <a:ext cx="145" cy="30536"/>
            </a:xfrm>
            <a:custGeom>
              <a:avLst/>
              <a:pathLst>
                <a:path w="145" h="30536">
                  <a:moveTo>
                    <a:pt x="0" y="30536"/>
                  </a:moveTo>
                  <a:lnTo>
                    <a:pt x="72" y="0"/>
                  </a:lnTo>
                  <a:lnTo>
                    <a:pt x="145" y="3053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2845280" y="4197885"/>
              <a:ext cx="19660" cy="78277"/>
            </a:xfrm>
            <a:custGeom>
              <a:avLst/>
              <a:pathLst>
                <a:path w="19660" h="78277">
                  <a:moveTo>
                    <a:pt x="0" y="78277"/>
                  </a:moveTo>
                  <a:lnTo>
                    <a:pt x="99" y="34930"/>
                  </a:lnTo>
                  <a:lnTo>
                    <a:pt x="944" y="23885"/>
                  </a:lnTo>
                  <a:lnTo>
                    <a:pt x="1790" y="25008"/>
                  </a:lnTo>
                  <a:lnTo>
                    <a:pt x="2635" y="17650"/>
                  </a:lnTo>
                  <a:lnTo>
                    <a:pt x="3480" y="0"/>
                  </a:lnTo>
                  <a:lnTo>
                    <a:pt x="4325" y="19054"/>
                  </a:lnTo>
                  <a:lnTo>
                    <a:pt x="5170" y="23483"/>
                  </a:lnTo>
                  <a:lnTo>
                    <a:pt x="6015" y="43581"/>
                  </a:lnTo>
                  <a:lnTo>
                    <a:pt x="6860" y="32596"/>
                  </a:lnTo>
                  <a:lnTo>
                    <a:pt x="7705" y="22580"/>
                  </a:lnTo>
                  <a:lnTo>
                    <a:pt x="8550" y="31851"/>
                  </a:lnTo>
                  <a:lnTo>
                    <a:pt x="9395" y="37543"/>
                  </a:lnTo>
                  <a:lnTo>
                    <a:pt x="10240" y="49183"/>
                  </a:lnTo>
                  <a:lnTo>
                    <a:pt x="11086" y="39457"/>
                  </a:lnTo>
                  <a:lnTo>
                    <a:pt x="11931" y="32278"/>
                  </a:lnTo>
                  <a:lnTo>
                    <a:pt x="12776" y="11798"/>
                  </a:lnTo>
                  <a:lnTo>
                    <a:pt x="13621" y="1827"/>
                  </a:lnTo>
                  <a:lnTo>
                    <a:pt x="14466" y="12612"/>
                  </a:lnTo>
                  <a:lnTo>
                    <a:pt x="15311" y="23296"/>
                  </a:lnTo>
                  <a:lnTo>
                    <a:pt x="16156" y="39043"/>
                  </a:lnTo>
                  <a:lnTo>
                    <a:pt x="17001" y="40876"/>
                  </a:lnTo>
                  <a:lnTo>
                    <a:pt x="17846" y="34622"/>
                  </a:lnTo>
                  <a:lnTo>
                    <a:pt x="18691" y="33335"/>
                  </a:lnTo>
                  <a:lnTo>
                    <a:pt x="19536" y="22728"/>
                  </a:lnTo>
                  <a:lnTo>
                    <a:pt x="19660" y="7827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2867213" y="4175742"/>
              <a:ext cx="5408" cy="100420"/>
            </a:xfrm>
            <a:custGeom>
              <a:avLst/>
              <a:pathLst>
                <a:path w="5408" h="100420">
                  <a:moveTo>
                    <a:pt x="0" y="100420"/>
                  </a:moveTo>
                  <a:lnTo>
                    <a:pt x="138" y="37118"/>
                  </a:lnTo>
                  <a:lnTo>
                    <a:pt x="983" y="48113"/>
                  </a:lnTo>
                  <a:lnTo>
                    <a:pt x="1828" y="41882"/>
                  </a:lnTo>
                  <a:lnTo>
                    <a:pt x="2673" y="35485"/>
                  </a:lnTo>
                  <a:lnTo>
                    <a:pt x="3518" y="26028"/>
                  </a:lnTo>
                  <a:lnTo>
                    <a:pt x="4363" y="8897"/>
                  </a:lnTo>
                  <a:lnTo>
                    <a:pt x="5208" y="0"/>
                  </a:lnTo>
                  <a:lnTo>
                    <a:pt x="5408" y="1004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2874722" y="4104339"/>
              <a:ext cx="8061" cy="171823"/>
            </a:xfrm>
            <a:custGeom>
              <a:avLst/>
              <a:pathLst>
                <a:path w="8061" h="171823">
                  <a:moveTo>
                    <a:pt x="0" y="171823"/>
                  </a:moveTo>
                  <a:lnTo>
                    <a:pt x="235" y="46493"/>
                  </a:lnTo>
                  <a:lnTo>
                    <a:pt x="1081" y="25894"/>
                  </a:lnTo>
                  <a:lnTo>
                    <a:pt x="1926" y="0"/>
                  </a:lnTo>
                  <a:lnTo>
                    <a:pt x="2771" y="1740"/>
                  </a:lnTo>
                  <a:lnTo>
                    <a:pt x="3616" y="8964"/>
                  </a:lnTo>
                  <a:lnTo>
                    <a:pt x="4461" y="35105"/>
                  </a:lnTo>
                  <a:lnTo>
                    <a:pt x="5306" y="51118"/>
                  </a:lnTo>
                  <a:lnTo>
                    <a:pt x="6151" y="41659"/>
                  </a:lnTo>
                  <a:lnTo>
                    <a:pt x="6996" y="42702"/>
                  </a:lnTo>
                  <a:lnTo>
                    <a:pt x="7841" y="58006"/>
                  </a:lnTo>
                  <a:lnTo>
                    <a:pt x="8061" y="17182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2886655" y="4204401"/>
              <a:ext cx="9581" cy="71761"/>
            </a:xfrm>
            <a:custGeom>
              <a:avLst/>
              <a:pathLst>
                <a:path w="9581" h="71761">
                  <a:moveTo>
                    <a:pt x="0" y="71761"/>
                  </a:moveTo>
                  <a:lnTo>
                    <a:pt x="133" y="10957"/>
                  </a:lnTo>
                  <a:lnTo>
                    <a:pt x="978" y="878"/>
                  </a:lnTo>
                  <a:lnTo>
                    <a:pt x="1823" y="8951"/>
                  </a:lnTo>
                  <a:lnTo>
                    <a:pt x="2668" y="833"/>
                  </a:lnTo>
                  <a:lnTo>
                    <a:pt x="3514" y="0"/>
                  </a:lnTo>
                  <a:lnTo>
                    <a:pt x="4359" y="9683"/>
                  </a:lnTo>
                  <a:lnTo>
                    <a:pt x="5204" y="26"/>
                  </a:lnTo>
                  <a:lnTo>
                    <a:pt x="6049" y="1017"/>
                  </a:lnTo>
                  <a:lnTo>
                    <a:pt x="6894" y="23554"/>
                  </a:lnTo>
                  <a:lnTo>
                    <a:pt x="7739" y="17573"/>
                  </a:lnTo>
                  <a:lnTo>
                    <a:pt x="8584" y="14330"/>
                  </a:lnTo>
                  <a:lnTo>
                    <a:pt x="9429" y="760"/>
                  </a:lnTo>
                  <a:lnTo>
                    <a:pt x="9581" y="7176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2898456" y="4198180"/>
              <a:ext cx="5300" cy="77982"/>
            </a:xfrm>
            <a:custGeom>
              <a:avLst/>
              <a:pathLst>
                <a:path w="5300" h="77982">
                  <a:moveTo>
                    <a:pt x="0" y="77982"/>
                  </a:moveTo>
                  <a:lnTo>
                    <a:pt x="164" y="0"/>
                  </a:lnTo>
                  <a:lnTo>
                    <a:pt x="1009" y="25434"/>
                  </a:lnTo>
                  <a:lnTo>
                    <a:pt x="1854" y="23785"/>
                  </a:lnTo>
                  <a:lnTo>
                    <a:pt x="2699" y="27654"/>
                  </a:lnTo>
                  <a:lnTo>
                    <a:pt x="3544" y="36436"/>
                  </a:lnTo>
                  <a:lnTo>
                    <a:pt x="4389" y="29490"/>
                  </a:lnTo>
                  <a:lnTo>
                    <a:pt x="5234" y="50546"/>
                  </a:lnTo>
                  <a:lnTo>
                    <a:pt x="5300" y="779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2909586" y="4268171"/>
              <a:ext cx="40" cy="7991"/>
            </a:xfrm>
            <a:custGeom>
              <a:avLst/>
              <a:pathLst>
                <a:path w="40" h="7991">
                  <a:moveTo>
                    <a:pt x="0" y="7991"/>
                  </a:moveTo>
                  <a:lnTo>
                    <a:pt x="20" y="0"/>
                  </a:lnTo>
                  <a:lnTo>
                    <a:pt x="40" y="799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2912103" y="4251969"/>
              <a:ext cx="942" cy="24193"/>
            </a:xfrm>
            <a:custGeom>
              <a:avLst/>
              <a:pathLst>
                <a:path w="942" h="24193">
                  <a:moveTo>
                    <a:pt x="0" y="24193"/>
                  </a:moveTo>
                  <a:lnTo>
                    <a:pt x="39" y="8489"/>
                  </a:lnTo>
                  <a:lnTo>
                    <a:pt x="884" y="0"/>
                  </a:lnTo>
                  <a:lnTo>
                    <a:pt x="942" y="2419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2914645" y="4263630"/>
              <a:ext cx="63" cy="12532"/>
            </a:xfrm>
            <a:custGeom>
              <a:avLst/>
              <a:pathLst>
                <a:path w="63" h="12532">
                  <a:moveTo>
                    <a:pt x="0" y="12532"/>
                  </a:moveTo>
                  <a:lnTo>
                    <a:pt x="31" y="0"/>
                  </a:lnTo>
                  <a:lnTo>
                    <a:pt x="63" y="125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2917937" y="4180603"/>
              <a:ext cx="5269" cy="95559"/>
            </a:xfrm>
            <a:custGeom>
              <a:avLst/>
              <a:pathLst>
                <a:path w="5269" h="95559">
                  <a:moveTo>
                    <a:pt x="0" y="95559"/>
                  </a:moveTo>
                  <a:lnTo>
                    <a:pt x="120" y="41892"/>
                  </a:lnTo>
                  <a:lnTo>
                    <a:pt x="965" y="36387"/>
                  </a:lnTo>
                  <a:lnTo>
                    <a:pt x="1810" y="0"/>
                  </a:lnTo>
                  <a:lnTo>
                    <a:pt x="2655" y="8340"/>
                  </a:lnTo>
                  <a:lnTo>
                    <a:pt x="3500" y="14675"/>
                  </a:lnTo>
                  <a:lnTo>
                    <a:pt x="4345" y="38892"/>
                  </a:lnTo>
                  <a:lnTo>
                    <a:pt x="5190" y="62446"/>
                  </a:lnTo>
                  <a:lnTo>
                    <a:pt x="5269" y="9555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2935718" y="4194197"/>
              <a:ext cx="6172" cy="81965"/>
            </a:xfrm>
            <a:custGeom>
              <a:avLst/>
              <a:pathLst>
                <a:path w="6172" h="81965">
                  <a:moveTo>
                    <a:pt x="0" y="81965"/>
                  </a:moveTo>
                  <a:lnTo>
                    <a:pt x="85" y="45326"/>
                  </a:lnTo>
                  <a:lnTo>
                    <a:pt x="931" y="26653"/>
                  </a:lnTo>
                  <a:lnTo>
                    <a:pt x="1776" y="15564"/>
                  </a:lnTo>
                  <a:lnTo>
                    <a:pt x="2621" y="17808"/>
                  </a:lnTo>
                  <a:lnTo>
                    <a:pt x="3466" y="0"/>
                  </a:lnTo>
                  <a:lnTo>
                    <a:pt x="4311" y="12691"/>
                  </a:lnTo>
                  <a:lnTo>
                    <a:pt x="5156" y="4626"/>
                  </a:lnTo>
                  <a:lnTo>
                    <a:pt x="6001" y="224"/>
                  </a:lnTo>
                  <a:lnTo>
                    <a:pt x="6172" y="819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2943277" y="4214407"/>
              <a:ext cx="7874" cy="61755"/>
            </a:xfrm>
            <a:custGeom>
              <a:avLst/>
              <a:pathLst>
                <a:path w="7874" h="61755">
                  <a:moveTo>
                    <a:pt x="0" y="61755"/>
                  </a:moveTo>
                  <a:lnTo>
                    <a:pt x="132" y="1334"/>
                  </a:lnTo>
                  <a:lnTo>
                    <a:pt x="978" y="16061"/>
                  </a:lnTo>
                  <a:lnTo>
                    <a:pt x="1823" y="18708"/>
                  </a:lnTo>
                  <a:lnTo>
                    <a:pt x="2668" y="22150"/>
                  </a:lnTo>
                  <a:lnTo>
                    <a:pt x="3513" y="26076"/>
                  </a:lnTo>
                  <a:lnTo>
                    <a:pt x="4358" y="37019"/>
                  </a:lnTo>
                  <a:lnTo>
                    <a:pt x="5203" y="26612"/>
                  </a:lnTo>
                  <a:lnTo>
                    <a:pt x="6048" y="22790"/>
                  </a:lnTo>
                  <a:lnTo>
                    <a:pt x="6893" y="16132"/>
                  </a:lnTo>
                  <a:lnTo>
                    <a:pt x="7738" y="0"/>
                  </a:lnTo>
                  <a:lnTo>
                    <a:pt x="7874" y="617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2952599" y="4229318"/>
              <a:ext cx="213" cy="46844"/>
            </a:xfrm>
            <a:custGeom>
              <a:avLst/>
              <a:pathLst>
                <a:path w="213" h="46844">
                  <a:moveTo>
                    <a:pt x="0" y="46844"/>
                  </a:moveTo>
                  <a:lnTo>
                    <a:pt x="106" y="0"/>
                  </a:lnTo>
                  <a:lnTo>
                    <a:pt x="213" y="468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2954281" y="4224828"/>
              <a:ext cx="231" cy="51334"/>
            </a:xfrm>
            <a:custGeom>
              <a:avLst/>
              <a:pathLst>
                <a:path w="231" h="51334">
                  <a:moveTo>
                    <a:pt x="0" y="51334"/>
                  </a:moveTo>
                  <a:lnTo>
                    <a:pt x="115" y="0"/>
                  </a:lnTo>
                  <a:lnTo>
                    <a:pt x="231" y="5133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2956779" y="4204868"/>
              <a:ext cx="305" cy="71294"/>
            </a:xfrm>
            <a:custGeom>
              <a:avLst/>
              <a:pathLst>
                <a:path w="305" h="71294">
                  <a:moveTo>
                    <a:pt x="0" y="71294"/>
                  </a:moveTo>
                  <a:lnTo>
                    <a:pt x="152" y="0"/>
                  </a:lnTo>
                  <a:lnTo>
                    <a:pt x="305" y="712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2960887" y="4030726"/>
              <a:ext cx="15579" cy="245436"/>
            </a:xfrm>
            <a:custGeom>
              <a:avLst/>
              <a:pathLst>
                <a:path w="15579" h="245436">
                  <a:moveTo>
                    <a:pt x="0" y="245436"/>
                  </a:moveTo>
                  <a:lnTo>
                    <a:pt x="270" y="93103"/>
                  </a:lnTo>
                  <a:lnTo>
                    <a:pt x="1115" y="80109"/>
                  </a:lnTo>
                  <a:lnTo>
                    <a:pt x="1960" y="52283"/>
                  </a:lnTo>
                  <a:lnTo>
                    <a:pt x="2805" y="31560"/>
                  </a:lnTo>
                  <a:lnTo>
                    <a:pt x="3650" y="0"/>
                  </a:lnTo>
                  <a:lnTo>
                    <a:pt x="4495" y="11832"/>
                  </a:lnTo>
                  <a:lnTo>
                    <a:pt x="5341" y="45896"/>
                  </a:lnTo>
                  <a:lnTo>
                    <a:pt x="6186" y="72220"/>
                  </a:lnTo>
                  <a:lnTo>
                    <a:pt x="7031" y="100566"/>
                  </a:lnTo>
                  <a:lnTo>
                    <a:pt x="7876" y="110785"/>
                  </a:lnTo>
                  <a:lnTo>
                    <a:pt x="8721" y="133347"/>
                  </a:lnTo>
                  <a:lnTo>
                    <a:pt x="9566" y="146719"/>
                  </a:lnTo>
                  <a:lnTo>
                    <a:pt x="10411" y="158877"/>
                  </a:lnTo>
                  <a:lnTo>
                    <a:pt x="11256" y="180931"/>
                  </a:lnTo>
                  <a:lnTo>
                    <a:pt x="12101" y="196262"/>
                  </a:lnTo>
                  <a:lnTo>
                    <a:pt x="12946" y="196411"/>
                  </a:lnTo>
                  <a:lnTo>
                    <a:pt x="13791" y="210510"/>
                  </a:lnTo>
                  <a:lnTo>
                    <a:pt x="14637" y="207643"/>
                  </a:lnTo>
                  <a:lnTo>
                    <a:pt x="15482" y="203400"/>
                  </a:lnTo>
                  <a:lnTo>
                    <a:pt x="15579" y="24543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2978793" y="4212739"/>
              <a:ext cx="2760" cy="63423"/>
            </a:xfrm>
            <a:custGeom>
              <a:avLst/>
              <a:pathLst>
                <a:path w="2760" h="63423">
                  <a:moveTo>
                    <a:pt x="0" y="63423"/>
                  </a:moveTo>
                  <a:lnTo>
                    <a:pt x="110" y="14510"/>
                  </a:lnTo>
                  <a:lnTo>
                    <a:pt x="956" y="9"/>
                  </a:lnTo>
                  <a:lnTo>
                    <a:pt x="1801" y="0"/>
                  </a:lnTo>
                  <a:lnTo>
                    <a:pt x="2646" y="12743"/>
                  </a:lnTo>
                  <a:lnTo>
                    <a:pt x="2760" y="6342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2983791" y="4186630"/>
              <a:ext cx="366" cy="89532"/>
            </a:xfrm>
            <a:custGeom>
              <a:avLst/>
              <a:pathLst>
                <a:path w="366" h="89532">
                  <a:moveTo>
                    <a:pt x="0" y="89532"/>
                  </a:moveTo>
                  <a:lnTo>
                    <a:pt x="183" y="0"/>
                  </a:lnTo>
                  <a:lnTo>
                    <a:pt x="366" y="895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2987156" y="4138647"/>
              <a:ext cx="3831" cy="137515"/>
            </a:xfrm>
            <a:custGeom>
              <a:avLst/>
              <a:pathLst>
                <a:path w="3831" h="137515">
                  <a:moveTo>
                    <a:pt x="0" y="137515"/>
                  </a:moveTo>
                  <a:lnTo>
                    <a:pt x="199" y="37652"/>
                  </a:lnTo>
                  <a:lnTo>
                    <a:pt x="1044" y="53865"/>
                  </a:lnTo>
                  <a:lnTo>
                    <a:pt x="1889" y="42803"/>
                  </a:lnTo>
                  <a:lnTo>
                    <a:pt x="2734" y="28517"/>
                  </a:lnTo>
                  <a:lnTo>
                    <a:pt x="3579" y="0"/>
                  </a:lnTo>
                  <a:lnTo>
                    <a:pt x="3831" y="13751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2992158" y="4126057"/>
              <a:ext cx="3885" cy="150105"/>
            </a:xfrm>
            <a:custGeom>
              <a:avLst/>
              <a:pathLst>
                <a:path w="3885" h="150105">
                  <a:moveTo>
                    <a:pt x="0" y="150105"/>
                  </a:moveTo>
                  <a:lnTo>
                    <a:pt x="267" y="0"/>
                  </a:lnTo>
                  <a:lnTo>
                    <a:pt x="1112" y="3065"/>
                  </a:lnTo>
                  <a:lnTo>
                    <a:pt x="1957" y="17357"/>
                  </a:lnTo>
                  <a:lnTo>
                    <a:pt x="2803" y="8628"/>
                  </a:lnTo>
                  <a:lnTo>
                    <a:pt x="3648" y="23702"/>
                  </a:lnTo>
                  <a:lnTo>
                    <a:pt x="3885" y="1501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2998055" y="4110659"/>
              <a:ext cx="571" cy="165503"/>
            </a:xfrm>
            <a:custGeom>
              <a:avLst/>
              <a:pathLst>
                <a:path w="571" h="165503">
                  <a:moveTo>
                    <a:pt x="0" y="165503"/>
                  </a:moveTo>
                  <a:lnTo>
                    <a:pt x="285" y="0"/>
                  </a:lnTo>
                  <a:lnTo>
                    <a:pt x="571" y="1655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3001505" y="4164528"/>
              <a:ext cx="7169" cy="111635"/>
            </a:xfrm>
            <a:custGeom>
              <a:avLst/>
              <a:pathLst>
                <a:path w="7169" h="111635">
                  <a:moveTo>
                    <a:pt x="0" y="111635"/>
                  </a:moveTo>
                  <a:lnTo>
                    <a:pt x="216" y="0"/>
                  </a:lnTo>
                  <a:lnTo>
                    <a:pt x="1061" y="13852"/>
                  </a:lnTo>
                  <a:lnTo>
                    <a:pt x="1906" y="11210"/>
                  </a:lnTo>
                  <a:lnTo>
                    <a:pt x="2752" y="25016"/>
                  </a:lnTo>
                  <a:lnTo>
                    <a:pt x="3597" y="47549"/>
                  </a:lnTo>
                  <a:lnTo>
                    <a:pt x="4442" y="66461"/>
                  </a:lnTo>
                  <a:lnTo>
                    <a:pt x="5287" y="51508"/>
                  </a:lnTo>
                  <a:lnTo>
                    <a:pt x="6132" y="23118"/>
                  </a:lnTo>
                  <a:lnTo>
                    <a:pt x="6977" y="16617"/>
                  </a:lnTo>
                  <a:lnTo>
                    <a:pt x="7169" y="1116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3010874" y="4108904"/>
              <a:ext cx="16422" cy="167258"/>
            </a:xfrm>
            <a:custGeom>
              <a:avLst/>
              <a:pathLst>
                <a:path w="16422" h="167258">
                  <a:moveTo>
                    <a:pt x="0" y="167258"/>
                  </a:moveTo>
                  <a:lnTo>
                    <a:pt x="143" y="100897"/>
                  </a:lnTo>
                  <a:lnTo>
                    <a:pt x="988" y="108599"/>
                  </a:lnTo>
                  <a:lnTo>
                    <a:pt x="1833" y="99043"/>
                  </a:lnTo>
                  <a:lnTo>
                    <a:pt x="2679" y="92585"/>
                  </a:lnTo>
                  <a:lnTo>
                    <a:pt x="3524" y="70557"/>
                  </a:lnTo>
                  <a:lnTo>
                    <a:pt x="4369" y="53875"/>
                  </a:lnTo>
                  <a:lnTo>
                    <a:pt x="5214" y="53863"/>
                  </a:lnTo>
                  <a:lnTo>
                    <a:pt x="6059" y="36029"/>
                  </a:lnTo>
                  <a:lnTo>
                    <a:pt x="6904" y="45761"/>
                  </a:lnTo>
                  <a:lnTo>
                    <a:pt x="7749" y="50962"/>
                  </a:lnTo>
                  <a:lnTo>
                    <a:pt x="8594" y="27431"/>
                  </a:lnTo>
                  <a:lnTo>
                    <a:pt x="9439" y="28839"/>
                  </a:lnTo>
                  <a:lnTo>
                    <a:pt x="10284" y="18200"/>
                  </a:lnTo>
                  <a:lnTo>
                    <a:pt x="11130" y="9732"/>
                  </a:lnTo>
                  <a:lnTo>
                    <a:pt x="11975" y="0"/>
                  </a:lnTo>
                  <a:lnTo>
                    <a:pt x="12820" y="17579"/>
                  </a:lnTo>
                  <a:lnTo>
                    <a:pt x="13665" y="35449"/>
                  </a:lnTo>
                  <a:lnTo>
                    <a:pt x="14510" y="55676"/>
                  </a:lnTo>
                  <a:lnTo>
                    <a:pt x="15355" y="41635"/>
                  </a:lnTo>
                  <a:lnTo>
                    <a:pt x="16200" y="51936"/>
                  </a:lnTo>
                  <a:lnTo>
                    <a:pt x="16422" y="1672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3030209" y="4143406"/>
              <a:ext cx="7120" cy="132756"/>
            </a:xfrm>
            <a:custGeom>
              <a:avLst/>
              <a:pathLst>
                <a:path w="7120" h="132756">
                  <a:moveTo>
                    <a:pt x="0" y="132756"/>
                  </a:moveTo>
                  <a:lnTo>
                    <a:pt x="245" y="0"/>
                  </a:lnTo>
                  <a:lnTo>
                    <a:pt x="1090" y="34471"/>
                  </a:lnTo>
                  <a:lnTo>
                    <a:pt x="1936" y="26584"/>
                  </a:lnTo>
                  <a:lnTo>
                    <a:pt x="2781" y="13257"/>
                  </a:lnTo>
                  <a:lnTo>
                    <a:pt x="3626" y="36183"/>
                  </a:lnTo>
                  <a:lnTo>
                    <a:pt x="4471" y="57971"/>
                  </a:lnTo>
                  <a:lnTo>
                    <a:pt x="5316" y="71040"/>
                  </a:lnTo>
                  <a:lnTo>
                    <a:pt x="6161" y="70316"/>
                  </a:lnTo>
                  <a:lnTo>
                    <a:pt x="7006" y="82396"/>
                  </a:lnTo>
                  <a:lnTo>
                    <a:pt x="7120" y="13275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3039586" y="4184535"/>
              <a:ext cx="1196" cy="91627"/>
            </a:xfrm>
            <a:custGeom>
              <a:avLst/>
              <a:pathLst>
                <a:path w="1196" h="91627">
                  <a:moveTo>
                    <a:pt x="0" y="91627"/>
                  </a:moveTo>
                  <a:lnTo>
                    <a:pt x="164" y="13380"/>
                  </a:lnTo>
                  <a:lnTo>
                    <a:pt x="1009" y="0"/>
                  </a:lnTo>
                  <a:lnTo>
                    <a:pt x="1196" y="9162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3042147" y="4212538"/>
              <a:ext cx="1908" cy="63624"/>
            </a:xfrm>
            <a:custGeom>
              <a:avLst/>
              <a:pathLst>
                <a:path w="1908" h="63624">
                  <a:moveTo>
                    <a:pt x="0" y="63624"/>
                  </a:moveTo>
                  <a:lnTo>
                    <a:pt x="138" y="0"/>
                  </a:lnTo>
                  <a:lnTo>
                    <a:pt x="983" y="24408"/>
                  </a:lnTo>
                  <a:lnTo>
                    <a:pt x="1829" y="30193"/>
                  </a:lnTo>
                  <a:lnTo>
                    <a:pt x="1908" y="6362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3045588" y="4235515"/>
              <a:ext cx="11129" cy="40647"/>
            </a:xfrm>
            <a:custGeom>
              <a:avLst/>
              <a:pathLst>
                <a:path w="11129" h="40647">
                  <a:moveTo>
                    <a:pt x="0" y="40647"/>
                  </a:moveTo>
                  <a:lnTo>
                    <a:pt x="78" y="7491"/>
                  </a:lnTo>
                  <a:lnTo>
                    <a:pt x="923" y="11933"/>
                  </a:lnTo>
                  <a:lnTo>
                    <a:pt x="1768" y="7393"/>
                  </a:lnTo>
                  <a:lnTo>
                    <a:pt x="2613" y="18996"/>
                  </a:lnTo>
                  <a:lnTo>
                    <a:pt x="3458" y="20993"/>
                  </a:lnTo>
                  <a:lnTo>
                    <a:pt x="4303" y="16273"/>
                  </a:lnTo>
                  <a:lnTo>
                    <a:pt x="5149" y="18778"/>
                  </a:lnTo>
                  <a:lnTo>
                    <a:pt x="5994" y="11669"/>
                  </a:lnTo>
                  <a:lnTo>
                    <a:pt x="6839" y="15513"/>
                  </a:lnTo>
                  <a:lnTo>
                    <a:pt x="7684" y="17024"/>
                  </a:lnTo>
                  <a:lnTo>
                    <a:pt x="8529" y="20207"/>
                  </a:lnTo>
                  <a:lnTo>
                    <a:pt x="9374" y="3915"/>
                  </a:lnTo>
                  <a:lnTo>
                    <a:pt x="10219" y="0"/>
                  </a:lnTo>
                  <a:lnTo>
                    <a:pt x="11064" y="13893"/>
                  </a:lnTo>
                  <a:lnTo>
                    <a:pt x="11129" y="406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3060796" y="4131720"/>
              <a:ext cx="13863" cy="144442"/>
            </a:xfrm>
            <a:custGeom>
              <a:avLst/>
              <a:pathLst>
                <a:path w="13863" h="144442">
                  <a:moveTo>
                    <a:pt x="0" y="144442"/>
                  </a:moveTo>
                  <a:lnTo>
                    <a:pt x="81" y="109946"/>
                  </a:lnTo>
                  <a:lnTo>
                    <a:pt x="926" y="98078"/>
                  </a:lnTo>
                  <a:lnTo>
                    <a:pt x="1771" y="112268"/>
                  </a:lnTo>
                  <a:lnTo>
                    <a:pt x="2616" y="109371"/>
                  </a:lnTo>
                  <a:lnTo>
                    <a:pt x="3461" y="109992"/>
                  </a:lnTo>
                  <a:lnTo>
                    <a:pt x="4306" y="124876"/>
                  </a:lnTo>
                  <a:lnTo>
                    <a:pt x="5151" y="95968"/>
                  </a:lnTo>
                  <a:lnTo>
                    <a:pt x="5997" y="116094"/>
                  </a:lnTo>
                  <a:lnTo>
                    <a:pt x="6842" y="96055"/>
                  </a:lnTo>
                  <a:lnTo>
                    <a:pt x="7687" y="102201"/>
                  </a:lnTo>
                  <a:lnTo>
                    <a:pt x="8532" y="89490"/>
                  </a:lnTo>
                  <a:lnTo>
                    <a:pt x="9377" y="68590"/>
                  </a:lnTo>
                  <a:lnTo>
                    <a:pt x="10222" y="60406"/>
                  </a:lnTo>
                  <a:lnTo>
                    <a:pt x="11067" y="7773"/>
                  </a:lnTo>
                  <a:lnTo>
                    <a:pt x="11912" y="11828"/>
                  </a:lnTo>
                  <a:lnTo>
                    <a:pt x="12757" y="37207"/>
                  </a:lnTo>
                  <a:lnTo>
                    <a:pt x="13602" y="0"/>
                  </a:lnTo>
                  <a:lnTo>
                    <a:pt x="13863" y="1444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3076702" y="4057473"/>
              <a:ext cx="14760" cy="218689"/>
            </a:xfrm>
            <a:custGeom>
              <a:avLst/>
              <a:pathLst>
                <a:path w="14760" h="218689">
                  <a:moveTo>
                    <a:pt x="0" y="218689"/>
                  </a:moveTo>
                  <a:lnTo>
                    <a:pt x="232" y="95701"/>
                  </a:lnTo>
                  <a:lnTo>
                    <a:pt x="1077" y="127444"/>
                  </a:lnTo>
                  <a:lnTo>
                    <a:pt x="1922" y="109497"/>
                  </a:lnTo>
                  <a:lnTo>
                    <a:pt x="2767" y="78842"/>
                  </a:lnTo>
                  <a:lnTo>
                    <a:pt x="3613" y="59601"/>
                  </a:lnTo>
                  <a:lnTo>
                    <a:pt x="4458" y="50722"/>
                  </a:lnTo>
                  <a:lnTo>
                    <a:pt x="5303" y="34264"/>
                  </a:lnTo>
                  <a:lnTo>
                    <a:pt x="6148" y="12579"/>
                  </a:lnTo>
                  <a:lnTo>
                    <a:pt x="6993" y="12998"/>
                  </a:lnTo>
                  <a:lnTo>
                    <a:pt x="7838" y="1589"/>
                  </a:lnTo>
                  <a:lnTo>
                    <a:pt x="8683" y="4478"/>
                  </a:lnTo>
                  <a:lnTo>
                    <a:pt x="9528" y="871"/>
                  </a:lnTo>
                  <a:lnTo>
                    <a:pt x="10373" y="0"/>
                  </a:lnTo>
                  <a:lnTo>
                    <a:pt x="11218" y="28505"/>
                  </a:lnTo>
                  <a:lnTo>
                    <a:pt x="12064" y="74050"/>
                  </a:lnTo>
                  <a:lnTo>
                    <a:pt x="12909" y="96893"/>
                  </a:lnTo>
                  <a:lnTo>
                    <a:pt x="13754" y="117051"/>
                  </a:lnTo>
                  <a:lnTo>
                    <a:pt x="14599" y="142681"/>
                  </a:lnTo>
                  <a:lnTo>
                    <a:pt x="14760" y="21868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3092853" y="4212607"/>
              <a:ext cx="277" cy="63555"/>
            </a:xfrm>
            <a:custGeom>
              <a:avLst/>
              <a:pathLst>
                <a:path w="277" h="63555">
                  <a:moveTo>
                    <a:pt x="0" y="63555"/>
                  </a:moveTo>
                  <a:lnTo>
                    <a:pt x="138" y="0"/>
                  </a:lnTo>
                  <a:lnTo>
                    <a:pt x="277" y="635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3096213" y="4201247"/>
              <a:ext cx="1134" cy="74915"/>
            </a:xfrm>
            <a:custGeom>
              <a:avLst/>
              <a:pathLst>
                <a:path w="1134" h="74915">
                  <a:moveTo>
                    <a:pt x="0" y="74915"/>
                  </a:moveTo>
                  <a:lnTo>
                    <a:pt x="158" y="0"/>
                  </a:lnTo>
                  <a:lnTo>
                    <a:pt x="1003" y="15541"/>
                  </a:lnTo>
                  <a:lnTo>
                    <a:pt x="1134" y="7491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3099611" y="4189319"/>
              <a:ext cx="2855" cy="86843"/>
            </a:xfrm>
            <a:custGeom>
              <a:avLst/>
              <a:pathLst>
                <a:path w="2855" h="86843">
                  <a:moveTo>
                    <a:pt x="0" y="86843"/>
                  </a:moveTo>
                  <a:lnTo>
                    <a:pt x="141" y="21996"/>
                  </a:lnTo>
                  <a:lnTo>
                    <a:pt x="986" y="19116"/>
                  </a:lnTo>
                  <a:lnTo>
                    <a:pt x="1831" y="7242"/>
                  </a:lnTo>
                  <a:lnTo>
                    <a:pt x="2676" y="0"/>
                  </a:lnTo>
                  <a:lnTo>
                    <a:pt x="2855" y="8684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3105530" y="4210130"/>
              <a:ext cx="1125" cy="66032"/>
            </a:xfrm>
            <a:custGeom>
              <a:avLst/>
              <a:pathLst>
                <a:path w="1125" h="66032">
                  <a:moveTo>
                    <a:pt x="0" y="66032"/>
                  </a:moveTo>
                  <a:lnTo>
                    <a:pt x="137" y="3079"/>
                  </a:lnTo>
                  <a:lnTo>
                    <a:pt x="982" y="0"/>
                  </a:lnTo>
                  <a:lnTo>
                    <a:pt x="1125" y="660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3108054" y="4206834"/>
              <a:ext cx="298" cy="69328"/>
            </a:xfrm>
            <a:custGeom>
              <a:avLst/>
              <a:pathLst>
                <a:path w="298" h="69328">
                  <a:moveTo>
                    <a:pt x="0" y="69328"/>
                  </a:moveTo>
                  <a:lnTo>
                    <a:pt x="149" y="0"/>
                  </a:lnTo>
                  <a:lnTo>
                    <a:pt x="298" y="6932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3109751" y="4210694"/>
              <a:ext cx="7033" cy="65468"/>
            </a:xfrm>
            <a:custGeom>
              <a:avLst/>
              <a:pathLst>
                <a:path w="7033" h="65468">
                  <a:moveTo>
                    <a:pt x="0" y="65468"/>
                  </a:moveTo>
                  <a:lnTo>
                    <a:pt x="142" y="0"/>
                  </a:lnTo>
                  <a:lnTo>
                    <a:pt x="987" y="19756"/>
                  </a:lnTo>
                  <a:lnTo>
                    <a:pt x="1832" y="35476"/>
                  </a:lnTo>
                  <a:lnTo>
                    <a:pt x="2677" y="37105"/>
                  </a:lnTo>
                  <a:lnTo>
                    <a:pt x="3522" y="36902"/>
                  </a:lnTo>
                  <a:lnTo>
                    <a:pt x="4367" y="23994"/>
                  </a:lnTo>
                  <a:lnTo>
                    <a:pt x="5212" y="24427"/>
                  </a:lnTo>
                  <a:lnTo>
                    <a:pt x="6057" y="4611"/>
                  </a:lnTo>
                  <a:lnTo>
                    <a:pt x="6902" y="6288"/>
                  </a:lnTo>
                  <a:lnTo>
                    <a:pt x="7033" y="6546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3119099" y="4237334"/>
              <a:ext cx="181" cy="38828"/>
            </a:xfrm>
            <a:custGeom>
              <a:avLst/>
              <a:pathLst>
                <a:path w="181" h="38828">
                  <a:moveTo>
                    <a:pt x="0" y="38828"/>
                  </a:moveTo>
                  <a:lnTo>
                    <a:pt x="90" y="0"/>
                  </a:lnTo>
                  <a:lnTo>
                    <a:pt x="181" y="3882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3120732" y="4207330"/>
              <a:ext cx="2809" cy="68832"/>
            </a:xfrm>
            <a:custGeom>
              <a:avLst/>
              <a:pathLst>
                <a:path w="2809" h="68832">
                  <a:moveTo>
                    <a:pt x="0" y="68832"/>
                  </a:moveTo>
                  <a:lnTo>
                    <a:pt x="146" y="731"/>
                  </a:lnTo>
                  <a:lnTo>
                    <a:pt x="992" y="8214"/>
                  </a:lnTo>
                  <a:lnTo>
                    <a:pt x="1837" y="0"/>
                  </a:lnTo>
                  <a:lnTo>
                    <a:pt x="2682" y="11564"/>
                  </a:lnTo>
                  <a:lnTo>
                    <a:pt x="2809" y="688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3125865" y="4239775"/>
              <a:ext cx="1012" cy="36387"/>
            </a:xfrm>
            <a:custGeom>
              <a:avLst/>
              <a:pathLst>
                <a:path w="1012" h="36387">
                  <a:moveTo>
                    <a:pt x="0" y="36387"/>
                  </a:moveTo>
                  <a:lnTo>
                    <a:pt x="85" y="0"/>
                  </a:lnTo>
                  <a:lnTo>
                    <a:pt x="930" y="1751"/>
                  </a:lnTo>
                  <a:lnTo>
                    <a:pt x="1012" y="3638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3144373" y="4133623"/>
              <a:ext cx="6343" cy="142539"/>
            </a:xfrm>
            <a:custGeom>
              <a:avLst/>
              <a:pathLst>
                <a:path w="6343" h="142539">
                  <a:moveTo>
                    <a:pt x="0" y="142539"/>
                  </a:moveTo>
                  <a:lnTo>
                    <a:pt x="169" y="61372"/>
                  </a:lnTo>
                  <a:lnTo>
                    <a:pt x="1014" y="64508"/>
                  </a:lnTo>
                  <a:lnTo>
                    <a:pt x="1859" y="68476"/>
                  </a:lnTo>
                  <a:lnTo>
                    <a:pt x="2704" y="57878"/>
                  </a:lnTo>
                  <a:lnTo>
                    <a:pt x="3549" y="61310"/>
                  </a:lnTo>
                  <a:lnTo>
                    <a:pt x="4394" y="49641"/>
                  </a:lnTo>
                  <a:lnTo>
                    <a:pt x="5240" y="22351"/>
                  </a:lnTo>
                  <a:lnTo>
                    <a:pt x="6085" y="0"/>
                  </a:lnTo>
                  <a:lnTo>
                    <a:pt x="6343" y="14253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3158761" y="4191150"/>
              <a:ext cx="6169" cy="85012"/>
            </a:xfrm>
            <a:custGeom>
              <a:avLst/>
              <a:pathLst>
                <a:path w="6169" h="85012">
                  <a:moveTo>
                    <a:pt x="0" y="85012"/>
                  </a:moveTo>
                  <a:lnTo>
                    <a:pt x="147" y="16366"/>
                  </a:lnTo>
                  <a:lnTo>
                    <a:pt x="992" y="7952"/>
                  </a:lnTo>
                  <a:lnTo>
                    <a:pt x="1838" y="26209"/>
                  </a:lnTo>
                  <a:lnTo>
                    <a:pt x="2683" y="13825"/>
                  </a:lnTo>
                  <a:lnTo>
                    <a:pt x="3528" y="0"/>
                  </a:lnTo>
                  <a:lnTo>
                    <a:pt x="4373" y="17977"/>
                  </a:lnTo>
                  <a:lnTo>
                    <a:pt x="5218" y="33250"/>
                  </a:lnTo>
                  <a:lnTo>
                    <a:pt x="6063" y="38627"/>
                  </a:lnTo>
                  <a:lnTo>
                    <a:pt x="6169" y="8501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3167286" y="4161658"/>
              <a:ext cx="8728" cy="114504"/>
            </a:xfrm>
            <a:custGeom>
              <a:avLst/>
              <a:pathLst>
                <a:path w="8728" h="114504">
                  <a:moveTo>
                    <a:pt x="0" y="114504"/>
                  </a:moveTo>
                  <a:lnTo>
                    <a:pt x="73" y="83606"/>
                  </a:lnTo>
                  <a:lnTo>
                    <a:pt x="918" y="80546"/>
                  </a:lnTo>
                  <a:lnTo>
                    <a:pt x="1763" y="78359"/>
                  </a:lnTo>
                  <a:lnTo>
                    <a:pt x="2608" y="63771"/>
                  </a:lnTo>
                  <a:lnTo>
                    <a:pt x="3454" y="54558"/>
                  </a:lnTo>
                  <a:lnTo>
                    <a:pt x="4299" y="26563"/>
                  </a:lnTo>
                  <a:lnTo>
                    <a:pt x="5144" y="13859"/>
                  </a:lnTo>
                  <a:lnTo>
                    <a:pt x="5989" y="2190"/>
                  </a:lnTo>
                  <a:lnTo>
                    <a:pt x="6834" y="0"/>
                  </a:lnTo>
                  <a:lnTo>
                    <a:pt x="7679" y="1412"/>
                  </a:lnTo>
                  <a:lnTo>
                    <a:pt x="8524" y="11838"/>
                  </a:lnTo>
                  <a:lnTo>
                    <a:pt x="8728" y="11450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3179030" y="4200301"/>
              <a:ext cx="10383" cy="75861"/>
            </a:xfrm>
            <a:custGeom>
              <a:avLst/>
              <a:pathLst>
                <a:path w="10383" h="75861">
                  <a:moveTo>
                    <a:pt x="0" y="75861"/>
                  </a:moveTo>
                  <a:lnTo>
                    <a:pt x="160" y="0"/>
                  </a:lnTo>
                  <a:lnTo>
                    <a:pt x="1005" y="20381"/>
                  </a:lnTo>
                  <a:lnTo>
                    <a:pt x="1850" y="15447"/>
                  </a:lnTo>
                  <a:lnTo>
                    <a:pt x="2695" y="11780"/>
                  </a:lnTo>
                  <a:lnTo>
                    <a:pt x="3540" y="24530"/>
                  </a:lnTo>
                  <a:lnTo>
                    <a:pt x="4385" y="36712"/>
                  </a:lnTo>
                  <a:lnTo>
                    <a:pt x="5231" y="47196"/>
                  </a:lnTo>
                  <a:lnTo>
                    <a:pt x="6076" y="33957"/>
                  </a:lnTo>
                  <a:lnTo>
                    <a:pt x="6921" y="32142"/>
                  </a:lnTo>
                  <a:lnTo>
                    <a:pt x="7766" y="20182"/>
                  </a:lnTo>
                  <a:lnTo>
                    <a:pt x="8611" y="39804"/>
                  </a:lnTo>
                  <a:lnTo>
                    <a:pt x="9456" y="37605"/>
                  </a:lnTo>
                  <a:lnTo>
                    <a:pt x="10301" y="40918"/>
                  </a:lnTo>
                  <a:lnTo>
                    <a:pt x="10383" y="7586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3191839" y="4254559"/>
              <a:ext cx="3461" cy="21603"/>
            </a:xfrm>
            <a:custGeom>
              <a:avLst/>
              <a:pathLst>
                <a:path w="3461" h="21603">
                  <a:moveTo>
                    <a:pt x="0" y="21603"/>
                  </a:moveTo>
                  <a:lnTo>
                    <a:pt x="28" y="10344"/>
                  </a:lnTo>
                  <a:lnTo>
                    <a:pt x="873" y="9469"/>
                  </a:lnTo>
                  <a:lnTo>
                    <a:pt x="1718" y="2451"/>
                  </a:lnTo>
                  <a:lnTo>
                    <a:pt x="2563" y="6879"/>
                  </a:lnTo>
                  <a:lnTo>
                    <a:pt x="3408" y="0"/>
                  </a:lnTo>
                  <a:lnTo>
                    <a:pt x="3461" y="216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3197708" y="4236058"/>
              <a:ext cx="4393" cy="40104"/>
            </a:xfrm>
            <a:custGeom>
              <a:avLst/>
              <a:pathLst>
                <a:path w="4393" h="40104">
                  <a:moveTo>
                    <a:pt x="0" y="40104"/>
                  </a:moveTo>
                  <a:lnTo>
                    <a:pt x="74" y="8631"/>
                  </a:lnTo>
                  <a:lnTo>
                    <a:pt x="919" y="9084"/>
                  </a:lnTo>
                  <a:lnTo>
                    <a:pt x="1765" y="12223"/>
                  </a:lnTo>
                  <a:lnTo>
                    <a:pt x="2610" y="13145"/>
                  </a:lnTo>
                  <a:lnTo>
                    <a:pt x="3455" y="5106"/>
                  </a:lnTo>
                  <a:lnTo>
                    <a:pt x="4300" y="0"/>
                  </a:lnTo>
                  <a:lnTo>
                    <a:pt x="4393" y="4010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3204374" y="4193277"/>
              <a:ext cx="1186" cy="82885"/>
            </a:xfrm>
            <a:custGeom>
              <a:avLst/>
              <a:pathLst>
                <a:path w="1186" h="82885">
                  <a:moveTo>
                    <a:pt x="0" y="82885"/>
                  </a:moveTo>
                  <a:lnTo>
                    <a:pt x="169" y="1669"/>
                  </a:lnTo>
                  <a:lnTo>
                    <a:pt x="1014" y="0"/>
                  </a:lnTo>
                  <a:lnTo>
                    <a:pt x="1186" y="828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3209462" y="4205412"/>
              <a:ext cx="303" cy="70750"/>
            </a:xfrm>
            <a:custGeom>
              <a:avLst/>
              <a:pathLst>
                <a:path w="303" h="70750">
                  <a:moveTo>
                    <a:pt x="0" y="70750"/>
                  </a:moveTo>
                  <a:lnTo>
                    <a:pt x="151" y="0"/>
                  </a:lnTo>
                  <a:lnTo>
                    <a:pt x="303" y="7075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3212049" y="4232789"/>
              <a:ext cx="199" cy="43373"/>
            </a:xfrm>
            <a:custGeom>
              <a:avLst/>
              <a:pathLst>
                <a:path w="199" h="43373">
                  <a:moveTo>
                    <a:pt x="0" y="43373"/>
                  </a:moveTo>
                  <a:lnTo>
                    <a:pt x="99" y="0"/>
                  </a:lnTo>
                  <a:lnTo>
                    <a:pt x="199" y="4337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3220448" y="4205156"/>
              <a:ext cx="4500" cy="71006"/>
            </a:xfrm>
            <a:custGeom>
              <a:avLst/>
              <a:pathLst>
                <a:path w="4500" h="71006">
                  <a:moveTo>
                    <a:pt x="0" y="71006"/>
                  </a:moveTo>
                  <a:lnTo>
                    <a:pt x="152" y="0"/>
                  </a:lnTo>
                  <a:lnTo>
                    <a:pt x="997" y="8158"/>
                  </a:lnTo>
                  <a:lnTo>
                    <a:pt x="1842" y="1447"/>
                  </a:lnTo>
                  <a:lnTo>
                    <a:pt x="2687" y="5173"/>
                  </a:lnTo>
                  <a:lnTo>
                    <a:pt x="3532" y="15125"/>
                  </a:lnTo>
                  <a:lnTo>
                    <a:pt x="4377" y="16004"/>
                  </a:lnTo>
                  <a:lnTo>
                    <a:pt x="4500" y="710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3227198" y="4198571"/>
              <a:ext cx="1166" cy="77591"/>
            </a:xfrm>
            <a:custGeom>
              <a:avLst/>
              <a:pathLst>
                <a:path w="1166" h="77591">
                  <a:moveTo>
                    <a:pt x="0" y="77591"/>
                  </a:moveTo>
                  <a:lnTo>
                    <a:pt x="163" y="0"/>
                  </a:lnTo>
                  <a:lnTo>
                    <a:pt x="1008" y="3189"/>
                  </a:lnTo>
                  <a:lnTo>
                    <a:pt x="1166" y="7759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3230626" y="4224832"/>
              <a:ext cx="231" cy="51330"/>
            </a:xfrm>
            <a:custGeom>
              <a:avLst/>
              <a:pathLst>
                <a:path w="231" h="51330">
                  <a:moveTo>
                    <a:pt x="0" y="51330"/>
                  </a:moveTo>
                  <a:lnTo>
                    <a:pt x="115" y="0"/>
                  </a:lnTo>
                  <a:lnTo>
                    <a:pt x="231" y="513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3233101" y="4177775"/>
              <a:ext cx="4598" cy="98387"/>
            </a:xfrm>
            <a:custGeom>
              <a:avLst/>
              <a:pathLst>
                <a:path w="4598" h="98387">
                  <a:moveTo>
                    <a:pt x="0" y="98387"/>
                  </a:moveTo>
                  <a:lnTo>
                    <a:pt x="175" y="13463"/>
                  </a:lnTo>
                  <a:lnTo>
                    <a:pt x="1020" y="33069"/>
                  </a:lnTo>
                  <a:lnTo>
                    <a:pt x="1865" y="14651"/>
                  </a:lnTo>
                  <a:lnTo>
                    <a:pt x="2710" y="15870"/>
                  </a:lnTo>
                  <a:lnTo>
                    <a:pt x="3556" y="9091"/>
                  </a:lnTo>
                  <a:lnTo>
                    <a:pt x="4401" y="0"/>
                  </a:lnTo>
                  <a:lnTo>
                    <a:pt x="4598" y="9838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3241527" y="4175328"/>
              <a:ext cx="10452" cy="100834"/>
            </a:xfrm>
            <a:custGeom>
              <a:avLst/>
              <a:pathLst>
                <a:path w="10452" h="100834">
                  <a:moveTo>
                    <a:pt x="0" y="100834"/>
                  </a:moveTo>
                  <a:lnTo>
                    <a:pt x="200" y="0"/>
                  </a:lnTo>
                  <a:lnTo>
                    <a:pt x="1045" y="23836"/>
                  </a:lnTo>
                  <a:lnTo>
                    <a:pt x="1890" y="59802"/>
                  </a:lnTo>
                  <a:lnTo>
                    <a:pt x="2736" y="61379"/>
                  </a:lnTo>
                  <a:lnTo>
                    <a:pt x="3581" y="69858"/>
                  </a:lnTo>
                  <a:lnTo>
                    <a:pt x="4426" y="81864"/>
                  </a:lnTo>
                  <a:lnTo>
                    <a:pt x="5271" y="84631"/>
                  </a:lnTo>
                  <a:lnTo>
                    <a:pt x="6116" y="88776"/>
                  </a:lnTo>
                  <a:lnTo>
                    <a:pt x="6961" y="83591"/>
                  </a:lnTo>
                  <a:lnTo>
                    <a:pt x="7806" y="77526"/>
                  </a:lnTo>
                  <a:lnTo>
                    <a:pt x="8651" y="65145"/>
                  </a:lnTo>
                  <a:lnTo>
                    <a:pt x="9496" y="60892"/>
                  </a:lnTo>
                  <a:lnTo>
                    <a:pt x="10341" y="52306"/>
                  </a:lnTo>
                  <a:lnTo>
                    <a:pt x="10452" y="10083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3253451" y="4228989"/>
              <a:ext cx="215" cy="47173"/>
            </a:xfrm>
            <a:custGeom>
              <a:avLst/>
              <a:pathLst>
                <a:path w="215" h="47173">
                  <a:moveTo>
                    <a:pt x="0" y="47173"/>
                  </a:moveTo>
                  <a:lnTo>
                    <a:pt x="107" y="0"/>
                  </a:lnTo>
                  <a:lnTo>
                    <a:pt x="215" y="4717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3255976" y="4213689"/>
              <a:ext cx="6093" cy="62473"/>
            </a:xfrm>
            <a:custGeom>
              <a:avLst/>
              <a:pathLst>
                <a:path w="6093" h="62473">
                  <a:moveTo>
                    <a:pt x="0" y="62473"/>
                  </a:moveTo>
                  <a:lnTo>
                    <a:pt x="118" y="9777"/>
                  </a:lnTo>
                  <a:lnTo>
                    <a:pt x="963" y="0"/>
                  </a:lnTo>
                  <a:lnTo>
                    <a:pt x="1808" y="11633"/>
                  </a:lnTo>
                  <a:lnTo>
                    <a:pt x="2653" y="24317"/>
                  </a:lnTo>
                  <a:lnTo>
                    <a:pt x="3498" y="29861"/>
                  </a:lnTo>
                  <a:lnTo>
                    <a:pt x="4343" y="40902"/>
                  </a:lnTo>
                  <a:lnTo>
                    <a:pt x="5188" y="36591"/>
                  </a:lnTo>
                  <a:lnTo>
                    <a:pt x="6033" y="38026"/>
                  </a:lnTo>
                  <a:lnTo>
                    <a:pt x="6093" y="6247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3264513" y="4254206"/>
              <a:ext cx="5992" cy="21956"/>
            </a:xfrm>
            <a:custGeom>
              <a:avLst/>
              <a:pathLst>
                <a:path w="5992" h="21956">
                  <a:moveTo>
                    <a:pt x="0" y="21956"/>
                  </a:moveTo>
                  <a:lnTo>
                    <a:pt x="32" y="9143"/>
                  </a:lnTo>
                  <a:lnTo>
                    <a:pt x="877" y="11078"/>
                  </a:lnTo>
                  <a:lnTo>
                    <a:pt x="1722" y="15407"/>
                  </a:lnTo>
                  <a:lnTo>
                    <a:pt x="2567" y="12564"/>
                  </a:lnTo>
                  <a:lnTo>
                    <a:pt x="3412" y="6069"/>
                  </a:lnTo>
                  <a:lnTo>
                    <a:pt x="4257" y="0"/>
                  </a:lnTo>
                  <a:lnTo>
                    <a:pt x="5102" y="1815"/>
                  </a:lnTo>
                  <a:lnTo>
                    <a:pt x="5947" y="4019"/>
                  </a:lnTo>
                  <a:lnTo>
                    <a:pt x="5992" y="2195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3272138" y="4271190"/>
              <a:ext cx="25" cy="4972"/>
            </a:xfrm>
            <a:custGeom>
              <a:avLst/>
              <a:pathLst>
                <a:path w="25" h="4972">
                  <a:moveTo>
                    <a:pt x="0" y="4972"/>
                  </a:moveTo>
                  <a:lnTo>
                    <a:pt x="12" y="0"/>
                  </a:lnTo>
                  <a:lnTo>
                    <a:pt x="25" y="49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3274650" y="4261620"/>
              <a:ext cx="5983" cy="14542"/>
            </a:xfrm>
            <a:custGeom>
              <a:avLst/>
              <a:pathLst>
                <a:path w="5983" h="14542">
                  <a:moveTo>
                    <a:pt x="0" y="14542"/>
                  </a:moveTo>
                  <a:lnTo>
                    <a:pt x="36" y="0"/>
                  </a:lnTo>
                  <a:lnTo>
                    <a:pt x="881" y="4426"/>
                  </a:lnTo>
                  <a:lnTo>
                    <a:pt x="1726" y="6733"/>
                  </a:lnTo>
                  <a:lnTo>
                    <a:pt x="2571" y="12430"/>
                  </a:lnTo>
                  <a:lnTo>
                    <a:pt x="3416" y="4175"/>
                  </a:lnTo>
                  <a:lnTo>
                    <a:pt x="4261" y="6096"/>
                  </a:lnTo>
                  <a:lnTo>
                    <a:pt x="5106" y="22"/>
                  </a:lnTo>
                  <a:lnTo>
                    <a:pt x="5951" y="2129"/>
                  </a:lnTo>
                  <a:lnTo>
                    <a:pt x="5983" y="145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3282272" y="4205256"/>
              <a:ext cx="14538" cy="70906"/>
            </a:xfrm>
            <a:custGeom>
              <a:avLst/>
              <a:pathLst>
                <a:path w="14538" h="70906">
                  <a:moveTo>
                    <a:pt x="0" y="70906"/>
                  </a:moveTo>
                  <a:lnTo>
                    <a:pt x="19" y="63124"/>
                  </a:lnTo>
                  <a:lnTo>
                    <a:pt x="864" y="66666"/>
                  </a:lnTo>
                  <a:lnTo>
                    <a:pt x="1710" y="59147"/>
                  </a:lnTo>
                  <a:lnTo>
                    <a:pt x="2555" y="52812"/>
                  </a:lnTo>
                  <a:lnTo>
                    <a:pt x="3400" y="49988"/>
                  </a:lnTo>
                  <a:lnTo>
                    <a:pt x="4245" y="38011"/>
                  </a:lnTo>
                  <a:lnTo>
                    <a:pt x="5090" y="27095"/>
                  </a:lnTo>
                  <a:lnTo>
                    <a:pt x="5935" y="15407"/>
                  </a:lnTo>
                  <a:lnTo>
                    <a:pt x="6780" y="21102"/>
                  </a:lnTo>
                  <a:lnTo>
                    <a:pt x="7625" y="23358"/>
                  </a:lnTo>
                  <a:lnTo>
                    <a:pt x="8470" y="15559"/>
                  </a:lnTo>
                  <a:lnTo>
                    <a:pt x="9315" y="15234"/>
                  </a:lnTo>
                  <a:lnTo>
                    <a:pt x="10160" y="41526"/>
                  </a:lnTo>
                  <a:lnTo>
                    <a:pt x="11006" y="37664"/>
                  </a:lnTo>
                  <a:lnTo>
                    <a:pt x="11851" y="52103"/>
                  </a:lnTo>
                  <a:lnTo>
                    <a:pt x="12696" y="27388"/>
                  </a:lnTo>
                  <a:lnTo>
                    <a:pt x="13541" y="2908"/>
                  </a:lnTo>
                  <a:lnTo>
                    <a:pt x="14386" y="0"/>
                  </a:lnTo>
                  <a:lnTo>
                    <a:pt x="14538" y="709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3299918" y="4222166"/>
              <a:ext cx="241" cy="53996"/>
            </a:xfrm>
            <a:custGeom>
              <a:avLst/>
              <a:pathLst>
                <a:path w="241" h="53996">
                  <a:moveTo>
                    <a:pt x="0" y="53996"/>
                  </a:moveTo>
                  <a:lnTo>
                    <a:pt x="120" y="0"/>
                  </a:lnTo>
                  <a:lnTo>
                    <a:pt x="241" y="5399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3315972" y="4220827"/>
              <a:ext cx="6149" cy="55335"/>
            </a:xfrm>
            <a:custGeom>
              <a:avLst/>
              <a:pathLst>
                <a:path w="6149" h="55335">
                  <a:moveTo>
                    <a:pt x="0" y="55335"/>
                  </a:moveTo>
                  <a:lnTo>
                    <a:pt x="123" y="0"/>
                  </a:lnTo>
                  <a:lnTo>
                    <a:pt x="968" y="19855"/>
                  </a:lnTo>
                  <a:lnTo>
                    <a:pt x="1813" y="11052"/>
                  </a:lnTo>
                  <a:lnTo>
                    <a:pt x="2658" y="12657"/>
                  </a:lnTo>
                  <a:lnTo>
                    <a:pt x="3503" y="29330"/>
                  </a:lnTo>
                  <a:lnTo>
                    <a:pt x="4348" y="19846"/>
                  </a:lnTo>
                  <a:lnTo>
                    <a:pt x="5193" y="24066"/>
                  </a:lnTo>
                  <a:lnTo>
                    <a:pt x="6039" y="6837"/>
                  </a:lnTo>
                  <a:lnTo>
                    <a:pt x="6149" y="553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3343798" y="4184953"/>
              <a:ext cx="371" cy="91209"/>
            </a:xfrm>
            <a:custGeom>
              <a:avLst/>
              <a:pathLst>
                <a:path w="371" h="91209">
                  <a:moveTo>
                    <a:pt x="0" y="91209"/>
                  </a:moveTo>
                  <a:lnTo>
                    <a:pt x="185" y="0"/>
                  </a:lnTo>
                  <a:lnTo>
                    <a:pt x="371" y="9120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3348860" y="4123536"/>
              <a:ext cx="20682" cy="152626"/>
            </a:xfrm>
            <a:custGeom>
              <a:avLst/>
              <a:pathLst>
                <a:path w="20682" h="152626">
                  <a:moveTo>
                    <a:pt x="0" y="152626"/>
                  </a:moveTo>
                  <a:lnTo>
                    <a:pt x="194" y="55770"/>
                  </a:lnTo>
                  <a:lnTo>
                    <a:pt x="1039" y="57486"/>
                  </a:lnTo>
                  <a:lnTo>
                    <a:pt x="1884" y="63581"/>
                  </a:lnTo>
                  <a:lnTo>
                    <a:pt x="2729" y="88469"/>
                  </a:lnTo>
                  <a:lnTo>
                    <a:pt x="3575" y="88525"/>
                  </a:lnTo>
                  <a:lnTo>
                    <a:pt x="4420" y="88088"/>
                  </a:lnTo>
                  <a:lnTo>
                    <a:pt x="5265" y="105763"/>
                  </a:lnTo>
                  <a:lnTo>
                    <a:pt x="6110" y="89281"/>
                  </a:lnTo>
                  <a:lnTo>
                    <a:pt x="6955" y="83622"/>
                  </a:lnTo>
                  <a:lnTo>
                    <a:pt x="7800" y="80243"/>
                  </a:lnTo>
                  <a:lnTo>
                    <a:pt x="8645" y="73109"/>
                  </a:lnTo>
                  <a:lnTo>
                    <a:pt x="9490" y="76645"/>
                  </a:lnTo>
                  <a:lnTo>
                    <a:pt x="10335" y="47016"/>
                  </a:lnTo>
                  <a:lnTo>
                    <a:pt x="11180" y="20895"/>
                  </a:lnTo>
                  <a:lnTo>
                    <a:pt x="12025" y="0"/>
                  </a:lnTo>
                  <a:lnTo>
                    <a:pt x="12871" y="20755"/>
                  </a:lnTo>
                  <a:lnTo>
                    <a:pt x="13716" y="53174"/>
                  </a:lnTo>
                  <a:lnTo>
                    <a:pt x="14561" y="58864"/>
                  </a:lnTo>
                  <a:lnTo>
                    <a:pt x="15406" y="49147"/>
                  </a:lnTo>
                  <a:lnTo>
                    <a:pt x="16251" y="43107"/>
                  </a:lnTo>
                  <a:lnTo>
                    <a:pt x="17096" y="17936"/>
                  </a:lnTo>
                  <a:lnTo>
                    <a:pt x="17941" y="3538"/>
                  </a:lnTo>
                  <a:lnTo>
                    <a:pt x="18786" y="35693"/>
                  </a:lnTo>
                  <a:lnTo>
                    <a:pt x="19631" y="59035"/>
                  </a:lnTo>
                  <a:lnTo>
                    <a:pt x="20476" y="48822"/>
                  </a:lnTo>
                  <a:lnTo>
                    <a:pt x="20682" y="15262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3372522" y="4179505"/>
              <a:ext cx="388" cy="96658"/>
            </a:xfrm>
            <a:custGeom>
              <a:avLst/>
              <a:pathLst>
                <a:path w="388" h="96658">
                  <a:moveTo>
                    <a:pt x="0" y="96658"/>
                  </a:moveTo>
                  <a:lnTo>
                    <a:pt x="194" y="0"/>
                  </a:lnTo>
                  <a:lnTo>
                    <a:pt x="388" y="966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3375145" y="4223483"/>
              <a:ext cx="3605" cy="52679"/>
            </a:xfrm>
            <a:custGeom>
              <a:avLst/>
              <a:pathLst>
                <a:path w="3605" h="52679">
                  <a:moveTo>
                    <a:pt x="0" y="52679"/>
                  </a:moveTo>
                  <a:lnTo>
                    <a:pt x="106" y="5778"/>
                  </a:lnTo>
                  <a:lnTo>
                    <a:pt x="952" y="17024"/>
                  </a:lnTo>
                  <a:lnTo>
                    <a:pt x="1797" y="6407"/>
                  </a:lnTo>
                  <a:lnTo>
                    <a:pt x="2642" y="12909"/>
                  </a:lnTo>
                  <a:lnTo>
                    <a:pt x="3487" y="0"/>
                  </a:lnTo>
                  <a:lnTo>
                    <a:pt x="3605" y="5267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3380120" y="4173804"/>
              <a:ext cx="1243" cy="102358"/>
            </a:xfrm>
            <a:custGeom>
              <a:avLst/>
              <a:pathLst>
                <a:path w="1243" h="102358">
                  <a:moveTo>
                    <a:pt x="0" y="102358"/>
                  </a:moveTo>
                  <a:lnTo>
                    <a:pt x="203" y="0"/>
                  </a:lnTo>
                  <a:lnTo>
                    <a:pt x="1048" y="4988"/>
                  </a:lnTo>
                  <a:lnTo>
                    <a:pt x="1243" y="1023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3382640" y="4163905"/>
              <a:ext cx="435" cy="112257"/>
            </a:xfrm>
            <a:custGeom>
              <a:avLst/>
              <a:pathLst>
                <a:path w="435" h="112257">
                  <a:moveTo>
                    <a:pt x="0" y="112257"/>
                  </a:moveTo>
                  <a:lnTo>
                    <a:pt x="217" y="0"/>
                  </a:lnTo>
                  <a:lnTo>
                    <a:pt x="435" y="11225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3386088" y="4171549"/>
              <a:ext cx="4510" cy="104613"/>
            </a:xfrm>
            <a:custGeom>
              <a:avLst/>
              <a:pathLst>
                <a:path w="4510" h="104613">
                  <a:moveTo>
                    <a:pt x="0" y="104613"/>
                  </a:moveTo>
                  <a:lnTo>
                    <a:pt x="150" y="34759"/>
                  </a:lnTo>
                  <a:lnTo>
                    <a:pt x="995" y="10804"/>
                  </a:lnTo>
                  <a:lnTo>
                    <a:pt x="1840" y="8048"/>
                  </a:lnTo>
                  <a:lnTo>
                    <a:pt x="2685" y="0"/>
                  </a:lnTo>
                  <a:lnTo>
                    <a:pt x="3530" y="13316"/>
                  </a:lnTo>
                  <a:lnTo>
                    <a:pt x="4375" y="43278"/>
                  </a:lnTo>
                  <a:lnTo>
                    <a:pt x="4510" y="1046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3392011" y="4200354"/>
              <a:ext cx="7002" cy="75808"/>
            </a:xfrm>
            <a:custGeom>
              <a:avLst/>
              <a:pathLst>
                <a:path w="7002" h="75808">
                  <a:moveTo>
                    <a:pt x="0" y="75808"/>
                  </a:moveTo>
                  <a:lnTo>
                    <a:pt x="143" y="9721"/>
                  </a:lnTo>
                  <a:lnTo>
                    <a:pt x="988" y="11284"/>
                  </a:lnTo>
                  <a:lnTo>
                    <a:pt x="1833" y="13356"/>
                  </a:lnTo>
                  <a:lnTo>
                    <a:pt x="2678" y="25771"/>
                  </a:lnTo>
                  <a:lnTo>
                    <a:pt x="3523" y="12090"/>
                  </a:lnTo>
                  <a:lnTo>
                    <a:pt x="4368" y="0"/>
                  </a:lnTo>
                  <a:lnTo>
                    <a:pt x="5213" y="25048"/>
                  </a:lnTo>
                  <a:lnTo>
                    <a:pt x="6058" y="28131"/>
                  </a:lnTo>
                  <a:lnTo>
                    <a:pt x="6904" y="33330"/>
                  </a:lnTo>
                  <a:lnTo>
                    <a:pt x="7002" y="7580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3400471" y="4187960"/>
              <a:ext cx="4535" cy="88202"/>
            </a:xfrm>
            <a:custGeom>
              <a:avLst/>
              <a:pathLst>
                <a:path w="4535" h="88202">
                  <a:moveTo>
                    <a:pt x="0" y="88202"/>
                  </a:moveTo>
                  <a:lnTo>
                    <a:pt x="133" y="27523"/>
                  </a:lnTo>
                  <a:lnTo>
                    <a:pt x="978" y="34233"/>
                  </a:lnTo>
                  <a:lnTo>
                    <a:pt x="1823" y="25678"/>
                  </a:lnTo>
                  <a:lnTo>
                    <a:pt x="2668" y="22981"/>
                  </a:lnTo>
                  <a:lnTo>
                    <a:pt x="3513" y="0"/>
                  </a:lnTo>
                  <a:lnTo>
                    <a:pt x="4358" y="2651"/>
                  </a:lnTo>
                  <a:lnTo>
                    <a:pt x="4535" y="882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3407229" y="4213908"/>
              <a:ext cx="7002" cy="62254"/>
            </a:xfrm>
            <a:custGeom>
              <a:avLst/>
              <a:pathLst>
                <a:path w="7002" h="62254">
                  <a:moveTo>
                    <a:pt x="0" y="62254"/>
                  </a:moveTo>
                  <a:lnTo>
                    <a:pt x="136" y="0"/>
                  </a:lnTo>
                  <a:lnTo>
                    <a:pt x="981" y="6312"/>
                  </a:lnTo>
                  <a:lnTo>
                    <a:pt x="1826" y="22157"/>
                  </a:lnTo>
                  <a:lnTo>
                    <a:pt x="2671" y="21032"/>
                  </a:lnTo>
                  <a:lnTo>
                    <a:pt x="3516" y="13071"/>
                  </a:lnTo>
                  <a:lnTo>
                    <a:pt x="4361" y="1816"/>
                  </a:lnTo>
                  <a:lnTo>
                    <a:pt x="5206" y="7955"/>
                  </a:lnTo>
                  <a:lnTo>
                    <a:pt x="6051" y="5130"/>
                  </a:lnTo>
                  <a:lnTo>
                    <a:pt x="6897" y="15904"/>
                  </a:lnTo>
                  <a:lnTo>
                    <a:pt x="7002" y="6225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3416565" y="4192782"/>
              <a:ext cx="8621" cy="83380"/>
            </a:xfrm>
            <a:custGeom>
              <a:avLst/>
              <a:pathLst>
                <a:path w="8621" h="83380">
                  <a:moveTo>
                    <a:pt x="0" y="83380"/>
                  </a:moveTo>
                  <a:lnTo>
                    <a:pt x="96" y="41760"/>
                  </a:lnTo>
                  <a:lnTo>
                    <a:pt x="941" y="32755"/>
                  </a:lnTo>
                  <a:lnTo>
                    <a:pt x="1786" y="30233"/>
                  </a:lnTo>
                  <a:lnTo>
                    <a:pt x="2631" y="22189"/>
                  </a:lnTo>
                  <a:lnTo>
                    <a:pt x="3476" y="8555"/>
                  </a:lnTo>
                  <a:lnTo>
                    <a:pt x="4321" y="0"/>
                  </a:lnTo>
                  <a:lnTo>
                    <a:pt x="5166" y="11696"/>
                  </a:lnTo>
                  <a:lnTo>
                    <a:pt x="6011" y="23943"/>
                  </a:lnTo>
                  <a:lnTo>
                    <a:pt x="6857" y="35148"/>
                  </a:lnTo>
                  <a:lnTo>
                    <a:pt x="7702" y="41077"/>
                  </a:lnTo>
                  <a:lnTo>
                    <a:pt x="8547" y="52139"/>
                  </a:lnTo>
                  <a:lnTo>
                    <a:pt x="8621" y="833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3427571" y="4183357"/>
              <a:ext cx="9540" cy="92805"/>
            </a:xfrm>
            <a:custGeom>
              <a:avLst/>
              <a:pathLst>
                <a:path w="9540" h="92805">
                  <a:moveTo>
                    <a:pt x="0" y="92805"/>
                  </a:moveTo>
                  <a:lnTo>
                    <a:pt x="77" y="60279"/>
                  </a:lnTo>
                  <a:lnTo>
                    <a:pt x="922" y="52099"/>
                  </a:lnTo>
                  <a:lnTo>
                    <a:pt x="1767" y="49145"/>
                  </a:lnTo>
                  <a:lnTo>
                    <a:pt x="2612" y="23230"/>
                  </a:lnTo>
                  <a:lnTo>
                    <a:pt x="3457" y="22963"/>
                  </a:lnTo>
                  <a:lnTo>
                    <a:pt x="4302" y="32328"/>
                  </a:lnTo>
                  <a:lnTo>
                    <a:pt x="5147" y="36128"/>
                  </a:lnTo>
                  <a:lnTo>
                    <a:pt x="5992" y="36266"/>
                  </a:lnTo>
                  <a:lnTo>
                    <a:pt x="6837" y="5572"/>
                  </a:lnTo>
                  <a:lnTo>
                    <a:pt x="7683" y="0"/>
                  </a:lnTo>
                  <a:lnTo>
                    <a:pt x="8528" y="2344"/>
                  </a:lnTo>
                  <a:lnTo>
                    <a:pt x="9373" y="12863"/>
                  </a:lnTo>
                  <a:lnTo>
                    <a:pt x="9540" y="928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3439352" y="4218937"/>
              <a:ext cx="1093" cy="57225"/>
            </a:xfrm>
            <a:custGeom>
              <a:avLst/>
              <a:pathLst>
                <a:path w="1093" h="57225">
                  <a:moveTo>
                    <a:pt x="0" y="57225"/>
                  </a:moveTo>
                  <a:lnTo>
                    <a:pt x="126" y="0"/>
                  </a:lnTo>
                  <a:lnTo>
                    <a:pt x="972" y="2961"/>
                  </a:lnTo>
                  <a:lnTo>
                    <a:pt x="1093" y="5722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3441894" y="4211825"/>
              <a:ext cx="6176" cy="64337"/>
            </a:xfrm>
            <a:custGeom>
              <a:avLst/>
              <a:pathLst>
                <a:path w="6176" h="64337">
                  <a:moveTo>
                    <a:pt x="0" y="64337"/>
                  </a:moveTo>
                  <a:lnTo>
                    <a:pt x="120" y="10642"/>
                  </a:lnTo>
                  <a:lnTo>
                    <a:pt x="965" y="14452"/>
                  </a:lnTo>
                  <a:lnTo>
                    <a:pt x="1810" y="17699"/>
                  </a:lnTo>
                  <a:lnTo>
                    <a:pt x="2655" y="11630"/>
                  </a:lnTo>
                  <a:lnTo>
                    <a:pt x="3500" y="8182"/>
                  </a:lnTo>
                  <a:lnTo>
                    <a:pt x="4345" y="8246"/>
                  </a:lnTo>
                  <a:lnTo>
                    <a:pt x="5190" y="2798"/>
                  </a:lnTo>
                  <a:lnTo>
                    <a:pt x="6035" y="0"/>
                  </a:lnTo>
                  <a:lnTo>
                    <a:pt x="6176" y="6433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3450332" y="4215310"/>
              <a:ext cx="5268" cy="60852"/>
            </a:xfrm>
            <a:custGeom>
              <a:avLst/>
              <a:pathLst>
                <a:path w="5268" h="60852">
                  <a:moveTo>
                    <a:pt x="0" y="60852"/>
                  </a:moveTo>
                  <a:lnTo>
                    <a:pt x="133" y="0"/>
                  </a:lnTo>
                  <a:lnTo>
                    <a:pt x="978" y="8828"/>
                  </a:lnTo>
                  <a:lnTo>
                    <a:pt x="1823" y="23053"/>
                  </a:lnTo>
                  <a:lnTo>
                    <a:pt x="2669" y="33940"/>
                  </a:lnTo>
                  <a:lnTo>
                    <a:pt x="3514" y="44862"/>
                  </a:lnTo>
                  <a:lnTo>
                    <a:pt x="4359" y="43552"/>
                  </a:lnTo>
                  <a:lnTo>
                    <a:pt x="5204" y="34048"/>
                  </a:lnTo>
                  <a:lnTo>
                    <a:pt x="5268" y="6085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3457145" y="4231380"/>
              <a:ext cx="3546" cy="44782"/>
            </a:xfrm>
            <a:custGeom>
              <a:avLst/>
              <a:pathLst>
                <a:path w="3546" h="44782">
                  <a:moveTo>
                    <a:pt x="0" y="44782"/>
                  </a:moveTo>
                  <a:lnTo>
                    <a:pt x="81" y="10222"/>
                  </a:lnTo>
                  <a:lnTo>
                    <a:pt x="926" y="11612"/>
                  </a:lnTo>
                  <a:lnTo>
                    <a:pt x="1771" y="1121"/>
                  </a:lnTo>
                  <a:lnTo>
                    <a:pt x="2616" y="0"/>
                  </a:lnTo>
                  <a:lnTo>
                    <a:pt x="3461" y="8803"/>
                  </a:lnTo>
                  <a:lnTo>
                    <a:pt x="3546" y="447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3468890" y="4196111"/>
              <a:ext cx="2022" cy="80051"/>
            </a:xfrm>
            <a:custGeom>
              <a:avLst/>
              <a:pathLst>
                <a:path w="2022" h="80051">
                  <a:moveTo>
                    <a:pt x="0" y="80051"/>
                  </a:moveTo>
                  <a:lnTo>
                    <a:pt x="167" y="0"/>
                  </a:lnTo>
                  <a:lnTo>
                    <a:pt x="1012" y="3196"/>
                  </a:lnTo>
                  <a:lnTo>
                    <a:pt x="1857" y="1778"/>
                  </a:lnTo>
                  <a:lnTo>
                    <a:pt x="2022" y="8005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3473976" y="4188822"/>
              <a:ext cx="9522" cy="87340"/>
            </a:xfrm>
            <a:custGeom>
              <a:avLst/>
              <a:pathLst>
                <a:path w="9522" h="87340">
                  <a:moveTo>
                    <a:pt x="0" y="87340"/>
                  </a:moveTo>
                  <a:lnTo>
                    <a:pt x="151" y="16552"/>
                  </a:lnTo>
                  <a:lnTo>
                    <a:pt x="996" y="4460"/>
                  </a:lnTo>
                  <a:lnTo>
                    <a:pt x="1841" y="0"/>
                  </a:lnTo>
                  <a:lnTo>
                    <a:pt x="2686" y="14828"/>
                  </a:lnTo>
                  <a:lnTo>
                    <a:pt x="3532" y="18933"/>
                  </a:lnTo>
                  <a:lnTo>
                    <a:pt x="4377" y="18981"/>
                  </a:lnTo>
                  <a:lnTo>
                    <a:pt x="5222" y="16919"/>
                  </a:lnTo>
                  <a:lnTo>
                    <a:pt x="6067" y="29468"/>
                  </a:lnTo>
                  <a:lnTo>
                    <a:pt x="6912" y="70635"/>
                  </a:lnTo>
                  <a:lnTo>
                    <a:pt x="7757" y="78556"/>
                  </a:lnTo>
                  <a:lnTo>
                    <a:pt x="8602" y="66694"/>
                  </a:lnTo>
                  <a:lnTo>
                    <a:pt x="9447" y="55847"/>
                  </a:lnTo>
                  <a:lnTo>
                    <a:pt x="9522" y="8734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3484955" y="4201389"/>
              <a:ext cx="1953" cy="74773"/>
            </a:xfrm>
            <a:custGeom>
              <a:avLst/>
              <a:pathLst>
                <a:path w="1953" h="74773">
                  <a:moveTo>
                    <a:pt x="0" y="74773"/>
                  </a:moveTo>
                  <a:lnTo>
                    <a:pt x="158" y="0"/>
                  </a:lnTo>
                  <a:lnTo>
                    <a:pt x="1003" y="22920"/>
                  </a:lnTo>
                  <a:lnTo>
                    <a:pt x="1848" y="29136"/>
                  </a:lnTo>
                  <a:lnTo>
                    <a:pt x="1953" y="7477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3488406" y="4213245"/>
              <a:ext cx="16275" cy="62917"/>
            </a:xfrm>
            <a:custGeom>
              <a:avLst/>
              <a:pathLst>
                <a:path w="16275" h="62917">
                  <a:moveTo>
                    <a:pt x="0" y="62917"/>
                  </a:moveTo>
                  <a:lnTo>
                    <a:pt x="88" y="24945"/>
                  </a:lnTo>
                  <a:lnTo>
                    <a:pt x="933" y="28931"/>
                  </a:lnTo>
                  <a:lnTo>
                    <a:pt x="1778" y="34457"/>
                  </a:lnTo>
                  <a:lnTo>
                    <a:pt x="2624" y="16704"/>
                  </a:lnTo>
                  <a:lnTo>
                    <a:pt x="3469" y="10643"/>
                  </a:lnTo>
                  <a:lnTo>
                    <a:pt x="4314" y="8546"/>
                  </a:lnTo>
                  <a:lnTo>
                    <a:pt x="5159" y="24449"/>
                  </a:lnTo>
                  <a:lnTo>
                    <a:pt x="6004" y="31674"/>
                  </a:lnTo>
                  <a:lnTo>
                    <a:pt x="6849" y="19006"/>
                  </a:lnTo>
                  <a:lnTo>
                    <a:pt x="7694" y="24019"/>
                  </a:lnTo>
                  <a:lnTo>
                    <a:pt x="8539" y="22824"/>
                  </a:lnTo>
                  <a:lnTo>
                    <a:pt x="9384" y="0"/>
                  </a:lnTo>
                  <a:lnTo>
                    <a:pt x="10229" y="1112"/>
                  </a:lnTo>
                  <a:lnTo>
                    <a:pt x="11074" y="12333"/>
                  </a:lnTo>
                  <a:lnTo>
                    <a:pt x="11920" y="14230"/>
                  </a:lnTo>
                  <a:lnTo>
                    <a:pt x="12765" y="29506"/>
                  </a:lnTo>
                  <a:lnTo>
                    <a:pt x="13610" y="20392"/>
                  </a:lnTo>
                  <a:lnTo>
                    <a:pt x="14455" y="18638"/>
                  </a:lnTo>
                  <a:lnTo>
                    <a:pt x="15300" y="393"/>
                  </a:lnTo>
                  <a:lnTo>
                    <a:pt x="16145" y="4244"/>
                  </a:lnTo>
                  <a:lnTo>
                    <a:pt x="16275" y="6291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3506081" y="4176546"/>
              <a:ext cx="2049" cy="99616"/>
            </a:xfrm>
            <a:custGeom>
              <a:avLst/>
              <a:pathLst>
                <a:path w="2049" h="99616">
                  <a:moveTo>
                    <a:pt x="0" y="99616"/>
                  </a:moveTo>
                  <a:lnTo>
                    <a:pt x="160" y="23586"/>
                  </a:lnTo>
                  <a:lnTo>
                    <a:pt x="1005" y="12061"/>
                  </a:lnTo>
                  <a:lnTo>
                    <a:pt x="1850" y="0"/>
                  </a:lnTo>
                  <a:lnTo>
                    <a:pt x="2049" y="9961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3513809" y="4139305"/>
              <a:ext cx="6126" cy="136857"/>
            </a:xfrm>
            <a:custGeom>
              <a:avLst/>
              <a:pathLst>
                <a:path w="6126" h="136857">
                  <a:moveTo>
                    <a:pt x="0" y="136857"/>
                  </a:moveTo>
                  <a:lnTo>
                    <a:pt x="38" y="121409"/>
                  </a:lnTo>
                  <a:lnTo>
                    <a:pt x="883" y="118973"/>
                  </a:lnTo>
                  <a:lnTo>
                    <a:pt x="1728" y="104259"/>
                  </a:lnTo>
                  <a:lnTo>
                    <a:pt x="2573" y="82299"/>
                  </a:lnTo>
                  <a:lnTo>
                    <a:pt x="3418" y="18371"/>
                  </a:lnTo>
                  <a:lnTo>
                    <a:pt x="4263" y="0"/>
                  </a:lnTo>
                  <a:lnTo>
                    <a:pt x="5109" y="22585"/>
                  </a:lnTo>
                  <a:lnTo>
                    <a:pt x="5954" y="54097"/>
                  </a:lnTo>
                  <a:lnTo>
                    <a:pt x="6126" y="13685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3525579" y="4232766"/>
              <a:ext cx="199" cy="43396"/>
            </a:xfrm>
            <a:custGeom>
              <a:avLst/>
              <a:pathLst>
                <a:path w="199" h="43396">
                  <a:moveTo>
                    <a:pt x="0" y="43396"/>
                  </a:moveTo>
                  <a:lnTo>
                    <a:pt x="99" y="0"/>
                  </a:lnTo>
                  <a:lnTo>
                    <a:pt x="199" y="4339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3528140" y="4240889"/>
              <a:ext cx="1002" cy="35273"/>
            </a:xfrm>
            <a:custGeom>
              <a:avLst/>
              <a:pathLst>
                <a:path w="1002" h="35273">
                  <a:moveTo>
                    <a:pt x="0" y="35273"/>
                  </a:moveTo>
                  <a:lnTo>
                    <a:pt x="74" y="4203"/>
                  </a:lnTo>
                  <a:lnTo>
                    <a:pt x="919" y="0"/>
                  </a:lnTo>
                  <a:lnTo>
                    <a:pt x="1002" y="3527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3533232" y="4254668"/>
              <a:ext cx="105" cy="21494"/>
            </a:xfrm>
            <a:custGeom>
              <a:avLst/>
              <a:pathLst>
                <a:path w="105" h="21494">
                  <a:moveTo>
                    <a:pt x="0" y="21494"/>
                  </a:moveTo>
                  <a:lnTo>
                    <a:pt x="52" y="0"/>
                  </a:lnTo>
                  <a:lnTo>
                    <a:pt x="105" y="214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3535781" y="4260454"/>
              <a:ext cx="78" cy="15709"/>
            </a:xfrm>
            <a:custGeom>
              <a:avLst/>
              <a:pathLst>
                <a:path w="78" h="15709">
                  <a:moveTo>
                    <a:pt x="0" y="15709"/>
                  </a:moveTo>
                  <a:lnTo>
                    <a:pt x="39" y="0"/>
                  </a:lnTo>
                  <a:lnTo>
                    <a:pt x="78" y="1570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3538319" y="4255162"/>
              <a:ext cx="932" cy="21000"/>
            </a:xfrm>
            <a:custGeom>
              <a:avLst/>
              <a:pathLst>
                <a:path w="932" h="21000">
                  <a:moveTo>
                    <a:pt x="0" y="21000"/>
                  </a:moveTo>
                  <a:lnTo>
                    <a:pt x="35" y="6617"/>
                  </a:lnTo>
                  <a:lnTo>
                    <a:pt x="881" y="0"/>
                  </a:lnTo>
                  <a:lnTo>
                    <a:pt x="932" y="210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3540810" y="4155693"/>
              <a:ext cx="9605" cy="120469"/>
            </a:xfrm>
            <a:custGeom>
              <a:avLst/>
              <a:pathLst>
                <a:path w="9605" h="120469">
                  <a:moveTo>
                    <a:pt x="0" y="120469"/>
                  </a:moveTo>
                  <a:lnTo>
                    <a:pt x="79" y="86676"/>
                  </a:lnTo>
                  <a:lnTo>
                    <a:pt x="924" y="71334"/>
                  </a:lnTo>
                  <a:lnTo>
                    <a:pt x="1770" y="89213"/>
                  </a:lnTo>
                  <a:lnTo>
                    <a:pt x="2615" y="55934"/>
                  </a:lnTo>
                  <a:lnTo>
                    <a:pt x="3460" y="61641"/>
                  </a:lnTo>
                  <a:lnTo>
                    <a:pt x="4305" y="48405"/>
                  </a:lnTo>
                  <a:lnTo>
                    <a:pt x="5150" y="55001"/>
                  </a:lnTo>
                  <a:lnTo>
                    <a:pt x="5995" y="69122"/>
                  </a:lnTo>
                  <a:lnTo>
                    <a:pt x="6840" y="41882"/>
                  </a:lnTo>
                  <a:lnTo>
                    <a:pt x="7685" y="21494"/>
                  </a:lnTo>
                  <a:lnTo>
                    <a:pt x="8530" y="8396"/>
                  </a:lnTo>
                  <a:lnTo>
                    <a:pt x="9375" y="0"/>
                  </a:lnTo>
                  <a:lnTo>
                    <a:pt x="9605" y="12046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3551626" y="4133261"/>
              <a:ext cx="41839" cy="142901"/>
            </a:xfrm>
            <a:custGeom>
              <a:avLst/>
              <a:pathLst>
                <a:path w="41839" h="142901">
                  <a:moveTo>
                    <a:pt x="0" y="142901"/>
                  </a:moveTo>
                  <a:lnTo>
                    <a:pt x="250" y="6622"/>
                  </a:lnTo>
                  <a:lnTo>
                    <a:pt x="1095" y="12419"/>
                  </a:lnTo>
                  <a:lnTo>
                    <a:pt x="1940" y="18728"/>
                  </a:lnTo>
                  <a:lnTo>
                    <a:pt x="2785" y="20106"/>
                  </a:lnTo>
                  <a:lnTo>
                    <a:pt x="3630" y="22018"/>
                  </a:lnTo>
                  <a:lnTo>
                    <a:pt x="4475" y="26943"/>
                  </a:lnTo>
                  <a:lnTo>
                    <a:pt x="5320" y="45542"/>
                  </a:lnTo>
                  <a:lnTo>
                    <a:pt x="6166" y="78504"/>
                  </a:lnTo>
                  <a:lnTo>
                    <a:pt x="7011" y="89139"/>
                  </a:lnTo>
                  <a:lnTo>
                    <a:pt x="7856" y="87490"/>
                  </a:lnTo>
                  <a:lnTo>
                    <a:pt x="8701" y="91836"/>
                  </a:lnTo>
                  <a:lnTo>
                    <a:pt x="9546" y="73377"/>
                  </a:lnTo>
                  <a:lnTo>
                    <a:pt x="10391" y="65381"/>
                  </a:lnTo>
                  <a:lnTo>
                    <a:pt x="11236" y="56869"/>
                  </a:lnTo>
                  <a:lnTo>
                    <a:pt x="12081" y="70699"/>
                  </a:lnTo>
                  <a:lnTo>
                    <a:pt x="12926" y="82662"/>
                  </a:lnTo>
                  <a:lnTo>
                    <a:pt x="13771" y="73627"/>
                  </a:lnTo>
                  <a:lnTo>
                    <a:pt x="14616" y="70846"/>
                  </a:lnTo>
                  <a:lnTo>
                    <a:pt x="15462" y="93714"/>
                  </a:lnTo>
                  <a:lnTo>
                    <a:pt x="16307" y="87283"/>
                  </a:lnTo>
                  <a:lnTo>
                    <a:pt x="17152" y="95849"/>
                  </a:lnTo>
                  <a:lnTo>
                    <a:pt x="17997" y="87883"/>
                  </a:lnTo>
                  <a:lnTo>
                    <a:pt x="18842" y="97363"/>
                  </a:lnTo>
                  <a:lnTo>
                    <a:pt x="19687" y="104031"/>
                  </a:lnTo>
                  <a:lnTo>
                    <a:pt x="20532" y="90852"/>
                  </a:lnTo>
                  <a:lnTo>
                    <a:pt x="21377" y="97050"/>
                  </a:lnTo>
                  <a:lnTo>
                    <a:pt x="22222" y="91757"/>
                  </a:lnTo>
                  <a:lnTo>
                    <a:pt x="23067" y="85383"/>
                  </a:lnTo>
                  <a:lnTo>
                    <a:pt x="23912" y="90684"/>
                  </a:lnTo>
                  <a:lnTo>
                    <a:pt x="24758" y="101428"/>
                  </a:lnTo>
                  <a:lnTo>
                    <a:pt x="25603" y="108603"/>
                  </a:lnTo>
                  <a:lnTo>
                    <a:pt x="26448" y="115302"/>
                  </a:lnTo>
                  <a:lnTo>
                    <a:pt x="27293" y="94944"/>
                  </a:lnTo>
                  <a:lnTo>
                    <a:pt x="28138" y="90983"/>
                  </a:lnTo>
                  <a:lnTo>
                    <a:pt x="28983" y="88656"/>
                  </a:lnTo>
                  <a:lnTo>
                    <a:pt x="29828" y="97000"/>
                  </a:lnTo>
                  <a:lnTo>
                    <a:pt x="30673" y="99372"/>
                  </a:lnTo>
                  <a:lnTo>
                    <a:pt x="31518" y="107583"/>
                  </a:lnTo>
                  <a:lnTo>
                    <a:pt x="32363" y="113318"/>
                  </a:lnTo>
                  <a:lnTo>
                    <a:pt x="33209" y="113712"/>
                  </a:lnTo>
                  <a:lnTo>
                    <a:pt x="34054" y="104501"/>
                  </a:lnTo>
                  <a:lnTo>
                    <a:pt x="34899" y="92880"/>
                  </a:lnTo>
                  <a:lnTo>
                    <a:pt x="35744" y="71308"/>
                  </a:lnTo>
                  <a:lnTo>
                    <a:pt x="36589" y="45216"/>
                  </a:lnTo>
                  <a:lnTo>
                    <a:pt x="37434" y="56694"/>
                  </a:lnTo>
                  <a:lnTo>
                    <a:pt x="38279" y="29175"/>
                  </a:lnTo>
                  <a:lnTo>
                    <a:pt x="39124" y="0"/>
                  </a:lnTo>
                  <a:lnTo>
                    <a:pt x="39969" y="20250"/>
                  </a:lnTo>
                  <a:lnTo>
                    <a:pt x="40814" y="45601"/>
                  </a:lnTo>
                  <a:lnTo>
                    <a:pt x="41659" y="55412"/>
                  </a:lnTo>
                  <a:lnTo>
                    <a:pt x="41839" y="14290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3594773" y="4114367"/>
              <a:ext cx="13986" cy="161795"/>
            </a:xfrm>
            <a:custGeom>
              <a:avLst/>
              <a:pathLst>
                <a:path w="13986" h="161795">
                  <a:moveTo>
                    <a:pt x="0" y="161795"/>
                  </a:moveTo>
                  <a:lnTo>
                    <a:pt x="203" y="59342"/>
                  </a:lnTo>
                  <a:lnTo>
                    <a:pt x="1048" y="56828"/>
                  </a:lnTo>
                  <a:lnTo>
                    <a:pt x="1893" y="70983"/>
                  </a:lnTo>
                  <a:lnTo>
                    <a:pt x="2738" y="84605"/>
                  </a:lnTo>
                  <a:lnTo>
                    <a:pt x="3583" y="92833"/>
                  </a:lnTo>
                  <a:lnTo>
                    <a:pt x="4428" y="77658"/>
                  </a:lnTo>
                  <a:lnTo>
                    <a:pt x="5273" y="77693"/>
                  </a:lnTo>
                  <a:lnTo>
                    <a:pt x="6118" y="58953"/>
                  </a:lnTo>
                  <a:lnTo>
                    <a:pt x="6963" y="21933"/>
                  </a:lnTo>
                  <a:lnTo>
                    <a:pt x="7809" y="10715"/>
                  </a:lnTo>
                  <a:lnTo>
                    <a:pt x="8654" y="0"/>
                  </a:lnTo>
                  <a:lnTo>
                    <a:pt x="9499" y="14831"/>
                  </a:lnTo>
                  <a:lnTo>
                    <a:pt x="10344" y="34464"/>
                  </a:lnTo>
                  <a:lnTo>
                    <a:pt x="11189" y="23295"/>
                  </a:lnTo>
                  <a:lnTo>
                    <a:pt x="12034" y="6809"/>
                  </a:lnTo>
                  <a:lnTo>
                    <a:pt x="12879" y="16790"/>
                  </a:lnTo>
                  <a:lnTo>
                    <a:pt x="13724" y="16858"/>
                  </a:lnTo>
                  <a:lnTo>
                    <a:pt x="13986" y="16179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3610856" y="4173492"/>
              <a:ext cx="10442" cy="102670"/>
            </a:xfrm>
            <a:custGeom>
              <a:avLst/>
              <a:pathLst>
                <a:path w="10442" h="102670">
                  <a:moveTo>
                    <a:pt x="0" y="102670"/>
                  </a:moveTo>
                  <a:lnTo>
                    <a:pt x="176" y="17319"/>
                  </a:lnTo>
                  <a:lnTo>
                    <a:pt x="1021" y="15111"/>
                  </a:lnTo>
                  <a:lnTo>
                    <a:pt x="1866" y="24522"/>
                  </a:lnTo>
                  <a:lnTo>
                    <a:pt x="2711" y="10664"/>
                  </a:lnTo>
                  <a:lnTo>
                    <a:pt x="3556" y="0"/>
                  </a:lnTo>
                  <a:lnTo>
                    <a:pt x="4401" y="8476"/>
                  </a:lnTo>
                  <a:lnTo>
                    <a:pt x="5246" y="17591"/>
                  </a:lnTo>
                  <a:lnTo>
                    <a:pt x="6092" y="25111"/>
                  </a:lnTo>
                  <a:lnTo>
                    <a:pt x="6937" y="26792"/>
                  </a:lnTo>
                  <a:lnTo>
                    <a:pt x="7782" y="22046"/>
                  </a:lnTo>
                  <a:lnTo>
                    <a:pt x="8627" y="18813"/>
                  </a:lnTo>
                  <a:lnTo>
                    <a:pt x="9472" y="17137"/>
                  </a:lnTo>
                  <a:lnTo>
                    <a:pt x="10317" y="46574"/>
                  </a:lnTo>
                  <a:lnTo>
                    <a:pt x="10442" y="10267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3623601" y="4227435"/>
              <a:ext cx="1063" cy="48727"/>
            </a:xfrm>
            <a:custGeom>
              <a:avLst/>
              <a:pathLst>
                <a:path w="1063" h="48727">
                  <a:moveTo>
                    <a:pt x="0" y="48727"/>
                  </a:moveTo>
                  <a:lnTo>
                    <a:pt x="108" y="1261"/>
                  </a:lnTo>
                  <a:lnTo>
                    <a:pt x="953" y="0"/>
                  </a:lnTo>
                  <a:lnTo>
                    <a:pt x="1063" y="4872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3626958" y="4216265"/>
              <a:ext cx="3618" cy="59897"/>
            </a:xfrm>
            <a:custGeom>
              <a:avLst/>
              <a:pathLst>
                <a:path w="3618" h="59897">
                  <a:moveTo>
                    <a:pt x="0" y="59897"/>
                  </a:moveTo>
                  <a:lnTo>
                    <a:pt x="131" y="0"/>
                  </a:lnTo>
                  <a:lnTo>
                    <a:pt x="977" y="23365"/>
                  </a:lnTo>
                  <a:lnTo>
                    <a:pt x="1822" y="7472"/>
                  </a:lnTo>
                  <a:lnTo>
                    <a:pt x="2667" y="10725"/>
                  </a:lnTo>
                  <a:lnTo>
                    <a:pt x="3512" y="13525"/>
                  </a:lnTo>
                  <a:lnTo>
                    <a:pt x="3618" y="5989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3632910" y="4228271"/>
              <a:ext cx="1049" cy="47891"/>
            </a:xfrm>
            <a:custGeom>
              <a:avLst/>
              <a:pathLst>
                <a:path w="1049" h="47891">
                  <a:moveTo>
                    <a:pt x="0" y="47891"/>
                  </a:moveTo>
                  <a:lnTo>
                    <a:pt x="95" y="6838"/>
                  </a:lnTo>
                  <a:lnTo>
                    <a:pt x="940" y="0"/>
                  </a:lnTo>
                  <a:lnTo>
                    <a:pt x="1049" y="4789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3636354" y="4257952"/>
              <a:ext cx="5142" cy="18210"/>
            </a:xfrm>
            <a:custGeom>
              <a:avLst/>
              <a:pathLst>
                <a:path w="5142" h="18210">
                  <a:moveTo>
                    <a:pt x="0" y="18210"/>
                  </a:moveTo>
                  <a:lnTo>
                    <a:pt x="31" y="5720"/>
                  </a:lnTo>
                  <a:lnTo>
                    <a:pt x="876" y="5069"/>
                  </a:lnTo>
                  <a:lnTo>
                    <a:pt x="1721" y="3671"/>
                  </a:lnTo>
                  <a:lnTo>
                    <a:pt x="2566" y="2704"/>
                  </a:lnTo>
                  <a:lnTo>
                    <a:pt x="3411" y="0"/>
                  </a:lnTo>
                  <a:lnTo>
                    <a:pt x="4256" y="1148"/>
                  </a:lnTo>
                  <a:lnTo>
                    <a:pt x="5101" y="2016"/>
                  </a:lnTo>
                  <a:lnTo>
                    <a:pt x="5142" y="1821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3643068" y="4242985"/>
              <a:ext cx="157" cy="33177"/>
            </a:xfrm>
            <a:custGeom>
              <a:avLst/>
              <a:pathLst>
                <a:path w="157" h="33177">
                  <a:moveTo>
                    <a:pt x="0" y="33177"/>
                  </a:moveTo>
                  <a:lnTo>
                    <a:pt x="78" y="0"/>
                  </a:lnTo>
                  <a:lnTo>
                    <a:pt x="157" y="3317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3646466" y="4250952"/>
              <a:ext cx="963" cy="25210"/>
            </a:xfrm>
            <a:custGeom>
              <a:avLst/>
              <a:pathLst>
                <a:path w="963" h="25210">
                  <a:moveTo>
                    <a:pt x="0" y="25210"/>
                  </a:moveTo>
                  <a:lnTo>
                    <a:pt x="61" y="0"/>
                  </a:lnTo>
                  <a:lnTo>
                    <a:pt x="906" y="1871"/>
                  </a:lnTo>
                  <a:lnTo>
                    <a:pt x="963" y="2521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l470"/>
            <p:cNvSpPr/>
            <p:nvPr/>
          </p:nvSpPr>
          <p:spPr>
            <a:xfrm>
              <a:off x="3649846" y="4249652"/>
              <a:ext cx="1815" cy="26510"/>
            </a:xfrm>
            <a:custGeom>
              <a:avLst/>
              <a:pathLst>
                <a:path w="1815" h="26510">
                  <a:moveTo>
                    <a:pt x="0" y="26510"/>
                  </a:moveTo>
                  <a:lnTo>
                    <a:pt x="61" y="1209"/>
                  </a:lnTo>
                  <a:lnTo>
                    <a:pt x="906" y="161"/>
                  </a:lnTo>
                  <a:lnTo>
                    <a:pt x="1751" y="0"/>
                  </a:lnTo>
                  <a:lnTo>
                    <a:pt x="1815" y="2651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3653261" y="4265641"/>
              <a:ext cx="887" cy="10521"/>
            </a:xfrm>
            <a:custGeom>
              <a:avLst/>
              <a:pathLst>
                <a:path w="887" h="10521">
                  <a:moveTo>
                    <a:pt x="0" y="10521"/>
                  </a:moveTo>
                  <a:lnTo>
                    <a:pt x="26" y="0"/>
                  </a:lnTo>
                  <a:lnTo>
                    <a:pt x="871" y="4483"/>
                  </a:lnTo>
                  <a:lnTo>
                    <a:pt x="887" y="1052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3657485" y="4253743"/>
              <a:ext cx="927" cy="22419"/>
            </a:xfrm>
            <a:custGeom>
              <a:avLst/>
              <a:pathLst>
                <a:path w="927" h="22419">
                  <a:moveTo>
                    <a:pt x="0" y="22419"/>
                  </a:moveTo>
                  <a:lnTo>
                    <a:pt x="27" y="11432"/>
                  </a:lnTo>
                  <a:lnTo>
                    <a:pt x="872" y="0"/>
                  </a:lnTo>
                  <a:lnTo>
                    <a:pt x="927" y="2241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3659990" y="4252061"/>
              <a:ext cx="117" cy="24101"/>
            </a:xfrm>
            <a:custGeom>
              <a:avLst/>
              <a:pathLst>
                <a:path w="117" h="24101">
                  <a:moveTo>
                    <a:pt x="0" y="24101"/>
                  </a:moveTo>
                  <a:lnTo>
                    <a:pt x="58" y="0"/>
                  </a:lnTo>
                  <a:lnTo>
                    <a:pt x="117" y="2410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3661695" y="4249403"/>
              <a:ext cx="5172" cy="26759"/>
            </a:xfrm>
            <a:custGeom>
              <a:avLst/>
              <a:pathLst>
                <a:path w="5172" h="26759">
                  <a:moveTo>
                    <a:pt x="0" y="26759"/>
                  </a:moveTo>
                  <a:lnTo>
                    <a:pt x="43" y="9383"/>
                  </a:lnTo>
                  <a:lnTo>
                    <a:pt x="888" y="6437"/>
                  </a:lnTo>
                  <a:lnTo>
                    <a:pt x="1733" y="5277"/>
                  </a:lnTo>
                  <a:lnTo>
                    <a:pt x="2578" y="0"/>
                  </a:lnTo>
                  <a:lnTo>
                    <a:pt x="3423" y="3271"/>
                  </a:lnTo>
                  <a:lnTo>
                    <a:pt x="4268" y="2057"/>
                  </a:lnTo>
                  <a:lnTo>
                    <a:pt x="5113" y="2384"/>
                  </a:lnTo>
                  <a:lnTo>
                    <a:pt x="5172" y="2675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3668407" y="4190494"/>
              <a:ext cx="6165" cy="85668"/>
            </a:xfrm>
            <a:custGeom>
              <a:avLst/>
              <a:pathLst>
                <a:path w="6165" h="85668">
                  <a:moveTo>
                    <a:pt x="0" y="85668"/>
                  </a:moveTo>
                  <a:lnTo>
                    <a:pt x="91" y="46303"/>
                  </a:lnTo>
                  <a:lnTo>
                    <a:pt x="936" y="39044"/>
                  </a:lnTo>
                  <a:lnTo>
                    <a:pt x="1781" y="19973"/>
                  </a:lnTo>
                  <a:lnTo>
                    <a:pt x="2626" y="5739"/>
                  </a:lnTo>
                  <a:lnTo>
                    <a:pt x="3472" y="0"/>
                  </a:lnTo>
                  <a:lnTo>
                    <a:pt x="4317" y="17221"/>
                  </a:lnTo>
                  <a:lnTo>
                    <a:pt x="5162" y="22052"/>
                  </a:lnTo>
                  <a:lnTo>
                    <a:pt x="6007" y="10865"/>
                  </a:lnTo>
                  <a:lnTo>
                    <a:pt x="6165" y="8566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3676833" y="4195680"/>
              <a:ext cx="8685" cy="80483"/>
            </a:xfrm>
            <a:custGeom>
              <a:avLst/>
              <a:pathLst>
                <a:path w="8685" h="80483">
                  <a:moveTo>
                    <a:pt x="0" y="80483"/>
                  </a:moveTo>
                  <a:lnTo>
                    <a:pt x="117" y="28440"/>
                  </a:lnTo>
                  <a:lnTo>
                    <a:pt x="962" y="10645"/>
                  </a:lnTo>
                  <a:lnTo>
                    <a:pt x="1807" y="0"/>
                  </a:lnTo>
                  <a:lnTo>
                    <a:pt x="2652" y="19627"/>
                  </a:lnTo>
                  <a:lnTo>
                    <a:pt x="3497" y="32144"/>
                  </a:lnTo>
                  <a:lnTo>
                    <a:pt x="4342" y="28231"/>
                  </a:lnTo>
                  <a:lnTo>
                    <a:pt x="5187" y="30302"/>
                  </a:lnTo>
                  <a:lnTo>
                    <a:pt x="6032" y="28832"/>
                  </a:lnTo>
                  <a:lnTo>
                    <a:pt x="6877" y="36567"/>
                  </a:lnTo>
                  <a:lnTo>
                    <a:pt x="7722" y="36911"/>
                  </a:lnTo>
                  <a:lnTo>
                    <a:pt x="8567" y="27973"/>
                  </a:lnTo>
                  <a:lnTo>
                    <a:pt x="8685" y="8048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3691957" y="4173046"/>
              <a:ext cx="4506" cy="103116"/>
            </a:xfrm>
            <a:custGeom>
              <a:avLst/>
              <a:pathLst>
                <a:path w="4506" h="103116">
                  <a:moveTo>
                    <a:pt x="0" y="103116"/>
                  </a:moveTo>
                  <a:lnTo>
                    <a:pt x="204" y="0"/>
                  </a:lnTo>
                  <a:lnTo>
                    <a:pt x="1049" y="30128"/>
                  </a:lnTo>
                  <a:lnTo>
                    <a:pt x="1894" y="43557"/>
                  </a:lnTo>
                  <a:lnTo>
                    <a:pt x="2739" y="69816"/>
                  </a:lnTo>
                  <a:lnTo>
                    <a:pt x="3584" y="66651"/>
                  </a:lnTo>
                  <a:lnTo>
                    <a:pt x="4429" y="70727"/>
                  </a:lnTo>
                  <a:lnTo>
                    <a:pt x="4506" y="10311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3697981" y="4234551"/>
              <a:ext cx="192" cy="41611"/>
            </a:xfrm>
            <a:custGeom>
              <a:avLst/>
              <a:pathLst>
                <a:path w="192" h="41611">
                  <a:moveTo>
                    <a:pt x="0" y="41611"/>
                  </a:moveTo>
                  <a:lnTo>
                    <a:pt x="96" y="0"/>
                  </a:lnTo>
                  <a:lnTo>
                    <a:pt x="192" y="4161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9"/>
            <p:cNvSpPr/>
            <p:nvPr/>
          </p:nvSpPr>
          <p:spPr>
            <a:xfrm>
              <a:off x="3705572" y="4227208"/>
              <a:ext cx="1903" cy="48954"/>
            </a:xfrm>
            <a:custGeom>
              <a:avLst/>
              <a:pathLst>
                <a:path w="1903" h="48954">
                  <a:moveTo>
                    <a:pt x="0" y="48954"/>
                  </a:moveTo>
                  <a:lnTo>
                    <a:pt x="111" y="0"/>
                  </a:lnTo>
                  <a:lnTo>
                    <a:pt x="956" y="624"/>
                  </a:lnTo>
                  <a:lnTo>
                    <a:pt x="1801" y="4550"/>
                  </a:lnTo>
                  <a:lnTo>
                    <a:pt x="1903" y="4895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l480"/>
            <p:cNvSpPr/>
            <p:nvPr/>
          </p:nvSpPr>
          <p:spPr>
            <a:xfrm>
              <a:off x="3709779" y="4217529"/>
              <a:ext cx="11801" cy="58633"/>
            </a:xfrm>
            <a:custGeom>
              <a:avLst/>
              <a:pathLst>
                <a:path w="11801" h="58633">
                  <a:moveTo>
                    <a:pt x="0" y="58633"/>
                  </a:moveTo>
                  <a:lnTo>
                    <a:pt x="129" y="0"/>
                  </a:lnTo>
                  <a:lnTo>
                    <a:pt x="974" y="37841"/>
                  </a:lnTo>
                  <a:lnTo>
                    <a:pt x="1819" y="57337"/>
                  </a:lnTo>
                  <a:lnTo>
                    <a:pt x="2664" y="39234"/>
                  </a:lnTo>
                  <a:lnTo>
                    <a:pt x="3509" y="39559"/>
                  </a:lnTo>
                  <a:lnTo>
                    <a:pt x="4355" y="42407"/>
                  </a:lnTo>
                  <a:lnTo>
                    <a:pt x="5200" y="47119"/>
                  </a:lnTo>
                  <a:lnTo>
                    <a:pt x="6045" y="58513"/>
                  </a:lnTo>
                  <a:lnTo>
                    <a:pt x="6890" y="51902"/>
                  </a:lnTo>
                  <a:lnTo>
                    <a:pt x="7735" y="53682"/>
                  </a:lnTo>
                  <a:lnTo>
                    <a:pt x="8580" y="48961"/>
                  </a:lnTo>
                  <a:lnTo>
                    <a:pt x="9425" y="55713"/>
                  </a:lnTo>
                  <a:lnTo>
                    <a:pt x="10270" y="56819"/>
                  </a:lnTo>
                  <a:lnTo>
                    <a:pt x="11115" y="52632"/>
                  </a:lnTo>
                  <a:lnTo>
                    <a:pt x="11801" y="586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l481"/>
            <p:cNvSpPr/>
            <p:nvPr/>
          </p:nvSpPr>
          <p:spPr>
            <a:xfrm>
              <a:off x="3721879" y="4217152"/>
              <a:ext cx="14314" cy="59010"/>
            </a:xfrm>
            <a:custGeom>
              <a:avLst/>
              <a:pathLst>
                <a:path w="14314" h="59010">
                  <a:moveTo>
                    <a:pt x="0" y="59010"/>
                  </a:moveTo>
                  <a:lnTo>
                    <a:pt x="705" y="51939"/>
                  </a:lnTo>
                  <a:lnTo>
                    <a:pt x="1550" y="43735"/>
                  </a:lnTo>
                  <a:lnTo>
                    <a:pt x="2395" y="37684"/>
                  </a:lnTo>
                  <a:lnTo>
                    <a:pt x="3240" y="32863"/>
                  </a:lnTo>
                  <a:lnTo>
                    <a:pt x="4085" y="29980"/>
                  </a:lnTo>
                  <a:lnTo>
                    <a:pt x="4931" y="24216"/>
                  </a:lnTo>
                  <a:lnTo>
                    <a:pt x="5776" y="7583"/>
                  </a:lnTo>
                  <a:lnTo>
                    <a:pt x="6621" y="16838"/>
                  </a:lnTo>
                  <a:lnTo>
                    <a:pt x="7466" y="33720"/>
                  </a:lnTo>
                  <a:lnTo>
                    <a:pt x="8311" y="36019"/>
                  </a:lnTo>
                  <a:lnTo>
                    <a:pt x="9156" y="29821"/>
                  </a:lnTo>
                  <a:lnTo>
                    <a:pt x="10001" y="28962"/>
                  </a:lnTo>
                  <a:lnTo>
                    <a:pt x="10846" y="13792"/>
                  </a:lnTo>
                  <a:lnTo>
                    <a:pt x="11691" y="3705"/>
                  </a:lnTo>
                  <a:lnTo>
                    <a:pt x="12536" y="0"/>
                  </a:lnTo>
                  <a:lnTo>
                    <a:pt x="13381" y="5106"/>
                  </a:lnTo>
                  <a:lnTo>
                    <a:pt x="14227" y="21499"/>
                  </a:lnTo>
                  <a:lnTo>
                    <a:pt x="14314" y="5901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l482"/>
            <p:cNvSpPr/>
            <p:nvPr/>
          </p:nvSpPr>
          <p:spPr>
            <a:xfrm>
              <a:off x="3737704" y="4236374"/>
              <a:ext cx="185" cy="39788"/>
            </a:xfrm>
            <a:custGeom>
              <a:avLst/>
              <a:pathLst>
                <a:path w="185" h="39788">
                  <a:moveTo>
                    <a:pt x="0" y="39788"/>
                  </a:moveTo>
                  <a:lnTo>
                    <a:pt x="92" y="0"/>
                  </a:lnTo>
                  <a:lnTo>
                    <a:pt x="185" y="397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3739395" y="4236523"/>
              <a:ext cx="1013" cy="39639"/>
            </a:xfrm>
            <a:custGeom>
              <a:avLst/>
              <a:pathLst>
                <a:path w="1013" h="39639">
                  <a:moveTo>
                    <a:pt x="0" y="39639"/>
                  </a:moveTo>
                  <a:lnTo>
                    <a:pt x="92" y="0"/>
                  </a:lnTo>
                  <a:lnTo>
                    <a:pt x="937" y="7373"/>
                  </a:lnTo>
                  <a:lnTo>
                    <a:pt x="1013" y="3963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3741968" y="4224422"/>
              <a:ext cx="4396" cy="51740"/>
            </a:xfrm>
            <a:custGeom>
              <a:avLst/>
              <a:pathLst>
                <a:path w="4396" h="51740">
                  <a:moveTo>
                    <a:pt x="0" y="51740"/>
                  </a:moveTo>
                  <a:lnTo>
                    <a:pt x="54" y="29393"/>
                  </a:lnTo>
                  <a:lnTo>
                    <a:pt x="899" y="21560"/>
                  </a:lnTo>
                  <a:lnTo>
                    <a:pt x="1744" y="12423"/>
                  </a:lnTo>
                  <a:lnTo>
                    <a:pt x="2589" y="2530"/>
                  </a:lnTo>
                  <a:lnTo>
                    <a:pt x="3434" y="6568"/>
                  </a:lnTo>
                  <a:lnTo>
                    <a:pt x="4280" y="0"/>
                  </a:lnTo>
                  <a:lnTo>
                    <a:pt x="4396" y="5174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3748673" y="4215826"/>
              <a:ext cx="17912" cy="60337"/>
            </a:xfrm>
            <a:custGeom>
              <a:avLst/>
              <a:pathLst>
                <a:path w="17912" h="60337">
                  <a:moveTo>
                    <a:pt x="0" y="60337"/>
                  </a:moveTo>
                  <a:lnTo>
                    <a:pt x="110" y="11804"/>
                  </a:lnTo>
                  <a:lnTo>
                    <a:pt x="955" y="19272"/>
                  </a:lnTo>
                  <a:lnTo>
                    <a:pt x="1800" y="6988"/>
                  </a:lnTo>
                  <a:lnTo>
                    <a:pt x="2645" y="8353"/>
                  </a:lnTo>
                  <a:lnTo>
                    <a:pt x="3490" y="3201"/>
                  </a:lnTo>
                  <a:lnTo>
                    <a:pt x="4335" y="3468"/>
                  </a:lnTo>
                  <a:lnTo>
                    <a:pt x="5180" y="2714"/>
                  </a:lnTo>
                  <a:lnTo>
                    <a:pt x="6025" y="26356"/>
                  </a:lnTo>
                  <a:lnTo>
                    <a:pt x="6870" y="30909"/>
                  </a:lnTo>
                  <a:lnTo>
                    <a:pt x="7716" y="34301"/>
                  </a:lnTo>
                  <a:lnTo>
                    <a:pt x="8561" y="42579"/>
                  </a:lnTo>
                  <a:lnTo>
                    <a:pt x="9406" y="56384"/>
                  </a:lnTo>
                  <a:lnTo>
                    <a:pt x="10251" y="48275"/>
                  </a:lnTo>
                  <a:lnTo>
                    <a:pt x="11096" y="0"/>
                  </a:lnTo>
                  <a:lnTo>
                    <a:pt x="11941" y="5850"/>
                  </a:lnTo>
                  <a:lnTo>
                    <a:pt x="12786" y="15177"/>
                  </a:lnTo>
                  <a:lnTo>
                    <a:pt x="13631" y="14973"/>
                  </a:lnTo>
                  <a:lnTo>
                    <a:pt x="14476" y="11324"/>
                  </a:lnTo>
                  <a:lnTo>
                    <a:pt x="15321" y="18327"/>
                  </a:lnTo>
                  <a:lnTo>
                    <a:pt x="16166" y="29828"/>
                  </a:lnTo>
                  <a:lnTo>
                    <a:pt x="17012" y="38239"/>
                  </a:lnTo>
                  <a:lnTo>
                    <a:pt x="17857" y="37647"/>
                  </a:lnTo>
                  <a:lnTo>
                    <a:pt x="17912" y="6033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6"/>
            <p:cNvSpPr/>
            <p:nvPr/>
          </p:nvSpPr>
          <p:spPr>
            <a:xfrm>
              <a:off x="3769015" y="4255720"/>
              <a:ext cx="100" cy="20442"/>
            </a:xfrm>
            <a:custGeom>
              <a:avLst/>
              <a:pathLst>
                <a:path w="100" h="20442">
                  <a:moveTo>
                    <a:pt x="0" y="20442"/>
                  </a:moveTo>
                  <a:lnTo>
                    <a:pt x="50" y="0"/>
                  </a:lnTo>
                  <a:lnTo>
                    <a:pt x="100" y="204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3770671" y="4210279"/>
              <a:ext cx="3607" cy="65883"/>
            </a:xfrm>
            <a:custGeom>
              <a:avLst/>
              <a:pathLst>
                <a:path w="3607" h="65883">
                  <a:moveTo>
                    <a:pt x="0" y="65883"/>
                  </a:moveTo>
                  <a:lnTo>
                    <a:pt x="83" y="30267"/>
                  </a:lnTo>
                  <a:lnTo>
                    <a:pt x="928" y="24759"/>
                  </a:lnTo>
                  <a:lnTo>
                    <a:pt x="1773" y="24363"/>
                  </a:lnTo>
                  <a:lnTo>
                    <a:pt x="2619" y="10886"/>
                  </a:lnTo>
                  <a:lnTo>
                    <a:pt x="3464" y="0"/>
                  </a:lnTo>
                  <a:lnTo>
                    <a:pt x="3607" y="6588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l488"/>
            <p:cNvSpPr/>
            <p:nvPr/>
          </p:nvSpPr>
          <p:spPr>
            <a:xfrm>
              <a:off x="3778256" y="4205517"/>
              <a:ext cx="7014" cy="70645"/>
            </a:xfrm>
            <a:custGeom>
              <a:avLst/>
              <a:pathLst>
                <a:path w="7014" h="70645">
                  <a:moveTo>
                    <a:pt x="0" y="70645"/>
                  </a:moveTo>
                  <a:lnTo>
                    <a:pt x="104" y="24815"/>
                  </a:lnTo>
                  <a:lnTo>
                    <a:pt x="949" y="33602"/>
                  </a:lnTo>
                  <a:lnTo>
                    <a:pt x="1795" y="34386"/>
                  </a:lnTo>
                  <a:lnTo>
                    <a:pt x="2640" y="21507"/>
                  </a:lnTo>
                  <a:lnTo>
                    <a:pt x="3485" y="25786"/>
                  </a:lnTo>
                  <a:lnTo>
                    <a:pt x="4330" y="14760"/>
                  </a:lnTo>
                  <a:lnTo>
                    <a:pt x="5175" y="0"/>
                  </a:lnTo>
                  <a:lnTo>
                    <a:pt x="6020" y="3925"/>
                  </a:lnTo>
                  <a:lnTo>
                    <a:pt x="6865" y="1324"/>
                  </a:lnTo>
                  <a:lnTo>
                    <a:pt x="7014" y="7064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3787495" y="4199573"/>
              <a:ext cx="4469" cy="76589"/>
            </a:xfrm>
            <a:custGeom>
              <a:avLst/>
              <a:pathLst>
                <a:path w="4469" h="76589">
                  <a:moveTo>
                    <a:pt x="0" y="76589"/>
                  </a:moveTo>
                  <a:lnTo>
                    <a:pt x="161" y="0"/>
                  </a:lnTo>
                  <a:lnTo>
                    <a:pt x="1006" y="7049"/>
                  </a:lnTo>
                  <a:lnTo>
                    <a:pt x="1851" y="23385"/>
                  </a:lnTo>
                  <a:lnTo>
                    <a:pt x="2697" y="32928"/>
                  </a:lnTo>
                  <a:lnTo>
                    <a:pt x="3542" y="41306"/>
                  </a:lnTo>
                  <a:lnTo>
                    <a:pt x="4387" y="41875"/>
                  </a:lnTo>
                  <a:lnTo>
                    <a:pt x="4469" y="7658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90"/>
            <p:cNvSpPr/>
            <p:nvPr/>
          </p:nvSpPr>
          <p:spPr>
            <a:xfrm>
              <a:off x="3794381" y="4257668"/>
              <a:ext cx="927" cy="18494"/>
            </a:xfrm>
            <a:custGeom>
              <a:avLst/>
              <a:pathLst>
                <a:path w="927" h="18494">
                  <a:moveTo>
                    <a:pt x="0" y="18494"/>
                  </a:moveTo>
                  <a:lnTo>
                    <a:pt x="37" y="3595"/>
                  </a:lnTo>
                  <a:lnTo>
                    <a:pt x="882" y="0"/>
                  </a:lnTo>
                  <a:lnTo>
                    <a:pt x="927" y="184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3797731" y="4248160"/>
              <a:ext cx="134" cy="28002"/>
            </a:xfrm>
            <a:custGeom>
              <a:avLst/>
              <a:pathLst>
                <a:path w="134" h="28002">
                  <a:moveTo>
                    <a:pt x="0" y="28002"/>
                  </a:moveTo>
                  <a:lnTo>
                    <a:pt x="67" y="0"/>
                  </a:lnTo>
                  <a:lnTo>
                    <a:pt x="134" y="280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3800273" y="4241207"/>
              <a:ext cx="16199" cy="34955"/>
            </a:xfrm>
            <a:custGeom>
              <a:avLst/>
              <a:pathLst>
                <a:path w="16199" h="34955">
                  <a:moveTo>
                    <a:pt x="0" y="34955"/>
                  </a:moveTo>
                  <a:lnTo>
                    <a:pt x="60" y="9879"/>
                  </a:lnTo>
                  <a:lnTo>
                    <a:pt x="905" y="12981"/>
                  </a:lnTo>
                  <a:lnTo>
                    <a:pt x="1750" y="13600"/>
                  </a:lnTo>
                  <a:lnTo>
                    <a:pt x="2596" y="18715"/>
                  </a:lnTo>
                  <a:lnTo>
                    <a:pt x="3441" y="25353"/>
                  </a:lnTo>
                  <a:lnTo>
                    <a:pt x="4286" y="23935"/>
                  </a:lnTo>
                  <a:lnTo>
                    <a:pt x="5131" y="21843"/>
                  </a:lnTo>
                  <a:lnTo>
                    <a:pt x="5976" y="19230"/>
                  </a:lnTo>
                  <a:lnTo>
                    <a:pt x="6821" y="16044"/>
                  </a:lnTo>
                  <a:lnTo>
                    <a:pt x="7666" y="24379"/>
                  </a:lnTo>
                  <a:lnTo>
                    <a:pt x="8511" y="29300"/>
                  </a:lnTo>
                  <a:lnTo>
                    <a:pt x="9356" y="29007"/>
                  </a:lnTo>
                  <a:lnTo>
                    <a:pt x="10201" y="16231"/>
                  </a:lnTo>
                  <a:lnTo>
                    <a:pt x="11046" y="14419"/>
                  </a:lnTo>
                  <a:lnTo>
                    <a:pt x="11892" y="5032"/>
                  </a:lnTo>
                  <a:lnTo>
                    <a:pt x="12737" y="11139"/>
                  </a:lnTo>
                  <a:lnTo>
                    <a:pt x="13582" y="13555"/>
                  </a:lnTo>
                  <a:lnTo>
                    <a:pt x="14427" y="9417"/>
                  </a:lnTo>
                  <a:lnTo>
                    <a:pt x="15272" y="13502"/>
                  </a:lnTo>
                  <a:lnTo>
                    <a:pt x="16117" y="0"/>
                  </a:lnTo>
                  <a:lnTo>
                    <a:pt x="16199" y="349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3818808" y="4223408"/>
              <a:ext cx="1080" cy="52755"/>
            </a:xfrm>
            <a:custGeom>
              <a:avLst/>
              <a:pathLst>
                <a:path w="1080" h="52755">
                  <a:moveTo>
                    <a:pt x="0" y="52755"/>
                  </a:moveTo>
                  <a:lnTo>
                    <a:pt x="117" y="671"/>
                  </a:lnTo>
                  <a:lnTo>
                    <a:pt x="962" y="0"/>
                  </a:lnTo>
                  <a:lnTo>
                    <a:pt x="1080" y="527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3823017" y="4202986"/>
              <a:ext cx="1979" cy="73176"/>
            </a:xfrm>
            <a:custGeom>
              <a:avLst/>
              <a:pathLst>
                <a:path w="1979" h="73176">
                  <a:moveTo>
                    <a:pt x="0" y="73176"/>
                  </a:moveTo>
                  <a:lnTo>
                    <a:pt x="133" y="12341"/>
                  </a:lnTo>
                  <a:lnTo>
                    <a:pt x="978" y="16805"/>
                  </a:lnTo>
                  <a:lnTo>
                    <a:pt x="1823" y="0"/>
                  </a:lnTo>
                  <a:lnTo>
                    <a:pt x="1979" y="731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3826392" y="4212062"/>
              <a:ext cx="1924" cy="64100"/>
            </a:xfrm>
            <a:custGeom>
              <a:avLst/>
              <a:pathLst>
                <a:path w="1924" h="64100">
                  <a:moveTo>
                    <a:pt x="0" y="64100"/>
                  </a:moveTo>
                  <a:lnTo>
                    <a:pt x="139" y="0"/>
                  </a:lnTo>
                  <a:lnTo>
                    <a:pt x="984" y="18116"/>
                  </a:lnTo>
                  <a:lnTo>
                    <a:pt x="1829" y="23316"/>
                  </a:lnTo>
                  <a:lnTo>
                    <a:pt x="1924" y="641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3829819" y="4196918"/>
              <a:ext cx="5329" cy="79244"/>
            </a:xfrm>
            <a:custGeom>
              <a:avLst/>
              <a:pathLst>
                <a:path w="5329" h="79244">
                  <a:moveTo>
                    <a:pt x="0" y="79244"/>
                  </a:moveTo>
                  <a:lnTo>
                    <a:pt x="92" y="39386"/>
                  </a:lnTo>
                  <a:lnTo>
                    <a:pt x="937" y="24585"/>
                  </a:lnTo>
                  <a:lnTo>
                    <a:pt x="1782" y="39094"/>
                  </a:lnTo>
                  <a:lnTo>
                    <a:pt x="2627" y="38745"/>
                  </a:lnTo>
                  <a:lnTo>
                    <a:pt x="3473" y="10850"/>
                  </a:lnTo>
                  <a:lnTo>
                    <a:pt x="4318" y="33827"/>
                  </a:lnTo>
                  <a:lnTo>
                    <a:pt x="5163" y="0"/>
                  </a:lnTo>
                  <a:lnTo>
                    <a:pt x="5329" y="792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3863649" y="4248749"/>
              <a:ext cx="950" cy="27413"/>
            </a:xfrm>
            <a:custGeom>
              <a:avLst/>
              <a:pathLst>
                <a:path w="950" h="27413">
                  <a:moveTo>
                    <a:pt x="0" y="27413"/>
                  </a:moveTo>
                  <a:lnTo>
                    <a:pt x="65" y="0"/>
                  </a:lnTo>
                  <a:lnTo>
                    <a:pt x="911" y="11630"/>
                  </a:lnTo>
                  <a:lnTo>
                    <a:pt x="950" y="274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3866202" y="4256555"/>
              <a:ext cx="96" cy="19607"/>
            </a:xfrm>
            <a:custGeom>
              <a:avLst/>
              <a:pathLst>
                <a:path w="96" h="19607">
                  <a:moveTo>
                    <a:pt x="0" y="19607"/>
                  </a:moveTo>
                  <a:lnTo>
                    <a:pt x="48" y="0"/>
                  </a:lnTo>
                  <a:lnTo>
                    <a:pt x="96" y="1960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3867852" y="4204676"/>
              <a:ext cx="4403" cy="71486"/>
            </a:xfrm>
            <a:custGeom>
              <a:avLst/>
              <a:pathLst>
                <a:path w="4403" h="71486">
                  <a:moveTo>
                    <a:pt x="0" y="71486"/>
                  </a:moveTo>
                  <a:lnTo>
                    <a:pt x="89" y="33252"/>
                  </a:lnTo>
                  <a:lnTo>
                    <a:pt x="934" y="17797"/>
                  </a:lnTo>
                  <a:lnTo>
                    <a:pt x="1779" y="7432"/>
                  </a:lnTo>
                  <a:lnTo>
                    <a:pt x="2624" y="0"/>
                  </a:lnTo>
                  <a:lnTo>
                    <a:pt x="3469" y="10799"/>
                  </a:lnTo>
                  <a:lnTo>
                    <a:pt x="4314" y="33726"/>
                  </a:lnTo>
                  <a:lnTo>
                    <a:pt x="4403" y="714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3874597" y="4131656"/>
              <a:ext cx="11254" cy="144507"/>
            </a:xfrm>
            <a:custGeom>
              <a:avLst/>
              <a:pathLst>
                <a:path w="11254" h="144507">
                  <a:moveTo>
                    <a:pt x="0" y="144507"/>
                  </a:moveTo>
                  <a:lnTo>
                    <a:pt x="104" y="98931"/>
                  </a:lnTo>
                  <a:lnTo>
                    <a:pt x="949" y="86877"/>
                  </a:lnTo>
                  <a:lnTo>
                    <a:pt x="1794" y="77658"/>
                  </a:lnTo>
                  <a:lnTo>
                    <a:pt x="2639" y="49770"/>
                  </a:lnTo>
                  <a:lnTo>
                    <a:pt x="3484" y="24730"/>
                  </a:lnTo>
                  <a:lnTo>
                    <a:pt x="4329" y="18031"/>
                  </a:lnTo>
                  <a:lnTo>
                    <a:pt x="5174" y="33254"/>
                  </a:lnTo>
                  <a:lnTo>
                    <a:pt x="6019" y="29136"/>
                  </a:lnTo>
                  <a:lnTo>
                    <a:pt x="6865" y="9740"/>
                  </a:lnTo>
                  <a:lnTo>
                    <a:pt x="7710" y="0"/>
                  </a:lnTo>
                  <a:lnTo>
                    <a:pt x="8555" y="22669"/>
                  </a:lnTo>
                  <a:lnTo>
                    <a:pt x="9400" y="41983"/>
                  </a:lnTo>
                  <a:lnTo>
                    <a:pt x="10245" y="49919"/>
                  </a:lnTo>
                  <a:lnTo>
                    <a:pt x="11090" y="66839"/>
                  </a:lnTo>
                  <a:lnTo>
                    <a:pt x="11254" y="14450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3887259" y="4201190"/>
              <a:ext cx="2813" cy="74972"/>
            </a:xfrm>
            <a:custGeom>
              <a:avLst/>
              <a:pathLst>
                <a:path w="2813" h="74972">
                  <a:moveTo>
                    <a:pt x="0" y="74972"/>
                  </a:moveTo>
                  <a:lnTo>
                    <a:pt x="119" y="21712"/>
                  </a:lnTo>
                  <a:lnTo>
                    <a:pt x="964" y="15360"/>
                  </a:lnTo>
                  <a:lnTo>
                    <a:pt x="1809" y="14692"/>
                  </a:lnTo>
                  <a:lnTo>
                    <a:pt x="2654" y="0"/>
                  </a:lnTo>
                  <a:lnTo>
                    <a:pt x="2813" y="749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3892382" y="4248743"/>
              <a:ext cx="1805" cy="27419"/>
            </a:xfrm>
            <a:custGeom>
              <a:avLst/>
              <a:pathLst>
                <a:path w="1805" h="27419">
                  <a:moveTo>
                    <a:pt x="0" y="27419"/>
                  </a:moveTo>
                  <a:lnTo>
                    <a:pt x="66" y="0"/>
                  </a:lnTo>
                  <a:lnTo>
                    <a:pt x="911" y="3734"/>
                  </a:lnTo>
                  <a:lnTo>
                    <a:pt x="1756" y="7322"/>
                  </a:lnTo>
                  <a:lnTo>
                    <a:pt x="1805" y="2741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3895779" y="4256023"/>
              <a:ext cx="99" cy="20139"/>
            </a:xfrm>
            <a:custGeom>
              <a:avLst/>
              <a:pathLst>
                <a:path w="99" h="20139">
                  <a:moveTo>
                    <a:pt x="0" y="20139"/>
                  </a:moveTo>
                  <a:lnTo>
                    <a:pt x="49" y="0"/>
                  </a:lnTo>
                  <a:lnTo>
                    <a:pt x="99" y="2013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3897486" y="4239530"/>
              <a:ext cx="4319" cy="36632"/>
            </a:xfrm>
            <a:custGeom>
              <a:avLst/>
              <a:pathLst>
                <a:path w="4319" h="36632">
                  <a:moveTo>
                    <a:pt x="0" y="36632"/>
                  </a:moveTo>
                  <a:lnTo>
                    <a:pt x="32" y="23607"/>
                  </a:lnTo>
                  <a:lnTo>
                    <a:pt x="877" y="15042"/>
                  </a:lnTo>
                  <a:lnTo>
                    <a:pt x="1722" y="23466"/>
                  </a:lnTo>
                  <a:lnTo>
                    <a:pt x="2567" y="0"/>
                  </a:lnTo>
                  <a:lnTo>
                    <a:pt x="3413" y="2957"/>
                  </a:lnTo>
                  <a:lnTo>
                    <a:pt x="4258" y="11342"/>
                  </a:lnTo>
                  <a:lnTo>
                    <a:pt x="4319" y="366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5"/>
            <p:cNvSpPr/>
            <p:nvPr/>
          </p:nvSpPr>
          <p:spPr>
            <a:xfrm>
              <a:off x="3903373" y="4203392"/>
              <a:ext cx="19639" cy="72770"/>
            </a:xfrm>
            <a:custGeom>
              <a:avLst/>
              <a:pathLst>
                <a:path w="19639" h="72770">
                  <a:moveTo>
                    <a:pt x="0" y="72770"/>
                  </a:moveTo>
                  <a:lnTo>
                    <a:pt x="61" y="47453"/>
                  </a:lnTo>
                  <a:lnTo>
                    <a:pt x="906" y="41841"/>
                  </a:lnTo>
                  <a:lnTo>
                    <a:pt x="1751" y="46782"/>
                  </a:lnTo>
                  <a:lnTo>
                    <a:pt x="2596" y="41954"/>
                  </a:lnTo>
                  <a:lnTo>
                    <a:pt x="3441" y="31193"/>
                  </a:lnTo>
                  <a:lnTo>
                    <a:pt x="4286" y="15516"/>
                  </a:lnTo>
                  <a:lnTo>
                    <a:pt x="5131" y="0"/>
                  </a:lnTo>
                  <a:lnTo>
                    <a:pt x="5976" y="14241"/>
                  </a:lnTo>
                  <a:lnTo>
                    <a:pt x="6822" y="491"/>
                  </a:lnTo>
                  <a:lnTo>
                    <a:pt x="7667" y="18908"/>
                  </a:lnTo>
                  <a:lnTo>
                    <a:pt x="8512" y="12286"/>
                  </a:lnTo>
                  <a:lnTo>
                    <a:pt x="9357" y="12166"/>
                  </a:lnTo>
                  <a:lnTo>
                    <a:pt x="10202" y="13395"/>
                  </a:lnTo>
                  <a:lnTo>
                    <a:pt x="11047" y="21133"/>
                  </a:lnTo>
                  <a:lnTo>
                    <a:pt x="11892" y="34152"/>
                  </a:lnTo>
                  <a:lnTo>
                    <a:pt x="12737" y="23073"/>
                  </a:lnTo>
                  <a:lnTo>
                    <a:pt x="13582" y="19883"/>
                  </a:lnTo>
                  <a:lnTo>
                    <a:pt x="14427" y="33227"/>
                  </a:lnTo>
                  <a:lnTo>
                    <a:pt x="15272" y="28850"/>
                  </a:lnTo>
                  <a:lnTo>
                    <a:pt x="16118" y="17525"/>
                  </a:lnTo>
                  <a:lnTo>
                    <a:pt x="16963" y="5920"/>
                  </a:lnTo>
                  <a:lnTo>
                    <a:pt x="17808" y="767"/>
                  </a:lnTo>
                  <a:lnTo>
                    <a:pt x="18653" y="3423"/>
                  </a:lnTo>
                  <a:lnTo>
                    <a:pt x="19498" y="8180"/>
                  </a:lnTo>
                  <a:lnTo>
                    <a:pt x="19639" y="7277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3927776" y="4196750"/>
              <a:ext cx="333" cy="79412"/>
            </a:xfrm>
            <a:custGeom>
              <a:avLst/>
              <a:pathLst>
                <a:path w="333" h="79412">
                  <a:moveTo>
                    <a:pt x="0" y="79412"/>
                  </a:moveTo>
                  <a:lnTo>
                    <a:pt x="166" y="0"/>
                  </a:lnTo>
                  <a:lnTo>
                    <a:pt x="333" y="7941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7"/>
            <p:cNvSpPr/>
            <p:nvPr/>
          </p:nvSpPr>
          <p:spPr>
            <a:xfrm>
              <a:off x="3929490" y="4210653"/>
              <a:ext cx="12084" cy="65509"/>
            </a:xfrm>
            <a:custGeom>
              <a:avLst/>
              <a:pathLst>
                <a:path w="12084" h="65509">
                  <a:moveTo>
                    <a:pt x="0" y="65509"/>
                  </a:moveTo>
                  <a:lnTo>
                    <a:pt x="142" y="0"/>
                  </a:lnTo>
                  <a:lnTo>
                    <a:pt x="987" y="1749"/>
                  </a:lnTo>
                  <a:lnTo>
                    <a:pt x="1832" y="10821"/>
                  </a:lnTo>
                  <a:lnTo>
                    <a:pt x="2677" y="30362"/>
                  </a:lnTo>
                  <a:lnTo>
                    <a:pt x="3522" y="30937"/>
                  </a:lnTo>
                  <a:lnTo>
                    <a:pt x="4367" y="46380"/>
                  </a:lnTo>
                  <a:lnTo>
                    <a:pt x="5212" y="30351"/>
                  </a:lnTo>
                  <a:lnTo>
                    <a:pt x="6057" y="30892"/>
                  </a:lnTo>
                  <a:lnTo>
                    <a:pt x="6903" y="37323"/>
                  </a:lnTo>
                  <a:lnTo>
                    <a:pt x="7748" y="48946"/>
                  </a:lnTo>
                  <a:lnTo>
                    <a:pt x="8593" y="54857"/>
                  </a:lnTo>
                  <a:lnTo>
                    <a:pt x="9438" y="27957"/>
                  </a:lnTo>
                  <a:lnTo>
                    <a:pt x="10283" y="27905"/>
                  </a:lnTo>
                  <a:lnTo>
                    <a:pt x="11128" y="7531"/>
                  </a:lnTo>
                  <a:lnTo>
                    <a:pt x="11973" y="16504"/>
                  </a:lnTo>
                  <a:lnTo>
                    <a:pt x="12084" y="6550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3943812" y="4165461"/>
              <a:ext cx="4489" cy="110701"/>
            </a:xfrm>
            <a:custGeom>
              <a:avLst/>
              <a:pathLst>
                <a:path w="4489" h="110701">
                  <a:moveTo>
                    <a:pt x="0" y="110701"/>
                  </a:moveTo>
                  <a:lnTo>
                    <a:pt x="186" y="18753"/>
                  </a:lnTo>
                  <a:lnTo>
                    <a:pt x="1032" y="0"/>
                  </a:lnTo>
                  <a:lnTo>
                    <a:pt x="1877" y="7435"/>
                  </a:lnTo>
                  <a:lnTo>
                    <a:pt x="2722" y="24070"/>
                  </a:lnTo>
                  <a:lnTo>
                    <a:pt x="3567" y="54195"/>
                  </a:lnTo>
                  <a:lnTo>
                    <a:pt x="4412" y="78227"/>
                  </a:lnTo>
                  <a:lnTo>
                    <a:pt x="4489" y="11070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l509"/>
            <p:cNvSpPr/>
            <p:nvPr/>
          </p:nvSpPr>
          <p:spPr>
            <a:xfrm>
              <a:off x="3949873" y="4253425"/>
              <a:ext cx="941" cy="22737"/>
            </a:xfrm>
            <a:custGeom>
              <a:avLst/>
              <a:pathLst>
                <a:path w="941" h="22737">
                  <a:moveTo>
                    <a:pt x="0" y="22737"/>
                  </a:moveTo>
                  <a:lnTo>
                    <a:pt x="41" y="6112"/>
                  </a:lnTo>
                  <a:lnTo>
                    <a:pt x="886" y="0"/>
                  </a:lnTo>
                  <a:lnTo>
                    <a:pt x="941" y="2273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l510"/>
            <p:cNvSpPr/>
            <p:nvPr/>
          </p:nvSpPr>
          <p:spPr>
            <a:xfrm>
              <a:off x="3955715" y="4224762"/>
              <a:ext cx="231" cy="51400"/>
            </a:xfrm>
            <a:custGeom>
              <a:avLst/>
              <a:pathLst>
                <a:path w="231" h="51400">
                  <a:moveTo>
                    <a:pt x="0" y="51400"/>
                  </a:moveTo>
                  <a:lnTo>
                    <a:pt x="115" y="0"/>
                  </a:lnTo>
                  <a:lnTo>
                    <a:pt x="231" y="514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l511"/>
            <p:cNvSpPr/>
            <p:nvPr/>
          </p:nvSpPr>
          <p:spPr>
            <a:xfrm>
              <a:off x="3959072" y="4212347"/>
              <a:ext cx="1092" cy="63815"/>
            </a:xfrm>
            <a:custGeom>
              <a:avLst/>
              <a:pathLst>
                <a:path w="1092" h="63815">
                  <a:moveTo>
                    <a:pt x="0" y="63815"/>
                  </a:moveTo>
                  <a:lnTo>
                    <a:pt x="139" y="0"/>
                  </a:lnTo>
                  <a:lnTo>
                    <a:pt x="984" y="16478"/>
                  </a:lnTo>
                  <a:lnTo>
                    <a:pt x="1092" y="6381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l512"/>
            <p:cNvSpPr/>
            <p:nvPr/>
          </p:nvSpPr>
          <p:spPr>
            <a:xfrm>
              <a:off x="3963312" y="4220391"/>
              <a:ext cx="2723" cy="55771"/>
            </a:xfrm>
            <a:custGeom>
              <a:avLst/>
              <a:pathLst>
                <a:path w="2723" h="55771">
                  <a:moveTo>
                    <a:pt x="0" y="55771"/>
                  </a:moveTo>
                  <a:lnTo>
                    <a:pt x="124" y="0"/>
                  </a:lnTo>
                  <a:lnTo>
                    <a:pt x="969" y="28355"/>
                  </a:lnTo>
                  <a:lnTo>
                    <a:pt x="1814" y="37118"/>
                  </a:lnTo>
                  <a:lnTo>
                    <a:pt x="2659" y="29146"/>
                  </a:lnTo>
                  <a:lnTo>
                    <a:pt x="2723" y="5577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l513"/>
            <p:cNvSpPr/>
            <p:nvPr/>
          </p:nvSpPr>
          <p:spPr>
            <a:xfrm>
              <a:off x="3968454" y="4239064"/>
              <a:ext cx="3507" cy="37098"/>
            </a:xfrm>
            <a:custGeom>
              <a:avLst/>
              <a:pathLst>
                <a:path w="3507" h="37098">
                  <a:moveTo>
                    <a:pt x="0" y="37098"/>
                  </a:moveTo>
                  <a:lnTo>
                    <a:pt x="53" y="15358"/>
                  </a:lnTo>
                  <a:lnTo>
                    <a:pt x="898" y="7295"/>
                  </a:lnTo>
                  <a:lnTo>
                    <a:pt x="1743" y="0"/>
                  </a:lnTo>
                  <a:lnTo>
                    <a:pt x="2588" y="20437"/>
                  </a:lnTo>
                  <a:lnTo>
                    <a:pt x="3433" y="6293"/>
                  </a:lnTo>
                  <a:lnTo>
                    <a:pt x="3507" y="3709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l514"/>
            <p:cNvSpPr/>
            <p:nvPr/>
          </p:nvSpPr>
          <p:spPr>
            <a:xfrm>
              <a:off x="3973460" y="4221817"/>
              <a:ext cx="1084" cy="54345"/>
            </a:xfrm>
            <a:custGeom>
              <a:avLst/>
              <a:pathLst>
                <a:path w="1084" h="54345">
                  <a:moveTo>
                    <a:pt x="0" y="54345"/>
                  </a:moveTo>
                  <a:lnTo>
                    <a:pt x="117" y="2014"/>
                  </a:lnTo>
                  <a:lnTo>
                    <a:pt x="962" y="0"/>
                  </a:lnTo>
                  <a:lnTo>
                    <a:pt x="1084" y="5434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3975959" y="4183171"/>
              <a:ext cx="4519" cy="92991"/>
            </a:xfrm>
            <a:custGeom>
              <a:avLst/>
              <a:pathLst>
                <a:path w="4519" h="92991">
                  <a:moveTo>
                    <a:pt x="0" y="92991"/>
                  </a:moveTo>
                  <a:lnTo>
                    <a:pt x="153" y="21346"/>
                  </a:lnTo>
                  <a:lnTo>
                    <a:pt x="998" y="0"/>
                  </a:lnTo>
                  <a:lnTo>
                    <a:pt x="1843" y="26390"/>
                  </a:lnTo>
                  <a:lnTo>
                    <a:pt x="2688" y="37456"/>
                  </a:lnTo>
                  <a:lnTo>
                    <a:pt x="3533" y="20501"/>
                  </a:lnTo>
                  <a:lnTo>
                    <a:pt x="4378" y="28369"/>
                  </a:lnTo>
                  <a:lnTo>
                    <a:pt x="4519" y="9299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3981870" y="4200218"/>
              <a:ext cx="3659" cy="75944"/>
            </a:xfrm>
            <a:custGeom>
              <a:avLst/>
              <a:pathLst>
                <a:path w="3659" h="75944">
                  <a:moveTo>
                    <a:pt x="0" y="75944"/>
                  </a:moveTo>
                  <a:lnTo>
                    <a:pt x="157" y="1526"/>
                  </a:lnTo>
                  <a:lnTo>
                    <a:pt x="1003" y="0"/>
                  </a:lnTo>
                  <a:lnTo>
                    <a:pt x="1848" y="8864"/>
                  </a:lnTo>
                  <a:lnTo>
                    <a:pt x="2693" y="24464"/>
                  </a:lnTo>
                  <a:lnTo>
                    <a:pt x="3538" y="21534"/>
                  </a:lnTo>
                  <a:lnTo>
                    <a:pt x="3659" y="759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3987797" y="4208068"/>
              <a:ext cx="6183" cy="68095"/>
            </a:xfrm>
            <a:custGeom>
              <a:avLst/>
              <a:pathLst>
                <a:path w="6183" h="68095">
                  <a:moveTo>
                    <a:pt x="0" y="68095"/>
                  </a:moveTo>
                  <a:lnTo>
                    <a:pt x="146" y="0"/>
                  </a:lnTo>
                  <a:lnTo>
                    <a:pt x="991" y="25999"/>
                  </a:lnTo>
                  <a:lnTo>
                    <a:pt x="1837" y="11988"/>
                  </a:lnTo>
                  <a:lnTo>
                    <a:pt x="2682" y="22151"/>
                  </a:lnTo>
                  <a:lnTo>
                    <a:pt x="3527" y="36005"/>
                  </a:lnTo>
                  <a:lnTo>
                    <a:pt x="4372" y="23551"/>
                  </a:lnTo>
                  <a:lnTo>
                    <a:pt x="5217" y="19566"/>
                  </a:lnTo>
                  <a:lnTo>
                    <a:pt x="6062" y="14254"/>
                  </a:lnTo>
                  <a:lnTo>
                    <a:pt x="6183" y="6809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3997205" y="4262350"/>
              <a:ext cx="69" cy="13812"/>
            </a:xfrm>
            <a:custGeom>
              <a:avLst/>
              <a:pathLst>
                <a:path w="69" h="13812">
                  <a:moveTo>
                    <a:pt x="0" y="13812"/>
                  </a:moveTo>
                  <a:lnTo>
                    <a:pt x="34" y="0"/>
                  </a:lnTo>
                  <a:lnTo>
                    <a:pt x="69" y="1381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4003055" y="4231985"/>
              <a:ext cx="4357" cy="44177"/>
            </a:xfrm>
            <a:custGeom>
              <a:avLst/>
              <a:pathLst>
                <a:path w="4357" h="44177">
                  <a:moveTo>
                    <a:pt x="0" y="44177"/>
                  </a:moveTo>
                  <a:lnTo>
                    <a:pt x="100" y="696"/>
                  </a:lnTo>
                  <a:lnTo>
                    <a:pt x="945" y="0"/>
                  </a:lnTo>
                  <a:lnTo>
                    <a:pt x="1790" y="15378"/>
                  </a:lnTo>
                  <a:lnTo>
                    <a:pt x="2635" y="27638"/>
                  </a:lnTo>
                  <a:lnTo>
                    <a:pt x="3480" y="24437"/>
                  </a:lnTo>
                  <a:lnTo>
                    <a:pt x="4325" y="31318"/>
                  </a:lnTo>
                  <a:lnTo>
                    <a:pt x="4357" y="4417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4009877" y="4224782"/>
              <a:ext cx="9419" cy="51380"/>
            </a:xfrm>
            <a:custGeom>
              <a:avLst/>
              <a:pathLst>
                <a:path w="9419" h="51380">
                  <a:moveTo>
                    <a:pt x="0" y="51380"/>
                  </a:moveTo>
                  <a:lnTo>
                    <a:pt x="39" y="35458"/>
                  </a:lnTo>
                  <a:lnTo>
                    <a:pt x="884" y="39680"/>
                  </a:lnTo>
                  <a:lnTo>
                    <a:pt x="1729" y="35845"/>
                  </a:lnTo>
                  <a:lnTo>
                    <a:pt x="2574" y="32871"/>
                  </a:lnTo>
                  <a:lnTo>
                    <a:pt x="3419" y="32096"/>
                  </a:lnTo>
                  <a:lnTo>
                    <a:pt x="4265" y="21140"/>
                  </a:lnTo>
                  <a:lnTo>
                    <a:pt x="5110" y="0"/>
                  </a:lnTo>
                  <a:lnTo>
                    <a:pt x="5955" y="5266"/>
                  </a:lnTo>
                  <a:lnTo>
                    <a:pt x="6800" y="19649"/>
                  </a:lnTo>
                  <a:lnTo>
                    <a:pt x="7645" y="27988"/>
                  </a:lnTo>
                  <a:lnTo>
                    <a:pt x="8490" y="26040"/>
                  </a:lnTo>
                  <a:lnTo>
                    <a:pt x="9335" y="15597"/>
                  </a:lnTo>
                  <a:lnTo>
                    <a:pt x="9419" y="513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4023336" y="4231715"/>
              <a:ext cx="3505" cy="44447"/>
            </a:xfrm>
            <a:custGeom>
              <a:avLst/>
              <a:pathLst>
                <a:path w="3505" h="44447">
                  <a:moveTo>
                    <a:pt x="0" y="44447"/>
                  </a:moveTo>
                  <a:lnTo>
                    <a:pt x="102" y="0"/>
                  </a:lnTo>
                  <a:lnTo>
                    <a:pt x="947" y="6462"/>
                  </a:lnTo>
                  <a:lnTo>
                    <a:pt x="1792" y="11825"/>
                  </a:lnTo>
                  <a:lnTo>
                    <a:pt x="2637" y="19266"/>
                  </a:lnTo>
                  <a:lnTo>
                    <a:pt x="3482" y="35464"/>
                  </a:lnTo>
                  <a:lnTo>
                    <a:pt x="3505" y="444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4030193" y="4273903"/>
              <a:ext cx="522" cy="2259"/>
            </a:xfrm>
            <a:custGeom>
              <a:avLst/>
              <a:pathLst>
                <a:path w="522" h="2259">
                  <a:moveTo>
                    <a:pt x="0" y="2259"/>
                  </a:moveTo>
                  <a:lnTo>
                    <a:pt x="5" y="0"/>
                  </a:lnTo>
                  <a:lnTo>
                    <a:pt x="522" y="225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l523"/>
            <p:cNvSpPr/>
            <p:nvPr/>
          </p:nvSpPr>
          <p:spPr>
            <a:xfrm>
              <a:off x="4031271" y="4272266"/>
              <a:ext cx="1312" cy="3896"/>
            </a:xfrm>
            <a:custGeom>
              <a:avLst/>
              <a:pathLst>
                <a:path w="1312" h="3896">
                  <a:moveTo>
                    <a:pt x="0" y="3896"/>
                  </a:moveTo>
                  <a:lnTo>
                    <a:pt x="617" y="0"/>
                  </a:lnTo>
                  <a:lnTo>
                    <a:pt x="1312" y="389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l524"/>
            <p:cNvSpPr/>
            <p:nvPr/>
          </p:nvSpPr>
          <p:spPr>
            <a:xfrm>
              <a:off x="4032781" y="4244443"/>
              <a:ext cx="10140" cy="31719"/>
            </a:xfrm>
            <a:custGeom>
              <a:avLst/>
              <a:pathLst>
                <a:path w="10140" h="31719">
                  <a:moveTo>
                    <a:pt x="0" y="31719"/>
                  </a:moveTo>
                  <a:lnTo>
                    <a:pt x="798" y="17385"/>
                  </a:lnTo>
                  <a:lnTo>
                    <a:pt x="1643" y="11818"/>
                  </a:lnTo>
                  <a:lnTo>
                    <a:pt x="2488" y="13587"/>
                  </a:lnTo>
                  <a:lnTo>
                    <a:pt x="3333" y="13477"/>
                  </a:lnTo>
                  <a:lnTo>
                    <a:pt x="4178" y="20010"/>
                  </a:lnTo>
                  <a:lnTo>
                    <a:pt x="5023" y="0"/>
                  </a:lnTo>
                  <a:lnTo>
                    <a:pt x="5868" y="25912"/>
                  </a:lnTo>
                  <a:lnTo>
                    <a:pt x="6713" y="4892"/>
                  </a:lnTo>
                  <a:lnTo>
                    <a:pt x="7558" y="4267"/>
                  </a:lnTo>
                  <a:lnTo>
                    <a:pt x="8403" y="3631"/>
                  </a:lnTo>
                  <a:lnTo>
                    <a:pt x="9249" y="2010"/>
                  </a:lnTo>
                  <a:lnTo>
                    <a:pt x="10094" y="13091"/>
                  </a:lnTo>
                  <a:lnTo>
                    <a:pt x="10140" y="3171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l525"/>
            <p:cNvSpPr/>
            <p:nvPr/>
          </p:nvSpPr>
          <p:spPr>
            <a:xfrm>
              <a:off x="4044467" y="4233527"/>
              <a:ext cx="1031" cy="42635"/>
            </a:xfrm>
            <a:custGeom>
              <a:avLst/>
              <a:pathLst>
                <a:path w="1031" h="42635">
                  <a:moveTo>
                    <a:pt x="0" y="42635"/>
                  </a:moveTo>
                  <a:lnTo>
                    <a:pt x="98" y="0"/>
                  </a:lnTo>
                  <a:lnTo>
                    <a:pt x="943" y="4990"/>
                  </a:lnTo>
                  <a:lnTo>
                    <a:pt x="1031" y="426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l526"/>
            <p:cNvSpPr/>
            <p:nvPr/>
          </p:nvSpPr>
          <p:spPr>
            <a:xfrm>
              <a:off x="4050414" y="4191659"/>
              <a:ext cx="13762" cy="84503"/>
            </a:xfrm>
            <a:custGeom>
              <a:avLst/>
              <a:pathLst>
                <a:path w="13762" h="84503">
                  <a:moveTo>
                    <a:pt x="0" y="84503"/>
                  </a:moveTo>
                  <a:lnTo>
                    <a:pt x="66" y="56874"/>
                  </a:lnTo>
                  <a:lnTo>
                    <a:pt x="911" y="68520"/>
                  </a:lnTo>
                  <a:lnTo>
                    <a:pt x="1756" y="58732"/>
                  </a:lnTo>
                  <a:lnTo>
                    <a:pt x="2601" y="45710"/>
                  </a:lnTo>
                  <a:lnTo>
                    <a:pt x="3446" y="42720"/>
                  </a:lnTo>
                  <a:lnTo>
                    <a:pt x="4291" y="51311"/>
                  </a:lnTo>
                  <a:lnTo>
                    <a:pt x="5137" y="62819"/>
                  </a:lnTo>
                  <a:lnTo>
                    <a:pt x="5982" y="55711"/>
                  </a:lnTo>
                  <a:lnTo>
                    <a:pt x="6827" y="55213"/>
                  </a:lnTo>
                  <a:lnTo>
                    <a:pt x="7672" y="46787"/>
                  </a:lnTo>
                  <a:lnTo>
                    <a:pt x="8517" y="42885"/>
                  </a:lnTo>
                  <a:lnTo>
                    <a:pt x="9362" y="18117"/>
                  </a:lnTo>
                  <a:lnTo>
                    <a:pt x="10207" y="2527"/>
                  </a:lnTo>
                  <a:lnTo>
                    <a:pt x="11052" y="2028"/>
                  </a:lnTo>
                  <a:lnTo>
                    <a:pt x="11897" y="7635"/>
                  </a:lnTo>
                  <a:lnTo>
                    <a:pt x="12742" y="25047"/>
                  </a:lnTo>
                  <a:lnTo>
                    <a:pt x="13587" y="0"/>
                  </a:lnTo>
                  <a:lnTo>
                    <a:pt x="13762" y="845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l527"/>
            <p:cNvSpPr/>
            <p:nvPr/>
          </p:nvSpPr>
          <p:spPr>
            <a:xfrm>
              <a:off x="4066346" y="4166503"/>
              <a:ext cx="19698" cy="109659"/>
            </a:xfrm>
            <a:custGeom>
              <a:avLst/>
              <a:pathLst>
                <a:path w="19698" h="109659">
                  <a:moveTo>
                    <a:pt x="0" y="109659"/>
                  </a:moveTo>
                  <a:lnTo>
                    <a:pt x="191" y="15094"/>
                  </a:lnTo>
                  <a:lnTo>
                    <a:pt x="1036" y="0"/>
                  </a:lnTo>
                  <a:lnTo>
                    <a:pt x="1881" y="18871"/>
                  </a:lnTo>
                  <a:lnTo>
                    <a:pt x="2726" y="28075"/>
                  </a:lnTo>
                  <a:lnTo>
                    <a:pt x="3571" y="33816"/>
                  </a:lnTo>
                  <a:lnTo>
                    <a:pt x="4416" y="37362"/>
                  </a:lnTo>
                  <a:lnTo>
                    <a:pt x="5261" y="78985"/>
                  </a:lnTo>
                  <a:lnTo>
                    <a:pt x="6106" y="67258"/>
                  </a:lnTo>
                  <a:lnTo>
                    <a:pt x="6951" y="60859"/>
                  </a:lnTo>
                  <a:lnTo>
                    <a:pt x="7796" y="77422"/>
                  </a:lnTo>
                  <a:lnTo>
                    <a:pt x="8642" y="69396"/>
                  </a:lnTo>
                  <a:lnTo>
                    <a:pt x="9487" y="70313"/>
                  </a:lnTo>
                  <a:lnTo>
                    <a:pt x="10332" y="70751"/>
                  </a:lnTo>
                  <a:lnTo>
                    <a:pt x="11177" y="82377"/>
                  </a:lnTo>
                  <a:lnTo>
                    <a:pt x="12022" y="95727"/>
                  </a:lnTo>
                  <a:lnTo>
                    <a:pt x="12867" y="96724"/>
                  </a:lnTo>
                  <a:lnTo>
                    <a:pt x="13712" y="87310"/>
                  </a:lnTo>
                  <a:lnTo>
                    <a:pt x="14557" y="82844"/>
                  </a:lnTo>
                  <a:lnTo>
                    <a:pt x="15402" y="81276"/>
                  </a:lnTo>
                  <a:lnTo>
                    <a:pt x="16247" y="67520"/>
                  </a:lnTo>
                  <a:lnTo>
                    <a:pt x="17092" y="45686"/>
                  </a:lnTo>
                  <a:lnTo>
                    <a:pt x="17938" y="48189"/>
                  </a:lnTo>
                  <a:lnTo>
                    <a:pt x="18783" y="69338"/>
                  </a:lnTo>
                  <a:lnTo>
                    <a:pt x="19628" y="80259"/>
                  </a:lnTo>
                  <a:lnTo>
                    <a:pt x="19698" y="10965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l528"/>
            <p:cNvSpPr/>
            <p:nvPr/>
          </p:nvSpPr>
          <p:spPr>
            <a:xfrm>
              <a:off x="4089271" y="4240625"/>
              <a:ext cx="988" cy="35537"/>
            </a:xfrm>
            <a:custGeom>
              <a:avLst/>
              <a:pathLst>
                <a:path w="988" h="35537">
                  <a:moveTo>
                    <a:pt x="0" y="35537"/>
                  </a:moveTo>
                  <a:lnTo>
                    <a:pt x="83" y="0"/>
                  </a:lnTo>
                  <a:lnTo>
                    <a:pt x="928" y="10843"/>
                  </a:lnTo>
                  <a:lnTo>
                    <a:pt x="988" y="3553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l529"/>
            <p:cNvSpPr/>
            <p:nvPr/>
          </p:nvSpPr>
          <p:spPr>
            <a:xfrm>
              <a:off x="4094335" y="4237303"/>
              <a:ext cx="181" cy="38859"/>
            </a:xfrm>
            <a:custGeom>
              <a:avLst/>
              <a:pathLst>
                <a:path w="181" h="38859">
                  <a:moveTo>
                    <a:pt x="0" y="38859"/>
                  </a:moveTo>
                  <a:lnTo>
                    <a:pt x="90" y="0"/>
                  </a:lnTo>
                  <a:lnTo>
                    <a:pt x="181" y="3885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l530"/>
            <p:cNvSpPr/>
            <p:nvPr/>
          </p:nvSpPr>
          <p:spPr>
            <a:xfrm>
              <a:off x="4102708" y="4195430"/>
              <a:ext cx="25614" cy="80732"/>
            </a:xfrm>
            <a:custGeom>
              <a:avLst/>
              <a:pathLst>
                <a:path w="25614" h="80732">
                  <a:moveTo>
                    <a:pt x="0" y="80732"/>
                  </a:moveTo>
                  <a:lnTo>
                    <a:pt x="168" y="270"/>
                  </a:lnTo>
                  <a:lnTo>
                    <a:pt x="1013" y="22914"/>
                  </a:lnTo>
                  <a:lnTo>
                    <a:pt x="1858" y="19654"/>
                  </a:lnTo>
                  <a:lnTo>
                    <a:pt x="2703" y="35176"/>
                  </a:lnTo>
                  <a:lnTo>
                    <a:pt x="3548" y="35127"/>
                  </a:lnTo>
                  <a:lnTo>
                    <a:pt x="4393" y="34252"/>
                  </a:lnTo>
                  <a:lnTo>
                    <a:pt x="5238" y="35548"/>
                  </a:lnTo>
                  <a:lnTo>
                    <a:pt x="6083" y="26488"/>
                  </a:lnTo>
                  <a:lnTo>
                    <a:pt x="6929" y="35763"/>
                  </a:lnTo>
                  <a:lnTo>
                    <a:pt x="7774" y="40829"/>
                  </a:lnTo>
                  <a:lnTo>
                    <a:pt x="8619" y="58976"/>
                  </a:lnTo>
                  <a:lnTo>
                    <a:pt x="9464" y="43967"/>
                  </a:lnTo>
                  <a:lnTo>
                    <a:pt x="10309" y="29200"/>
                  </a:lnTo>
                  <a:lnTo>
                    <a:pt x="11154" y="24881"/>
                  </a:lnTo>
                  <a:lnTo>
                    <a:pt x="11999" y="57475"/>
                  </a:lnTo>
                  <a:lnTo>
                    <a:pt x="12844" y="60014"/>
                  </a:lnTo>
                  <a:lnTo>
                    <a:pt x="13689" y="23481"/>
                  </a:lnTo>
                  <a:lnTo>
                    <a:pt x="14534" y="11224"/>
                  </a:lnTo>
                  <a:lnTo>
                    <a:pt x="15379" y="23553"/>
                  </a:lnTo>
                  <a:lnTo>
                    <a:pt x="16225" y="0"/>
                  </a:lnTo>
                  <a:lnTo>
                    <a:pt x="17070" y="6911"/>
                  </a:lnTo>
                  <a:lnTo>
                    <a:pt x="17915" y="18862"/>
                  </a:lnTo>
                  <a:lnTo>
                    <a:pt x="18760" y="22046"/>
                  </a:lnTo>
                  <a:lnTo>
                    <a:pt x="19605" y="26586"/>
                  </a:lnTo>
                  <a:lnTo>
                    <a:pt x="20450" y="30525"/>
                  </a:lnTo>
                  <a:lnTo>
                    <a:pt x="21295" y="23714"/>
                  </a:lnTo>
                  <a:lnTo>
                    <a:pt x="22140" y="21995"/>
                  </a:lnTo>
                  <a:lnTo>
                    <a:pt x="22985" y="38299"/>
                  </a:lnTo>
                  <a:lnTo>
                    <a:pt x="23830" y="40756"/>
                  </a:lnTo>
                  <a:lnTo>
                    <a:pt x="24675" y="38682"/>
                  </a:lnTo>
                  <a:lnTo>
                    <a:pt x="25521" y="40566"/>
                  </a:lnTo>
                  <a:lnTo>
                    <a:pt x="25614" y="807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l531"/>
            <p:cNvSpPr/>
            <p:nvPr/>
          </p:nvSpPr>
          <p:spPr>
            <a:xfrm>
              <a:off x="4130691" y="4245572"/>
              <a:ext cx="145" cy="30590"/>
            </a:xfrm>
            <a:custGeom>
              <a:avLst/>
              <a:pathLst>
                <a:path w="145" h="30590">
                  <a:moveTo>
                    <a:pt x="0" y="30590"/>
                  </a:moveTo>
                  <a:lnTo>
                    <a:pt x="72" y="0"/>
                  </a:lnTo>
                  <a:lnTo>
                    <a:pt x="145" y="305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l532"/>
            <p:cNvSpPr/>
            <p:nvPr/>
          </p:nvSpPr>
          <p:spPr>
            <a:xfrm>
              <a:off x="4132318" y="4194771"/>
              <a:ext cx="13828" cy="81391"/>
            </a:xfrm>
            <a:custGeom>
              <a:avLst/>
              <a:pathLst>
                <a:path w="13828" h="81391">
                  <a:moveTo>
                    <a:pt x="0" y="81391"/>
                  </a:moveTo>
                  <a:lnTo>
                    <a:pt x="136" y="18862"/>
                  </a:lnTo>
                  <a:lnTo>
                    <a:pt x="981" y="16461"/>
                  </a:lnTo>
                  <a:lnTo>
                    <a:pt x="1827" y="30483"/>
                  </a:lnTo>
                  <a:lnTo>
                    <a:pt x="2672" y="43582"/>
                  </a:lnTo>
                  <a:lnTo>
                    <a:pt x="3517" y="53218"/>
                  </a:lnTo>
                  <a:lnTo>
                    <a:pt x="4362" y="57978"/>
                  </a:lnTo>
                  <a:lnTo>
                    <a:pt x="5207" y="64715"/>
                  </a:lnTo>
                  <a:lnTo>
                    <a:pt x="6052" y="64455"/>
                  </a:lnTo>
                  <a:lnTo>
                    <a:pt x="6897" y="60865"/>
                  </a:lnTo>
                  <a:lnTo>
                    <a:pt x="7742" y="53926"/>
                  </a:lnTo>
                  <a:lnTo>
                    <a:pt x="8587" y="46704"/>
                  </a:lnTo>
                  <a:lnTo>
                    <a:pt x="9432" y="60147"/>
                  </a:lnTo>
                  <a:lnTo>
                    <a:pt x="10277" y="54989"/>
                  </a:lnTo>
                  <a:lnTo>
                    <a:pt x="11123" y="43286"/>
                  </a:lnTo>
                  <a:lnTo>
                    <a:pt x="11968" y="6881"/>
                  </a:lnTo>
                  <a:lnTo>
                    <a:pt x="12813" y="14739"/>
                  </a:lnTo>
                  <a:lnTo>
                    <a:pt x="13658" y="0"/>
                  </a:lnTo>
                  <a:lnTo>
                    <a:pt x="13828" y="8139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l533"/>
            <p:cNvSpPr/>
            <p:nvPr/>
          </p:nvSpPr>
          <p:spPr>
            <a:xfrm>
              <a:off x="4148373" y="4211524"/>
              <a:ext cx="1124" cy="64638"/>
            </a:xfrm>
            <a:custGeom>
              <a:avLst/>
              <a:pathLst>
                <a:path w="1124" h="64638">
                  <a:moveTo>
                    <a:pt x="0" y="64638"/>
                  </a:moveTo>
                  <a:lnTo>
                    <a:pt x="138" y="1069"/>
                  </a:lnTo>
                  <a:lnTo>
                    <a:pt x="983" y="0"/>
                  </a:lnTo>
                  <a:lnTo>
                    <a:pt x="1124" y="646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l534"/>
            <p:cNvSpPr/>
            <p:nvPr/>
          </p:nvSpPr>
          <p:spPr>
            <a:xfrm>
              <a:off x="4153371" y="4104570"/>
              <a:ext cx="14862" cy="171592"/>
            </a:xfrm>
            <a:custGeom>
              <a:avLst/>
              <a:pathLst>
                <a:path w="14862" h="171592">
                  <a:moveTo>
                    <a:pt x="0" y="171592"/>
                  </a:moveTo>
                  <a:lnTo>
                    <a:pt x="211" y="63641"/>
                  </a:lnTo>
                  <a:lnTo>
                    <a:pt x="1056" y="65719"/>
                  </a:lnTo>
                  <a:lnTo>
                    <a:pt x="1901" y="40139"/>
                  </a:lnTo>
                  <a:lnTo>
                    <a:pt x="2746" y="43486"/>
                  </a:lnTo>
                  <a:lnTo>
                    <a:pt x="3591" y="32997"/>
                  </a:lnTo>
                  <a:lnTo>
                    <a:pt x="4436" y="27653"/>
                  </a:lnTo>
                  <a:lnTo>
                    <a:pt x="5281" y="20134"/>
                  </a:lnTo>
                  <a:lnTo>
                    <a:pt x="6127" y="16170"/>
                  </a:lnTo>
                  <a:lnTo>
                    <a:pt x="6972" y="14650"/>
                  </a:lnTo>
                  <a:lnTo>
                    <a:pt x="7817" y="44254"/>
                  </a:lnTo>
                  <a:lnTo>
                    <a:pt x="8662" y="41808"/>
                  </a:lnTo>
                  <a:lnTo>
                    <a:pt x="9507" y="35112"/>
                  </a:lnTo>
                  <a:lnTo>
                    <a:pt x="10352" y="26107"/>
                  </a:lnTo>
                  <a:lnTo>
                    <a:pt x="11197" y="38115"/>
                  </a:lnTo>
                  <a:lnTo>
                    <a:pt x="12042" y="27035"/>
                  </a:lnTo>
                  <a:lnTo>
                    <a:pt x="12887" y="0"/>
                  </a:lnTo>
                  <a:lnTo>
                    <a:pt x="13732" y="9805"/>
                  </a:lnTo>
                  <a:lnTo>
                    <a:pt x="14577" y="6978"/>
                  </a:lnTo>
                  <a:lnTo>
                    <a:pt x="14862" y="17159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l535"/>
            <p:cNvSpPr/>
            <p:nvPr/>
          </p:nvSpPr>
          <p:spPr>
            <a:xfrm>
              <a:off x="4171103" y="4157761"/>
              <a:ext cx="1292" cy="118401"/>
            </a:xfrm>
            <a:custGeom>
              <a:avLst/>
              <a:pathLst>
                <a:path w="1292" h="118401">
                  <a:moveTo>
                    <a:pt x="0" y="118401"/>
                  </a:moveTo>
                  <a:lnTo>
                    <a:pt x="226" y="0"/>
                  </a:lnTo>
                  <a:lnTo>
                    <a:pt x="1071" y="3855"/>
                  </a:lnTo>
                  <a:lnTo>
                    <a:pt x="1292" y="11840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l536"/>
            <p:cNvSpPr/>
            <p:nvPr/>
          </p:nvSpPr>
          <p:spPr>
            <a:xfrm>
              <a:off x="4173679" y="4185190"/>
              <a:ext cx="370" cy="90972"/>
            </a:xfrm>
            <a:custGeom>
              <a:avLst/>
              <a:pathLst>
                <a:path w="370" h="90972">
                  <a:moveTo>
                    <a:pt x="0" y="90972"/>
                  </a:moveTo>
                  <a:lnTo>
                    <a:pt x="185" y="0"/>
                  </a:lnTo>
                  <a:lnTo>
                    <a:pt x="370" y="909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l537"/>
            <p:cNvSpPr/>
            <p:nvPr/>
          </p:nvSpPr>
          <p:spPr>
            <a:xfrm>
              <a:off x="4177163" y="4188154"/>
              <a:ext cx="24684" cy="88008"/>
            </a:xfrm>
            <a:custGeom>
              <a:avLst/>
              <a:pathLst>
                <a:path w="24684" h="88008">
                  <a:moveTo>
                    <a:pt x="0" y="88008"/>
                  </a:moveTo>
                  <a:lnTo>
                    <a:pt x="82" y="53226"/>
                  </a:lnTo>
                  <a:lnTo>
                    <a:pt x="927" y="41768"/>
                  </a:lnTo>
                  <a:lnTo>
                    <a:pt x="1772" y="37655"/>
                  </a:lnTo>
                  <a:lnTo>
                    <a:pt x="2617" y="20993"/>
                  </a:lnTo>
                  <a:lnTo>
                    <a:pt x="3462" y="27461"/>
                  </a:lnTo>
                  <a:lnTo>
                    <a:pt x="4307" y="36018"/>
                  </a:lnTo>
                  <a:lnTo>
                    <a:pt x="5152" y="24346"/>
                  </a:lnTo>
                  <a:lnTo>
                    <a:pt x="5997" y="11343"/>
                  </a:lnTo>
                  <a:lnTo>
                    <a:pt x="6842" y="16348"/>
                  </a:lnTo>
                  <a:lnTo>
                    <a:pt x="7687" y="18398"/>
                  </a:lnTo>
                  <a:lnTo>
                    <a:pt x="8532" y="25608"/>
                  </a:lnTo>
                  <a:lnTo>
                    <a:pt x="9378" y="6112"/>
                  </a:lnTo>
                  <a:lnTo>
                    <a:pt x="10223" y="2527"/>
                  </a:lnTo>
                  <a:lnTo>
                    <a:pt x="11068" y="0"/>
                  </a:lnTo>
                  <a:lnTo>
                    <a:pt x="11913" y="6316"/>
                  </a:lnTo>
                  <a:lnTo>
                    <a:pt x="12758" y="10314"/>
                  </a:lnTo>
                  <a:lnTo>
                    <a:pt x="13603" y="17027"/>
                  </a:lnTo>
                  <a:lnTo>
                    <a:pt x="14448" y="28595"/>
                  </a:lnTo>
                  <a:lnTo>
                    <a:pt x="15293" y="31159"/>
                  </a:lnTo>
                  <a:lnTo>
                    <a:pt x="16138" y="30209"/>
                  </a:lnTo>
                  <a:lnTo>
                    <a:pt x="16983" y="9650"/>
                  </a:lnTo>
                  <a:lnTo>
                    <a:pt x="17828" y="15844"/>
                  </a:lnTo>
                  <a:lnTo>
                    <a:pt x="18674" y="8952"/>
                  </a:lnTo>
                  <a:lnTo>
                    <a:pt x="19519" y="19275"/>
                  </a:lnTo>
                  <a:lnTo>
                    <a:pt x="20364" y="40996"/>
                  </a:lnTo>
                  <a:lnTo>
                    <a:pt x="21209" y="39233"/>
                  </a:lnTo>
                  <a:lnTo>
                    <a:pt x="22054" y="30775"/>
                  </a:lnTo>
                  <a:lnTo>
                    <a:pt x="22899" y="30904"/>
                  </a:lnTo>
                  <a:lnTo>
                    <a:pt x="23744" y="40591"/>
                  </a:lnTo>
                  <a:lnTo>
                    <a:pt x="24589" y="47323"/>
                  </a:lnTo>
                  <a:lnTo>
                    <a:pt x="24684" y="8800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4203334" y="4228664"/>
              <a:ext cx="2712" cy="47498"/>
            </a:xfrm>
            <a:custGeom>
              <a:avLst/>
              <a:pathLst>
                <a:path w="2712" h="47498">
                  <a:moveTo>
                    <a:pt x="0" y="47498"/>
                  </a:moveTo>
                  <a:lnTo>
                    <a:pt x="108" y="0"/>
                  </a:lnTo>
                  <a:lnTo>
                    <a:pt x="953" y="11267"/>
                  </a:lnTo>
                  <a:lnTo>
                    <a:pt x="1798" y="9908"/>
                  </a:lnTo>
                  <a:lnTo>
                    <a:pt x="2643" y="18518"/>
                  </a:lnTo>
                  <a:lnTo>
                    <a:pt x="2712" y="4749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4208429" y="4175036"/>
              <a:ext cx="17951" cy="101127"/>
            </a:xfrm>
            <a:custGeom>
              <a:avLst/>
              <a:pathLst>
                <a:path w="17951" h="101127">
                  <a:moveTo>
                    <a:pt x="0" y="101127"/>
                  </a:moveTo>
                  <a:lnTo>
                    <a:pt x="83" y="65649"/>
                  </a:lnTo>
                  <a:lnTo>
                    <a:pt x="928" y="64487"/>
                  </a:lnTo>
                  <a:lnTo>
                    <a:pt x="1773" y="66985"/>
                  </a:lnTo>
                  <a:lnTo>
                    <a:pt x="2618" y="56748"/>
                  </a:lnTo>
                  <a:lnTo>
                    <a:pt x="3463" y="64041"/>
                  </a:lnTo>
                  <a:lnTo>
                    <a:pt x="4308" y="51112"/>
                  </a:lnTo>
                  <a:lnTo>
                    <a:pt x="5154" y="28863"/>
                  </a:lnTo>
                  <a:lnTo>
                    <a:pt x="5999" y="29439"/>
                  </a:lnTo>
                  <a:lnTo>
                    <a:pt x="6844" y="13678"/>
                  </a:lnTo>
                  <a:lnTo>
                    <a:pt x="7689" y="19783"/>
                  </a:lnTo>
                  <a:lnTo>
                    <a:pt x="8534" y="2566"/>
                  </a:lnTo>
                  <a:lnTo>
                    <a:pt x="9379" y="0"/>
                  </a:lnTo>
                  <a:lnTo>
                    <a:pt x="10224" y="25585"/>
                  </a:lnTo>
                  <a:lnTo>
                    <a:pt x="11069" y="49087"/>
                  </a:lnTo>
                  <a:lnTo>
                    <a:pt x="11914" y="68938"/>
                  </a:lnTo>
                  <a:lnTo>
                    <a:pt x="12759" y="64122"/>
                  </a:lnTo>
                  <a:lnTo>
                    <a:pt x="13604" y="75643"/>
                  </a:lnTo>
                  <a:lnTo>
                    <a:pt x="14450" y="73655"/>
                  </a:lnTo>
                  <a:lnTo>
                    <a:pt x="15295" y="67561"/>
                  </a:lnTo>
                  <a:lnTo>
                    <a:pt x="16140" y="72217"/>
                  </a:lnTo>
                  <a:lnTo>
                    <a:pt x="16985" y="67118"/>
                  </a:lnTo>
                  <a:lnTo>
                    <a:pt x="17830" y="47262"/>
                  </a:lnTo>
                  <a:lnTo>
                    <a:pt x="17951" y="10112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4227786" y="4195407"/>
              <a:ext cx="2867" cy="80755"/>
            </a:xfrm>
            <a:custGeom>
              <a:avLst/>
              <a:pathLst>
                <a:path w="2867" h="80755">
                  <a:moveTo>
                    <a:pt x="0" y="80755"/>
                  </a:moveTo>
                  <a:lnTo>
                    <a:pt x="163" y="2886"/>
                  </a:lnTo>
                  <a:lnTo>
                    <a:pt x="1008" y="15190"/>
                  </a:lnTo>
                  <a:lnTo>
                    <a:pt x="1854" y="27381"/>
                  </a:lnTo>
                  <a:lnTo>
                    <a:pt x="2699" y="0"/>
                  </a:lnTo>
                  <a:lnTo>
                    <a:pt x="2867" y="807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4232843" y="4186520"/>
              <a:ext cx="3700" cy="89642"/>
            </a:xfrm>
            <a:custGeom>
              <a:avLst/>
              <a:pathLst>
                <a:path w="3700" h="89642">
                  <a:moveTo>
                    <a:pt x="0" y="89642"/>
                  </a:moveTo>
                  <a:lnTo>
                    <a:pt x="178" y="3278"/>
                  </a:lnTo>
                  <a:lnTo>
                    <a:pt x="1023" y="8688"/>
                  </a:lnTo>
                  <a:lnTo>
                    <a:pt x="1868" y="0"/>
                  </a:lnTo>
                  <a:lnTo>
                    <a:pt x="2713" y="6894"/>
                  </a:lnTo>
                  <a:lnTo>
                    <a:pt x="3558" y="24011"/>
                  </a:lnTo>
                  <a:lnTo>
                    <a:pt x="3700" y="896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4240538" y="4117023"/>
              <a:ext cx="24874" cy="159139"/>
            </a:xfrm>
            <a:custGeom>
              <a:avLst/>
              <a:pathLst>
                <a:path w="24874" h="159139">
                  <a:moveTo>
                    <a:pt x="0" y="159139"/>
                  </a:moveTo>
                  <a:lnTo>
                    <a:pt x="88" y="121334"/>
                  </a:lnTo>
                  <a:lnTo>
                    <a:pt x="933" y="111955"/>
                  </a:lnTo>
                  <a:lnTo>
                    <a:pt x="1778" y="120606"/>
                  </a:lnTo>
                  <a:lnTo>
                    <a:pt x="2623" y="114133"/>
                  </a:lnTo>
                  <a:lnTo>
                    <a:pt x="3468" y="115307"/>
                  </a:lnTo>
                  <a:lnTo>
                    <a:pt x="4313" y="113225"/>
                  </a:lnTo>
                  <a:lnTo>
                    <a:pt x="5158" y="94228"/>
                  </a:lnTo>
                  <a:lnTo>
                    <a:pt x="6004" y="56433"/>
                  </a:lnTo>
                  <a:lnTo>
                    <a:pt x="6849" y="67347"/>
                  </a:lnTo>
                  <a:lnTo>
                    <a:pt x="7694" y="103707"/>
                  </a:lnTo>
                  <a:lnTo>
                    <a:pt x="8539" y="115848"/>
                  </a:lnTo>
                  <a:lnTo>
                    <a:pt x="9384" y="120068"/>
                  </a:lnTo>
                  <a:lnTo>
                    <a:pt x="10229" y="136291"/>
                  </a:lnTo>
                  <a:lnTo>
                    <a:pt x="11074" y="114528"/>
                  </a:lnTo>
                  <a:lnTo>
                    <a:pt x="11919" y="126934"/>
                  </a:lnTo>
                  <a:lnTo>
                    <a:pt x="12764" y="102028"/>
                  </a:lnTo>
                  <a:lnTo>
                    <a:pt x="13609" y="81521"/>
                  </a:lnTo>
                  <a:lnTo>
                    <a:pt x="14454" y="86861"/>
                  </a:lnTo>
                  <a:lnTo>
                    <a:pt x="15300" y="96115"/>
                  </a:lnTo>
                  <a:lnTo>
                    <a:pt x="16145" y="106990"/>
                  </a:lnTo>
                  <a:lnTo>
                    <a:pt x="16990" y="83600"/>
                  </a:lnTo>
                  <a:lnTo>
                    <a:pt x="17835" y="97302"/>
                  </a:lnTo>
                  <a:lnTo>
                    <a:pt x="18680" y="96266"/>
                  </a:lnTo>
                  <a:lnTo>
                    <a:pt x="19525" y="88773"/>
                  </a:lnTo>
                  <a:lnTo>
                    <a:pt x="20370" y="76163"/>
                  </a:lnTo>
                  <a:lnTo>
                    <a:pt x="21215" y="51586"/>
                  </a:lnTo>
                  <a:lnTo>
                    <a:pt x="22060" y="52032"/>
                  </a:lnTo>
                  <a:lnTo>
                    <a:pt x="22905" y="38874"/>
                  </a:lnTo>
                  <a:lnTo>
                    <a:pt x="23750" y="25109"/>
                  </a:lnTo>
                  <a:lnTo>
                    <a:pt x="24596" y="0"/>
                  </a:lnTo>
                  <a:lnTo>
                    <a:pt x="24874" y="15913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4268236" y="4115893"/>
              <a:ext cx="2248" cy="160269"/>
            </a:xfrm>
            <a:custGeom>
              <a:avLst/>
              <a:pathLst>
                <a:path w="2248" h="160269">
                  <a:moveTo>
                    <a:pt x="0" y="160269"/>
                  </a:moveTo>
                  <a:lnTo>
                    <a:pt x="278" y="1507"/>
                  </a:lnTo>
                  <a:lnTo>
                    <a:pt x="1123" y="7560"/>
                  </a:lnTo>
                  <a:lnTo>
                    <a:pt x="1968" y="0"/>
                  </a:lnTo>
                  <a:lnTo>
                    <a:pt x="2248" y="16026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l544"/>
            <p:cNvSpPr/>
            <p:nvPr/>
          </p:nvSpPr>
          <p:spPr>
            <a:xfrm>
              <a:off x="4273358" y="4157270"/>
              <a:ext cx="1292" cy="118892"/>
            </a:xfrm>
            <a:custGeom>
              <a:avLst/>
              <a:pathLst>
                <a:path w="1292" h="118892">
                  <a:moveTo>
                    <a:pt x="0" y="118892"/>
                  </a:moveTo>
                  <a:lnTo>
                    <a:pt x="227" y="0"/>
                  </a:lnTo>
                  <a:lnTo>
                    <a:pt x="1072" y="4450"/>
                  </a:lnTo>
                  <a:lnTo>
                    <a:pt x="1292" y="11889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4275917" y="4137080"/>
              <a:ext cx="12248" cy="139082"/>
            </a:xfrm>
            <a:custGeom>
              <a:avLst/>
              <a:pathLst>
                <a:path w="12248" h="139082">
                  <a:moveTo>
                    <a:pt x="0" y="139082"/>
                  </a:moveTo>
                  <a:lnTo>
                    <a:pt x="203" y="36258"/>
                  </a:lnTo>
                  <a:lnTo>
                    <a:pt x="1048" y="33540"/>
                  </a:lnTo>
                  <a:lnTo>
                    <a:pt x="1893" y="50432"/>
                  </a:lnTo>
                  <a:lnTo>
                    <a:pt x="2739" y="47211"/>
                  </a:lnTo>
                  <a:lnTo>
                    <a:pt x="3584" y="54747"/>
                  </a:lnTo>
                  <a:lnTo>
                    <a:pt x="4429" y="47987"/>
                  </a:lnTo>
                  <a:lnTo>
                    <a:pt x="5274" y="51473"/>
                  </a:lnTo>
                  <a:lnTo>
                    <a:pt x="6119" y="41805"/>
                  </a:lnTo>
                  <a:lnTo>
                    <a:pt x="6964" y="31265"/>
                  </a:lnTo>
                  <a:lnTo>
                    <a:pt x="7809" y="29816"/>
                  </a:lnTo>
                  <a:lnTo>
                    <a:pt x="8654" y="9968"/>
                  </a:lnTo>
                  <a:lnTo>
                    <a:pt x="9499" y="0"/>
                  </a:lnTo>
                  <a:lnTo>
                    <a:pt x="10344" y="1612"/>
                  </a:lnTo>
                  <a:lnTo>
                    <a:pt x="11189" y="6307"/>
                  </a:lnTo>
                  <a:lnTo>
                    <a:pt x="12035" y="30046"/>
                  </a:lnTo>
                  <a:lnTo>
                    <a:pt x="12248" y="1390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4290324" y="4189117"/>
              <a:ext cx="6224" cy="87045"/>
            </a:xfrm>
            <a:custGeom>
              <a:avLst/>
              <a:pathLst>
                <a:path w="6224" h="87045">
                  <a:moveTo>
                    <a:pt x="0" y="87045"/>
                  </a:moveTo>
                  <a:lnTo>
                    <a:pt x="163" y="9492"/>
                  </a:lnTo>
                  <a:lnTo>
                    <a:pt x="1008" y="0"/>
                  </a:lnTo>
                  <a:lnTo>
                    <a:pt x="1853" y="10156"/>
                  </a:lnTo>
                  <a:lnTo>
                    <a:pt x="2698" y="8278"/>
                  </a:lnTo>
                  <a:lnTo>
                    <a:pt x="3543" y="3229"/>
                  </a:lnTo>
                  <a:lnTo>
                    <a:pt x="4388" y="13361"/>
                  </a:lnTo>
                  <a:lnTo>
                    <a:pt x="5233" y="18415"/>
                  </a:lnTo>
                  <a:lnTo>
                    <a:pt x="6079" y="19944"/>
                  </a:lnTo>
                  <a:lnTo>
                    <a:pt x="6224" y="8704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4368036" y="4176140"/>
              <a:ext cx="4477" cy="100023"/>
            </a:xfrm>
            <a:custGeom>
              <a:avLst/>
              <a:pathLst>
                <a:path w="4477" h="100023">
                  <a:moveTo>
                    <a:pt x="0" y="100023"/>
                  </a:moveTo>
                  <a:lnTo>
                    <a:pt x="199" y="0"/>
                  </a:lnTo>
                  <a:lnTo>
                    <a:pt x="1044" y="27188"/>
                  </a:lnTo>
                  <a:lnTo>
                    <a:pt x="1889" y="50393"/>
                  </a:lnTo>
                  <a:lnTo>
                    <a:pt x="2734" y="59222"/>
                  </a:lnTo>
                  <a:lnTo>
                    <a:pt x="3579" y="70617"/>
                  </a:lnTo>
                  <a:lnTo>
                    <a:pt x="4424" y="78363"/>
                  </a:lnTo>
                  <a:lnTo>
                    <a:pt x="4477" y="10002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4374904" y="4206932"/>
              <a:ext cx="6157" cy="69230"/>
            </a:xfrm>
            <a:custGeom>
              <a:avLst/>
              <a:pathLst>
                <a:path w="6157" h="69230">
                  <a:moveTo>
                    <a:pt x="0" y="69230"/>
                  </a:moveTo>
                  <a:lnTo>
                    <a:pt x="92" y="29438"/>
                  </a:lnTo>
                  <a:lnTo>
                    <a:pt x="937" y="11071"/>
                  </a:lnTo>
                  <a:lnTo>
                    <a:pt x="1782" y="15448"/>
                  </a:lnTo>
                  <a:lnTo>
                    <a:pt x="2627" y="10119"/>
                  </a:lnTo>
                  <a:lnTo>
                    <a:pt x="3472" y="19622"/>
                  </a:lnTo>
                  <a:lnTo>
                    <a:pt x="4317" y="11952"/>
                  </a:lnTo>
                  <a:lnTo>
                    <a:pt x="5163" y="2668"/>
                  </a:lnTo>
                  <a:lnTo>
                    <a:pt x="6008" y="0"/>
                  </a:lnTo>
                  <a:lnTo>
                    <a:pt x="6157" y="692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l549"/>
            <p:cNvSpPr/>
            <p:nvPr/>
          </p:nvSpPr>
          <p:spPr>
            <a:xfrm>
              <a:off x="4383286" y="4199965"/>
              <a:ext cx="322" cy="76197"/>
            </a:xfrm>
            <a:custGeom>
              <a:avLst/>
              <a:pathLst>
                <a:path w="322" h="76197">
                  <a:moveTo>
                    <a:pt x="0" y="76197"/>
                  </a:moveTo>
                  <a:lnTo>
                    <a:pt x="161" y="0"/>
                  </a:lnTo>
                  <a:lnTo>
                    <a:pt x="322" y="7619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4385010" y="4218729"/>
              <a:ext cx="11984" cy="57433"/>
            </a:xfrm>
            <a:custGeom>
              <a:avLst/>
              <a:pathLst>
                <a:path w="11984" h="57433">
                  <a:moveTo>
                    <a:pt x="0" y="57433"/>
                  </a:moveTo>
                  <a:lnTo>
                    <a:pt x="127" y="0"/>
                  </a:lnTo>
                  <a:lnTo>
                    <a:pt x="972" y="6066"/>
                  </a:lnTo>
                  <a:lnTo>
                    <a:pt x="1817" y="7142"/>
                  </a:lnTo>
                  <a:lnTo>
                    <a:pt x="2662" y="6669"/>
                  </a:lnTo>
                  <a:lnTo>
                    <a:pt x="3507" y="21001"/>
                  </a:lnTo>
                  <a:lnTo>
                    <a:pt x="4352" y="33684"/>
                  </a:lnTo>
                  <a:lnTo>
                    <a:pt x="5197" y="40852"/>
                  </a:lnTo>
                  <a:lnTo>
                    <a:pt x="6043" y="44543"/>
                  </a:lnTo>
                  <a:lnTo>
                    <a:pt x="6888" y="44396"/>
                  </a:lnTo>
                  <a:lnTo>
                    <a:pt x="7733" y="33773"/>
                  </a:lnTo>
                  <a:lnTo>
                    <a:pt x="8578" y="31471"/>
                  </a:lnTo>
                  <a:lnTo>
                    <a:pt x="9423" y="27918"/>
                  </a:lnTo>
                  <a:lnTo>
                    <a:pt x="10268" y="30925"/>
                  </a:lnTo>
                  <a:lnTo>
                    <a:pt x="11113" y="45658"/>
                  </a:lnTo>
                  <a:lnTo>
                    <a:pt x="11958" y="47179"/>
                  </a:lnTo>
                  <a:lnTo>
                    <a:pt x="11984" y="574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4399495" y="4220157"/>
              <a:ext cx="23735" cy="56005"/>
            </a:xfrm>
            <a:custGeom>
              <a:avLst/>
              <a:pathLst>
                <a:path w="23735" h="56005">
                  <a:moveTo>
                    <a:pt x="0" y="56005"/>
                  </a:moveTo>
                  <a:lnTo>
                    <a:pt x="9" y="52518"/>
                  </a:lnTo>
                  <a:lnTo>
                    <a:pt x="854" y="43730"/>
                  </a:lnTo>
                  <a:lnTo>
                    <a:pt x="1699" y="40832"/>
                  </a:lnTo>
                  <a:lnTo>
                    <a:pt x="2544" y="36359"/>
                  </a:lnTo>
                  <a:lnTo>
                    <a:pt x="3389" y="25721"/>
                  </a:lnTo>
                  <a:lnTo>
                    <a:pt x="4234" y="10913"/>
                  </a:lnTo>
                  <a:lnTo>
                    <a:pt x="5079" y="4360"/>
                  </a:lnTo>
                  <a:lnTo>
                    <a:pt x="5924" y="3175"/>
                  </a:lnTo>
                  <a:lnTo>
                    <a:pt x="6769" y="323"/>
                  </a:lnTo>
                  <a:lnTo>
                    <a:pt x="7614" y="179"/>
                  </a:lnTo>
                  <a:lnTo>
                    <a:pt x="8459" y="0"/>
                  </a:lnTo>
                  <a:lnTo>
                    <a:pt x="9305" y="1588"/>
                  </a:lnTo>
                  <a:lnTo>
                    <a:pt x="10150" y="7161"/>
                  </a:lnTo>
                  <a:lnTo>
                    <a:pt x="10995" y="3677"/>
                  </a:lnTo>
                  <a:lnTo>
                    <a:pt x="11840" y="12610"/>
                  </a:lnTo>
                  <a:lnTo>
                    <a:pt x="12685" y="17272"/>
                  </a:lnTo>
                  <a:lnTo>
                    <a:pt x="13530" y="10095"/>
                  </a:lnTo>
                  <a:lnTo>
                    <a:pt x="14375" y="7019"/>
                  </a:lnTo>
                  <a:lnTo>
                    <a:pt x="15220" y="4023"/>
                  </a:lnTo>
                  <a:lnTo>
                    <a:pt x="16065" y="30864"/>
                  </a:lnTo>
                  <a:lnTo>
                    <a:pt x="16910" y="35071"/>
                  </a:lnTo>
                  <a:lnTo>
                    <a:pt x="17755" y="37302"/>
                  </a:lnTo>
                  <a:lnTo>
                    <a:pt x="18601" y="40200"/>
                  </a:lnTo>
                  <a:lnTo>
                    <a:pt x="19446" y="42092"/>
                  </a:lnTo>
                  <a:lnTo>
                    <a:pt x="20291" y="34481"/>
                  </a:lnTo>
                  <a:lnTo>
                    <a:pt x="21136" y="22611"/>
                  </a:lnTo>
                  <a:lnTo>
                    <a:pt x="21981" y="14594"/>
                  </a:lnTo>
                  <a:lnTo>
                    <a:pt x="22826" y="25117"/>
                  </a:lnTo>
                  <a:lnTo>
                    <a:pt x="23671" y="29696"/>
                  </a:lnTo>
                  <a:lnTo>
                    <a:pt x="23735" y="560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l552"/>
            <p:cNvSpPr/>
            <p:nvPr/>
          </p:nvSpPr>
          <p:spPr>
            <a:xfrm>
              <a:off x="4426458" y="4237980"/>
              <a:ext cx="6915" cy="38182"/>
            </a:xfrm>
            <a:custGeom>
              <a:avLst/>
              <a:pathLst>
                <a:path w="6915" h="38182">
                  <a:moveTo>
                    <a:pt x="0" y="38182"/>
                  </a:moveTo>
                  <a:lnTo>
                    <a:pt x="89" y="0"/>
                  </a:lnTo>
                  <a:lnTo>
                    <a:pt x="934" y="10386"/>
                  </a:lnTo>
                  <a:lnTo>
                    <a:pt x="1779" y="15408"/>
                  </a:lnTo>
                  <a:lnTo>
                    <a:pt x="2624" y="17401"/>
                  </a:lnTo>
                  <a:lnTo>
                    <a:pt x="3469" y="12607"/>
                  </a:lnTo>
                  <a:lnTo>
                    <a:pt x="4314" y="2213"/>
                  </a:lnTo>
                  <a:lnTo>
                    <a:pt x="5159" y="4241"/>
                  </a:lnTo>
                  <a:lnTo>
                    <a:pt x="6004" y="14987"/>
                  </a:lnTo>
                  <a:lnTo>
                    <a:pt x="6849" y="10843"/>
                  </a:lnTo>
                  <a:lnTo>
                    <a:pt x="6915" y="381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l553"/>
            <p:cNvSpPr/>
            <p:nvPr/>
          </p:nvSpPr>
          <p:spPr>
            <a:xfrm>
              <a:off x="4435800" y="4233464"/>
              <a:ext cx="7747" cy="42698"/>
            </a:xfrm>
            <a:custGeom>
              <a:avLst/>
              <a:pathLst>
                <a:path w="7747" h="42698">
                  <a:moveTo>
                    <a:pt x="0" y="42698"/>
                  </a:moveTo>
                  <a:lnTo>
                    <a:pt x="43" y="25323"/>
                  </a:lnTo>
                  <a:lnTo>
                    <a:pt x="888" y="32140"/>
                  </a:lnTo>
                  <a:lnTo>
                    <a:pt x="1733" y="23985"/>
                  </a:lnTo>
                  <a:lnTo>
                    <a:pt x="2578" y="32521"/>
                  </a:lnTo>
                  <a:lnTo>
                    <a:pt x="3423" y="28039"/>
                  </a:lnTo>
                  <a:lnTo>
                    <a:pt x="4268" y="34545"/>
                  </a:lnTo>
                  <a:lnTo>
                    <a:pt x="5113" y="24377"/>
                  </a:lnTo>
                  <a:lnTo>
                    <a:pt x="5958" y="10838"/>
                  </a:lnTo>
                  <a:lnTo>
                    <a:pt x="6803" y="5271"/>
                  </a:lnTo>
                  <a:lnTo>
                    <a:pt x="7648" y="0"/>
                  </a:lnTo>
                  <a:lnTo>
                    <a:pt x="7747" y="4269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4445907" y="4210610"/>
              <a:ext cx="6891" cy="65552"/>
            </a:xfrm>
            <a:custGeom>
              <a:avLst/>
              <a:pathLst>
                <a:path w="6891" h="65552">
                  <a:moveTo>
                    <a:pt x="0" y="65552"/>
                  </a:moveTo>
                  <a:lnTo>
                    <a:pt x="76" y="33146"/>
                  </a:lnTo>
                  <a:lnTo>
                    <a:pt x="922" y="29738"/>
                  </a:lnTo>
                  <a:lnTo>
                    <a:pt x="1767" y="26647"/>
                  </a:lnTo>
                  <a:lnTo>
                    <a:pt x="2612" y="39212"/>
                  </a:lnTo>
                  <a:lnTo>
                    <a:pt x="3457" y="30209"/>
                  </a:lnTo>
                  <a:lnTo>
                    <a:pt x="4302" y="4718"/>
                  </a:lnTo>
                  <a:lnTo>
                    <a:pt x="5147" y="0"/>
                  </a:lnTo>
                  <a:lnTo>
                    <a:pt x="5992" y="20047"/>
                  </a:lnTo>
                  <a:lnTo>
                    <a:pt x="6837" y="43423"/>
                  </a:lnTo>
                  <a:lnTo>
                    <a:pt x="6891" y="6555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4455178" y="4203796"/>
              <a:ext cx="8603" cy="72366"/>
            </a:xfrm>
            <a:custGeom>
              <a:avLst/>
              <a:pathLst>
                <a:path w="8603" h="72366">
                  <a:moveTo>
                    <a:pt x="0" y="72366"/>
                  </a:moveTo>
                  <a:lnTo>
                    <a:pt x="101" y="28187"/>
                  </a:lnTo>
                  <a:lnTo>
                    <a:pt x="946" y="28081"/>
                  </a:lnTo>
                  <a:lnTo>
                    <a:pt x="1791" y="26877"/>
                  </a:lnTo>
                  <a:lnTo>
                    <a:pt x="2636" y="29512"/>
                  </a:lnTo>
                  <a:lnTo>
                    <a:pt x="3481" y="7077"/>
                  </a:lnTo>
                  <a:lnTo>
                    <a:pt x="4326" y="0"/>
                  </a:lnTo>
                  <a:lnTo>
                    <a:pt x="5172" y="15618"/>
                  </a:lnTo>
                  <a:lnTo>
                    <a:pt x="6017" y="11573"/>
                  </a:lnTo>
                  <a:lnTo>
                    <a:pt x="6862" y="32317"/>
                  </a:lnTo>
                  <a:lnTo>
                    <a:pt x="7707" y="40369"/>
                  </a:lnTo>
                  <a:lnTo>
                    <a:pt x="8552" y="51391"/>
                  </a:lnTo>
                  <a:lnTo>
                    <a:pt x="8603" y="723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4465347" y="4233285"/>
              <a:ext cx="2707" cy="42877"/>
            </a:xfrm>
            <a:custGeom>
              <a:avLst/>
              <a:pathLst>
                <a:path w="2707" h="42877">
                  <a:moveTo>
                    <a:pt x="0" y="42877"/>
                  </a:moveTo>
                  <a:lnTo>
                    <a:pt x="73" y="11978"/>
                  </a:lnTo>
                  <a:lnTo>
                    <a:pt x="918" y="13090"/>
                  </a:lnTo>
                  <a:lnTo>
                    <a:pt x="1763" y="13851"/>
                  </a:lnTo>
                  <a:lnTo>
                    <a:pt x="2608" y="0"/>
                  </a:lnTo>
                  <a:lnTo>
                    <a:pt x="2707" y="4287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4470444" y="4243096"/>
              <a:ext cx="2661" cy="33066"/>
            </a:xfrm>
            <a:custGeom>
              <a:avLst/>
              <a:pathLst>
                <a:path w="2661" h="33066">
                  <a:moveTo>
                    <a:pt x="0" y="33066"/>
                  </a:moveTo>
                  <a:lnTo>
                    <a:pt x="47" y="13629"/>
                  </a:lnTo>
                  <a:lnTo>
                    <a:pt x="892" y="16821"/>
                  </a:lnTo>
                  <a:lnTo>
                    <a:pt x="1738" y="11614"/>
                  </a:lnTo>
                  <a:lnTo>
                    <a:pt x="2583" y="0"/>
                  </a:lnTo>
                  <a:lnTo>
                    <a:pt x="2661" y="330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4474643" y="4245304"/>
              <a:ext cx="147" cy="30858"/>
            </a:xfrm>
            <a:custGeom>
              <a:avLst/>
              <a:pathLst>
                <a:path w="147" h="30858">
                  <a:moveTo>
                    <a:pt x="0" y="30858"/>
                  </a:moveTo>
                  <a:lnTo>
                    <a:pt x="73" y="0"/>
                  </a:lnTo>
                  <a:lnTo>
                    <a:pt x="147" y="308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4477066" y="4150880"/>
              <a:ext cx="17250" cy="125282"/>
            </a:xfrm>
            <a:custGeom>
              <a:avLst/>
              <a:pathLst>
                <a:path w="17250" h="125282">
                  <a:moveTo>
                    <a:pt x="0" y="125282"/>
                  </a:moveTo>
                  <a:lnTo>
                    <a:pt x="186" y="33791"/>
                  </a:lnTo>
                  <a:lnTo>
                    <a:pt x="1031" y="42532"/>
                  </a:lnTo>
                  <a:lnTo>
                    <a:pt x="1876" y="28338"/>
                  </a:lnTo>
                  <a:lnTo>
                    <a:pt x="2721" y="0"/>
                  </a:lnTo>
                  <a:lnTo>
                    <a:pt x="3566" y="4682"/>
                  </a:lnTo>
                  <a:lnTo>
                    <a:pt x="4411" y="32534"/>
                  </a:lnTo>
                  <a:lnTo>
                    <a:pt x="5256" y="73328"/>
                  </a:lnTo>
                  <a:lnTo>
                    <a:pt x="6101" y="80030"/>
                  </a:lnTo>
                  <a:lnTo>
                    <a:pt x="6946" y="73169"/>
                  </a:lnTo>
                  <a:lnTo>
                    <a:pt x="7792" y="88685"/>
                  </a:lnTo>
                  <a:lnTo>
                    <a:pt x="8637" y="83125"/>
                  </a:lnTo>
                  <a:lnTo>
                    <a:pt x="9482" y="69752"/>
                  </a:lnTo>
                  <a:lnTo>
                    <a:pt x="10327" y="60348"/>
                  </a:lnTo>
                  <a:lnTo>
                    <a:pt x="11172" y="49427"/>
                  </a:lnTo>
                  <a:lnTo>
                    <a:pt x="12017" y="65994"/>
                  </a:lnTo>
                  <a:lnTo>
                    <a:pt x="12862" y="59939"/>
                  </a:lnTo>
                  <a:lnTo>
                    <a:pt x="13707" y="24739"/>
                  </a:lnTo>
                  <a:lnTo>
                    <a:pt x="14552" y="25606"/>
                  </a:lnTo>
                  <a:lnTo>
                    <a:pt x="15397" y="22034"/>
                  </a:lnTo>
                  <a:lnTo>
                    <a:pt x="16243" y="55292"/>
                  </a:lnTo>
                  <a:lnTo>
                    <a:pt x="17088" y="48289"/>
                  </a:lnTo>
                  <a:lnTo>
                    <a:pt x="17250" y="1252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4495635" y="4151311"/>
              <a:ext cx="2087" cy="124851"/>
            </a:xfrm>
            <a:custGeom>
              <a:avLst/>
              <a:pathLst>
                <a:path w="2087" h="124851">
                  <a:moveTo>
                    <a:pt x="0" y="124851"/>
                  </a:moveTo>
                  <a:lnTo>
                    <a:pt x="209" y="18478"/>
                  </a:lnTo>
                  <a:lnTo>
                    <a:pt x="1054" y="0"/>
                  </a:lnTo>
                  <a:lnTo>
                    <a:pt x="1899" y="32329"/>
                  </a:lnTo>
                  <a:lnTo>
                    <a:pt x="2087" y="12485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4499057" y="4196044"/>
              <a:ext cx="11677" cy="80118"/>
            </a:xfrm>
            <a:custGeom>
              <a:avLst/>
              <a:pathLst>
                <a:path w="11677" h="80118">
                  <a:moveTo>
                    <a:pt x="0" y="80118"/>
                  </a:moveTo>
                  <a:lnTo>
                    <a:pt x="167" y="0"/>
                  </a:lnTo>
                  <a:lnTo>
                    <a:pt x="1012" y="26866"/>
                  </a:lnTo>
                  <a:lnTo>
                    <a:pt x="1857" y="25782"/>
                  </a:lnTo>
                  <a:lnTo>
                    <a:pt x="2702" y="25464"/>
                  </a:lnTo>
                  <a:lnTo>
                    <a:pt x="3548" y="24525"/>
                  </a:lnTo>
                  <a:lnTo>
                    <a:pt x="4393" y="12785"/>
                  </a:lnTo>
                  <a:lnTo>
                    <a:pt x="5238" y="24832"/>
                  </a:lnTo>
                  <a:lnTo>
                    <a:pt x="6083" y="30631"/>
                  </a:lnTo>
                  <a:lnTo>
                    <a:pt x="6928" y="38786"/>
                  </a:lnTo>
                  <a:lnTo>
                    <a:pt x="7773" y="42074"/>
                  </a:lnTo>
                  <a:lnTo>
                    <a:pt x="8618" y="37630"/>
                  </a:lnTo>
                  <a:lnTo>
                    <a:pt x="9463" y="36253"/>
                  </a:lnTo>
                  <a:lnTo>
                    <a:pt x="10308" y="32147"/>
                  </a:lnTo>
                  <a:lnTo>
                    <a:pt x="11153" y="52060"/>
                  </a:lnTo>
                  <a:lnTo>
                    <a:pt x="11677" y="8011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4518425" y="4263189"/>
              <a:ext cx="1114" cy="12973"/>
            </a:xfrm>
            <a:custGeom>
              <a:avLst/>
              <a:pathLst>
                <a:path w="1114" h="12973">
                  <a:moveTo>
                    <a:pt x="0" y="12973"/>
                  </a:moveTo>
                  <a:lnTo>
                    <a:pt x="237" y="6028"/>
                  </a:lnTo>
                  <a:lnTo>
                    <a:pt x="1082" y="0"/>
                  </a:lnTo>
                  <a:lnTo>
                    <a:pt x="1114" y="1297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4523697" y="4261945"/>
              <a:ext cx="71" cy="14217"/>
            </a:xfrm>
            <a:custGeom>
              <a:avLst/>
              <a:pathLst>
                <a:path w="71" h="14217">
                  <a:moveTo>
                    <a:pt x="0" y="14217"/>
                  </a:moveTo>
                  <a:lnTo>
                    <a:pt x="35" y="0"/>
                  </a:lnTo>
                  <a:lnTo>
                    <a:pt x="71" y="1421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4527017" y="4234812"/>
              <a:ext cx="191" cy="41350"/>
            </a:xfrm>
            <a:custGeom>
              <a:avLst/>
              <a:pathLst>
                <a:path w="191" h="41350">
                  <a:moveTo>
                    <a:pt x="0" y="41350"/>
                  </a:moveTo>
                  <a:lnTo>
                    <a:pt x="95" y="0"/>
                  </a:lnTo>
                  <a:lnTo>
                    <a:pt x="191" y="4135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4532939" y="4235166"/>
              <a:ext cx="1029" cy="40996"/>
            </a:xfrm>
            <a:custGeom>
              <a:avLst/>
              <a:pathLst>
                <a:path w="1029" h="40996">
                  <a:moveTo>
                    <a:pt x="0" y="40996"/>
                  </a:moveTo>
                  <a:lnTo>
                    <a:pt x="89" y="2529"/>
                  </a:lnTo>
                  <a:lnTo>
                    <a:pt x="934" y="0"/>
                  </a:lnTo>
                  <a:lnTo>
                    <a:pt x="1029" y="4099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4536272" y="4155290"/>
              <a:ext cx="29030" cy="120872"/>
            </a:xfrm>
            <a:custGeom>
              <a:avLst/>
              <a:pathLst>
                <a:path w="29030" h="120872">
                  <a:moveTo>
                    <a:pt x="0" y="120872"/>
                  </a:moveTo>
                  <a:lnTo>
                    <a:pt x="136" y="58277"/>
                  </a:lnTo>
                  <a:lnTo>
                    <a:pt x="982" y="38470"/>
                  </a:lnTo>
                  <a:lnTo>
                    <a:pt x="1827" y="64387"/>
                  </a:lnTo>
                  <a:lnTo>
                    <a:pt x="2672" y="58519"/>
                  </a:lnTo>
                  <a:lnTo>
                    <a:pt x="3517" y="67879"/>
                  </a:lnTo>
                  <a:lnTo>
                    <a:pt x="4362" y="73198"/>
                  </a:lnTo>
                  <a:lnTo>
                    <a:pt x="5207" y="61463"/>
                  </a:lnTo>
                  <a:lnTo>
                    <a:pt x="6052" y="60133"/>
                  </a:lnTo>
                  <a:lnTo>
                    <a:pt x="6897" y="34795"/>
                  </a:lnTo>
                  <a:lnTo>
                    <a:pt x="7742" y="25364"/>
                  </a:lnTo>
                  <a:lnTo>
                    <a:pt x="8587" y="0"/>
                  </a:lnTo>
                  <a:lnTo>
                    <a:pt x="9432" y="14168"/>
                  </a:lnTo>
                  <a:lnTo>
                    <a:pt x="10278" y="49814"/>
                  </a:lnTo>
                  <a:lnTo>
                    <a:pt x="11123" y="55149"/>
                  </a:lnTo>
                  <a:lnTo>
                    <a:pt x="11968" y="74979"/>
                  </a:lnTo>
                  <a:lnTo>
                    <a:pt x="12813" y="71221"/>
                  </a:lnTo>
                  <a:lnTo>
                    <a:pt x="13658" y="74194"/>
                  </a:lnTo>
                  <a:lnTo>
                    <a:pt x="14503" y="84973"/>
                  </a:lnTo>
                  <a:lnTo>
                    <a:pt x="15348" y="85358"/>
                  </a:lnTo>
                  <a:lnTo>
                    <a:pt x="16193" y="91962"/>
                  </a:lnTo>
                  <a:lnTo>
                    <a:pt x="17038" y="100811"/>
                  </a:lnTo>
                  <a:lnTo>
                    <a:pt x="17883" y="114031"/>
                  </a:lnTo>
                  <a:lnTo>
                    <a:pt x="18728" y="118184"/>
                  </a:lnTo>
                  <a:lnTo>
                    <a:pt x="19574" y="115569"/>
                  </a:lnTo>
                  <a:lnTo>
                    <a:pt x="20419" y="116169"/>
                  </a:lnTo>
                  <a:lnTo>
                    <a:pt x="21264" y="114806"/>
                  </a:lnTo>
                  <a:lnTo>
                    <a:pt x="22109" y="104608"/>
                  </a:lnTo>
                  <a:lnTo>
                    <a:pt x="22954" y="98839"/>
                  </a:lnTo>
                  <a:lnTo>
                    <a:pt x="23799" y="92721"/>
                  </a:lnTo>
                  <a:lnTo>
                    <a:pt x="24644" y="89097"/>
                  </a:lnTo>
                  <a:lnTo>
                    <a:pt x="25489" y="77735"/>
                  </a:lnTo>
                  <a:lnTo>
                    <a:pt x="26334" y="61670"/>
                  </a:lnTo>
                  <a:lnTo>
                    <a:pt x="27179" y="48189"/>
                  </a:lnTo>
                  <a:lnTo>
                    <a:pt x="28025" y="57138"/>
                  </a:lnTo>
                  <a:lnTo>
                    <a:pt x="28870" y="45279"/>
                  </a:lnTo>
                  <a:lnTo>
                    <a:pt x="29030" y="1208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l567"/>
            <p:cNvSpPr/>
            <p:nvPr/>
          </p:nvSpPr>
          <p:spPr>
            <a:xfrm>
              <a:off x="4566682" y="4206468"/>
              <a:ext cx="5308" cy="69694"/>
            </a:xfrm>
            <a:custGeom>
              <a:avLst/>
              <a:pathLst>
                <a:path w="5308" h="69694">
                  <a:moveTo>
                    <a:pt x="0" y="69694"/>
                  </a:moveTo>
                  <a:lnTo>
                    <a:pt x="149" y="0"/>
                  </a:lnTo>
                  <a:lnTo>
                    <a:pt x="994" y="14760"/>
                  </a:lnTo>
                  <a:lnTo>
                    <a:pt x="1839" y="37931"/>
                  </a:lnTo>
                  <a:lnTo>
                    <a:pt x="2685" y="44223"/>
                  </a:lnTo>
                  <a:lnTo>
                    <a:pt x="3530" y="47984"/>
                  </a:lnTo>
                  <a:lnTo>
                    <a:pt x="4375" y="35181"/>
                  </a:lnTo>
                  <a:lnTo>
                    <a:pt x="5220" y="31957"/>
                  </a:lnTo>
                  <a:lnTo>
                    <a:pt x="5308" y="696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l568"/>
            <p:cNvSpPr/>
            <p:nvPr/>
          </p:nvSpPr>
          <p:spPr>
            <a:xfrm>
              <a:off x="4573519" y="4225359"/>
              <a:ext cx="6889" cy="50803"/>
            </a:xfrm>
            <a:custGeom>
              <a:avLst/>
              <a:pathLst>
                <a:path w="6889" h="50803">
                  <a:moveTo>
                    <a:pt x="0" y="50803"/>
                  </a:moveTo>
                  <a:lnTo>
                    <a:pt x="73" y="19776"/>
                  </a:lnTo>
                  <a:lnTo>
                    <a:pt x="919" y="11832"/>
                  </a:lnTo>
                  <a:lnTo>
                    <a:pt x="1764" y="12604"/>
                  </a:lnTo>
                  <a:lnTo>
                    <a:pt x="2609" y="0"/>
                  </a:lnTo>
                  <a:lnTo>
                    <a:pt x="3454" y="6573"/>
                  </a:lnTo>
                  <a:lnTo>
                    <a:pt x="4299" y="2240"/>
                  </a:lnTo>
                  <a:lnTo>
                    <a:pt x="5144" y="6901"/>
                  </a:lnTo>
                  <a:lnTo>
                    <a:pt x="5989" y="28154"/>
                  </a:lnTo>
                  <a:lnTo>
                    <a:pt x="6834" y="28202"/>
                  </a:lnTo>
                  <a:lnTo>
                    <a:pt x="6889" y="508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l569"/>
            <p:cNvSpPr/>
            <p:nvPr/>
          </p:nvSpPr>
          <p:spPr>
            <a:xfrm>
              <a:off x="4582868" y="4216745"/>
              <a:ext cx="9447" cy="59417"/>
            </a:xfrm>
            <a:custGeom>
              <a:avLst/>
              <a:pathLst>
                <a:path w="9447" h="59417">
                  <a:moveTo>
                    <a:pt x="0" y="59417"/>
                  </a:moveTo>
                  <a:lnTo>
                    <a:pt x="20" y="51447"/>
                  </a:lnTo>
                  <a:lnTo>
                    <a:pt x="865" y="52227"/>
                  </a:lnTo>
                  <a:lnTo>
                    <a:pt x="1710" y="53447"/>
                  </a:lnTo>
                  <a:lnTo>
                    <a:pt x="2555" y="51986"/>
                  </a:lnTo>
                  <a:lnTo>
                    <a:pt x="3400" y="42493"/>
                  </a:lnTo>
                  <a:lnTo>
                    <a:pt x="4245" y="40956"/>
                  </a:lnTo>
                  <a:lnTo>
                    <a:pt x="5090" y="33099"/>
                  </a:lnTo>
                  <a:lnTo>
                    <a:pt x="5935" y="30790"/>
                  </a:lnTo>
                  <a:lnTo>
                    <a:pt x="6781" y="35291"/>
                  </a:lnTo>
                  <a:lnTo>
                    <a:pt x="7626" y="19960"/>
                  </a:lnTo>
                  <a:lnTo>
                    <a:pt x="8471" y="4191"/>
                  </a:lnTo>
                  <a:lnTo>
                    <a:pt x="9316" y="0"/>
                  </a:lnTo>
                  <a:lnTo>
                    <a:pt x="9447" y="5941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l570"/>
            <p:cNvSpPr/>
            <p:nvPr/>
          </p:nvSpPr>
          <p:spPr>
            <a:xfrm>
              <a:off x="4593774" y="4186724"/>
              <a:ext cx="15484" cy="89438"/>
            </a:xfrm>
            <a:custGeom>
              <a:avLst/>
              <a:pathLst>
                <a:path w="15484" h="89438">
                  <a:moveTo>
                    <a:pt x="0" y="89438"/>
                  </a:moveTo>
                  <a:lnTo>
                    <a:pt x="101" y="45380"/>
                  </a:lnTo>
                  <a:lnTo>
                    <a:pt x="946" y="22086"/>
                  </a:lnTo>
                  <a:lnTo>
                    <a:pt x="1791" y="27492"/>
                  </a:lnTo>
                  <a:lnTo>
                    <a:pt x="2636" y="38777"/>
                  </a:lnTo>
                  <a:lnTo>
                    <a:pt x="3481" y="61352"/>
                  </a:lnTo>
                  <a:lnTo>
                    <a:pt x="4326" y="64510"/>
                  </a:lnTo>
                  <a:lnTo>
                    <a:pt x="5171" y="50460"/>
                  </a:lnTo>
                  <a:lnTo>
                    <a:pt x="6016" y="57157"/>
                  </a:lnTo>
                  <a:lnTo>
                    <a:pt x="6861" y="22214"/>
                  </a:lnTo>
                  <a:lnTo>
                    <a:pt x="7707" y="7445"/>
                  </a:lnTo>
                  <a:lnTo>
                    <a:pt x="8552" y="0"/>
                  </a:lnTo>
                  <a:lnTo>
                    <a:pt x="9397" y="12370"/>
                  </a:lnTo>
                  <a:lnTo>
                    <a:pt x="10242" y="24015"/>
                  </a:lnTo>
                  <a:lnTo>
                    <a:pt x="11087" y="29384"/>
                  </a:lnTo>
                  <a:lnTo>
                    <a:pt x="11932" y="27671"/>
                  </a:lnTo>
                  <a:lnTo>
                    <a:pt x="12777" y="37720"/>
                  </a:lnTo>
                  <a:lnTo>
                    <a:pt x="13622" y="34231"/>
                  </a:lnTo>
                  <a:lnTo>
                    <a:pt x="14467" y="18346"/>
                  </a:lnTo>
                  <a:lnTo>
                    <a:pt x="15312" y="7056"/>
                  </a:lnTo>
                  <a:lnTo>
                    <a:pt x="15484" y="894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l571"/>
            <p:cNvSpPr/>
            <p:nvPr/>
          </p:nvSpPr>
          <p:spPr>
            <a:xfrm>
              <a:off x="4610634" y="4210244"/>
              <a:ext cx="1121" cy="65918"/>
            </a:xfrm>
            <a:custGeom>
              <a:avLst/>
              <a:pathLst>
                <a:path w="1121" h="65918">
                  <a:moveTo>
                    <a:pt x="0" y="65918"/>
                  </a:moveTo>
                  <a:lnTo>
                    <a:pt x="143" y="0"/>
                  </a:lnTo>
                  <a:lnTo>
                    <a:pt x="988" y="5460"/>
                  </a:lnTo>
                  <a:lnTo>
                    <a:pt x="1121" y="6591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l572"/>
            <p:cNvSpPr/>
            <p:nvPr/>
          </p:nvSpPr>
          <p:spPr>
            <a:xfrm>
              <a:off x="4625940" y="4228943"/>
              <a:ext cx="1001" cy="47219"/>
            </a:xfrm>
            <a:custGeom>
              <a:avLst/>
              <a:pathLst>
                <a:path w="1001" h="47219">
                  <a:moveTo>
                    <a:pt x="0" y="47219"/>
                  </a:moveTo>
                  <a:lnTo>
                    <a:pt x="48" y="27478"/>
                  </a:lnTo>
                  <a:lnTo>
                    <a:pt x="893" y="0"/>
                  </a:lnTo>
                  <a:lnTo>
                    <a:pt x="1001" y="4721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l573"/>
            <p:cNvSpPr/>
            <p:nvPr/>
          </p:nvSpPr>
          <p:spPr>
            <a:xfrm>
              <a:off x="4628423" y="4167786"/>
              <a:ext cx="12086" cy="108376"/>
            </a:xfrm>
            <a:custGeom>
              <a:avLst/>
              <a:pathLst>
                <a:path w="12086" h="108376">
                  <a:moveTo>
                    <a:pt x="0" y="108376"/>
                  </a:moveTo>
                  <a:lnTo>
                    <a:pt x="100" y="64575"/>
                  </a:lnTo>
                  <a:lnTo>
                    <a:pt x="945" y="49295"/>
                  </a:lnTo>
                  <a:lnTo>
                    <a:pt x="1790" y="40979"/>
                  </a:lnTo>
                  <a:lnTo>
                    <a:pt x="2636" y="25805"/>
                  </a:lnTo>
                  <a:lnTo>
                    <a:pt x="3481" y="25025"/>
                  </a:lnTo>
                  <a:lnTo>
                    <a:pt x="4326" y="25334"/>
                  </a:lnTo>
                  <a:lnTo>
                    <a:pt x="5171" y="0"/>
                  </a:lnTo>
                  <a:lnTo>
                    <a:pt x="6016" y="3886"/>
                  </a:lnTo>
                  <a:lnTo>
                    <a:pt x="6861" y="13027"/>
                  </a:lnTo>
                  <a:lnTo>
                    <a:pt x="7706" y="34226"/>
                  </a:lnTo>
                  <a:lnTo>
                    <a:pt x="8551" y="44103"/>
                  </a:lnTo>
                  <a:lnTo>
                    <a:pt x="9396" y="48509"/>
                  </a:lnTo>
                  <a:lnTo>
                    <a:pt x="10241" y="57469"/>
                  </a:lnTo>
                  <a:lnTo>
                    <a:pt x="11086" y="54492"/>
                  </a:lnTo>
                  <a:lnTo>
                    <a:pt x="11932" y="35716"/>
                  </a:lnTo>
                  <a:lnTo>
                    <a:pt x="12086" y="1083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l574"/>
            <p:cNvSpPr/>
            <p:nvPr/>
          </p:nvSpPr>
          <p:spPr>
            <a:xfrm>
              <a:off x="4645299" y="4216784"/>
              <a:ext cx="1930" cy="59378"/>
            </a:xfrm>
            <a:custGeom>
              <a:avLst/>
              <a:pathLst>
                <a:path w="1930" h="59378">
                  <a:moveTo>
                    <a:pt x="0" y="59378"/>
                  </a:moveTo>
                  <a:lnTo>
                    <a:pt x="126" y="2480"/>
                  </a:lnTo>
                  <a:lnTo>
                    <a:pt x="971" y="0"/>
                  </a:lnTo>
                  <a:lnTo>
                    <a:pt x="1816" y="8977"/>
                  </a:lnTo>
                  <a:lnTo>
                    <a:pt x="1930" y="5937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5"/>
            <p:cNvSpPr/>
            <p:nvPr/>
          </p:nvSpPr>
          <p:spPr>
            <a:xfrm>
              <a:off x="4649491" y="4179104"/>
              <a:ext cx="21372" cy="97058"/>
            </a:xfrm>
            <a:custGeom>
              <a:avLst/>
              <a:pathLst>
                <a:path w="21372" h="97058">
                  <a:moveTo>
                    <a:pt x="0" y="97058"/>
                  </a:moveTo>
                  <a:lnTo>
                    <a:pt x="160" y="21229"/>
                  </a:lnTo>
                  <a:lnTo>
                    <a:pt x="1005" y="19919"/>
                  </a:lnTo>
                  <a:lnTo>
                    <a:pt x="1850" y="23978"/>
                  </a:lnTo>
                  <a:lnTo>
                    <a:pt x="2695" y="23901"/>
                  </a:lnTo>
                  <a:lnTo>
                    <a:pt x="3540" y="28288"/>
                  </a:lnTo>
                  <a:lnTo>
                    <a:pt x="4385" y="29768"/>
                  </a:lnTo>
                  <a:lnTo>
                    <a:pt x="5230" y="28830"/>
                  </a:lnTo>
                  <a:lnTo>
                    <a:pt x="6076" y="29100"/>
                  </a:lnTo>
                  <a:lnTo>
                    <a:pt x="6921" y="4709"/>
                  </a:lnTo>
                  <a:lnTo>
                    <a:pt x="7766" y="1457"/>
                  </a:lnTo>
                  <a:lnTo>
                    <a:pt x="8611" y="0"/>
                  </a:lnTo>
                  <a:lnTo>
                    <a:pt x="9456" y="41994"/>
                  </a:lnTo>
                  <a:lnTo>
                    <a:pt x="10301" y="41894"/>
                  </a:lnTo>
                  <a:lnTo>
                    <a:pt x="11146" y="40244"/>
                  </a:lnTo>
                  <a:lnTo>
                    <a:pt x="11991" y="51208"/>
                  </a:lnTo>
                  <a:lnTo>
                    <a:pt x="12836" y="61462"/>
                  </a:lnTo>
                  <a:lnTo>
                    <a:pt x="13681" y="75281"/>
                  </a:lnTo>
                  <a:lnTo>
                    <a:pt x="14526" y="61759"/>
                  </a:lnTo>
                  <a:lnTo>
                    <a:pt x="15372" y="44058"/>
                  </a:lnTo>
                  <a:lnTo>
                    <a:pt x="16217" y="52991"/>
                  </a:lnTo>
                  <a:lnTo>
                    <a:pt x="17062" y="76529"/>
                  </a:lnTo>
                  <a:lnTo>
                    <a:pt x="17907" y="83635"/>
                  </a:lnTo>
                  <a:lnTo>
                    <a:pt x="18752" y="77110"/>
                  </a:lnTo>
                  <a:lnTo>
                    <a:pt x="19597" y="72624"/>
                  </a:lnTo>
                  <a:lnTo>
                    <a:pt x="20442" y="75610"/>
                  </a:lnTo>
                  <a:lnTo>
                    <a:pt x="21287" y="61104"/>
                  </a:lnTo>
                  <a:lnTo>
                    <a:pt x="21372" y="970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6"/>
            <p:cNvSpPr/>
            <p:nvPr/>
          </p:nvSpPr>
          <p:spPr>
            <a:xfrm>
              <a:off x="4673221" y="4174614"/>
              <a:ext cx="6181" cy="101548"/>
            </a:xfrm>
            <a:custGeom>
              <a:avLst/>
              <a:pathLst>
                <a:path w="6181" h="101548">
                  <a:moveTo>
                    <a:pt x="0" y="101548"/>
                  </a:moveTo>
                  <a:lnTo>
                    <a:pt x="92" y="61723"/>
                  </a:lnTo>
                  <a:lnTo>
                    <a:pt x="937" y="64460"/>
                  </a:lnTo>
                  <a:lnTo>
                    <a:pt x="1782" y="51264"/>
                  </a:lnTo>
                  <a:lnTo>
                    <a:pt x="2627" y="47652"/>
                  </a:lnTo>
                  <a:lnTo>
                    <a:pt x="3472" y="31348"/>
                  </a:lnTo>
                  <a:lnTo>
                    <a:pt x="4318" y="11499"/>
                  </a:lnTo>
                  <a:lnTo>
                    <a:pt x="5163" y="0"/>
                  </a:lnTo>
                  <a:lnTo>
                    <a:pt x="6008" y="18224"/>
                  </a:lnTo>
                  <a:lnTo>
                    <a:pt x="6181" y="10154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7"/>
            <p:cNvSpPr/>
            <p:nvPr/>
          </p:nvSpPr>
          <p:spPr>
            <a:xfrm>
              <a:off x="4683359" y="4234788"/>
              <a:ext cx="3496" cy="41374"/>
            </a:xfrm>
            <a:custGeom>
              <a:avLst/>
              <a:pathLst>
                <a:path w="3496" h="41374">
                  <a:moveTo>
                    <a:pt x="0" y="41374"/>
                  </a:moveTo>
                  <a:lnTo>
                    <a:pt x="95" y="0"/>
                  </a:lnTo>
                  <a:lnTo>
                    <a:pt x="940" y="9401"/>
                  </a:lnTo>
                  <a:lnTo>
                    <a:pt x="1785" y="18916"/>
                  </a:lnTo>
                  <a:lnTo>
                    <a:pt x="2631" y="19631"/>
                  </a:lnTo>
                  <a:lnTo>
                    <a:pt x="3476" y="33271"/>
                  </a:lnTo>
                  <a:lnTo>
                    <a:pt x="3496" y="4137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l578"/>
            <p:cNvSpPr/>
            <p:nvPr/>
          </p:nvSpPr>
          <p:spPr>
            <a:xfrm>
              <a:off x="4723123" y="4236808"/>
              <a:ext cx="8587" cy="39354"/>
            </a:xfrm>
            <a:custGeom>
              <a:avLst/>
              <a:pathLst>
                <a:path w="8587" h="39354">
                  <a:moveTo>
                    <a:pt x="0" y="39354"/>
                  </a:moveTo>
                  <a:lnTo>
                    <a:pt x="50" y="18743"/>
                  </a:lnTo>
                  <a:lnTo>
                    <a:pt x="895" y="22184"/>
                  </a:lnTo>
                  <a:lnTo>
                    <a:pt x="1740" y="27674"/>
                  </a:lnTo>
                  <a:lnTo>
                    <a:pt x="2585" y="31887"/>
                  </a:lnTo>
                  <a:lnTo>
                    <a:pt x="3430" y="25249"/>
                  </a:lnTo>
                  <a:lnTo>
                    <a:pt x="4276" y="23869"/>
                  </a:lnTo>
                  <a:lnTo>
                    <a:pt x="5121" y="18157"/>
                  </a:lnTo>
                  <a:lnTo>
                    <a:pt x="5966" y="17659"/>
                  </a:lnTo>
                  <a:lnTo>
                    <a:pt x="6811" y="15495"/>
                  </a:lnTo>
                  <a:lnTo>
                    <a:pt x="7656" y="0"/>
                  </a:lnTo>
                  <a:lnTo>
                    <a:pt x="8501" y="2719"/>
                  </a:lnTo>
                  <a:lnTo>
                    <a:pt x="8587" y="3935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l579"/>
            <p:cNvSpPr/>
            <p:nvPr/>
          </p:nvSpPr>
          <p:spPr>
            <a:xfrm>
              <a:off x="4733183" y="4207027"/>
              <a:ext cx="4419" cy="69135"/>
            </a:xfrm>
            <a:custGeom>
              <a:avLst/>
              <a:pathLst>
                <a:path w="4419" h="69135">
                  <a:moveTo>
                    <a:pt x="0" y="69135"/>
                  </a:moveTo>
                  <a:lnTo>
                    <a:pt x="132" y="8878"/>
                  </a:lnTo>
                  <a:lnTo>
                    <a:pt x="977" y="2818"/>
                  </a:lnTo>
                  <a:lnTo>
                    <a:pt x="1822" y="0"/>
                  </a:lnTo>
                  <a:lnTo>
                    <a:pt x="2667" y="19828"/>
                  </a:lnTo>
                  <a:lnTo>
                    <a:pt x="3513" y="30224"/>
                  </a:lnTo>
                  <a:lnTo>
                    <a:pt x="4358" y="43954"/>
                  </a:lnTo>
                  <a:lnTo>
                    <a:pt x="4419" y="691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l580"/>
            <p:cNvSpPr/>
            <p:nvPr/>
          </p:nvSpPr>
          <p:spPr>
            <a:xfrm>
              <a:off x="4741668" y="4232733"/>
              <a:ext cx="2710" cy="43429"/>
            </a:xfrm>
            <a:custGeom>
              <a:avLst/>
              <a:pathLst>
                <a:path w="2710" h="43429">
                  <a:moveTo>
                    <a:pt x="0" y="43429"/>
                  </a:moveTo>
                  <a:lnTo>
                    <a:pt x="97" y="1104"/>
                  </a:lnTo>
                  <a:lnTo>
                    <a:pt x="942" y="0"/>
                  </a:lnTo>
                  <a:lnTo>
                    <a:pt x="1787" y="1832"/>
                  </a:lnTo>
                  <a:lnTo>
                    <a:pt x="2633" y="10767"/>
                  </a:lnTo>
                  <a:lnTo>
                    <a:pt x="2710" y="4342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l581"/>
            <p:cNvSpPr/>
            <p:nvPr/>
          </p:nvSpPr>
          <p:spPr>
            <a:xfrm>
              <a:off x="4747545" y="4213844"/>
              <a:ext cx="5334" cy="62318"/>
            </a:xfrm>
            <a:custGeom>
              <a:avLst/>
              <a:pathLst>
                <a:path w="5334" h="62318">
                  <a:moveTo>
                    <a:pt x="0" y="62318"/>
                  </a:moveTo>
                  <a:lnTo>
                    <a:pt x="136" y="0"/>
                  </a:lnTo>
                  <a:lnTo>
                    <a:pt x="981" y="22519"/>
                  </a:lnTo>
                  <a:lnTo>
                    <a:pt x="1826" y="34543"/>
                  </a:lnTo>
                  <a:lnTo>
                    <a:pt x="2671" y="32631"/>
                  </a:lnTo>
                  <a:lnTo>
                    <a:pt x="3516" y="25303"/>
                  </a:lnTo>
                  <a:lnTo>
                    <a:pt x="4361" y="15727"/>
                  </a:lnTo>
                  <a:lnTo>
                    <a:pt x="5207" y="5043"/>
                  </a:lnTo>
                  <a:lnTo>
                    <a:pt x="5334" y="6231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4755173" y="4225591"/>
              <a:ext cx="228" cy="50571"/>
            </a:xfrm>
            <a:custGeom>
              <a:avLst/>
              <a:pathLst>
                <a:path w="228" h="50571">
                  <a:moveTo>
                    <a:pt x="0" y="50571"/>
                  </a:moveTo>
                  <a:lnTo>
                    <a:pt x="114" y="0"/>
                  </a:lnTo>
                  <a:lnTo>
                    <a:pt x="228" y="5057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4756893" y="4240147"/>
              <a:ext cx="1853" cy="36015"/>
            </a:xfrm>
            <a:custGeom>
              <a:avLst/>
              <a:pathLst>
                <a:path w="1853" h="36015">
                  <a:moveTo>
                    <a:pt x="0" y="36015"/>
                  </a:moveTo>
                  <a:lnTo>
                    <a:pt x="84" y="0"/>
                  </a:lnTo>
                  <a:lnTo>
                    <a:pt x="929" y="10634"/>
                  </a:lnTo>
                  <a:lnTo>
                    <a:pt x="1774" y="3012"/>
                  </a:lnTo>
                  <a:lnTo>
                    <a:pt x="1853" y="3601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4761039" y="4198305"/>
              <a:ext cx="327" cy="77857"/>
            </a:xfrm>
            <a:custGeom>
              <a:avLst/>
              <a:pathLst>
                <a:path w="327" h="77857">
                  <a:moveTo>
                    <a:pt x="0" y="77857"/>
                  </a:moveTo>
                  <a:lnTo>
                    <a:pt x="163" y="0"/>
                  </a:lnTo>
                  <a:lnTo>
                    <a:pt x="327" y="7785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4764429" y="4162947"/>
              <a:ext cx="9491" cy="113215"/>
            </a:xfrm>
            <a:custGeom>
              <a:avLst/>
              <a:pathLst>
                <a:path w="9491" h="113215">
                  <a:moveTo>
                    <a:pt x="0" y="113215"/>
                  </a:moveTo>
                  <a:lnTo>
                    <a:pt x="155" y="40515"/>
                  </a:lnTo>
                  <a:lnTo>
                    <a:pt x="1000" y="30614"/>
                  </a:lnTo>
                  <a:lnTo>
                    <a:pt x="1845" y="0"/>
                  </a:lnTo>
                  <a:lnTo>
                    <a:pt x="2690" y="19"/>
                  </a:lnTo>
                  <a:lnTo>
                    <a:pt x="3535" y="26945"/>
                  </a:lnTo>
                  <a:lnTo>
                    <a:pt x="4380" y="59266"/>
                  </a:lnTo>
                  <a:lnTo>
                    <a:pt x="5225" y="67132"/>
                  </a:lnTo>
                  <a:lnTo>
                    <a:pt x="6070" y="76581"/>
                  </a:lnTo>
                  <a:lnTo>
                    <a:pt x="6915" y="91716"/>
                  </a:lnTo>
                  <a:lnTo>
                    <a:pt x="7760" y="97061"/>
                  </a:lnTo>
                  <a:lnTo>
                    <a:pt x="8605" y="97529"/>
                  </a:lnTo>
                  <a:lnTo>
                    <a:pt x="9451" y="97082"/>
                  </a:lnTo>
                  <a:lnTo>
                    <a:pt x="9491" y="11321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4777231" y="4264815"/>
              <a:ext cx="57" cy="11347"/>
            </a:xfrm>
            <a:custGeom>
              <a:avLst/>
              <a:pathLst>
                <a:path w="57" h="11347">
                  <a:moveTo>
                    <a:pt x="0" y="11347"/>
                  </a:moveTo>
                  <a:lnTo>
                    <a:pt x="28" y="0"/>
                  </a:lnTo>
                  <a:lnTo>
                    <a:pt x="57" y="113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4778908" y="4189786"/>
              <a:ext cx="19542" cy="86376"/>
            </a:xfrm>
            <a:custGeom>
              <a:avLst/>
              <a:pathLst>
                <a:path w="19542" h="86376">
                  <a:moveTo>
                    <a:pt x="0" y="86376"/>
                  </a:moveTo>
                  <a:lnTo>
                    <a:pt x="42" y="69437"/>
                  </a:lnTo>
                  <a:lnTo>
                    <a:pt x="887" y="77576"/>
                  </a:lnTo>
                  <a:lnTo>
                    <a:pt x="1732" y="79894"/>
                  </a:lnTo>
                  <a:lnTo>
                    <a:pt x="2577" y="83921"/>
                  </a:lnTo>
                  <a:lnTo>
                    <a:pt x="3422" y="86346"/>
                  </a:lnTo>
                  <a:lnTo>
                    <a:pt x="4267" y="80624"/>
                  </a:lnTo>
                  <a:lnTo>
                    <a:pt x="5112" y="79866"/>
                  </a:lnTo>
                  <a:lnTo>
                    <a:pt x="5957" y="79379"/>
                  </a:lnTo>
                  <a:lnTo>
                    <a:pt x="6802" y="76796"/>
                  </a:lnTo>
                  <a:lnTo>
                    <a:pt x="7647" y="62166"/>
                  </a:lnTo>
                  <a:lnTo>
                    <a:pt x="8492" y="48051"/>
                  </a:lnTo>
                  <a:lnTo>
                    <a:pt x="9338" y="45626"/>
                  </a:lnTo>
                  <a:lnTo>
                    <a:pt x="10183" y="22130"/>
                  </a:lnTo>
                  <a:lnTo>
                    <a:pt x="11028" y="5042"/>
                  </a:lnTo>
                  <a:lnTo>
                    <a:pt x="11873" y="25003"/>
                  </a:lnTo>
                  <a:lnTo>
                    <a:pt x="12718" y="0"/>
                  </a:lnTo>
                  <a:lnTo>
                    <a:pt x="13563" y="25308"/>
                  </a:lnTo>
                  <a:lnTo>
                    <a:pt x="14408" y="62911"/>
                  </a:lnTo>
                  <a:lnTo>
                    <a:pt x="15253" y="80630"/>
                  </a:lnTo>
                  <a:lnTo>
                    <a:pt x="16098" y="68642"/>
                  </a:lnTo>
                  <a:lnTo>
                    <a:pt x="16943" y="45623"/>
                  </a:lnTo>
                  <a:lnTo>
                    <a:pt x="17788" y="64102"/>
                  </a:lnTo>
                  <a:lnTo>
                    <a:pt x="18634" y="62902"/>
                  </a:lnTo>
                  <a:lnTo>
                    <a:pt x="19479" y="59934"/>
                  </a:lnTo>
                  <a:lnTo>
                    <a:pt x="19542" y="863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4799971" y="4229677"/>
              <a:ext cx="1889" cy="46485"/>
            </a:xfrm>
            <a:custGeom>
              <a:avLst/>
              <a:pathLst>
                <a:path w="1889" h="46485">
                  <a:moveTo>
                    <a:pt x="0" y="46485"/>
                  </a:moveTo>
                  <a:lnTo>
                    <a:pt x="106" y="0"/>
                  </a:lnTo>
                  <a:lnTo>
                    <a:pt x="951" y="10981"/>
                  </a:lnTo>
                  <a:lnTo>
                    <a:pt x="1796" y="6247"/>
                  </a:lnTo>
                  <a:lnTo>
                    <a:pt x="1889" y="464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4803344" y="4221088"/>
              <a:ext cx="4441" cy="55074"/>
            </a:xfrm>
            <a:custGeom>
              <a:avLst/>
              <a:pathLst>
                <a:path w="4441" h="55074">
                  <a:moveTo>
                    <a:pt x="0" y="55074"/>
                  </a:moveTo>
                  <a:lnTo>
                    <a:pt x="113" y="4710"/>
                  </a:lnTo>
                  <a:lnTo>
                    <a:pt x="958" y="3542"/>
                  </a:lnTo>
                  <a:lnTo>
                    <a:pt x="1803" y="0"/>
                  </a:lnTo>
                  <a:lnTo>
                    <a:pt x="2649" y="7970"/>
                  </a:lnTo>
                  <a:lnTo>
                    <a:pt x="3494" y="20234"/>
                  </a:lnTo>
                  <a:lnTo>
                    <a:pt x="4339" y="10576"/>
                  </a:lnTo>
                  <a:lnTo>
                    <a:pt x="4441" y="5507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4810125" y="4223024"/>
              <a:ext cx="2747" cy="53138"/>
            </a:xfrm>
            <a:custGeom>
              <a:avLst/>
              <a:pathLst>
                <a:path w="2747" h="53138">
                  <a:moveTo>
                    <a:pt x="0" y="53138"/>
                  </a:moveTo>
                  <a:lnTo>
                    <a:pt x="93" y="12888"/>
                  </a:lnTo>
                  <a:lnTo>
                    <a:pt x="938" y="12641"/>
                  </a:lnTo>
                  <a:lnTo>
                    <a:pt x="1783" y="8297"/>
                  </a:lnTo>
                  <a:lnTo>
                    <a:pt x="2628" y="0"/>
                  </a:lnTo>
                  <a:lnTo>
                    <a:pt x="2747" y="531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4816899" y="4211485"/>
              <a:ext cx="11207" cy="64677"/>
            </a:xfrm>
            <a:custGeom>
              <a:avLst/>
              <a:pathLst>
                <a:path w="11207" h="64677">
                  <a:moveTo>
                    <a:pt x="0" y="64677"/>
                  </a:moveTo>
                  <a:lnTo>
                    <a:pt x="80" y="30812"/>
                  </a:lnTo>
                  <a:lnTo>
                    <a:pt x="925" y="37925"/>
                  </a:lnTo>
                  <a:lnTo>
                    <a:pt x="1770" y="46299"/>
                  </a:lnTo>
                  <a:lnTo>
                    <a:pt x="2615" y="50640"/>
                  </a:lnTo>
                  <a:lnTo>
                    <a:pt x="3460" y="49810"/>
                  </a:lnTo>
                  <a:lnTo>
                    <a:pt x="4305" y="57793"/>
                  </a:lnTo>
                  <a:lnTo>
                    <a:pt x="5150" y="54597"/>
                  </a:lnTo>
                  <a:lnTo>
                    <a:pt x="5995" y="62532"/>
                  </a:lnTo>
                  <a:lnTo>
                    <a:pt x="6840" y="55323"/>
                  </a:lnTo>
                  <a:lnTo>
                    <a:pt x="7685" y="51289"/>
                  </a:lnTo>
                  <a:lnTo>
                    <a:pt x="8530" y="49522"/>
                  </a:lnTo>
                  <a:lnTo>
                    <a:pt x="9376" y="25557"/>
                  </a:lnTo>
                  <a:lnTo>
                    <a:pt x="10221" y="9549"/>
                  </a:lnTo>
                  <a:lnTo>
                    <a:pt x="11066" y="0"/>
                  </a:lnTo>
                  <a:lnTo>
                    <a:pt x="11207" y="6467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4829506" y="4146405"/>
              <a:ext cx="15561" cy="129757"/>
            </a:xfrm>
            <a:custGeom>
              <a:avLst/>
              <a:pathLst>
                <a:path w="15561" h="129757">
                  <a:moveTo>
                    <a:pt x="0" y="129757"/>
                  </a:moveTo>
                  <a:lnTo>
                    <a:pt x="149" y="59950"/>
                  </a:lnTo>
                  <a:lnTo>
                    <a:pt x="995" y="56756"/>
                  </a:lnTo>
                  <a:lnTo>
                    <a:pt x="1840" y="73284"/>
                  </a:lnTo>
                  <a:lnTo>
                    <a:pt x="2685" y="90438"/>
                  </a:lnTo>
                  <a:lnTo>
                    <a:pt x="3530" y="80948"/>
                  </a:lnTo>
                  <a:lnTo>
                    <a:pt x="4375" y="83884"/>
                  </a:lnTo>
                  <a:lnTo>
                    <a:pt x="5220" y="80609"/>
                  </a:lnTo>
                  <a:lnTo>
                    <a:pt x="6065" y="60637"/>
                  </a:lnTo>
                  <a:lnTo>
                    <a:pt x="6910" y="37506"/>
                  </a:lnTo>
                  <a:lnTo>
                    <a:pt x="7755" y="26836"/>
                  </a:lnTo>
                  <a:lnTo>
                    <a:pt x="8600" y="0"/>
                  </a:lnTo>
                  <a:lnTo>
                    <a:pt x="9445" y="17603"/>
                  </a:lnTo>
                  <a:lnTo>
                    <a:pt x="10291" y="2406"/>
                  </a:lnTo>
                  <a:lnTo>
                    <a:pt x="11136" y="14274"/>
                  </a:lnTo>
                  <a:lnTo>
                    <a:pt x="11981" y="6067"/>
                  </a:lnTo>
                  <a:lnTo>
                    <a:pt x="12826" y="20514"/>
                  </a:lnTo>
                  <a:lnTo>
                    <a:pt x="13671" y="31687"/>
                  </a:lnTo>
                  <a:lnTo>
                    <a:pt x="14516" y="35433"/>
                  </a:lnTo>
                  <a:lnTo>
                    <a:pt x="15361" y="29339"/>
                  </a:lnTo>
                  <a:lnTo>
                    <a:pt x="15561" y="12975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4848099" y="4207076"/>
              <a:ext cx="1121" cy="69086"/>
            </a:xfrm>
            <a:custGeom>
              <a:avLst/>
              <a:pathLst>
                <a:path w="1121" h="69086">
                  <a:moveTo>
                    <a:pt x="0" y="69086"/>
                  </a:moveTo>
                  <a:lnTo>
                    <a:pt x="148" y="0"/>
                  </a:lnTo>
                  <a:lnTo>
                    <a:pt x="993" y="11474"/>
                  </a:lnTo>
                  <a:lnTo>
                    <a:pt x="1121" y="690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4850619" y="4144713"/>
              <a:ext cx="7063" cy="131449"/>
            </a:xfrm>
            <a:custGeom>
              <a:avLst/>
              <a:pathLst>
                <a:path w="7063" h="131449">
                  <a:moveTo>
                    <a:pt x="0" y="131449"/>
                  </a:moveTo>
                  <a:lnTo>
                    <a:pt x="164" y="53279"/>
                  </a:lnTo>
                  <a:lnTo>
                    <a:pt x="1009" y="48285"/>
                  </a:lnTo>
                  <a:lnTo>
                    <a:pt x="1854" y="40859"/>
                  </a:lnTo>
                  <a:lnTo>
                    <a:pt x="2699" y="45565"/>
                  </a:lnTo>
                  <a:lnTo>
                    <a:pt x="3544" y="64078"/>
                  </a:lnTo>
                  <a:lnTo>
                    <a:pt x="4389" y="57935"/>
                  </a:lnTo>
                  <a:lnTo>
                    <a:pt x="5234" y="0"/>
                  </a:lnTo>
                  <a:lnTo>
                    <a:pt x="6080" y="47872"/>
                  </a:lnTo>
                  <a:lnTo>
                    <a:pt x="6925" y="67926"/>
                  </a:lnTo>
                  <a:lnTo>
                    <a:pt x="7063" y="13144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4859120" y="4225634"/>
              <a:ext cx="6059" cy="50528"/>
            </a:xfrm>
            <a:custGeom>
              <a:avLst/>
              <a:pathLst>
                <a:path w="6059" h="50528">
                  <a:moveTo>
                    <a:pt x="0" y="50528"/>
                  </a:moveTo>
                  <a:lnTo>
                    <a:pt x="114" y="0"/>
                  </a:lnTo>
                  <a:lnTo>
                    <a:pt x="959" y="4542"/>
                  </a:lnTo>
                  <a:lnTo>
                    <a:pt x="1804" y="11385"/>
                  </a:lnTo>
                  <a:lnTo>
                    <a:pt x="2649" y="27879"/>
                  </a:lnTo>
                  <a:lnTo>
                    <a:pt x="3494" y="35044"/>
                  </a:lnTo>
                  <a:lnTo>
                    <a:pt x="4339" y="35990"/>
                  </a:lnTo>
                  <a:lnTo>
                    <a:pt x="5184" y="27609"/>
                  </a:lnTo>
                  <a:lnTo>
                    <a:pt x="6029" y="38712"/>
                  </a:lnTo>
                  <a:lnTo>
                    <a:pt x="6059" y="5052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4868432" y="4230542"/>
              <a:ext cx="1046" cy="45620"/>
            </a:xfrm>
            <a:custGeom>
              <a:avLst/>
              <a:pathLst>
                <a:path w="1046" h="45620">
                  <a:moveTo>
                    <a:pt x="0" y="45620"/>
                  </a:moveTo>
                  <a:lnTo>
                    <a:pt x="97" y="3415"/>
                  </a:lnTo>
                  <a:lnTo>
                    <a:pt x="942" y="0"/>
                  </a:lnTo>
                  <a:lnTo>
                    <a:pt x="1046" y="456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4870973" y="4226971"/>
              <a:ext cx="1894" cy="49191"/>
            </a:xfrm>
            <a:custGeom>
              <a:avLst/>
              <a:pathLst>
                <a:path w="1894" h="49191">
                  <a:moveTo>
                    <a:pt x="0" y="49191"/>
                  </a:moveTo>
                  <a:lnTo>
                    <a:pt x="92" y="9505"/>
                  </a:lnTo>
                  <a:lnTo>
                    <a:pt x="937" y="8332"/>
                  </a:lnTo>
                  <a:lnTo>
                    <a:pt x="1782" y="0"/>
                  </a:lnTo>
                  <a:lnTo>
                    <a:pt x="1894" y="4919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8"/>
            <p:cNvSpPr/>
            <p:nvPr/>
          </p:nvSpPr>
          <p:spPr>
            <a:xfrm>
              <a:off x="4874297" y="4047333"/>
              <a:ext cx="11188" cy="228829"/>
            </a:xfrm>
            <a:custGeom>
              <a:avLst/>
              <a:pathLst>
                <a:path w="11188" h="228829">
                  <a:moveTo>
                    <a:pt x="0" y="228829"/>
                  </a:moveTo>
                  <a:lnTo>
                    <a:pt x="148" y="159745"/>
                  </a:lnTo>
                  <a:lnTo>
                    <a:pt x="993" y="142424"/>
                  </a:lnTo>
                  <a:lnTo>
                    <a:pt x="1838" y="145507"/>
                  </a:lnTo>
                  <a:lnTo>
                    <a:pt x="2683" y="52948"/>
                  </a:lnTo>
                  <a:lnTo>
                    <a:pt x="3529" y="0"/>
                  </a:lnTo>
                  <a:lnTo>
                    <a:pt x="4374" y="64075"/>
                  </a:lnTo>
                  <a:lnTo>
                    <a:pt x="5219" y="119734"/>
                  </a:lnTo>
                  <a:lnTo>
                    <a:pt x="6064" y="145675"/>
                  </a:lnTo>
                  <a:lnTo>
                    <a:pt x="6909" y="169206"/>
                  </a:lnTo>
                  <a:lnTo>
                    <a:pt x="7754" y="171104"/>
                  </a:lnTo>
                  <a:lnTo>
                    <a:pt x="8599" y="191411"/>
                  </a:lnTo>
                  <a:lnTo>
                    <a:pt x="9444" y="201230"/>
                  </a:lnTo>
                  <a:lnTo>
                    <a:pt x="10289" y="196093"/>
                  </a:lnTo>
                  <a:lnTo>
                    <a:pt x="11134" y="206832"/>
                  </a:lnTo>
                  <a:lnTo>
                    <a:pt x="11188" y="22882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4887870" y="4189969"/>
              <a:ext cx="2810" cy="86193"/>
            </a:xfrm>
            <a:custGeom>
              <a:avLst/>
              <a:pathLst>
                <a:path w="2810" h="86193">
                  <a:moveTo>
                    <a:pt x="0" y="86193"/>
                  </a:moveTo>
                  <a:lnTo>
                    <a:pt x="97" y="44031"/>
                  </a:lnTo>
                  <a:lnTo>
                    <a:pt x="942" y="53761"/>
                  </a:lnTo>
                  <a:lnTo>
                    <a:pt x="1787" y="37888"/>
                  </a:lnTo>
                  <a:lnTo>
                    <a:pt x="2632" y="0"/>
                  </a:lnTo>
                  <a:lnTo>
                    <a:pt x="2810" y="8619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4891979" y="4087429"/>
              <a:ext cx="16384" cy="188733"/>
            </a:xfrm>
            <a:custGeom>
              <a:avLst/>
              <a:pathLst>
                <a:path w="16384" h="188733">
                  <a:moveTo>
                    <a:pt x="0" y="188733"/>
                  </a:moveTo>
                  <a:lnTo>
                    <a:pt x="213" y="79040"/>
                  </a:lnTo>
                  <a:lnTo>
                    <a:pt x="1059" y="76656"/>
                  </a:lnTo>
                  <a:lnTo>
                    <a:pt x="1904" y="16225"/>
                  </a:lnTo>
                  <a:lnTo>
                    <a:pt x="2749" y="0"/>
                  </a:lnTo>
                  <a:lnTo>
                    <a:pt x="3594" y="78022"/>
                  </a:lnTo>
                  <a:lnTo>
                    <a:pt x="4439" y="94750"/>
                  </a:lnTo>
                  <a:lnTo>
                    <a:pt x="5284" y="110019"/>
                  </a:lnTo>
                  <a:lnTo>
                    <a:pt x="6129" y="116161"/>
                  </a:lnTo>
                  <a:lnTo>
                    <a:pt x="6974" y="113477"/>
                  </a:lnTo>
                  <a:lnTo>
                    <a:pt x="7819" y="108380"/>
                  </a:lnTo>
                  <a:lnTo>
                    <a:pt x="8664" y="68046"/>
                  </a:lnTo>
                  <a:lnTo>
                    <a:pt x="9509" y="37390"/>
                  </a:lnTo>
                  <a:lnTo>
                    <a:pt x="10355" y="45751"/>
                  </a:lnTo>
                  <a:lnTo>
                    <a:pt x="11200" y="95169"/>
                  </a:lnTo>
                  <a:lnTo>
                    <a:pt x="12045" y="85992"/>
                  </a:lnTo>
                  <a:lnTo>
                    <a:pt x="12890" y="100132"/>
                  </a:lnTo>
                  <a:lnTo>
                    <a:pt x="13735" y="91077"/>
                  </a:lnTo>
                  <a:lnTo>
                    <a:pt x="14580" y="116906"/>
                  </a:lnTo>
                  <a:lnTo>
                    <a:pt x="15425" y="150658"/>
                  </a:lnTo>
                  <a:lnTo>
                    <a:pt x="16270" y="138300"/>
                  </a:lnTo>
                  <a:lnTo>
                    <a:pt x="16384" y="1887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1"/>
            <p:cNvSpPr/>
            <p:nvPr/>
          </p:nvSpPr>
          <p:spPr>
            <a:xfrm>
              <a:off x="4909880" y="4190036"/>
              <a:ext cx="14549" cy="86126"/>
            </a:xfrm>
            <a:custGeom>
              <a:avLst/>
              <a:pathLst>
                <a:path w="14549" h="86126">
                  <a:moveTo>
                    <a:pt x="0" y="86126"/>
                  </a:moveTo>
                  <a:lnTo>
                    <a:pt x="59" y="61629"/>
                  </a:lnTo>
                  <a:lnTo>
                    <a:pt x="904" y="54731"/>
                  </a:lnTo>
                  <a:lnTo>
                    <a:pt x="1749" y="51637"/>
                  </a:lnTo>
                  <a:lnTo>
                    <a:pt x="2594" y="54456"/>
                  </a:lnTo>
                  <a:lnTo>
                    <a:pt x="3439" y="52412"/>
                  </a:lnTo>
                  <a:lnTo>
                    <a:pt x="4284" y="55162"/>
                  </a:lnTo>
                  <a:lnTo>
                    <a:pt x="5130" y="54400"/>
                  </a:lnTo>
                  <a:lnTo>
                    <a:pt x="5975" y="69584"/>
                  </a:lnTo>
                  <a:lnTo>
                    <a:pt x="6820" y="60017"/>
                  </a:lnTo>
                  <a:lnTo>
                    <a:pt x="7665" y="13914"/>
                  </a:lnTo>
                  <a:lnTo>
                    <a:pt x="8510" y="18665"/>
                  </a:lnTo>
                  <a:lnTo>
                    <a:pt x="9355" y="0"/>
                  </a:lnTo>
                  <a:lnTo>
                    <a:pt x="10200" y="18468"/>
                  </a:lnTo>
                  <a:lnTo>
                    <a:pt x="11045" y="29065"/>
                  </a:lnTo>
                  <a:lnTo>
                    <a:pt x="11890" y="12436"/>
                  </a:lnTo>
                  <a:lnTo>
                    <a:pt x="12735" y="45403"/>
                  </a:lnTo>
                  <a:lnTo>
                    <a:pt x="13580" y="41187"/>
                  </a:lnTo>
                  <a:lnTo>
                    <a:pt x="14426" y="30949"/>
                  </a:lnTo>
                  <a:lnTo>
                    <a:pt x="14549" y="8612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l602"/>
            <p:cNvSpPr/>
            <p:nvPr/>
          </p:nvSpPr>
          <p:spPr>
            <a:xfrm>
              <a:off x="4925796" y="4161475"/>
              <a:ext cx="3801" cy="114687"/>
            </a:xfrm>
            <a:custGeom>
              <a:avLst/>
              <a:pathLst>
                <a:path w="3801" h="114687">
                  <a:moveTo>
                    <a:pt x="0" y="114687"/>
                  </a:moveTo>
                  <a:lnTo>
                    <a:pt x="199" y="14440"/>
                  </a:lnTo>
                  <a:lnTo>
                    <a:pt x="1044" y="49985"/>
                  </a:lnTo>
                  <a:lnTo>
                    <a:pt x="1890" y="26792"/>
                  </a:lnTo>
                  <a:lnTo>
                    <a:pt x="2735" y="5785"/>
                  </a:lnTo>
                  <a:lnTo>
                    <a:pt x="3580" y="0"/>
                  </a:lnTo>
                  <a:lnTo>
                    <a:pt x="3801" y="11468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4931614" y="4041427"/>
              <a:ext cx="1497" cy="234735"/>
            </a:xfrm>
            <a:custGeom>
              <a:avLst/>
              <a:pathLst>
                <a:path w="1497" h="234735">
                  <a:moveTo>
                    <a:pt x="0" y="234735"/>
                  </a:moveTo>
                  <a:lnTo>
                    <a:pt x="297" y="58815"/>
                  </a:lnTo>
                  <a:lnTo>
                    <a:pt x="1142" y="0"/>
                  </a:lnTo>
                  <a:lnTo>
                    <a:pt x="1497" y="2347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4934099" y="4046768"/>
              <a:ext cx="9797" cy="229394"/>
            </a:xfrm>
            <a:custGeom>
              <a:avLst/>
              <a:pathLst>
                <a:path w="9797" h="229394">
                  <a:moveTo>
                    <a:pt x="0" y="229394"/>
                  </a:moveTo>
                  <a:lnTo>
                    <a:pt x="347" y="2939"/>
                  </a:lnTo>
                  <a:lnTo>
                    <a:pt x="1192" y="0"/>
                  </a:lnTo>
                  <a:lnTo>
                    <a:pt x="2038" y="23218"/>
                  </a:lnTo>
                  <a:lnTo>
                    <a:pt x="2883" y="51143"/>
                  </a:lnTo>
                  <a:lnTo>
                    <a:pt x="3728" y="119041"/>
                  </a:lnTo>
                  <a:lnTo>
                    <a:pt x="4573" y="115714"/>
                  </a:lnTo>
                  <a:lnTo>
                    <a:pt x="5418" y="102873"/>
                  </a:lnTo>
                  <a:lnTo>
                    <a:pt x="6263" y="85992"/>
                  </a:lnTo>
                  <a:lnTo>
                    <a:pt x="7108" y="130314"/>
                  </a:lnTo>
                  <a:lnTo>
                    <a:pt x="7953" y="162258"/>
                  </a:lnTo>
                  <a:lnTo>
                    <a:pt x="8798" y="161674"/>
                  </a:lnTo>
                  <a:lnTo>
                    <a:pt x="9643" y="157506"/>
                  </a:lnTo>
                  <a:lnTo>
                    <a:pt x="9797" y="2293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4946153" y="4219637"/>
              <a:ext cx="3546" cy="56525"/>
            </a:xfrm>
            <a:custGeom>
              <a:avLst/>
              <a:pathLst>
                <a:path w="3546" h="56525">
                  <a:moveTo>
                    <a:pt x="0" y="56525"/>
                  </a:moveTo>
                  <a:lnTo>
                    <a:pt x="125" y="0"/>
                  </a:lnTo>
                  <a:lnTo>
                    <a:pt x="970" y="1459"/>
                  </a:lnTo>
                  <a:lnTo>
                    <a:pt x="1815" y="18564"/>
                  </a:lnTo>
                  <a:lnTo>
                    <a:pt x="2660" y="28874"/>
                  </a:lnTo>
                  <a:lnTo>
                    <a:pt x="3506" y="40436"/>
                  </a:lnTo>
                  <a:lnTo>
                    <a:pt x="3546" y="5652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4951274" y="4244720"/>
              <a:ext cx="6031" cy="31442"/>
            </a:xfrm>
            <a:custGeom>
              <a:avLst/>
              <a:pathLst>
                <a:path w="6031" h="31442">
                  <a:moveTo>
                    <a:pt x="0" y="31442"/>
                  </a:moveTo>
                  <a:lnTo>
                    <a:pt x="74" y="0"/>
                  </a:lnTo>
                  <a:lnTo>
                    <a:pt x="919" y="16610"/>
                  </a:lnTo>
                  <a:lnTo>
                    <a:pt x="1765" y="16873"/>
                  </a:lnTo>
                  <a:lnTo>
                    <a:pt x="2610" y="17153"/>
                  </a:lnTo>
                  <a:lnTo>
                    <a:pt x="3455" y="10291"/>
                  </a:lnTo>
                  <a:lnTo>
                    <a:pt x="4300" y="2261"/>
                  </a:lnTo>
                  <a:lnTo>
                    <a:pt x="5145" y="16703"/>
                  </a:lnTo>
                  <a:lnTo>
                    <a:pt x="5990" y="14914"/>
                  </a:lnTo>
                  <a:lnTo>
                    <a:pt x="6031" y="314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4960578" y="4222323"/>
              <a:ext cx="8601" cy="53839"/>
            </a:xfrm>
            <a:custGeom>
              <a:avLst/>
              <a:pathLst>
                <a:path w="8601" h="53839">
                  <a:moveTo>
                    <a:pt x="0" y="53839"/>
                  </a:moveTo>
                  <a:lnTo>
                    <a:pt x="66" y="26089"/>
                  </a:lnTo>
                  <a:lnTo>
                    <a:pt x="911" y="22915"/>
                  </a:lnTo>
                  <a:lnTo>
                    <a:pt x="1756" y="575"/>
                  </a:lnTo>
                  <a:lnTo>
                    <a:pt x="2602" y="21255"/>
                  </a:lnTo>
                  <a:lnTo>
                    <a:pt x="3447" y="14270"/>
                  </a:lnTo>
                  <a:lnTo>
                    <a:pt x="4292" y="24697"/>
                  </a:lnTo>
                  <a:lnTo>
                    <a:pt x="5137" y="11948"/>
                  </a:lnTo>
                  <a:lnTo>
                    <a:pt x="5982" y="0"/>
                  </a:lnTo>
                  <a:lnTo>
                    <a:pt x="6827" y="22026"/>
                  </a:lnTo>
                  <a:lnTo>
                    <a:pt x="7672" y="24159"/>
                  </a:lnTo>
                  <a:lnTo>
                    <a:pt x="8517" y="18065"/>
                  </a:lnTo>
                  <a:lnTo>
                    <a:pt x="8601" y="5383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4970728" y="4243216"/>
              <a:ext cx="1826" cy="32946"/>
            </a:xfrm>
            <a:custGeom>
              <a:avLst/>
              <a:pathLst>
                <a:path w="1826" h="32946">
                  <a:moveTo>
                    <a:pt x="0" y="32946"/>
                  </a:moveTo>
                  <a:lnTo>
                    <a:pt x="58" y="9022"/>
                  </a:lnTo>
                  <a:lnTo>
                    <a:pt x="903" y="16035"/>
                  </a:lnTo>
                  <a:lnTo>
                    <a:pt x="1748" y="0"/>
                  </a:lnTo>
                  <a:lnTo>
                    <a:pt x="1826" y="3294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4974096" y="4230558"/>
              <a:ext cx="2709" cy="45604"/>
            </a:xfrm>
            <a:custGeom>
              <a:avLst/>
              <a:pathLst>
                <a:path w="2709" h="45604">
                  <a:moveTo>
                    <a:pt x="0" y="45604"/>
                  </a:moveTo>
                  <a:lnTo>
                    <a:pt x="70" y="16258"/>
                  </a:lnTo>
                  <a:lnTo>
                    <a:pt x="915" y="23047"/>
                  </a:lnTo>
                  <a:lnTo>
                    <a:pt x="1760" y="19614"/>
                  </a:lnTo>
                  <a:lnTo>
                    <a:pt x="2605" y="0"/>
                  </a:lnTo>
                  <a:lnTo>
                    <a:pt x="2709" y="4560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4978254" y="4128673"/>
              <a:ext cx="20565" cy="147489"/>
            </a:xfrm>
            <a:custGeom>
              <a:avLst/>
              <a:pathLst>
                <a:path w="20565" h="147489">
                  <a:moveTo>
                    <a:pt x="0" y="147489"/>
                  </a:moveTo>
                  <a:lnTo>
                    <a:pt x="137" y="84477"/>
                  </a:lnTo>
                  <a:lnTo>
                    <a:pt x="982" y="38520"/>
                  </a:lnTo>
                  <a:lnTo>
                    <a:pt x="1827" y="28745"/>
                  </a:lnTo>
                  <a:lnTo>
                    <a:pt x="2673" y="0"/>
                  </a:lnTo>
                  <a:lnTo>
                    <a:pt x="3518" y="43950"/>
                  </a:lnTo>
                  <a:lnTo>
                    <a:pt x="4363" y="26556"/>
                  </a:lnTo>
                  <a:lnTo>
                    <a:pt x="5208" y="24600"/>
                  </a:lnTo>
                  <a:lnTo>
                    <a:pt x="6053" y="23709"/>
                  </a:lnTo>
                  <a:lnTo>
                    <a:pt x="6898" y="39279"/>
                  </a:lnTo>
                  <a:lnTo>
                    <a:pt x="7743" y="60466"/>
                  </a:lnTo>
                  <a:lnTo>
                    <a:pt x="8588" y="72986"/>
                  </a:lnTo>
                  <a:lnTo>
                    <a:pt x="9433" y="66080"/>
                  </a:lnTo>
                  <a:lnTo>
                    <a:pt x="10278" y="68540"/>
                  </a:lnTo>
                  <a:lnTo>
                    <a:pt x="11123" y="86054"/>
                  </a:lnTo>
                  <a:lnTo>
                    <a:pt x="11969" y="96535"/>
                  </a:lnTo>
                  <a:lnTo>
                    <a:pt x="12814" y="108704"/>
                  </a:lnTo>
                  <a:lnTo>
                    <a:pt x="13659" y="111374"/>
                  </a:lnTo>
                  <a:lnTo>
                    <a:pt x="14504" y="119788"/>
                  </a:lnTo>
                  <a:lnTo>
                    <a:pt x="15349" y="115730"/>
                  </a:lnTo>
                  <a:lnTo>
                    <a:pt x="16194" y="111075"/>
                  </a:lnTo>
                  <a:lnTo>
                    <a:pt x="17039" y="112246"/>
                  </a:lnTo>
                  <a:lnTo>
                    <a:pt x="17884" y="123136"/>
                  </a:lnTo>
                  <a:lnTo>
                    <a:pt x="18729" y="122836"/>
                  </a:lnTo>
                  <a:lnTo>
                    <a:pt x="19574" y="88042"/>
                  </a:lnTo>
                  <a:lnTo>
                    <a:pt x="20419" y="80262"/>
                  </a:lnTo>
                  <a:lnTo>
                    <a:pt x="20565" y="14748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1"/>
            <p:cNvSpPr/>
            <p:nvPr/>
          </p:nvSpPr>
          <p:spPr>
            <a:xfrm>
              <a:off x="5000226" y="4156515"/>
              <a:ext cx="4544" cy="119647"/>
            </a:xfrm>
            <a:custGeom>
              <a:avLst/>
              <a:pathLst>
                <a:path w="4544" h="119647">
                  <a:moveTo>
                    <a:pt x="0" y="119647"/>
                  </a:moveTo>
                  <a:lnTo>
                    <a:pt x="138" y="56425"/>
                  </a:lnTo>
                  <a:lnTo>
                    <a:pt x="983" y="44678"/>
                  </a:lnTo>
                  <a:lnTo>
                    <a:pt x="1828" y="39489"/>
                  </a:lnTo>
                  <a:lnTo>
                    <a:pt x="2673" y="0"/>
                  </a:lnTo>
                  <a:lnTo>
                    <a:pt x="3518" y="21243"/>
                  </a:lnTo>
                  <a:lnTo>
                    <a:pt x="4363" y="31790"/>
                  </a:lnTo>
                  <a:lnTo>
                    <a:pt x="4544" y="1196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2"/>
            <p:cNvSpPr/>
            <p:nvPr/>
          </p:nvSpPr>
          <p:spPr>
            <a:xfrm>
              <a:off x="5007814" y="4202815"/>
              <a:ext cx="312" cy="73347"/>
            </a:xfrm>
            <a:custGeom>
              <a:avLst/>
              <a:pathLst>
                <a:path w="312" h="73347">
                  <a:moveTo>
                    <a:pt x="0" y="73347"/>
                  </a:moveTo>
                  <a:lnTo>
                    <a:pt x="156" y="0"/>
                  </a:lnTo>
                  <a:lnTo>
                    <a:pt x="312" y="733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l613"/>
            <p:cNvSpPr/>
            <p:nvPr/>
          </p:nvSpPr>
          <p:spPr>
            <a:xfrm>
              <a:off x="5009485" y="4191360"/>
              <a:ext cx="12082" cy="84802"/>
            </a:xfrm>
            <a:custGeom>
              <a:avLst/>
              <a:pathLst>
                <a:path w="12082" h="84802">
                  <a:moveTo>
                    <a:pt x="0" y="84802"/>
                  </a:moveTo>
                  <a:lnTo>
                    <a:pt x="175" y="0"/>
                  </a:lnTo>
                  <a:lnTo>
                    <a:pt x="1020" y="12096"/>
                  </a:lnTo>
                  <a:lnTo>
                    <a:pt x="1865" y="22418"/>
                  </a:lnTo>
                  <a:lnTo>
                    <a:pt x="2710" y="20742"/>
                  </a:lnTo>
                  <a:lnTo>
                    <a:pt x="3555" y="17245"/>
                  </a:lnTo>
                  <a:lnTo>
                    <a:pt x="4400" y="8874"/>
                  </a:lnTo>
                  <a:lnTo>
                    <a:pt x="5246" y="27984"/>
                  </a:lnTo>
                  <a:lnTo>
                    <a:pt x="6091" y="30822"/>
                  </a:lnTo>
                  <a:lnTo>
                    <a:pt x="6936" y="34889"/>
                  </a:lnTo>
                  <a:lnTo>
                    <a:pt x="7781" y="26515"/>
                  </a:lnTo>
                  <a:lnTo>
                    <a:pt x="8626" y="31140"/>
                  </a:lnTo>
                  <a:lnTo>
                    <a:pt x="9471" y="34069"/>
                  </a:lnTo>
                  <a:lnTo>
                    <a:pt x="10316" y="48048"/>
                  </a:lnTo>
                  <a:lnTo>
                    <a:pt x="11161" y="55061"/>
                  </a:lnTo>
                  <a:lnTo>
                    <a:pt x="12006" y="52917"/>
                  </a:lnTo>
                  <a:lnTo>
                    <a:pt x="12082" y="848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l614"/>
            <p:cNvSpPr/>
            <p:nvPr/>
          </p:nvSpPr>
          <p:spPr>
            <a:xfrm>
              <a:off x="5023901" y="4219284"/>
              <a:ext cx="252" cy="56878"/>
            </a:xfrm>
            <a:custGeom>
              <a:avLst/>
              <a:pathLst>
                <a:path w="252" h="56878">
                  <a:moveTo>
                    <a:pt x="0" y="56878"/>
                  </a:moveTo>
                  <a:lnTo>
                    <a:pt x="126" y="0"/>
                  </a:lnTo>
                  <a:lnTo>
                    <a:pt x="252" y="5687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l615"/>
            <p:cNvSpPr/>
            <p:nvPr/>
          </p:nvSpPr>
          <p:spPr>
            <a:xfrm>
              <a:off x="5025557" y="4151218"/>
              <a:ext cx="5465" cy="124944"/>
            </a:xfrm>
            <a:custGeom>
              <a:avLst/>
              <a:pathLst>
                <a:path w="5465" h="124944">
                  <a:moveTo>
                    <a:pt x="0" y="124944"/>
                  </a:moveTo>
                  <a:lnTo>
                    <a:pt x="159" y="49561"/>
                  </a:lnTo>
                  <a:lnTo>
                    <a:pt x="1004" y="42468"/>
                  </a:lnTo>
                  <a:lnTo>
                    <a:pt x="1849" y="35742"/>
                  </a:lnTo>
                  <a:lnTo>
                    <a:pt x="2694" y="26806"/>
                  </a:lnTo>
                  <a:lnTo>
                    <a:pt x="3540" y="11004"/>
                  </a:lnTo>
                  <a:lnTo>
                    <a:pt x="4385" y="9630"/>
                  </a:lnTo>
                  <a:lnTo>
                    <a:pt x="5230" y="0"/>
                  </a:lnTo>
                  <a:lnTo>
                    <a:pt x="5465" y="1249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5032266" y="4168091"/>
              <a:ext cx="4622" cy="108071"/>
            </a:xfrm>
            <a:custGeom>
              <a:avLst/>
              <a:pathLst>
                <a:path w="4622" h="108071">
                  <a:moveTo>
                    <a:pt x="0" y="108071"/>
                  </a:moveTo>
                  <a:lnTo>
                    <a:pt x="211" y="0"/>
                  </a:lnTo>
                  <a:lnTo>
                    <a:pt x="1056" y="8925"/>
                  </a:lnTo>
                  <a:lnTo>
                    <a:pt x="1901" y="11013"/>
                  </a:lnTo>
                  <a:lnTo>
                    <a:pt x="2746" y="18404"/>
                  </a:lnTo>
                  <a:lnTo>
                    <a:pt x="3591" y="35553"/>
                  </a:lnTo>
                  <a:lnTo>
                    <a:pt x="4437" y="17147"/>
                  </a:lnTo>
                  <a:lnTo>
                    <a:pt x="4622" y="10807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5039073" y="4021398"/>
              <a:ext cx="5582" cy="254764"/>
            </a:xfrm>
            <a:custGeom>
              <a:avLst/>
              <a:pathLst>
                <a:path w="5582" h="254764">
                  <a:moveTo>
                    <a:pt x="0" y="254764"/>
                  </a:moveTo>
                  <a:lnTo>
                    <a:pt x="165" y="176170"/>
                  </a:lnTo>
                  <a:lnTo>
                    <a:pt x="1010" y="169175"/>
                  </a:lnTo>
                  <a:lnTo>
                    <a:pt x="1855" y="120399"/>
                  </a:lnTo>
                  <a:lnTo>
                    <a:pt x="2700" y="21984"/>
                  </a:lnTo>
                  <a:lnTo>
                    <a:pt x="3545" y="0"/>
                  </a:lnTo>
                  <a:lnTo>
                    <a:pt x="4390" y="15742"/>
                  </a:lnTo>
                  <a:lnTo>
                    <a:pt x="5235" y="29750"/>
                  </a:lnTo>
                  <a:lnTo>
                    <a:pt x="5582" y="2547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5045623" y="4016233"/>
              <a:ext cx="6492" cy="259929"/>
            </a:xfrm>
            <a:custGeom>
              <a:avLst/>
              <a:pathLst>
                <a:path w="6492" h="259929">
                  <a:moveTo>
                    <a:pt x="0" y="259929"/>
                  </a:moveTo>
                  <a:lnTo>
                    <a:pt x="376" y="0"/>
                  </a:lnTo>
                  <a:lnTo>
                    <a:pt x="1221" y="45404"/>
                  </a:lnTo>
                  <a:lnTo>
                    <a:pt x="2066" y="69319"/>
                  </a:lnTo>
                  <a:lnTo>
                    <a:pt x="2911" y="108088"/>
                  </a:lnTo>
                  <a:lnTo>
                    <a:pt x="3756" y="83798"/>
                  </a:lnTo>
                  <a:lnTo>
                    <a:pt x="4601" y="99185"/>
                  </a:lnTo>
                  <a:lnTo>
                    <a:pt x="5446" y="114955"/>
                  </a:lnTo>
                  <a:lnTo>
                    <a:pt x="6292" y="159400"/>
                  </a:lnTo>
                  <a:lnTo>
                    <a:pt x="6492" y="25992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5054230" y="4162167"/>
              <a:ext cx="1277" cy="113995"/>
            </a:xfrm>
            <a:custGeom>
              <a:avLst/>
              <a:pathLst>
                <a:path w="1277" h="113995">
                  <a:moveTo>
                    <a:pt x="0" y="113995"/>
                  </a:moveTo>
                  <a:lnTo>
                    <a:pt x="220" y="0"/>
                  </a:lnTo>
                  <a:lnTo>
                    <a:pt x="1065" y="5216"/>
                  </a:lnTo>
                  <a:lnTo>
                    <a:pt x="1277" y="11399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5056802" y="4135561"/>
              <a:ext cx="6355" cy="140601"/>
            </a:xfrm>
            <a:custGeom>
              <a:avLst/>
              <a:pathLst>
                <a:path w="6355" h="140601">
                  <a:moveTo>
                    <a:pt x="0" y="140601"/>
                  </a:moveTo>
                  <a:lnTo>
                    <a:pt x="183" y="50751"/>
                  </a:lnTo>
                  <a:lnTo>
                    <a:pt x="1028" y="51326"/>
                  </a:lnTo>
                  <a:lnTo>
                    <a:pt x="1873" y="59336"/>
                  </a:lnTo>
                  <a:lnTo>
                    <a:pt x="2718" y="48207"/>
                  </a:lnTo>
                  <a:lnTo>
                    <a:pt x="3564" y="20460"/>
                  </a:lnTo>
                  <a:lnTo>
                    <a:pt x="4409" y="14692"/>
                  </a:lnTo>
                  <a:lnTo>
                    <a:pt x="5254" y="5217"/>
                  </a:lnTo>
                  <a:lnTo>
                    <a:pt x="6099" y="0"/>
                  </a:lnTo>
                  <a:lnTo>
                    <a:pt x="6355" y="14060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5065064" y="4020880"/>
              <a:ext cx="3226" cy="255282"/>
            </a:xfrm>
            <a:custGeom>
              <a:avLst/>
              <a:pathLst>
                <a:path w="3226" h="255282">
                  <a:moveTo>
                    <a:pt x="0" y="255282"/>
                  </a:moveTo>
                  <a:lnTo>
                    <a:pt x="372" y="0"/>
                  </a:lnTo>
                  <a:lnTo>
                    <a:pt x="1217" y="72789"/>
                  </a:lnTo>
                  <a:lnTo>
                    <a:pt x="2062" y="95721"/>
                  </a:lnTo>
                  <a:lnTo>
                    <a:pt x="2907" y="59059"/>
                  </a:lnTo>
                  <a:lnTo>
                    <a:pt x="3226" y="2552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5099046" y="4091175"/>
              <a:ext cx="7261" cy="184987"/>
            </a:xfrm>
            <a:custGeom>
              <a:avLst/>
              <a:pathLst>
                <a:path w="7261" h="184987">
                  <a:moveTo>
                    <a:pt x="0" y="184987"/>
                  </a:moveTo>
                  <a:lnTo>
                    <a:pt x="193" y="88770"/>
                  </a:lnTo>
                  <a:lnTo>
                    <a:pt x="1038" y="77498"/>
                  </a:lnTo>
                  <a:lnTo>
                    <a:pt x="1883" y="76836"/>
                  </a:lnTo>
                  <a:lnTo>
                    <a:pt x="2728" y="81905"/>
                  </a:lnTo>
                  <a:lnTo>
                    <a:pt x="3574" y="62054"/>
                  </a:lnTo>
                  <a:lnTo>
                    <a:pt x="4419" y="80202"/>
                  </a:lnTo>
                  <a:lnTo>
                    <a:pt x="5264" y="78246"/>
                  </a:lnTo>
                  <a:lnTo>
                    <a:pt x="6109" y="49998"/>
                  </a:lnTo>
                  <a:lnTo>
                    <a:pt x="6954" y="0"/>
                  </a:lnTo>
                  <a:lnTo>
                    <a:pt x="7261" y="18498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5107442" y="4134278"/>
              <a:ext cx="14702" cy="141884"/>
            </a:xfrm>
            <a:custGeom>
              <a:avLst/>
              <a:pathLst>
                <a:path w="14702" h="141884">
                  <a:moveTo>
                    <a:pt x="0" y="141884"/>
                  </a:moveTo>
                  <a:lnTo>
                    <a:pt x="249" y="6343"/>
                  </a:lnTo>
                  <a:lnTo>
                    <a:pt x="1094" y="14991"/>
                  </a:lnTo>
                  <a:lnTo>
                    <a:pt x="1939" y="0"/>
                  </a:lnTo>
                  <a:lnTo>
                    <a:pt x="2784" y="9613"/>
                  </a:lnTo>
                  <a:lnTo>
                    <a:pt x="3629" y="26361"/>
                  </a:lnTo>
                  <a:lnTo>
                    <a:pt x="4474" y="63340"/>
                  </a:lnTo>
                  <a:lnTo>
                    <a:pt x="5320" y="56922"/>
                  </a:lnTo>
                  <a:lnTo>
                    <a:pt x="6165" y="72102"/>
                  </a:lnTo>
                  <a:lnTo>
                    <a:pt x="7010" y="72569"/>
                  </a:lnTo>
                  <a:lnTo>
                    <a:pt x="7855" y="97777"/>
                  </a:lnTo>
                  <a:lnTo>
                    <a:pt x="8700" y="104927"/>
                  </a:lnTo>
                  <a:lnTo>
                    <a:pt x="9545" y="75184"/>
                  </a:lnTo>
                  <a:lnTo>
                    <a:pt x="10390" y="76658"/>
                  </a:lnTo>
                  <a:lnTo>
                    <a:pt x="11235" y="78155"/>
                  </a:lnTo>
                  <a:lnTo>
                    <a:pt x="12080" y="83034"/>
                  </a:lnTo>
                  <a:lnTo>
                    <a:pt x="12925" y="98096"/>
                  </a:lnTo>
                  <a:lnTo>
                    <a:pt x="13770" y="84772"/>
                  </a:lnTo>
                  <a:lnTo>
                    <a:pt x="14616" y="104907"/>
                  </a:lnTo>
                  <a:lnTo>
                    <a:pt x="14702" y="1418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5124462" y="4215364"/>
              <a:ext cx="10405" cy="60798"/>
            </a:xfrm>
            <a:custGeom>
              <a:avLst/>
              <a:pathLst>
                <a:path w="10405" h="60798">
                  <a:moveTo>
                    <a:pt x="0" y="60798"/>
                  </a:moveTo>
                  <a:lnTo>
                    <a:pt x="130" y="1527"/>
                  </a:lnTo>
                  <a:lnTo>
                    <a:pt x="975" y="13576"/>
                  </a:lnTo>
                  <a:lnTo>
                    <a:pt x="1820" y="20321"/>
                  </a:lnTo>
                  <a:lnTo>
                    <a:pt x="2666" y="24556"/>
                  </a:lnTo>
                  <a:lnTo>
                    <a:pt x="3511" y="23000"/>
                  </a:lnTo>
                  <a:lnTo>
                    <a:pt x="4356" y="27051"/>
                  </a:lnTo>
                  <a:lnTo>
                    <a:pt x="5201" y="36463"/>
                  </a:lnTo>
                  <a:lnTo>
                    <a:pt x="6046" y="12983"/>
                  </a:lnTo>
                  <a:lnTo>
                    <a:pt x="6891" y="8368"/>
                  </a:lnTo>
                  <a:lnTo>
                    <a:pt x="7736" y="11394"/>
                  </a:lnTo>
                  <a:lnTo>
                    <a:pt x="8581" y="7724"/>
                  </a:lnTo>
                  <a:lnTo>
                    <a:pt x="9426" y="15555"/>
                  </a:lnTo>
                  <a:lnTo>
                    <a:pt x="10271" y="0"/>
                  </a:lnTo>
                  <a:lnTo>
                    <a:pt x="10405" y="6079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5"/>
            <p:cNvSpPr/>
            <p:nvPr/>
          </p:nvSpPr>
          <p:spPr>
            <a:xfrm>
              <a:off x="5136276" y="4207184"/>
              <a:ext cx="3600" cy="68978"/>
            </a:xfrm>
            <a:custGeom>
              <a:avLst/>
              <a:pathLst>
                <a:path w="3600" h="68978">
                  <a:moveTo>
                    <a:pt x="0" y="68978"/>
                  </a:moveTo>
                  <a:lnTo>
                    <a:pt x="148" y="0"/>
                  </a:lnTo>
                  <a:lnTo>
                    <a:pt x="993" y="16719"/>
                  </a:lnTo>
                  <a:lnTo>
                    <a:pt x="1838" y="22966"/>
                  </a:lnTo>
                  <a:lnTo>
                    <a:pt x="2683" y="10755"/>
                  </a:lnTo>
                  <a:lnTo>
                    <a:pt x="3528" y="39154"/>
                  </a:lnTo>
                  <a:lnTo>
                    <a:pt x="3600" y="6897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5141405" y="4192482"/>
              <a:ext cx="4489" cy="83680"/>
            </a:xfrm>
            <a:custGeom>
              <a:avLst/>
              <a:pathLst>
                <a:path w="4489" h="83680">
                  <a:moveTo>
                    <a:pt x="0" y="83680"/>
                  </a:moveTo>
                  <a:lnTo>
                    <a:pt x="89" y="45146"/>
                  </a:lnTo>
                  <a:lnTo>
                    <a:pt x="935" y="57896"/>
                  </a:lnTo>
                  <a:lnTo>
                    <a:pt x="1780" y="27131"/>
                  </a:lnTo>
                  <a:lnTo>
                    <a:pt x="2625" y="39157"/>
                  </a:lnTo>
                  <a:lnTo>
                    <a:pt x="3470" y="39233"/>
                  </a:lnTo>
                  <a:lnTo>
                    <a:pt x="4315" y="0"/>
                  </a:lnTo>
                  <a:lnTo>
                    <a:pt x="4489" y="836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5174376" y="4220666"/>
              <a:ext cx="5801" cy="55496"/>
            </a:xfrm>
            <a:custGeom>
              <a:avLst/>
              <a:pathLst>
                <a:path w="5801" h="55496">
                  <a:moveTo>
                    <a:pt x="0" y="55496"/>
                  </a:moveTo>
                  <a:lnTo>
                    <a:pt x="77" y="22946"/>
                  </a:lnTo>
                  <a:lnTo>
                    <a:pt x="922" y="0"/>
                  </a:lnTo>
                  <a:lnTo>
                    <a:pt x="1767" y="28678"/>
                  </a:lnTo>
                  <a:lnTo>
                    <a:pt x="2612" y="23639"/>
                  </a:lnTo>
                  <a:lnTo>
                    <a:pt x="3457" y="23031"/>
                  </a:lnTo>
                  <a:lnTo>
                    <a:pt x="4302" y="30137"/>
                  </a:lnTo>
                  <a:lnTo>
                    <a:pt x="5147" y="39405"/>
                  </a:lnTo>
                  <a:lnTo>
                    <a:pt x="5801" y="5549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5180605" y="4229892"/>
              <a:ext cx="16771" cy="46270"/>
            </a:xfrm>
            <a:custGeom>
              <a:avLst/>
              <a:pathLst>
                <a:path w="16771" h="46270">
                  <a:moveTo>
                    <a:pt x="0" y="46270"/>
                  </a:moveTo>
                  <a:lnTo>
                    <a:pt x="609" y="34098"/>
                  </a:lnTo>
                  <a:lnTo>
                    <a:pt x="1454" y="31658"/>
                  </a:lnTo>
                  <a:lnTo>
                    <a:pt x="2299" y="25857"/>
                  </a:lnTo>
                  <a:lnTo>
                    <a:pt x="3144" y="2964"/>
                  </a:lnTo>
                  <a:lnTo>
                    <a:pt x="3989" y="5641"/>
                  </a:lnTo>
                  <a:lnTo>
                    <a:pt x="4834" y="18302"/>
                  </a:lnTo>
                  <a:lnTo>
                    <a:pt x="5679" y="31407"/>
                  </a:lnTo>
                  <a:lnTo>
                    <a:pt x="6524" y="21757"/>
                  </a:lnTo>
                  <a:lnTo>
                    <a:pt x="7369" y="19455"/>
                  </a:lnTo>
                  <a:lnTo>
                    <a:pt x="8214" y="20640"/>
                  </a:lnTo>
                  <a:lnTo>
                    <a:pt x="9060" y="12211"/>
                  </a:lnTo>
                  <a:lnTo>
                    <a:pt x="9905" y="5011"/>
                  </a:lnTo>
                  <a:lnTo>
                    <a:pt x="10750" y="6680"/>
                  </a:lnTo>
                  <a:lnTo>
                    <a:pt x="11595" y="10317"/>
                  </a:lnTo>
                  <a:lnTo>
                    <a:pt x="12440" y="17137"/>
                  </a:lnTo>
                  <a:lnTo>
                    <a:pt x="13285" y="18670"/>
                  </a:lnTo>
                  <a:lnTo>
                    <a:pt x="14130" y="19627"/>
                  </a:lnTo>
                  <a:lnTo>
                    <a:pt x="14975" y="20240"/>
                  </a:lnTo>
                  <a:lnTo>
                    <a:pt x="15820" y="18248"/>
                  </a:lnTo>
                  <a:lnTo>
                    <a:pt x="16665" y="0"/>
                  </a:lnTo>
                  <a:lnTo>
                    <a:pt x="16771" y="4627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5200510" y="4082960"/>
              <a:ext cx="7987" cy="193202"/>
            </a:xfrm>
            <a:custGeom>
              <a:avLst/>
              <a:pathLst>
                <a:path w="7987" h="193202">
                  <a:moveTo>
                    <a:pt x="0" y="193202"/>
                  </a:moveTo>
                  <a:lnTo>
                    <a:pt x="140" y="128467"/>
                  </a:lnTo>
                  <a:lnTo>
                    <a:pt x="985" y="117771"/>
                  </a:lnTo>
                  <a:lnTo>
                    <a:pt x="1831" y="85825"/>
                  </a:lnTo>
                  <a:lnTo>
                    <a:pt x="2676" y="72421"/>
                  </a:lnTo>
                  <a:lnTo>
                    <a:pt x="3521" y="49990"/>
                  </a:lnTo>
                  <a:lnTo>
                    <a:pt x="4366" y="3967"/>
                  </a:lnTo>
                  <a:lnTo>
                    <a:pt x="5211" y="0"/>
                  </a:lnTo>
                  <a:lnTo>
                    <a:pt x="6056" y="11070"/>
                  </a:lnTo>
                  <a:lnTo>
                    <a:pt x="6901" y="70271"/>
                  </a:lnTo>
                  <a:lnTo>
                    <a:pt x="7746" y="64256"/>
                  </a:lnTo>
                  <a:lnTo>
                    <a:pt x="7987" y="1932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5209798" y="4206605"/>
              <a:ext cx="1984" cy="69557"/>
            </a:xfrm>
            <a:custGeom>
              <a:avLst/>
              <a:pathLst>
                <a:path w="1984" h="69557">
                  <a:moveTo>
                    <a:pt x="0" y="69557"/>
                  </a:moveTo>
                  <a:lnTo>
                    <a:pt x="149" y="0"/>
                  </a:lnTo>
                  <a:lnTo>
                    <a:pt x="994" y="4174"/>
                  </a:lnTo>
                  <a:lnTo>
                    <a:pt x="1839" y="2881"/>
                  </a:lnTo>
                  <a:lnTo>
                    <a:pt x="1984" y="6955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5214054" y="4210749"/>
              <a:ext cx="2786" cy="65413"/>
            </a:xfrm>
            <a:custGeom>
              <a:avLst/>
              <a:pathLst>
                <a:path w="2786" h="65413">
                  <a:moveTo>
                    <a:pt x="0" y="65413"/>
                  </a:moveTo>
                  <a:lnTo>
                    <a:pt x="118" y="12649"/>
                  </a:lnTo>
                  <a:lnTo>
                    <a:pt x="963" y="14202"/>
                  </a:lnTo>
                  <a:lnTo>
                    <a:pt x="1808" y="0"/>
                  </a:lnTo>
                  <a:lnTo>
                    <a:pt x="2653" y="5252"/>
                  </a:lnTo>
                  <a:lnTo>
                    <a:pt x="2786" y="654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5225001" y="4202131"/>
              <a:ext cx="314" cy="74031"/>
            </a:xfrm>
            <a:custGeom>
              <a:avLst/>
              <a:pathLst>
                <a:path w="314" h="74031">
                  <a:moveTo>
                    <a:pt x="0" y="74031"/>
                  </a:moveTo>
                  <a:lnTo>
                    <a:pt x="157" y="0"/>
                  </a:lnTo>
                  <a:lnTo>
                    <a:pt x="314" y="7403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5227585" y="4228198"/>
              <a:ext cx="218" cy="47964"/>
            </a:xfrm>
            <a:custGeom>
              <a:avLst/>
              <a:pathLst>
                <a:path w="218" h="47964">
                  <a:moveTo>
                    <a:pt x="0" y="47964"/>
                  </a:moveTo>
                  <a:lnTo>
                    <a:pt x="109" y="0"/>
                  </a:lnTo>
                  <a:lnTo>
                    <a:pt x="218" y="479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5229271" y="4214396"/>
              <a:ext cx="3628" cy="61766"/>
            </a:xfrm>
            <a:custGeom>
              <a:avLst/>
              <a:pathLst>
                <a:path w="3628" h="61766">
                  <a:moveTo>
                    <a:pt x="0" y="61766"/>
                  </a:moveTo>
                  <a:lnTo>
                    <a:pt x="112" y="11886"/>
                  </a:lnTo>
                  <a:lnTo>
                    <a:pt x="957" y="17663"/>
                  </a:lnTo>
                  <a:lnTo>
                    <a:pt x="1803" y="22271"/>
                  </a:lnTo>
                  <a:lnTo>
                    <a:pt x="2648" y="11075"/>
                  </a:lnTo>
                  <a:lnTo>
                    <a:pt x="3493" y="0"/>
                  </a:lnTo>
                  <a:lnTo>
                    <a:pt x="3628" y="617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5234302" y="4204993"/>
              <a:ext cx="9543" cy="71169"/>
            </a:xfrm>
            <a:custGeom>
              <a:avLst/>
              <a:pathLst>
                <a:path w="9543" h="71169">
                  <a:moveTo>
                    <a:pt x="0" y="71169"/>
                  </a:moveTo>
                  <a:lnTo>
                    <a:pt x="152" y="0"/>
                  </a:lnTo>
                  <a:lnTo>
                    <a:pt x="997" y="21561"/>
                  </a:lnTo>
                  <a:lnTo>
                    <a:pt x="1842" y="29295"/>
                  </a:lnTo>
                  <a:lnTo>
                    <a:pt x="2687" y="26151"/>
                  </a:lnTo>
                  <a:lnTo>
                    <a:pt x="3532" y="28056"/>
                  </a:lnTo>
                  <a:lnTo>
                    <a:pt x="4377" y="15606"/>
                  </a:lnTo>
                  <a:lnTo>
                    <a:pt x="5222" y="18219"/>
                  </a:lnTo>
                  <a:lnTo>
                    <a:pt x="6067" y="10160"/>
                  </a:lnTo>
                  <a:lnTo>
                    <a:pt x="6913" y="20092"/>
                  </a:lnTo>
                  <a:lnTo>
                    <a:pt x="7758" y="19124"/>
                  </a:lnTo>
                  <a:lnTo>
                    <a:pt x="8603" y="29636"/>
                  </a:lnTo>
                  <a:lnTo>
                    <a:pt x="9448" y="30002"/>
                  </a:lnTo>
                  <a:lnTo>
                    <a:pt x="9543" y="7116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5246138" y="4207375"/>
              <a:ext cx="9528" cy="68787"/>
            </a:xfrm>
            <a:custGeom>
              <a:avLst/>
              <a:pathLst>
                <a:path w="9528" h="68787">
                  <a:moveTo>
                    <a:pt x="0" y="68787"/>
                  </a:moveTo>
                  <a:lnTo>
                    <a:pt x="148" y="0"/>
                  </a:lnTo>
                  <a:lnTo>
                    <a:pt x="993" y="11756"/>
                  </a:lnTo>
                  <a:lnTo>
                    <a:pt x="1838" y="22666"/>
                  </a:lnTo>
                  <a:lnTo>
                    <a:pt x="2683" y="9545"/>
                  </a:lnTo>
                  <a:lnTo>
                    <a:pt x="3528" y="28834"/>
                  </a:lnTo>
                  <a:lnTo>
                    <a:pt x="4373" y="23388"/>
                  </a:lnTo>
                  <a:lnTo>
                    <a:pt x="5218" y="43750"/>
                  </a:lnTo>
                  <a:lnTo>
                    <a:pt x="6063" y="41096"/>
                  </a:lnTo>
                  <a:lnTo>
                    <a:pt x="6908" y="30921"/>
                  </a:lnTo>
                  <a:lnTo>
                    <a:pt x="7753" y="32133"/>
                  </a:lnTo>
                  <a:lnTo>
                    <a:pt x="8599" y="38438"/>
                  </a:lnTo>
                  <a:lnTo>
                    <a:pt x="9444" y="32712"/>
                  </a:lnTo>
                  <a:lnTo>
                    <a:pt x="9528" y="6878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l637"/>
            <p:cNvSpPr/>
            <p:nvPr/>
          </p:nvSpPr>
          <p:spPr>
            <a:xfrm>
              <a:off x="5257154" y="4214474"/>
              <a:ext cx="10360" cy="61688"/>
            </a:xfrm>
            <a:custGeom>
              <a:avLst/>
              <a:pathLst>
                <a:path w="10360" h="61688">
                  <a:moveTo>
                    <a:pt x="0" y="61688"/>
                  </a:moveTo>
                  <a:lnTo>
                    <a:pt x="118" y="8818"/>
                  </a:lnTo>
                  <a:lnTo>
                    <a:pt x="963" y="9146"/>
                  </a:lnTo>
                  <a:lnTo>
                    <a:pt x="1808" y="0"/>
                  </a:lnTo>
                  <a:lnTo>
                    <a:pt x="2653" y="13472"/>
                  </a:lnTo>
                  <a:lnTo>
                    <a:pt x="3499" y="8112"/>
                  </a:lnTo>
                  <a:lnTo>
                    <a:pt x="4344" y="18392"/>
                  </a:lnTo>
                  <a:lnTo>
                    <a:pt x="5189" y="24880"/>
                  </a:lnTo>
                  <a:lnTo>
                    <a:pt x="6034" y="37523"/>
                  </a:lnTo>
                  <a:lnTo>
                    <a:pt x="6879" y="11688"/>
                  </a:lnTo>
                  <a:lnTo>
                    <a:pt x="7724" y="10707"/>
                  </a:lnTo>
                  <a:lnTo>
                    <a:pt x="8569" y="7225"/>
                  </a:lnTo>
                  <a:lnTo>
                    <a:pt x="9414" y="15167"/>
                  </a:lnTo>
                  <a:lnTo>
                    <a:pt x="10259" y="18016"/>
                  </a:lnTo>
                  <a:lnTo>
                    <a:pt x="10360" y="616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5274053" y="4204847"/>
              <a:ext cx="5278" cy="71315"/>
            </a:xfrm>
            <a:custGeom>
              <a:avLst/>
              <a:pathLst>
                <a:path w="5278" h="71315">
                  <a:moveTo>
                    <a:pt x="0" y="71315"/>
                  </a:moveTo>
                  <a:lnTo>
                    <a:pt x="121" y="17176"/>
                  </a:lnTo>
                  <a:lnTo>
                    <a:pt x="966" y="5959"/>
                  </a:lnTo>
                  <a:lnTo>
                    <a:pt x="1811" y="0"/>
                  </a:lnTo>
                  <a:lnTo>
                    <a:pt x="2656" y="27275"/>
                  </a:lnTo>
                  <a:lnTo>
                    <a:pt x="3501" y="49299"/>
                  </a:lnTo>
                  <a:lnTo>
                    <a:pt x="4346" y="39984"/>
                  </a:lnTo>
                  <a:lnTo>
                    <a:pt x="5191" y="34138"/>
                  </a:lnTo>
                  <a:lnTo>
                    <a:pt x="5278" y="7131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l639"/>
            <p:cNvSpPr/>
            <p:nvPr/>
          </p:nvSpPr>
          <p:spPr>
            <a:xfrm>
              <a:off x="5280853" y="4241654"/>
              <a:ext cx="16690" cy="34508"/>
            </a:xfrm>
            <a:custGeom>
              <a:avLst/>
              <a:pathLst>
                <a:path w="16690" h="34508">
                  <a:moveTo>
                    <a:pt x="0" y="34508"/>
                  </a:moveTo>
                  <a:lnTo>
                    <a:pt x="81" y="0"/>
                  </a:lnTo>
                  <a:lnTo>
                    <a:pt x="926" y="14175"/>
                  </a:lnTo>
                  <a:lnTo>
                    <a:pt x="1771" y="17918"/>
                  </a:lnTo>
                  <a:lnTo>
                    <a:pt x="2616" y="24143"/>
                  </a:lnTo>
                  <a:lnTo>
                    <a:pt x="3461" y="33467"/>
                  </a:lnTo>
                  <a:lnTo>
                    <a:pt x="4306" y="6411"/>
                  </a:lnTo>
                  <a:lnTo>
                    <a:pt x="5151" y="13733"/>
                  </a:lnTo>
                  <a:lnTo>
                    <a:pt x="5997" y="18046"/>
                  </a:lnTo>
                  <a:lnTo>
                    <a:pt x="6842" y="13444"/>
                  </a:lnTo>
                  <a:lnTo>
                    <a:pt x="7687" y="24718"/>
                  </a:lnTo>
                  <a:lnTo>
                    <a:pt x="8532" y="16272"/>
                  </a:lnTo>
                  <a:lnTo>
                    <a:pt x="9377" y="11630"/>
                  </a:lnTo>
                  <a:lnTo>
                    <a:pt x="10222" y="16898"/>
                  </a:lnTo>
                  <a:lnTo>
                    <a:pt x="11067" y="22638"/>
                  </a:lnTo>
                  <a:lnTo>
                    <a:pt x="11912" y="26874"/>
                  </a:lnTo>
                  <a:lnTo>
                    <a:pt x="12757" y="20487"/>
                  </a:lnTo>
                  <a:lnTo>
                    <a:pt x="13602" y="19679"/>
                  </a:lnTo>
                  <a:lnTo>
                    <a:pt x="14447" y="22781"/>
                  </a:lnTo>
                  <a:lnTo>
                    <a:pt x="15293" y="25986"/>
                  </a:lnTo>
                  <a:lnTo>
                    <a:pt x="16138" y="22725"/>
                  </a:lnTo>
                  <a:lnTo>
                    <a:pt x="16690" y="3450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l640"/>
            <p:cNvSpPr/>
            <p:nvPr/>
          </p:nvSpPr>
          <p:spPr>
            <a:xfrm>
              <a:off x="5299459" y="4264494"/>
              <a:ext cx="9889" cy="11668"/>
            </a:xfrm>
            <a:custGeom>
              <a:avLst/>
              <a:pathLst>
                <a:path w="9889" h="11668">
                  <a:moveTo>
                    <a:pt x="0" y="11668"/>
                  </a:moveTo>
                  <a:lnTo>
                    <a:pt x="68" y="11315"/>
                  </a:lnTo>
                  <a:lnTo>
                    <a:pt x="913" y="8776"/>
                  </a:lnTo>
                  <a:lnTo>
                    <a:pt x="1758" y="5885"/>
                  </a:lnTo>
                  <a:lnTo>
                    <a:pt x="2603" y="4704"/>
                  </a:lnTo>
                  <a:lnTo>
                    <a:pt x="3448" y="9452"/>
                  </a:lnTo>
                  <a:lnTo>
                    <a:pt x="4293" y="6198"/>
                  </a:lnTo>
                  <a:lnTo>
                    <a:pt x="5138" y="9280"/>
                  </a:lnTo>
                  <a:lnTo>
                    <a:pt x="5983" y="9073"/>
                  </a:lnTo>
                  <a:lnTo>
                    <a:pt x="6828" y="0"/>
                  </a:lnTo>
                  <a:lnTo>
                    <a:pt x="7674" y="4752"/>
                  </a:lnTo>
                  <a:lnTo>
                    <a:pt x="8519" y="4982"/>
                  </a:lnTo>
                  <a:lnTo>
                    <a:pt x="9364" y="7551"/>
                  </a:lnTo>
                  <a:lnTo>
                    <a:pt x="9889" y="1166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l641"/>
            <p:cNvSpPr/>
            <p:nvPr/>
          </p:nvSpPr>
          <p:spPr>
            <a:xfrm>
              <a:off x="5309862" y="4254113"/>
              <a:ext cx="3240" cy="22049"/>
            </a:xfrm>
            <a:custGeom>
              <a:avLst/>
              <a:pathLst>
                <a:path w="3240" h="22049">
                  <a:moveTo>
                    <a:pt x="0" y="22049"/>
                  </a:moveTo>
                  <a:lnTo>
                    <a:pt x="651" y="13652"/>
                  </a:lnTo>
                  <a:lnTo>
                    <a:pt x="1496" y="6101"/>
                  </a:lnTo>
                  <a:lnTo>
                    <a:pt x="2341" y="8223"/>
                  </a:lnTo>
                  <a:lnTo>
                    <a:pt x="3186" y="0"/>
                  </a:lnTo>
                  <a:lnTo>
                    <a:pt x="3240" y="2204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l642"/>
            <p:cNvSpPr/>
            <p:nvPr/>
          </p:nvSpPr>
          <p:spPr>
            <a:xfrm>
              <a:off x="5314651" y="4153977"/>
              <a:ext cx="6134" cy="122185"/>
            </a:xfrm>
            <a:custGeom>
              <a:avLst/>
              <a:pathLst>
                <a:path w="6134" h="122185">
                  <a:moveTo>
                    <a:pt x="0" y="122185"/>
                  </a:moveTo>
                  <a:lnTo>
                    <a:pt x="87" y="84894"/>
                  </a:lnTo>
                  <a:lnTo>
                    <a:pt x="932" y="72913"/>
                  </a:lnTo>
                  <a:lnTo>
                    <a:pt x="1777" y="80299"/>
                  </a:lnTo>
                  <a:lnTo>
                    <a:pt x="2622" y="62278"/>
                  </a:lnTo>
                  <a:lnTo>
                    <a:pt x="3467" y="2529"/>
                  </a:lnTo>
                  <a:lnTo>
                    <a:pt x="4312" y="0"/>
                  </a:lnTo>
                  <a:lnTo>
                    <a:pt x="5157" y="39799"/>
                  </a:lnTo>
                  <a:lnTo>
                    <a:pt x="6002" y="62749"/>
                  </a:lnTo>
                  <a:lnTo>
                    <a:pt x="6134" y="1221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l643"/>
            <p:cNvSpPr/>
            <p:nvPr/>
          </p:nvSpPr>
          <p:spPr>
            <a:xfrm>
              <a:off x="5323128" y="4250972"/>
              <a:ext cx="122" cy="25190"/>
            </a:xfrm>
            <a:custGeom>
              <a:avLst/>
              <a:pathLst>
                <a:path w="122" h="25190">
                  <a:moveTo>
                    <a:pt x="0" y="25190"/>
                  </a:moveTo>
                  <a:lnTo>
                    <a:pt x="61" y="0"/>
                  </a:lnTo>
                  <a:lnTo>
                    <a:pt x="122" y="251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4"/>
            <p:cNvSpPr/>
            <p:nvPr/>
          </p:nvSpPr>
          <p:spPr>
            <a:xfrm>
              <a:off x="5325676" y="4251761"/>
              <a:ext cx="1764" cy="24401"/>
            </a:xfrm>
            <a:custGeom>
              <a:avLst/>
              <a:pathLst>
                <a:path w="1764" h="24401">
                  <a:moveTo>
                    <a:pt x="0" y="24401"/>
                  </a:moveTo>
                  <a:lnTo>
                    <a:pt x="48" y="4625"/>
                  </a:lnTo>
                  <a:lnTo>
                    <a:pt x="893" y="0"/>
                  </a:lnTo>
                  <a:lnTo>
                    <a:pt x="1738" y="14474"/>
                  </a:lnTo>
                  <a:lnTo>
                    <a:pt x="1764" y="2440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5334978" y="4249302"/>
              <a:ext cx="1797" cy="26860"/>
            </a:xfrm>
            <a:custGeom>
              <a:avLst/>
              <a:pathLst>
                <a:path w="1797" h="26860">
                  <a:moveTo>
                    <a:pt x="0" y="26860"/>
                  </a:moveTo>
                  <a:lnTo>
                    <a:pt x="42" y="9609"/>
                  </a:lnTo>
                  <a:lnTo>
                    <a:pt x="887" y="5905"/>
                  </a:lnTo>
                  <a:lnTo>
                    <a:pt x="1732" y="0"/>
                  </a:lnTo>
                  <a:lnTo>
                    <a:pt x="1797" y="2686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5338299" y="4172768"/>
              <a:ext cx="11229" cy="103394"/>
            </a:xfrm>
            <a:custGeom>
              <a:avLst/>
              <a:pathLst>
                <a:path w="11229" h="103394">
                  <a:moveTo>
                    <a:pt x="0" y="103394"/>
                  </a:moveTo>
                  <a:lnTo>
                    <a:pt x="101" y="59152"/>
                  </a:lnTo>
                  <a:lnTo>
                    <a:pt x="946" y="61911"/>
                  </a:lnTo>
                  <a:lnTo>
                    <a:pt x="1791" y="48804"/>
                  </a:lnTo>
                  <a:lnTo>
                    <a:pt x="2636" y="64647"/>
                  </a:lnTo>
                  <a:lnTo>
                    <a:pt x="3482" y="56339"/>
                  </a:lnTo>
                  <a:lnTo>
                    <a:pt x="4327" y="51195"/>
                  </a:lnTo>
                  <a:lnTo>
                    <a:pt x="5172" y="56896"/>
                  </a:lnTo>
                  <a:lnTo>
                    <a:pt x="6017" y="35326"/>
                  </a:lnTo>
                  <a:lnTo>
                    <a:pt x="6862" y="29605"/>
                  </a:lnTo>
                  <a:lnTo>
                    <a:pt x="7707" y="0"/>
                  </a:lnTo>
                  <a:lnTo>
                    <a:pt x="8552" y="17571"/>
                  </a:lnTo>
                  <a:lnTo>
                    <a:pt x="9397" y="27622"/>
                  </a:lnTo>
                  <a:lnTo>
                    <a:pt x="10242" y="26472"/>
                  </a:lnTo>
                  <a:lnTo>
                    <a:pt x="11087" y="38208"/>
                  </a:lnTo>
                  <a:lnTo>
                    <a:pt x="11229" y="1033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5352709" y="4141953"/>
              <a:ext cx="53382" cy="134209"/>
            </a:xfrm>
            <a:custGeom>
              <a:avLst/>
              <a:pathLst>
                <a:path w="53382" h="134209">
                  <a:moveTo>
                    <a:pt x="0" y="134209"/>
                  </a:moveTo>
                  <a:lnTo>
                    <a:pt x="59" y="109836"/>
                  </a:lnTo>
                  <a:lnTo>
                    <a:pt x="904" y="114529"/>
                  </a:lnTo>
                  <a:lnTo>
                    <a:pt x="1749" y="117249"/>
                  </a:lnTo>
                  <a:lnTo>
                    <a:pt x="2594" y="115967"/>
                  </a:lnTo>
                  <a:lnTo>
                    <a:pt x="3439" y="115726"/>
                  </a:lnTo>
                  <a:lnTo>
                    <a:pt x="4284" y="114684"/>
                  </a:lnTo>
                  <a:lnTo>
                    <a:pt x="5129" y="114716"/>
                  </a:lnTo>
                  <a:lnTo>
                    <a:pt x="5974" y="126256"/>
                  </a:lnTo>
                  <a:lnTo>
                    <a:pt x="6819" y="116047"/>
                  </a:lnTo>
                  <a:lnTo>
                    <a:pt x="7665" y="100497"/>
                  </a:lnTo>
                  <a:lnTo>
                    <a:pt x="8510" y="92956"/>
                  </a:lnTo>
                  <a:lnTo>
                    <a:pt x="9355" y="102908"/>
                  </a:lnTo>
                  <a:lnTo>
                    <a:pt x="10200" y="95237"/>
                  </a:lnTo>
                  <a:lnTo>
                    <a:pt x="11045" y="77616"/>
                  </a:lnTo>
                  <a:lnTo>
                    <a:pt x="11890" y="65926"/>
                  </a:lnTo>
                  <a:lnTo>
                    <a:pt x="12735" y="69008"/>
                  </a:lnTo>
                  <a:lnTo>
                    <a:pt x="13580" y="71374"/>
                  </a:lnTo>
                  <a:lnTo>
                    <a:pt x="14425" y="69541"/>
                  </a:lnTo>
                  <a:lnTo>
                    <a:pt x="15270" y="81559"/>
                  </a:lnTo>
                  <a:lnTo>
                    <a:pt x="16115" y="92303"/>
                  </a:lnTo>
                  <a:lnTo>
                    <a:pt x="16961" y="88952"/>
                  </a:lnTo>
                  <a:lnTo>
                    <a:pt x="17806" y="77067"/>
                  </a:lnTo>
                  <a:lnTo>
                    <a:pt x="18651" y="75606"/>
                  </a:lnTo>
                  <a:lnTo>
                    <a:pt x="19496" y="79546"/>
                  </a:lnTo>
                  <a:lnTo>
                    <a:pt x="20341" y="94818"/>
                  </a:lnTo>
                  <a:lnTo>
                    <a:pt x="21186" y="101745"/>
                  </a:lnTo>
                  <a:lnTo>
                    <a:pt x="22031" y="93818"/>
                  </a:lnTo>
                  <a:lnTo>
                    <a:pt x="22876" y="99844"/>
                  </a:lnTo>
                  <a:lnTo>
                    <a:pt x="23721" y="100306"/>
                  </a:lnTo>
                  <a:lnTo>
                    <a:pt x="24566" y="94411"/>
                  </a:lnTo>
                  <a:lnTo>
                    <a:pt x="25411" y="74367"/>
                  </a:lnTo>
                  <a:lnTo>
                    <a:pt x="26257" y="79949"/>
                  </a:lnTo>
                  <a:lnTo>
                    <a:pt x="27102" y="82163"/>
                  </a:lnTo>
                  <a:lnTo>
                    <a:pt x="27947" y="87317"/>
                  </a:lnTo>
                  <a:lnTo>
                    <a:pt x="28792" y="95907"/>
                  </a:lnTo>
                  <a:lnTo>
                    <a:pt x="29637" y="94604"/>
                  </a:lnTo>
                  <a:lnTo>
                    <a:pt x="30482" y="92577"/>
                  </a:lnTo>
                  <a:lnTo>
                    <a:pt x="31327" y="94676"/>
                  </a:lnTo>
                  <a:lnTo>
                    <a:pt x="32172" y="95183"/>
                  </a:lnTo>
                  <a:lnTo>
                    <a:pt x="33017" y="94161"/>
                  </a:lnTo>
                  <a:lnTo>
                    <a:pt x="33862" y="105598"/>
                  </a:lnTo>
                  <a:lnTo>
                    <a:pt x="34707" y="97212"/>
                  </a:lnTo>
                  <a:lnTo>
                    <a:pt x="35553" y="91518"/>
                  </a:lnTo>
                  <a:lnTo>
                    <a:pt x="36398" y="100456"/>
                  </a:lnTo>
                  <a:lnTo>
                    <a:pt x="37243" y="95490"/>
                  </a:lnTo>
                  <a:lnTo>
                    <a:pt x="38088" y="102154"/>
                  </a:lnTo>
                  <a:lnTo>
                    <a:pt x="38933" y="100252"/>
                  </a:lnTo>
                  <a:lnTo>
                    <a:pt x="39778" y="102840"/>
                  </a:lnTo>
                  <a:lnTo>
                    <a:pt x="40623" y="94444"/>
                  </a:lnTo>
                  <a:lnTo>
                    <a:pt x="41468" y="84789"/>
                  </a:lnTo>
                  <a:lnTo>
                    <a:pt x="42313" y="62688"/>
                  </a:lnTo>
                  <a:lnTo>
                    <a:pt x="43158" y="58699"/>
                  </a:lnTo>
                  <a:lnTo>
                    <a:pt x="44003" y="40490"/>
                  </a:lnTo>
                  <a:lnTo>
                    <a:pt x="44849" y="24784"/>
                  </a:lnTo>
                  <a:lnTo>
                    <a:pt x="45694" y="19254"/>
                  </a:lnTo>
                  <a:lnTo>
                    <a:pt x="46539" y="4383"/>
                  </a:lnTo>
                  <a:lnTo>
                    <a:pt x="47384" y="0"/>
                  </a:lnTo>
                  <a:lnTo>
                    <a:pt x="48229" y="31862"/>
                  </a:lnTo>
                  <a:lnTo>
                    <a:pt x="49074" y="48068"/>
                  </a:lnTo>
                  <a:lnTo>
                    <a:pt x="49919" y="63506"/>
                  </a:lnTo>
                  <a:lnTo>
                    <a:pt x="50764" y="69867"/>
                  </a:lnTo>
                  <a:lnTo>
                    <a:pt x="51609" y="107321"/>
                  </a:lnTo>
                  <a:lnTo>
                    <a:pt x="52454" y="100042"/>
                  </a:lnTo>
                  <a:lnTo>
                    <a:pt x="53299" y="99377"/>
                  </a:lnTo>
                  <a:lnTo>
                    <a:pt x="53382" y="13420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5407617" y="4083492"/>
              <a:ext cx="11151" cy="192670"/>
            </a:xfrm>
            <a:custGeom>
              <a:avLst/>
              <a:pathLst>
                <a:path w="11151" h="192670">
                  <a:moveTo>
                    <a:pt x="0" y="192670"/>
                  </a:moveTo>
                  <a:lnTo>
                    <a:pt x="82" y="157827"/>
                  </a:lnTo>
                  <a:lnTo>
                    <a:pt x="927" y="146781"/>
                  </a:lnTo>
                  <a:lnTo>
                    <a:pt x="1772" y="127392"/>
                  </a:lnTo>
                  <a:lnTo>
                    <a:pt x="2617" y="53642"/>
                  </a:lnTo>
                  <a:lnTo>
                    <a:pt x="3462" y="42509"/>
                  </a:lnTo>
                  <a:lnTo>
                    <a:pt x="4307" y="0"/>
                  </a:lnTo>
                  <a:lnTo>
                    <a:pt x="5152" y="60262"/>
                  </a:lnTo>
                  <a:lnTo>
                    <a:pt x="5997" y="62058"/>
                  </a:lnTo>
                  <a:lnTo>
                    <a:pt x="6842" y="61599"/>
                  </a:lnTo>
                  <a:lnTo>
                    <a:pt x="7687" y="108199"/>
                  </a:lnTo>
                  <a:lnTo>
                    <a:pt x="8533" y="119806"/>
                  </a:lnTo>
                  <a:lnTo>
                    <a:pt x="9378" y="138565"/>
                  </a:lnTo>
                  <a:lnTo>
                    <a:pt x="10223" y="151671"/>
                  </a:lnTo>
                  <a:lnTo>
                    <a:pt x="11068" y="157412"/>
                  </a:lnTo>
                  <a:lnTo>
                    <a:pt x="11151" y="19267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5423642" y="4193017"/>
              <a:ext cx="8699" cy="83145"/>
            </a:xfrm>
            <a:custGeom>
              <a:avLst/>
              <a:pathLst>
                <a:path w="8699" h="83145">
                  <a:moveTo>
                    <a:pt x="0" y="83145"/>
                  </a:moveTo>
                  <a:lnTo>
                    <a:pt x="113" y="32973"/>
                  </a:lnTo>
                  <a:lnTo>
                    <a:pt x="958" y="24106"/>
                  </a:lnTo>
                  <a:lnTo>
                    <a:pt x="1803" y="8093"/>
                  </a:lnTo>
                  <a:lnTo>
                    <a:pt x="2648" y="4710"/>
                  </a:lnTo>
                  <a:lnTo>
                    <a:pt x="3493" y="3718"/>
                  </a:lnTo>
                  <a:lnTo>
                    <a:pt x="4338" y="38614"/>
                  </a:lnTo>
                  <a:lnTo>
                    <a:pt x="5183" y="43015"/>
                  </a:lnTo>
                  <a:lnTo>
                    <a:pt x="6029" y="36410"/>
                  </a:lnTo>
                  <a:lnTo>
                    <a:pt x="6874" y="33485"/>
                  </a:lnTo>
                  <a:lnTo>
                    <a:pt x="7719" y="0"/>
                  </a:lnTo>
                  <a:lnTo>
                    <a:pt x="8564" y="21795"/>
                  </a:lnTo>
                  <a:lnTo>
                    <a:pt x="8699" y="8314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5434613" y="4166852"/>
              <a:ext cx="7856" cy="109310"/>
            </a:xfrm>
            <a:custGeom>
              <a:avLst/>
              <a:pathLst>
                <a:path w="7856" h="109310">
                  <a:moveTo>
                    <a:pt x="0" y="109310"/>
                  </a:moveTo>
                  <a:lnTo>
                    <a:pt x="128" y="51453"/>
                  </a:lnTo>
                  <a:lnTo>
                    <a:pt x="973" y="42143"/>
                  </a:lnTo>
                  <a:lnTo>
                    <a:pt x="1818" y="64033"/>
                  </a:lnTo>
                  <a:lnTo>
                    <a:pt x="2663" y="54885"/>
                  </a:lnTo>
                  <a:lnTo>
                    <a:pt x="3508" y="34850"/>
                  </a:lnTo>
                  <a:lnTo>
                    <a:pt x="4353" y="0"/>
                  </a:lnTo>
                  <a:lnTo>
                    <a:pt x="5198" y="35400"/>
                  </a:lnTo>
                  <a:lnTo>
                    <a:pt x="6043" y="75592"/>
                  </a:lnTo>
                  <a:lnTo>
                    <a:pt x="6888" y="50800"/>
                  </a:lnTo>
                  <a:lnTo>
                    <a:pt x="7733" y="54571"/>
                  </a:lnTo>
                  <a:lnTo>
                    <a:pt x="7856" y="10931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5443935" y="4216755"/>
              <a:ext cx="6994" cy="59407"/>
            </a:xfrm>
            <a:custGeom>
              <a:avLst/>
              <a:pathLst>
                <a:path w="6994" h="59407">
                  <a:moveTo>
                    <a:pt x="0" y="59407"/>
                  </a:moveTo>
                  <a:lnTo>
                    <a:pt x="102" y="14543"/>
                  </a:lnTo>
                  <a:lnTo>
                    <a:pt x="947" y="41247"/>
                  </a:lnTo>
                  <a:lnTo>
                    <a:pt x="1793" y="25262"/>
                  </a:lnTo>
                  <a:lnTo>
                    <a:pt x="2638" y="24365"/>
                  </a:lnTo>
                  <a:lnTo>
                    <a:pt x="3483" y="45855"/>
                  </a:lnTo>
                  <a:lnTo>
                    <a:pt x="4328" y="28858"/>
                  </a:lnTo>
                  <a:lnTo>
                    <a:pt x="5173" y="18523"/>
                  </a:lnTo>
                  <a:lnTo>
                    <a:pt x="6018" y="6194"/>
                  </a:lnTo>
                  <a:lnTo>
                    <a:pt x="6863" y="0"/>
                  </a:lnTo>
                  <a:lnTo>
                    <a:pt x="6994" y="5940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5453237" y="4128608"/>
              <a:ext cx="26320" cy="147554"/>
            </a:xfrm>
            <a:custGeom>
              <a:avLst/>
              <a:pathLst>
                <a:path w="26320" h="147554">
                  <a:moveTo>
                    <a:pt x="0" y="147554"/>
                  </a:moveTo>
                  <a:lnTo>
                    <a:pt x="97" y="105537"/>
                  </a:lnTo>
                  <a:lnTo>
                    <a:pt x="942" y="87349"/>
                  </a:lnTo>
                  <a:lnTo>
                    <a:pt x="1787" y="73421"/>
                  </a:lnTo>
                  <a:lnTo>
                    <a:pt x="2632" y="67562"/>
                  </a:lnTo>
                  <a:lnTo>
                    <a:pt x="3477" y="62218"/>
                  </a:lnTo>
                  <a:lnTo>
                    <a:pt x="4322" y="70581"/>
                  </a:lnTo>
                  <a:lnTo>
                    <a:pt x="5167" y="30535"/>
                  </a:lnTo>
                  <a:lnTo>
                    <a:pt x="6012" y="38579"/>
                  </a:lnTo>
                  <a:lnTo>
                    <a:pt x="6857" y="43944"/>
                  </a:lnTo>
                  <a:lnTo>
                    <a:pt x="7702" y="57852"/>
                  </a:lnTo>
                  <a:lnTo>
                    <a:pt x="8548" y="85291"/>
                  </a:lnTo>
                  <a:lnTo>
                    <a:pt x="9393" y="39147"/>
                  </a:lnTo>
                  <a:lnTo>
                    <a:pt x="10238" y="39272"/>
                  </a:lnTo>
                  <a:lnTo>
                    <a:pt x="11083" y="19463"/>
                  </a:lnTo>
                  <a:lnTo>
                    <a:pt x="11928" y="36716"/>
                  </a:lnTo>
                  <a:lnTo>
                    <a:pt x="12773" y="45851"/>
                  </a:lnTo>
                  <a:lnTo>
                    <a:pt x="13618" y="722"/>
                  </a:lnTo>
                  <a:lnTo>
                    <a:pt x="14463" y="0"/>
                  </a:lnTo>
                  <a:lnTo>
                    <a:pt x="15308" y="41522"/>
                  </a:lnTo>
                  <a:lnTo>
                    <a:pt x="16153" y="78763"/>
                  </a:lnTo>
                  <a:lnTo>
                    <a:pt x="16998" y="90644"/>
                  </a:lnTo>
                  <a:lnTo>
                    <a:pt x="17844" y="86845"/>
                  </a:lnTo>
                  <a:lnTo>
                    <a:pt x="18689" y="121988"/>
                  </a:lnTo>
                  <a:lnTo>
                    <a:pt x="19534" y="120804"/>
                  </a:lnTo>
                  <a:lnTo>
                    <a:pt x="20379" y="124826"/>
                  </a:lnTo>
                  <a:lnTo>
                    <a:pt x="21224" y="118445"/>
                  </a:lnTo>
                  <a:lnTo>
                    <a:pt x="22069" y="126193"/>
                  </a:lnTo>
                  <a:lnTo>
                    <a:pt x="22914" y="128463"/>
                  </a:lnTo>
                  <a:lnTo>
                    <a:pt x="23759" y="127058"/>
                  </a:lnTo>
                  <a:lnTo>
                    <a:pt x="24604" y="130207"/>
                  </a:lnTo>
                  <a:lnTo>
                    <a:pt x="25449" y="139945"/>
                  </a:lnTo>
                  <a:lnTo>
                    <a:pt x="26294" y="137283"/>
                  </a:lnTo>
                  <a:lnTo>
                    <a:pt x="26320" y="14755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5482031" y="4261787"/>
              <a:ext cx="71" cy="14375"/>
            </a:xfrm>
            <a:custGeom>
              <a:avLst/>
              <a:pathLst>
                <a:path w="71" h="14375">
                  <a:moveTo>
                    <a:pt x="0" y="14375"/>
                  </a:moveTo>
                  <a:lnTo>
                    <a:pt x="35" y="0"/>
                  </a:lnTo>
                  <a:lnTo>
                    <a:pt x="71" y="1437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5485027" y="4221759"/>
              <a:ext cx="26641" cy="54403"/>
            </a:xfrm>
            <a:custGeom>
              <a:avLst/>
              <a:pathLst>
                <a:path w="26641" h="54403">
                  <a:moveTo>
                    <a:pt x="0" y="54403"/>
                  </a:moveTo>
                  <a:lnTo>
                    <a:pt x="419" y="50092"/>
                  </a:lnTo>
                  <a:lnTo>
                    <a:pt x="1264" y="46703"/>
                  </a:lnTo>
                  <a:lnTo>
                    <a:pt x="2109" y="48590"/>
                  </a:lnTo>
                  <a:lnTo>
                    <a:pt x="2955" y="46797"/>
                  </a:lnTo>
                  <a:lnTo>
                    <a:pt x="3800" y="50710"/>
                  </a:lnTo>
                  <a:lnTo>
                    <a:pt x="4645" y="48928"/>
                  </a:lnTo>
                  <a:lnTo>
                    <a:pt x="5490" y="49712"/>
                  </a:lnTo>
                  <a:lnTo>
                    <a:pt x="6335" y="40624"/>
                  </a:lnTo>
                  <a:lnTo>
                    <a:pt x="7180" y="34936"/>
                  </a:lnTo>
                  <a:lnTo>
                    <a:pt x="8025" y="40592"/>
                  </a:lnTo>
                  <a:lnTo>
                    <a:pt x="8870" y="26594"/>
                  </a:lnTo>
                  <a:lnTo>
                    <a:pt x="9715" y="37065"/>
                  </a:lnTo>
                  <a:lnTo>
                    <a:pt x="10560" y="25661"/>
                  </a:lnTo>
                  <a:lnTo>
                    <a:pt x="11405" y="13313"/>
                  </a:lnTo>
                  <a:lnTo>
                    <a:pt x="12251" y="12554"/>
                  </a:lnTo>
                  <a:lnTo>
                    <a:pt x="13096" y="14819"/>
                  </a:lnTo>
                  <a:lnTo>
                    <a:pt x="13941" y="22934"/>
                  </a:lnTo>
                  <a:lnTo>
                    <a:pt x="14786" y="19648"/>
                  </a:lnTo>
                  <a:lnTo>
                    <a:pt x="15631" y="3442"/>
                  </a:lnTo>
                  <a:lnTo>
                    <a:pt x="16476" y="0"/>
                  </a:lnTo>
                  <a:lnTo>
                    <a:pt x="17321" y="17176"/>
                  </a:lnTo>
                  <a:lnTo>
                    <a:pt x="18166" y="25994"/>
                  </a:lnTo>
                  <a:lnTo>
                    <a:pt x="19011" y="36054"/>
                  </a:lnTo>
                  <a:lnTo>
                    <a:pt x="19856" y="34360"/>
                  </a:lnTo>
                  <a:lnTo>
                    <a:pt x="20701" y="38465"/>
                  </a:lnTo>
                  <a:lnTo>
                    <a:pt x="21547" y="37647"/>
                  </a:lnTo>
                  <a:lnTo>
                    <a:pt x="22392" y="39401"/>
                  </a:lnTo>
                  <a:lnTo>
                    <a:pt x="23237" y="40158"/>
                  </a:lnTo>
                  <a:lnTo>
                    <a:pt x="24082" y="37928"/>
                  </a:lnTo>
                  <a:lnTo>
                    <a:pt x="24927" y="44356"/>
                  </a:lnTo>
                  <a:lnTo>
                    <a:pt x="25772" y="44391"/>
                  </a:lnTo>
                  <a:lnTo>
                    <a:pt x="26617" y="45102"/>
                  </a:lnTo>
                  <a:lnTo>
                    <a:pt x="26641" y="544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5513299" y="4261714"/>
              <a:ext cx="906" cy="14448"/>
            </a:xfrm>
            <a:custGeom>
              <a:avLst/>
              <a:pathLst>
                <a:path w="906" h="14448">
                  <a:moveTo>
                    <a:pt x="0" y="14448"/>
                  </a:moveTo>
                  <a:lnTo>
                    <a:pt x="36" y="0"/>
                  </a:lnTo>
                  <a:lnTo>
                    <a:pt x="881" y="4541"/>
                  </a:lnTo>
                  <a:lnTo>
                    <a:pt x="906" y="1444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6"/>
            <p:cNvSpPr/>
            <p:nvPr/>
          </p:nvSpPr>
          <p:spPr>
            <a:xfrm>
              <a:off x="5515853" y="4269503"/>
              <a:ext cx="34" cy="6659"/>
            </a:xfrm>
            <a:custGeom>
              <a:avLst/>
              <a:pathLst>
                <a:path w="34" h="6659">
                  <a:moveTo>
                    <a:pt x="0" y="6659"/>
                  </a:moveTo>
                  <a:lnTo>
                    <a:pt x="17" y="0"/>
                  </a:lnTo>
                  <a:lnTo>
                    <a:pt x="34" y="665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l657"/>
            <p:cNvSpPr/>
            <p:nvPr/>
          </p:nvSpPr>
          <p:spPr>
            <a:xfrm>
              <a:off x="5519196" y="4253778"/>
              <a:ext cx="109" cy="22384"/>
            </a:xfrm>
            <a:custGeom>
              <a:avLst/>
              <a:pathLst>
                <a:path w="109" h="22384">
                  <a:moveTo>
                    <a:pt x="0" y="22384"/>
                  </a:moveTo>
                  <a:lnTo>
                    <a:pt x="54" y="0"/>
                  </a:lnTo>
                  <a:lnTo>
                    <a:pt x="109" y="223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8"/>
            <p:cNvSpPr/>
            <p:nvPr/>
          </p:nvSpPr>
          <p:spPr>
            <a:xfrm>
              <a:off x="5521635" y="4205562"/>
              <a:ext cx="1131" cy="70600"/>
            </a:xfrm>
            <a:custGeom>
              <a:avLst/>
              <a:pathLst>
                <a:path w="1131" h="70600">
                  <a:moveTo>
                    <a:pt x="0" y="70600"/>
                  </a:moveTo>
                  <a:lnTo>
                    <a:pt x="151" y="0"/>
                  </a:lnTo>
                  <a:lnTo>
                    <a:pt x="996" y="9184"/>
                  </a:lnTo>
                  <a:lnTo>
                    <a:pt x="1131" y="706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9"/>
            <p:cNvSpPr/>
            <p:nvPr/>
          </p:nvSpPr>
          <p:spPr>
            <a:xfrm>
              <a:off x="5524202" y="4223131"/>
              <a:ext cx="4395" cy="53031"/>
            </a:xfrm>
            <a:custGeom>
              <a:avLst/>
              <a:pathLst>
                <a:path w="4395" h="53031">
                  <a:moveTo>
                    <a:pt x="0" y="53031"/>
                  </a:moveTo>
                  <a:lnTo>
                    <a:pt x="118" y="0"/>
                  </a:lnTo>
                  <a:lnTo>
                    <a:pt x="964" y="8429"/>
                  </a:lnTo>
                  <a:lnTo>
                    <a:pt x="1809" y="19079"/>
                  </a:lnTo>
                  <a:lnTo>
                    <a:pt x="2654" y="28551"/>
                  </a:lnTo>
                  <a:lnTo>
                    <a:pt x="3499" y="39641"/>
                  </a:lnTo>
                  <a:lnTo>
                    <a:pt x="4344" y="32379"/>
                  </a:lnTo>
                  <a:lnTo>
                    <a:pt x="4395" y="5303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l660"/>
            <p:cNvSpPr/>
            <p:nvPr/>
          </p:nvSpPr>
          <p:spPr>
            <a:xfrm>
              <a:off x="5530185" y="4215790"/>
              <a:ext cx="11129" cy="60372"/>
            </a:xfrm>
            <a:custGeom>
              <a:avLst/>
              <a:pathLst>
                <a:path w="11129" h="60372">
                  <a:moveTo>
                    <a:pt x="0" y="60372"/>
                  </a:moveTo>
                  <a:lnTo>
                    <a:pt x="52" y="39118"/>
                  </a:lnTo>
                  <a:lnTo>
                    <a:pt x="897" y="51754"/>
                  </a:lnTo>
                  <a:lnTo>
                    <a:pt x="1742" y="45388"/>
                  </a:lnTo>
                  <a:lnTo>
                    <a:pt x="2587" y="38466"/>
                  </a:lnTo>
                  <a:lnTo>
                    <a:pt x="3432" y="37859"/>
                  </a:lnTo>
                  <a:lnTo>
                    <a:pt x="4277" y="14017"/>
                  </a:lnTo>
                  <a:lnTo>
                    <a:pt x="5122" y="0"/>
                  </a:lnTo>
                  <a:lnTo>
                    <a:pt x="5967" y="21261"/>
                  </a:lnTo>
                  <a:lnTo>
                    <a:pt x="6812" y="34492"/>
                  </a:lnTo>
                  <a:lnTo>
                    <a:pt x="7657" y="49909"/>
                  </a:lnTo>
                  <a:lnTo>
                    <a:pt x="8503" y="38813"/>
                  </a:lnTo>
                  <a:lnTo>
                    <a:pt x="9348" y="31871"/>
                  </a:lnTo>
                  <a:lnTo>
                    <a:pt x="10193" y="36129"/>
                  </a:lnTo>
                  <a:lnTo>
                    <a:pt x="11038" y="20976"/>
                  </a:lnTo>
                  <a:lnTo>
                    <a:pt x="11129" y="603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l661"/>
            <p:cNvSpPr/>
            <p:nvPr/>
          </p:nvSpPr>
          <p:spPr>
            <a:xfrm>
              <a:off x="5543662" y="4234610"/>
              <a:ext cx="4409" cy="41552"/>
            </a:xfrm>
            <a:custGeom>
              <a:avLst/>
              <a:pathLst>
                <a:path w="4409" h="41552">
                  <a:moveTo>
                    <a:pt x="0" y="41552"/>
                  </a:moveTo>
                  <a:lnTo>
                    <a:pt x="96" y="0"/>
                  </a:lnTo>
                  <a:lnTo>
                    <a:pt x="941" y="4836"/>
                  </a:lnTo>
                  <a:lnTo>
                    <a:pt x="1786" y="1812"/>
                  </a:lnTo>
                  <a:lnTo>
                    <a:pt x="2631" y="15778"/>
                  </a:lnTo>
                  <a:lnTo>
                    <a:pt x="3476" y="11853"/>
                  </a:lnTo>
                  <a:lnTo>
                    <a:pt x="4321" y="4229"/>
                  </a:lnTo>
                  <a:lnTo>
                    <a:pt x="4409" y="4155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2"/>
            <p:cNvSpPr/>
            <p:nvPr/>
          </p:nvSpPr>
          <p:spPr>
            <a:xfrm>
              <a:off x="5550461" y="4249750"/>
              <a:ext cx="1811" cy="26412"/>
            </a:xfrm>
            <a:custGeom>
              <a:avLst/>
              <a:pathLst>
                <a:path w="1811" h="26412">
                  <a:moveTo>
                    <a:pt x="0" y="26412"/>
                  </a:moveTo>
                  <a:lnTo>
                    <a:pt x="58" y="2559"/>
                  </a:lnTo>
                  <a:lnTo>
                    <a:pt x="903" y="10065"/>
                  </a:lnTo>
                  <a:lnTo>
                    <a:pt x="1748" y="0"/>
                  </a:lnTo>
                  <a:lnTo>
                    <a:pt x="1811" y="2641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5554656" y="4231186"/>
              <a:ext cx="2727" cy="44976"/>
            </a:xfrm>
            <a:custGeom>
              <a:avLst/>
              <a:pathLst>
                <a:path w="2727" h="44976">
                  <a:moveTo>
                    <a:pt x="0" y="44976"/>
                  </a:moveTo>
                  <a:lnTo>
                    <a:pt x="89" y="6815"/>
                  </a:lnTo>
                  <a:lnTo>
                    <a:pt x="934" y="16652"/>
                  </a:lnTo>
                  <a:lnTo>
                    <a:pt x="1779" y="5383"/>
                  </a:lnTo>
                  <a:lnTo>
                    <a:pt x="2624" y="0"/>
                  </a:lnTo>
                  <a:lnTo>
                    <a:pt x="2727" y="449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4"/>
            <p:cNvSpPr/>
            <p:nvPr/>
          </p:nvSpPr>
          <p:spPr>
            <a:xfrm>
              <a:off x="5559627" y="4116663"/>
              <a:ext cx="1312" cy="159499"/>
            </a:xfrm>
            <a:custGeom>
              <a:avLst/>
              <a:pathLst>
                <a:path w="1312" h="159499">
                  <a:moveTo>
                    <a:pt x="0" y="159499"/>
                  </a:moveTo>
                  <a:lnTo>
                    <a:pt x="188" y="66558"/>
                  </a:lnTo>
                  <a:lnTo>
                    <a:pt x="1033" y="0"/>
                  </a:lnTo>
                  <a:lnTo>
                    <a:pt x="1312" y="15949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5"/>
            <p:cNvSpPr/>
            <p:nvPr/>
          </p:nvSpPr>
          <p:spPr>
            <a:xfrm>
              <a:off x="5562107" y="4145230"/>
              <a:ext cx="1326" cy="130932"/>
            </a:xfrm>
            <a:custGeom>
              <a:avLst/>
              <a:pathLst>
                <a:path w="1326" h="130932">
                  <a:moveTo>
                    <a:pt x="0" y="130932"/>
                  </a:moveTo>
                  <a:lnTo>
                    <a:pt x="243" y="0"/>
                  </a:lnTo>
                  <a:lnTo>
                    <a:pt x="1088" y="4130"/>
                  </a:lnTo>
                  <a:lnTo>
                    <a:pt x="1326" y="1309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5565411" y="4078576"/>
              <a:ext cx="6417" cy="197586"/>
            </a:xfrm>
            <a:custGeom>
              <a:avLst/>
              <a:pathLst>
                <a:path w="6417" h="197586">
                  <a:moveTo>
                    <a:pt x="0" y="197586"/>
                  </a:moveTo>
                  <a:lnTo>
                    <a:pt x="320" y="0"/>
                  </a:lnTo>
                  <a:lnTo>
                    <a:pt x="1165" y="34257"/>
                  </a:lnTo>
                  <a:lnTo>
                    <a:pt x="2010" y="36431"/>
                  </a:lnTo>
                  <a:lnTo>
                    <a:pt x="2855" y="63463"/>
                  </a:lnTo>
                  <a:lnTo>
                    <a:pt x="3700" y="74207"/>
                  </a:lnTo>
                  <a:lnTo>
                    <a:pt x="4545" y="87532"/>
                  </a:lnTo>
                  <a:lnTo>
                    <a:pt x="5390" y="116877"/>
                  </a:lnTo>
                  <a:lnTo>
                    <a:pt x="6236" y="109009"/>
                  </a:lnTo>
                  <a:lnTo>
                    <a:pt x="6417" y="1975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5576643" y="4244975"/>
              <a:ext cx="5197" cy="31187"/>
            </a:xfrm>
            <a:custGeom>
              <a:avLst/>
              <a:pathLst>
                <a:path w="5197" h="31187">
                  <a:moveTo>
                    <a:pt x="0" y="31187"/>
                  </a:moveTo>
                  <a:lnTo>
                    <a:pt x="74" y="0"/>
                  </a:lnTo>
                  <a:lnTo>
                    <a:pt x="919" y="3665"/>
                  </a:lnTo>
                  <a:lnTo>
                    <a:pt x="1764" y="10037"/>
                  </a:lnTo>
                  <a:lnTo>
                    <a:pt x="2609" y="4763"/>
                  </a:lnTo>
                  <a:lnTo>
                    <a:pt x="3454" y="212"/>
                  </a:lnTo>
                  <a:lnTo>
                    <a:pt x="4299" y="12001"/>
                  </a:lnTo>
                  <a:lnTo>
                    <a:pt x="5144" y="9748"/>
                  </a:lnTo>
                  <a:lnTo>
                    <a:pt x="5197" y="3118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5583453" y="4181778"/>
              <a:ext cx="21214" cy="94384"/>
            </a:xfrm>
            <a:custGeom>
              <a:avLst/>
              <a:pathLst>
                <a:path w="21214" h="94384">
                  <a:moveTo>
                    <a:pt x="0" y="94384"/>
                  </a:moveTo>
                  <a:lnTo>
                    <a:pt x="24" y="84684"/>
                  </a:lnTo>
                  <a:lnTo>
                    <a:pt x="869" y="87699"/>
                  </a:lnTo>
                  <a:lnTo>
                    <a:pt x="1714" y="84936"/>
                  </a:lnTo>
                  <a:lnTo>
                    <a:pt x="2559" y="80116"/>
                  </a:lnTo>
                  <a:lnTo>
                    <a:pt x="3404" y="83269"/>
                  </a:lnTo>
                  <a:lnTo>
                    <a:pt x="4250" y="62604"/>
                  </a:lnTo>
                  <a:lnTo>
                    <a:pt x="5095" y="52478"/>
                  </a:lnTo>
                  <a:lnTo>
                    <a:pt x="5940" y="52056"/>
                  </a:lnTo>
                  <a:lnTo>
                    <a:pt x="6785" y="59677"/>
                  </a:lnTo>
                  <a:lnTo>
                    <a:pt x="7630" y="59390"/>
                  </a:lnTo>
                  <a:lnTo>
                    <a:pt x="8475" y="59771"/>
                  </a:lnTo>
                  <a:lnTo>
                    <a:pt x="9320" y="61532"/>
                  </a:lnTo>
                  <a:lnTo>
                    <a:pt x="10165" y="60137"/>
                  </a:lnTo>
                  <a:lnTo>
                    <a:pt x="11010" y="61998"/>
                  </a:lnTo>
                  <a:lnTo>
                    <a:pt x="11855" y="42988"/>
                  </a:lnTo>
                  <a:lnTo>
                    <a:pt x="12700" y="11393"/>
                  </a:lnTo>
                  <a:lnTo>
                    <a:pt x="13546" y="3844"/>
                  </a:lnTo>
                  <a:lnTo>
                    <a:pt x="14391" y="0"/>
                  </a:lnTo>
                  <a:lnTo>
                    <a:pt x="15236" y="18957"/>
                  </a:lnTo>
                  <a:lnTo>
                    <a:pt x="16081" y="20810"/>
                  </a:lnTo>
                  <a:lnTo>
                    <a:pt x="16926" y="27114"/>
                  </a:lnTo>
                  <a:lnTo>
                    <a:pt x="17771" y="51222"/>
                  </a:lnTo>
                  <a:lnTo>
                    <a:pt x="18616" y="52494"/>
                  </a:lnTo>
                  <a:lnTo>
                    <a:pt x="19461" y="66823"/>
                  </a:lnTo>
                  <a:lnTo>
                    <a:pt x="20306" y="70753"/>
                  </a:lnTo>
                  <a:lnTo>
                    <a:pt x="21151" y="68301"/>
                  </a:lnTo>
                  <a:lnTo>
                    <a:pt x="21214" y="943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l669"/>
            <p:cNvSpPr/>
            <p:nvPr/>
          </p:nvSpPr>
          <p:spPr>
            <a:xfrm>
              <a:off x="5606211" y="4230980"/>
              <a:ext cx="1032" cy="45182"/>
            </a:xfrm>
            <a:custGeom>
              <a:avLst/>
              <a:pathLst>
                <a:path w="1032" h="45182">
                  <a:moveTo>
                    <a:pt x="0" y="45182"/>
                  </a:moveTo>
                  <a:lnTo>
                    <a:pt x="83" y="9496"/>
                  </a:lnTo>
                  <a:lnTo>
                    <a:pt x="929" y="0"/>
                  </a:lnTo>
                  <a:lnTo>
                    <a:pt x="1032" y="451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5611285" y="4241881"/>
              <a:ext cx="9451" cy="34281"/>
            </a:xfrm>
            <a:custGeom>
              <a:avLst/>
              <a:pathLst>
                <a:path w="9451" h="34281">
                  <a:moveTo>
                    <a:pt x="0" y="34281"/>
                  </a:moveTo>
                  <a:lnTo>
                    <a:pt x="80" y="0"/>
                  </a:lnTo>
                  <a:lnTo>
                    <a:pt x="926" y="8741"/>
                  </a:lnTo>
                  <a:lnTo>
                    <a:pt x="1771" y="19536"/>
                  </a:lnTo>
                  <a:lnTo>
                    <a:pt x="2616" y="25639"/>
                  </a:lnTo>
                  <a:lnTo>
                    <a:pt x="3461" y="22070"/>
                  </a:lnTo>
                  <a:lnTo>
                    <a:pt x="4306" y="31790"/>
                  </a:lnTo>
                  <a:lnTo>
                    <a:pt x="5151" y="22913"/>
                  </a:lnTo>
                  <a:lnTo>
                    <a:pt x="5996" y="24136"/>
                  </a:lnTo>
                  <a:lnTo>
                    <a:pt x="6841" y="21387"/>
                  </a:lnTo>
                  <a:lnTo>
                    <a:pt x="7686" y="11232"/>
                  </a:lnTo>
                  <a:lnTo>
                    <a:pt x="8531" y="6377"/>
                  </a:lnTo>
                  <a:lnTo>
                    <a:pt x="9376" y="3140"/>
                  </a:lnTo>
                  <a:lnTo>
                    <a:pt x="9451" y="3428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5634155" y="4263315"/>
              <a:ext cx="5830" cy="12847"/>
            </a:xfrm>
            <a:custGeom>
              <a:avLst/>
              <a:pathLst>
                <a:path w="5830" h="12847">
                  <a:moveTo>
                    <a:pt x="0" y="12847"/>
                  </a:moveTo>
                  <a:lnTo>
                    <a:pt x="28" y="1736"/>
                  </a:lnTo>
                  <a:lnTo>
                    <a:pt x="873" y="0"/>
                  </a:lnTo>
                  <a:lnTo>
                    <a:pt x="1718" y="2978"/>
                  </a:lnTo>
                  <a:lnTo>
                    <a:pt x="2563" y="4126"/>
                  </a:lnTo>
                  <a:lnTo>
                    <a:pt x="3408" y="3767"/>
                  </a:lnTo>
                  <a:lnTo>
                    <a:pt x="4253" y="8061"/>
                  </a:lnTo>
                  <a:lnTo>
                    <a:pt x="5098" y="11296"/>
                  </a:lnTo>
                  <a:lnTo>
                    <a:pt x="5830" y="128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5658517" y="4124225"/>
              <a:ext cx="3823" cy="151937"/>
            </a:xfrm>
            <a:custGeom>
              <a:avLst/>
              <a:pathLst>
                <a:path w="3823" h="151937">
                  <a:moveTo>
                    <a:pt x="0" y="151937"/>
                  </a:moveTo>
                  <a:lnTo>
                    <a:pt x="174" y="67775"/>
                  </a:lnTo>
                  <a:lnTo>
                    <a:pt x="1019" y="24891"/>
                  </a:lnTo>
                  <a:lnTo>
                    <a:pt x="1864" y="16234"/>
                  </a:lnTo>
                  <a:lnTo>
                    <a:pt x="2709" y="0"/>
                  </a:lnTo>
                  <a:lnTo>
                    <a:pt x="3554" y="767"/>
                  </a:lnTo>
                  <a:lnTo>
                    <a:pt x="3823" y="15193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5663520" y="4146564"/>
              <a:ext cx="483" cy="129598"/>
            </a:xfrm>
            <a:custGeom>
              <a:avLst/>
              <a:pathLst>
                <a:path w="483" h="129598">
                  <a:moveTo>
                    <a:pt x="0" y="129598"/>
                  </a:moveTo>
                  <a:lnTo>
                    <a:pt x="241" y="0"/>
                  </a:lnTo>
                  <a:lnTo>
                    <a:pt x="483" y="12959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5672912" y="4208578"/>
              <a:ext cx="291" cy="67584"/>
            </a:xfrm>
            <a:custGeom>
              <a:avLst/>
              <a:pathLst>
                <a:path w="291" h="67584">
                  <a:moveTo>
                    <a:pt x="0" y="67584"/>
                  </a:moveTo>
                  <a:lnTo>
                    <a:pt x="145" y="0"/>
                  </a:lnTo>
                  <a:lnTo>
                    <a:pt x="291" y="675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5676389" y="4230688"/>
              <a:ext cx="3533" cy="45474"/>
            </a:xfrm>
            <a:custGeom>
              <a:avLst/>
              <a:pathLst>
                <a:path w="3533" h="45474">
                  <a:moveTo>
                    <a:pt x="0" y="45474"/>
                  </a:moveTo>
                  <a:lnTo>
                    <a:pt x="49" y="25543"/>
                  </a:lnTo>
                  <a:lnTo>
                    <a:pt x="894" y="20566"/>
                  </a:lnTo>
                  <a:lnTo>
                    <a:pt x="1739" y="19355"/>
                  </a:lnTo>
                  <a:lnTo>
                    <a:pt x="2584" y="14008"/>
                  </a:lnTo>
                  <a:lnTo>
                    <a:pt x="3429" y="0"/>
                  </a:lnTo>
                  <a:lnTo>
                    <a:pt x="3533" y="4547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5682251" y="4231525"/>
              <a:ext cx="9485" cy="44637"/>
            </a:xfrm>
            <a:custGeom>
              <a:avLst/>
              <a:pathLst>
                <a:path w="9485" h="44637">
                  <a:moveTo>
                    <a:pt x="0" y="44637"/>
                  </a:moveTo>
                  <a:lnTo>
                    <a:pt x="102" y="0"/>
                  </a:lnTo>
                  <a:lnTo>
                    <a:pt x="947" y="10722"/>
                  </a:lnTo>
                  <a:lnTo>
                    <a:pt x="1792" y="14039"/>
                  </a:lnTo>
                  <a:lnTo>
                    <a:pt x="2637" y="19932"/>
                  </a:lnTo>
                  <a:lnTo>
                    <a:pt x="3482" y="30150"/>
                  </a:lnTo>
                  <a:lnTo>
                    <a:pt x="4327" y="16961"/>
                  </a:lnTo>
                  <a:lnTo>
                    <a:pt x="5172" y="13440"/>
                  </a:lnTo>
                  <a:lnTo>
                    <a:pt x="6018" y="18437"/>
                  </a:lnTo>
                  <a:lnTo>
                    <a:pt x="6863" y="21205"/>
                  </a:lnTo>
                  <a:lnTo>
                    <a:pt x="7708" y="16516"/>
                  </a:lnTo>
                  <a:lnTo>
                    <a:pt x="8553" y="7894"/>
                  </a:lnTo>
                  <a:lnTo>
                    <a:pt x="9398" y="7570"/>
                  </a:lnTo>
                  <a:lnTo>
                    <a:pt x="9485" y="4463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5693236" y="4230800"/>
              <a:ext cx="207" cy="45362"/>
            </a:xfrm>
            <a:custGeom>
              <a:avLst/>
              <a:pathLst>
                <a:path w="207" h="45362">
                  <a:moveTo>
                    <a:pt x="0" y="45362"/>
                  </a:moveTo>
                  <a:lnTo>
                    <a:pt x="103" y="0"/>
                  </a:lnTo>
                  <a:lnTo>
                    <a:pt x="207" y="4536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l678"/>
            <p:cNvSpPr/>
            <p:nvPr/>
          </p:nvSpPr>
          <p:spPr>
            <a:xfrm>
              <a:off x="5696636" y="4240396"/>
              <a:ext cx="3529" cy="35766"/>
            </a:xfrm>
            <a:custGeom>
              <a:avLst/>
              <a:pathLst>
                <a:path w="3529" h="35766">
                  <a:moveTo>
                    <a:pt x="0" y="35766"/>
                  </a:moveTo>
                  <a:lnTo>
                    <a:pt x="84" y="0"/>
                  </a:lnTo>
                  <a:lnTo>
                    <a:pt x="929" y="2477"/>
                  </a:lnTo>
                  <a:lnTo>
                    <a:pt x="1774" y="6043"/>
                  </a:lnTo>
                  <a:lnTo>
                    <a:pt x="2619" y="3272"/>
                  </a:lnTo>
                  <a:lnTo>
                    <a:pt x="3464" y="8654"/>
                  </a:lnTo>
                  <a:lnTo>
                    <a:pt x="3529" y="357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5705095" y="4243904"/>
              <a:ext cx="153" cy="32258"/>
            </a:xfrm>
            <a:custGeom>
              <a:avLst/>
              <a:pathLst>
                <a:path w="153" h="32258">
                  <a:moveTo>
                    <a:pt x="0" y="32258"/>
                  </a:moveTo>
                  <a:lnTo>
                    <a:pt x="76" y="0"/>
                  </a:lnTo>
                  <a:lnTo>
                    <a:pt x="153" y="322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l680"/>
            <p:cNvSpPr/>
            <p:nvPr/>
          </p:nvSpPr>
          <p:spPr>
            <a:xfrm>
              <a:off x="5732826" y="4004573"/>
              <a:ext cx="7379" cy="271589"/>
            </a:xfrm>
            <a:custGeom>
              <a:avLst/>
              <a:pathLst>
                <a:path w="7379" h="271589">
                  <a:moveTo>
                    <a:pt x="0" y="271589"/>
                  </a:moveTo>
                  <a:lnTo>
                    <a:pt x="232" y="148466"/>
                  </a:lnTo>
                  <a:lnTo>
                    <a:pt x="1077" y="153657"/>
                  </a:lnTo>
                  <a:lnTo>
                    <a:pt x="1923" y="187559"/>
                  </a:lnTo>
                  <a:lnTo>
                    <a:pt x="2768" y="175956"/>
                  </a:lnTo>
                  <a:lnTo>
                    <a:pt x="3613" y="179266"/>
                  </a:lnTo>
                  <a:lnTo>
                    <a:pt x="4458" y="147244"/>
                  </a:lnTo>
                  <a:lnTo>
                    <a:pt x="5303" y="94929"/>
                  </a:lnTo>
                  <a:lnTo>
                    <a:pt x="6148" y="74552"/>
                  </a:lnTo>
                  <a:lnTo>
                    <a:pt x="6993" y="0"/>
                  </a:lnTo>
                  <a:lnTo>
                    <a:pt x="7379" y="27158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l681"/>
            <p:cNvSpPr/>
            <p:nvPr/>
          </p:nvSpPr>
          <p:spPr>
            <a:xfrm>
              <a:off x="5741190" y="4078845"/>
              <a:ext cx="1428" cy="197317"/>
            </a:xfrm>
            <a:custGeom>
              <a:avLst/>
              <a:pathLst>
                <a:path w="1428" h="197317">
                  <a:moveTo>
                    <a:pt x="0" y="197317"/>
                  </a:moveTo>
                  <a:lnTo>
                    <a:pt x="320" y="0"/>
                  </a:lnTo>
                  <a:lnTo>
                    <a:pt x="1165" y="50763"/>
                  </a:lnTo>
                  <a:lnTo>
                    <a:pt x="1428" y="19731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5757558" y="4271909"/>
              <a:ext cx="864" cy="4253"/>
            </a:xfrm>
            <a:custGeom>
              <a:avLst/>
              <a:pathLst>
                <a:path w="864" h="4253">
                  <a:moveTo>
                    <a:pt x="0" y="4253"/>
                  </a:moveTo>
                  <a:lnTo>
                    <a:pt x="8" y="801"/>
                  </a:lnTo>
                  <a:lnTo>
                    <a:pt x="854" y="0"/>
                  </a:lnTo>
                  <a:lnTo>
                    <a:pt x="864" y="42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l683"/>
            <p:cNvSpPr/>
            <p:nvPr/>
          </p:nvSpPr>
          <p:spPr>
            <a:xfrm>
              <a:off x="5760102" y="4271902"/>
              <a:ext cx="856" cy="4260"/>
            </a:xfrm>
            <a:custGeom>
              <a:avLst/>
              <a:pathLst>
                <a:path w="856" h="4260">
                  <a:moveTo>
                    <a:pt x="0" y="4260"/>
                  </a:moveTo>
                  <a:lnTo>
                    <a:pt x="0" y="4061"/>
                  </a:lnTo>
                  <a:lnTo>
                    <a:pt x="845" y="0"/>
                  </a:lnTo>
                  <a:lnTo>
                    <a:pt x="856" y="426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l684"/>
            <p:cNvSpPr/>
            <p:nvPr/>
          </p:nvSpPr>
          <p:spPr>
            <a:xfrm>
              <a:off x="5763448" y="4257122"/>
              <a:ext cx="1771" cy="19040"/>
            </a:xfrm>
            <a:custGeom>
              <a:avLst/>
              <a:pathLst>
                <a:path w="1771" h="19040">
                  <a:moveTo>
                    <a:pt x="0" y="19040"/>
                  </a:moveTo>
                  <a:lnTo>
                    <a:pt x="34" y="5456"/>
                  </a:lnTo>
                  <a:lnTo>
                    <a:pt x="879" y="5717"/>
                  </a:lnTo>
                  <a:lnTo>
                    <a:pt x="1724" y="0"/>
                  </a:lnTo>
                  <a:lnTo>
                    <a:pt x="1771" y="1904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l685"/>
            <p:cNvSpPr/>
            <p:nvPr/>
          </p:nvSpPr>
          <p:spPr>
            <a:xfrm>
              <a:off x="5768397" y="4175634"/>
              <a:ext cx="1201" cy="100529"/>
            </a:xfrm>
            <a:custGeom>
              <a:avLst/>
              <a:pathLst>
                <a:path w="1201" h="100529">
                  <a:moveTo>
                    <a:pt x="0" y="100529"/>
                  </a:moveTo>
                  <a:lnTo>
                    <a:pt x="155" y="27370"/>
                  </a:lnTo>
                  <a:lnTo>
                    <a:pt x="1000" y="0"/>
                  </a:lnTo>
                  <a:lnTo>
                    <a:pt x="1201" y="10052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l686"/>
            <p:cNvSpPr/>
            <p:nvPr/>
          </p:nvSpPr>
          <p:spPr>
            <a:xfrm>
              <a:off x="5770977" y="4220492"/>
              <a:ext cx="5280" cy="55670"/>
            </a:xfrm>
            <a:custGeom>
              <a:avLst/>
              <a:pathLst>
                <a:path w="5280" h="55670">
                  <a:moveTo>
                    <a:pt x="0" y="55670"/>
                  </a:moveTo>
                  <a:lnTo>
                    <a:pt x="111" y="6724"/>
                  </a:lnTo>
                  <a:lnTo>
                    <a:pt x="956" y="17487"/>
                  </a:lnTo>
                  <a:lnTo>
                    <a:pt x="1801" y="2911"/>
                  </a:lnTo>
                  <a:lnTo>
                    <a:pt x="2646" y="14135"/>
                  </a:lnTo>
                  <a:lnTo>
                    <a:pt x="3491" y="0"/>
                  </a:lnTo>
                  <a:lnTo>
                    <a:pt x="4336" y="14174"/>
                  </a:lnTo>
                  <a:lnTo>
                    <a:pt x="5181" y="12615"/>
                  </a:lnTo>
                  <a:lnTo>
                    <a:pt x="5280" y="5567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l687"/>
            <p:cNvSpPr/>
            <p:nvPr/>
          </p:nvSpPr>
          <p:spPr>
            <a:xfrm>
              <a:off x="5779444" y="4232221"/>
              <a:ext cx="1885" cy="43941"/>
            </a:xfrm>
            <a:custGeom>
              <a:avLst/>
              <a:pathLst>
                <a:path w="1885" h="43941">
                  <a:moveTo>
                    <a:pt x="0" y="43941"/>
                  </a:moveTo>
                  <a:lnTo>
                    <a:pt x="94" y="3086"/>
                  </a:lnTo>
                  <a:lnTo>
                    <a:pt x="939" y="10376"/>
                  </a:lnTo>
                  <a:lnTo>
                    <a:pt x="1784" y="0"/>
                  </a:lnTo>
                  <a:lnTo>
                    <a:pt x="1885" y="4394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l688"/>
            <p:cNvSpPr/>
            <p:nvPr/>
          </p:nvSpPr>
          <p:spPr>
            <a:xfrm>
              <a:off x="5783600" y="4197749"/>
              <a:ext cx="329" cy="78413"/>
            </a:xfrm>
            <a:custGeom>
              <a:avLst/>
              <a:pathLst>
                <a:path w="329" h="78413">
                  <a:moveTo>
                    <a:pt x="0" y="78413"/>
                  </a:moveTo>
                  <a:lnTo>
                    <a:pt x="164" y="0"/>
                  </a:lnTo>
                  <a:lnTo>
                    <a:pt x="329" y="784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l689"/>
            <p:cNvSpPr/>
            <p:nvPr/>
          </p:nvSpPr>
          <p:spPr>
            <a:xfrm>
              <a:off x="5788747" y="4224013"/>
              <a:ext cx="9465" cy="52149"/>
            </a:xfrm>
            <a:custGeom>
              <a:avLst/>
              <a:pathLst>
                <a:path w="9465" h="52149">
                  <a:moveTo>
                    <a:pt x="0" y="52149"/>
                  </a:moveTo>
                  <a:lnTo>
                    <a:pt x="88" y="14492"/>
                  </a:lnTo>
                  <a:lnTo>
                    <a:pt x="933" y="16180"/>
                  </a:lnTo>
                  <a:lnTo>
                    <a:pt x="1778" y="0"/>
                  </a:lnTo>
                  <a:lnTo>
                    <a:pt x="2623" y="10581"/>
                  </a:lnTo>
                  <a:lnTo>
                    <a:pt x="3468" y="18317"/>
                  </a:lnTo>
                  <a:lnTo>
                    <a:pt x="4313" y="19253"/>
                  </a:lnTo>
                  <a:lnTo>
                    <a:pt x="5158" y="26297"/>
                  </a:lnTo>
                  <a:lnTo>
                    <a:pt x="6003" y="20164"/>
                  </a:lnTo>
                  <a:lnTo>
                    <a:pt x="6848" y="31956"/>
                  </a:lnTo>
                  <a:lnTo>
                    <a:pt x="7693" y="26787"/>
                  </a:lnTo>
                  <a:lnTo>
                    <a:pt x="8539" y="21758"/>
                  </a:lnTo>
                  <a:lnTo>
                    <a:pt x="9384" y="17741"/>
                  </a:lnTo>
                  <a:lnTo>
                    <a:pt x="9465" y="5214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l690"/>
            <p:cNvSpPr/>
            <p:nvPr/>
          </p:nvSpPr>
          <p:spPr>
            <a:xfrm>
              <a:off x="5799770" y="4140766"/>
              <a:ext cx="17175" cy="135396"/>
            </a:xfrm>
            <a:custGeom>
              <a:avLst/>
              <a:pathLst>
                <a:path w="17175" h="135396">
                  <a:moveTo>
                    <a:pt x="0" y="135396"/>
                  </a:moveTo>
                  <a:lnTo>
                    <a:pt x="51" y="114522"/>
                  </a:lnTo>
                  <a:lnTo>
                    <a:pt x="896" y="121386"/>
                  </a:lnTo>
                  <a:lnTo>
                    <a:pt x="1741" y="125346"/>
                  </a:lnTo>
                  <a:lnTo>
                    <a:pt x="2586" y="129353"/>
                  </a:lnTo>
                  <a:lnTo>
                    <a:pt x="3431" y="121452"/>
                  </a:lnTo>
                  <a:lnTo>
                    <a:pt x="4276" y="124073"/>
                  </a:lnTo>
                  <a:lnTo>
                    <a:pt x="5121" y="120103"/>
                  </a:lnTo>
                  <a:lnTo>
                    <a:pt x="5966" y="110285"/>
                  </a:lnTo>
                  <a:lnTo>
                    <a:pt x="6811" y="108585"/>
                  </a:lnTo>
                  <a:lnTo>
                    <a:pt x="7657" y="88537"/>
                  </a:lnTo>
                  <a:lnTo>
                    <a:pt x="8502" y="92786"/>
                  </a:lnTo>
                  <a:lnTo>
                    <a:pt x="9347" y="82762"/>
                  </a:lnTo>
                  <a:lnTo>
                    <a:pt x="10192" y="46600"/>
                  </a:lnTo>
                  <a:lnTo>
                    <a:pt x="11037" y="0"/>
                  </a:lnTo>
                  <a:lnTo>
                    <a:pt x="11882" y="45999"/>
                  </a:lnTo>
                  <a:lnTo>
                    <a:pt x="12727" y="74042"/>
                  </a:lnTo>
                  <a:lnTo>
                    <a:pt x="13572" y="72077"/>
                  </a:lnTo>
                  <a:lnTo>
                    <a:pt x="14417" y="53115"/>
                  </a:lnTo>
                  <a:lnTo>
                    <a:pt x="15262" y="62420"/>
                  </a:lnTo>
                  <a:lnTo>
                    <a:pt x="16107" y="45576"/>
                  </a:lnTo>
                  <a:lnTo>
                    <a:pt x="16953" y="19682"/>
                  </a:lnTo>
                  <a:lnTo>
                    <a:pt x="17175" y="13539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5819074" y="4134498"/>
              <a:ext cx="17973" cy="141664"/>
            </a:xfrm>
            <a:custGeom>
              <a:avLst/>
              <a:pathLst>
                <a:path w="17973" h="141664">
                  <a:moveTo>
                    <a:pt x="0" y="141664"/>
                  </a:moveTo>
                  <a:lnTo>
                    <a:pt x="184" y="51046"/>
                  </a:lnTo>
                  <a:lnTo>
                    <a:pt x="1029" y="62198"/>
                  </a:lnTo>
                  <a:lnTo>
                    <a:pt x="1875" y="59526"/>
                  </a:lnTo>
                  <a:lnTo>
                    <a:pt x="2720" y="57709"/>
                  </a:lnTo>
                  <a:lnTo>
                    <a:pt x="3565" y="50315"/>
                  </a:lnTo>
                  <a:lnTo>
                    <a:pt x="4410" y="39999"/>
                  </a:lnTo>
                  <a:lnTo>
                    <a:pt x="5255" y="32212"/>
                  </a:lnTo>
                  <a:lnTo>
                    <a:pt x="6100" y="0"/>
                  </a:lnTo>
                  <a:lnTo>
                    <a:pt x="6945" y="72916"/>
                  </a:lnTo>
                  <a:lnTo>
                    <a:pt x="7790" y="87680"/>
                  </a:lnTo>
                  <a:lnTo>
                    <a:pt x="8635" y="116131"/>
                  </a:lnTo>
                  <a:lnTo>
                    <a:pt x="9480" y="104440"/>
                  </a:lnTo>
                  <a:lnTo>
                    <a:pt x="10325" y="112571"/>
                  </a:lnTo>
                  <a:lnTo>
                    <a:pt x="11171" y="118930"/>
                  </a:lnTo>
                  <a:lnTo>
                    <a:pt x="12016" y="119086"/>
                  </a:lnTo>
                  <a:lnTo>
                    <a:pt x="12861" y="126675"/>
                  </a:lnTo>
                  <a:lnTo>
                    <a:pt x="13706" y="118286"/>
                  </a:lnTo>
                  <a:lnTo>
                    <a:pt x="14551" y="126235"/>
                  </a:lnTo>
                  <a:lnTo>
                    <a:pt x="15396" y="121403"/>
                  </a:lnTo>
                  <a:lnTo>
                    <a:pt x="16241" y="125032"/>
                  </a:lnTo>
                  <a:lnTo>
                    <a:pt x="17086" y="124603"/>
                  </a:lnTo>
                  <a:lnTo>
                    <a:pt x="17931" y="124679"/>
                  </a:lnTo>
                  <a:lnTo>
                    <a:pt x="17973" y="1416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5844564" y="4256986"/>
              <a:ext cx="930" cy="19176"/>
            </a:xfrm>
            <a:custGeom>
              <a:avLst/>
              <a:pathLst>
                <a:path w="930" h="19176">
                  <a:moveTo>
                    <a:pt x="0" y="19176"/>
                  </a:moveTo>
                  <a:lnTo>
                    <a:pt x="47" y="0"/>
                  </a:lnTo>
                  <a:lnTo>
                    <a:pt x="892" y="3693"/>
                  </a:lnTo>
                  <a:lnTo>
                    <a:pt x="930" y="191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5847094" y="4234448"/>
              <a:ext cx="3529" cy="41714"/>
            </a:xfrm>
            <a:custGeom>
              <a:avLst/>
              <a:pathLst>
                <a:path w="3529" h="41714">
                  <a:moveTo>
                    <a:pt x="0" y="41714"/>
                  </a:moveTo>
                  <a:lnTo>
                    <a:pt x="52" y="20161"/>
                  </a:lnTo>
                  <a:lnTo>
                    <a:pt x="897" y="26520"/>
                  </a:lnTo>
                  <a:lnTo>
                    <a:pt x="1742" y="20545"/>
                  </a:lnTo>
                  <a:lnTo>
                    <a:pt x="2588" y="12156"/>
                  </a:lnTo>
                  <a:lnTo>
                    <a:pt x="3433" y="0"/>
                  </a:lnTo>
                  <a:lnTo>
                    <a:pt x="3529" y="4171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5855563" y="4262571"/>
              <a:ext cx="905" cy="13592"/>
            </a:xfrm>
            <a:custGeom>
              <a:avLst/>
              <a:pathLst>
                <a:path w="905" h="13592">
                  <a:moveTo>
                    <a:pt x="0" y="13592"/>
                  </a:moveTo>
                  <a:lnTo>
                    <a:pt x="34" y="0"/>
                  </a:lnTo>
                  <a:lnTo>
                    <a:pt x="879" y="3054"/>
                  </a:lnTo>
                  <a:lnTo>
                    <a:pt x="905" y="1359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5858930" y="4220435"/>
              <a:ext cx="11931" cy="55727"/>
            </a:xfrm>
            <a:custGeom>
              <a:avLst/>
              <a:pathLst>
                <a:path w="11931" h="55727">
                  <a:moveTo>
                    <a:pt x="0" y="55727"/>
                  </a:moveTo>
                  <a:lnTo>
                    <a:pt x="48" y="36096"/>
                  </a:lnTo>
                  <a:lnTo>
                    <a:pt x="893" y="44755"/>
                  </a:lnTo>
                  <a:lnTo>
                    <a:pt x="1738" y="44057"/>
                  </a:lnTo>
                  <a:lnTo>
                    <a:pt x="2583" y="46653"/>
                  </a:lnTo>
                  <a:lnTo>
                    <a:pt x="3428" y="42365"/>
                  </a:lnTo>
                  <a:lnTo>
                    <a:pt x="4273" y="34974"/>
                  </a:lnTo>
                  <a:lnTo>
                    <a:pt x="5118" y="29683"/>
                  </a:lnTo>
                  <a:lnTo>
                    <a:pt x="5963" y="18573"/>
                  </a:lnTo>
                  <a:lnTo>
                    <a:pt x="6809" y="0"/>
                  </a:lnTo>
                  <a:lnTo>
                    <a:pt x="7654" y="617"/>
                  </a:lnTo>
                  <a:lnTo>
                    <a:pt x="8499" y="13143"/>
                  </a:lnTo>
                  <a:lnTo>
                    <a:pt x="9344" y="21216"/>
                  </a:lnTo>
                  <a:lnTo>
                    <a:pt x="10189" y="26195"/>
                  </a:lnTo>
                  <a:lnTo>
                    <a:pt x="11034" y="26670"/>
                  </a:lnTo>
                  <a:lnTo>
                    <a:pt x="11879" y="34754"/>
                  </a:lnTo>
                  <a:lnTo>
                    <a:pt x="11931" y="5572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5872441" y="4235183"/>
              <a:ext cx="7759" cy="40979"/>
            </a:xfrm>
            <a:custGeom>
              <a:avLst/>
              <a:pathLst>
                <a:path w="7759" h="40979">
                  <a:moveTo>
                    <a:pt x="0" y="40979"/>
                  </a:moveTo>
                  <a:lnTo>
                    <a:pt x="58" y="16912"/>
                  </a:lnTo>
                  <a:lnTo>
                    <a:pt x="903" y="6599"/>
                  </a:lnTo>
                  <a:lnTo>
                    <a:pt x="1748" y="15979"/>
                  </a:lnTo>
                  <a:lnTo>
                    <a:pt x="2593" y="22979"/>
                  </a:lnTo>
                  <a:lnTo>
                    <a:pt x="3438" y="27844"/>
                  </a:lnTo>
                  <a:lnTo>
                    <a:pt x="4283" y="14321"/>
                  </a:lnTo>
                  <a:lnTo>
                    <a:pt x="5129" y="11892"/>
                  </a:lnTo>
                  <a:lnTo>
                    <a:pt x="5974" y="2245"/>
                  </a:lnTo>
                  <a:lnTo>
                    <a:pt x="6819" y="4791"/>
                  </a:lnTo>
                  <a:lnTo>
                    <a:pt x="7664" y="0"/>
                  </a:lnTo>
                  <a:lnTo>
                    <a:pt x="7759" y="4097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5882553" y="4238832"/>
              <a:ext cx="960" cy="37330"/>
            </a:xfrm>
            <a:custGeom>
              <a:avLst/>
              <a:pathLst>
                <a:path w="960" h="37330">
                  <a:moveTo>
                    <a:pt x="0" y="37330"/>
                  </a:moveTo>
                  <a:lnTo>
                    <a:pt x="87" y="0"/>
                  </a:lnTo>
                  <a:lnTo>
                    <a:pt x="932" y="26079"/>
                  </a:lnTo>
                  <a:lnTo>
                    <a:pt x="960" y="373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5885119" y="4252764"/>
              <a:ext cx="113" cy="23398"/>
            </a:xfrm>
            <a:custGeom>
              <a:avLst/>
              <a:pathLst>
                <a:path w="113" h="23398">
                  <a:moveTo>
                    <a:pt x="0" y="23398"/>
                  </a:moveTo>
                  <a:lnTo>
                    <a:pt x="56" y="0"/>
                  </a:lnTo>
                  <a:lnTo>
                    <a:pt x="113" y="2339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l699"/>
            <p:cNvSpPr/>
            <p:nvPr/>
          </p:nvSpPr>
          <p:spPr>
            <a:xfrm>
              <a:off x="5886843" y="4207083"/>
              <a:ext cx="7726" cy="69079"/>
            </a:xfrm>
            <a:custGeom>
              <a:avLst/>
              <a:pathLst>
                <a:path w="7726" h="69079">
                  <a:moveTo>
                    <a:pt x="0" y="69079"/>
                  </a:moveTo>
                  <a:lnTo>
                    <a:pt x="23" y="59889"/>
                  </a:lnTo>
                  <a:lnTo>
                    <a:pt x="868" y="55189"/>
                  </a:lnTo>
                  <a:lnTo>
                    <a:pt x="1713" y="54163"/>
                  </a:lnTo>
                  <a:lnTo>
                    <a:pt x="2558" y="41080"/>
                  </a:lnTo>
                  <a:lnTo>
                    <a:pt x="3403" y="29427"/>
                  </a:lnTo>
                  <a:lnTo>
                    <a:pt x="4248" y="38319"/>
                  </a:lnTo>
                  <a:lnTo>
                    <a:pt x="5093" y="24079"/>
                  </a:lnTo>
                  <a:lnTo>
                    <a:pt x="5938" y="0"/>
                  </a:lnTo>
                  <a:lnTo>
                    <a:pt x="6784" y="15396"/>
                  </a:lnTo>
                  <a:lnTo>
                    <a:pt x="7629" y="27004"/>
                  </a:lnTo>
                  <a:lnTo>
                    <a:pt x="7726" y="6907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l700"/>
            <p:cNvSpPr/>
            <p:nvPr/>
          </p:nvSpPr>
          <p:spPr>
            <a:xfrm>
              <a:off x="5896101" y="4244360"/>
              <a:ext cx="2661" cy="31802"/>
            </a:xfrm>
            <a:custGeom>
              <a:avLst/>
              <a:pathLst>
                <a:path w="2661" h="31802">
                  <a:moveTo>
                    <a:pt x="0" y="31802"/>
                  </a:moveTo>
                  <a:lnTo>
                    <a:pt x="60" y="6872"/>
                  </a:lnTo>
                  <a:lnTo>
                    <a:pt x="905" y="0"/>
                  </a:lnTo>
                  <a:lnTo>
                    <a:pt x="1750" y="3131"/>
                  </a:lnTo>
                  <a:lnTo>
                    <a:pt x="2595" y="4659"/>
                  </a:lnTo>
                  <a:lnTo>
                    <a:pt x="2661" y="318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l701"/>
            <p:cNvSpPr/>
            <p:nvPr/>
          </p:nvSpPr>
          <p:spPr>
            <a:xfrm>
              <a:off x="5902858" y="4205310"/>
              <a:ext cx="6941" cy="70852"/>
            </a:xfrm>
            <a:custGeom>
              <a:avLst/>
              <a:pathLst>
                <a:path w="6941" h="70852">
                  <a:moveTo>
                    <a:pt x="0" y="70852"/>
                  </a:moveTo>
                  <a:lnTo>
                    <a:pt x="64" y="43924"/>
                  </a:lnTo>
                  <a:lnTo>
                    <a:pt x="910" y="30165"/>
                  </a:lnTo>
                  <a:lnTo>
                    <a:pt x="1755" y="28859"/>
                  </a:lnTo>
                  <a:lnTo>
                    <a:pt x="2600" y="15354"/>
                  </a:lnTo>
                  <a:lnTo>
                    <a:pt x="3445" y="0"/>
                  </a:lnTo>
                  <a:lnTo>
                    <a:pt x="4290" y="13343"/>
                  </a:lnTo>
                  <a:lnTo>
                    <a:pt x="5135" y="7927"/>
                  </a:lnTo>
                  <a:lnTo>
                    <a:pt x="5980" y="11905"/>
                  </a:lnTo>
                  <a:lnTo>
                    <a:pt x="6825" y="19616"/>
                  </a:lnTo>
                  <a:lnTo>
                    <a:pt x="6941" y="7085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l702"/>
            <p:cNvSpPr/>
            <p:nvPr/>
          </p:nvSpPr>
          <p:spPr>
            <a:xfrm>
              <a:off x="5915501" y="4208597"/>
              <a:ext cx="5314" cy="67565"/>
            </a:xfrm>
            <a:custGeom>
              <a:avLst/>
              <a:pathLst>
                <a:path w="5314" h="67565">
                  <a:moveTo>
                    <a:pt x="0" y="67565"/>
                  </a:moveTo>
                  <a:lnTo>
                    <a:pt x="98" y="25037"/>
                  </a:lnTo>
                  <a:lnTo>
                    <a:pt x="943" y="27478"/>
                  </a:lnTo>
                  <a:lnTo>
                    <a:pt x="1788" y="36854"/>
                  </a:lnTo>
                  <a:lnTo>
                    <a:pt x="2633" y="37980"/>
                  </a:lnTo>
                  <a:lnTo>
                    <a:pt x="3478" y="23656"/>
                  </a:lnTo>
                  <a:lnTo>
                    <a:pt x="4323" y="28411"/>
                  </a:lnTo>
                  <a:lnTo>
                    <a:pt x="5168" y="0"/>
                  </a:lnTo>
                  <a:lnTo>
                    <a:pt x="5314" y="675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l703"/>
            <p:cNvSpPr/>
            <p:nvPr/>
          </p:nvSpPr>
          <p:spPr>
            <a:xfrm>
              <a:off x="5923098" y="4229461"/>
              <a:ext cx="213" cy="46701"/>
            </a:xfrm>
            <a:custGeom>
              <a:avLst/>
              <a:pathLst>
                <a:path w="213" h="46701">
                  <a:moveTo>
                    <a:pt x="0" y="46701"/>
                  </a:moveTo>
                  <a:lnTo>
                    <a:pt x="106" y="0"/>
                  </a:lnTo>
                  <a:lnTo>
                    <a:pt x="213" y="4670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l704"/>
            <p:cNvSpPr/>
            <p:nvPr/>
          </p:nvSpPr>
          <p:spPr>
            <a:xfrm>
              <a:off x="5924795" y="4232645"/>
              <a:ext cx="2708" cy="43517"/>
            </a:xfrm>
            <a:custGeom>
              <a:avLst/>
              <a:pathLst>
                <a:path w="2708" h="43517">
                  <a:moveTo>
                    <a:pt x="0" y="43517"/>
                  </a:moveTo>
                  <a:lnTo>
                    <a:pt x="100" y="0"/>
                  </a:lnTo>
                  <a:lnTo>
                    <a:pt x="945" y="4609"/>
                  </a:lnTo>
                  <a:lnTo>
                    <a:pt x="1790" y="9299"/>
                  </a:lnTo>
                  <a:lnTo>
                    <a:pt x="2635" y="12947"/>
                  </a:lnTo>
                  <a:lnTo>
                    <a:pt x="2708" y="4351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l705"/>
            <p:cNvSpPr/>
            <p:nvPr/>
          </p:nvSpPr>
          <p:spPr>
            <a:xfrm>
              <a:off x="5928984" y="4214020"/>
              <a:ext cx="2783" cy="62142"/>
            </a:xfrm>
            <a:custGeom>
              <a:avLst/>
              <a:pathLst>
                <a:path w="2783" h="62142">
                  <a:moveTo>
                    <a:pt x="0" y="62142"/>
                  </a:moveTo>
                  <a:lnTo>
                    <a:pt x="136" y="0"/>
                  </a:lnTo>
                  <a:lnTo>
                    <a:pt x="981" y="4046"/>
                  </a:lnTo>
                  <a:lnTo>
                    <a:pt x="1826" y="15240"/>
                  </a:lnTo>
                  <a:lnTo>
                    <a:pt x="2671" y="12836"/>
                  </a:lnTo>
                  <a:lnTo>
                    <a:pt x="2783" y="621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l706"/>
            <p:cNvSpPr/>
            <p:nvPr/>
          </p:nvSpPr>
          <p:spPr>
            <a:xfrm>
              <a:off x="5934030" y="4199940"/>
              <a:ext cx="6213" cy="76222"/>
            </a:xfrm>
            <a:custGeom>
              <a:avLst/>
              <a:pathLst>
                <a:path w="6213" h="76222">
                  <a:moveTo>
                    <a:pt x="0" y="76222"/>
                  </a:moveTo>
                  <a:lnTo>
                    <a:pt x="161" y="0"/>
                  </a:lnTo>
                  <a:lnTo>
                    <a:pt x="1006" y="18199"/>
                  </a:lnTo>
                  <a:lnTo>
                    <a:pt x="1851" y="16256"/>
                  </a:lnTo>
                  <a:lnTo>
                    <a:pt x="2696" y="4486"/>
                  </a:lnTo>
                  <a:lnTo>
                    <a:pt x="3541" y="5272"/>
                  </a:lnTo>
                  <a:lnTo>
                    <a:pt x="4386" y="6378"/>
                  </a:lnTo>
                  <a:lnTo>
                    <a:pt x="5231" y="20099"/>
                  </a:lnTo>
                  <a:lnTo>
                    <a:pt x="6076" y="13827"/>
                  </a:lnTo>
                  <a:lnTo>
                    <a:pt x="6213" y="762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l707"/>
            <p:cNvSpPr/>
            <p:nvPr/>
          </p:nvSpPr>
          <p:spPr>
            <a:xfrm>
              <a:off x="5942444" y="4177048"/>
              <a:ext cx="18924" cy="99114"/>
            </a:xfrm>
            <a:custGeom>
              <a:avLst/>
              <a:pathLst>
                <a:path w="18924" h="99114">
                  <a:moveTo>
                    <a:pt x="0" y="99114"/>
                  </a:moveTo>
                  <a:lnTo>
                    <a:pt x="198" y="0"/>
                  </a:lnTo>
                  <a:lnTo>
                    <a:pt x="1043" y="15048"/>
                  </a:lnTo>
                  <a:lnTo>
                    <a:pt x="1888" y="21757"/>
                  </a:lnTo>
                  <a:lnTo>
                    <a:pt x="2733" y="44568"/>
                  </a:lnTo>
                  <a:lnTo>
                    <a:pt x="3578" y="54880"/>
                  </a:lnTo>
                  <a:lnTo>
                    <a:pt x="4423" y="63778"/>
                  </a:lnTo>
                  <a:lnTo>
                    <a:pt x="5268" y="60510"/>
                  </a:lnTo>
                  <a:lnTo>
                    <a:pt x="6113" y="38328"/>
                  </a:lnTo>
                  <a:lnTo>
                    <a:pt x="6958" y="35894"/>
                  </a:lnTo>
                  <a:lnTo>
                    <a:pt x="7803" y="22846"/>
                  </a:lnTo>
                  <a:lnTo>
                    <a:pt x="8649" y="43089"/>
                  </a:lnTo>
                  <a:lnTo>
                    <a:pt x="9494" y="60414"/>
                  </a:lnTo>
                  <a:lnTo>
                    <a:pt x="10339" y="30913"/>
                  </a:lnTo>
                  <a:lnTo>
                    <a:pt x="11184" y="42682"/>
                  </a:lnTo>
                  <a:lnTo>
                    <a:pt x="12029" y="24148"/>
                  </a:lnTo>
                  <a:lnTo>
                    <a:pt x="12874" y="24803"/>
                  </a:lnTo>
                  <a:lnTo>
                    <a:pt x="13719" y="41481"/>
                  </a:lnTo>
                  <a:lnTo>
                    <a:pt x="14564" y="45984"/>
                  </a:lnTo>
                  <a:lnTo>
                    <a:pt x="15409" y="63605"/>
                  </a:lnTo>
                  <a:lnTo>
                    <a:pt x="16254" y="63681"/>
                  </a:lnTo>
                  <a:lnTo>
                    <a:pt x="17099" y="74674"/>
                  </a:lnTo>
                  <a:lnTo>
                    <a:pt x="17945" y="68963"/>
                  </a:lnTo>
                  <a:lnTo>
                    <a:pt x="18790" y="37806"/>
                  </a:lnTo>
                  <a:lnTo>
                    <a:pt x="18924" y="9911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l708"/>
            <p:cNvSpPr/>
            <p:nvPr/>
          </p:nvSpPr>
          <p:spPr>
            <a:xfrm>
              <a:off x="5962782" y="4210499"/>
              <a:ext cx="5272" cy="65663"/>
            </a:xfrm>
            <a:custGeom>
              <a:avLst/>
              <a:pathLst>
                <a:path w="5272" h="65663">
                  <a:moveTo>
                    <a:pt x="0" y="65663"/>
                  </a:moveTo>
                  <a:lnTo>
                    <a:pt x="142" y="0"/>
                  </a:lnTo>
                  <a:lnTo>
                    <a:pt x="987" y="14968"/>
                  </a:lnTo>
                  <a:lnTo>
                    <a:pt x="1832" y="22858"/>
                  </a:lnTo>
                  <a:lnTo>
                    <a:pt x="2677" y="30869"/>
                  </a:lnTo>
                  <a:lnTo>
                    <a:pt x="3522" y="37793"/>
                  </a:lnTo>
                  <a:lnTo>
                    <a:pt x="4368" y="42681"/>
                  </a:lnTo>
                  <a:lnTo>
                    <a:pt x="5213" y="41235"/>
                  </a:lnTo>
                  <a:lnTo>
                    <a:pt x="5272" y="6566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l709"/>
            <p:cNvSpPr/>
            <p:nvPr/>
          </p:nvSpPr>
          <p:spPr>
            <a:xfrm>
              <a:off x="5969609" y="4119509"/>
              <a:ext cx="28052" cy="156653"/>
            </a:xfrm>
            <a:custGeom>
              <a:avLst/>
              <a:pathLst>
                <a:path w="28052" h="156653">
                  <a:moveTo>
                    <a:pt x="0" y="156653"/>
                  </a:moveTo>
                  <a:lnTo>
                    <a:pt x="76" y="124587"/>
                  </a:lnTo>
                  <a:lnTo>
                    <a:pt x="921" y="109507"/>
                  </a:lnTo>
                  <a:lnTo>
                    <a:pt x="1766" y="104106"/>
                  </a:lnTo>
                  <a:lnTo>
                    <a:pt x="2611" y="84747"/>
                  </a:lnTo>
                  <a:lnTo>
                    <a:pt x="3456" y="99877"/>
                  </a:lnTo>
                  <a:lnTo>
                    <a:pt x="4301" y="101718"/>
                  </a:lnTo>
                  <a:lnTo>
                    <a:pt x="5146" y="79317"/>
                  </a:lnTo>
                  <a:lnTo>
                    <a:pt x="5991" y="90160"/>
                  </a:lnTo>
                  <a:lnTo>
                    <a:pt x="6836" y="89860"/>
                  </a:lnTo>
                  <a:lnTo>
                    <a:pt x="7682" y="67306"/>
                  </a:lnTo>
                  <a:lnTo>
                    <a:pt x="8527" y="79348"/>
                  </a:lnTo>
                  <a:lnTo>
                    <a:pt x="9372" y="73452"/>
                  </a:lnTo>
                  <a:lnTo>
                    <a:pt x="10217" y="83963"/>
                  </a:lnTo>
                  <a:lnTo>
                    <a:pt x="11062" y="95552"/>
                  </a:lnTo>
                  <a:lnTo>
                    <a:pt x="11907" y="77474"/>
                  </a:lnTo>
                  <a:lnTo>
                    <a:pt x="12752" y="44974"/>
                  </a:lnTo>
                  <a:lnTo>
                    <a:pt x="13597" y="0"/>
                  </a:lnTo>
                  <a:lnTo>
                    <a:pt x="14442" y="30643"/>
                  </a:lnTo>
                  <a:lnTo>
                    <a:pt x="15287" y="73562"/>
                  </a:lnTo>
                  <a:lnTo>
                    <a:pt x="16132" y="61487"/>
                  </a:lnTo>
                  <a:lnTo>
                    <a:pt x="16978" y="56698"/>
                  </a:lnTo>
                  <a:lnTo>
                    <a:pt x="17823" y="79749"/>
                  </a:lnTo>
                  <a:lnTo>
                    <a:pt x="18668" y="93700"/>
                  </a:lnTo>
                  <a:lnTo>
                    <a:pt x="19513" y="108300"/>
                  </a:lnTo>
                  <a:lnTo>
                    <a:pt x="20358" y="110163"/>
                  </a:lnTo>
                  <a:lnTo>
                    <a:pt x="21203" y="117618"/>
                  </a:lnTo>
                  <a:lnTo>
                    <a:pt x="22048" y="120470"/>
                  </a:lnTo>
                  <a:lnTo>
                    <a:pt x="22893" y="126284"/>
                  </a:lnTo>
                  <a:lnTo>
                    <a:pt x="23738" y="128712"/>
                  </a:lnTo>
                  <a:lnTo>
                    <a:pt x="24583" y="132666"/>
                  </a:lnTo>
                  <a:lnTo>
                    <a:pt x="25428" y="131801"/>
                  </a:lnTo>
                  <a:lnTo>
                    <a:pt x="26274" y="135982"/>
                  </a:lnTo>
                  <a:lnTo>
                    <a:pt x="27119" y="129695"/>
                  </a:lnTo>
                  <a:lnTo>
                    <a:pt x="27964" y="118944"/>
                  </a:lnTo>
                  <a:lnTo>
                    <a:pt x="28052" y="1566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l710"/>
            <p:cNvSpPr/>
            <p:nvPr/>
          </p:nvSpPr>
          <p:spPr>
            <a:xfrm>
              <a:off x="5999182" y="4195718"/>
              <a:ext cx="28982" cy="80444"/>
            </a:xfrm>
            <a:custGeom>
              <a:avLst/>
              <a:pathLst>
                <a:path w="28982" h="80444">
                  <a:moveTo>
                    <a:pt x="0" y="80444"/>
                  </a:moveTo>
                  <a:lnTo>
                    <a:pt x="80" y="46223"/>
                  </a:lnTo>
                  <a:lnTo>
                    <a:pt x="925" y="56662"/>
                  </a:lnTo>
                  <a:lnTo>
                    <a:pt x="1771" y="51820"/>
                  </a:lnTo>
                  <a:lnTo>
                    <a:pt x="2616" y="45360"/>
                  </a:lnTo>
                  <a:lnTo>
                    <a:pt x="3461" y="44966"/>
                  </a:lnTo>
                  <a:lnTo>
                    <a:pt x="4306" y="42196"/>
                  </a:lnTo>
                  <a:lnTo>
                    <a:pt x="5151" y="49974"/>
                  </a:lnTo>
                  <a:lnTo>
                    <a:pt x="5996" y="54814"/>
                  </a:lnTo>
                  <a:lnTo>
                    <a:pt x="6841" y="58149"/>
                  </a:lnTo>
                  <a:lnTo>
                    <a:pt x="7686" y="61986"/>
                  </a:lnTo>
                  <a:lnTo>
                    <a:pt x="8531" y="61844"/>
                  </a:lnTo>
                  <a:lnTo>
                    <a:pt x="9376" y="63245"/>
                  </a:lnTo>
                  <a:lnTo>
                    <a:pt x="10221" y="65651"/>
                  </a:lnTo>
                  <a:lnTo>
                    <a:pt x="11067" y="64249"/>
                  </a:lnTo>
                  <a:lnTo>
                    <a:pt x="11912" y="65117"/>
                  </a:lnTo>
                  <a:lnTo>
                    <a:pt x="12757" y="65651"/>
                  </a:lnTo>
                  <a:lnTo>
                    <a:pt x="13602" y="60010"/>
                  </a:lnTo>
                  <a:lnTo>
                    <a:pt x="14447" y="61892"/>
                  </a:lnTo>
                  <a:lnTo>
                    <a:pt x="15292" y="63432"/>
                  </a:lnTo>
                  <a:lnTo>
                    <a:pt x="16137" y="61069"/>
                  </a:lnTo>
                  <a:lnTo>
                    <a:pt x="16982" y="54233"/>
                  </a:lnTo>
                  <a:lnTo>
                    <a:pt x="17827" y="38415"/>
                  </a:lnTo>
                  <a:lnTo>
                    <a:pt x="18672" y="21268"/>
                  </a:lnTo>
                  <a:lnTo>
                    <a:pt x="19517" y="21540"/>
                  </a:lnTo>
                  <a:lnTo>
                    <a:pt x="20363" y="30652"/>
                  </a:lnTo>
                  <a:lnTo>
                    <a:pt x="21208" y="39409"/>
                  </a:lnTo>
                  <a:lnTo>
                    <a:pt x="22053" y="25307"/>
                  </a:lnTo>
                  <a:lnTo>
                    <a:pt x="22898" y="12168"/>
                  </a:lnTo>
                  <a:lnTo>
                    <a:pt x="23743" y="27813"/>
                  </a:lnTo>
                  <a:lnTo>
                    <a:pt x="24588" y="37219"/>
                  </a:lnTo>
                  <a:lnTo>
                    <a:pt x="25433" y="38648"/>
                  </a:lnTo>
                  <a:lnTo>
                    <a:pt x="26278" y="21529"/>
                  </a:lnTo>
                  <a:lnTo>
                    <a:pt x="27123" y="12913"/>
                  </a:lnTo>
                  <a:lnTo>
                    <a:pt x="27968" y="3320"/>
                  </a:lnTo>
                  <a:lnTo>
                    <a:pt x="28813" y="0"/>
                  </a:lnTo>
                  <a:lnTo>
                    <a:pt x="28982" y="804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l711"/>
            <p:cNvSpPr/>
            <p:nvPr/>
          </p:nvSpPr>
          <p:spPr>
            <a:xfrm>
              <a:off x="6030359" y="4193250"/>
              <a:ext cx="5349" cy="82912"/>
            </a:xfrm>
            <a:custGeom>
              <a:avLst/>
              <a:pathLst>
                <a:path w="5349" h="82912">
                  <a:moveTo>
                    <a:pt x="0" y="82912"/>
                  </a:moveTo>
                  <a:lnTo>
                    <a:pt x="172" y="0"/>
                  </a:lnTo>
                  <a:lnTo>
                    <a:pt x="1017" y="3339"/>
                  </a:lnTo>
                  <a:lnTo>
                    <a:pt x="1862" y="9387"/>
                  </a:lnTo>
                  <a:lnTo>
                    <a:pt x="2707" y="9262"/>
                  </a:lnTo>
                  <a:lnTo>
                    <a:pt x="3552" y="24081"/>
                  </a:lnTo>
                  <a:lnTo>
                    <a:pt x="4397" y="18482"/>
                  </a:lnTo>
                  <a:lnTo>
                    <a:pt x="5242" y="36255"/>
                  </a:lnTo>
                  <a:lnTo>
                    <a:pt x="5349" y="8291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l712"/>
            <p:cNvSpPr/>
            <p:nvPr/>
          </p:nvSpPr>
          <p:spPr>
            <a:xfrm>
              <a:off x="6040613" y="4176693"/>
              <a:ext cx="25609" cy="99469"/>
            </a:xfrm>
            <a:custGeom>
              <a:avLst/>
              <a:pathLst>
                <a:path w="25609" h="99469">
                  <a:moveTo>
                    <a:pt x="0" y="99469"/>
                  </a:moveTo>
                  <a:lnTo>
                    <a:pt x="59" y="74895"/>
                  </a:lnTo>
                  <a:lnTo>
                    <a:pt x="904" y="33894"/>
                  </a:lnTo>
                  <a:lnTo>
                    <a:pt x="1749" y="45008"/>
                  </a:lnTo>
                  <a:lnTo>
                    <a:pt x="2594" y="43668"/>
                  </a:lnTo>
                  <a:lnTo>
                    <a:pt x="3440" y="65428"/>
                  </a:lnTo>
                  <a:lnTo>
                    <a:pt x="4285" y="56819"/>
                  </a:lnTo>
                  <a:lnTo>
                    <a:pt x="5130" y="58042"/>
                  </a:lnTo>
                  <a:lnTo>
                    <a:pt x="5975" y="61121"/>
                  </a:lnTo>
                  <a:lnTo>
                    <a:pt x="6820" y="47506"/>
                  </a:lnTo>
                  <a:lnTo>
                    <a:pt x="7665" y="37803"/>
                  </a:lnTo>
                  <a:lnTo>
                    <a:pt x="8510" y="38774"/>
                  </a:lnTo>
                  <a:lnTo>
                    <a:pt x="9355" y="42241"/>
                  </a:lnTo>
                  <a:lnTo>
                    <a:pt x="10200" y="59671"/>
                  </a:lnTo>
                  <a:lnTo>
                    <a:pt x="11045" y="58387"/>
                  </a:lnTo>
                  <a:lnTo>
                    <a:pt x="11890" y="66305"/>
                  </a:lnTo>
                  <a:lnTo>
                    <a:pt x="12736" y="53021"/>
                  </a:lnTo>
                  <a:lnTo>
                    <a:pt x="13581" y="47886"/>
                  </a:lnTo>
                  <a:lnTo>
                    <a:pt x="14426" y="42094"/>
                  </a:lnTo>
                  <a:lnTo>
                    <a:pt x="15271" y="30580"/>
                  </a:lnTo>
                  <a:lnTo>
                    <a:pt x="16116" y="32303"/>
                  </a:lnTo>
                  <a:lnTo>
                    <a:pt x="16961" y="44335"/>
                  </a:lnTo>
                  <a:lnTo>
                    <a:pt x="17806" y="41413"/>
                  </a:lnTo>
                  <a:lnTo>
                    <a:pt x="18651" y="53722"/>
                  </a:lnTo>
                  <a:lnTo>
                    <a:pt x="19496" y="53783"/>
                  </a:lnTo>
                  <a:lnTo>
                    <a:pt x="20341" y="49992"/>
                  </a:lnTo>
                  <a:lnTo>
                    <a:pt x="21186" y="39018"/>
                  </a:lnTo>
                  <a:lnTo>
                    <a:pt x="22032" y="0"/>
                  </a:lnTo>
                  <a:lnTo>
                    <a:pt x="22877" y="15066"/>
                  </a:lnTo>
                  <a:lnTo>
                    <a:pt x="23722" y="25175"/>
                  </a:lnTo>
                  <a:lnTo>
                    <a:pt x="24567" y="13999"/>
                  </a:lnTo>
                  <a:lnTo>
                    <a:pt x="25412" y="1319"/>
                  </a:lnTo>
                  <a:lnTo>
                    <a:pt x="25609" y="9946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l713"/>
            <p:cNvSpPr/>
            <p:nvPr/>
          </p:nvSpPr>
          <p:spPr>
            <a:xfrm>
              <a:off x="6068441" y="4143659"/>
              <a:ext cx="11351" cy="132503"/>
            </a:xfrm>
            <a:custGeom>
              <a:avLst/>
              <a:pathLst>
                <a:path w="11351" h="132503">
                  <a:moveTo>
                    <a:pt x="0" y="132503"/>
                  </a:moveTo>
                  <a:lnTo>
                    <a:pt x="119" y="79121"/>
                  </a:lnTo>
                  <a:lnTo>
                    <a:pt x="964" y="77404"/>
                  </a:lnTo>
                  <a:lnTo>
                    <a:pt x="1809" y="79601"/>
                  </a:lnTo>
                  <a:lnTo>
                    <a:pt x="2654" y="86622"/>
                  </a:lnTo>
                  <a:lnTo>
                    <a:pt x="3500" y="88378"/>
                  </a:lnTo>
                  <a:lnTo>
                    <a:pt x="4345" y="94889"/>
                  </a:lnTo>
                  <a:lnTo>
                    <a:pt x="5190" y="86492"/>
                  </a:lnTo>
                  <a:lnTo>
                    <a:pt x="6035" y="70756"/>
                  </a:lnTo>
                  <a:lnTo>
                    <a:pt x="6880" y="57509"/>
                  </a:lnTo>
                  <a:lnTo>
                    <a:pt x="7725" y="48043"/>
                  </a:lnTo>
                  <a:lnTo>
                    <a:pt x="8570" y="36577"/>
                  </a:lnTo>
                  <a:lnTo>
                    <a:pt x="9415" y="25561"/>
                  </a:lnTo>
                  <a:lnTo>
                    <a:pt x="10260" y="14539"/>
                  </a:lnTo>
                  <a:lnTo>
                    <a:pt x="11105" y="0"/>
                  </a:lnTo>
                  <a:lnTo>
                    <a:pt x="11351" y="1325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l714"/>
            <p:cNvSpPr/>
            <p:nvPr/>
          </p:nvSpPr>
          <p:spPr>
            <a:xfrm>
              <a:off x="6082740" y="4160142"/>
              <a:ext cx="6270" cy="116020"/>
            </a:xfrm>
            <a:custGeom>
              <a:avLst/>
              <a:pathLst>
                <a:path w="6270" h="116020">
                  <a:moveTo>
                    <a:pt x="0" y="116020"/>
                  </a:moveTo>
                  <a:lnTo>
                    <a:pt x="187" y="23778"/>
                  </a:lnTo>
                  <a:lnTo>
                    <a:pt x="1032" y="0"/>
                  </a:lnTo>
                  <a:lnTo>
                    <a:pt x="1877" y="1277"/>
                  </a:lnTo>
                  <a:lnTo>
                    <a:pt x="2722" y="47354"/>
                  </a:lnTo>
                  <a:lnTo>
                    <a:pt x="3567" y="37793"/>
                  </a:lnTo>
                  <a:lnTo>
                    <a:pt x="4412" y="37394"/>
                  </a:lnTo>
                  <a:lnTo>
                    <a:pt x="5257" y="27324"/>
                  </a:lnTo>
                  <a:lnTo>
                    <a:pt x="6103" y="36181"/>
                  </a:lnTo>
                  <a:lnTo>
                    <a:pt x="6270" y="1160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l715"/>
            <p:cNvSpPr/>
            <p:nvPr/>
          </p:nvSpPr>
          <p:spPr>
            <a:xfrm>
              <a:off x="6090397" y="4208708"/>
              <a:ext cx="5277" cy="67454"/>
            </a:xfrm>
            <a:custGeom>
              <a:avLst/>
              <a:pathLst>
                <a:path w="5277" h="67454">
                  <a:moveTo>
                    <a:pt x="0" y="67454"/>
                  </a:moveTo>
                  <a:lnTo>
                    <a:pt x="136" y="5249"/>
                  </a:lnTo>
                  <a:lnTo>
                    <a:pt x="981" y="0"/>
                  </a:lnTo>
                  <a:lnTo>
                    <a:pt x="1826" y="31158"/>
                  </a:lnTo>
                  <a:lnTo>
                    <a:pt x="2671" y="34034"/>
                  </a:lnTo>
                  <a:lnTo>
                    <a:pt x="3516" y="39295"/>
                  </a:lnTo>
                  <a:lnTo>
                    <a:pt x="4361" y="31192"/>
                  </a:lnTo>
                  <a:lnTo>
                    <a:pt x="5206" y="37926"/>
                  </a:lnTo>
                  <a:lnTo>
                    <a:pt x="5277" y="6745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l716"/>
            <p:cNvSpPr/>
            <p:nvPr/>
          </p:nvSpPr>
          <p:spPr>
            <a:xfrm>
              <a:off x="6097215" y="4119075"/>
              <a:ext cx="19670" cy="157087"/>
            </a:xfrm>
            <a:custGeom>
              <a:avLst/>
              <a:pathLst>
                <a:path w="19670" h="157087">
                  <a:moveTo>
                    <a:pt x="0" y="157087"/>
                  </a:moveTo>
                  <a:lnTo>
                    <a:pt x="79" y="123700"/>
                  </a:lnTo>
                  <a:lnTo>
                    <a:pt x="924" y="107536"/>
                  </a:lnTo>
                  <a:lnTo>
                    <a:pt x="1769" y="93354"/>
                  </a:lnTo>
                  <a:lnTo>
                    <a:pt x="2614" y="58080"/>
                  </a:lnTo>
                  <a:lnTo>
                    <a:pt x="3459" y="31160"/>
                  </a:lnTo>
                  <a:lnTo>
                    <a:pt x="4304" y="101226"/>
                  </a:lnTo>
                  <a:lnTo>
                    <a:pt x="5149" y="113876"/>
                  </a:lnTo>
                  <a:lnTo>
                    <a:pt x="5994" y="97091"/>
                  </a:lnTo>
                  <a:lnTo>
                    <a:pt x="6839" y="91550"/>
                  </a:lnTo>
                  <a:lnTo>
                    <a:pt x="7684" y="104383"/>
                  </a:lnTo>
                  <a:lnTo>
                    <a:pt x="8529" y="100018"/>
                  </a:lnTo>
                  <a:lnTo>
                    <a:pt x="9375" y="113890"/>
                  </a:lnTo>
                  <a:lnTo>
                    <a:pt x="10220" y="114993"/>
                  </a:lnTo>
                  <a:lnTo>
                    <a:pt x="11065" y="89282"/>
                  </a:lnTo>
                  <a:lnTo>
                    <a:pt x="11910" y="59585"/>
                  </a:lnTo>
                  <a:lnTo>
                    <a:pt x="12755" y="67892"/>
                  </a:lnTo>
                  <a:lnTo>
                    <a:pt x="13600" y="0"/>
                  </a:lnTo>
                  <a:lnTo>
                    <a:pt x="14445" y="15117"/>
                  </a:lnTo>
                  <a:lnTo>
                    <a:pt x="15290" y="13522"/>
                  </a:lnTo>
                  <a:lnTo>
                    <a:pt x="16135" y="10530"/>
                  </a:lnTo>
                  <a:lnTo>
                    <a:pt x="16980" y="49302"/>
                  </a:lnTo>
                  <a:lnTo>
                    <a:pt x="17825" y="49935"/>
                  </a:lnTo>
                  <a:lnTo>
                    <a:pt x="18671" y="78054"/>
                  </a:lnTo>
                  <a:lnTo>
                    <a:pt x="19516" y="84649"/>
                  </a:lnTo>
                  <a:lnTo>
                    <a:pt x="19670" y="15708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l717"/>
            <p:cNvSpPr/>
            <p:nvPr/>
          </p:nvSpPr>
          <p:spPr>
            <a:xfrm>
              <a:off x="6122489" y="4193223"/>
              <a:ext cx="1175" cy="82939"/>
            </a:xfrm>
            <a:custGeom>
              <a:avLst/>
              <a:pathLst>
                <a:path w="1175" h="82939">
                  <a:moveTo>
                    <a:pt x="0" y="82939"/>
                  </a:moveTo>
                  <a:lnTo>
                    <a:pt x="157" y="8787"/>
                  </a:lnTo>
                  <a:lnTo>
                    <a:pt x="1002" y="0"/>
                  </a:lnTo>
                  <a:lnTo>
                    <a:pt x="1175" y="8293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l718"/>
            <p:cNvSpPr/>
            <p:nvPr/>
          </p:nvSpPr>
          <p:spPr>
            <a:xfrm>
              <a:off x="6125895" y="4216309"/>
              <a:ext cx="1087" cy="59853"/>
            </a:xfrm>
            <a:custGeom>
              <a:avLst/>
              <a:pathLst>
                <a:path w="1087" h="59853">
                  <a:moveTo>
                    <a:pt x="0" y="59853"/>
                  </a:moveTo>
                  <a:lnTo>
                    <a:pt x="131" y="0"/>
                  </a:lnTo>
                  <a:lnTo>
                    <a:pt x="976" y="11328"/>
                  </a:lnTo>
                  <a:lnTo>
                    <a:pt x="1087" y="598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l719"/>
            <p:cNvSpPr/>
            <p:nvPr/>
          </p:nvSpPr>
          <p:spPr>
            <a:xfrm>
              <a:off x="6129217" y="4118957"/>
              <a:ext cx="5471" cy="157205"/>
            </a:xfrm>
            <a:custGeom>
              <a:avLst/>
              <a:pathLst>
                <a:path w="5471" h="157205">
                  <a:moveTo>
                    <a:pt x="0" y="157205"/>
                  </a:moveTo>
                  <a:lnTo>
                    <a:pt x="190" y="63338"/>
                  </a:lnTo>
                  <a:lnTo>
                    <a:pt x="1035" y="13206"/>
                  </a:lnTo>
                  <a:lnTo>
                    <a:pt x="1880" y="0"/>
                  </a:lnTo>
                  <a:lnTo>
                    <a:pt x="2725" y="54518"/>
                  </a:lnTo>
                  <a:lnTo>
                    <a:pt x="3570" y="50847"/>
                  </a:lnTo>
                  <a:lnTo>
                    <a:pt x="4415" y="47015"/>
                  </a:lnTo>
                  <a:lnTo>
                    <a:pt x="5260" y="49522"/>
                  </a:lnTo>
                  <a:lnTo>
                    <a:pt x="5471" y="1572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l720"/>
            <p:cNvSpPr/>
            <p:nvPr/>
          </p:nvSpPr>
          <p:spPr>
            <a:xfrm>
              <a:off x="6138527" y="4191008"/>
              <a:ext cx="34890" cy="85154"/>
            </a:xfrm>
            <a:custGeom>
              <a:avLst/>
              <a:pathLst>
                <a:path w="34890" h="85154">
                  <a:moveTo>
                    <a:pt x="0" y="85154"/>
                  </a:moveTo>
                  <a:lnTo>
                    <a:pt x="176" y="0"/>
                  </a:lnTo>
                  <a:lnTo>
                    <a:pt x="1021" y="5014"/>
                  </a:lnTo>
                  <a:lnTo>
                    <a:pt x="1866" y="27536"/>
                  </a:lnTo>
                  <a:lnTo>
                    <a:pt x="2711" y="26093"/>
                  </a:lnTo>
                  <a:lnTo>
                    <a:pt x="3556" y="20980"/>
                  </a:lnTo>
                  <a:lnTo>
                    <a:pt x="4401" y="22072"/>
                  </a:lnTo>
                  <a:lnTo>
                    <a:pt x="5246" y="23935"/>
                  </a:lnTo>
                  <a:lnTo>
                    <a:pt x="6091" y="42120"/>
                  </a:lnTo>
                  <a:lnTo>
                    <a:pt x="6936" y="36340"/>
                  </a:lnTo>
                  <a:lnTo>
                    <a:pt x="7781" y="38521"/>
                  </a:lnTo>
                  <a:lnTo>
                    <a:pt x="8626" y="40848"/>
                  </a:lnTo>
                  <a:lnTo>
                    <a:pt x="9472" y="59120"/>
                  </a:lnTo>
                  <a:lnTo>
                    <a:pt x="10317" y="58206"/>
                  </a:lnTo>
                  <a:lnTo>
                    <a:pt x="11162" y="46163"/>
                  </a:lnTo>
                  <a:lnTo>
                    <a:pt x="12007" y="37639"/>
                  </a:lnTo>
                  <a:lnTo>
                    <a:pt x="12852" y="27457"/>
                  </a:lnTo>
                  <a:lnTo>
                    <a:pt x="13697" y="19870"/>
                  </a:lnTo>
                  <a:lnTo>
                    <a:pt x="14542" y="14417"/>
                  </a:lnTo>
                  <a:lnTo>
                    <a:pt x="15387" y="10254"/>
                  </a:lnTo>
                  <a:lnTo>
                    <a:pt x="16232" y="23543"/>
                  </a:lnTo>
                  <a:lnTo>
                    <a:pt x="17077" y="39844"/>
                  </a:lnTo>
                  <a:lnTo>
                    <a:pt x="17922" y="41323"/>
                  </a:lnTo>
                  <a:lnTo>
                    <a:pt x="18768" y="52550"/>
                  </a:lnTo>
                  <a:lnTo>
                    <a:pt x="19613" y="44633"/>
                  </a:lnTo>
                  <a:lnTo>
                    <a:pt x="20458" y="42548"/>
                  </a:lnTo>
                  <a:lnTo>
                    <a:pt x="21303" y="53916"/>
                  </a:lnTo>
                  <a:lnTo>
                    <a:pt x="22148" y="48292"/>
                  </a:lnTo>
                  <a:lnTo>
                    <a:pt x="22993" y="55788"/>
                  </a:lnTo>
                  <a:lnTo>
                    <a:pt x="23838" y="62774"/>
                  </a:lnTo>
                  <a:lnTo>
                    <a:pt x="24683" y="60347"/>
                  </a:lnTo>
                  <a:lnTo>
                    <a:pt x="25528" y="58364"/>
                  </a:lnTo>
                  <a:lnTo>
                    <a:pt x="26373" y="40053"/>
                  </a:lnTo>
                  <a:lnTo>
                    <a:pt x="27218" y="39406"/>
                  </a:lnTo>
                  <a:lnTo>
                    <a:pt x="28064" y="42065"/>
                  </a:lnTo>
                  <a:lnTo>
                    <a:pt x="28909" y="44824"/>
                  </a:lnTo>
                  <a:lnTo>
                    <a:pt x="29754" y="44294"/>
                  </a:lnTo>
                  <a:lnTo>
                    <a:pt x="30599" y="37654"/>
                  </a:lnTo>
                  <a:lnTo>
                    <a:pt x="31444" y="46558"/>
                  </a:lnTo>
                  <a:lnTo>
                    <a:pt x="32289" y="41529"/>
                  </a:lnTo>
                  <a:lnTo>
                    <a:pt x="33134" y="40617"/>
                  </a:lnTo>
                  <a:lnTo>
                    <a:pt x="33979" y="54380"/>
                  </a:lnTo>
                  <a:lnTo>
                    <a:pt x="34824" y="57967"/>
                  </a:lnTo>
                  <a:lnTo>
                    <a:pt x="34890" y="8515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l721"/>
            <p:cNvSpPr/>
            <p:nvPr/>
          </p:nvSpPr>
          <p:spPr>
            <a:xfrm>
              <a:off x="6174999" y="4258466"/>
              <a:ext cx="2621" cy="17696"/>
            </a:xfrm>
            <a:custGeom>
              <a:avLst/>
              <a:pathLst>
                <a:path w="2621" h="17696">
                  <a:moveTo>
                    <a:pt x="0" y="17696"/>
                  </a:moveTo>
                  <a:lnTo>
                    <a:pt x="43" y="0"/>
                  </a:lnTo>
                  <a:lnTo>
                    <a:pt x="888" y="4991"/>
                  </a:lnTo>
                  <a:lnTo>
                    <a:pt x="1733" y="3432"/>
                  </a:lnTo>
                  <a:lnTo>
                    <a:pt x="2579" y="803"/>
                  </a:lnTo>
                  <a:lnTo>
                    <a:pt x="2621" y="1769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l722"/>
            <p:cNvSpPr/>
            <p:nvPr/>
          </p:nvSpPr>
          <p:spPr>
            <a:xfrm>
              <a:off x="6182627" y="4252481"/>
              <a:ext cx="6839" cy="23681"/>
            </a:xfrm>
            <a:custGeom>
              <a:avLst/>
              <a:pathLst>
                <a:path w="6839" h="23681">
                  <a:moveTo>
                    <a:pt x="0" y="23681"/>
                  </a:moveTo>
                  <a:lnTo>
                    <a:pt x="21" y="15371"/>
                  </a:lnTo>
                  <a:lnTo>
                    <a:pt x="866" y="15453"/>
                  </a:lnTo>
                  <a:lnTo>
                    <a:pt x="1711" y="19277"/>
                  </a:lnTo>
                  <a:lnTo>
                    <a:pt x="2556" y="14979"/>
                  </a:lnTo>
                  <a:lnTo>
                    <a:pt x="3401" y="15570"/>
                  </a:lnTo>
                  <a:lnTo>
                    <a:pt x="4246" y="19729"/>
                  </a:lnTo>
                  <a:lnTo>
                    <a:pt x="5091" y="12434"/>
                  </a:lnTo>
                  <a:lnTo>
                    <a:pt x="5936" y="7230"/>
                  </a:lnTo>
                  <a:lnTo>
                    <a:pt x="6781" y="0"/>
                  </a:lnTo>
                  <a:lnTo>
                    <a:pt x="6839" y="2368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l723"/>
            <p:cNvSpPr/>
            <p:nvPr/>
          </p:nvSpPr>
          <p:spPr>
            <a:xfrm>
              <a:off x="6195284" y="4207172"/>
              <a:ext cx="13613" cy="68990"/>
            </a:xfrm>
            <a:custGeom>
              <a:avLst/>
              <a:pathLst>
                <a:path w="13613" h="68990">
                  <a:moveTo>
                    <a:pt x="0" y="68990"/>
                  </a:moveTo>
                  <a:lnTo>
                    <a:pt x="40" y="52509"/>
                  </a:lnTo>
                  <a:lnTo>
                    <a:pt x="886" y="58710"/>
                  </a:lnTo>
                  <a:lnTo>
                    <a:pt x="1731" y="47360"/>
                  </a:lnTo>
                  <a:lnTo>
                    <a:pt x="2576" y="64673"/>
                  </a:lnTo>
                  <a:lnTo>
                    <a:pt x="3421" y="59177"/>
                  </a:lnTo>
                  <a:lnTo>
                    <a:pt x="4266" y="55179"/>
                  </a:lnTo>
                  <a:lnTo>
                    <a:pt x="5111" y="51288"/>
                  </a:lnTo>
                  <a:lnTo>
                    <a:pt x="5956" y="33690"/>
                  </a:lnTo>
                  <a:lnTo>
                    <a:pt x="6801" y="52785"/>
                  </a:lnTo>
                  <a:lnTo>
                    <a:pt x="7646" y="43341"/>
                  </a:lnTo>
                  <a:lnTo>
                    <a:pt x="8491" y="16065"/>
                  </a:lnTo>
                  <a:lnTo>
                    <a:pt x="9336" y="9911"/>
                  </a:lnTo>
                  <a:lnTo>
                    <a:pt x="10182" y="0"/>
                  </a:lnTo>
                  <a:lnTo>
                    <a:pt x="11027" y="39456"/>
                  </a:lnTo>
                  <a:lnTo>
                    <a:pt x="11872" y="43717"/>
                  </a:lnTo>
                  <a:lnTo>
                    <a:pt x="12717" y="34418"/>
                  </a:lnTo>
                  <a:lnTo>
                    <a:pt x="13562" y="48044"/>
                  </a:lnTo>
                  <a:lnTo>
                    <a:pt x="13613" y="689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l724"/>
            <p:cNvSpPr/>
            <p:nvPr/>
          </p:nvSpPr>
          <p:spPr>
            <a:xfrm>
              <a:off x="6210483" y="4220946"/>
              <a:ext cx="11162" cy="55216"/>
            </a:xfrm>
            <a:custGeom>
              <a:avLst/>
              <a:pathLst>
                <a:path w="11162" h="55216">
                  <a:moveTo>
                    <a:pt x="0" y="55216"/>
                  </a:moveTo>
                  <a:lnTo>
                    <a:pt x="53" y="33458"/>
                  </a:lnTo>
                  <a:lnTo>
                    <a:pt x="898" y="25321"/>
                  </a:lnTo>
                  <a:lnTo>
                    <a:pt x="1743" y="25611"/>
                  </a:lnTo>
                  <a:lnTo>
                    <a:pt x="2588" y="23133"/>
                  </a:lnTo>
                  <a:lnTo>
                    <a:pt x="3433" y="29714"/>
                  </a:lnTo>
                  <a:lnTo>
                    <a:pt x="4278" y="37322"/>
                  </a:lnTo>
                  <a:lnTo>
                    <a:pt x="5123" y="38900"/>
                  </a:lnTo>
                  <a:lnTo>
                    <a:pt x="5968" y="39633"/>
                  </a:lnTo>
                  <a:lnTo>
                    <a:pt x="6813" y="35643"/>
                  </a:lnTo>
                  <a:lnTo>
                    <a:pt x="7659" y="37541"/>
                  </a:lnTo>
                  <a:lnTo>
                    <a:pt x="8504" y="28536"/>
                  </a:lnTo>
                  <a:lnTo>
                    <a:pt x="9349" y="24426"/>
                  </a:lnTo>
                  <a:lnTo>
                    <a:pt x="10194" y="5624"/>
                  </a:lnTo>
                  <a:lnTo>
                    <a:pt x="11039" y="0"/>
                  </a:lnTo>
                  <a:lnTo>
                    <a:pt x="11162" y="5521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l725"/>
            <p:cNvSpPr/>
            <p:nvPr/>
          </p:nvSpPr>
          <p:spPr>
            <a:xfrm>
              <a:off x="6223991" y="4182401"/>
              <a:ext cx="9544" cy="93761"/>
            </a:xfrm>
            <a:custGeom>
              <a:avLst/>
              <a:pathLst>
                <a:path w="9544" h="93761">
                  <a:moveTo>
                    <a:pt x="0" y="93761"/>
                  </a:moveTo>
                  <a:lnTo>
                    <a:pt x="66" y="66007"/>
                  </a:lnTo>
                  <a:lnTo>
                    <a:pt x="911" y="63534"/>
                  </a:lnTo>
                  <a:lnTo>
                    <a:pt x="1756" y="68672"/>
                  </a:lnTo>
                  <a:lnTo>
                    <a:pt x="2602" y="51399"/>
                  </a:lnTo>
                  <a:lnTo>
                    <a:pt x="3447" y="55284"/>
                  </a:lnTo>
                  <a:lnTo>
                    <a:pt x="4292" y="37033"/>
                  </a:lnTo>
                  <a:lnTo>
                    <a:pt x="5137" y="0"/>
                  </a:lnTo>
                  <a:lnTo>
                    <a:pt x="5982" y="15264"/>
                  </a:lnTo>
                  <a:lnTo>
                    <a:pt x="6827" y="16360"/>
                  </a:lnTo>
                  <a:lnTo>
                    <a:pt x="7672" y="10613"/>
                  </a:lnTo>
                  <a:lnTo>
                    <a:pt x="8517" y="10030"/>
                  </a:lnTo>
                  <a:lnTo>
                    <a:pt x="9362" y="4919"/>
                  </a:lnTo>
                  <a:lnTo>
                    <a:pt x="9544" y="9376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l726"/>
            <p:cNvSpPr/>
            <p:nvPr/>
          </p:nvSpPr>
          <p:spPr>
            <a:xfrm>
              <a:off x="6235757" y="4216357"/>
              <a:ext cx="3581" cy="59805"/>
            </a:xfrm>
            <a:custGeom>
              <a:avLst/>
              <a:pathLst>
                <a:path w="3581" h="59805">
                  <a:moveTo>
                    <a:pt x="0" y="59805"/>
                  </a:moveTo>
                  <a:lnTo>
                    <a:pt x="131" y="0"/>
                  </a:lnTo>
                  <a:lnTo>
                    <a:pt x="976" y="17504"/>
                  </a:lnTo>
                  <a:lnTo>
                    <a:pt x="1821" y="16688"/>
                  </a:lnTo>
                  <a:lnTo>
                    <a:pt x="2667" y="43276"/>
                  </a:lnTo>
                  <a:lnTo>
                    <a:pt x="3512" y="30832"/>
                  </a:lnTo>
                  <a:lnTo>
                    <a:pt x="3581" y="598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l727"/>
            <p:cNvSpPr/>
            <p:nvPr/>
          </p:nvSpPr>
          <p:spPr>
            <a:xfrm>
              <a:off x="6240930" y="4216209"/>
              <a:ext cx="9457" cy="59953"/>
            </a:xfrm>
            <a:custGeom>
              <a:avLst/>
              <a:pathLst>
                <a:path w="9457" h="59953">
                  <a:moveTo>
                    <a:pt x="0" y="59953"/>
                  </a:moveTo>
                  <a:lnTo>
                    <a:pt x="29" y="48269"/>
                  </a:lnTo>
                  <a:lnTo>
                    <a:pt x="874" y="36274"/>
                  </a:lnTo>
                  <a:lnTo>
                    <a:pt x="1719" y="55001"/>
                  </a:lnTo>
                  <a:lnTo>
                    <a:pt x="2564" y="49953"/>
                  </a:lnTo>
                  <a:lnTo>
                    <a:pt x="3409" y="47996"/>
                  </a:lnTo>
                  <a:lnTo>
                    <a:pt x="4254" y="44899"/>
                  </a:lnTo>
                  <a:lnTo>
                    <a:pt x="5100" y="34783"/>
                  </a:lnTo>
                  <a:lnTo>
                    <a:pt x="5945" y="35585"/>
                  </a:lnTo>
                  <a:lnTo>
                    <a:pt x="6790" y="23163"/>
                  </a:lnTo>
                  <a:lnTo>
                    <a:pt x="7635" y="15826"/>
                  </a:lnTo>
                  <a:lnTo>
                    <a:pt x="8480" y="7160"/>
                  </a:lnTo>
                  <a:lnTo>
                    <a:pt x="9325" y="0"/>
                  </a:lnTo>
                  <a:lnTo>
                    <a:pt x="9457" y="599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l728"/>
            <p:cNvSpPr/>
            <p:nvPr/>
          </p:nvSpPr>
          <p:spPr>
            <a:xfrm>
              <a:off x="6252687" y="4127920"/>
              <a:ext cx="8724" cy="148242"/>
            </a:xfrm>
            <a:custGeom>
              <a:avLst/>
              <a:pathLst>
                <a:path w="8724" h="148242">
                  <a:moveTo>
                    <a:pt x="0" y="148242"/>
                  </a:moveTo>
                  <a:lnTo>
                    <a:pt x="103" y="103058"/>
                  </a:lnTo>
                  <a:lnTo>
                    <a:pt x="948" y="108633"/>
                  </a:lnTo>
                  <a:lnTo>
                    <a:pt x="1793" y="106275"/>
                  </a:lnTo>
                  <a:lnTo>
                    <a:pt x="2638" y="96716"/>
                  </a:lnTo>
                  <a:lnTo>
                    <a:pt x="3483" y="96814"/>
                  </a:lnTo>
                  <a:lnTo>
                    <a:pt x="4328" y="60052"/>
                  </a:lnTo>
                  <a:lnTo>
                    <a:pt x="5174" y="0"/>
                  </a:lnTo>
                  <a:lnTo>
                    <a:pt x="6019" y="32971"/>
                  </a:lnTo>
                  <a:lnTo>
                    <a:pt x="6864" y="84804"/>
                  </a:lnTo>
                  <a:lnTo>
                    <a:pt x="7709" y="101147"/>
                  </a:lnTo>
                  <a:lnTo>
                    <a:pt x="8554" y="66950"/>
                  </a:lnTo>
                  <a:lnTo>
                    <a:pt x="8724" y="1482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l729"/>
            <p:cNvSpPr/>
            <p:nvPr/>
          </p:nvSpPr>
          <p:spPr>
            <a:xfrm>
              <a:off x="6264477" y="4191697"/>
              <a:ext cx="10425" cy="84465"/>
            </a:xfrm>
            <a:custGeom>
              <a:avLst/>
              <a:pathLst>
                <a:path w="10425" h="84465">
                  <a:moveTo>
                    <a:pt x="0" y="84465"/>
                  </a:moveTo>
                  <a:lnTo>
                    <a:pt x="144" y="17593"/>
                  </a:lnTo>
                  <a:lnTo>
                    <a:pt x="989" y="0"/>
                  </a:lnTo>
                  <a:lnTo>
                    <a:pt x="1834" y="8379"/>
                  </a:lnTo>
                  <a:lnTo>
                    <a:pt x="2679" y="29204"/>
                  </a:lnTo>
                  <a:lnTo>
                    <a:pt x="3525" y="37811"/>
                  </a:lnTo>
                  <a:lnTo>
                    <a:pt x="4370" y="11086"/>
                  </a:lnTo>
                  <a:lnTo>
                    <a:pt x="5215" y="32921"/>
                  </a:lnTo>
                  <a:lnTo>
                    <a:pt x="6060" y="40261"/>
                  </a:lnTo>
                  <a:lnTo>
                    <a:pt x="6905" y="28320"/>
                  </a:lnTo>
                  <a:lnTo>
                    <a:pt x="7750" y="8344"/>
                  </a:lnTo>
                  <a:lnTo>
                    <a:pt x="8595" y="22452"/>
                  </a:lnTo>
                  <a:lnTo>
                    <a:pt x="9440" y="18334"/>
                  </a:lnTo>
                  <a:lnTo>
                    <a:pt x="10285" y="20163"/>
                  </a:lnTo>
                  <a:lnTo>
                    <a:pt x="10425" y="844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l730"/>
            <p:cNvSpPr/>
            <p:nvPr/>
          </p:nvSpPr>
          <p:spPr>
            <a:xfrm>
              <a:off x="6276320" y="4208486"/>
              <a:ext cx="10420" cy="67676"/>
            </a:xfrm>
            <a:custGeom>
              <a:avLst/>
              <a:pathLst>
                <a:path w="10420" h="67676">
                  <a:moveTo>
                    <a:pt x="0" y="67676"/>
                  </a:moveTo>
                  <a:lnTo>
                    <a:pt x="133" y="7140"/>
                  </a:lnTo>
                  <a:lnTo>
                    <a:pt x="978" y="26681"/>
                  </a:lnTo>
                  <a:lnTo>
                    <a:pt x="1823" y="21482"/>
                  </a:lnTo>
                  <a:lnTo>
                    <a:pt x="2668" y="12987"/>
                  </a:lnTo>
                  <a:lnTo>
                    <a:pt x="3513" y="34354"/>
                  </a:lnTo>
                  <a:lnTo>
                    <a:pt x="4358" y="39367"/>
                  </a:lnTo>
                  <a:lnTo>
                    <a:pt x="5203" y="46791"/>
                  </a:lnTo>
                  <a:lnTo>
                    <a:pt x="6048" y="38800"/>
                  </a:lnTo>
                  <a:lnTo>
                    <a:pt x="6893" y="41477"/>
                  </a:lnTo>
                  <a:lnTo>
                    <a:pt x="7738" y="39311"/>
                  </a:lnTo>
                  <a:lnTo>
                    <a:pt x="8584" y="19853"/>
                  </a:lnTo>
                  <a:lnTo>
                    <a:pt x="9429" y="11784"/>
                  </a:lnTo>
                  <a:lnTo>
                    <a:pt x="10274" y="0"/>
                  </a:lnTo>
                  <a:lnTo>
                    <a:pt x="10420" y="676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l731"/>
            <p:cNvSpPr/>
            <p:nvPr/>
          </p:nvSpPr>
          <p:spPr>
            <a:xfrm>
              <a:off x="6289827" y="4207750"/>
              <a:ext cx="12061" cy="68412"/>
            </a:xfrm>
            <a:custGeom>
              <a:avLst/>
              <a:pathLst>
                <a:path w="12061" h="68412">
                  <a:moveTo>
                    <a:pt x="0" y="68412"/>
                  </a:moveTo>
                  <a:lnTo>
                    <a:pt x="147" y="0"/>
                  </a:lnTo>
                  <a:lnTo>
                    <a:pt x="992" y="4436"/>
                  </a:lnTo>
                  <a:lnTo>
                    <a:pt x="1837" y="8433"/>
                  </a:lnTo>
                  <a:lnTo>
                    <a:pt x="2682" y="5336"/>
                  </a:lnTo>
                  <a:lnTo>
                    <a:pt x="3527" y="28963"/>
                  </a:lnTo>
                  <a:lnTo>
                    <a:pt x="4372" y="38769"/>
                  </a:lnTo>
                  <a:lnTo>
                    <a:pt x="5218" y="33425"/>
                  </a:lnTo>
                  <a:lnTo>
                    <a:pt x="6063" y="32452"/>
                  </a:lnTo>
                  <a:lnTo>
                    <a:pt x="6908" y="24294"/>
                  </a:lnTo>
                  <a:lnTo>
                    <a:pt x="7753" y="26664"/>
                  </a:lnTo>
                  <a:lnTo>
                    <a:pt x="8598" y="41243"/>
                  </a:lnTo>
                  <a:lnTo>
                    <a:pt x="9443" y="30789"/>
                  </a:lnTo>
                  <a:lnTo>
                    <a:pt x="10288" y="33514"/>
                  </a:lnTo>
                  <a:lnTo>
                    <a:pt x="11133" y="25932"/>
                  </a:lnTo>
                  <a:lnTo>
                    <a:pt x="11978" y="33225"/>
                  </a:lnTo>
                  <a:lnTo>
                    <a:pt x="12061" y="6841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l732"/>
            <p:cNvSpPr/>
            <p:nvPr/>
          </p:nvSpPr>
          <p:spPr>
            <a:xfrm>
              <a:off x="6304276" y="4249191"/>
              <a:ext cx="970" cy="26971"/>
            </a:xfrm>
            <a:custGeom>
              <a:avLst/>
              <a:pathLst>
                <a:path w="970" h="26971">
                  <a:moveTo>
                    <a:pt x="0" y="26971"/>
                  </a:moveTo>
                  <a:lnTo>
                    <a:pt x="65" y="0"/>
                  </a:lnTo>
                  <a:lnTo>
                    <a:pt x="910" y="1857"/>
                  </a:lnTo>
                  <a:lnTo>
                    <a:pt x="970" y="2697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l733"/>
            <p:cNvSpPr/>
            <p:nvPr/>
          </p:nvSpPr>
          <p:spPr>
            <a:xfrm>
              <a:off x="6309365" y="4244623"/>
              <a:ext cx="966" cy="31539"/>
            </a:xfrm>
            <a:custGeom>
              <a:avLst/>
              <a:pathLst>
                <a:path w="966" h="31539">
                  <a:moveTo>
                    <a:pt x="0" y="31539"/>
                  </a:moveTo>
                  <a:lnTo>
                    <a:pt x="46" y="12694"/>
                  </a:lnTo>
                  <a:lnTo>
                    <a:pt x="891" y="0"/>
                  </a:lnTo>
                  <a:lnTo>
                    <a:pt x="966" y="3153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l734"/>
            <p:cNvSpPr/>
            <p:nvPr/>
          </p:nvSpPr>
          <p:spPr>
            <a:xfrm>
              <a:off x="6311845" y="4231537"/>
              <a:ext cx="1853" cy="44625"/>
            </a:xfrm>
            <a:custGeom>
              <a:avLst/>
              <a:pathLst>
                <a:path w="1853" h="44625">
                  <a:moveTo>
                    <a:pt x="0" y="44625"/>
                  </a:moveTo>
                  <a:lnTo>
                    <a:pt x="102" y="0"/>
                  </a:lnTo>
                  <a:lnTo>
                    <a:pt x="947" y="19437"/>
                  </a:lnTo>
                  <a:lnTo>
                    <a:pt x="1792" y="19312"/>
                  </a:lnTo>
                  <a:lnTo>
                    <a:pt x="1853" y="4462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l735"/>
            <p:cNvSpPr/>
            <p:nvPr/>
          </p:nvSpPr>
          <p:spPr>
            <a:xfrm>
              <a:off x="6341362" y="4198315"/>
              <a:ext cx="327" cy="77847"/>
            </a:xfrm>
            <a:custGeom>
              <a:avLst/>
              <a:pathLst>
                <a:path w="327" h="77847">
                  <a:moveTo>
                    <a:pt x="0" y="77847"/>
                  </a:moveTo>
                  <a:lnTo>
                    <a:pt x="163" y="0"/>
                  </a:lnTo>
                  <a:lnTo>
                    <a:pt x="327" y="778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l736"/>
            <p:cNvSpPr/>
            <p:nvPr/>
          </p:nvSpPr>
          <p:spPr>
            <a:xfrm>
              <a:off x="6353282" y="4244547"/>
              <a:ext cx="150" cy="31615"/>
            </a:xfrm>
            <a:custGeom>
              <a:avLst/>
              <a:pathLst>
                <a:path w="150" h="31615">
                  <a:moveTo>
                    <a:pt x="0" y="31615"/>
                  </a:moveTo>
                  <a:lnTo>
                    <a:pt x="75" y="0"/>
                  </a:lnTo>
                  <a:lnTo>
                    <a:pt x="150" y="3161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l737"/>
            <p:cNvSpPr/>
            <p:nvPr/>
          </p:nvSpPr>
          <p:spPr>
            <a:xfrm>
              <a:off x="6357509" y="4245368"/>
              <a:ext cx="146" cy="30794"/>
            </a:xfrm>
            <a:custGeom>
              <a:avLst/>
              <a:pathLst>
                <a:path w="146" h="30794">
                  <a:moveTo>
                    <a:pt x="0" y="30794"/>
                  </a:moveTo>
                  <a:lnTo>
                    <a:pt x="73" y="0"/>
                  </a:lnTo>
                  <a:lnTo>
                    <a:pt x="146" y="307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l738"/>
            <p:cNvSpPr/>
            <p:nvPr/>
          </p:nvSpPr>
          <p:spPr>
            <a:xfrm>
              <a:off x="6360888" y="4108961"/>
              <a:ext cx="13030" cy="167201"/>
            </a:xfrm>
            <a:custGeom>
              <a:avLst/>
              <a:pathLst>
                <a:path w="13030" h="167201">
                  <a:moveTo>
                    <a:pt x="0" y="167201"/>
                  </a:moveTo>
                  <a:lnTo>
                    <a:pt x="74" y="135865"/>
                  </a:lnTo>
                  <a:lnTo>
                    <a:pt x="919" y="125109"/>
                  </a:lnTo>
                  <a:lnTo>
                    <a:pt x="1764" y="132115"/>
                  </a:lnTo>
                  <a:lnTo>
                    <a:pt x="2609" y="128762"/>
                  </a:lnTo>
                  <a:lnTo>
                    <a:pt x="3454" y="130824"/>
                  </a:lnTo>
                  <a:lnTo>
                    <a:pt x="4300" y="111700"/>
                  </a:lnTo>
                  <a:lnTo>
                    <a:pt x="5145" y="101618"/>
                  </a:lnTo>
                  <a:lnTo>
                    <a:pt x="5990" y="110862"/>
                  </a:lnTo>
                  <a:lnTo>
                    <a:pt x="6835" y="103612"/>
                  </a:lnTo>
                  <a:lnTo>
                    <a:pt x="7680" y="103771"/>
                  </a:lnTo>
                  <a:lnTo>
                    <a:pt x="8525" y="77079"/>
                  </a:lnTo>
                  <a:lnTo>
                    <a:pt x="9370" y="70424"/>
                  </a:lnTo>
                  <a:lnTo>
                    <a:pt x="10215" y="46322"/>
                  </a:lnTo>
                  <a:lnTo>
                    <a:pt x="11060" y="8187"/>
                  </a:lnTo>
                  <a:lnTo>
                    <a:pt x="11905" y="0"/>
                  </a:lnTo>
                  <a:lnTo>
                    <a:pt x="12750" y="6892"/>
                  </a:lnTo>
                  <a:lnTo>
                    <a:pt x="13030" y="16720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l739"/>
            <p:cNvSpPr/>
            <p:nvPr/>
          </p:nvSpPr>
          <p:spPr>
            <a:xfrm>
              <a:off x="6375875" y="4098624"/>
              <a:ext cx="25690" cy="177538"/>
            </a:xfrm>
            <a:custGeom>
              <a:avLst/>
              <a:pathLst>
                <a:path w="25690" h="177538">
                  <a:moveTo>
                    <a:pt x="0" y="177538"/>
                  </a:moveTo>
                  <a:lnTo>
                    <a:pt x="299" y="0"/>
                  </a:lnTo>
                  <a:lnTo>
                    <a:pt x="1144" y="24090"/>
                  </a:lnTo>
                  <a:lnTo>
                    <a:pt x="1989" y="53763"/>
                  </a:lnTo>
                  <a:lnTo>
                    <a:pt x="2834" y="83778"/>
                  </a:lnTo>
                  <a:lnTo>
                    <a:pt x="3679" y="47883"/>
                  </a:lnTo>
                  <a:lnTo>
                    <a:pt x="4524" y="54620"/>
                  </a:lnTo>
                  <a:lnTo>
                    <a:pt x="5369" y="62344"/>
                  </a:lnTo>
                  <a:lnTo>
                    <a:pt x="6215" y="85311"/>
                  </a:lnTo>
                  <a:lnTo>
                    <a:pt x="7060" y="72983"/>
                  </a:lnTo>
                  <a:lnTo>
                    <a:pt x="7905" y="75672"/>
                  </a:lnTo>
                  <a:lnTo>
                    <a:pt x="8750" y="66183"/>
                  </a:lnTo>
                  <a:lnTo>
                    <a:pt x="9595" y="87546"/>
                  </a:lnTo>
                  <a:lnTo>
                    <a:pt x="10440" y="108684"/>
                  </a:lnTo>
                  <a:lnTo>
                    <a:pt x="11285" y="88939"/>
                  </a:lnTo>
                  <a:lnTo>
                    <a:pt x="12130" y="51494"/>
                  </a:lnTo>
                  <a:lnTo>
                    <a:pt x="12975" y="16859"/>
                  </a:lnTo>
                  <a:lnTo>
                    <a:pt x="13820" y="51356"/>
                  </a:lnTo>
                  <a:lnTo>
                    <a:pt x="14665" y="71379"/>
                  </a:lnTo>
                  <a:lnTo>
                    <a:pt x="15511" y="67374"/>
                  </a:lnTo>
                  <a:lnTo>
                    <a:pt x="16356" y="112382"/>
                  </a:lnTo>
                  <a:lnTo>
                    <a:pt x="17201" y="129884"/>
                  </a:lnTo>
                  <a:lnTo>
                    <a:pt x="18046" y="130162"/>
                  </a:lnTo>
                  <a:lnTo>
                    <a:pt x="18891" y="147164"/>
                  </a:lnTo>
                  <a:lnTo>
                    <a:pt x="19736" y="134886"/>
                  </a:lnTo>
                  <a:lnTo>
                    <a:pt x="20581" y="139480"/>
                  </a:lnTo>
                  <a:lnTo>
                    <a:pt x="21426" y="148452"/>
                  </a:lnTo>
                  <a:lnTo>
                    <a:pt x="22271" y="156297"/>
                  </a:lnTo>
                  <a:lnTo>
                    <a:pt x="23116" y="158711"/>
                  </a:lnTo>
                  <a:lnTo>
                    <a:pt x="23961" y="166660"/>
                  </a:lnTo>
                  <a:lnTo>
                    <a:pt x="24807" y="163475"/>
                  </a:lnTo>
                  <a:lnTo>
                    <a:pt x="25652" y="162020"/>
                  </a:lnTo>
                  <a:lnTo>
                    <a:pt x="25690" y="1775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l740"/>
            <p:cNvSpPr/>
            <p:nvPr/>
          </p:nvSpPr>
          <p:spPr>
            <a:xfrm>
              <a:off x="6403967" y="4232055"/>
              <a:ext cx="1042" cy="44107"/>
            </a:xfrm>
            <a:custGeom>
              <a:avLst/>
              <a:pathLst>
                <a:path w="1042" h="44107">
                  <a:moveTo>
                    <a:pt x="0" y="44107"/>
                  </a:moveTo>
                  <a:lnTo>
                    <a:pt x="95" y="2793"/>
                  </a:lnTo>
                  <a:lnTo>
                    <a:pt x="940" y="0"/>
                  </a:lnTo>
                  <a:lnTo>
                    <a:pt x="1042" y="4410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l741"/>
            <p:cNvSpPr/>
            <p:nvPr/>
          </p:nvSpPr>
          <p:spPr>
            <a:xfrm>
              <a:off x="6406488" y="4199177"/>
              <a:ext cx="7839" cy="76985"/>
            </a:xfrm>
            <a:custGeom>
              <a:avLst/>
              <a:pathLst>
                <a:path w="7839" h="76985">
                  <a:moveTo>
                    <a:pt x="0" y="76985"/>
                  </a:moveTo>
                  <a:lnTo>
                    <a:pt x="109" y="28890"/>
                  </a:lnTo>
                  <a:lnTo>
                    <a:pt x="954" y="29320"/>
                  </a:lnTo>
                  <a:lnTo>
                    <a:pt x="1799" y="28233"/>
                  </a:lnTo>
                  <a:lnTo>
                    <a:pt x="2644" y="27645"/>
                  </a:lnTo>
                  <a:lnTo>
                    <a:pt x="3489" y="11165"/>
                  </a:lnTo>
                  <a:lnTo>
                    <a:pt x="4334" y="0"/>
                  </a:lnTo>
                  <a:lnTo>
                    <a:pt x="5179" y="8958"/>
                  </a:lnTo>
                  <a:lnTo>
                    <a:pt x="6024" y="13787"/>
                  </a:lnTo>
                  <a:lnTo>
                    <a:pt x="6870" y="16748"/>
                  </a:lnTo>
                  <a:lnTo>
                    <a:pt x="7715" y="21020"/>
                  </a:lnTo>
                  <a:lnTo>
                    <a:pt x="7839" y="769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l742"/>
            <p:cNvSpPr/>
            <p:nvPr/>
          </p:nvSpPr>
          <p:spPr>
            <a:xfrm>
              <a:off x="6415772" y="4221768"/>
              <a:ext cx="6083" cy="54394"/>
            </a:xfrm>
            <a:custGeom>
              <a:avLst/>
              <a:pathLst>
                <a:path w="6083" h="54394">
                  <a:moveTo>
                    <a:pt x="0" y="54394"/>
                  </a:moveTo>
                  <a:lnTo>
                    <a:pt x="121" y="0"/>
                  </a:lnTo>
                  <a:lnTo>
                    <a:pt x="966" y="14757"/>
                  </a:lnTo>
                  <a:lnTo>
                    <a:pt x="1811" y="28431"/>
                  </a:lnTo>
                  <a:lnTo>
                    <a:pt x="2656" y="35914"/>
                  </a:lnTo>
                  <a:lnTo>
                    <a:pt x="3501" y="41750"/>
                  </a:lnTo>
                  <a:lnTo>
                    <a:pt x="4347" y="44831"/>
                  </a:lnTo>
                  <a:lnTo>
                    <a:pt x="5192" y="27610"/>
                  </a:lnTo>
                  <a:lnTo>
                    <a:pt x="6037" y="35721"/>
                  </a:lnTo>
                  <a:lnTo>
                    <a:pt x="6083" y="543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l743"/>
            <p:cNvSpPr/>
            <p:nvPr/>
          </p:nvSpPr>
          <p:spPr>
            <a:xfrm>
              <a:off x="6432674" y="4188030"/>
              <a:ext cx="1907" cy="88132"/>
            </a:xfrm>
            <a:custGeom>
              <a:avLst/>
              <a:pathLst>
                <a:path w="1907" h="88132">
                  <a:moveTo>
                    <a:pt x="0" y="88132"/>
                  </a:moveTo>
                  <a:lnTo>
                    <a:pt x="121" y="33815"/>
                  </a:lnTo>
                  <a:lnTo>
                    <a:pt x="966" y="0"/>
                  </a:lnTo>
                  <a:lnTo>
                    <a:pt x="1811" y="46778"/>
                  </a:lnTo>
                  <a:lnTo>
                    <a:pt x="1907" y="881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l744"/>
            <p:cNvSpPr/>
            <p:nvPr/>
          </p:nvSpPr>
          <p:spPr>
            <a:xfrm>
              <a:off x="6438634" y="4243814"/>
              <a:ext cx="153" cy="32348"/>
            </a:xfrm>
            <a:custGeom>
              <a:avLst/>
              <a:pathLst>
                <a:path w="153" h="32348">
                  <a:moveTo>
                    <a:pt x="0" y="32348"/>
                  </a:moveTo>
                  <a:lnTo>
                    <a:pt x="76" y="0"/>
                  </a:lnTo>
                  <a:lnTo>
                    <a:pt x="153" y="3234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l745"/>
            <p:cNvSpPr/>
            <p:nvPr/>
          </p:nvSpPr>
          <p:spPr>
            <a:xfrm>
              <a:off x="6440340" y="4232335"/>
              <a:ext cx="6856" cy="43827"/>
            </a:xfrm>
            <a:custGeom>
              <a:avLst/>
              <a:pathLst>
                <a:path w="6856" h="43827">
                  <a:moveTo>
                    <a:pt x="0" y="43827"/>
                  </a:moveTo>
                  <a:lnTo>
                    <a:pt x="61" y="18483"/>
                  </a:lnTo>
                  <a:lnTo>
                    <a:pt x="906" y="14445"/>
                  </a:lnTo>
                  <a:lnTo>
                    <a:pt x="1751" y="4186"/>
                  </a:lnTo>
                  <a:lnTo>
                    <a:pt x="2596" y="21074"/>
                  </a:lnTo>
                  <a:lnTo>
                    <a:pt x="3441" y="0"/>
                  </a:lnTo>
                  <a:lnTo>
                    <a:pt x="4286" y="21756"/>
                  </a:lnTo>
                  <a:lnTo>
                    <a:pt x="5131" y="19464"/>
                  </a:lnTo>
                  <a:lnTo>
                    <a:pt x="5977" y="12347"/>
                  </a:lnTo>
                  <a:lnTo>
                    <a:pt x="6822" y="30170"/>
                  </a:lnTo>
                  <a:lnTo>
                    <a:pt x="6856" y="4382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l746"/>
            <p:cNvSpPr/>
            <p:nvPr/>
          </p:nvSpPr>
          <p:spPr>
            <a:xfrm>
              <a:off x="6454615" y="4204637"/>
              <a:ext cx="4446" cy="71525"/>
            </a:xfrm>
            <a:custGeom>
              <a:avLst/>
              <a:pathLst>
                <a:path w="4446" h="71525">
                  <a:moveTo>
                    <a:pt x="0" y="71525"/>
                  </a:moveTo>
                  <a:lnTo>
                    <a:pt x="152" y="0"/>
                  </a:lnTo>
                  <a:lnTo>
                    <a:pt x="998" y="23577"/>
                  </a:lnTo>
                  <a:lnTo>
                    <a:pt x="1843" y="16217"/>
                  </a:lnTo>
                  <a:lnTo>
                    <a:pt x="2688" y="37283"/>
                  </a:lnTo>
                  <a:lnTo>
                    <a:pt x="3533" y="41733"/>
                  </a:lnTo>
                  <a:lnTo>
                    <a:pt x="4378" y="43279"/>
                  </a:lnTo>
                  <a:lnTo>
                    <a:pt x="4446" y="7152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l747"/>
            <p:cNvSpPr/>
            <p:nvPr/>
          </p:nvSpPr>
          <p:spPr>
            <a:xfrm>
              <a:off x="6461468" y="4193307"/>
              <a:ext cx="6979" cy="82855"/>
            </a:xfrm>
            <a:custGeom>
              <a:avLst/>
              <a:pathLst>
                <a:path w="6979" h="82855">
                  <a:moveTo>
                    <a:pt x="0" y="82855"/>
                  </a:moveTo>
                  <a:lnTo>
                    <a:pt x="60" y="57711"/>
                  </a:lnTo>
                  <a:lnTo>
                    <a:pt x="906" y="54771"/>
                  </a:lnTo>
                  <a:lnTo>
                    <a:pt x="1751" y="46044"/>
                  </a:lnTo>
                  <a:lnTo>
                    <a:pt x="2596" y="29374"/>
                  </a:lnTo>
                  <a:lnTo>
                    <a:pt x="3441" y="10247"/>
                  </a:lnTo>
                  <a:lnTo>
                    <a:pt x="4286" y="0"/>
                  </a:lnTo>
                  <a:lnTo>
                    <a:pt x="5131" y="4306"/>
                  </a:lnTo>
                  <a:lnTo>
                    <a:pt x="5976" y="149"/>
                  </a:lnTo>
                  <a:lnTo>
                    <a:pt x="6821" y="8816"/>
                  </a:lnTo>
                  <a:lnTo>
                    <a:pt x="6979" y="828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l748"/>
            <p:cNvSpPr/>
            <p:nvPr/>
          </p:nvSpPr>
          <p:spPr>
            <a:xfrm>
              <a:off x="6470730" y="4049556"/>
              <a:ext cx="88007" cy="226606"/>
            </a:xfrm>
            <a:custGeom>
              <a:avLst/>
              <a:pathLst>
                <a:path w="88007" h="226606">
                  <a:moveTo>
                    <a:pt x="0" y="226606"/>
                  </a:moveTo>
                  <a:lnTo>
                    <a:pt x="95" y="185614"/>
                  </a:lnTo>
                  <a:lnTo>
                    <a:pt x="940" y="172333"/>
                  </a:lnTo>
                  <a:lnTo>
                    <a:pt x="1785" y="162490"/>
                  </a:lnTo>
                  <a:lnTo>
                    <a:pt x="2630" y="162732"/>
                  </a:lnTo>
                  <a:lnTo>
                    <a:pt x="3475" y="155398"/>
                  </a:lnTo>
                  <a:lnTo>
                    <a:pt x="4320" y="140441"/>
                  </a:lnTo>
                  <a:lnTo>
                    <a:pt x="5165" y="150057"/>
                  </a:lnTo>
                  <a:lnTo>
                    <a:pt x="6010" y="161988"/>
                  </a:lnTo>
                  <a:lnTo>
                    <a:pt x="6855" y="179374"/>
                  </a:lnTo>
                  <a:lnTo>
                    <a:pt x="7700" y="162819"/>
                  </a:lnTo>
                  <a:lnTo>
                    <a:pt x="8545" y="154497"/>
                  </a:lnTo>
                  <a:lnTo>
                    <a:pt x="9391" y="153251"/>
                  </a:lnTo>
                  <a:lnTo>
                    <a:pt x="10236" y="154663"/>
                  </a:lnTo>
                  <a:lnTo>
                    <a:pt x="11081" y="167953"/>
                  </a:lnTo>
                  <a:lnTo>
                    <a:pt x="11926" y="171145"/>
                  </a:lnTo>
                  <a:lnTo>
                    <a:pt x="12771" y="156967"/>
                  </a:lnTo>
                  <a:lnTo>
                    <a:pt x="13616" y="170800"/>
                  </a:lnTo>
                  <a:lnTo>
                    <a:pt x="14461" y="161797"/>
                  </a:lnTo>
                  <a:lnTo>
                    <a:pt x="15306" y="149589"/>
                  </a:lnTo>
                  <a:lnTo>
                    <a:pt x="16151" y="165629"/>
                  </a:lnTo>
                  <a:lnTo>
                    <a:pt x="16996" y="159833"/>
                  </a:lnTo>
                  <a:lnTo>
                    <a:pt x="17841" y="180389"/>
                  </a:lnTo>
                  <a:lnTo>
                    <a:pt x="18687" y="179355"/>
                  </a:lnTo>
                  <a:lnTo>
                    <a:pt x="19532" y="173683"/>
                  </a:lnTo>
                  <a:lnTo>
                    <a:pt x="20377" y="179122"/>
                  </a:lnTo>
                  <a:lnTo>
                    <a:pt x="21222" y="161793"/>
                  </a:lnTo>
                  <a:lnTo>
                    <a:pt x="22067" y="174743"/>
                  </a:lnTo>
                  <a:lnTo>
                    <a:pt x="22912" y="174836"/>
                  </a:lnTo>
                  <a:lnTo>
                    <a:pt x="23757" y="145138"/>
                  </a:lnTo>
                  <a:lnTo>
                    <a:pt x="24602" y="91284"/>
                  </a:lnTo>
                  <a:lnTo>
                    <a:pt x="25447" y="91260"/>
                  </a:lnTo>
                  <a:lnTo>
                    <a:pt x="26292" y="122029"/>
                  </a:lnTo>
                  <a:lnTo>
                    <a:pt x="27137" y="135259"/>
                  </a:lnTo>
                  <a:lnTo>
                    <a:pt x="27983" y="98154"/>
                  </a:lnTo>
                  <a:lnTo>
                    <a:pt x="28828" y="93421"/>
                  </a:lnTo>
                  <a:lnTo>
                    <a:pt x="29673" y="87142"/>
                  </a:lnTo>
                  <a:lnTo>
                    <a:pt x="30518" y="89744"/>
                  </a:lnTo>
                  <a:lnTo>
                    <a:pt x="31363" y="91821"/>
                  </a:lnTo>
                  <a:lnTo>
                    <a:pt x="32208" y="48530"/>
                  </a:lnTo>
                  <a:lnTo>
                    <a:pt x="33053" y="32551"/>
                  </a:lnTo>
                  <a:lnTo>
                    <a:pt x="33898" y="0"/>
                  </a:lnTo>
                  <a:lnTo>
                    <a:pt x="34743" y="22139"/>
                  </a:lnTo>
                  <a:lnTo>
                    <a:pt x="35588" y="78356"/>
                  </a:lnTo>
                  <a:lnTo>
                    <a:pt x="36433" y="67179"/>
                  </a:lnTo>
                  <a:lnTo>
                    <a:pt x="37279" y="47698"/>
                  </a:lnTo>
                  <a:lnTo>
                    <a:pt x="38124" y="79397"/>
                  </a:lnTo>
                  <a:lnTo>
                    <a:pt x="38969" y="121319"/>
                  </a:lnTo>
                  <a:lnTo>
                    <a:pt x="39814" y="150436"/>
                  </a:lnTo>
                  <a:lnTo>
                    <a:pt x="40659" y="151747"/>
                  </a:lnTo>
                  <a:lnTo>
                    <a:pt x="41504" y="156752"/>
                  </a:lnTo>
                  <a:lnTo>
                    <a:pt x="42349" y="157378"/>
                  </a:lnTo>
                  <a:lnTo>
                    <a:pt x="43194" y="160753"/>
                  </a:lnTo>
                  <a:lnTo>
                    <a:pt x="44039" y="176702"/>
                  </a:lnTo>
                  <a:lnTo>
                    <a:pt x="44884" y="165589"/>
                  </a:lnTo>
                  <a:lnTo>
                    <a:pt x="45729" y="159084"/>
                  </a:lnTo>
                  <a:lnTo>
                    <a:pt x="46575" y="169500"/>
                  </a:lnTo>
                  <a:lnTo>
                    <a:pt x="47420" y="180899"/>
                  </a:lnTo>
                  <a:lnTo>
                    <a:pt x="48265" y="197883"/>
                  </a:lnTo>
                  <a:lnTo>
                    <a:pt x="49110" y="183696"/>
                  </a:lnTo>
                  <a:lnTo>
                    <a:pt x="49955" y="177938"/>
                  </a:lnTo>
                  <a:lnTo>
                    <a:pt x="50800" y="180305"/>
                  </a:lnTo>
                  <a:lnTo>
                    <a:pt x="51645" y="151607"/>
                  </a:lnTo>
                  <a:lnTo>
                    <a:pt x="52490" y="129103"/>
                  </a:lnTo>
                  <a:lnTo>
                    <a:pt x="53335" y="159407"/>
                  </a:lnTo>
                  <a:lnTo>
                    <a:pt x="54180" y="168090"/>
                  </a:lnTo>
                  <a:lnTo>
                    <a:pt x="55025" y="176211"/>
                  </a:lnTo>
                  <a:lnTo>
                    <a:pt x="55871" y="175651"/>
                  </a:lnTo>
                  <a:lnTo>
                    <a:pt x="56716" y="169615"/>
                  </a:lnTo>
                  <a:lnTo>
                    <a:pt x="57561" y="168883"/>
                  </a:lnTo>
                  <a:lnTo>
                    <a:pt x="58406" y="179540"/>
                  </a:lnTo>
                  <a:lnTo>
                    <a:pt x="59251" y="189315"/>
                  </a:lnTo>
                  <a:lnTo>
                    <a:pt x="60096" y="185146"/>
                  </a:lnTo>
                  <a:lnTo>
                    <a:pt x="60941" y="183780"/>
                  </a:lnTo>
                  <a:lnTo>
                    <a:pt x="61786" y="184097"/>
                  </a:lnTo>
                  <a:lnTo>
                    <a:pt x="62631" y="174591"/>
                  </a:lnTo>
                  <a:lnTo>
                    <a:pt x="63476" y="183540"/>
                  </a:lnTo>
                  <a:lnTo>
                    <a:pt x="64322" y="188279"/>
                  </a:lnTo>
                  <a:lnTo>
                    <a:pt x="65167" y="181996"/>
                  </a:lnTo>
                  <a:lnTo>
                    <a:pt x="66012" y="184634"/>
                  </a:lnTo>
                  <a:lnTo>
                    <a:pt x="66857" y="192986"/>
                  </a:lnTo>
                  <a:lnTo>
                    <a:pt x="67702" y="199842"/>
                  </a:lnTo>
                  <a:lnTo>
                    <a:pt x="68547" y="210489"/>
                  </a:lnTo>
                  <a:lnTo>
                    <a:pt x="69392" y="213802"/>
                  </a:lnTo>
                  <a:lnTo>
                    <a:pt x="70237" y="201785"/>
                  </a:lnTo>
                  <a:lnTo>
                    <a:pt x="71082" y="206850"/>
                  </a:lnTo>
                  <a:lnTo>
                    <a:pt x="71927" y="214290"/>
                  </a:lnTo>
                  <a:lnTo>
                    <a:pt x="72772" y="208839"/>
                  </a:lnTo>
                  <a:lnTo>
                    <a:pt x="73618" y="199465"/>
                  </a:lnTo>
                  <a:lnTo>
                    <a:pt x="74463" y="197156"/>
                  </a:lnTo>
                  <a:lnTo>
                    <a:pt x="75308" y="194695"/>
                  </a:lnTo>
                  <a:lnTo>
                    <a:pt x="76153" y="189688"/>
                  </a:lnTo>
                  <a:lnTo>
                    <a:pt x="76998" y="191202"/>
                  </a:lnTo>
                  <a:lnTo>
                    <a:pt x="77843" y="177920"/>
                  </a:lnTo>
                  <a:lnTo>
                    <a:pt x="78688" y="188308"/>
                  </a:lnTo>
                  <a:lnTo>
                    <a:pt x="79533" y="184101"/>
                  </a:lnTo>
                  <a:lnTo>
                    <a:pt x="80378" y="161203"/>
                  </a:lnTo>
                  <a:lnTo>
                    <a:pt x="81223" y="174635"/>
                  </a:lnTo>
                  <a:lnTo>
                    <a:pt x="82068" y="177102"/>
                  </a:lnTo>
                  <a:lnTo>
                    <a:pt x="82914" y="203536"/>
                  </a:lnTo>
                  <a:lnTo>
                    <a:pt x="83759" y="205761"/>
                  </a:lnTo>
                  <a:lnTo>
                    <a:pt x="84604" y="211818"/>
                  </a:lnTo>
                  <a:lnTo>
                    <a:pt x="85449" y="212234"/>
                  </a:lnTo>
                  <a:lnTo>
                    <a:pt x="86294" y="221815"/>
                  </a:lnTo>
                  <a:lnTo>
                    <a:pt x="87139" y="220851"/>
                  </a:lnTo>
                  <a:lnTo>
                    <a:pt x="87984" y="217640"/>
                  </a:lnTo>
                  <a:lnTo>
                    <a:pt x="88007" y="2266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l749"/>
            <p:cNvSpPr/>
            <p:nvPr/>
          </p:nvSpPr>
          <p:spPr>
            <a:xfrm>
              <a:off x="6565364" y="4107818"/>
              <a:ext cx="35687" cy="168344"/>
            </a:xfrm>
            <a:custGeom>
              <a:avLst/>
              <a:pathLst>
                <a:path w="35687" h="168344">
                  <a:moveTo>
                    <a:pt x="0" y="168344"/>
                  </a:moveTo>
                  <a:lnTo>
                    <a:pt x="111" y="119356"/>
                  </a:lnTo>
                  <a:lnTo>
                    <a:pt x="956" y="133078"/>
                  </a:lnTo>
                  <a:lnTo>
                    <a:pt x="1801" y="116057"/>
                  </a:lnTo>
                  <a:lnTo>
                    <a:pt x="2646" y="136050"/>
                  </a:lnTo>
                  <a:lnTo>
                    <a:pt x="3491" y="123725"/>
                  </a:lnTo>
                  <a:lnTo>
                    <a:pt x="4336" y="119812"/>
                  </a:lnTo>
                  <a:lnTo>
                    <a:pt x="5181" y="131851"/>
                  </a:lnTo>
                  <a:lnTo>
                    <a:pt x="6026" y="94540"/>
                  </a:lnTo>
                  <a:lnTo>
                    <a:pt x="6871" y="28745"/>
                  </a:lnTo>
                  <a:lnTo>
                    <a:pt x="7716" y="17412"/>
                  </a:lnTo>
                  <a:lnTo>
                    <a:pt x="8562" y="36441"/>
                  </a:lnTo>
                  <a:lnTo>
                    <a:pt x="9407" y="75936"/>
                  </a:lnTo>
                  <a:lnTo>
                    <a:pt x="10252" y="46491"/>
                  </a:lnTo>
                  <a:lnTo>
                    <a:pt x="11097" y="37323"/>
                  </a:lnTo>
                  <a:lnTo>
                    <a:pt x="11942" y="39422"/>
                  </a:lnTo>
                  <a:lnTo>
                    <a:pt x="12787" y="41048"/>
                  </a:lnTo>
                  <a:lnTo>
                    <a:pt x="13632" y="49616"/>
                  </a:lnTo>
                  <a:lnTo>
                    <a:pt x="14477" y="44163"/>
                  </a:lnTo>
                  <a:lnTo>
                    <a:pt x="15322" y="64719"/>
                  </a:lnTo>
                  <a:lnTo>
                    <a:pt x="16167" y="78538"/>
                  </a:lnTo>
                  <a:lnTo>
                    <a:pt x="17012" y="80707"/>
                  </a:lnTo>
                  <a:lnTo>
                    <a:pt x="17858" y="84688"/>
                  </a:lnTo>
                  <a:lnTo>
                    <a:pt x="18703" y="74131"/>
                  </a:lnTo>
                  <a:lnTo>
                    <a:pt x="19548" y="74813"/>
                  </a:lnTo>
                  <a:lnTo>
                    <a:pt x="20393" y="80121"/>
                  </a:lnTo>
                  <a:lnTo>
                    <a:pt x="21238" y="76521"/>
                  </a:lnTo>
                  <a:lnTo>
                    <a:pt x="22083" y="59047"/>
                  </a:lnTo>
                  <a:lnTo>
                    <a:pt x="22928" y="5459"/>
                  </a:lnTo>
                  <a:lnTo>
                    <a:pt x="23773" y="0"/>
                  </a:lnTo>
                  <a:lnTo>
                    <a:pt x="24618" y="28901"/>
                  </a:lnTo>
                  <a:lnTo>
                    <a:pt x="25463" y="37218"/>
                  </a:lnTo>
                  <a:lnTo>
                    <a:pt x="26308" y="35661"/>
                  </a:lnTo>
                  <a:lnTo>
                    <a:pt x="27154" y="40329"/>
                  </a:lnTo>
                  <a:lnTo>
                    <a:pt x="27999" y="43790"/>
                  </a:lnTo>
                  <a:lnTo>
                    <a:pt x="28844" y="50594"/>
                  </a:lnTo>
                  <a:lnTo>
                    <a:pt x="29689" y="63359"/>
                  </a:lnTo>
                  <a:lnTo>
                    <a:pt x="30534" y="65122"/>
                  </a:lnTo>
                  <a:lnTo>
                    <a:pt x="31379" y="83535"/>
                  </a:lnTo>
                  <a:lnTo>
                    <a:pt x="32224" y="96573"/>
                  </a:lnTo>
                  <a:lnTo>
                    <a:pt x="33069" y="120267"/>
                  </a:lnTo>
                  <a:lnTo>
                    <a:pt x="33914" y="135166"/>
                  </a:lnTo>
                  <a:lnTo>
                    <a:pt x="34759" y="120582"/>
                  </a:lnTo>
                  <a:lnTo>
                    <a:pt x="35604" y="133378"/>
                  </a:lnTo>
                  <a:lnTo>
                    <a:pt x="35687" y="1683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l750"/>
            <p:cNvSpPr/>
            <p:nvPr/>
          </p:nvSpPr>
          <p:spPr>
            <a:xfrm>
              <a:off x="6602585" y="4095085"/>
              <a:ext cx="16347" cy="181077"/>
            </a:xfrm>
            <a:custGeom>
              <a:avLst/>
              <a:pathLst>
                <a:path w="16347" h="181077">
                  <a:moveTo>
                    <a:pt x="0" y="181077"/>
                  </a:moveTo>
                  <a:lnTo>
                    <a:pt x="74" y="149957"/>
                  </a:lnTo>
                  <a:lnTo>
                    <a:pt x="919" y="156487"/>
                  </a:lnTo>
                  <a:lnTo>
                    <a:pt x="1764" y="137860"/>
                  </a:lnTo>
                  <a:lnTo>
                    <a:pt x="2609" y="148167"/>
                  </a:lnTo>
                  <a:lnTo>
                    <a:pt x="3454" y="132288"/>
                  </a:lnTo>
                  <a:lnTo>
                    <a:pt x="4299" y="133008"/>
                  </a:lnTo>
                  <a:lnTo>
                    <a:pt x="5144" y="113326"/>
                  </a:lnTo>
                  <a:lnTo>
                    <a:pt x="5989" y="85051"/>
                  </a:lnTo>
                  <a:lnTo>
                    <a:pt x="6834" y="61441"/>
                  </a:lnTo>
                  <a:lnTo>
                    <a:pt x="7679" y="0"/>
                  </a:lnTo>
                  <a:lnTo>
                    <a:pt x="8525" y="5087"/>
                  </a:lnTo>
                  <a:lnTo>
                    <a:pt x="9370" y="39099"/>
                  </a:lnTo>
                  <a:lnTo>
                    <a:pt x="10215" y="59254"/>
                  </a:lnTo>
                  <a:lnTo>
                    <a:pt x="11060" y="73939"/>
                  </a:lnTo>
                  <a:lnTo>
                    <a:pt x="11905" y="73929"/>
                  </a:lnTo>
                  <a:lnTo>
                    <a:pt x="12750" y="64014"/>
                  </a:lnTo>
                  <a:lnTo>
                    <a:pt x="13595" y="48100"/>
                  </a:lnTo>
                  <a:lnTo>
                    <a:pt x="14440" y="34953"/>
                  </a:lnTo>
                  <a:lnTo>
                    <a:pt x="15285" y="67472"/>
                  </a:lnTo>
                  <a:lnTo>
                    <a:pt x="16130" y="69285"/>
                  </a:lnTo>
                  <a:lnTo>
                    <a:pt x="16347" y="18107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l751"/>
            <p:cNvSpPr/>
            <p:nvPr/>
          </p:nvSpPr>
          <p:spPr>
            <a:xfrm>
              <a:off x="6621142" y="4209351"/>
              <a:ext cx="5264" cy="66811"/>
            </a:xfrm>
            <a:custGeom>
              <a:avLst/>
              <a:pathLst>
                <a:path w="5264" h="66811">
                  <a:moveTo>
                    <a:pt x="0" y="66811"/>
                  </a:moveTo>
                  <a:lnTo>
                    <a:pt x="109" y="18644"/>
                  </a:lnTo>
                  <a:lnTo>
                    <a:pt x="954" y="6151"/>
                  </a:lnTo>
                  <a:lnTo>
                    <a:pt x="1799" y="0"/>
                  </a:lnTo>
                  <a:lnTo>
                    <a:pt x="2644" y="17852"/>
                  </a:lnTo>
                  <a:lnTo>
                    <a:pt x="3489" y="21537"/>
                  </a:lnTo>
                  <a:lnTo>
                    <a:pt x="4334" y="25401"/>
                  </a:lnTo>
                  <a:lnTo>
                    <a:pt x="5180" y="30939"/>
                  </a:lnTo>
                  <a:lnTo>
                    <a:pt x="5264" y="6681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l752"/>
            <p:cNvSpPr/>
            <p:nvPr/>
          </p:nvSpPr>
          <p:spPr>
            <a:xfrm>
              <a:off x="6628807" y="4242423"/>
              <a:ext cx="7716" cy="33739"/>
            </a:xfrm>
            <a:custGeom>
              <a:avLst/>
              <a:pathLst>
                <a:path w="7716" h="33739">
                  <a:moveTo>
                    <a:pt x="0" y="33739"/>
                  </a:moveTo>
                  <a:lnTo>
                    <a:pt x="49" y="13395"/>
                  </a:lnTo>
                  <a:lnTo>
                    <a:pt x="895" y="11312"/>
                  </a:lnTo>
                  <a:lnTo>
                    <a:pt x="1740" y="14164"/>
                  </a:lnTo>
                  <a:lnTo>
                    <a:pt x="2585" y="23911"/>
                  </a:lnTo>
                  <a:lnTo>
                    <a:pt x="3430" y="23540"/>
                  </a:lnTo>
                  <a:lnTo>
                    <a:pt x="4275" y="0"/>
                  </a:lnTo>
                  <a:lnTo>
                    <a:pt x="5120" y="9781"/>
                  </a:lnTo>
                  <a:lnTo>
                    <a:pt x="5965" y="11365"/>
                  </a:lnTo>
                  <a:lnTo>
                    <a:pt x="6810" y="13085"/>
                  </a:lnTo>
                  <a:lnTo>
                    <a:pt x="7655" y="8698"/>
                  </a:lnTo>
                  <a:lnTo>
                    <a:pt x="7716" y="3373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l753"/>
            <p:cNvSpPr/>
            <p:nvPr/>
          </p:nvSpPr>
          <p:spPr>
            <a:xfrm>
              <a:off x="6638081" y="4224318"/>
              <a:ext cx="2723" cy="51844"/>
            </a:xfrm>
            <a:custGeom>
              <a:avLst/>
              <a:pathLst>
                <a:path w="2723" h="51844">
                  <a:moveTo>
                    <a:pt x="0" y="51844"/>
                  </a:moveTo>
                  <a:lnTo>
                    <a:pt x="71" y="21910"/>
                  </a:lnTo>
                  <a:lnTo>
                    <a:pt x="916" y="18565"/>
                  </a:lnTo>
                  <a:lnTo>
                    <a:pt x="1761" y="13366"/>
                  </a:lnTo>
                  <a:lnTo>
                    <a:pt x="2606" y="0"/>
                  </a:lnTo>
                  <a:lnTo>
                    <a:pt x="2723" y="518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l754"/>
            <p:cNvSpPr/>
            <p:nvPr/>
          </p:nvSpPr>
          <p:spPr>
            <a:xfrm>
              <a:off x="6642184" y="4179645"/>
              <a:ext cx="388" cy="96517"/>
            </a:xfrm>
            <a:custGeom>
              <a:avLst/>
              <a:pathLst>
                <a:path w="388" h="96517">
                  <a:moveTo>
                    <a:pt x="0" y="96517"/>
                  </a:moveTo>
                  <a:lnTo>
                    <a:pt x="194" y="0"/>
                  </a:lnTo>
                  <a:lnTo>
                    <a:pt x="388" y="9651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l755"/>
            <p:cNvSpPr/>
            <p:nvPr/>
          </p:nvSpPr>
          <p:spPr>
            <a:xfrm>
              <a:off x="6644661" y="4075962"/>
              <a:ext cx="21470" cy="200200"/>
            </a:xfrm>
            <a:custGeom>
              <a:avLst/>
              <a:pathLst>
                <a:path w="21470" h="200200">
                  <a:moveTo>
                    <a:pt x="0" y="200200"/>
                  </a:moveTo>
                  <a:lnTo>
                    <a:pt x="252" y="62377"/>
                  </a:lnTo>
                  <a:lnTo>
                    <a:pt x="1097" y="86535"/>
                  </a:lnTo>
                  <a:lnTo>
                    <a:pt x="1942" y="51934"/>
                  </a:lnTo>
                  <a:lnTo>
                    <a:pt x="2787" y="23672"/>
                  </a:lnTo>
                  <a:lnTo>
                    <a:pt x="3632" y="22569"/>
                  </a:lnTo>
                  <a:lnTo>
                    <a:pt x="4477" y="48753"/>
                  </a:lnTo>
                  <a:lnTo>
                    <a:pt x="5322" y="63253"/>
                  </a:lnTo>
                  <a:lnTo>
                    <a:pt x="6168" y="69538"/>
                  </a:lnTo>
                  <a:lnTo>
                    <a:pt x="7013" y="84792"/>
                  </a:lnTo>
                  <a:lnTo>
                    <a:pt x="7858" y="103555"/>
                  </a:lnTo>
                  <a:lnTo>
                    <a:pt x="8703" y="62760"/>
                  </a:lnTo>
                  <a:lnTo>
                    <a:pt x="9548" y="18420"/>
                  </a:lnTo>
                  <a:lnTo>
                    <a:pt x="10393" y="0"/>
                  </a:lnTo>
                  <a:lnTo>
                    <a:pt x="11238" y="15613"/>
                  </a:lnTo>
                  <a:lnTo>
                    <a:pt x="12083" y="48606"/>
                  </a:lnTo>
                  <a:lnTo>
                    <a:pt x="12928" y="43638"/>
                  </a:lnTo>
                  <a:lnTo>
                    <a:pt x="13773" y="79133"/>
                  </a:lnTo>
                  <a:lnTo>
                    <a:pt x="14618" y="120026"/>
                  </a:lnTo>
                  <a:lnTo>
                    <a:pt x="15464" y="123165"/>
                  </a:lnTo>
                  <a:lnTo>
                    <a:pt x="16309" y="139313"/>
                  </a:lnTo>
                  <a:lnTo>
                    <a:pt x="17154" y="129296"/>
                  </a:lnTo>
                  <a:lnTo>
                    <a:pt x="17999" y="116891"/>
                  </a:lnTo>
                  <a:lnTo>
                    <a:pt x="18844" y="109908"/>
                  </a:lnTo>
                  <a:lnTo>
                    <a:pt x="19689" y="126942"/>
                  </a:lnTo>
                  <a:lnTo>
                    <a:pt x="20534" y="163223"/>
                  </a:lnTo>
                  <a:lnTo>
                    <a:pt x="21379" y="161215"/>
                  </a:lnTo>
                  <a:lnTo>
                    <a:pt x="21470" y="2002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l756"/>
            <p:cNvSpPr/>
            <p:nvPr/>
          </p:nvSpPr>
          <p:spPr>
            <a:xfrm>
              <a:off x="6667600" y="4079545"/>
              <a:ext cx="20679" cy="196617"/>
            </a:xfrm>
            <a:custGeom>
              <a:avLst/>
              <a:pathLst>
                <a:path w="20679" h="196617">
                  <a:moveTo>
                    <a:pt x="0" y="196617"/>
                  </a:moveTo>
                  <a:lnTo>
                    <a:pt x="130" y="137324"/>
                  </a:lnTo>
                  <a:lnTo>
                    <a:pt x="975" y="116894"/>
                  </a:lnTo>
                  <a:lnTo>
                    <a:pt x="1821" y="122118"/>
                  </a:lnTo>
                  <a:lnTo>
                    <a:pt x="2666" y="116792"/>
                  </a:lnTo>
                  <a:lnTo>
                    <a:pt x="3511" y="120012"/>
                  </a:lnTo>
                  <a:lnTo>
                    <a:pt x="4356" y="79599"/>
                  </a:lnTo>
                  <a:lnTo>
                    <a:pt x="5201" y="97103"/>
                  </a:lnTo>
                  <a:lnTo>
                    <a:pt x="6046" y="112640"/>
                  </a:lnTo>
                  <a:lnTo>
                    <a:pt x="6891" y="103165"/>
                  </a:lnTo>
                  <a:lnTo>
                    <a:pt x="7736" y="64008"/>
                  </a:lnTo>
                  <a:lnTo>
                    <a:pt x="8581" y="22779"/>
                  </a:lnTo>
                  <a:lnTo>
                    <a:pt x="9426" y="12296"/>
                  </a:lnTo>
                  <a:lnTo>
                    <a:pt x="10271" y="54383"/>
                  </a:lnTo>
                  <a:lnTo>
                    <a:pt x="11117" y="86984"/>
                  </a:lnTo>
                  <a:lnTo>
                    <a:pt x="11962" y="91749"/>
                  </a:lnTo>
                  <a:lnTo>
                    <a:pt x="12807" y="63927"/>
                  </a:lnTo>
                  <a:lnTo>
                    <a:pt x="13652" y="64401"/>
                  </a:lnTo>
                  <a:lnTo>
                    <a:pt x="14497" y="13945"/>
                  </a:lnTo>
                  <a:lnTo>
                    <a:pt x="15342" y="29348"/>
                  </a:lnTo>
                  <a:lnTo>
                    <a:pt x="16187" y="41330"/>
                  </a:lnTo>
                  <a:lnTo>
                    <a:pt x="17032" y="23267"/>
                  </a:lnTo>
                  <a:lnTo>
                    <a:pt x="17877" y="32453"/>
                  </a:lnTo>
                  <a:lnTo>
                    <a:pt x="18722" y="0"/>
                  </a:lnTo>
                  <a:lnTo>
                    <a:pt x="19567" y="45419"/>
                  </a:lnTo>
                  <a:lnTo>
                    <a:pt x="20413" y="47336"/>
                  </a:lnTo>
                  <a:lnTo>
                    <a:pt x="20679" y="19661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l757"/>
            <p:cNvSpPr/>
            <p:nvPr/>
          </p:nvSpPr>
          <p:spPr>
            <a:xfrm>
              <a:off x="6690236" y="4086699"/>
              <a:ext cx="3905" cy="189463"/>
            </a:xfrm>
            <a:custGeom>
              <a:avLst/>
              <a:pathLst>
                <a:path w="3905" h="189463">
                  <a:moveTo>
                    <a:pt x="0" y="189463"/>
                  </a:moveTo>
                  <a:lnTo>
                    <a:pt x="312" y="0"/>
                  </a:lnTo>
                  <a:lnTo>
                    <a:pt x="1157" y="26783"/>
                  </a:lnTo>
                  <a:lnTo>
                    <a:pt x="2002" y="61309"/>
                  </a:lnTo>
                  <a:lnTo>
                    <a:pt x="2847" y="54865"/>
                  </a:lnTo>
                  <a:lnTo>
                    <a:pt x="3692" y="80488"/>
                  </a:lnTo>
                  <a:lnTo>
                    <a:pt x="3905" y="18946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l758"/>
            <p:cNvSpPr/>
            <p:nvPr/>
          </p:nvSpPr>
          <p:spPr>
            <a:xfrm>
              <a:off x="6695440" y="4186216"/>
              <a:ext cx="6278" cy="89946"/>
            </a:xfrm>
            <a:custGeom>
              <a:avLst/>
              <a:pathLst>
                <a:path w="6278" h="89946">
                  <a:moveTo>
                    <a:pt x="0" y="89946"/>
                  </a:moveTo>
                  <a:lnTo>
                    <a:pt x="178" y="3199"/>
                  </a:lnTo>
                  <a:lnTo>
                    <a:pt x="1023" y="8819"/>
                  </a:lnTo>
                  <a:lnTo>
                    <a:pt x="1868" y="11282"/>
                  </a:lnTo>
                  <a:lnTo>
                    <a:pt x="2713" y="20915"/>
                  </a:lnTo>
                  <a:lnTo>
                    <a:pt x="3559" y="12677"/>
                  </a:lnTo>
                  <a:lnTo>
                    <a:pt x="4404" y="20768"/>
                  </a:lnTo>
                  <a:lnTo>
                    <a:pt x="5249" y="17558"/>
                  </a:lnTo>
                  <a:lnTo>
                    <a:pt x="6094" y="0"/>
                  </a:lnTo>
                  <a:lnTo>
                    <a:pt x="6278" y="8994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l759"/>
            <p:cNvSpPr/>
            <p:nvPr/>
          </p:nvSpPr>
          <p:spPr>
            <a:xfrm>
              <a:off x="6703944" y="4217999"/>
              <a:ext cx="1100" cy="58163"/>
            </a:xfrm>
            <a:custGeom>
              <a:avLst/>
              <a:pathLst>
                <a:path w="1100" h="58163">
                  <a:moveTo>
                    <a:pt x="0" y="58163"/>
                  </a:moveTo>
                  <a:lnTo>
                    <a:pt x="126" y="1268"/>
                  </a:lnTo>
                  <a:lnTo>
                    <a:pt x="971" y="0"/>
                  </a:lnTo>
                  <a:lnTo>
                    <a:pt x="1100" y="5816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l760"/>
            <p:cNvSpPr/>
            <p:nvPr/>
          </p:nvSpPr>
          <p:spPr>
            <a:xfrm>
              <a:off x="6706471" y="4031518"/>
              <a:ext cx="25654" cy="244644"/>
            </a:xfrm>
            <a:custGeom>
              <a:avLst/>
              <a:pathLst>
                <a:path w="25654" h="244644">
                  <a:moveTo>
                    <a:pt x="0" y="244644"/>
                  </a:moveTo>
                  <a:lnTo>
                    <a:pt x="134" y="183567"/>
                  </a:lnTo>
                  <a:lnTo>
                    <a:pt x="979" y="169431"/>
                  </a:lnTo>
                  <a:lnTo>
                    <a:pt x="1824" y="166784"/>
                  </a:lnTo>
                  <a:lnTo>
                    <a:pt x="2669" y="162367"/>
                  </a:lnTo>
                  <a:lnTo>
                    <a:pt x="3514" y="168339"/>
                  </a:lnTo>
                  <a:lnTo>
                    <a:pt x="4359" y="178776"/>
                  </a:lnTo>
                  <a:lnTo>
                    <a:pt x="5204" y="178753"/>
                  </a:lnTo>
                  <a:lnTo>
                    <a:pt x="6049" y="165257"/>
                  </a:lnTo>
                  <a:lnTo>
                    <a:pt x="6894" y="177933"/>
                  </a:lnTo>
                  <a:lnTo>
                    <a:pt x="7739" y="165142"/>
                  </a:lnTo>
                  <a:lnTo>
                    <a:pt x="8585" y="162699"/>
                  </a:lnTo>
                  <a:lnTo>
                    <a:pt x="9430" y="138124"/>
                  </a:lnTo>
                  <a:lnTo>
                    <a:pt x="10275" y="120567"/>
                  </a:lnTo>
                  <a:lnTo>
                    <a:pt x="11120" y="57256"/>
                  </a:lnTo>
                  <a:lnTo>
                    <a:pt x="11965" y="28457"/>
                  </a:lnTo>
                  <a:lnTo>
                    <a:pt x="12810" y="37128"/>
                  </a:lnTo>
                  <a:lnTo>
                    <a:pt x="13655" y="50571"/>
                  </a:lnTo>
                  <a:lnTo>
                    <a:pt x="14500" y="48558"/>
                  </a:lnTo>
                  <a:lnTo>
                    <a:pt x="15345" y="74489"/>
                  </a:lnTo>
                  <a:lnTo>
                    <a:pt x="16190" y="50575"/>
                  </a:lnTo>
                  <a:lnTo>
                    <a:pt x="17036" y="36730"/>
                  </a:lnTo>
                  <a:lnTo>
                    <a:pt x="17881" y="0"/>
                  </a:lnTo>
                  <a:lnTo>
                    <a:pt x="18726" y="47578"/>
                  </a:lnTo>
                  <a:lnTo>
                    <a:pt x="19571" y="65056"/>
                  </a:lnTo>
                  <a:lnTo>
                    <a:pt x="20416" y="134842"/>
                  </a:lnTo>
                  <a:lnTo>
                    <a:pt x="21261" y="177888"/>
                  </a:lnTo>
                  <a:lnTo>
                    <a:pt x="22106" y="166771"/>
                  </a:lnTo>
                  <a:lnTo>
                    <a:pt x="22951" y="174897"/>
                  </a:lnTo>
                  <a:lnTo>
                    <a:pt x="23796" y="168279"/>
                  </a:lnTo>
                  <a:lnTo>
                    <a:pt x="24641" y="150907"/>
                  </a:lnTo>
                  <a:lnTo>
                    <a:pt x="25486" y="164547"/>
                  </a:lnTo>
                  <a:lnTo>
                    <a:pt x="25654" y="2446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l761"/>
            <p:cNvSpPr/>
            <p:nvPr/>
          </p:nvSpPr>
          <p:spPr>
            <a:xfrm>
              <a:off x="6736030" y="4169820"/>
              <a:ext cx="4543" cy="106342"/>
            </a:xfrm>
            <a:custGeom>
              <a:avLst/>
              <a:pathLst>
                <a:path w="4543" h="106342">
                  <a:moveTo>
                    <a:pt x="0" y="106342"/>
                  </a:moveTo>
                  <a:lnTo>
                    <a:pt x="153" y="34461"/>
                  </a:lnTo>
                  <a:lnTo>
                    <a:pt x="998" y="39999"/>
                  </a:lnTo>
                  <a:lnTo>
                    <a:pt x="1843" y="0"/>
                  </a:lnTo>
                  <a:lnTo>
                    <a:pt x="2688" y="19414"/>
                  </a:lnTo>
                  <a:lnTo>
                    <a:pt x="3533" y="12421"/>
                  </a:lnTo>
                  <a:lnTo>
                    <a:pt x="4379" y="28235"/>
                  </a:lnTo>
                  <a:lnTo>
                    <a:pt x="4543" y="1063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l762"/>
            <p:cNvSpPr/>
            <p:nvPr/>
          </p:nvSpPr>
          <p:spPr>
            <a:xfrm>
              <a:off x="6741892" y="4171003"/>
              <a:ext cx="17997" cy="105159"/>
            </a:xfrm>
            <a:custGeom>
              <a:avLst/>
              <a:pathLst>
                <a:path w="17997" h="105159">
                  <a:moveTo>
                    <a:pt x="0" y="105159"/>
                  </a:moveTo>
                  <a:lnTo>
                    <a:pt x="207" y="0"/>
                  </a:lnTo>
                  <a:lnTo>
                    <a:pt x="1052" y="15582"/>
                  </a:lnTo>
                  <a:lnTo>
                    <a:pt x="1897" y="13509"/>
                  </a:lnTo>
                  <a:lnTo>
                    <a:pt x="2742" y="16945"/>
                  </a:lnTo>
                  <a:lnTo>
                    <a:pt x="3587" y="31623"/>
                  </a:lnTo>
                  <a:lnTo>
                    <a:pt x="4432" y="32323"/>
                  </a:lnTo>
                  <a:lnTo>
                    <a:pt x="5277" y="33089"/>
                  </a:lnTo>
                  <a:lnTo>
                    <a:pt x="6122" y="33714"/>
                  </a:lnTo>
                  <a:lnTo>
                    <a:pt x="6967" y="25830"/>
                  </a:lnTo>
                  <a:lnTo>
                    <a:pt x="7813" y="23132"/>
                  </a:lnTo>
                  <a:lnTo>
                    <a:pt x="8658" y="16880"/>
                  </a:lnTo>
                  <a:lnTo>
                    <a:pt x="9503" y="15206"/>
                  </a:lnTo>
                  <a:lnTo>
                    <a:pt x="10348" y="16548"/>
                  </a:lnTo>
                  <a:lnTo>
                    <a:pt x="11193" y="26057"/>
                  </a:lnTo>
                  <a:lnTo>
                    <a:pt x="12038" y="37616"/>
                  </a:lnTo>
                  <a:lnTo>
                    <a:pt x="12883" y="25534"/>
                  </a:lnTo>
                  <a:lnTo>
                    <a:pt x="13728" y="37885"/>
                  </a:lnTo>
                  <a:lnTo>
                    <a:pt x="14573" y="48672"/>
                  </a:lnTo>
                  <a:lnTo>
                    <a:pt x="15418" y="59378"/>
                  </a:lnTo>
                  <a:lnTo>
                    <a:pt x="16264" y="64787"/>
                  </a:lnTo>
                  <a:lnTo>
                    <a:pt x="17109" y="79080"/>
                  </a:lnTo>
                  <a:lnTo>
                    <a:pt x="17954" y="87826"/>
                  </a:lnTo>
                  <a:lnTo>
                    <a:pt x="17997" y="10515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l763"/>
            <p:cNvSpPr/>
            <p:nvPr/>
          </p:nvSpPr>
          <p:spPr>
            <a:xfrm>
              <a:off x="6763136" y="4237298"/>
              <a:ext cx="181" cy="38864"/>
            </a:xfrm>
            <a:custGeom>
              <a:avLst/>
              <a:pathLst>
                <a:path w="181" h="38864">
                  <a:moveTo>
                    <a:pt x="0" y="38864"/>
                  </a:moveTo>
                  <a:lnTo>
                    <a:pt x="90" y="0"/>
                  </a:lnTo>
                  <a:lnTo>
                    <a:pt x="181" y="388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l764"/>
            <p:cNvSpPr/>
            <p:nvPr/>
          </p:nvSpPr>
          <p:spPr>
            <a:xfrm>
              <a:off x="6766490" y="4224392"/>
              <a:ext cx="233" cy="51770"/>
            </a:xfrm>
            <a:custGeom>
              <a:avLst/>
              <a:pathLst>
                <a:path w="233" h="51770">
                  <a:moveTo>
                    <a:pt x="0" y="51770"/>
                  </a:moveTo>
                  <a:lnTo>
                    <a:pt x="116" y="0"/>
                  </a:lnTo>
                  <a:lnTo>
                    <a:pt x="233" y="5177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l765"/>
            <p:cNvSpPr/>
            <p:nvPr/>
          </p:nvSpPr>
          <p:spPr>
            <a:xfrm>
              <a:off x="6768203" y="4235711"/>
              <a:ext cx="1862" cy="40451"/>
            </a:xfrm>
            <a:custGeom>
              <a:avLst/>
              <a:pathLst>
                <a:path w="1862" h="40451">
                  <a:moveTo>
                    <a:pt x="0" y="40451"/>
                  </a:moveTo>
                  <a:lnTo>
                    <a:pt x="93" y="0"/>
                  </a:lnTo>
                  <a:lnTo>
                    <a:pt x="938" y="6372"/>
                  </a:lnTo>
                  <a:lnTo>
                    <a:pt x="1784" y="7126"/>
                  </a:lnTo>
                  <a:lnTo>
                    <a:pt x="1862" y="4045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l766"/>
            <p:cNvSpPr/>
            <p:nvPr/>
          </p:nvSpPr>
          <p:spPr>
            <a:xfrm>
              <a:off x="6775791" y="4192134"/>
              <a:ext cx="2821" cy="84028"/>
            </a:xfrm>
            <a:custGeom>
              <a:avLst/>
              <a:pathLst>
                <a:path w="2821" h="84028">
                  <a:moveTo>
                    <a:pt x="0" y="84028"/>
                  </a:moveTo>
                  <a:lnTo>
                    <a:pt x="111" y="34713"/>
                  </a:lnTo>
                  <a:lnTo>
                    <a:pt x="956" y="15278"/>
                  </a:lnTo>
                  <a:lnTo>
                    <a:pt x="1801" y="10920"/>
                  </a:lnTo>
                  <a:lnTo>
                    <a:pt x="2647" y="0"/>
                  </a:lnTo>
                  <a:lnTo>
                    <a:pt x="2821" y="8402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l767"/>
            <p:cNvSpPr/>
            <p:nvPr/>
          </p:nvSpPr>
          <p:spPr>
            <a:xfrm>
              <a:off x="6779932" y="4123058"/>
              <a:ext cx="2158" cy="153104"/>
            </a:xfrm>
            <a:custGeom>
              <a:avLst/>
              <a:pathLst>
                <a:path w="2158" h="153104">
                  <a:moveTo>
                    <a:pt x="0" y="153104"/>
                  </a:moveTo>
                  <a:lnTo>
                    <a:pt x="196" y="54923"/>
                  </a:lnTo>
                  <a:lnTo>
                    <a:pt x="1041" y="35125"/>
                  </a:lnTo>
                  <a:lnTo>
                    <a:pt x="1886" y="0"/>
                  </a:lnTo>
                  <a:lnTo>
                    <a:pt x="2158" y="15310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l768"/>
            <p:cNvSpPr/>
            <p:nvPr/>
          </p:nvSpPr>
          <p:spPr>
            <a:xfrm>
              <a:off x="6783264" y="4072996"/>
              <a:ext cx="19123" cy="203166"/>
            </a:xfrm>
            <a:custGeom>
              <a:avLst/>
              <a:pathLst>
                <a:path w="19123" h="203166">
                  <a:moveTo>
                    <a:pt x="0" y="203166"/>
                  </a:moveTo>
                  <a:lnTo>
                    <a:pt x="244" y="71451"/>
                  </a:lnTo>
                  <a:lnTo>
                    <a:pt x="1089" y="76883"/>
                  </a:lnTo>
                  <a:lnTo>
                    <a:pt x="1934" y="60248"/>
                  </a:lnTo>
                  <a:lnTo>
                    <a:pt x="2779" y="26320"/>
                  </a:lnTo>
                  <a:lnTo>
                    <a:pt x="3624" y="8111"/>
                  </a:lnTo>
                  <a:lnTo>
                    <a:pt x="4469" y="27697"/>
                  </a:lnTo>
                  <a:lnTo>
                    <a:pt x="5315" y="69419"/>
                  </a:lnTo>
                  <a:lnTo>
                    <a:pt x="6160" y="52579"/>
                  </a:lnTo>
                  <a:lnTo>
                    <a:pt x="7005" y="81608"/>
                  </a:lnTo>
                  <a:lnTo>
                    <a:pt x="7850" y="101623"/>
                  </a:lnTo>
                  <a:lnTo>
                    <a:pt x="8695" y="112577"/>
                  </a:lnTo>
                  <a:lnTo>
                    <a:pt x="9540" y="110238"/>
                  </a:lnTo>
                  <a:lnTo>
                    <a:pt x="10385" y="82329"/>
                  </a:lnTo>
                  <a:lnTo>
                    <a:pt x="11230" y="64332"/>
                  </a:lnTo>
                  <a:lnTo>
                    <a:pt x="12075" y="64471"/>
                  </a:lnTo>
                  <a:lnTo>
                    <a:pt x="12920" y="57892"/>
                  </a:lnTo>
                  <a:lnTo>
                    <a:pt x="13765" y="38305"/>
                  </a:lnTo>
                  <a:lnTo>
                    <a:pt x="14611" y="9664"/>
                  </a:lnTo>
                  <a:lnTo>
                    <a:pt x="15456" y="0"/>
                  </a:lnTo>
                  <a:lnTo>
                    <a:pt x="16301" y="24278"/>
                  </a:lnTo>
                  <a:lnTo>
                    <a:pt x="17146" y="32501"/>
                  </a:lnTo>
                  <a:lnTo>
                    <a:pt x="17991" y="53718"/>
                  </a:lnTo>
                  <a:lnTo>
                    <a:pt x="18836" y="37119"/>
                  </a:lnTo>
                  <a:lnTo>
                    <a:pt x="19123" y="2031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l769"/>
            <p:cNvSpPr/>
            <p:nvPr/>
          </p:nvSpPr>
          <p:spPr>
            <a:xfrm>
              <a:off x="6803524" y="3967606"/>
              <a:ext cx="40265" cy="308556"/>
            </a:xfrm>
            <a:custGeom>
              <a:avLst/>
              <a:pathLst>
                <a:path w="40265" h="308556">
                  <a:moveTo>
                    <a:pt x="0" y="308556"/>
                  </a:moveTo>
                  <a:lnTo>
                    <a:pt x="266" y="159425"/>
                  </a:lnTo>
                  <a:lnTo>
                    <a:pt x="1111" y="157731"/>
                  </a:lnTo>
                  <a:lnTo>
                    <a:pt x="1956" y="171653"/>
                  </a:lnTo>
                  <a:lnTo>
                    <a:pt x="2801" y="136276"/>
                  </a:lnTo>
                  <a:lnTo>
                    <a:pt x="3646" y="113081"/>
                  </a:lnTo>
                  <a:lnTo>
                    <a:pt x="4492" y="120976"/>
                  </a:lnTo>
                  <a:lnTo>
                    <a:pt x="5337" y="114729"/>
                  </a:lnTo>
                  <a:lnTo>
                    <a:pt x="6182" y="176227"/>
                  </a:lnTo>
                  <a:lnTo>
                    <a:pt x="7027" y="175530"/>
                  </a:lnTo>
                  <a:lnTo>
                    <a:pt x="7872" y="191064"/>
                  </a:lnTo>
                  <a:lnTo>
                    <a:pt x="8717" y="174176"/>
                  </a:lnTo>
                  <a:lnTo>
                    <a:pt x="9562" y="184656"/>
                  </a:lnTo>
                  <a:lnTo>
                    <a:pt x="10407" y="193346"/>
                  </a:lnTo>
                  <a:lnTo>
                    <a:pt x="11252" y="193468"/>
                  </a:lnTo>
                  <a:lnTo>
                    <a:pt x="12097" y="208973"/>
                  </a:lnTo>
                  <a:lnTo>
                    <a:pt x="12942" y="220946"/>
                  </a:lnTo>
                  <a:lnTo>
                    <a:pt x="13788" y="218007"/>
                  </a:lnTo>
                  <a:lnTo>
                    <a:pt x="14633" y="199270"/>
                  </a:lnTo>
                  <a:lnTo>
                    <a:pt x="15478" y="186697"/>
                  </a:lnTo>
                  <a:lnTo>
                    <a:pt x="16323" y="190156"/>
                  </a:lnTo>
                  <a:lnTo>
                    <a:pt x="17168" y="196812"/>
                  </a:lnTo>
                  <a:lnTo>
                    <a:pt x="18013" y="196288"/>
                  </a:lnTo>
                  <a:lnTo>
                    <a:pt x="18858" y="170129"/>
                  </a:lnTo>
                  <a:lnTo>
                    <a:pt x="19703" y="172459"/>
                  </a:lnTo>
                  <a:lnTo>
                    <a:pt x="20548" y="113628"/>
                  </a:lnTo>
                  <a:lnTo>
                    <a:pt x="21393" y="136135"/>
                  </a:lnTo>
                  <a:lnTo>
                    <a:pt x="22238" y="155057"/>
                  </a:lnTo>
                  <a:lnTo>
                    <a:pt x="23084" y="152220"/>
                  </a:lnTo>
                  <a:lnTo>
                    <a:pt x="23929" y="163497"/>
                  </a:lnTo>
                  <a:lnTo>
                    <a:pt x="24774" y="161077"/>
                  </a:lnTo>
                  <a:lnTo>
                    <a:pt x="25619" y="117135"/>
                  </a:lnTo>
                  <a:lnTo>
                    <a:pt x="26464" y="62981"/>
                  </a:lnTo>
                  <a:lnTo>
                    <a:pt x="27309" y="55121"/>
                  </a:lnTo>
                  <a:lnTo>
                    <a:pt x="28154" y="18281"/>
                  </a:lnTo>
                  <a:lnTo>
                    <a:pt x="28999" y="0"/>
                  </a:lnTo>
                  <a:lnTo>
                    <a:pt x="29844" y="48239"/>
                  </a:lnTo>
                  <a:lnTo>
                    <a:pt x="30689" y="16233"/>
                  </a:lnTo>
                  <a:lnTo>
                    <a:pt x="31534" y="27602"/>
                  </a:lnTo>
                  <a:lnTo>
                    <a:pt x="32380" y="69608"/>
                  </a:lnTo>
                  <a:lnTo>
                    <a:pt x="33225" y="106291"/>
                  </a:lnTo>
                  <a:lnTo>
                    <a:pt x="34070" y="147975"/>
                  </a:lnTo>
                  <a:lnTo>
                    <a:pt x="34915" y="151672"/>
                  </a:lnTo>
                  <a:lnTo>
                    <a:pt x="35760" y="169750"/>
                  </a:lnTo>
                  <a:lnTo>
                    <a:pt x="36605" y="202909"/>
                  </a:lnTo>
                  <a:lnTo>
                    <a:pt x="37450" y="144432"/>
                  </a:lnTo>
                  <a:lnTo>
                    <a:pt x="38295" y="133174"/>
                  </a:lnTo>
                  <a:lnTo>
                    <a:pt x="39140" y="89217"/>
                  </a:lnTo>
                  <a:lnTo>
                    <a:pt x="39985" y="148707"/>
                  </a:lnTo>
                  <a:lnTo>
                    <a:pt x="40265" y="30855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l770"/>
            <p:cNvSpPr/>
            <p:nvPr/>
          </p:nvSpPr>
          <p:spPr>
            <a:xfrm>
              <a:off x="6846626" y="4101456"/>
              <a:ext cx="24153" cy="174706"/>
            </a:xfrm>
            <a:custGeom>
              <a:avLst/>
              <a:pathLst>
                <a:path w="24153" h="174706">
                  <a:moveTo>
                    <a:pt x="0" y="174706"/>
                  </a:moveTo>
                  <a:lnTo>
                    <a:pt x="264" y="27064"/>
                  </a:lnTo>
                  <a:lnTo>
                    <a:pt x="1109" y="29033"/>
                  </a:lnTo>
                  <a:lnTo>
                    <a:pt x="1954" y="27163"/>
                  </a:lnTo>
                  <a:lnTo>
                    <a:pt x="2800" y="51722"/>
                  </a:lnTo>
                  <a:lnTo>
                    <a:pt x="3645" y="56721"/>
                  </a:lnTo>
                  <a:lnTo>
                    <a:pt x="4490" y="62281"/>
                  </a:lnTo>
                  <a:lnTo>
                    <a:pt x="5335" y="97626"/>
                  </a:lnTo>
                  <a:lnTo>
                    <a:pt x="6180" y="43548"/>
                  </a:lnTo>
                  <a:lnTo>
                    <a:pt x="7025" y="13185"/>
                  </a:lnTo>
                  <a:lnTo>
                    <a:pt x="7870" y="81435"/>
                  </a:lnTo>
                  <a:lnTo>
                    <a:pt x="8715" y="94895"/>
                  </a:lnTo>
                  <a:lnTo>
                    <a:pt x="9560" y="102441"/>
                  </a:lnTo>
                  <a:lnTo>
                    <a:pt x="10405" y="97211"/>
                  </a:lnTo>
                  <a:lnTo>
                    <a:pt x="11250" y="108048"/>
                  </a:lnTo>
                  <a:lnTo>
                    <a:pt x="12096" y="100450"/>
                  </a:lnTo>
                  <a:lnTo>
                    <a:pt x="12941" y="93536"/>
                  </a:lnTo>
                  <a:lnTo>
                    <a:pt x="13786" y="70593"/>
                  </a:lnTo>
                  <a:lnTo>
                    <a:pt x="14631" y="59959"/>
                  </a:lnTo>
                  <a:lnTo>
                    <a:pt x="15476" y="50574"/>
                  </a:lnTo>
                  <a:lnTo>
                    <a:pt x="16321" y="47354"/>
                  </a:lnTo>
                  <a:lnTo>
                    <a:pt x="17166" y="18800"/>
                  </a:lnTo>
                  <a:lnTo>
                    <a:pt x="18011" y="25696"/>
                  </a:lnTo>
                  <a:lnTo>
                    <a:pt x="18856" y="9612"/>
                  </a:lnTo>
                  <a:lnTo>
                    <a:pt x="19701" y="17733"/>
                  </a:lnTo>
                  <a:lnTo>
                    <a:pt x="20546" y="0"/>
                  </a:lnTo>
                  <a:lnTo>
                    <a:pt x="21392" y="28667"/>
                  </a:lnTo>
                  <a:lnTo>
                    <a:pt x="22237" y="43809"/>
                  </a:lnTo>
                  <a:lnTo>
                    <a:pt x="23082" y="55457"/>
                  </a:lnTo>
                  <a:lnTo>
                    <a:pt x="23927" y="56599"/>
                  </a:lnTo>
                  <a:lnTo>
                    <a:pt x="24153" y="1747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6874611" y="4117406"/>
              <a:ext cx="18084" cy="158756"/>
            </a:xfrm>
            <a:custGeom>
              <a:avLst/>
              <a:pathLst>
                <a:path w="18084" h="158756">
                  <a:moveTo>
                    <a:pt x="0" y="158756"/>
                  </a:moveTo>
                  <a:lnTo>
                    <a:pt x="167" y="78871"/>
                  </a:lnTo>
                  <a:lnTo>
                    <a:pt x="1012" y="50817"/>
                  </a:lnTo>
                  <a:lnTo>
                    <a:pt x="1857" y="39067"/>
                  </a:lnTo>
                  <a:lnTo>
                    <a:pt x="2702" y="23153"/>
                  </a:lnTo>
                  <a:lnTo>
                    <a:pt x="3547" y="29604"/>
                  </a:lnTo>
                  <a:lnTo>
                    <a:pt x="4392" y="68029"/>
                  </a:lnTo>
                  <a:lnTo>
                    <a:pt x="5237" y="63522"/>
                  </a:lnTo>
                  <a:lnTo>
                    <a:pt x="6082" y="56040"/>
                  </a:lnTo>
                  <a:lnTo>
                    <a:pt x="6928" y="2403"/>
                  </a:lnTo>
                  <a:lnTo>
                    <a:pt x="7773" y="0"/>
                  </a:lnTo>
                  <a:lnTo>
                    <a:pt x="8618" y="36802"/>
                  </a:lnTo>
                  <a:lnTo>
                    <a:pt x="9463" y="35571"/>
                  </a:lnTo>
                  <a:lnTo>
                    <a:pt x="10308" y="62642"/>
                  </a:lnTo>
                  <a:lnTo>
                    <a:pt x="11153" y="94386"/>
                  </a:lnTo>
                  <a:lnTo>
                    <a:pt x="11998" y="93660"/>
                  </a:lnTo>
                  <a:lnTo>
                    <a:pt x="12843" y="120755"/>
                  </a:lnTo>
                  <a:lnTo>
                    <a:pt x="13688" y="119597"/>
                  </a:lnTo>
                  <a:lnTo>
                    <a:pt x="14533" y="84373"/>
                  </a:lnTo>
                  <a:lnTo>
                    <a:pt x="15378" y="76962"/>
                  </a:lnTo>
                  <a:lnTo>
                    <a:pt x="16224" y="76984"/>
                  </a:lnTo>
                  <a:lnTo>
                    <a:pt x="17069" y="87704"/>
                  </a:lnTo>
                  <a:lnTo>
                    <a:pt x="17914" y="76899"/>
                  </a:lnTo>
                  <a:lnTo>
                    <a:pt x="18084" y="15875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6894103" y="4190620"/>
              <a:ext cx="5324" cy="85542"/>
            </a:xfrm>
            <a:custGeom>
              <a:avLst/>
              <a:pathLst>
                <a:path w="5324" h="85542">
                  <a:moveTo>
                    <a:pt x="0" y="85542"/>
                  </a:moveTo>
                  <a:lnTo>
                    <a:pt x="113" y="35545"/>
                  </a:lnTo>
                  <a:lnTo>
                    <a:pt x="958" y="42972"/>
                  </a:lnTo>
                  <a:lnTo>
                    <a:pt x="1803" y="37004"/>
                  </a:lnTo>
                  <a:lnTo>
                    <a:pt x="2648" y="11104"/>
                  </a:lnTo>
                  <a:lnTo>
                    <a:pt x="3493" y="14605"/>
                  </a:lnTo>
                  <a:lnTo>
                    <a:pt x="4338" y="0"/>
                  </a:lnTo>
                  <a:lnTo>
                    <a:pt x="5183" y="20740"/>
                  </a:lnTo>
                  <a:lnTo>
                    <a:pt x="5324" y="855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l773"/>
            <p:cNvSpPr/>
            <p:nvPr/>
          </p:nvSpPr>
          <p:spPr>
            <a:xfrm>
              <a:off x="6901754" y="4236684"/>
              <a:ext cx="2695" cy="39478"/>
            </a:xfrm>
            <a:custGeom>
              <a:avLst/>
              <a:pathLst>
                <a:path w="2695" h="39478">
                  <a:moveTo>
                    <a:pt x="0" y="39478"/>
                  </a:moveTo>
                  <a:lnTo>
                    <a:pt x="67" y="11203"/>
                  </a:lnTo>
                  <a:lnTo>
                    <a:pt x="912" y="10018"/>
                  </a:lnTo>
                  <a:lnTo>
                    <a:pt x="1758" y="15270"/>
                  </a:lnTo>
                  <a:lnTo>
                    <a:pt x="2603" y="0"/>
                  </a:lnTo>
                  <a:lnTo>
                    <a:pt x="2695" y="3947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l774"/>
            <p:cNvSpPr/>
            <p:nvPr/>
          </p:nvSpPr>
          <p:spPr>
            <a:xfrm>
              <a:off x="6905977" y="4239091"/>
              <a:ext cx="1800" cy="37071"/>
            </a:xfrm>
            <a:custGeom>
              <a:avLst/>
              <a:pathLst>
                <a:path w="1800" h="37071">
                  <a:moveTo>
                    <a:pt x="0" y="37071"/>
                  </a:moveTo>
                  <a:lnTo>
                    <a:pt x="70" y="7625"/>
                  </a:lnTo>
                  <a:lnTo>
                    <a:pt x="915" y="0"/>
                  </a:lnTo>
                  <a:lnTo>
                    <a:pt x="1760" y="21223"/>
                  </a:lnTo>
                  <a:lnTo>
                    <a:pt x="1800" y="3707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l775"/>
            <p:cNvSpPr/>
            <p:nvPr/>
          </p:nvSpPr>
          <p:spPr>
            <a:xfrm>
              <a:off x="6912672" y="4214403"/>
              <a:ext cx="270" cy="61759"/>
            </a:xfrm>
            <a:custGeom>
              <a:avLst/>
              <a:pathLst>
                <a:path w="270" h="61759">
                  <a:moveTo>
                    <a:pt x="0" y="61759"/>
                  </a:moveTo>
                  <a:lnTo>
                    <a:pt x="135" y="0"/>
                  </a:lnTo>
                  <a:lnTo>
                    <a:pt x="270" y="6175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l776"/>
            <p:cNvSpPr/>
            <p:nvPr/>
          </p:nvSpPr>
          <p:spPr>
            <a:xfrm>
              <a:off x="6915277" y="4143187"/>
              <a:ext cx="12049" cy="132975"/>
            </a:xfrm>
            <a:custGeom>
              <a:avLst/>
              <a:pathLst>
                <a:path w="12049" h="132975">
                  <a:moveTo>
                    <a:pt x="0" y="132975"/>
                  </a:moveTo>
                  <a:lnTo>
                    <a:pt x="65" y="105645"/>
                  </a:lnTo>
                  <a:lnTo>
                    <a:pt x="910" y="82355"/>
                  </a:lnTo>
                  <a:lnTo>
                    <a:pt x="1755" y="73792"/>
                  </a:lnTo>
                  <a:lnTo>
                    <a:pt x="2601" y="64298"/>
                  </a:lnTo>
                  <a:lnTo>
                    <a:pt x="3446" y="51364"/>
                  </a:lnTo>
                  <a:lnTo>
                    <a:pt x="4291" y="51029"/>
                  </a:lnTo>
                  <a:lnTo>
                    <a:pt x="5136" y="26586"/>
                  </a:lnTo>
                  <a:lnTo>
                    <a:pt x="5981" y="0"/>
                  </a:lnTo>
                  <a:lnTo>
                    <a:pt x="6826" y="16065"/>
                  </a:lnTo>
                  <a:lnTo>
                    <a:pt x="7671" y="30898"/>
                  </a:lnTo>
                  <a:lnTo>
                    <a:pt x="8516" y="70313"/>
                  </a:lnTo>
                  <a:lnTo>
                    <a:pt x="9361" y="65410"/>
                  </a:lnTo>
                  <a:lnTo>
                    <a:pt x="10206" y="54415"/>
                  </a:lnTo>
                  <a:lnTo>
                    <a:pt x="11052" y="61172"/>
                  </a:lnTo>
                  <a:lnTo>
                    <a:pt x="11897" y="61647"/>
                  </a:lnTo>
                  <a:lnTo>
                    <a:pt x="12049" y="13297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l777"/>
            <p:cNvSpPr/>
            <p:nvPr/>
          </p:nvSpPr>
          <p:spPr>
            <a:xfrm>
              <a:off x="6929568" y="4210913"/>
              <a:ext cx="283" cy="65249"/>
            </a:xfrm>
            <a:custGeom>
              <a:avLst/>
              <a:pathLst>
                <a:path w="283" h="65249">
                  <a:moveTo>
                    <a:pt x="0" y="65249"/>
                  </a:moveTo>
                  <a:lnTo>
                    <a:pt x="141" y="0"/>
                  </a:lnTo>
                  <a:lnTo>
                    <a:pt x="283" y="6524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l778"/>
            <p:cNvSpPr/>
            <p:nvPr/>
          </p:nvSpPr>
          <p:spPr>
            <a:xfrm>
              <a:off x="6939704" y="4177052"/>
              <a:ext cx="30686" cy="99110"/>
            </a:xfrm>
            <a:custGeom>
              <a:avLst/>
              <a:pathLst>
                <a:path w="30686" h="99110">
                  <a:moveTo>
                    <a:pt x="0" y="99110"/>
                  </a:moveTo>
                  <a:lnTo>
                    <a:pt x="147" y="30904"/>
                  </a:lnTo>
                  <a:lnTo>
                    <a:pt x="992" y="26409"/>
                  </a:lnTo>
                  <a:lnTo>
                    <a:pt x="1837" y="34509"/>
                  </a:lnTo>
                  <a:lnTo>
                    <a:pt x="2682" y="39660"/>
                  </a:lnTo>
                  <a:lnTo>
                    <a:pt x="3527" y="20212"/>
                  </a:lnTo>
                  <a:lnTo>
                    <a:pt x="4372" y="27352"/>
                  </a:lnTo>
                  <a:lnTo>
                    <a:pt x="5217" y="27223"/>
                  </a:lnTo>
                  <a:lnTo>
                    <a:pt x="6062" y="5572"/>
                  </a:lnTo>
                  <a:lnTo>
                    <a:pt x="6907" y="0"/>
                  </a:lnTo>
                  <a:lnTo>
                    <a:pt x="7752" y="2269"/>
                  </a:lnTo>
                  <a:lnTo>
                    <a:pt x="8598" y="36612"/>
                  </a:lnTo>
                  <a:lnTo>
                    <a:pt x="9443" y="70621"/>
                  </a:lnTo>
                  <a:lnTo>
                    <a:pt x="10288" y="47992"/>
                  </a:lnTo>
                  <a:lnTo>
                    <a:pt x="11133" y="60322"/>
                  </a:lnTo>
                  <a:lnTo>
                    <a:pt x="11978" y="57263"/>
                  </a:lnTo>
                  <a:lnTo>
                    <a:pt x="12823" y="47448"/>
                  </a:lnTo>
                  <a:lnTo>
                    <a:pt x="13668" y="72823"/>
                  </a:lnTo>
                  <a:lnTo>
                    <a:pt x="14513" y="54389"/>
                  </a:lnTo>
                  <a:lnTo>
                    <a:pt x="15358" y="75227"/>
                  </a:lnTo>
                  <a:lnTo>
                    <a:pt x="16203" y="70463"/>
                  </a:lnTo>
                  <a:lnTo>
                    <a:pt x="17048" y="58985"/>
                  </a:lnTo>
                  <a:lnTo>
                    <a:pt x="17894" y="69732"/>
                  </a:lnTo>
                  <a:lnTo>
                    <a:pt x="18739" y="66570"/>
                  </a:lnTo>
                  <a:lnTo>
                    <a:pt x="19584" y="58929"/>
                  </a:lnTo>
                  <a:lnTo>
                    <a:pt x="20429" y="37044"/>
                  </a:lnTo>
                  <a:lnTo>
                    <a:pt x="21274" y="45468"/>
                  </a:lnTo>
                  <a:lnTo>
                    <a:pt x="22119" y="59286"/>
                  </a:lnTo>
                  <a:lnTo>
                    <a:pt x="22964" y="49051"/>
                  </a:lnTo>
                  <a:lnTo>
                    <a:pt x="23809" y="30437"/>
                  </a:lnTo>
                  <a:lnTo>
                    <a:pt x="24654" y="35801"/>
                  </a:lnTo>
                  <a:lnTo>
                    <a:pt x="25499" y="42336"/>
                  </a:lnTo>
                  <a:lnTo>
                    <a:pt x="26344" y="59566"/>
                  </a:lnTo>
                  <a:lnTo>
                    <a:pt x="27190" y="53472"/>
                  </a:lnTo>
                  <a:lnTo>
                    <a:pt x="28035" y="49993"/>
                  </a:lnTo>
                  <a:lnTo>
                    <a:pt x="28880" y="53200"/>
                  </a:lnTo>
                  <a:lnTo>
                    <a:pt x="29725" y="52549"/>
                  </a:lnTo>
                  <a:lnTo>
                    <a:pt x="30570" y="47706"/>
                  </a:lnTo>
                  <a:lnTo>
                    <a:pt x="30686" y="9911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l779"/>
            <p:cNvSpPr/>
            <p:nvPr/>
          </p:nvSpPr>
          <p:spPr>
            <a:xfrm>
              <a:off x="6971832" y="4216078"/>
              <a:ext cx="264" cy="60084"/>
            </a:xfrm>
            <a:custGeom>
              <a:avLst/>
              <a:pathLst>
                <a:path w="264" h="60084">
                  <a:moveTo>
                    <a:pt x="0" y="60084"/>
                  </a:moveTo>
                  <a:lnTo>
                    <a:pt x="132" y="0"/>
                  </a:lnTo>
                  <a:lnTo>
                    <a:pt x="264" y="600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6973562" y="4226493"/>
              <a:ext cx="1050" cy="49669"/>
            </a:xfrm>
            <a:custGeom>
              <a:avLst/>
              <a:pathLst>
                <a:path w="1050" h="49669">
                  <a:moveTo>
                    <a:pt x="0" y="49669"/>
                  </a:moveTo>
                  <a:lnTo>
                    <a:pt x="92" y="9738"/>
                  </a:lnTo>
                  <a:lnTo>
                    <a:pt x="937" y="0"/>
                  </a:lnTo>
                  <a:lnTo>
                    <a:pt x="1050" y="4966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6976966" y="4218929"/>
              <a:ext cx="12001" cy="57233"/>
            </a:xfrm>
            <a:custGeom>
              <a:avLst/>
              <a:pathLst>
                <a:path w="12001" h="57233">
                  <a:moveTo>
                    <a:pt x="0" y="57233"/>
                  </a:moveTo>
                  <a:lnTo>
                    <a:pt x="68" y="28641"/>
                  </a:lnTo>
                  <a:lnTo>
                    <a:pt x="913" y="23312"/>
                  </a:lnTo>
                  <a:lnTo>
                    <a:pt x="1758" y="30738"/>
                  </a:lnTo>
                  <a:lnTo>
                    <a:pt x="2603" y="32485"/>
                  </a:lnTo>
                  <a:lnTo>
                    <a:pt x="3448" y="40925"/>
                  </a:lnTo>
                  <a:lnTo>
                    <a:pt x="4294" y="39296"/>
                  </a:lnTo>
                  <a:lnTo>
                    <a:pt x="5139" y="33273"/>
                  </a:lnTo>
                  <a:lnTo>
                    <a:pt x="5984" y="38200"/>
                  </a:lnTo>
                  <a:lnTo>
                    <a:pt x="6829" y="32277"/>
                  </a:lnTo>
                  <a:lnTo>
                    <a:pt x="7674" y="23485"/>
                  </a:lnTo>
                  <a:lnTo>
                    <a:pt x="8519" y="4500"/>
                  </a:lnTo>
                  <a:lnTo>
                    <a:pt x="9364" y="0"/>
                  </a:lnTo>
                  <a:lnTo>
                    <a:pt x="10209" y="6569"/>
                  </a:lnTo>
                  <a:lnTo>
                    <a:pt x="11054" y="1283"/>
                  </a:lnTo>
                  <a:lnTo>
                    <a:pt x="11899" y="12995"/>
                  </a:lnTo>
                  <a:lnTo>
                    <a:pt x="12001" y="572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6991284" y="4175174"/>
              <a:ext cx="4468" cy="100988"/>
            </a:xfrm>
            <a:custGeom>
              <a:avLst/>
              <a:pathLst>
                <a:path w="4468" h="100988">
                  <a:moveTo>
                    <a:pt x="0" y="100988"/>
                  </a:moveTo>
                  <a:lnTo>
                    <a:pt x="117" y="48630"/>
                  </a:lnTo>
                  <a:lnTo>
                    <a:pt x="962" y="24920"/>
                  </a:lnTo>
                  <a:lnTo>
                    <a:pt x="1807" y="0"/>
                  </a:lnTo>
                  <a:lnTo>
                    <a:pt x="2652" y="41688"/>
                  </a:lnTo>
                  <a:lnTo>
                    <a:pt x="3498" y="64589"/>
                  </a:lnTo>
                  <a:lnTo>
                    <a:pt x="4343" y="44432"/>
                  </a:lnTo>
                  <a:lnTo>
                    <a:pt x="4468" y="1009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7000591" y="4229588"/>
              <a:ext cx="212" cy="46574"/>
            </a:xfrm>
            <a:custGeom>
              <a:avLst/>
              <a:pathLst>
                <a:path w="212" h="46574">
                  <a:moveTo>
                    <a:pt x="0" y="46574"/>
                  </a:moveTo>
                  <a:lnTo>
                    <a:pt x="106" y="0"/>
                  </a:lnTo>
                  <a:lnTo>
                    <a:pt x="212" y="4657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l784"/>
            <p:cNvSpPr/>
            <p:nvPr/>
          </p:nvSpPr>
          <p:spPr>
            <a:xfrm>
              <a:off x="7002271" y="4224171"/>
              <a:ext cx="233" cy="51991"/>
            </a:xfrm>
            <a:custGeom>
              <a:avLst/>
              <a:pathLst>
                <a:path w="233" h="51991">
                  <a:moveTo>
                    <a:pt x="0" y="51991"/>
                  </a:moveTo>
                  <a:lnTo>
                    <a:pt x="116" y="0"/>
                  </a:lnTo>
                  <a:lnTo>
                    <a:pt x="233" y="5199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7005648" y="4222774"/>
              <a:ext cx="239" cy="53388"/>
            </a:xfrm>
            <a:custGeom>
              <a:avLst/>
              <a:pathLst>
                <a:path w="239" h="53388">
                  <a:moveTo>
                    <a:pt x="0" y="53388"/>
                  </a:moveTo>
                  <a:lnTo>
                    <a:pt x="119" y="0"/>
                  </a:lnTo>
                  <a:lnTo>
                    <a:pt x="239" y="533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7016620" y="4213638"/>
              <a:ext cx="1115" cy="62524"/>
            </a:xfrm>
            <a:custGeom>
              <a:avLst/>
              <a:pathLst>
                <a:path w="1115" h="62524">
                  <a:moveTo>
                    <a:pt x="0" y="62524"/>
                  </a:moveTo>
                  <a:lnTo>
                    <a:pt x="133" y="1560"/>
                  </a:lnTo>
                  <a:lnTo>
                    <a:pt x="979" y="0"/>
                  </a:lnTo>
                  <a:lnTo>
                    <a:pt x="1115" y="6252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7023357" y="4201762"/>
              <a:ext cx="11205" cy="74400"/>
            </a:xfrm>
            <a:custGeom>
              <a:avLst/>
              <a:pathLst>
                <a:path w="11205" h="74400">
                  <a:moveTo>
                    <a:pt x="0" y="74400"/>
                  </a:moveTo>
                  <a:lnTo>
                    <a:pt x="157" y="0"/>
                  </a:lnTo>
                  <a:lnTo>
                    <a:pt x="1003" y="4611"/>
                  </a:lnTo>
                  <a:lnTo>
                    <a:pt x="1848" y="7379"/>
                  </a:lnTo>
                  <a:lnTo>
                    <a:pt x="2693" y="17781"/>
                  </a:lnTo>
                  <a:lnTo>
                    <a:pt x="3538" y="2525"/>
                  </a:lnTo>
                  <a:lnTo>
                    <a:pt x="4383" y="13346"/>
                  </a:lnTo>
                  <a:lnTo>
                    <a:pt x="5228" y="42106"/>
                  </a:lnTo>
                  <a:lnTo>
                    <a:pt x="6073" y="47603"/>
                  </a:lnTo>
                  <a:lnTo>
                    <a:pt x="6918" y="48955"/>
                  </a:lnTo>
                  <a:lnTo>
                    <a:pt x="7763" y="44876"/>
                  </a:lnTo>
                  <a:lnTo>
                    <a:pt x="8608" y="49768"/>
                  </a:lnTo>
                  <a:lnTo>
                    <a:pt x="9453" y="51559"/>
                  </a:lnTo>
                  <a:lnTo>
                    <a:pt x="10299" y="47321"/>
                  </a:lnTo>
                  <a:lnTo>
                    <a:pt x="11144" y="49254"/>
                  </a:lnTo>
                  <a:lnTo>
                    <a:pt x="11205" y="744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l788"/>
            <p:cNvSpPr/>
            <p:nvPr/>
          </p:nvSpPr>
          <p:spPr>
            <a:xfrm>
              <a:off x="7036933" y="4192737"/>
              <a:ext cx="2811" cy="83425"/>
            </a:xfrm>
            <a:custGeom>
              <a:avLst/>
              <a:pathLst>
                <a:path w="2811" h="83425">
                  <a:moveTo>
                    <a:pt x="0" y="83425"/>
                  </a:moveTo>
                  <a:lnTo>
                    <a:pt x="103" y="38395"/>
                  </a:lnTo>
                  <a:lnTo>
                    <a:pt x="948" y="40752"/>
                  </a:lnTo>
                  <a:lnTo>
                    <a:pt x="1793" y="13936"/>
                  </a:lnTo>
                  <a:lnTo>
                    <a:pt x="2638" y="0"/>
                  </a:lnTo>
                  <a:lnTo>
                    <a:pt x="2811" y="8342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7041957" y="4155772"/>
              <a:ext cx="7958" cy="120390"/>
            </a:xfrm>
            <a:custGeom>
              <a:avLst/>
              <a:pathLst>
                <a:path w="7958" h="120390">
                  <a:moveTo>
                    <a:pt x="0" y="120390"/>
                  </a:moveTo>
                  <a:lnTo>
                    <a:pt x="150" y="50397"/>
                  </a:lnTo>
                  <a:lnTo>
                    <a:pt x="995" y="35730"/>
                  </a:lnTo>
                  <a:lnTo>
                    <a:pt x="1840" y="37588"/>
                  </a:lnTo>
                  <a:lnTo>
                    <a:pt x="2685" y="48352"/>
                  </a:lnTo>
                  <a:lnTo>
                    <a:pt x="3530" y="53864"/>
                  </a:lnTo>
                  <a:lnTo>
                    <a:pt x="4375" y="39166"/>
                  </a:lnTo>
                  <a:lnTo>
                    <a:pt x="5220" y="21262"/>
                  </a:lnTo>
                  <a:lnTo>
                    <a:pt x="6065" y="0"/>
                  </a:lnTo>
                  <a:lnTo>
                    <a:pt x="6911" y="31012"/>
                  </a:lnTo>
                  <a:lnTo>
                    <a:pt x="7756" y="18770"/>
                  </a:lnTo>
                  <a:lnTo>
                    <a:pt x="7958" y="1203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7052975" y="4196832"/>
              <a:ext cx="4480" cy="79330"/>
            </a:xfrm>
            <a:custGeom>
              <a:avLst/>
              <a:pathLst>
                <a:path w="4480" h="79330">
                  <a:moveTo>
                    <a:pt x="0" y="79330"/>
                  </a:moveTo>
                  <a:lnTo>
                    <a:pt x="118" y="26775"/>
                  </a:lnTo>
                  <a:lnTo>
                    <a:pt x="963" y="17343"/>
                  </a:lnTo>
                  <a:lnTo>
                    <a:pt x="1808" y="0"/>
                  </a:lnTo>
                  <a:lnTo>
                    <a:pt x="2653" y="2854"/>
                  </a:lnTo>
                  <a:lnTo>
                    <a:pt x="3498" y="10899"/>
                  </a:lnTo>
                  <a:lnTo>
                    <a:pt x="4343" y="16517"/>
                  </a:lnTo>
                  <a:lnTo>
                    <a:pt x="4480" y="793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7058851" y="4172793"/>
              <a:ext cx="12911" cy="103369"/>
            </a:xfrm>
            <a:custGeom>
              <a:avLst/>
              <a:pathLst>
                <a:path w="12911" h="103369">
                  <a:moveTo>
                    <a:pt x="0" y="103369"/>
                  </a:moveTo>
                  <a:lnTo>
                    <a:pt x="157" y="28965"/>
                  </a:lnTo>
                  <a:lnTo>
                    <a:pt x="1003" y="27025"/>
                  </a:lnTo>
                  <a:lnTo>
                    <a:pt x="1848" y="6976"/>
                  </a:lnTo>
                  <a:lnTo>
                    <a:pt x="2693" y="10292"/>
                  </a:lnTo>
                  <a:lnTo>
                    <a:pt x="3538" y="3883"/>
                  </a:lnTo>
                  <a:lnTo>
                    <a:pt x="4383" y="1453"/>
                  </a:lnTo>
                  <a:lnTo>
                    <a:pt x="5228" y="10020"/>
                  </a:lnTo>
                  <a:lnTo>
                    <a:pt x="6073" y="0"/>
                  </a:lnTo>
                  <a:lnTo>
                    <a:pt x="6918" y="11330"/>
                  </a:lnTo>
                  <a:lnTo>
                    <a:pt x="7763" y="14735"/>
                  </a:lnTo>
                  <a:lnTo>
                    <a:pt x="8608" y="28767"/>
                  </a:lnTo>
                  <a:lnTo>
                    <a:pt x="9453" y="42776"/>
                  </a:lnTo>
                  <a:lnTo>
                    <a:pt x="10299" y="62758"/>
                  </a:lnTo>
                  <a:lnTo>
                    <a:pt x="11144" y="72771"/>
                  </a:lnTo>
                  <a:lnTo>
                    <a:pt x="11989" y="65954"/>
                  </a:lnTo>
                  <a:lnTo>
                    <a:pt x="12834" y="70788"/>
                  </a:lnTo>
                  <a:lnTo>
                    <a:pt x="12911" y="10336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l792"/>
            <p:cNvSpPr/>
            <p:nvPr/>
          </p:nvSpPr>
          <p:spPr>
            <a:xfrm>
              <a:off x="7074064" y="4195233"/>
              <a:ext cx="1170" cy="80929"/>
            </a:xfrm>
            <a:custGeom>
              <a:avLst/>
              <a:pathLst>
                <a:path w="1170" h="80929">
                  <a:moveTo>
                    <a:pt x="0" y="80929"/>
                  </a:moveTo>
                  <a:lnTo>
                    <a:pt x="156" y="7361"/>
                  </a:lnTo>
                  <a:lnTo>
                    <a:pt x="1001" y="0"/>
                  </a:lnTo>
                  <a:lnTo>
                    <a:pt x="1170" y="8092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l793"/>
            <p:cNvSpPr/>
            <p:nvPr/>
          </p:nvSpPr>
          <p:spPr>
            <a:xfrm>
              <a:off x="7077401" y="4145199"/>
              <a:ext cx="6314" cy="130963"/>
            </a:xfrm>
            <a:custGeom>
              <a:avLst/>
              <a:pathLst>
                <a:path w="6314" h="130963">
                  <a:moveTo>
                    <a:pt x="0" y="130963"/>
                  </a:moveTo>
                  <a:lnTo>
                    <a:pt x="199" y="30972"/>
                  </a:lnTo>
                  <a:lnTo>
                    <a:pt x="1044" y="37351"/>
                  </a:lnTo>
                  <a:lnTo>
                    <a:pt x="1889" y="0"/>
                  </a:lnTo>
                  <a:lnTo>
                    <a:pt x="2734" y="39427"/>
                  </a:lnTo>
                  <a:lnTo>
                    <a:pt x="3579" y="33082"/>
                  </a:lnTo>
                  <a:lnTo>
                    <a:pt x="4424" y="28450"/>
                  </a:lnTo>
                  <a:lnTo>
                    <a:pt x="5270" y="32068"/>
                  </a:lnTo>
                  <a:lnTo>
                    <a:pt x="6115" y="31302"/>
                  </a:lnTo>
                  <a:lnTo>
                    <a:pt x="6314" y="13096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l794"/>
            <p:cNvSpPr/>
            <p:nvPr/>
          </p:nvSpPr>
          <p:spPr>
            <a:xfrm>
              <a:off x="7085827" y="4158721"/>
              <a:ext cx="1292" cy="117441"/>
            </a:xfrm>
            <a:custGeom>
              <a:avLst/>
              <a:pathLst>
                <a:path w="1292" h="117441">
                  <a:moveTo>
                    <a:pt x="0" y="117441"/>
                  </a:moveTo>
                  <a:lnTo>
                    <a:pt x="225" y="0"/>
                  </a:lnTo>
                  <a:lnTo>
                    <a:pt x="1070" y="1552"/>
                  </a:lnTo>
                  <a:lnTo>
                    <a:pt x="1292" y="11744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l795"/>
            <p:cNvSpPr/>
            <p:nvPr/>
          </p:nvSpPr>
          <p:spPr>
            <a:xfrm>
              <a:off x="7089230" y="4093129"/>
              <a:ext cx="23140" cy="183033"/>
            </a:xfrm>
            <a:custGeom>
              <a:avLst/>
              <a:pathLst>
                <a:path w="23140" h="183033">
                  <a:moveTo>
                    <a:pt x="0" y="183033"/>
                  </a:moveTo>
                  <a:lnTo>
                    <a:pt x="202" y="81258"/>
                  </a:lnTo>
                  <a:lnTo>
                    <a:pt x="1047" y="72179"/>
                  </a:lnTo>
                  <a:lnTo>
                    <a:pt x="1892" y="11969"/>
                  </a:lnTo>
                  <a:lnTo>
                    <a:pt x="2737" y="0"/>
                  </a:lnTo>
                  <a:lnTo>
                    <a:pt x="3582" y="45814"/>
                  </a:lnTo>
                  <a:lnTo>
                    <a:pt x="4427" y="89704"/>
                  </a:lnTo>
                  <a:lnTo>
                    <a:pt x="5272" y="101524"/>
                  </a:lnTo>
                  <a:lnTo>
                    <a:pt x="6117" y="102779"/>
                  </a:lnTo>
                  <a:lnTo>
                    <a:pt x="6962" y="103657"/>
                  </a:lnTo>
                  <a:lnTo>
                    <a:pt x="7808" y="92427"/>
                  </a:lnTo>
                  <a:lnTo>
                    <a:pt x="8653" y="112833"/>
                  </a:lnTo>
                  <a:lnTo>
                    <a:pt x="9498" y="116545"/>
                  </a:lnTo>
                  <a:lnTo>
                    <a:pt x="10343" y="135839"/>
                  </a:lnTo>
                  <a:lnTo>
                    <a:pt x="11188" y="135888"/>
                  </a:lnTo>
                  <a:lnTo>
                    <a:pt x="12033" y="131790"/>
                  </a:lnTo>
                  <a:lnTo>
                    <a:pt x="12878" y="151521"/>
                  </a:lnTo>
                  <a:lnTo>
                    <a:pt x="13723" y="101785"/>
                  </a:lnTo>
                  <a:lnTo>
                    <a:pt x="14568" y="76826"/>
                  </a:lnTo>
                  <a:lnTo>
                    <a:pt x="15413" y="63683"/>
                  </a:lnTo>
                  <a:lnTo>
                    <a:pt x="16258" y="105560"/>
                  </a:lnTo>
                  <a:lnTo>
                    <a:pt x="17104" y="151728"/>
                  </a:lnTo>
                  <a:lnTo>
                    <a:pt x="17949" y="111111"/>
                  </a:lnTo>
                  <a:lnTo>
                    <a:pt x="18794" y="139561"/>
                  </a:lnTo>
                  <a:lnTo>
                    <a:pt x="19639" y="150531"/>
                  </a:lnTo>
                  <a:lnTo>
                    <a:pt x="20484" y="143219"/>
                  </a:lnTo>
                  <a:lnTo>
                    <a:pt x="21329" y="171708"/>
                  </a:lnTo>
                  <a:lnTo>
                    <a:pt x="22174" y="135387"/>
                  </a:lnTo>
                  <a:lnTo>
                    <a:pt x="23019" y="129221"/>
                  </a:lnTo>
                  <a:lnTo>
                    <a:pt x="23140" y="1830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l796"/>
            <p:cNvSpPr/>
            <p:nvPr/>
          </p:nvSpPr>
          <p:spPr>
            <a:xfrm>
              <a:off x="7114626" y="4176178"/>
              <a:ext cx="1203" cy="99984"/>
            </a:xfrm>
            <a:custGeom>
              <a:avLst/>
              <a:pathLst>
                <a:path w="1203" h="99984">
                  <a:moveTo>
                    <a:pt x="0" y="99984"/>
                  </a:moveTo>
                  <a:lnTo>
                    <a:pt x="159" y="24951"/>
                  </a:lnTo>
                  <a:lnTo>
                    <a:pt x="1004" y="0"/>
                  </a:lnTo>
                  <a:lnTo>
                    <a:pt x="1203" y="999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l797"/>
            <p:cNvSpPr/>
            <p:nvPr/>
          </p:nvSpPr>
          <p:spPr>
            <a:xfrm>
              <a:off x="7120508" y="4166872"/>
              <a:ext cx="5476" cy="109290"/>
            </a:xfrm>
            <a:custGeom>
              <a:avLst/>
              <a:pathLst>
                <a:path w="5476" h="109290">
                  <a:moveTo>
                    <a:pt x="0" y="109290"/>
                  </a:moveTo>
                  <a:lnTo>
                    <a:pt x="192" y="13570"/>
                  </a:lnTo>
                  <a:lnTo>
                    <a:pt x="1037" y="35685"/>
                  </a:lnTo>
                  <a:lnTo>
                    <a:pt x="1883" y="47657"/>
                  </a:lnTo>
                  <a:lnTo>
                    <a:pt x="2728" y="44306"/>
                  </a:lnTo>
                  <a:lnTo>
                    <a:pt x="3573" y="23628"/>
                  </a:lnTo>
                  <a:lnTo>
                    <a:pt x="4418" y="12886"/>
                  </a:lnTo>
                  <a:lnTo>
                    <a:pt x="5263" y="0"/>
                  </a:lnTo>
                  <a:lnTo>
                    <a:pt x="5476" y="1092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7128917" y="4019488"/>
              <a:ext cx="17259" cy="256675"/>
            </a:xfrm>
            <a:custGeom>
              <a:avLst/>
              <a:pathLst>
                <a:path w="17259" h="256675">
                  <a:moveTo>
                    <a:pt x="0" y="256675"/>
                  </a:moveTo>
                  <a:lnTo>
                    <a:pt x="234" y="132477"/>
                  </a:lnTo>
                  <a:lnTo>
                    <a:pt x="1079" y="124724"/>
                  </a:lnTo>
                  <a:lnTo>
                    <a:pt x="1924" y="90394"/>
                  </a:lnTo>
                  <a:lnTo>
                    <a:pt x="2769" y="45830"/>
                  </a:lnTo>
                  <a:lnTo>
                    <a:pt x="3614" y="60871"/>
                  </a:lnTo>
                  <a:lnTo>
                    <a:pt x="4459" y="74616"/>
                  </a:lnTo>
                  <a:lnTo>
                    <a:pt x="5304" y="91603"/>
                  </a:lnTo>
                  <a:lnTo>
                    <a:pt x="6150" y="85084"/>
                  </a:lnTo>
                  <a:lnTo>
                    <a:pt x="6995" y="8966"/>
                  </a:lnTo>
                  <a:lnTo>
                    <a:pt x="7840" y="10006"/>
                  </a:lnTo>
                  <a:lnTo>
                    <a:pt x="8685" y="4703"/>
                  </a:lnTo>
                  <a:lnTo>
                    <a:pt x="9530" y="28849"/>
                  </a:lnTo>
                  <a:lnTo>
                    <a:pt x="10375" y="0"/>
                  </a:lnTo>
                  <a:lnTo>
                    <a:pt x="11220" y="50034"/>
                  </a:lnTo>
                  <a:lnTo>
                    <a:pt x="12065" y="94084"/>
                  </a:lnTo>
                  <a:lnTo>
                    <a:pt x="12910" y="114720"/>
                  </a:lnTo>
                  <a:lnTo>
                    <a:pt x="13755" y="138602"/>
                  </a:lnTo>
                  <a:lnTo>
                    <a:pt x="14600" y="156764"/>
                  </a:lnTo>
                  <a:lnTo>
                    <a:pt x="15446" y="190614"/>
                  </a:lnTo>
                  <a:lnTo>
                    <a:pt x="16291" y="189376"/>
                  </a:lnTo>
                  <a:lnTo>
                    <a:pt x="17136" y="201295"/>
                  </a:lnTo>
                  <a:lnTo>
                    <a:pt x="17259" y="25667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7147616" y="4135857"/>
              <a:ext cx="4589" cy="140305"/>
            </a:xfrm>
            <a:custGeom>
              <a:avLst/>
              <a:pathLst>
                <a:path w="4589" h="140305">
                  <a:moveTo>
                    <a:pt x="0" y="140305"/>
                  </a:moveTo>
                  <a:lnTo>
                    <a:pt x="127" y="82790"/>
                  </a:lnTo>
                  <a:lnTo>
                    <a:pt x="972" y="76961"/>
                  </a:lnTo>
                  <a:lnTo>
                    <a:pt x="1817" y="55935"/>
                  </a:lnTo>
                  <a:lnTo>
                    <a:pt x="2662" y="17156"/>
                  </a:lnTo>
                  <a:lnTo>
                    <a:pt x="3507" y="0"/>
                  </a:lnTo>
                  <a:lnTo>
                    <a:pt x="4352" y="14701"/>
                  </a:lnTo>
                  <a:lnTo>
                    <a:pt x="4589" y="1403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7154316" y="4141920"/>
              <a:ext cx="4628" cy="134242"/>
            </a:xfrm>
            <a:custGeom>
              <a:avLst/>
              <a:pathLst>
                <a:path w="4628" h="134242">
                  <a:moveTo>
                    <a:pt x="0" y="134242"/>
                  </a:moveTo>
                  <a:lnTo>
                    <a:pt x="188" y="41415"/>
                  </a:lnTo>
                  <a:lnTo>
                    <a:pt x="1033" y="35780"/>
                  </a:lnTo>
                  <a:lnTo>
                    <a:pt x="1878" y="31956"/>
                  </a:lnTo>
                  <a:lnTo>
                    <a:pt x="2723" y="0"/>
                  </a:lnTo>
                  <a:lnTo>
                    <a:pt x="3568" y="8015"/>
                  </a:lnTo>
                  <a:lnTo>
                    <a:pt x="4413" y="23805"/>
                  </a:lnTo>
                  <a:lnTo>
                    <a:pt x="4628" y="1342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7160248" y="4193820"/>
              <a:ext cx="3622" cy="82342"/>
            </a:xfrm>
            <a:custGeom>
              <a:avLst/>
              <a:pathLst>
                <a:path w="3622" h="82342">
                  <a:moveTo>
                    <a:pt x="0" y="82342"/>
                  </a:moveTo>
                  <a:lnTo>
                    <a:pt x="171" y="0"/>
                  </a:lnTo>
                  <a:lnTo>
                    <a:pt x="1016" y="12343"/>
                  </a:lnTo>
                  <a:lnTo>
                    <a:pt x="1861" y="31300"/>
                  </a:lnTo>
                  <a:lnTo>
                    <a:pt x="2706" y="44124"/>
                  </a:lnTo>
                  <a:lnTo>
                    <a:pt x="3551" y="52784"/>
                  </a:lnTo>
                  <a:lnTo>
                    <a:pt x="3622" y="823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7165390" y="4232361"/>
              <a:ext cx="201" cy="43801"/>
            </a:xfrm>
            <a:custGeom>
              <a:avLst/>
              <a:pathLst>
                <a:path w="201" h="43801">
                  <a:moveTo>
                    <a:pt x="0" y="43801"/>
                  </a:moveTo>
                  <a:lnTo>
                    <a:pt x="100" y="0"/>
                  </a:lnTo>
                  <a:lnTo>
                    <a:pt x="201" y="4380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7167067" y="4219826"/>
              <a:ext cx="1084" cy="56336"/>
            </a:xfrm>
            <a:custGeom>
              <a:avLst/>
              <a:pathLst>
                <a:path w="1084" h="56336">
                  <a:moveTo>
                    <a:pt x="0" y="56336"/>
                  </a:moveTo>
                  <a:lnTo>
                    <a:pt x="113" y="5922"/>
                  </a:lnTo>
                  <a:lnTo>
                    <a:pt x="958" y="0"/>
                  </a:lnTo>
                  <a:lnTo>
                    <a:pt x="1084" y="5633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7169512" y="4173450"/>
              <a:ext cx="407" cy="102712"/>
            </a:xfrm>
            <a:custGeom>
              <a:avLst/>
              <a:pathLst>
                <a:path w="407" h="102712">
                  <a:moveTo>
                    <a:pt x="0" y="102712"/>
                  </a:moveTo>
                  <a:lnTo>
                    <a:pt x="203" y="0"/>
                  </a:lnTo>
                  <a:lnTo>
                    <a:pt x="407" y="10271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7176369" y="4188289"/>
              <a:ext cx="6203" cy="87873"/>
            </a:xfrm>
            <a:custGeom>
              <a:avLst/>
              <a:pathLst>
                <a:path w="6203" h="87873">
                  <a:moveTo>
                    <a:pt x="0" y="87873"/>
                  </a:moveTo>
                  <a:lnTo>
                    <a:pt x="107" y="40664"/>
                  </a:lnTo>
                  <a:lnTo>
                    <a:pt x="952" y="49211"/>
                  </a:lnTo>
                  <a:lnTo>
                    <a:pt x="1797" y="38861"/>
                  </a:lnTo>
                  <a:lnTo>
                    <a:pt x="2642" y="38974"/>
                  </a:lnTo>
                  <a:lnTo>
                    <a:pt x="3487" y="27942"/>
                  </a:lnTo>
                  <a:lnTo>
                    <a:pt x="4333" y="27564"/>
                  </a:lnTo>
                  <a:lnTo>
                    <a:pt x="5178" y="16511"/>
                  </a:lnTo>
                  <a:lnTo>
                    <a:pt x="6023" y="0"/>
                  </a:lnTo>
                  <a:lnTo>
                    <a:pt x="6203" y="8787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l806"/>
            <p:cNvSpPr/>
            <p:nvPr/>
          </p:nvSpPr>
          <p:spPr>
            <a:xfrm>
              <a:off x="7184722" y="4097562"/>
              <a:ext cx="3041" cy="178600"/>
            </a:xfrm>
            <a:custGeom>
              <a:avLst/>
              <a:pathLst>
                <a:path w="3041" h="178600">
                  <a:moveTo>
                    <a:pt x="0" y="178600"/>
                  </a:moveTo>
                  <a:lnTo>
                    <a:pt x="205" y="74618"/>
                  </a:lnTo>
                  <a:lnTo>
                    <a:pt x="1050" y="51138"/>
                  </a:lnTo>
                  <a:lnTo>
                    <a:pt x="1895" y="12796"/>
                  </a:lnTo>
                  <a:lnTo>
                    <a:pt x="2740" y="0"/>
                  </a:lnTo>
                  <a:lnTo>
                    <a:pt x="3041" y="1786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l807"/>
            <p:cNvSpPr/>
            <p:nvPr/>
          </p:nvSpPr>
          <p:spPr>
            <a:xfrm>
              <a:off x="7188916" y="4127151"/>
              <a:ext cx="7190" cy="149011"/>
            </a:xfrm>
            <a:custGeom>
              <a:avLst/>
              <a:pathLst>
                <a:path w="7190" h="149011">
                  <a:moveTo>
                    <a:pt x="0" y="149011"/>
                  </a:moveTo>
                  <a:lnTo>
                    <a:pt x="237" y="22851"/>
                  </a:lnTo>
                  <a:lnTo>
                    <a:pt x="1082" y="37723"/>
                  </a:lnTo>
                  <a:lnTo>
                    <a:pt x="1927" y="32161"/>
                  </a:lnTo>
                  <a:lnTo>
                    <a:pt x="2772" y="18357"/>
                  </a:lnTo>
                  <a:lnTo>
                    <a:pt x="3617" y="0"/>
                  </a:lnTo>
                  <a:lnTo>
                    <a:pt x="4462" y="10023"/>
                  </a:lnTo>
                  <a:lnTo>
                    <a:pt x="5307" y="44603"/>
                  </a:lnTo>
                  <a:lnTo>
                    <a:pt x="6152" y="53952"/>
                  </a:lnTo>
                  <a:lnTo>
                    <a:pt x="6997" y="53523"/>
                  </a:lnTo>
                  <a:lnTo>
                    <a:pt x="7190" y="14901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l808"/>
            <p:cNvSpPr/>
            <p:nvPr/>
          </p:nvSpPr>
          <p:spPr>
            <a:xfrm>
              <a:off x="7197399" y="4152738"/>
              <a:ext cx="6353" cy="123424"/>
            </a:xfrm>
            <a:custGeom>
              <a:avLst/>
              <a:pathLst>
                <a:path w="6353" h="123424">
                  <a:moveTo>
                    <a:pt x="0" y="123424"/>
                  </a:moveTo>
                  <a:lnTo>
                    <a:pt x="204" y="19870"/>
                  </a:lnTo>
                  <a:lnTo>
                    <a:pt x="1049" y="31650"/>
                  </a:lnTo>
                  <a:lnTo>
                    <a:pt x="1895" y="29963"/>
                  </a:lnTo>
                  <a:lnTo>
                    <a:pt x="2740" y="13045"/>
                  </a:lnTo>
                  <a:lnTo>
                    <a:pt x="3585" y="5425"/>
                  </a:lnTo>
                  <a:lnTo>
                    <a:pt x="4430" y="29588"/>
                  </a:lnTo>
                  <a:lnTo>
                    <a:pt x="5275" y="18591"/>
                  </a:lnTo>
                  <a:lnTo>
                    <a:pt x="6120" y="0"/>
                  </a:lnTo>
                  <a:lnTo>
                    <a:pt x="6353" y="12342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l809"/>
            <p:cNvSpPr/>
            <p:nvPr/>
          </p:nvSpPr>
          <p:spPr>
            <a:xfrm>
              <a:off x="7205750" y="4086907"/>
              <a:ext cx="1461" cy="189255"/>
            </a:xfrm>
            <a:custGeom>
              <a:avLst/>
              <a:pathLst>
                <a:path w="1461" h="189255">
                  <a:moveTo>
                    <a:pt x="0" y="189255"/>
                  </a:moveTo>
                  <a:lnTo>
                    <a:pt x="304" y="6775"/>
                  </a:lnTo>
                  <a:lnTo>
                    <a:pt x="1149" y="0"/>
                  </a:lnTo>
                  <a:lnTo>
                    <a:pt x="1461" y="1892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l810"/>
            <p:cNvSpPr/>
            <p:nvPr/>
          </p:nvSpPr>
          <p:spPr>
            <a:xfrm>
              <a:off x="7209245" y="4039233"/>
              <a:ext cx="22456" cy="236929"/>
            </a:xfrm>
            <a:custGeom>
              <a:avLst/>
              <a:pathLst>
                <a:path w="22456" h="236929">
                  <a:moveTo>
                    <a:pt x="0" y="236929"/>
                  </a:moveTo>
                  <a:lnTo>
                    <a:pt x="189" y="143175"/>
                  </a:lnTo>
                  <a:lnTo>
                    <a:pt x="1034" y="155173"/>
                  </a:lnTo>
                  <a:lnTo>
                    <a:pt x="1880" y="164584"/>
                  </a:lnTo>
                  <a:lnTo>
                    <a:pt x="2725" y="153423"/>
                  </a:lnTo>
                  <a:lnTo>
                    <a:pt x="3570" y="142626"/>
                  </a:lnTo>
                  <a:lnTo>
                    <a:pt x="4415" y="146848"/>
                  </a:lnTo>
                  <a:lnTo>
                    <a:pt x="5260" y="160881"/>
                  </a:lnTo>
                  <a:lnTo>
                    <a:pt x="6105" y="178678"/>
                  </a:lnTo>
                  <a:lnTo>
                    <a:pt x="6950" y="171075"/>
                  </a:lnTo>
                  <a:lnTo>
                    <a:pt x="7795" y="168424"/>
                  </a:lnTo>
                  <a:lnTo>
                    <a:pt x="8640" y="163074"/>
                  </a:lnTo>
                  <a:lnTo>
                    <a:pt x="9485" y="152149"/>
                  </a:lnTo>
                  <a:lnTo>
                    <a:pt x="10330" y="113336"/>
                  </a:lnTo>
                  <a:lnTo>
                    <a:pt x="11176" y="70737"/>
                  </a:lnTo>
                  <a:lnTo>
                    <a:pt x="12021" y="60744"/>
                  </a:lnTo>
                  <a:lnTo>
                    <a:pt x="12866" y="69887"/>
                  </a:lnTo>
                  <a:lnTo>
                    <a:pt x="13711" y="34775"/>
                  </a:lnTo>
                  <a:lnTo>
                    <a:pt x="14556" y="0"/>
                  </a:lnTo>
                  <a:lnTo>
                    <a:pt x="15401" y="58607"/>
                  </a:lnTo>
                  <a:lnTo>
                    <a:pt x="16246" y="80786"/>
                  </a:lnTo>
                  <a:lnTo>
                    <a:pt x="17091" y="102659"/>
                  </a:lnTo>
                  <a:lnTo>
                    <a:pt x="17936" y="11366"/>
                  </a:lnTo>
                  <a:lnTo>
                    <a:pt x="18781" y="47219"/>
                  </a:lnTo>
                  <a:lnTo>
                    <a:pt x="19626" y="88618"/>
                  </a:lnTo>
                  <a:lnTo>
                    <a:pt x="20472" y="118575"/>
                  </a:lnTo>
                  <a:lnTo>
                    <a:pt x="21317" y="113964"/>
                  </a:lnTo>
                  <a:lnTo>
                    <a:pt x="22162" y="64334"/>
                  </a:lnTo>
                  <a:lnTo>
                    <a:pt x="22456" y="23692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l811"/>
            <p:cNvSpPr/>
            <p:nvPr/>
          </p:nvSpPr>
          <p:spPr>
            <a:xfrm>
              <a:off x="7233654" y="4107767"/>
              <a:ext cx="1414" cy="168395"/>
            </a:xfrm>
            <a:custGeom>
              <a:avLst/>
              <a:pathLst>
                <a:path w="1414" h="168395">
                  <a:moveTo>
                    <a:pt x="0" y="168395"/>
                  </a:moveTo>
                  <a:lnTo>
                    <a:pt x="289" y="0"/>
                  </a:lnTo>
                  <a:lnTo>
                    <a:pt x="1134" y="8068"/>
                  </a:lnTo>
                  <a:lnTo>
                    <a:pt x="1414" y="16839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l812"/>
            <p:cNvSpPr/>
            <p:nvPr/>
          </p:nvSpPr>
          <p:spPr>
            <a:xfrm>
              <a:off x="7237153" y="4151388"/>
              <a:ext cx="4630" cy="124774"/>
            </a:xfrm>
            <a:custGeom>
              <a:avLst/>
              <a:pathLst>
                <a:path w="4630" h="124774">
                  <a:moveTo>
                    <a:pt x="0" y="124774"/>
                  </a:moveTo>
                  <a:lnTo>
                    <a:pt x="170" y="43067"/>
                  </a:lnTo>
                  <a:lnTo>
                    <a:pt x="1015" y="42861"/>
                  </a:lnTo>
                  <a:lnTo>
                    <a:pt x="1860" y="41220"/>
                  </a:lnTo>
                  <a:lnTo>
                    <a:pt x="2705" y="26994"/>
                  </a:lnTo>
                  <a:lnTo>
                    <a:pt x="3550" y="33580"/>
                  </a:lnTo>
                  <a:lnTo>
                    <a:pt x="4395" y="0"/>
                  </a:lnTo>
                  <a:lnTo>
                    <a:pt x="4630" y="12477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l813"/>
            <p:cNvSpPr/>
            <p:nvPr/>
          </p:nvSpPr>
          <p:spPr>
            <a:xfrm>
              <a:off x="7243857" y="4005595"/>
              <a:ext cx="60424" cy="270567"/>
            </a:xfrm>
            <a:custGeom>
              <a:avLst/>
              <a:pathLst>
                <a:path w="60424" h="270567">
                  <a:moveTo>
                    <a:pt x="0" y="270567"/>
                  </a:moveTo>
                  <a:lnTo>
                    <a:pt x="226" y="151953"/>
                  </a:lnTo>
                  <a:lnTo>
                    <a:pt x="1071" y="136211"/>
                  </a:lnTo>
                  <a:lnTo>
                    <a:pt x="1916" y="122320"/>
                  </a:lnTo>
                  <a:lnTo>
                    <a:pt x="2761" y="144386"/>
                  </a:lnTo>
                  <a:lnTo>
                    <a:pt x="3607" y="171353"/>
                  </a:lnTo>
                  <a:lnTo>
                    <a:pt x="4452" y="172743"/>
                  </a:lnTo>
                  <a:lnTo>
                    <a:pt x="5297" y="181705"/>
                  </a:lnTo>
                  <a:lnTo>
                    <a:pt x="6142" y="189400"/>
                  </a:lnTo>
                  <a:lnTo>
                    <a:pt x="6987" y="162408"/>
                  </a:lnTo>
                  <a:lnTo>
                    <a:pt x="7832" y="144665"/>
                  </a:lnTo>
                  <a:lnTo>
                    <a:pt x="8677" y="163236"/>
                  </a:lnTo>
                  <a:lnTo>
                    <a:pt x="9522" y="188036"/>
                  </a:lnTo>
                  <a:lnTo>
                    <a:pt x="10367" y="202977"/>
                  </a:lnTo>
                  <a:lnTo>
                    <a:pt x="11212" y="176165"/>
                  </a:lnTo>
                  <a:lnTo>
                    <a:pt x="12057" y="179893"/>
                  </a:lnTo>
                  <a:lnTo>
                    <a:pt x="12903" y="153080"/>
                  </a:lnTo>
                  <a:lnTo>
                    <a:pt x="13748" y="136713"/>
                  </a:lnTo>
                  <a:lnTo>
                    <a:pt x="14593" y="112419"/>
                  </a:lnTo>
                  <a:lnTo>
                    <a:pt x="15438" y="79181"/>
                  </a:lnTo>
                  <a:lnTo>
                    <a:pt x="16283" y="44194"/>
                  </a:lnTo>
                  <a:lnTo>
                    <a:pt x="17128" y="7851"/>
                  </a:lnTo>
                  <a:lnTo>
                    <a:pt x="17973" y="33091"/>
                  </a:lnTo>
                  <a:lnTo>
                    <a:pt x="18818" y="42097"/>
                  </a:lnTo>
                  <a:lnTo>
                    <a:pt x="19663" y="19803"/>
                  </a:lnTo>
                  <a:lnTo>
                    <a:pt x="20508" y="0"/>
                  </a:lnTo>
                  <a:lnTo>
                    <a:pt x="21353" y="17173"/>
                  </a:lnTo>
                  <a:lnTo>
                    <a:pt x="22199" y="52263"/>
                  </a:lnTo>
                  <a:lnTo>
                    <a:pt x="23044" y="26304"/>
                  </a:lnTo>
                  <a:lnTo>
                    <a:pt x="23889" y="9561"/>
                  </a:lnTo>
                  <a:lnTo>
                    <a:pt x="24734" y="31230"/>
                  </a:lnTo>
                  <a:lnTo>
                    <a:pt x="25579" y="105024"/>
                  </a:lnTo>
                  <a:lnTo>
                    <a:pt x="26424" y="137574"/>
                  </a:lnTo>
                  <a:lnTo>
                    <a:pt x="27269" y="143931"/>
                  </a:lnTo>
                  <a:lnTo>
                    <a:pt x="28114" y="136814"/>
                  </a:lnTo>
                  <a:lnTo>
                    <a:pt x="28959" y="152825"/>
                  </a:lnTo>
                  <a:lnTo>
                    <a:pt x="29804" y="168718"/>
                  </a:lnTo>
                  <a:lnTo>
                    <a:pt x="30649" y="148648"/>
                  </a:lnTo>
                  <a:lnTo>
                    <a:pt x="31495" y="159343"/>
                  </a:lnTo>
                  <a:lnTo>
                    <a:pt x="32340" y="132655"/>
                  </a:lnTo>
                  <a:lnTo>
                    <a:pt x="33185" y="131865"/>
                  </a:lnTo>
                  <a:lnTo>
                    <a:pt x="34030" y="134520"/>
                  </a:lnTo>
                  <a:lnTo>
                    <a:pt x="34875" y="90933"/>
                  </a:lnTo>
                  <a:lnTo>
                    <a:pt x="35720" y="48267"/>
                  </a:lnTo>
                  <a:lnTo>
                    <a:pt x="36565" y="60001"/>
                  </a:lnTo>
                  <a:lnTo>
                    <a:pt x="37410" y="102416"/>
                  </a:lnTo>
                  <a:lnTo>
                    <a:pt x="38255" y="136254"/>
                  </a:lnTo>
                  <a:lnTo>
                    <a:pt x="39100" y="75173"/>
                  </a:lnTo>
                  <a:lnTo>
                    <a:pt x="39945" y="45510"/>
                  </a:lnTo>
                  <a:lnTo>
                    <a:pt x="40791" y="102909"/>
                  </a:lnTo>
                  <a:lnTo>
                    <a:pt x="41636" y="122804"/>
                  </a:lnTo>
                  <a:lnTo>
                    <a:pt x="42481" y="136243"/>
                  </a:lnTo>
                  <a:lnTo>
                    <a:pt x="43326" y="48790"/>
                  </a:lnTo>
                  <a:lnTo>
                    <a:pt x="44171" y="67298"/>
                  </a:lnTo>
                  <a:lnTo>
                    <a:pt x="45016" y="147458"/>
                  </a:lnTo>
                  <a:lnTo>
                    <a:pt x="45861" y="170047"/>
                  </a:lnTo>
                  <a:lnTo>
                    <a:pt x="46706" y="169421"/>
                  </a:lnTo>
                  <a:lnTo>
                    <a:pt x="47551" y="162316"/>
                  </a:lnTo>
                  <a:lnTo>
                    <a:pt x="48396" y="155407"/>
                  </a:lnTo>
                  <a:lnTo>
                    <a:pt x="49242" y="158903"/>
                  </a:lnTo>
                  <a:lnTo>
                    <a:pt x="50087" y="160732"/>
                  </a:lnTo>
                  <a:lnTo>
                    <a:pt x="50932" y="164876"/>
                  </a:lnTo>
                  <a:lnTo>
                    <a:pt x="51777" y="162980"/>
                  </a:lnTo>
                  <a:lnTo>
                    <a:pt x="52622" y="182290"/>
                  </a:lnTo>
                  <a:lnTo>
                    <a:pt x="53467" y="189361"/>
                  </a:lnTo>
                  <a:lnTo>
                    <a:pt x="54312" y="215862"/>
                  </a:lnTo>
                  <a:lnTo>
                    <a:pt x="55157" y="232527"/>
                  </a:lnTo>
                  <a:lnTo>
                    <a:pt x="56002" y="202870"/>
                  </a:lnTo>
                  <a:lnTo>
                    <a:pt x="56847" y="189345"/>
                  </a:lnTo>
                  <a:lnTo>
                    <a:pt x="57692" y="179379"/>
                  </a:lnTo>
                  <a:lnTo>
                    <a:pt x="58538" y="198740"/>
                  </a:lnTo>
                  <a:lnTo>
                    <a:pt x="59383" y="194259"/>
                  </a:lnTo>
                  <a:lnTo>
                    <a:pt x="60228" y="172770"/>
                  </a:lnTo>
                  <a:lnTo>
                    <a:pt x="60424" y="27056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l814"/>
            <p:cNvSpPr/>
            <p:nvPr/>
          </p:nvSpPr>
          <p:spPr>
            <a:xfrm>
              <a:off x="7305539" y="4150186"/>
              <a:ext cx="473" cy="125976"/>
            </a:xfrm>
            <a:custGeom>
              <a:avLst/>
              <a:pathLst>
                <a:path w="473" h="125976">
                  <a:moveTo>
                    <a:pt x="0" y="125976"/>
                  </a:moveTo>
                  <a:lnTo>
                    <a:pt x="236" y="0"/>
                  </a:lnTo>
                  <a:lnTo>
                    <a:pt x="473" y="1259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l815"/>
            <p:cNvSpPr/>
            <p:nvPr/>
          </p:nvSpPr>
          <p:spPr>
            <a:xfrm>
              <a:off x="7307322" y="4165282"/>
              <a:ext cx="8775" cy="110880"/>
            </a:xfrm>
            <a:custGeom>
              <a:avLst/>
              <a:pathLst>
                <a:path w="8775" h="110880">
                  <a:moveTo>
                    <a:pt x="0" y="110880"/>
                  </a:moveTo>
                  <a:lnTo>
                    <a:pt x="143" y="44715"/>
                  </a:lnTo>
                  <a:lnTo>
                    <a:pt x="988" y="29068"/>
                  </a:lnTo>
                  <a:lnTo>
                    <a:pt x="1833" y="60588"/>
                  </a:lnTo>
                  <a:lnTo>
                    <a:pt x="2678" y="46812"/>
                  </a:lnTo>
                  <a:lnTo>
                    <a:pt x="3523" y="17884"/>
                  </a:lnTo>
                  <a:lnTo>
                    <a:pt x="4368" y="16737"/>
                  </a:lnTo>
                  <a:lnTo>
                    <a:pt x="5214" y="1808"/>
                  </a:lnTo>
                  <a:lnTo>
                    <a:pt x="6059" y="0"/>
                  </a:lnTo>
                  <a:lnTo>
                    <a:pt x="6904" y="5906"/>
                  </a:lnTo>
                  <a:lnTo>
                    <a:pt x="7749" y="24091"/>
                  </a:lnTo>
                  <a:lnTo>
                    <a:pt x="8594" y="22473"/>
                  </a:lnTo>
                  <a:lnTo>
                    <a:pt x="8775" y="1108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l816"/>
            <p:cNvSpPr/>
            <p:nvPr/>
          </p:nvSpPr>
          <p:spPr>
            <a:xfrm>
              <a:off x="7317439" y="4196205"/>
              <a:ext cx="334" cy="79957"/>
            </a:xfrm>
            <a:custGeom>
              <a:avLst/>
              <a:pathLst>
                <a:path w="334" h="79957">
                  <a:moveTo>
                    <a:pt x="0" y="79957"/>
                  </a:moveTo>
                  <a:lnTo>
                    <a:pt x="167" y="0"/>
                  </a:lnTo>
                  <a:lnTo>
                    <a:pt x="334" y="7995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l817"/>
            <p:cNvSpPr/>
            <p:nvPr/>
          </p:nvSpPr>
          <p:spPr>
            <a:xfrm>
              <a:off x="7319914" y="4043176"/>
              <a:ext cx="36902" cy="232986"/>
            </a:xfrm>
            <a:custGeom>
              <a:avLst/>
              <a:pathLst>
                <a:path w="36902" h="232986">
                  <a:moveTo>
                    <a:pt x="0" y="232986"/>
                  </a:moveTo>
                  <a:lnTo>
                    <a:pt x="227" y="113558"/>
                  </a:lnTo>
                  <a:lnTo>
                    <a:pt x="1072" y="117425"/>
                  </a:lnTo>
                  <a:lnTo>
                    <a:pt x="1917" y="100768"/>
                  </a:lnTo>
                  <a:lnTo>
                    <a:pt x="2763" y="101563"/>
                  </a:lnTo>
                  <a:lnTo>
                    <a:pt x="3608" y="120030"/>
                  </a:lnTo>
                  <a:lnTo>
                    <a:pt x="4453" y="111860"/>
                  </a:lnTo>
                  <a:lnTo>
                    <a:pt x="5298" y="139969"/>
                  </a:lnTo>
                  <a:lnTo>
                    <a:pt x="6143" y="127942"/>
                  </a:lnTo>
                  <a:lnTo>
                    <a:pt x="6988" y="130047"/>
                  </a:lnTo>
                  <a:lnTo>
                    <a:pt x="7833" y="146706"/>
                  </a:lnTo>
                  <a:lnTo>
                    <a:pt x="8678" y="126066"/>
                  </a:lnTo>
                  <a:lnTo>
                    <a:pt x="9523" y="60374"/>
                  </a:lnTo>
                  <a:lnTo>
                    <a:pt x="10368" y="90149"/>
                  </a:lnTo>
                  <a:lnTo>
                    <a:pt x="11213" y="106847"/>
                  </a:lnTo>
                  <a:lnTo>
                    <a:pt x="12059" y="129509"/>
                  </a:lnTo>
                  <a:lnTo>
                    <a:pt x="12904" y="108448"/>
                  </a:lnTo>
                  <a:lnTo>
                    <a:pt x="13749" y="106443"/>
                  </a:lnTo>
                  <a:lnTo>
                    <a:pt x="14594" y="88029"/>
                  </a:lnTo>
                  <a:lnTo>
                    <a:pt x="15439" y="97359"/>
                  </a:lnTo>
                  <a:lnTo>
                    <a:pt x="16284" y="108313"/>
                  </a:lnTo>
                  <a:lnTo>
                    <a:pt x="17129" y="48058"/>
                  </a:lnTo>
                  <a:lnTo>
                    <a:pt x="17974" y="50126"/>
                  </a:lnTo>
                  <a:lnTo>
                    <a:pt x="18819" y="45782"/>
                  </a:lnTo>
                  <a:lnTo>
                    <a:pt x="19664" y="106638"/>
                  </a:lnTo>
                  <a:lnTo>
                    <a:pt x="20510" y="91891"/>
                  </a:lnTo>
                  <a:lnTo>
                    <a:pt x="21355" y="106679"/>
                  </a:lnTo>
                  <a:lnTo>
                    <a:pt x="22200" y="114188"/>
                  </a:lnTo>
                  <a:lnTo>
                    <a:pt x="23045" y="122516"/>
                  </a:lnTo>
                  <a:lnTo>
                    <a:pt x="23890" y="108175"/>
                  </a:lnTo>
                  <a:lnTo>
                    <a:pt x="24735" y="92571"/>
                  </a:lnTo>
                  <a:lnTo>
                    <a:pt x="25580" y="105798"/>
                  </a:lnTo>
                  <a:lnTo>
                    <a:pt x="26425" y="113664"/>
                  </a:lnTo>
                  <a:lnTo>
                    <a:pt x="27270" y="120601"/>
                  </a:lnTo>
                  <a:lnTo>
                    <a:pt x="28115" y="107284"/>
                  </a:lnTo>
                  <a:lnTo>
                    <a:pt x="28960" y="136520"/>
                  </a:lnTo>
                  <a:lnTo>
                    <a:pt x="29806" y="145999"/>
                  </a:lnTo>
                  <a:lnTo>
                    <a:pt x="30651" y="126909"/>
                  </a:lnTo>
                  <a:lnTo>
                    <a:pt x="31496" y="85491"/>
                  </a:lnTo>
                  <a:lnTo>
                    <a:pt x="32341" y="76701"/>
                  </a:lnTo>
                  <a:lnTo>
                    <a:pt x="33186" y="88146"/>
                  </a:lnTo>
                  <a:lnTo>
                    <a:pt x="34031" y="61848"/>
                  </a:lnTo>
                  <a:lnTo>
                    <a:pt x="34876" y="26282"/>
                  </a:lnTo>
                  <a:lnTo>
                    <a:pt x="35721" y="0"/>
                  </a:lnTo>
                  <a:lnTo>
                    <a:pt x="36566" y="19600"/>
                  </a:lnTo>
                  <a:lnTo>
                    <a:pt x="36902" y="2329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l818"/>
            <p:cNvSpPr/>
            <p:nvPr/>
          </p:nvSpPr>
          <p:spPr>
            <a:xfrm>
              <a:off x="7357866" y="4016825"/>
              <a:ext cx="4906" cy="259337"/>
            </a:xfrm>
            <a:custGeom>
              <a:avLst/>
              <a:pathLst>
                <a:path w="4906" h="259337">
                  <a:moveTo>
                    <a:pt x="0" y="259337"/>
                  </a:moveTo>
                  <a:lnTo>
                    <a:pt x="305" y="76293"/>
                  </a:lnTo>
                  <a:lnTo>
                    <a:pt x="1150" y="78865"/>
                  </a:lnTo>
                  <a:lnTo>
                    <a:pt x="1995" y="69187"/>
                  </a:lnTo>
                  <a:lnTo>
                    <a:pt x="2840" y="72536"/>
                  </a:lnTo>
                  <a:lnTo>
                    <a:pt x="3685" y="37793"/>
                  </a:lnTo>
                  <a:lnTo>
                    <a:pt x="4530" y="0"/>
                  </a:lnTo>
                  <a:lnTo>
                    <a:pt x="4906" y="25933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l819"/>
            <p:cNvSpPr/>
            <p:nvPr/>
          </p:nvSpPr>
          <p:spPr>
            <a:xfrm>
              <a:off x="7364529" y="3932074"/>
              <a:ext cx="19344" cy="344088"/>
            </a:xfrm>
            <a:custGeom>
              <a:avLst/>
              <a:pathLst>
                <a:path w="19344" h="344088">
                  <a:moveTo>
                    <a:pt x="0" y="344088"/>
                  </a:moveTo>
                  <a:lnTo>
                    <a:pt x="402" y="49077"/>
                  </a:lnTo>
                  <a:lnTo>
                    <a:pt x="1248" y="30475"/>
                  </a:lnTo>
                  <a:lnTo>
                    <a:pt x="2093" y="16649"/>
                  </a:lnTo>
                  <a:lnTo>
                    <a:pt x="2938" y="0"/>
                  </a:lnTo>
                  <a:lnTo>
                    <a:pt x="3783" y="512"/>
                  </a:lnTo>
                  <a:lnTo>
                    <a:pt x="4628" y="28829"/>
                  </a:lnTo>
                  <a:lnTo>
                    <a:pt x="5473" y="70017"/>
                  </a:lnTo>
                  <a:lnTo>
                    <a:pt x="6318" y="98757"/>
                  </a:lnTo>
                  <a:lnTo>
                    <a:pt x="7163" y="101478"/>
                  </a:lnTo>
                  <a:lnTo>
                    <a:pt x="8008" y="61385"/>
                  </a:lnTo>
                  <a:lnTo>
                    <a:pt x="8853" y="109528"/>
                  </a:lnTo>
                  <a:lnTo>
                    <a:pt x="9699" y="80223"/>
                  </a:lnTo>
                  <a:lnTo>
                    <a:pt x="10544" y="137741"/>
                  </a:lnTo>
                  <a:lnTo>
                    <a:pt x="11389" y="138144"/>
                  </a:lnTo>
                  <a:lnTo>
                    <a:pt x="12234" y="96553"/>
                  </a:lnTo>
                  <a:lnTo>
                    <a:pt x="13079" y="111664"/>
                  </a:lnTo>
                  <a:lnTo>
                    <a:pt x="13924" y="113347"/>
                  </a:lnTo>
                  <a:lnTo>
                    <a:pt x="14769" y="166955"/>
                  </a:lnTo>
                  <a:lnTo>
                    <a:pt x="15614" y="185806"/>
                  </a:lnTo>
                  <a:lnTo>
                    <a:pt x="16459" y="158604"/>
                  </a:lnTo>
                  <a:lnTo>
                    <a:pt x="17304" y="153401"/>
                  </a:lnTo>
                  <a:lnTo>
                    <a:pt x="18149" y="143096"/>
                  </a:lnTo>
                  <a:lnTo>
                    <a:pt x="18995" y="115645"/>
                  </a:lnTo>
                  <a:lnTo>
                    <a:pt x="19344" y="3440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l820"/>
            <p:cNvSpPr/>
            <p:nvPr/>
          </p:nvSpPr>
          <p:spPr>
            <a:xfrm>
              <a:off x="7384861" y="4044162"/>
              <a:ext cx="4895" cy="232000"/>
            </a:xfrm>
            <a:custGeom>
              <a:avLst/>
              <a:pathLst>
                <a:path w="4895" h="232000">
                  <a:moveTo>
                    <a:pt x="0" y="232000"/>
                  </a:moveTo>
                  <a:lnTo>
                    <a:pt x="352" y="0"/>
                  </a:lnTo>
                  <a:lnTo>
                    <a:pt x="1197" y="33326"/>
                  </a:lnTo>
                  <a:lnTo>
                    <a:pt x="2043" y="34079"/>
                  </a:lnTo>
                  <a:lnTo>
                    <a:pt x="2888" y="30724"/>
                  </a:lnTo>
                  <a:lnTo>
                    <a:pt x="3733" y="60372"/>
                  </a:lnTo>
                  <a:lnTo>
                    <a:pt x="4578" y="38033"/>
                  </a:lnTo>
                  <a:lnTo>
                    <a:pt x="4895" y="2320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l821"/>
            <p:cNvSpPr/>
            <p:nvPr/>
          </p:nvSpPr>
          <p:spPr>
            <a:xfrm>
              <a:off x="7392571" y="4141257"/>
              <a:ext cx="2139" cy="134905"/>
            </a:xfrm>
            <a:custGeom>
              <a:avLst/>
              <a:pathLst>
                <a:path w="2139" h="134905">
                  <a:moveTo>
                    <a:pt x="0" y="134905"/>
                  </a:moveTo>
                  <a:lnTo>
                    <a:pt x="248" y="0"/>
                  </a:lnTo>
                  <a:lnTo>
                    <a:pt x="1093" y="21685"/>
                  </a:lnTo>
                  <a:lnTo>
                    <a:pt x="1938" y="34448"/>
                  </a:lnTo>
                  <a:lnTo>
                    <a:pt x="2139" y="1349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l822"/>
            <p:cNvSpPr/>
            <p:nvPr/>
          </p:nvSpPr>
          <p:spPr>
            <a:xfrm>
              <a:off x="7396858" y="4183803"/>
              <a:ext cx="375" cy="92359"/>
            </a:xfrm>
            <a:custGeom>
              <a:avLst/>
              <a:pathLst>
                <a:path w="375" h="92359">
                  <a:moveTo>
                    <a:pt x="0" y="92359"/>
                  </a:moveTo>
                  <a:lnTo>
                    <a:pt x="187" y="0"/>
                  </a:lnTo>
                  <a:lnTo>
                    <a:pt x="375" y="9235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l823"/>
            <p:cNvSpPr/>
            <p:nvPr/>
          </p:nvSpPr>
          <p:spPr>
            <a:xfrm>
              <a:off x="7398572" y="4198522"/>
              <a:ext cx="1989" cy="77640"/>
            </a:xfrm>
            <a:custGeom>
              <a:avLst/>
              <a:pathLst>
                <a:path w="1989" h="77640">
                  <a:moveTo>
                    <a:pt x="0" y="77640"/>
                  </a:moveTo>
                  <a:lnTo>
                    <a:pt x="163" y="0"/>
                  </a:lnTo>
                  <a:lnTo>
                    <a:pt x="1008" y="2200"/>
                  </a:lnTo>
                  <a:lnTo>
                    <a:pt x="1853" y="15825"/>
                  </a:lnTo>
                  <a:lnTo>
                    <a:pt x="1989" y="7764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l824"/>
            <p:cNvSpPr/>
            <p:nvPr/>
          </p:nvSpPr>
          <p:spPr>
            <a:xfrm>
              <a:off x="7401960" y="4202719"/>
              <a:ext cx="4457" cy="73443"/>
            </a:xfrm>
            <a:custGeom>
              <a:avLst/>
              <a:pathLst>
                <a:path w="4457" h="73443">
                  <a:moveTo>
                    <a:pt x="0" y="73443"/>
                  </a:moveTo>
                  <a:lnTo>
                    <a:pt x="156" y="0"/>
                  </a:lnTo>
                  <a:lnTo>
                    <a:pt x="1001" y="14036"/>
                  </a:lnTo>
                  <a:lnTo>
                    <a:pt x="1846" y="19308"/>
                  </a:lnTo>
                  <a:lnTo>
                    <a:pt x="2691" y="40414"/>
                  </a:lnTo>
                  <a:lnTo>
                    <a:pt x="3536" y="43092"/>
                  </a:lnTo>
                  <a:lnTo>
                    <a:pt x="4381" y="41655"/>
                  </a:lnTo>
                  <a:lnTo>
                    <a:pt x="4457" y="7344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l825"/>
            <p:cNvSpPr/>
            <p:nvPr/>
          </p:nvSpPr>
          <p:spPr>
            <a:xfrm>
              <a:off x="7407900" y="4069978"/>
              <a:ext cx="15616" cy="206184"/>
            </a:xfrm>
            <a:custGeom>
              <a:avLst/>
              <a:pathLst>
                <a:path w="15616" h="206184">
                  <a:moveTo>
                    <a:pt x="0" y="206184"/>
                  </a:moveTo>
                  <a:lnTo>
                    <a:pt x="131" y="146619"/>
                  </a:lnTo>
                  <a:lnTo>
                    <a:pt x="976" y="139830"/>
                  </a:lnTo>
                  <a:lnTo>
                    <a:pt x="1821" y="113308"/>
                  </a:lnTo>
                  <a:lnTo>
                    <a:pt x="2666" y="94631"/>
                  </a:lnTo>
                  <a:lnTo>
                    <a:pt x="3511" y="93850"/>
                  </a:lnTo>
                  <a:lnTo>
                    <a:pt x="4356" y="79342"/>
                  </a:lnTo>
                  <a:lnTo>
                    <a:pt x="5201" y="94578"/>
                  </a:lnTo>
                  <a:lnTo>
                    <a:pt x="6047" y="36330"/>
                  </a:lnTo>
                  <a:lnTo>
                    <a:pt x="6892" y="0"/>
                  </a:lnTo>
                  <a:lnTo>
                    <a:pt x="7737" y="10435"/>
                  </a:lnTo>
                  <a:lnTo>
                    <a:pt x="8582" y="56400"/>
                  </a:lnTo>
                  <a:lnTo>
                    <a:pt x="9427" y="55356"/>
                  </a:lnTo>
                  <a:lnTo>
                    <a:pt x="10272" y="69106"/>
                  </a:lnTo>
                  <a:lnTo>
                    <a:pt x="11117" y="75799"/>
                  </a:lnTo>
                  <a:lnTo>
                    <a:pt x="11962" y="72734"/>
                  </a:lnTo>
                  <a:lnTo>
                    <a:pt x="12807" y="96754"/>
                  </a:lnTo>
                  <a:lnTo>
                    <a:pt x="13652" y="84454"/>
                  </a:lnTo>
                  <a:lnTo>
                    <a:pt x="14497" y="73131"/>
                  </a:lnTo>
                  <a:lnTo>
                    <a:pt x="15343" y="51533"/>
                  </a:lnTo>
                  <a:lnTo>
                    <a:pt x="15616" y="2061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l826"/>
            <p:cNvSpPr/>
            <p:nvPr/>
          </p:nvSpPr>
          <p:spPr>
            <a:xfrm>
              <a:off x="7424760" y="4192347"/>
              <a:ext cx="347" cy="83815"/>
            </a:xfrm>
            <a:custGeom>
              <a:avLst/>
              <a:pathLst>
                <a:path w="347" h="83815">
                  <a:moveTo>
                    <a:pt x="0" y="83815"/>
                  </a:moveTo>
                  <a:lnTo>
                    <a:pt x="173" y="0"/>
                  </a:lnTo>
                  <a:lnTo>
                    <a:pt x="347" y="8381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l827"/>
            <p:cNvSpPr/>
            <p:nvPr/>
          </p:nvSpPr>
          <p:spPr>
            <a:xfrm>
              <a:off x="7434069" y="4084487"/>
              <a:ext cx="21587" cy="191675"/>
            </a:xfrm>
            <a:custGeom>
              <a:avLst/>
              <a:pathLst>
                <a:path w="21587" h="191675">
                  <a:moveTo>
                    <a:pt x="0" y="191675"/>
                  </a:moveTo>
                  <a:lnTo>
                    <a:pt x="160" y="115815"/>
                  </a:lnTo>
                  <a:lnTo>
                    <a:pt x="1005" y="119323"/>
                  </a:lnTo>
                  <a:lnTo>
                    <a:pt x="1850" y="125529"/>
                  </a:lnTo>
                  <a:lnTo>
                    <a:pt x="2695" y="136080"/>
                  </a:lnTo>
                  <a:lnTo>
                    <a:pt x="3540" y="151356"/>
                  </a:lnTo>
                  <a:lnTo>
                    <a:pt x="4385" y="150926"/>
                  </a:lnTo>
                  <a:lnTo>
                    <a:pt x="5231" y="154062"/>
                  </a:lnTo>
                  <a:lnTo>
                    <a:pt x="6076" y="151582"/>
                  </a:lnTo>
                  <a:lnTo>
                    <a:pt x="6921" y="157483"/>
                  </a:lnTo>
                  <a:lnTo>
                    <a:pt x="7766" y="169479"/>
                  </a:lnTo>
                  <a:lnTo>
                    <a:pt x="8611" y="153531"/>
                  </a:lnTo>
                  <a:lnTo>
                    <a:pt x="9456" y="163294"/>
                  </a:lnTo>
                  <a:lnTo>
                    <a:pt x="10301" y="167495"/>
                  </a:lnTo>
                  <a:lnTo>
                    <a:pt x="11146" y="171888"/>
                  </a:lnTo>
                  <a:lnTo>
                    <a:pt x="11991" y="167017"/>
                  </a:lnTo>
                  <a:lnTo>
                    <a:pt x="12836" y="156300"/>
                  </a:lnTo>
                  <a:lnTo>
                    <a:pt x="13681" y="163138"/>
                  </a:lnTo>
                  <a:lnTo>
                    <a:pt x="14527" y="148853"/>
                  </a:lnTo>
                  <a:lnTo>
                    <a:pt x="15372" y="147493"/>
                  </a:lnTo>
                  <a:lnTo>
                    <a:pt x="16217" y="131027"/>
                  </a:lnTo>
                  <a:lnTo>
                    <a:pt x="17062" y="133190"/>
                  </a:lnTo>
                  <a:lnTo>
                    <a:pt x="17907" y="115941"/>
                  </a:lnTo>
                  <a:lnTo>
                    <a:pt x="18752" y="96820"/>
                  </a:lnTo>
                  <a:lnTo>
                    <a:pt x="19597" y="25136"/>
                  </a:lnTo>
                  <a:lnTo>
                    <a:pt x="20442" y="0"/>
                  </a:lnTo>
                  <a:lnTo>
                    <a:pt x="21287" y="13509"/>
                  </a:lnTo>
                  <a:lnTo>
                    <a:pt x="21587" y="19167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l828"/>
            <p:cNvSpPr/>
            <p:nvPr/>
          </p:nvSpPr>
          <p:spPr>
            <a:xfrm>
              <a:off x="7456780" y="4126404"/>
              <a:ext cx="2160" cy="149758"/>
            </a:xfrm>
            <a:custGeom>
              <a:avLst/>
              <a:pathLst>
                <a:path w="2160" h="149758">
                  <a:moveTo>
                    <a:pt x="0" y="149758"/>
                  </a:moveTo>
                  <a:lnTo>
                    <a:pt x="267" y="0"/>
                  </a:lnTo>
                  <a:lnTo>
                    <a:pt x="1112" y="32762"/>
                  </a:lnTo>
                  <a:lnTo>
                    <a:pt x="1957" y="47448"/>
                  </a:lnTo>
                  <a:lnTo>
                    <a:pt x="2160" y="1497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l829"/>
            <p:cNvSpPr/>
            <p:nvPr/>
          </p:nvSpPr>
          <p:spPr>
            <a:xfrm>
              <a:off x="7460216" y="4167983"/>
              <a:ext cx="423" cy="108179"/>
            </a:xfrm>
            <a:custGeom>
              <a:avLst/>
              <a:pathLst>
                <a:path w="423" h="108179">
                  <a:moveTo>
                    <a:pt x="0" y="108179"/>
                  </a:moveTo>
                  <a:lnTo>
                    <a:pt x="211" y="0"/>
                  </a:lnTo>
                  <a:lnTo>
                    <a:pt x="423" y="10817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l830"/>
            <p:cNvSpPr/>
            <p:nvPr/>
          </p:nvSpPr>
          <p:spPr>
            <a:xfrm>
              <a:off x="7462762" y="4175197"/>
              <a:ext cx="2062" cy="100965"/>
            </a:xfrm>
            <a:custGeom>
              <a:avLst/>
              <a:pathLst>
                <a:path w="2062" h="100965">
                  <a:moveTo>
                    <a:pt x="0" y="100965"/>
                  </a:moveTo>
                  <a:lnTo>
                    <a:pt x="200" y="0"/>
                  </a:lnTo>
                  <a:lnTo>
                    <a:pt x="1046" y="6864"/>
                  </a:lnTo>
                  <a:lnTo>
                    <a:pt x="1891" y="18546"/>
                  </a:lnTo>
                  <a:lnTo>
                    <a:pt x="2062" y="1009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l831"/>
            <p:cNvSpPr/>
            <p:nvPr/>
          </p:nvSpPr>
          <p:spPr>
            <a:xfrm>
              <a:off x="7466180" y="4198678"/>
              <a:ext cx="326" cy="77484"/>
            </a:xfrm>
            <a:custGeom>
              <a:avLst/>
              <a:pathLst>
                <a:path w="326" h="77484">
                  <a:moveTo>
                    <a:pt x="0" y="77484"/>
                  </a:moveTo>
                  <a:lnTo>
                    <a:pt x="163" y="0"/>
                  </a:lnTo>
                  <a:lnTo>
                    <a:pt x="326" y="774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l832"/>
            <p:cNvSpPr/>
            <p:nvPr/>
          </p:nvSpPr>
          <p:spPr>
            <a:xfrm>
              <a:off x="7469467" y="4131362"/>
              <a:ext cx="1362" cy="144800"/>
            </a:xfrm>
            <a:custGeom>
              <a:avLst/>
              <a:pathLst>
                <a:path w="1362" h="144800">
                  <a:moveTo>
                    <a:pt x="0" y="144800"/>
                  </a:moveTo>
                  <a:lnTo>
                    <a:pt x="256" y="3848"/>
                  </a:lnTo>
                  <a:lnTo>
                    <a:pt x="1101" y="0"/>
                  </a:lnTo>
                  <a:lnTo>
                    <a:pt x="1362" y="1448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l833"/>
            <p:cNvSpPr/>
            <p:nvPr/>
          </p:nvSpPr>
          <p:spPr>
            <a:xfrm>
              <a:off x="7472007" y="4138904"/>
              <a:ext cx="1344" cy="137258"/>
            </a:xfrm>
            <a:custGeom>
              <a:avLst/>
              <a:pathLst>
                <a:path w="1344" h="137258">
                  <a:moveTo>
                    <a:pt x="0" y="137258"/>
                  </a:moveTo>
                  <a:lnTo>
                    <a:pt x="251" y="0"/>
                  </a:lnTo>
                  <a:lnTo>
                    <a:pt x="1096" y="3162"/>
                  </a:lnTo>
                  <a:lnTo>
                    <a:pt x="1344" y="1372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l834"/>
            <p:cNvSpPr/>
            <p:nvPr/>
          </p:nvSpPr>
          <p:spPr>
            <a:xfrm>
              <a:off x="7474451" y="4055271"/>
              <a:ext cx="3171" cy="220891"/>
            </a:xfrm>
            <a:custGeom>
              <a:avLst/>
              <a:pathLst>
                <a:path w="3171" h="220891">
                  <a:moveTo>
                    <a:pt x="0" y="220891"/>
                  </a:moveTo>
                  <a:lnTo>
                    <a:pt x="342" y="0"/>
                  </a:lnTo>
                  <a:lnTo>
                    <a:pt x="1187" y="15632"/>
                  </a:lnTo>
                  <a:lnTo>
                    <a:pt x="2033" y="46788"/>
                  </a:lnTo>
                  <a:lnTo>
                    <a:pt x="2878" y="48707"/>
                  </a:lnTo>
                  <a:lnTo>
                    <a:pt x="3171" y="22089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l835"/>
            <p:cNvSpPr/>
            <p:nvPr/>
          </p:nvSpPr>
          <p:spPr>
            <a:xfrm>
              <a:off x="7479498" y="3970114"/>
              <a:ext cx="19994" cy="306048"/>
            </a:xfrm>
            <a:custGeom>
              <a:avLst/>
              <a:pathLst>
                <a:path w="19994" h="306048">
                  <a:moveTo>
                    <a:pt x="0" y="306048"/>
                  </a:moveTo>
                  <a:lnTo>
                    <a:pt x="366" y="58368"/>
                  </a:lnTo>
                  <a:lnTo>
                    <a:pt x="1211" y="63622"/>
                  </a:lnTo>
                  <a:lnTo>
                    <a:pt x="2056" y="90764"/>
                  </a:lnTo>
                  <a:lnTo>
                    <a:pt x="2901" y="108792"/>
                  </a:lnTo>
                  <a:lnTo>
                    <a:pt x="3746" y="131024"/>
                  </a:lnTo>
                  <a:lnTo>
                    <a:pt x="4591" y="101404"/>
                  </a:lnTo>
                  <a:lnTo>
                    <a:pt x="5436" y="86686"/>
                  </a:lnTo>
                  <a:lnTo>
                    <a:pt x="6282" y="58393"/>
                  </a:lnTo>
                  <a:lnTo>
                    <a:pt x="7127" y="47278"/>
                  </a:lnTo>
                  <a:lnTo>
                    <a:pt x="7972" y="26755"/>
                  </a:lnTo>
                  <a:lnTo>
                    <a:pt x="8817" y="17518"/>
                  </a:lnTo>
                  <a:lnTo>
                    <a:pt x="9662" y="0"/>
                  </a:lnTo>
                  <a:lnTo>
                    <a:pt x="10507" y="37465"/>
                  </a:lnTo>
                  <a:lnTo>
                    <a:pt x="11352" y="46478"/>
                  </a:lnTo>
                  <a:lnTo>
                    <a:pt x="12197" y="91383"/>
                  </a:lnTo>
                  <a:lnTo>
                    <a:pt x="13042" y="112723"/>
                  </a:lnTo>
                  <a:lnTo>
                    <a:pt x="13887" y="110186"/>
                  </a:lnTo>
                  <a:lnTo>
                    <a:pt x="14732" y="154804"/>
                  </a:lnTo>
                  <a:lnTo>
                    <a:pt x="15578" y="160264"/>
                  </a:lnTo>
                  <a:lnTo>
                    <a:pt x="16423" y="174354"/>
                  </a:lnTo>
                  <a:lnTo>
                    <a:pt x="17268" y="185767"/>
                  </a:lnTo>
                  <a:lnTo>
                    <a:pt x="18113" y="192328"/>
                  </a:lnTo>
                  <a:lnTo>
                    <a:pt x="18958" y="221797"/>
                  </a:lnTo>
                  <a:lnTo>
                    <a:pt x="19803" y="211551"/>
                  </a:lnTo>
                  <a:lnTo>
                    <a:pt x="19994" y="30604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l836"/>
            <p:cNvSpPr/>
            <p:nvPr/>
          </p:nvSpPr>
          <p:spPr>
            <a:xfrm>
              <a:off x="7500800" y="4094326"/>
              <a:ext cx="4721" cy="181836"/>
            </a:xfrm>
            <a:custGeom>
              <a:avLst/>
              <a:pathLst>
                <a:path w="4721" h="181836">
                  <a:moveTo>
                    <a:pt x="0" y="181836"/>
                  </a:moveTo>
                  <a:lnTo>
                    <a:pt x="191" y="86782"/>
                  </a:lnTo>
                  <a:lnTo>
                    <a:pt x="1036" y="88049"/>
                  </a:lnTo>
                  <a:lnTo>
                    <a:pt x="1882" y="91069"/>
                  </a:lnTo>
                  <a:lnTo>
                    <a:pt x="2727" y="77405"/>
                  </a:lnTo>
                  <a:lnTo>
                    <a:pt x="3572" y="28402"/>
                  </a:lnTo>
                  <a:lnTo>
                    <a:pt x="4417" y="0"/>
                  </a:lnTo>
                  <a:lnTo>
                    <a:pt x="4721" y="18183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l837"/>
            <p:cNvSpPr/>
            <p:nvPr/>
          </p:nvSpPr>
          <p:spPr>
            <a:xfrm>
              <a:off x="7506608" y="4098785"/>
              <a:ext cx="598" cy="177377"/>
            </a:xfrm>
            <a:custGeom>
              <a:avLst/>
              <a:pathLst>
                <a:path w="598" h="177377">
                  <a:moveTo>
                    <a:pt x="0" y="177377"/>
                  </a:moveTo>
                  <a:lnTo>
                    <a:pt x="299" y="0"/>
                  </a:lnTo>
                  <a:lnTo>
                    <a:pt x="598" y="17737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l838"/>
            <p:cNvSpPr/>
            <p:nvPr/>
          </p:nvSpPr>
          <p:spPr>
            <a:xfrm>
              <a:off x="7508330" y="4126219"/>
              <a:ext cx="535" cy="149943"/>
            </a:xfrm>
            <a:custGeom>
              <a:avLst/>
              <a:pathLst>
                <a:path w="535" h="149943">
                  <a:moveTo>
                    <a:pt x="0" y="149943"/>
                  </a:moveTo>
                  <a:lnTo>
                    <a:pt x="267" y="0"/>
                  </a:lnTo>
                  <a:lnTo>
                    <a:pt x="535" y="14994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l839"/>
            <p:cNvSpPr/>
            <p:nvPr/>
          </p:nvSpPr>
          <p:spPr>
            <a:xfrm>
              <a:off x="7510048" y="4144631"/>
              <a:ext cx="7184" cy="131531"/>
            </a:xfrm>
            <a:custGeom>
              <a:avLst/>
              <a:pathLst>
                <a:path w="7184" h="131531">
                  <a:moveTo>
                    <a:pt x="0" y="131531"/>
                  </a:moveTo>
                  <a:lnTo>
                    <a:pt x="239" y="3248"/>
                  </a:lnTo>
                  <a:lnTo>
                    <a:pt x="1084" y="0"/>
                  </a:lnTo>
                  <a:lnTo>
                    <a:pt x="1930" y="22533"/>
                  </a:lnTo>
                  <a:lnTo>
                    <a:pt x="2775" y="20913"/>
                  </a:lnTo>
                  <a:lnTo>
                    <a:pt x="3620" y="59595"/>
                  </a:lnTo>
                  <a:lnTo>
                    <a:pt x="4465" y="49903"/>
                  </a:lnTo>
                  <a:lnTo>
                    <a:pt x="5310" y="59263"/>
                  </a:lnTo>
                  <a:lnTo>
                    <a:pt x="6155" y="45471"/>
                  </a:lnTo>
                  <a:lnTo>
                    <a:pt x="7000" y="41424"/>
                  </a:lnTo>
                  <a:lnTo>
                    <a:pt x="7184" y="13153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l840"/>
            <p:cNvSpPr/>
            <p:nvPr/>
          </p:nvSpPr>
          <p:spPr>
            <a:xfrm>
              <a:off x="7518499" y="4123779"/>
              <a:ext cx="2200" cy="152383"/>
            </a:xfrm>
            <a:custGeom>
              <a:avLst/>
              <a:pathLst>
                <a:path w="2200" h="152383">
                  <a:moveTo>
                    <a:pt x="0" y="152383"/>
                  </a:moveTo>
                  <a:lnTo>
                    <a:pt x="239" y="24293"/>
                  </a:lnTo>
                  <a:lnTo>
                    <a:pt x="1084" y="46856"/>
                  </a:lnTo>
                  <a:lnTo>
                    <a:pt x="1929" y="0"/>
                  </a:lnTo>
                  <a:lnTo>
                    <a:pt x="2200" y="15238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l841"/>
            <p:cNvSpPr/>
            <p:nvPr/>
          </p:nvSpPr>
          <p:spPr>
            <a:xfrm>
              <a:off x="7525295" y="4173118"/>
              <a:ext cx="2079" cy="103044"/>
            </a:xfrm>
            <a:custGeom>
              <a:avLst/>
              <a:pathLst>
                <a:path w="2079" h="103044">
                  <a:moveTo>
                    <a:pt x="0" y="103044"/>
                  </a:moveTo>
                  <a:lnTo>
                    <a:pt x="204" y="0"/>
                  </a:lnTo>
                  <a:lnTo>
                    <a:pt x="1049" y="19669"/>
                  </a:lnTo>
                  <a:lnTo>
                    <a:pt x="1894" y="12337"/>
                  </a:lnTo>
                  <a:lnTo>
                    <a:pt x="2079" y="1030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l842"/>
            <p:cNvSpPr/>
            <p:nvPr/>
          </p:nvSpPr>
          <p:spPr>
            <a:xfrm>
              <a:off x="7528681" y="4176662"/>
              <a:ext cx="397" cy="99500"/>
            </a:xfrm>
            <a:custGeom>
              <a:avLst/>
              <a:pathLst>
                <a:path w="397" h="99500">
                  <a:moveTo>
                    <a:pt x="0" y="99500"/>
                  </a:moveTo>
                  <a:lnTo>
                    <a:pt x="198" y="0"/>
                  </a:lnTo>
                  <a:lnTo>
                    <a:pt x="397" y="995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l843"/>
            <p:cNvSpPr/>
            <p:nvPr/>
          </p:nvSpPr>
          <p:spPr>
            <a:xfrm>
              <a:off x="7530282" y="3950959"/>
              <a:ext cx="12420" cy="325203"/>
            </a:xfrm>
            <a:custGeom>
              <a:avLst/>
              <a:pathLst>
                <a:path w="12420" h="325203">
                  <a:moveTo>
                    <a:pt x="0" y="325203"/>
                  </a:moveTo>
                  <a:lnTo>
                    <a:pt x="287" y="157992"/>
                  </a:lnTo>
                  <a:lnTo>
                    <a:pt x="1132" y="107342"/>
                  </a:lnTo>
                  <a:lnTo>
                    <a:pt x="1978" y="61624"/>
                  </a:lnTo>
                  <a:lnTo>
                    <a:pt x="2823" y="28840"/>
                  </a:lnTo>
                  <a:lnTo>
                    <a:pt x="3668" y="29709"/>
                  </a:lnTo>
                  <a:lnTo>
                    <a:pt x="4513" y="12409"/>
                  </a:lnTo>
                  <a:lnTo>
                    <a:pt x="5358" y="31205"/>
                  </a:lnTo>
                  <a:lnTo>
                    <a:pt x="6203" y="6468"/>
                  </a:lnTo>
                  <a:lnTo>
                    <a:pt x="7048" y="0"/>
                  </a:lnTo>
                  <a:lnTo>
                    <a:pt x="7893" y="36089"/>
                  </a:lnTo>
                  <a:lnTo>
                    <a:pt x="8738" y="18048"/>
                  </a:lnTo>
                  <a:lnTo>
                    <a:pt x="9583" y="29216"/>
                  </a:lnTo>
                  <a:lnTo>
                    <a:pt x="10428" y="45683"/>
                  </a:lnTo>
                  <a:lnTo>
                    <a:pt x="11274" y="79106"/>
                  </a:lnTo>
                  <a:lnTo>
                    <a:pt x="12119" y="145790"/>
                  </a:lnTo>
                  <a:lnTo>
                    <a:pt x="12420" y="3252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l844"/>
            <p:cNvSpPr/>
            <p:nvPr/>
          </p:nvSpPr>
          <p:spPr>
            <a:xfrm>
              <a:off x="7543792" y="3936040"/>
              <a:ext cx="15788" cy="340122"/>
            </a:xfrm>
            <a:custGeom>
              <a:avLst/>
              <a:pathLst>
                <a:path w="15788" h="340122">
                  <a:moveTo>
                    <a:pt x="0" y="340122"/>
                  </a:moveTo>
                  <a:lnTo>
                    <a:pt x="300" y="161984"/>
                  </a:lnTo>
                  <a:lnTo>
                    <a:pt x="1145" y="176481"/>
                  </a:lnTo>
                  <a:lnTo>
                    <a:pt x="1990" y="186859"/>
                  </a:lnTo>
                  <a:lnTo>
                    <a:pt x="2835" y="169139"/>
                  </a:lnTo>
                  <a:lnTo>
                    <a:pt x="3680" y="89992"/>
                  </a:lnTo>
                  <a:lnTo>
                    <a:pt x="4525" y="75776"/>
                  </a:lnTo>
                  <a:lnTo>
                    <a:pt x="5370" y="35787"/>
                  </a:lnTo>
                  <a:lnTo>
                    <a:pt x="6215" y="35366"/>
                  </a:lnTo>
                  <a:lnTo>
                    <a:pt x="7060" y="37577"/>
                  </a:lnTo>
                  <a:lnTo>
                    <a:pt x="7905" y="0"/>
                  </a:lnTo>
                  <a:lnTo>
                    <a:pt x="8750" y="93139"/>
                  </a:lnTo>
                  <a:lnTo>
                    <a:pt x="9596" y="176918"/>
                  </a:lnTo>
                  <a:lnTo>
                    <a:pt x="10441" y="186586"/>
                  </a:lnTo>
                  <a:lnTo>
                    <a:pt x="11286" y="199938"/>
                  </a:lnTo>
                  <a:lnTo>
                    <a:pt x="12131" y="183493"/>
                  </a:lnTo>
                  <a:lnTo>
                    <a:pt x="12976" y="210868"/>
                  </a:lnTo>
                  <a:lnTo>
                    <a:pt x="13821" y="175016"/>
                  </a:lnTo>
                  <a:lnTo>
                    <a:pt x="14666" y="177481"/>
                  </a:lnTo>
                  <a:lnTo>
                    <a:pt x="15511" y="182270"/>
                  </a:lnTo>
                  <a:lnTo>
                    <a:pt x="15788" y="3401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l845"/>
            <p:cNvSpPr/>
            <p:nvPr/>
          </p:nvSpPr>
          <p:spPr>
            <a:xfrm>
              <a:off x="7562291" y="3948884"/>
              <a:ext cx="12622" cy="327278"/>
            </a:xfrm>
            <a:custGeom>
              <a:avLst/>
              <a:pathLst>
                <a:path w="12622" h="327278">
                  <a:moveTo>
                    <a:pt x="0" y="327278"/>
                  </a:moveTo>
                  <a:lnTo>
                    <a:pt x="392" y="46244"/>
                  </a:lnTo>
                  <a:lnTo>
                    <a:pt x="1237" y="14571"/>
                  </a:lnTo>
                  <a:lnTo>
                    <a:pt x="2082" y="34996"/>
                  </a:lnTo>
                  <a:lnTo>
                    <a:pt x="2928" y="0"/>
                  </a:lnTo>
                  <a:lnTo>
                    <a:pt x="3773" y="58823"/>
                  </a:lnTo>
                  <a:lnTo>
                    <a:pt x="4618" y="92830"/>
                  </a:lnTo>
                  <a:lnTo>
                    <a:pt x="5463" y="124091"/>
                  </a:lnTo>
                  <a:lnTo>
                    <a:pt x="6308" y="135296"/>
                  </a:lnTo>
                  <a:lnTo>
                    <a:pt x="7153" y="109535"/>
                  </a:lnTo>
                  <a:lnTo>
                    <a:pt x="7998" y="121821"/>
                  </a:lnTo>
                  <a:lnTo>
                    <a:pt x="8843" y="106867"/>
                  </a:lnTo>
                  <a:lnTo>
                    <a:pt x="9688" y="126689"/>
                  </a:lnTo>
                  <a:lnTo>
                    <a:pt x="10533" y="139213"/>
                  </a:lnTo>
                  <a:lnTo>
                    <a:pt x="11378" y="102626"/>
                  </a:lnTo>
                  <a:lnTo>
                    <a:pt x="12224" y="38296"/>
                  </a:lnTo>
                  <a:lnTo>
                    <a:pt x="12622" y="32727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l846"/>
            <p:cNvSpPr/>
            <p:nvPr/>
          </p:nvSpPr>
          <p:spPr>
            <a:xfrm>
              <a:off x="7576626" y="3883715"/>
              <a:ext cx="18412" cy="392447"/>
            </a:xfrm>
            <a:custGeom>
              <a:avLst/>
              <a:pathLst>
                <a:path w="18412" h="392447">
                  <a:moveTo>
                    <a:pt x="0" y="392447"/>
                  </a:moveTo>
                  <a:lnTo>
                    <a:pt x="424" y="65879"/>
                  </a:lnTo>
                  <a:lnTo>
                    <a:pt x="1269" y="16362"/>
                  </a:lnTo>
                  <a:lnTo>
                    <a:pt x="2114" y="14656"/>
                  </a:lnTo>
                  <a:lnTo>
                    <a:pt x="2959" y="0"/>
                  </a:lnTo>
                  <a:lnTo>
                    <a:pt x="3804" y="31629"/>
                  </a:lnTo>
                  <a:lnTo>
                    <a:pt x="4649" y="45145"/>
                  </a:lnTo>
                  <a:lnTo>
                    <a:pt x="5495" y="70540"/>
                  </a:lnTo>
                  <a:lnTo>
                    <a:pt x="6340" y="106792"/>
                  </a:lnTo>
                  <a:lnTo>
                    <a:pt x="7185" y="177564"/>
                  </a:lnTo>
                  <a:lnTo>
                    <a:pt x="8030" y="208471"/>
                  </a:lnTo>
                  <a:lnTo>
                    <a:pt x="8875" y="184274"/>
                  </a:lnTo>
                  <a:lnTo>
                    <a:pt x="9720" y="163393"/>
                  </a:lnTo>
                  <a:lnTo>
                    <a:pt x="10565" y="197255"/>
                  </a:lnTo>
                  <a:lnTo>
                    <a:pt x="11410" y="226235"/>
                  </a:lnTo>
                  <a:lnTo>
                    <a:pt x="12255" y="215360"/>
                  </a:lnTo>
                  <a:lnTo>
                    <a:pt x="13100" y="203245"/>
                  </a:lnTo>
                  <a:lnTo>
                    <a:pt x="13945" y="228277"/>
                  </a:lnTo>
                  <a:lnTo>
                    <a:pt x="14791" y="214447"/>
                  </a:lnTo>
                  <a:lnTo>
                    <a:pt x="15636" y="171959"/>
                  </a:lnTo>
                  <a:lnTo>
                    <a:pt x="16481" y="171120"/>
                  </a:lnTo>
                  <a:lnTo>
                    <a:pt x="17326" y="223932"/>
                  </a:lnTo>
                  <a:lnTo>
                    <a:pt x="18171" y="262991"/>
                  </a:lnTo>
                  <a:lnTo>
                    <a:pt x="18412" y="3924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l847"/>
            <p:cNvSpPr/>
            <p:nvPr/>
          </p:nvSpPr>
          <p:spPr>
            <a:xfrm>
              <a:off x="7597053" y="4048362"/>
              <a:ext cx="11573" cy="227800"/>
            </a:xfrm>
            <a:custGeom>
              <a:avLst/>
              <a:pathLst>
                <a:path w="11573" h="227800">
                  <a:moveTo>
                    <a:pt x="0" y="227800"/>
                  </a:moveTo>
                  <a:lnTo>
                    <a:pt x="279" y="67590"/>
                  </a:lnTo>
                  <a:lnTo>
                    <a:pt x="1124" y="85016"/>
                  </a:lnTo>
                  <a:lnTo>
                    <a:pt x="1970" y="82804"/>
                  </a:lnTo>
                  <a:lnTo>
                    <a:pt x="2815" y="69380"/>
                  </a:lnTo>
                  <a:lnTo>
                    <a:pt x="3660" y="62175"/>
                  </a:lnTo>
                  <a:lnTo>
                    <a:pt x="4505" y="55534"/>
                  </a:lnTo>
                  <a:lnTo>
                    <a:pt x="5350" y="37954"/>
                  </a:lnTo>
                  <a:lnTo>
                    <a:pt x="6195" y="38761"/>
                  </a:lnTo>
                  <a:lnTo>
                    <a:pt x="7040" y="22087"/>
                  </a:lnTo>
                  <a:lnTo>
                    <a:pt x="7885" y="0"/>
                  </a:lnTo>
                  <a:lnTo>
                    <a:pt x="8730" y="23806"/>
                  </a:lnTo>
                  <a:lnTo>
                    <a:pt x="9575" y="58601"/>
                  </a:lnTo>
                  <a:lnTo>
                    <a:pt x="10420" y="46344"/>
                  </a:lnTo>
                  <a:lnTo>
                    <a:pt x="11266" y="42717"/>
                  </a:lnTo>
                  <a:lnTo>
                    <a:pt x="11573" y="2278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l848"/>
            <p:cNvSpPr/>
            <p:nvPr/>
          </p:nvSpPr>
          <p:spPr>
            <a:xfrm>
              <a:off x="7609651" y="4038682"/>
              <a:ext cx="715" cy="237480"/>
            </a:xfrm>
            <a:custGeom>
              <a:avLst/>
              <a:pathLst>
                <a:path w="715" h="237480">
                  <a:moveTo>
                    <a:pt x="0" y="237480"/>
                  </a:moveTo>
                  <a:lnTo>
                    <a:pt x="357" y="0"/>
                  </a:lnTo>
                  <a:lnTo>
                    <a:pt x="715" y="2374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l849"/>
            <p:cNvSpPr/>
            <p:nvPr/>
          </p:nvSpPr>
          <p:spPr>
            <a:xfrm>
              <a:off x="7611371" y="3986008"/>
              <a:ext cx="13369" cy="290154"/>
            </a:xfrm>
            <a:custGeom>
              <a:avLst/>
              <a:pathLst>
                <a:path w="13369" h="290154">
                  <a:moveTo>
                    <a:pt x="0" y="290154"/>
                  </a:moveTo>
                  <a:lnTo>
                    <a:pt x="328" y="84710"/>
                  </a:lnTo>
                  <a:lnTo>
                    <a:pt x="1173" y="93279"/>
                  </a:lnTo>
                  <a:lnTo>
                    <a:pt x="2018" y="110885"/>
                  </a:lnTo>
                  <a:lnTo>
                    <a:pt x="2863" y="73685"/>
                  </a:lnTo>
                  <a:lnTo>
                    <a:pt x="3708" y="46956"/>
                  </a:lnTo>
                  <a:lnTo>
                    <a:pt x="4553" y="18997"/>
                  </a:lnTo>
                  <a:lnTo>
                    <a:pt x="5398" y="0"/>
                  </a:lnTo>
                  <a:lnTo>
                    <a:pt x="6243" y="28128"/>
                  </a:lnTo>
                  <a:lnTo>
                    <a:pt x="7088" y="97777"/>
                  </a:lnTo>
                  <a:lnTo>
                    <a:pt x="7933" y="88366"/>
                  </a:lnTo>
                  <a:lnTo>
                    <a:pt x="8779" y="77139"/>
                  </a:lnTo>
                  <a:lnTo>
                    <a:pt x="9624" y="39829"/>
                  </a:lnTo>
                  <a:lnTo>
                    <a:pt x="10469" y="28982"/>
                  </a:lnTo>
                  <a:lnTo>
                    <a:pt x="11314" y="46190"/>
                  </a:lnTo>
                  <a:lnTo>
                    <a:pt x="12159" y="50722"/>
                  </a:lnTo>
                  <a:lnTo>
                    <a:pt x="13004" y="44428"/>
                  </a:lnTo>
                  <a:lnTo>
                    <a:pt x="13369" y="29015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l850"/>
            <p:cNvSpPr/>
            <p:nvPr/>
          </p:nvSpPr>
          <p:spPr>
            <a:xfrm>
              <a:off x="7627490" y="4127545"/>
              <a:ext cx="2189" cy="148617"/>
            </a:xfrm>
            <a:custGeom>
              <a:avLst/>
              <a:pathLst>
                <a:path w="2189" h="148617">
                  <a:moveTo>
                    <a:pt x="0" y="148617"/>
                  </a:moveTo>
                  <a:lnTo>
                    <a:pt x="265" y="0"/>
                  </a:lnTo>
                  <a:lnTo>
                    <a:pt x="1111" y="7846"/>
                  </a:lnTo>
                  <a:lnTo>
                    <a:pt x="1956" y="25228"/>
                  </a:lnTo>
                  <a:lnTo>
                    <a:pt x="2189" y="14861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l851"/>
            <p:cNvSpPr/>
            <p:nvPr/>
          </p:nvSpPr>
          <p:spPr>
            <a:xfrm>
              <a:off x="7631782" y="4136056"/>
              <a:ext cx="2988" cy="140106"/>
            </a:xfrm>
            <a:custGeom>
              <a:avLst/>
              <a:pathLst>
                <a:path w="2988" h="140106">
                  <a:moveTo>
                    <a:pt x="0" y="140106"/>
                  </a:moveTo>
                  <a:lnTo>
                    <a:pt x="198" y="40618"/>
                  </a:lnTo>
                  <a:lnTo>
                    <a:pt x="1043" y="13549"/>
                  </a:lnTo>
                  <a:lnTo>
                    <a:pt x="1888" y="0"/>
                  </a:lnTo>
                  <a:lnTo>
                    <a:pt x="2733" y="297"/>
                  </a:lnTo>
                  <a:lnTo>
                    <a:pt x="2988" y="1401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l852"/>
            <p:cNvSpPr/>
            <p:nvPr/>
          </p:nvSpPr>
          <p:spPr>
            <a:xfrm>
              <a:off x="7637479" y="3859654"/>
              <a:ext cx="21045" cy="416508"/>
            </a:xfrm>
            <a:custGeom>
              <a:avLst/>
              <a:pathLst>
                <a:path w="21045" h="416508">
                  <a:moveTo>
                    <a:pt x="0" y="416508"/>
                  </a:moveTo>
                  <a:lnTo>
                    <a:pt x="417" y="100349"/>
                  </a:lnTo>
                  <a:lnTo>
                    <a:pt x="1262" y="69980"/>
                  </a:lnTo>
                  <a:lnTo>
                    <a:pt x="2107" y="94695"/>
                  </a:lnTo>
                  <a:lnTo>
                    <a:pt x="2952" y="107374"/>
                  </a:lnTo>
                  <a:lnTo>
                    <a:pt x="3797" y="122202"/>
                  </a:lnTo>
                  <a:lnTo>
                    <a:pt x="4643" y="161852"/>
                  </a:lnTo>
                  <a:lnTo>
                    <a:pt x="5488" y="200535"/>
                  </a:lnTo>
                  <a:lnTo>
                    <a:pt x="6333" y="180815"/>
                  </a:lnTo>
                  <a:lnTo>
                    <a:pt x="7178" y="112336"/>
                  </a:lnTo>
                  <a:lnTo>
                    <a:pt x="8023" y="80059"/>
                  </a:lnTo>
                  <a:lnTo>
                    <a:pt x="8868" y="88569"/>
                  </a:lnTo>
                  <a:lnTo>
                    <a:pt x="9713" y="137401"/>
                  </a:lnTo>
                  <a:lnTo>
                    <a:pt x="10558" y="149399"/>
                  </a:lnTo>
                  <a:lnTo>
                    <a:pt x="11403" y="98847"/>
                  </a:lnTo>
                  <a:lnTo>
                    <a:pt x="12248" y="112345"/>
                  </a:lnTo>
                  <a:lnTo>
                    <a:pt x="13093" y="50828"/>
                  </a:lnTo>
                  <a:lnTo>
                    <a:pt x="13939" y="68133"/>
                  </a:lnTo>
                  <a:lnTo>
                    <a:pt x="14784" y="26866"/>
                  </a:lnTo>
                  <a:lnTo>
                    <a:pt x="15629" y="0"/>
                  </a:lnTo>
                  <a:lnTo>
                    <a:pt x="16474" y="18032"/>
                  </a:lnTo>
                  <a:lnTo>
                    <a:pt x="17319" y="30494"/>
                  </a:lnTo>
                  <a:lnTo>
                    <a:pt x="18164" y="15585"/>
                  </a:lnTo>
                  <a:lnTo>
                    <a:pt x="19009" y="75686"/>
                  </a:lnTo>
                  <a:lnTo>
                    <a:pt x="19854" y="133574"/>
                  </a:lnTo>
                  <a:lnTo>
                    <a:pt x="20699" y="192185"/>
                  </a:lnTo>
                  <a:lnTo>
                    <a:pt x="21045" y="41650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l853"/>
            <p:cNvSpPr/>
            <p:nvPr/>
          </p:nvSpPr>
          <p:spPr>
            <a:xfrm>
              <a:off x="7659566" y="4094697"/>
              <a:ext cx="10609" cy="181465"/>
            </a:xfrm>
            <a:custGeom>
              <a:avLst/>
              <a:pathLst>
                <a:path w="10609" h="181465">
                  <a:moveTo>
                    <a:pt x="0" y="181465"/>
                  </a:moveTo>
                  <a:lnTo>
                    <a:pt x="303" y="0"/>
                  </a:lnTo>
                  <a:lnTo>
                    <a:pt x="1148" y="20483"/>
                  </a:lnTo>
                  <a:lnTo>
                    <a:pt x="1993" y="22634"/>
                  </a:lnTo>
                  <a:lnTo>
                    <a:pt x="2838" y="39391"/>
                  </a:lnTo>
                  <a:lnTo>
                    <a:pt x="3683" y="31054"/>
                  </a:lnTo>
                  <a:lnTo>
                    <a:pt x="4529" y="64513"/>
                  </a:lnTo>
                  <a:lnTo>
                    <a:pt x="5374" y="73077"/>
                  </a:lnTo>
                  <a:lnTo>
                    <a:pt x="6219" y="104448"/>
                  </a:lnTo>
                  <a:lnTo>
                    <a:pt x="7064" y="104449"/>
                  </a:lnTo>
                  <a:lnTo>
                    <a:pt x="7909" y="85595"/>
                  </a:lnTo>
                  <a:lnTo>
                    <a:pt x="8754" y="92282"/>
                  </a:lnTo>
                  <a:lnTo>
                    <a:pt x="9599" y="62475"/>
                  </a:lnTo>
                  <a:lnTo>
                    <a:pt x="10444" y="103257"/>
                  </a:lnTo>
                  <a:lnTo>
                    <a:pt x="10609" y="1814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l854"/>
            <p:cNvSpPr/>
            <p:nvPr/>
          </p:nvSpPr>
          <p:spPr>
            <a:xfrm>
              <a:off x="7673176" y="3931010"/>
              <a:ext cx="14031" cy="345152"/>
            </a:xfrm>
            <a:custGeom>
              <a:avLst/>
              <a:pathLst>
                <a:path w="14031" h="345152">
                  <a:moveTo>
                    <a:pt x="0" y="345152"/>
                  </a:moveTo>
                  <a:lnTo>
                    <a:pt x="214" y="234921"/>
                  </a:lnTo>
                  <a:lnTo>
                    <a:pt x="1059" y="219595"/>
                  </a:lnTo>
                  <a:lnTo>
                    <a:pt x="1904" y="213485"/>
                  </a:lnTo>
                  <a:lnTo>
                    <a:pt x="2749" y="195166"/>
                  </a:lnTo>
                  <a:lnTo>
                    <a:pt x="3595" y="173868"/>
                  </a:lnTo>
                  <a:lnTo>
                    <a:pt x="4440" y="159497"/>
                  </a:lnTo>
                  <a:lnTo>
                    <a:pt x="5285" y="101185"/>
                  </a:lnTo>
                  <a:lnTo>
                    <a:pt x="6130" y="46709"/>
                  </a:lnTo>
                  <a:lnTo>
                    <a:pt x="6975" y="12459"/>
                  </a:lnTo>
                  <a:lnTo>
                    <a:pt x="7820" y="12567"/>
                  </a:lnTo>
                  <a:lnTo>
                    <a:pt x="8665" y="0"/>
                  </a:lnTo>
                  <a:lnTo>
                    <a:pt x="9510" y="40972"/>
                  </a:lnTo>
                  <a:lnTo>
                    <a:pt x="10355" y="73604"/>
                  </a:lnTo>
                  <a:lnTo>
                    <a:pt x="11200" y="111094"/>
                  </a:lnTo>
                  <a:lnTo>
                    <a:pt x="12046" y="141971"/>
                  </a:lnTo>
                  <a:lnTo>
                    <a:pt x="12891" y="152374"/>
                  </a:lnTo>
                  <a:lnTo>
                    <a:pt x="13736" y="171422"/>
                  </a:lnTo>
                  <a:lnTo>
                    <a:pt x="14031" y="34515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l855"/>
            <p:cNvSpPr/>
            <p:nvPr/>
          </p:nvSpPr>
          <p:spPr>
            <a:xfrm>
              <a:off x="7688318" y="4093299"/>
              <a:ext cx="6451" cy="182863"/>
            </a:xfrm>
            <a:custGeom>
              <a:avLst/>
              <a:pathLst>
                <a:path w="6451" h="182863">
                  <a:moveTo>
                    <a:pt x="0" y="182863"/>
                  </a:moveTo>
                  <a:lnTo>
                    <a:pt x="284" y="18463"/>
                  </a:lnTo>
                  <a:lnTo>
                    <a:pt x="1129" y="42652"/>
                  </a:lnTo>
                  <a:lnTo>
                    <a:pt x="1974" y="48932"/>
                  </a:lnTo>
                  <a:lnTo>
                    <a:pt x="2819" y="48975"/>
                  </a:lnTo>
                  <a:lnTo>
                    <a:pt x="3665" y="0"/>
                  </a:lnTo>
                  <a:lnTo>
                    <a:pt x="4510" y="1750"/>
                  </a:lnTo>
                  <a:lnTo>
                    <a:pt x="5355" y="35559"/>
                  </a:lnTo>
                  <a:lnTo>
                    <a:pt x="6200" y="46140"/>
                  </a:lnTo>
                  <a:lnTo>
                    <a:pt x="6451" y="18286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l856"/>
            <p:cNvSpPr/>
            <p:nvPr/>
          </p:nvSpPr>
          <p:spPr>
            <a:xfrm>
              <a:off x="7696736" y="4081235"/>
              <a:ext cx="2267" cy="194927"/>
            </a:xfrm>
            <a:custGeom>
              <a:avLst/>
              <a:pathLst>
                <a:path w="2267" h="194927">
                  <a:moveTo>
                    <a:pt x="0" y="194927"/>
                  </a:moveTo>
                  <a:lnTo>
                    <a:pt x="317" y="0"/>
                  </a:lnTo>
                  <a:lnTo>
                    <a:pt x="1162" y="45199"/>
                  </a:lnTo>
                  <a:lnTo>
                    <a:pt x="2007" y="51277"/>
                  </a:lnTo>
                  <a:lnTo>
                    <a:pt x="2267" y="19492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l857"/>
            <p:cNvSpPr/>
            <p:nvPr/>
          </p:nvSpPr>
          <p:spPr>
            <a:xfrm>
              <a:off x="7700978" y="3902324"/>
              <a:ext cx="20065" cy="373838"/>
            </a:xfrm>
            <a:custGeom>
              <a:avLst/>
              <a:pathLst>
                <a:path w="20065" h="373838">
                  <a:moveTo>
                    <a:pt x="0" y="373838"/>
                  </a:moveTo>
                  <a:lnTo>
                    <a:pt x="300" y="195242"/>
                  </a:lnTo>
                  <a:lnTo>
                    <a:pt x="1145" y="202857"/>
                  </a:lnTo>
                  <a:lnTo>
                    <a:pt x="1990" y="142978"/>
                  </a:lnTo>
                  <a:lnTo>
                    <a:pt x="2835" y="88677"/>
                  </a:lnTo>
                  <a:lnTo>
                    <a:pt x="3680" y="59027"/>
                  </a:lnTo>
                  <a:lnTo>
                    <a:pt x="4525" y="10585"/>
                  </a:lnTo>
                  <a:lnTo>
                    <a:pt x="5371" y="8057"/>
                  </a:lnTo>
                  <a:lnTo>
                    <a:pt x="6216" y="0"/>
                  </a:lnTo>
                  <a:lnTo>
                    <a:pt x="7061" y="26968"/>
                  </a:lnTo>
                  <a:lnTo>
                    <a:pt x="7906" y="55765"/>
                  </a:lnTo>
                  <a:lnTo>
                    <a:pt x="8751" y="43118"/>
                  </a:lnTo>
                  <a:lnTo>
                    <a:pt x="9596" y="53754"/>
                  </a:lnTo>
                  <a:lnTo>
                    <a:pt x="10441" y="58624"/>
                  </a:lnTo>
                  <a:lnTo>
                    <a:pt x="11286" y="141913"/>
                  </a:lnTo>
                  <a:lnTo>
                    <a:pt x="12131" y="161272"/>
                  </a:lnTo>
                  <a:lnTo>
                    <a:pt x="12976" y="155329"/>
                  </a:lnTo>
                  <a:lnTo>
                    <a:pt x="13821" y="77157"/>
                  </a:lnTo>
                  <a:lnTo>
                    <a:pt x="14667" y="132825"/>
                  </a:lnTo>
                  <a:lnTo>
                    <a:pt x="15512" y="96880"/>
                  </a:lnTo>
                  <a:lnTo>
                    <a:pt x="16357" y="122605"/>
                  </a:lnTo>
                  <a:lnTo>
                    <a:pt x="17202" y="87869"/>
                  </a:lnTo>
                  <a:lnTo>
                    <a:pt x="18047" y="135600"/>
                  </a:lnTo>
                  <a:lnTo>
                    <a:pt x="18892" y="207376"/>
                  </a:lnTo>
                  <a:lnTo>
                    <a:pt x="19737" y="168188"/>
                  </a:lnTo>
                  <a:lnTo>
                    <a:pt x="20065" y="3738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l858"/>
            <p:cNvSpPr/>
            <p:nvPr/>
          </p:nvSpPr>
          <p:spPr>
            <a:xfrm>
              <a:off x="7722018" y="4001475"/>
              <a:ext cx="775" cy="274688"/>
            </a:xfrm>
            <a:custGeom>
              <a:avLst/>
              <a:pathLst>
                <a:path w="775" h="274688">
                  <a:moveTo>
                    <a:pt x="0" y="274688"/>
                  </a:moveTo>
                  <a:lnTo>
                    <a:pt x="387" y="0"/>
                  </a:lnTo>
                  <a:lnTo>
                    <a:pt x="775" y="2746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l859"/>
            <p:cNvSpPr/>
            <p:nvPr/>
          </p:nvSpPr>
          <p:spPr>
            <a:xfrm>
              <a:off x="7723749" y="4028280"/>
              <a:ext cx="1558" cy="247882"/>
            </a:xfrm>
            <a:custGeom>
              <a:avLst/>
              <a:pathLst>
                <a:path w="1558" h="247882">
                  <a:moveTo>
                    <a:pt x="0" y="247882"/>
                  </a:moveTo>
                  <a:lnTo>
                    <a:pt x="347" y="22163"/>
                  </a:lnTo>
                  <a:lnTo>
                    <a:pt x="1192" y="0"/>
                  </a:lnTo>
                  <a:lnTo>
                    <a:pt x="1558" y="2478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l860"/>
            <p:cNvSpPr/>
            <p:nvPr/>
          </p:nvSpPr>
          <p:spPr>
            <a:xfrm>
              <a:off x="7726226" y="3977499"/>
              <a:ext cx="811" cy="298663"/>
            </a:xfrm>
            <a:custGeom>
              <a:avLst/>
              <a:pathLst>
                <a:path w="811" h="298663">
                  <a:moveTo>
                    <a:pt x="0" y="298663"/>
                  </a:moveTo>
                  <a:lnTo>
                    <a:pt x="405" y="0"/>
                  </a:lnTo>
                  <a:lnTo>
                    <a:pt x="811" y="29866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l861"/>
            <p:cNvSpPr/>
            <p:nvPr/>
          </p:nvSpPr>
          <p:spPr>
            <a:xfrm>
              <a:off x="7727917" y="3940597"/>
              <a:ext cx="9984" cy="335565"/>
            </a:xfrm>
            <a:custGeom>
              <a:avLst/>
              <a:pathLst>
                <a:path w="9984" h="335565">
                  <a:moveTo>
                    <a:pt x="0" y="335565"/>
                  </a:moveTo>
                  <a:lnTo>
                    <a:pt x="404" y="38466"/>
                  </a:lnTo>
                  <a:lnTo>
                    <a:pt x="1249" y="6148"/>
                  </a:lnTo>
                  <a:lnTo>
                    <a:pt x="2094" y="9925"/>
                  </a:lnTo>
                  <a:lnTo>
                    <a:pt x="2939" y="43905"/>
                  </a:lnTo>
                  <a:lnTo>
                    <a:pt x="3784" y="18896"/>
                  </a:lnTo>
                  <a:lnTo>
                    <a:pt x="4629" y="0"/>
                  </a:lnTo>
                  <a:lnTo>
                    <a:pt x="5475" y="31042"/>
                  </a:lnTo>
                  <a:lnTo>
                    <a:pt x="6320" y="62763"/>
                  </a:lnTo>
                  <a:lnTo>
                    <a:pt x="7165" y="119301"/>
                  </a:lnTo>
                  <a:lnTo>
                    <a:pt x="8010" y="131226"/>
                  </a:lnTo>
                  <a:lnTo>
                    <a:pt x="8855" y="143910"/>
                  </a:lnTo>
                  <a:lnTo>
                    <a:pt x="9700" y="171960"/>
                  </a:lnTo>
                  <a:lnTo>
                    <a:pt x="9984" y="3355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l862"/>
            <p:cNvSpPr/>
            <p:nvPr/>
          </p:nvSpPr>
          <p:spPr>
            <a:xfrm>
              <a:off x="7739883" y="4124238"/>
              <a:ext cx="539" cy="151924"/>
            </a:xfrm>
            <a:custGeom>
              <a:avLst/>
              <a:pathLst>
                <a:path w="539" h="151924">
                  <a:moveTo>
                    <a:pt x="0" y="151924"/>
                  </a:moveTo>
                  <a:lnTo>
                    <a:pt x="269" y="0"/>
                  </a:lnTo>
                  <a:lnTo>
                    <a:pt x="539" y="15192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l863"/>
            <p:cNvSpPr/>
            <p:nvPr/>
          </p:nvSpPr>
          <p:spPr>
            <a:xfrm>
              <a:off x="7743957" y="3953969"/>
              <a:ext cx="2445" cy="322193"/>
            </a:xfrm>
            <a:custGeom>
              <a:avLst/>
              <a:pathLst>
                <a:path w="2445" h="322193">
                  <a:moveTo>
                    <a:pt x="0" y="322193"/>
                  </a:moveTo>
                  <a:lnTo>
                    <a:pt x="421" y="0"/>
                  </a:lnTo>
                  <a:lnTo>
                    <a:pt x="1266" y="51391"/>
                  </a:lnTo>
                  <a:lnTo>
                    <a:pt x="2111" y="110504"/>
                  </a:lnTo>
                  <a:lnTo>
                    <a:pt x="2445" y="32219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l864"/>
            <p:cNvSpPr/>
            <p:nvPr/>
          </p:nvSpPr>
          <p:spPr>
            <a:xfrm>
              <a:off x="7747427" y="4066741"/>
              <a:ext cx="5626" cy="209421"/>
            </a:xfrm>
            <a:custGeom>
              <a:avLst/>
              <a:pathLst>
                <a:path w="5626" h="209421">
                  <a:moveTo>
                    <a:pt x="0" y="209421"/>
                  </a:moveTo>
                  <a:lnTo>
                    <a:pt x="331" y="270"/>
                  </a:lnTo>
                  <a:lnTo>
                    <a:pt x="1176" y="11594"/>
                  </a:lnTo>
                  <a:lnTo>
                    <a:pt x="2021" y="33566"/>
                  </a:lnTo>
                  <a:lnTo>
                    <a:pt x="2867" y="0"/>
                  </a:lnTo>
                  <a:lnTo>
                    <a:pt x="3712" y="13198"/>
                  </a:lnTo>
                  <a:lnTo>
                    <a:pt x="4557" y="68368"/>
                  </a:lnTo>
                  <a:lnTo>
                    <a:pt x="5402" y="92488"/>
                  </a:lnTo>
                  <a:lnTo>
                    <a:pt x="5626" y="20942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l865"/>
            <p:cNvSpPr/>
            <p:nvPr/>
          </p:nvSpPr>
          <p:spPr>
            <a:xfrm>
              <a:off x="7755185" y="4103943"/>
              <a:ext cx="9769" cy="172219"/>
            </a:xfrm>
            <a:custGeom>
              <a:avLst/>
              <a:pathLst>
                <a:path w="9769" h="172219">
                  <a:moveTo>
                    <a:pt x="0" y="172219"/>
                  </a:moveTo>
                  <a:lnTo>
                    <a:pt x="179" y="84733"/>
                  </a:lnTo>
                  <a:lnTo>
                    <a:pt x="1024" y="95730"/>
                  </a:lnTo>
                  <a:lnTo>
                    <a:pt x="1870" y="92642"/>
                  </a:lnTo>
                  <a:lnTo>
                    <a:pt x="2715" y="76915"/>
                  </a:lnTo>
                  <a:lnTo>
                    <a:pt x="3560" y="93134"/>
                  </a:lnTo>
                  <a:lnTo>
                    <a:pt x="4405" y="97751"/>
                  </a:lnTo>
                  <a:lnTo>
                    <a:pt x="5250" y="79745"/>
                  </a:lnTo>
                  <a:lnTo>
                    <a:pt x="6095" y="40149"/>
                  </a:lnTo>
                  <a:lnTo>
                    <a:pt x="6940" y="42870"/>
                  </a:lnTo>
                  <a:lnTo>
                    <a:pt x="7785" y="29128"/>
                  </a:lnTo>
                  <a:lnTo>
                    <a:pt x="8630" y="18905"/>
                  </a:lnTo>
                  <a:lnTo>
                    <a:pt x="9475" y="0"/>
                  </a:lnTo>
                  <a:lnTo>
                    <a:pt x="9769" y="17221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l866"/>
            <p:cNvSpPr/>
            <p:nvPr/>
          </p:nvSpPr>
          <p:spPr>
            <a:xfrm>
              <a:off x="7766066" y="4072772"/>
              <a:ext cx="3146" cy="203390"/>
            </a:xfrm>
            <a:custGeom>
              <a:avLst/>
              <a:pathLst>
                <a:path w="3146" h="203390">
                  <a:moveTo>
                    <a:pt x="0" y="203390"/>
                  </a:moveTo>
                  <a:lnTo>
                    <a:pt x="285" y="38623"/>
                  </a:lnTo>
                  <a:lnTo>
                    <a:pt x="1130" y="31274"/>
                  </a:lnTo>
                  <a:lnTo>
                    <a:pt x="1975" y="15451"/>
                  </a:lnTo>
                  <a:lnTo>
                    <a:pt x="2820" y="0"/>
                  </a:lnTo>
                  <a:lnTo>
                    <a:pt x="3146" y="2033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l867"/>
            <p:cNvSpPr/>
            <p:nvPr/>
          </p:nvSpPr>
          <p:spPr>
            <a:xfrm>
              <a:off x="7770210" y="4021917"/>
              <a:ext cx="17434" cy="254245"/>
            </a:xfrm>
            <a:custGeom>
              <a:avLst/>
              <a:pathLst>
                <a:path w="17434" h="254245">
                  <a:moveTo>
                    <a:pt x="0" y="254245"/>
                  </a:moveTo>
                  <a:lnTo>
                    <a:pt x="366" y="6352"/>
                  </a:lnTo>
                  <a:lnTo>
                    <a:pt x="1211" y="0"/>
                  </a:lnTo>
                  <a:lnTo>
                    <a:pt x="2056" y="36283"/>
                  </a:lnTo>
                  <a:lnTo>
                    <a:pt x="2901" y="103863"/>
                  </a:lnTo>
                  <a:lnTo>
                    <a:pt x="3746" y="110784"/>
                  </a:lnTo>
                  <a:lnTo>
                    <a:pt x="4592" y="113731"/>
                  </a:lnTo>
                  <a:lnTo>
                    <a:pt x="5437" y="146874"/>
                  </a:lnTo>
                  <a:lnTo>
                    <a:pt x="6282" y="152891"/>
                  </a:lnTo>
                  <a:lnTo>
                    <a:pt x="7127" y="160005"/>
                  </a:lnTo>
                  <a:lnTo>
                    <a:pt x="7972" y="127092"/>
                  </a:lnTo>
                  <a:lnTo>
                    <a:pt x="8817" y="135572"/>
                  </a:lnTo>
                  <a:lnTo>
                    <a:pt x="9662" y="127250"/>
                  </a:lnTo>
                  <a:lnTo>
                    <a:pt x="10507" y="102716"/>
                  </a:lnTo>
                  <a:lnTo>
                    <a:pt x="11352" y="77146"/>
                  </a:lnTo>
                  <a:lnTo>
                    <a:pt x="12197" y="86882"/>
                  </a:lnTo>
                  <a:lnTo>
                    <a:pt x="13042" y="147138"/>
                  </a:lnTo>
                  <a:lnTo>
                    <a:pt x="13888" y="167373"/>
                  </a:lnTo>
                  <a:lnTo>
                    <a:pt x="14733" y="164647"/>
                  </a:lnTo>
                  <a:lnTo>
                    <a:pt x="15578" y="193029"/>
                  </a:lnTo>
                  <a:lnTo>
                    <a:pt x="16423" y="187233"/>
                  </a:lnTo>
                  <a:lnTo>
                    <a:pt x="17268" y="174877"/>
                  </a:lnTo>
                  <a:lnTo>
                    <a:pt x="17434" y="25424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l868"/>
            <p:cNvSpPr/>
            <p:nvPr/>
          </p:nvSpPr>
          <p:spPr>
            <a:xfrm>
              <a:off x="7788991" y="4175154"/>
              <a:ext cx="1223" cy="101008"/>
            </a:xfrm>
            <a:custGeom>
              <a:avLst/>
              <a:pathLst>
                <a:path w="1223" h="101008">
                  <a:moveTo>
                    <a:pt x="0" y="101008"/>
                  </a:moveTo>
                  <a:lnTo>
                    <a:pt x="177" y="15093"/>
                  </a:lnTo>
                  <a:lnTo>
                    <a:pt x="1022" y="0"/>
                  </a:lnTo>
                  <a:lnTo>
                    <a:pt x="1223" y="10100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l869"/>
            <p:cNvSpPr/>
            <p:nvPr/>
          </p:nvSpPr>
          <p:spPr>
            <a:xfrm>
              <a:off x="7791504" y="4166015"/>
              <a:ext cx="2083" cy="110147"/>
            </a:xfrm>
            <a:custGeom>
              <a:avLst/>
              <a:pathLst>
                <a:path w="2083" h="110147">
                  <a:moveTo>
                    <a:pt x="0" y="110147"/>
                  </a:moveTo>
                  <a:lnTo>
                    <a:pt x="199" y="10335"/>
                  </a:lnTo>
                  <a:lnTo>
                    <a:pt x="1044" y="0"/>
                  </a:lnTo>
                  <a:lnTo>
                    <a:pt x="1889" y="13726"/>
                  </a:lnTo>
                  <a:lnTo>
                    <a:pt x="2083" y="1101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l870"/>
            <p:cNvSpPr/>
            <p:nvPr/>
          </p:nvSpPr>
          <p:spPr>
            <a:xfrm>
              <a:off x="7795713" y="4157639"/>
              <a:ext cx="5513" cy="118523"/>
            </a:xfrm>
            <a:custGeom>
              <a:avLst/>
              <a:pathLst>
                <a:path w="5513" h="118523">
                  <a:moveTo>
                    <a:pt x="0" y="118523"/>
                  </a:moveTo>
                  <a:lnTo>
                    <a:pt x="216" y="7268"/>
                  </a:lnTo>
                  <a:lnTo>
                    <a:pt x="1061" y="7255"/>
                  </a:lnTo>
                  <a:lnTo>
                    <a:pt x="1906" y="21114"/>
                  </a:lnTo>
                  <a:lnTo>
                    <a:pt x="2751" y="10302"/>
                  </a:lnTo>
                  <a:lnTo>
                    <a:pt x="3596" y="35111"/>
                  </a:lnTo>
                  <a:lnTo>
                    <a:pt x="4441" y="32285"/>
                  </a:lnTo>
                  <a:lnTo>
                    <a:pt x="5286" y="0"/>
                  </a:lnTo>
                  <a:lnTo>
                    <a:pt x="5513" y="11852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l871"/>
            <p:cNvSpPr/>
            <p:nvPr/>
          </p:nvSpPr>
          <p:spPr>
            <a:xfrm>
              <a:off x="7802490" y="4165237"/>
              <a:ext cx="5450" cy="110925"/>
            </a:xfrm>
            <a:custGeom>
              <a:avLst/>
              <a:pathLst>
                <a:path w="5450" h="110925">
                  <a:moveTo>
                    <a:pt x="0" y="110925"/>
                  </a:moveTo>
                  <a:lnTo>
                    <a:pt x="199" y="10635"/>
                  </a:lnTo>
                  <a:lnTo>
                    <a:pt x="1045" y="21379"/>
                  </a:lnTo>
                  <a:lnTo>
                    <a:pt x="1890" y="9504"/>
                  </a:lnTo>
                  <a:lnTo>
                    <a:pt x="2735" y="0"/>
                  </a:lnTo>
                  <a:lnTo>
                    <a:pt x="3580" y="17149"/>
                  </a:lnTo>
                  <a:lnTo>
                    <a:pt x="4425" y="20079"/>
                  </a:lnTo>
                  <a:lnTo>
                    <a:pt x="5270" y="23615"/>
                  </a:lnTo>
                  <a:lnTo>
                    <a:pt x="5450" y="11092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l872"/>
            <p:cNvSpPr/>
            <p:nvPr/>
          </p:nvSpPr>
          <p:spPr>
            <a:xfrm>
              <a:off x="7809263" y="4054115"/>
              <a:ext cx="12295" cy="222047"/>
            </a:xfrm>
            <a:custGeom>
              <a:avLst/>
              <a:pathLst>
                <a:path w="12295" h="222047">
                  <a:moveTo>
                    <a:pt x="0" y="222047"/>
                  </a:moveTo>
                  <a:lnTo>
                    <a:pt x="187" y="129938"/>
                  </a:lnTo>
                  <a:lnTo>
                    <a:pt x="1032" y="134035"/>
                  </a:lnTo>
                  <a:lnTo>
                    <a:pt x="1877" y="126780"/>
                  </a:lnTo>
                  <a:lnTo>
                    <a:pt x="2722" y="101826"/>
                  </a:lnTo>
                  <a:lnTo>
                    <a:pt x="3567" y="54625"/>
                  </a:lnTo>
                  <a:lnTo>
                    <a:pt x="4412" y="62764"/>
                  </a:lnTo>
                  <a:lnTo>
                    <a:pt x="5257" y="35774"/>
                  </a:lnTo>
                  <a:lnTo>
                    <a:pt x="6102" y="35591"/>
                  </a:lnTo>
                  <a:lnTo>
                    <a:pt x="6947" y="38795"/>
                  </a:lnTo>
                  <a:lnTo>
                    <a:pt x="7793" y="35829"/>
                  </a:lnTo>
                  <a:lnTo>
                    <a:pt x="8638" y="65499"/>
                  </a:lnTo>
                  <a:lnTo>
                    <a:pt x="9483" y="0"/>
                  </a:lnTo>
                  <a:lnTo>
                    <a:pt x="10328" y="22874"/>
                  </a:lnTo>
                  <a:lnTo>
                    <a:pt x="11173" y="14180"/>
                  </a:lnTo>
                  <a:lnTo>
                    <a:pt x="12018" y="64140"/>
                  </a:lnTo>
                  <a:lnTo>
                    <a:pt x="12295" y="2220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l873"/>
            <p:cNvSpPr/>
            <p:nvPr/>
          </p:nvSpPr>
          <p:spPr>
            <a:xfrm>
              <a:off x="7822729" y="4145604"/>
              <a:ext cx="2929" cy="130558"/>
            </a:xfrm>
            <a:custGeom>
              <a:avLst/>
              <a:pathLst>
                <a:path w="2929" h="130558">
                  <a:moveTo>
                    <a:pt x="0" y="130558"/>
                  </a:moveTo>
                  <a:lnTo>
                    <a:pt x="242" y="0"/>
                  </a:lnTo>
                  <a:lnTo>
                    <a:pt x="1088" y="27989"/>
                  </a:lnTo>
                  <a:lnTo>
                    <a:pt x="1933" y="58159"/>
                  </a:lnTo>
                  <a:lnTo>
                    <a:pt x="2778" y="60020"/>
                  </a:lnTo>
                  <a:lnTo>
                    <a:pt x="2929" y="1305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l874"/>
            <p:cNvSpPr/>
            <p:nvPr/>
          </p:nvSpPr>
          <p:spPr>
            <a:xfrm>
              <a:off x="7827925" y="4223862"/>
              <a:ext cx="1884" cy="52300"/>
            </a:xfrm>
            <a:custGeom>
              <a:avLst/>
              <a:pathLst>
                <a:path w="1884" h="52300">
                  <a:moveTo>
                    <a:pt x="0" y="52300"/>
                  </a:moveTo>
                  <a:lnTo>
                    <a:pt x="117" y="0"/>
                  </a:lnTo>
                  <a:lnTo>
                    <a:pt x="962" y="16187"/>
                  </a:lnTo>
                  <a:lnTo>
                    <a:pt x="1807" y="20036"/>
                  </a:lnTo>
                  <a:lnTo>
                    <a:pt x="1884" y="523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l875"/>
            <p:cNvSpPr/>
            <p:nvPr/>
          </p:nvSpPr>
          <p:spPr>
            <a:xfrm>
              <a:off x="7833807" y="4060260"/>
              <a:ext cx="12272" cy="215902"/>
            </a:xfrm>
            <a:custGeom>
              <a:avLst/>
              <a:pathLst>
                <a:path w="12272" h="215902">
                  <a:moveTo>
                    <a:pt x="0" y="215902"/>
                  </a:moveTo>
                  <a:lnTo>
                    <a:pt x="150" y="145641"/>
                  </a:lnTo>
                  <a:lnTo>
                    <a:pt x="995" y="122959"/>
                  </a:lnTo>
                  <a:lnTo>
                    <a:pt x="1840" y="94455"/>
                  </a:lnTo>
                  <a:lnTo>
                    <a:pt x="2686" y="84016"/>
                  </a:lnTo>
                  <a:lnTo>
                    <a:pt x="3531" y="46033"/>
                  </a:lnTo>
                  <a:lnTo>
                    <a:pt x="4376" y="1973"/>
                  </a:lnTo>
                  <a:lnTo>
                    <a:pt x="5221" y="0"/>
                  </a:lnTo>
                  <a:lnTo>
                    <a:pt x="6066" y="50689"/>
                  </a:lnTo>
                  <a:lnTo>
                    <a:pt x="6911" y="70640"/>
                  </a:lnTo>
                  <a:lnTo>
                    <a:pt x="7756" y="37372"/>
                  </a:lnTo>
                  <a:lnTo>
                    <a:pt x="8601" y="47440"/>
                  </a:lnTo>
                  <a:lnTo>
                    <a:pt x="9446" y="36334"/>
                  </a:lnTo>
                  <a:lnTo>
                    <a:pt x="10291" y="65274"/>
                  </a:lnTo>
                  <a:lnTo>
                    <a:pt x="11136" y="70189"/>
                  </a:lnTo>
                  <a:lnTo>
                    <a:pt x="11982" y="46668"/>
                  </a:lnTo>
                  <a:lnTo>
                    <a:pt x="12272" y="2159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l876"/>
            <p:cNvSpPr/>
            <p:nvPr/>
          </p:nvSpPr>
          <p:spPr>
            <a:xfrm>
              <a:off x="7848114" y="4022170"/>
              <a:ext cx="14890" cy="253992"/>
            </a:xfrm>
            <a:custGeom>
              <a:avLst/>
              <a:pathLst>
                <a:path w="14890" h="253992">
                  <a:moveTo>
                    <a:pt x="0" y="253992"/>
                  </a:moveTo>
                  <a:lnTo>
                    <a:pt x="210" y="146679"/>
                  </a:lnTo>
                  <a:lnTo>
                    <a:pt x="1055" y="135170"/>
                  </a:lnTo>
                  <a:lnTo>
                    <a:pt x="1900" y="129836"/>
                  </a:lnTo>
                  <a:lnTo>
                    <a:pt x="2745" y="91172"/>
                  </a:lnTo>
                  <a:lnTo>
                    <a:pt x="3590" y="95269"/>
                  </a:lnTo>
                  <a:lnTo>
                    <a:pt x="4435" y="75423"/>
                  </a:lnTo>
                  <a:lnTo>
                    <a:pt x="5280" y="0"/>
                  </a:lnTo>
                  <a:lnTo>
                    <a:pt x="6126" y="1527"/>
                  </a:lnTo>
                  <a:lnTo>
                    <a:pt x="6971" y="22400"/>
                  </a:lnTo>
                  <a:lnTo>
                    <a:pt x="7816" y="86858"/>
                  </a:lnTo>
                  <a:lnTo>
                    <a:pt x="8661" y="83821"/>
                  </a:lnTo>
                  <a:lnTo>
                    <a:pt x="9506" y="78341"/>
                  </a:lnTo>
                  <a:lnTo>
                    <a:pt x="10351" y="87063"/>
                  </a:lnTo>
                  <a:lnTo>
                    <a:pt x="11196" y="73027"/>
                  </a:lnTo>
                  <a:lnTo>
                    <a:pt x="12041" y="82386"/>
                  </a:lnTo>
                  <a:lnTo>
                    <a:pt x="12886" y="17662"/>
                  </a:lnTo>
                  <a:lnTo>
                    <a:pt x="13731" y="20258"/>
                  </a:lnTo>
                  <a:lnTo>
                    <a:pt x="14577" y="62914"/>
                  </a:lnTo>
                  <a:lnTo>
                    <a:pt x="14890" y="25399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l877"/>
            <p:cNvSpPr/>
            <p:nvPr/>
          </p:nvSpPr>
          <p:spPr>
            <a:xfrm>
              <a:off x="7864120" y="4104032"/>
              <a:ext cx="5548" cy="172130"/>
            </a:xfrm>
            <a:custGeom>
              <a:avLst/>
              <a:pathLst>
                <a:path w="5548" h="172130">
                  <a:moveTo>
                    <a:pt x="0" y="172130"/>
                  </a:moveTo>
                  <a:lnTo>
                    <a:pt x="261" y="27167"/>
                  </a:lnTo>
                  <a:lnTo>
                    <a:pt x="1106" y="0"/>
                  </a:lnTo>
                  <a:lnTo>
                    <a:pt x="1951" y="43571"/>
                  </a:lnTo>
                  <a:lnTo>
                    <a:pt x="2796" y="59389"/>
                  </a:lnTo>
                  <a:lnTo>
                    <a:pt x="3641" y="46850"/>
                  </a:lnTo>
                  <a:lnTo>
                    <a:pt x="4486" y="42656"/>
                  </a:lnTo>
                  <a:lnTo>
                    <a:pt x="5331" y="60507"/>
                  </a:lnTo>
                  <a:lnTo>
                    <a:pt x="5548" y="1721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l878"/>
            <p:cNvSpPr/>
            <p:nvPr/>
          </p:nvSpPr>
          <p:spPr>
            <a:xfrm>
              <a:off x="7876860" y="4177387"/>
              <a:ext cx="6303" cy="98775"/>
            </a:xfrm>
            <a:custGeom>
              <a:avLst/>
              <a:pathLst>
                <a:path w="6303" h="98775">
                  <a:moveTo>
                    <a:pt x="0" y="98775"/>
                  </a:moveTo>
                  <a:lnTo>
                    <a:pt x="197" y="0"/>
                  </a:lnTo>
                  <a:lnTo>
                    <a:pt x="1042" y="11730"/>
                  </a:lnTo>
                  <a:lnTo>
                    <a:pt x="1887" y="35616"/>
                  </a:lnTo>
                  <a:lnTo>
                    <a:pt x="2732" y="26172"/>
                  </a:lnTo>
                  <a:lnTo>
                    <a:pt x="3577" y="39680"/>
                  </a:lnTo>
                  <a:lnTo>
                    <a:pt x="4423" y="24774"/>
                  </a:lnTo>
                  <a:lnTo>
                    <a:pt x="5268" y="24917"/>
                  </a:lnTo>
                  <a:lnTo>
                    <a:pt x="6113" y="4810"/>
                  </a:lnTo>
                  <a:lnTo>
                    <a:pt x="6303" y="9877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l879"/>
            <p:cNvSpPr/>
            <p:nvPr/>
          </p:nvSpPr>
          <p:spPr>
            <a:xfrm>
              <a:off x="7885252" y="4134716"/>
              <a:ext cx="2113" cy="141446"/>
            </a:xfrm>
            <a:custGeom>
              <a:avLst/>
              <a:pathLst>
                <a:path w="2113" h="141446">
                  <a:moveTo>
                    <a:pt x="0" y="141446"/>
                  </a:moveTo>
                  <a:lnTo>
                    <a:pt x="257" y="0"/>
                  </a:lnTo>
                  <a:lnTo>
                    <a:pt x="1102" y="38984"/>
                  </a:lnTo>
                  <a:lnTo>
                    <a:pt x="1947" y="61909"/>
                  </a:lnTo>
                  <a:lnTo>
                    <a:pt x="2113" y="14144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l880"/>
            <p:cNvSpPr/>
            <p:nvPr/>
          </p:nvSpPr>
          <p:spPr>
            <a:xfrm>
              <a:off x="7890392" y="4169596"/>
              <a:ext cx="1241" cy="106567"/>
            </a:xfrm>
            <a:custGeom>
              <a:avLst/>
              <a:pathLst>
                <a:path w="1241" h="106567">
                  <a:moveTo>
                    <a:pt x="0" y="106567"/>
                  </a:moveTo>
                  <a:lnTo>
                    <a:pt x="187" y="14397"/>
                  </a:lnTo>
                  <a:lnTo>
                    <a:pt x="1032" y="0"/>
                  </a:lnTo>
                  <a:lnTo>
                    <a:pt x="1241" y="10656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l881"/>
            <p:cNvSpPr/>
            <p:nvPr/>
          </p:nvSpPr>
          <p:spPr>
            <a:xfrm>
              <a:off x="7893773" y="4128192"/>
              <a:ext cx="6367" cy="147970"/>
            </a:xfrm>
            <a:custGeom>
              <a:avLst/>
              <a:pathLst>
                <a:path w="6367" h="147970">
                  <a:moveTo>
                    <a:pt x="0" y="147970"/>
                  </a:moveTo>
                  <a:lnTo>
                    <a:pt x="186" y="56076"/>
                  </a:lnTo>
                  <a:lnTo>
                    <a:pt x="1031" y="62068"/>
                  </a:lnTo>
                  <a:lnTo>
                    <a:pt x="1877" y="65837"/>
                  </a:lnTo>
                  <a:lnTo>
                    <a:pt x="2722" y="54277"/>
                  </a:lnTo>
                  <a:lnTo>
                    <a:pt x="3567" y="30261"/>
                  </a:lnTo>
                  <a:lnTo>
                    <a:pt x="4412" y="8546"/>
                  </a:lnTo>
                  <a:lnTo>
                    <a:pt x="5257" y="11159"/>
                  </a:lnTo>
                  <a:lnTo>
                    <a:pt x="6102" y="0"/>
                  </a:lnTo>
                  <a:lnTo>
                    <a:pt x="6367" y="14797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l882"/>
            <p:cNvSpPr/>
            <p:nvPr/>
          </p:nvSpPr>
          <p:spPr>
            <a:xfrm>
              <a:off x="7901308" y="4105594"/>
              <a:ext cx="1394" cy="170568"/>
            </a:xfrm>
            <a:custGeom>
              <a:avLst/>
              <a:pathLst>
                <a:path w="1394" h="170568">
                  <a:moveTo>
                    <a:pt x="0" y="170568"/>
                  </a:moveTo>
                  <a:lnTo>
                    <a:pt x="257" y="28626"/>
                  </a:lnTo>
                  <a:lnTo>
                    <a:pt x="1102" y="0"/>
                  </a:lnTo>
                  <a:lnTo>
                    <a:pt x="1394" y="17056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l883"/>
            <p:cNvSpPr/>
            <p:nvPr/>
          </p:nvSpPr>
          <p:spPr>
            <a:xfrm>
              <a:off x="7904553" y="3902346"/>
              <a:ext cx="4993" cy="373816"/>
            </a:xfrm>
            <a:custGeom>
              <a:avLst/>
              <a:pathLst>
                <a:path w="4993" h="373816">
                  <a:moveTo>
                    <a:pt x="0" y="373816"/>
                  </a:moveTo>
                  <a:lnTo>
                    <a:pt x="393" y="92257"/>
                  </a:lnTo>
                  <a:lnTo>
                    <a:pt x="1238" y="71090"/>
                  </a:lnTo>
                  <a:lnTo>
                    <a:pt x="2083" y="52261"/>
                  </a:lnTo>
                  <a:lnTo>
                    <a:pt x="2928" y="0"/>
                  </a:lnTo>
                  <a:lnTo>
                    <a:pt x="3773" y="69592"/>
                  </a:lnTo>
                  <a:lnTo>
                    <a:pt x="4618" y="116065"/>
                  </a:lnTo>
                  <a:lnTo>
                    <a:pt x="4993" y="37381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l884"/>
            <p:cNvSpPr/>
            <p:nvPr/>
          </p:nvSpPr>
          <p:spPr>
            <a:xfrm>
              <a:off x="7911383" y="4062203"/>
              <a:ext cx="9111" cy="213959"/>
            </a:xfrm>
            <a:custGeom>
              <a:avLst/>
              <a:pathLst>
                <a:path w="9111" h="213959">
                  <a:moveTo>
                    <a:pt x="0" y="213959"/>
                  </a:moveTo>
                  <a:lnTo>
                    <a:pt x="323" y="12761"/>
                  </a:lnTo>
                  <a:lnTo>
                    <a:pt x="1169" y="47741"/>
                  </a:lnTo>
                  <a:lnTo>
                    <a:pt x="2014" y="51065"/>
                  </a:lnTo>
                  <a:lnTo>
                    <a:pt x="2859" y="60291"/>
                  </a:lnTo>
                  <a:lnTo>
                    <a:pt x="3704" y="67442"/>
                  </a:lnTo>
                  <a:lnTo>
                    <a:pt x="4549" y="28429"/>
                  </a:lnTo>
                  <a:lnTo>
                    <a:pt x="5394" y="469"/>
                  </a:lnTo>
                  <a:lnTo>
                    <a:pt x="6239" y="34664"/>
                  </a:lnTo>
                  <a:lnTo>
                    <a:pt x="7084" y="53738"/>
                  </a:lnTo>
                  <a:lnTo>
                    <a:pt x="7929" y="55523"/>
                  </a:lnTo>
                  <a:lnTo>
                    <a:pt x="8774" y="0"/>
                  </a:lnTo>
                  <a:lnTo>
                    <a:pt x="9111" y="21395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l885"/>
            <p:cNvSpPr/>
            <p:nvPr/>
          </p:nvSpPr>
          <p:spPr>
            <a:xfrm>
              <a:off x="7921542" y="4092750"/>
              <a:ext cx="611" cy="183412"/>
            </a:xfrm>
            <a:custGeom>
              <a:avLst/>
              <a:pathLst>
                <a:path w="611" h="183412">
                  <a:moveTo>
                    <a:pt x="0" y="183412"/>
                  </a:moveTo>
                  <a:lnTo>
                    <a:pt x="305" y="0"/>
                  </a:lnTo>
                  <a:lnTo>
                    <a:pt x="611" y="18341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l886"/>
            <p:cNvSpPr/>
            <p:nvPr/>
          </p:nvSpPr>
          <p:spPr>
            <a:xfrm>
              <a:off x="7923158" y="3946656"/>
              <a:ext cx="5832" cy="329506"/>
            </a:xfrm>
            <a:custGeom>
              <a:avLst/>
              <a:pathLst>
                <a:path w="5832" h="329506">
                  <a:moveTo>
                    <a:pt x="0" y="329506"/>
                  </a:moveTo>
                  <a:lnTo>
                    <a:pt x="380" y="64636"/>
                  </a:lnTo>
                  <a:lnTo>
                    <a:pt x="1225" y="0"/>
                  </a:lnTo>
                  <a:lnTo>
                    <a:pt x="2070" y="25881"/>
                  </a:lnTo>
                  <a:lnTo>
                    <a:pt x="2915" y="72243"/>
                  </a:lnTo>
                  <a:lnTo>
                    <a:pt x="3760" y="73247"/>
                  </a:lnTo>
                  <a:lnTo>
                    <a:pt x="4605" y="85460"/>
                  </a:lnTo>
                  <a:lnTo>
                    <a:pt x="5450" y="62784"/>
                  </a:lnTo>
                  <a:lnTo>
                    <a:pt x="5832" y="3295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l887"/>
            <p:cNvSpPr/>
            <p:nvPr/>
          </p:nvSpPr>
          <p:spPr>
            <a:xfrm>
              <a:off x="7930707" y="3913622"/>
              <a:ext cx="18521" cy="362540"/>
            </a:xfrm>
            <a:custGeom>
              <a:avLst/>
              <a:pathLst>
                <a:path w="18521" h="362540">
                  <a:moveTo>
                    <a:pt x="0" y="362540"/>
                  </a:moveTo>
                  <a:lnTo>
                    <a:pt x="436" y="16714"/>
                  </a:lnTo>
                  <a:lnTo>
                    <a:pt x="1281" y="61558"/>
                  </a:lnTo>
                  <a:lnTo>
                    <a:pt x="2126" y="133590"/>
                  </a:lnTo>
                  <a:lnTo>
                    <a:pt x="2971" y="113012"/>
                  </a:lnTo>
                  <a:lnTo>
                    <a:pt x="3816" y="77812"/>
                  </a:lnTo>
                  <a:lnTo>
                    <a:pt x="4662" y="86176"/>
                  </a:lnTo>
                  <a:lnTo>
                    <a:pt x="5507" y="132628"/>
                  </a:lnTo>
                  <a:lnTo>
                    <a:pt x="6352" y="171030"/>
                  </a:lnTo>
                  <a:lnTo>
                    <a:pt x="7197" y="201560"/>
                  </a:lnTo>
                  <a:lnTo>
                    <a:pt x="8042" y="172795"/>
                  </a:lnTo>
                  <a:lnTo>
                    <a:pt x="8887" y="173937"/>
                  </a:lnTo>
                  <a:lnTo>
                    <a:pt x="9732" y="178917"/>
                  </a:lnTo>
                  <a:lnTo>
                    <a:pt x="10577" y="162378"/>
                  </a:lnTo>
                  <a:lnTo>
                    <a:pt x="11422" y="173755"/>
                  </a:lnTo>
                  <a:lnTo>
                    <a:pt x="12267" y="158725"/>
                  </a:lnTo>
                  <a:lnTo>
                    <a:pt x="13112" y="107439"/>
                  </a:lnTo>
                  <a:lnTo>
                    <a:pt x="13958" y="133132"/>
                  </a:lnTo>
                  <a:lnTo>
                    <a:pt x="14803" y="55318"/>
                  </a:lnTo>
                  <a:lnTo>
                    <a:pt x="15648" y="0"/>
                  </a:lnTo>
                  <a:lnTo>
                    <a:pt x="16493" y="38897"/>
                  </a:lnTo>
                  <a:lnTo>
                    <a:pt x="17338" y="101396"/>
                  </a:lnTo>
                  <a:lnTo>
                    <a:pt x="18183" y="146303"/>
                  </a:lnTo>
                  <a:lnTo>
                    <a:pt x="18521" y="36254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l888"/>
            <p:cNvSpPr/>
            <p:nvPr/>
          </p:nvSpPr>
          <p:spPr>
            <a:xfrm>
              <a:off x="7950255" y="3986586"/>
              <a:ext cx="2415" cy="289576"/>
            </a:xfrm>
            <a:custGeom>
              <a:avLst/>
              <a:pathLst>
                <a:path w="2415" h="289576">
                  <a:moveTo>
                    <a:pt x="0" y="289576"/>
                  </a:moveTo>
                  <a:lnTo>
                    <a:pt x="325" y="86541"/>
                  </a:lnTo>
                  <a:lnTo>
                    <a:pt x="1170" y="43984"/>
                  </a:lnTo>
                  <a:lnTo>
                    <a:pt x="2015" y="0"/>
                  </a:lnTo>
                  <a:lnTo>
                    <a:pt x="2415" y="2895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l889"/>
            <p:cNvSpPr/>
            <p:nvPr/>
          </p:nvSpPr>
          <p:spPr>
            <a:xfrm>
              <a:off x="7954398" y="3705121"/>
              <a:ext cx="51653" cy="571041"/>
            </a:xfrm>
            <a:custGeom>
              <a:avLst/>
              <a:pathLst>
                <a:path w="51653" h="571041">
                  <a:moveTo>
                    <a:pt x="0" y="571041"/>
                  </a:moveTo>
                  <a:lnTo>
                    <a:pt x="408" y="268761"/>
                  </a:lnTo>
                  <a:lnTo>
                    <a:pt x="1253" y="296937"/>
                  </a:lnTo>
                  <a:lnTo>
                    <a:pt x="2098" y="274846"/>
                  </a:lnTo>
                  <a:lnTo>
                    <a:pt x="2943" y="274813"/>
                  </a:lnTo>
                  <a:lnTo>
                    <a:pt x="3788" y="248866"/>
                  </a:lnTo>
                  <a:lnTo>
                    <a:pt x="4633" y="178748"/>
                  </a:lnTo>
                  <a:lnTo>
                    <a:pt x="5478" y="136892"/>
                  </a:lnTo>
                  <a:lnTo>
                    <a:pt x="6323" y="146615"/>
                  </a:lnTo>
                  <a:lnTo>
                    <a:pt x="7168" y="160590"/>
                  </a:lnTo>
                  <a:lnTo>
                    <a:pt x="8013" y="253738"/>
                  </a:lnTo>
                  <a:lnTo>
                    <a:pt x="8859" y="239042"/>
                  </a:lnTo>
                  <a:lnTo>
                    <a:pt x="9704" y="238450"/>
                  </a:lnTo>
                  <a:lnTo>
                    <a:pt x="10549" y="236993"/>
                  </a:lnTo>
                  <a:lnTo>
                    <a:pt x="11394" y="241387"/>
                  </a:lnTo>
                  <a:lnTo>
                    <a:pt x="12239" y="305623"/>
                  </a:lnTo>
                  <a:lnTo>
                    <a:pt x="13084" y="368999"/>
                  </a:lnTo>
                  <a:lnTo>
                    <a:pt x="13929" y="374500"/>
                  </a:lnTo>
                  <a:lnTo>
                    <a:pt x="14774" y="314303"/>
                  </a:lnTo>
                  <a:lnTo>
                    <a:pt x="15619" y="264849"/>
                  </a:lnTo>
                  <a:lnTo>
                    <a:pt x="16464" y="318416"/>
                  </a:lnTo>
                  <a:lnTo>
                    <a:pt x="17309" y="352664"/>
                  </a:lnTo>
                  <a:lnTo>
                    <a:pt x="18155" y="316567"/>
                  </a:lnTo>
                  <a:lnTo>
                    <a:pt x="19000" y="249157"/>
                  </a:lnTo>
                  <a:lnTo>
                    <a:pt x="19845" y="268654"/>
                  </a:lnTo>
                  <a:lnTo>
                    <a:pt x="20690" y="330145"/>
                  </a:lnTo>
                  <a:lnTo>
                    <a:pt x="21535" y="345526"/>
                  </a:lnTo>
                  <a:lnTo>
                    <a:pt x="22380" y="315419"/>
                  </a:lnTo>
                  <a:lnTo>
                    <a:pt x="23225" y="209538"/>
                  </a:lnTo>
                  <a:lnTo>
                    <a:pt x="24070" y="222937"/>
                  </a:lnTo>
                  <a:lnTo>
                    <a:pt x="24915" y="298659"/>
                  </a:lnTo>
                  <a:lnTo>
                    <a:pt x="25760" y="277577"/>
                  </a:lnTo>
                  <a:lnTo>
                    <a:pt x="26605" y="167686"/>
                  </a:lnTo>
                  <a:lnTo>
                    <a:pt x="27451" y="119802"/>
                  </a:lnTo>
                  <a:lnTo>
                    <a:pt x="28296" y="131640"/>
                  </a:lnTo>
                  <a:lnTo>
                    <a:pt x="29141" y="151581"/>
                  </a:lnTo>
                  <a:lnTo>
                    <a:pt x="29986" y="169675"/>
                  </a:lnTo>
                  <a:lnTo>
                    <a:pt x="30831" y="137536"/>
                  </a:lnTo>
                  <a:lnTo>
                    <a:pt x="31676" y="184151"/>
                  </a:lnTo>
                  <a:lnTo>
                    <a:pt x="32521" y="138888"/>
                  </a:lnTo>
                  <a:lnTo>
                    <a:pt x="33366" y="153204"/>
                  </a:lnTo>
                  <a:lnTo>
                    <a:pt x="34211" y="117795"/>
                  </a:lnTo>
                  <a:lnTo>
                    <a:pt x="35056" y="77044"/>
                  </a:lnTo>
                  <a:lnTo>
                    <a:pt x="35902" y="161083"/>
                  </a:lnTo>
                  <a:lnTo>
                    <a:pt x="36747" y="261972"/>
                  </a:lnTo>
                  <a:lnTo>
                    <a:pt x="37592" y="281548"/>
                  </a:lnTo>
                  <a:lnTo>
                    <a:pt x="38437" y="239759"/>
                  </a:lnTo>
                  <a:lnTo>
                    <a:pt x="39282" y="155560"/>
                  </a:lnTo>
                  <a:lnTo>
                    <a:pt x="40127" y="206202"/>
                  </a:lnTo>
                  <a:lnTo>
                    <a:pt x="40972" y="294817"/>
                  </a:lnTo>
                  <a:lnTo>
                    <a:pt x="41817" y="360486"/>
                  </a:lnTo>
                  <a:lnTo>
                    <a:pt x="42662" y="325857"/>
                  </a:lnTo>
                  <a:lnTo>
                    <a:pt x="43507" y="363886"/>
                  </a:lnTo>
                  <a:lnTo>
                    <a:pt x="44352" y="377989"/>
                  </a:lnTo>
                  <a:lnTo>
                    <a:pt x="45198" y="374987"/>
                  </a:lnTo>
                  <a:lnTo>
                    <a:pt x="46043" y="284493"/>
                  </a:lnTo>
                  <a:lnTo>
                    <a:pt x="46888" y="165668"/>
                  </a:lnTo>
                  <a:lnTo>
                    <a:pt x="47733" y="101488"/>
                  </a:lnTo>
                  <a:lnTo>
                    <a:pt x="48578" y="49237"/>
                  </a:lnTo>
                  <a:lnTo>
                    <a:pt x="49423" y="58424"/>
                  </a:lnTo>
                  <a:lnTo>
                    <a:pt x="50268" y="664"/>
                  </a:lnTo>
                  <a:lnTo>
                    <a:pt x="51113" y="0"/>
                  </a:lnTo>
                  <a:lnTo>
                    <a:pt x="51653" y="57104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l890"/>
            <p:cNvSpPr/>
            <p:nvPr/>
          </p:nvSpPr>
          <p:spPr>
            <a:xfrm>
              <a:off x="8006660" y="3698281"/>
              <a:ext cx="7716" cy="577881"/>
            </a:xfrm>
            <a:custGeom>
              <a:avLst/>
              <a:pathLst>
                <a:path w="7716" h="577881">
                  <a:moveTo>
                    <a:pt x="0" y="577881"/>
                  </a:moveTo>
                  <a:lnTo>
                    <a:pt x="541" y="0"/>
                  </a:lnTo>
                  <a:lnTo>
                    <a:pt x="1386" y="31587"/>
                  </a:lnTo>
                  <a:lnTo>
                    <a:pt x="2231" y="16741"/>
                  </a:lnTo>
                  <a:lnTo>
                    <a:pt x="3076" y="28344"/>
                  </a:lnTo>
                  <a:lnTo>
                    <a:pt x="3922" y="40324"/>
                  </a:lnTo>
                  <a:lnTo>
                    <a:pt x="4767" y="26050"/>
                  </a:lnTo>
                  <a:lnTo>
                    <a:pt x="5612" y="116325"/>
                  </a:lnTo>
                  <a:lnTo>
                    <a:pt x="6457" y="241595"/>
                  </a:lnTo>
                  <a:lnTo>
                    <a:pt x="7302" y="267441"/>
                  </a:lnTo>
                  <a:lnTo>
                    <a:pt x="7716" y="57788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l891"/>
            <p:cNvSpPr/>
            <p:nvPr/>
          </p:nvSpPr>
          <p:spPr>
            <a:xfrm>
              <a:off x="8015267" y="3813261"/>
              <a:ext cx="6776" cy="462901"/>
            </a:xfrm>
            <a:custGeom>
              <a:avLst/>
              <a:pathLst>
                <a:path w="6776" h="462901">
                  <a:moveTo>
                    <a:pt x="0" y="462901"/>
                  </a:moveTo>
                  <a:lnTo>
                    <a:pt x="385" y="191185"/>
                  </a:lnTo>
                  <a:lnTo>
                    <a:pt x="1230" y="220198"/>
                  </a:lnTo>
                  <a:lnTo>
                    <a:pt x="2075" y="197652"/>
                  </a:lnTo>
                  <a:lnTo>
                    <a:pt x="2920" y="149945"/>
                  </a:lnTo>
                  <a:lnTo>
                    <a:pt x="3766" y="60743"/>
                  </a:lnTo>
                  <a:lnTo>
                    <a:pt x="4611" y="15388"/>
                  </a:lnTo>
                  <a:lnTo>
                    <a:pt x="5456" y="0"/>
                  </a:lnTo>
                  <a:lnTo>
                    <a:pt x="6301" y="47826"/>
                  </a:lnTo>
                  <a:lnTo>
                    <a:pt x="6776" y="46290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l892"/>
            <p:cNvSpPr/>
            <p:nvPr/>
          </p:nvSpPr>
          <p:spPr>
            <a:xfrm>
              <a:off x="8023607" y="3773565"/>
              <a:ext cx="8521" cy="502597"/>
            </a:xfrm>
            <a:custGeom>
              <a:avLst/>
              <a:pathLst>
                <a:path w="8521" h="502597">
                  <a:moveTo>
                    <a:pt x="0" y="502597"/>
                  </a:moveTo>
                  <a:lnTo>
                    <a:pt x="497" y="40286"/>
                  </a:lnTo>
                  <a:lnTo>
                    <a:pt x="1342" y="0"/>
                  </a:lnTo>
                  <a:lnTo>
                    <a:pt x="2187" y="40083"/>
                  </a:lnTo>
                  <a:lnTo>
                    <a:pt x="3032" y="50183"/>
                  </a:lnTo>
                  <a:lnTo>
                    <a:pt x="3877" y="116323"/>
                  </a:lnTo>
                  <a:lnTo>
                    <a:pt x="4722" y="183081"/>
                  </a:lnTo>
                  <a:lnTo>
                    <a:pt x="5567" y="171526"/>
                  </a:lnTo>
                  <a:lnTo>
                    <a:pt x="6412" y="160837"/>
                  </a:lnTo>
                  <a:lnTo>
                    <a:pt x="7257" y="136583"/>
                  </a:lnTo>
                  <a:lnTo>
                    <a:pt x="8102" y="185124"/>
                  </a:lnTo>
                  <a:lnTo>
                    <a:pt x="8521" y="50259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l893"/>
            <p:cNvSpPr/>
            <p:nvPr/>
          </p:nvSpPr>
          <p:spPr>
            <a:xfrm>
              <a:off x="8034575" y="3755162"/>
              <a:ext cx="8517" cy="521000"/>
            </a:xfrm>
            <a:custGeom>
              <a:avLst/>
              <a:pathLst>
                <a:path w="8517" h="521000">
                  <a:moveTo>
                    <a:pt x="0" y="521000"/>
                  </a:moveTo>
                  <a:lnTo>
                    <a:pt x="514" y="16463"/>
                  </a:lnTo>
                  <a:lnTo>
                    <a:pt x="1359" y="0"/>
                  </a:lnTo>
                  <a:lnTo>
                    <a:pt x="2205" y="46780"/>
                  </a:lnTo>
                  <a:lnTo>
                    <a:pt x="3050" y="120586"/>
                  </a:lnTo>
                  <a:lnTo>
                    <a:pt x="3895" y="107299"/>
                  </a:lnTo>
                  <a:lnTo>
                    <a:pt x="4740" y="106949"/>
                  </a:lnTo>
                  <a:lnTo>
                    <a:pt x="5585" y="74818"/>
                  </a:lnTo>
                  <a:lnTo>
                    <a:pt x="6430" y="88390"/>
                  </a:lnTo>
                  <a:lnTo>
                    <a:pt x="7275" y="181270"/>
                  </a:lnTo>
                  <a:lnTo>
                    <a:pt x="8120" y="234472"/>
                  </a:lnTo>
                  <a:lnTo>
                    <a:pt x="8517" y="5210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l894"/>
            <p:cNvSpPr/>
            <p:nvPr/>
          </p:nvSpPr>
          <p:spPr>
            <a:xfrm>
              <a:off x="8043987" y="3594192"/>
              <a:ext cx="29651" cy="681970"/>
            </a:xfrm>
            <a:custGeom>
              <a:avLst/>
              <a:pathLst>
                <a:path w="29651" h="681970">
                  <a:moveTo>
                    <a:pt x="0" y="681970"/>
                  </a:moveTo>
                  <a:lnTo>
                    <a:pt x="399" y="392276"/>
                  </a:lnTo>
                  <a:lnTo>
                    <a:pt x="1244" y="384324"/>
                  </a:lnTo>
                  <a:lnTo>
                    <a:pt x="2089" y="398409"/>
                  </a:lnTo>
                  <a:lnTo>
                    <a:pt x="2934" y="322031"/>
                  </a:lnTo>
                  <a:lnTo>
                    <a:pt x="3779" y="299555"/>
                  </a:lnTo>
                  <a:lnTo>
                    <a:pt x="4624" y="225550"/>
                  </a:lnTo>
                  <a:lnTo>
                    <a:pt x="5469" y="237849"/>
                  </a:lnTo>
                  <a:lnTo>
                    <a:pt x="6314" y="205805"/>
                  </a:lnTo>
                  <a:lnTo>
                    <a:pt x="7159" y="87868"/>
                  </a:lnTo>
                  <a:lnTo>
                    <a:pt x="8004" y="43001"/>
                  </a:lnTo>
                  <a:lnTo>
                    <a:pt x="8850" y="4444"/>
                  </a:lnTo>
                  <a:lnTo>
                    <a:pt x="9695" y="73517"/>
                  </a:lnTo>
                  <a:lnTo>
                    <a:pt x="10540" y="93718"/>
                  </a:lnTo>
                  <a:lnTo>
                    <a:pt x="11385" y="33497"/>
                  </a:lnTo>
                  <a:lnTo>
                    <a:pt x="12230" y="0"/>
                  </a:lnTo>
                  <a:lnTo>
                    <a:pt x="13075" y="27504"/>
                  </a:lnTo>
                  <a:lnTo>
                    <a:pt x="13920" y="69172"/>
                  </a:lnTo>
                  <a:lnTo>
                    <a:pt x="14765" y="62293"/>
                  </a:lnTo>
                  <a:lnTo>
                    <a:pt x="15610" y="1479"/>
                  </a:lnTo>
                  <a:lnTo>
                    <a:pt x="16455" y="43360"/>
                  </a:lnTo>
                  <a:lnTo>
                    <a:pt x="17301" y="141265"/>
                  </a:lnTo>
                  <a:lnTo>
                    <a:pt x="18146" y="176512"/>
                  </a:lnTo>
                  <a:lnTo>
                    <a:pt x="18991" y="214729"/>
                  </a:lnTo>
                  <a:lnTo>
                    <a:pt x="19836" y="125038"/>
                  </a:lnTo>
                  <a:lnTo>
                    <a:pt x="20681" y="158613"/>
                  </a:lnTo>
                  <a:lnTo>
                    <a:pt x="21526" y="194334"/>
                  </a:lnTo>
                  <a:lnTo>
                    <a:pt x="22371" y="172751"/>
                  </a:lnTo>
                  <a:lnTo>
                    <a:pt x="23216" y="202270"/>
                  </a:lnTo>
                  <a:lnTo>
                    <a:pt x="24061" y="210628"/>
                  </a:lnTo>
                  <a:lnTo>
                    <a:pt x="24906" y="285611"/>
                  </a:lnTo>
                  <a:lnTo>
                    <a:pt x="25751" y="292252"/>
                  </a:lnTo>
                  <a:lnTo>
                    <a:pt x="26597" y="384597"/>
                  </a:lnTo>
                  <a:lnTo>
                    <a:pt x="27442" y="333734"/>
                  </a:lnTo>
                  <a:lnTo>
                    <a:pt x="28287" y="266429"/>
                  </a:lnTo>
                  <a:lnTo>
                    <a:pt x="29132" y="167183"/>
                  </a:lnTo>
                  <a:lnTo>
                    <a:pt x="29651" y="68197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l895"/>
            <p:cNvSpPr/>
            <p:nvPr/>
          </p:nvSpPr>
          <p:spPr>
            <a:xfrm>
              <a:off x="8075959" y="3614340"/>
              <a:ext cx="12906" cy="661822"/>
            </a:xfrm>
            <a:custGeom>
              <a:avLst/>
              <a:pathLst>
                <a:path w="12906" h="661822">
                  <a:moveTo>
                    <a:pt x="0" y="661822"/>
                  </a:moveTo>
                  <a:lnTo>
                    <a:pt x="540" y="87865"/>
                  </a:lnTo>
                  <a:lnTo>
                    <a:pt x="1385" y="124499"/>
                  </a:lnTo>
                  <a:lnTo>
                    <a:pt x="2230" y="255093"/>
                  </a:lnTo>
                  <a:lnTo>
                    <a:pt x="3075" y="359121"/>
                  </a:lnTo>
                  <a:lnTo>
                    <a:pt x="3920" y="287954"/>
                  </a:lnTo>
                  <a:lnTo>
                    <a:pt x="4765" y="202408"/>
                  </a:lnTo>
                  <a:lnTo>
                    <a:pt x="5610" y="134573"/>
                  </a:lnTo>
                  <a:lnTo>
                    <a:pt x="6456" y="99640"/>
                  </a:lnTo>
                  <a:lnTo>
                    <a:pt x="7301" y="0"/>
                  </a:lnTo>
                  <a:lnTo>
                    <a:pt x="8146" y="97456"/>
                  </a:lnTo>
                  <a:lnTo>
                    <a:pt x="8991" y="136982"/>
                  </a:lnTo>
                  <a:lnTo>
                    <a:pt x="9836" y="209100"/>
                  </a:lnTo>
                  <a:lnTo>
                    <a:pt x="10681" y="214256"/>
                  </a:lnTo>
                  <a:lnTo>
                    <a:pt x="11526" y="119268"/>
                  </a:lnTo>
                  <a:lnTo>
                    <a:pt x="12371" y="102817"/>
                  </a:lnTo>
                  <a:lnTo>
                    <a:pt x="12906" y="6618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l896"/>
            <p:cNvSpPr/>
            <p:nvPr/>
          </p:nvSpPr>
          <p:spPr>
            <a:xfrm>
              <a:off x="8091152" y="2852835"/>
              <a:ext cx="82364" cy="1423327"/>
            </a:xfrm>
            <a:custGeom>
              <a:avLst/>
              <a:pathLst>
                <a:path w="82364" h="1423327">
                  <a:moveTo>
                    <a:pt x="0" y="1423327"/>
                  </a:moveTo>
                  <a:lnTo>
                    <a:pt x="559" y="790036"/>
                  </a:lnTo>
                  <a:lnTo>
                    <a:pt x="1404" y="803470"/>
                  </a:lnTo>
                  <a:lnTo>
                    <a:pt x="2249" y="689596"/>
                  </a:lnTo>
                  <a:lnTo>
                    <a:pt x="3094" y="739286"/>
                  </a:lnTo>
                  <a:lnTo>
                    <a:pt x="3939" y="807361"/>
                  </a:lnTo>
                  <a:lnTo>
                    <a:pt x="4784" y="908422"/>
                  </a:lnTo>
                  <a:lnTo>
                    <a:pt x="5629" y="1003179"/>
                  </a:lnTo>
                  <a:lnTo>
                    <a:pt x="6474" y="1029097"/>
                  </a:lnTo>
                  <a:lnTo>
                    <a:pt x="7320" y="1031641"/>
                  </a:lnTo>
                  <a:lnTo>
                    <a:pt x="8165" y="944658"/>
                  </a:lnTo>
                  <a:lnTo>
                    <a:pt x="9010" y="777907"/>
                  </a:lnTo>
                  <a:lnTo>
                    <a:pt x="9855" y="716297"/>
                  </a:lnTo>
                  <a:lnTo>
                    <a:pt x="10700" y="692763"/>
                  </a:lnTo>
                  <a:lnTo>
                    <a:pt x="11545" y="850067"/>
                  </a:lnTo>
                  <a:lnTo>
                    <a:pt x="12390" y="828961"/>
                  </a:lnTo>
                  <a:lnTo>
                    <a:pt x="13235" y="845142"/>
                  </a:lnTo>
                  <a:lnTo>
                    <a:pt x="14080" y="746235"/>
                  </a:lnTo>
                  <a:lnTo>
                    <a:pt x="14925" y="653362"/>
                  </a:lnTo>
                  <a:lnTo>
                    <a:pt x="15770" y="599073"/>
                  </a:lnTo>
                  <a:lnTo>
                    <a:pt x="16616" y="565801"/>
                  </a:lnTo>
                  <a:lnTo>
                    <a:pt x="17461" y="460756"/>
                  </a:lnTo>
                  <a:lnTo>
                    <a:pt x="18306" y="453959"/>
                  </a:lnTo>
                  <a:lnTo>
                    <a:pt x="19151" y="491237"/>
                  </a:lnTo>
                  <a:lnTo>
                    <a:pt x="19996" y="527015"/>
                  </a:lnTo>
                  <a:lnTo>
                    <a:pt x="20841" y="437322"/>
                  </a:lnTo>
                  <a:lnTo>
                    <a:pt x="21686" y="445793"/>
                  </a:lnTo>
                  <a:lnTo>
                    <a:pt x="22531" y="426903"/>
                  </a:lnTo>
                  <a:lnTo>
                    <a:pt x="23376" y="462492"/>
                  </a:lnTo>
                  <a:lnTo>
                    <a:pt x="24221" y="440024"/>
                  </a:lnTo>
                  <a:lnTo>
                    <a:pt x="25066" y="391965"/>
                  </a:lnTo>
                  <a:lnTo>
                    <a:pt x="25912" y="523603"/>
                  </a:lnTo>
                  <a:lnTo>
                    <a:pt x="26757" y="547882"/>
                  </a:lnTo>
                  <a:lnTo>
                    <a:pt x="27602" y="556667"/>
                  </a:lnTo>
                  <a:lnTo>
                    <a:pt x="28447" y="464548"/>
                  </a:lnTo>
                  <a:lnTo>
                    <a:pt x="29292" y="411888"/>
                  </a:lnTo>
                  <a:lnTo>
                    <a:pt x="30137" y="406242"/>
                  </a:lnTo>
                  <a:lnTo>
                    <a:pt x="30982" y="357384"/>
                  </a:lnTo>
                  <a:lnTo>
                    <a:pt x="31827" y="333271"/>
                  </a:lnTo>
                  <a:lnTo>
                    <a:pt x="32672" y="213973"/>
                  </a:lnTo>
                  <a:lnTo>
                    <a:pt x="33517" y="280785"/>
                  </a:lnTo>
                  <a:lnTo>
                    <a:pt x="34362" y="234176"/>
                  </a:lnTo>
                  <a:lnTo>
                    <a:pt x="35208" y="189295"/>
                  </a:lnTo>
                  <a:lnTo>
                    <a:pt x="36053" y="188239"/>
                  </a:lnTo>
                  <a:lnTo>
                    <a:pt x="36898" y="186071"/>
                  </a:lnTo>
                  <a:lnTo>
                    <a:pt x="37743" y="141658"/>
                  </a:lnTo>
                  <a:lnTo>
                    <a:pt x="38588" y="172535"/>
                  </a:lnTo>
                  <a:lnTo>
                    <a:pt x="39433" y="130856"/>
                  </a:lnTo>
                  <a:lnTo>
                    <a:pt x="40278" y="57986"/>
                  </a:lnTo>
                  <a:lnTo>
                    <a:pt x="41123" y="145246"/>
                  </a:lnTo>
                  <a:lnTo>
                    <a:pt x="41968" y="73997"/>
                  </a:lnTo>
                  <a:lnTo>
                    <a:pt x="42813" y="179325"/>
                  </a:lnTo>
                  <a:lnTo>
                    <a:pt x="43658" y="147594"/>
                  </a:lnTo>
                  <a:lnTo>
                    <a:pt x="44504" y="285700"/>
                  </a:lnTo>
                  <a:lnTo>
                    <a:pt x="45349" y="427860"/>
                  </a:lnTo>
                  <a:lnTo>
                    <a:pt x="46194" y="326140"/>
                  </a:lnTo>
                  <a:lnTo>
                    <a:pt x="47039" y="253365"/>
                  </a:lnTo>
                  <a:lnTo>
                    <a:pt x="47884" y="84213"/>
                  </a:lnTo>
                  <a:lnTo>
                    <a:pt x="48729" y="19711"/>
                  </a:lnTo>
                  <a:lnTo>
                    <a:pt x="49574" y="126894"/>
                  </a:lnTo>
                  <a:lnTo>
                    <a:pt x="50419" y="168302"/>
                  </a:lnTo>
                  <a:lnTo>
                    <a:pt x="51264" y="39271"/>
                  </a:lnTo>
                  <a:lnTo>
                    <a:pt x="52109" y="103122"/>
                  </a:lnTo>
                  <a:lnTo>
                    <a:pt x="52954" y="157595"/>
                  </a:lnTo>
                  <a:lnTo>
                    <a:pt x="53800" y="120414"/>
                  </a:lnTo>
                  <a:lnTo>
                    <a:pt x="54645" y="130092"/>
                  </a:lnTo>
                  <a:lnTo>
                    <a:pt x="55490" y="116156"/>
                  </a:lnTo>
                  <a:lnTo>
                    <a:pt x="56335" y="86321"/>
                  </a:lnTo>
                  <a:lnTo>
                    <a:pt x="57180" y="97517"/>
                  </a:lnTo>
                  <a:lnTo>
                    <a:pt x="58025" y="60863"/>
                  </a:lnTo>
                  <a:lnTo>
                    <a:pt x="58870" y="67329"/>
                  </a:lnTo>
                  <a:lnTo>
                    <a:pt x="59715" y="91537"/>
                  </a:lnTo>
                  <a:lnTo>
                    <a:pt x="60560" y="88866"/>
                  </a:lnTo>
                  <a:lnTo>
                    <a:pt x="61405" y="39658"/>
                  </a:lnTo>
                  <a:lnTo>
                    <a:pt x="62251" y="24634"/>
                  </a:lnTo>
                  <a:lnTo>
                    <a:pt x="63096" y="37905"/>
                  </a:lnTo>
                  <a:lnTo>
                    <a:pt x="63941" y="44608"/>
                  </a:lnTo>
                  <a:lnTo>
                    <a:pt x="64786" y="58308"/>
                  </a:lnTo>
                  <a:lnTo>
                    <a:pt x="65631" y="70366"/>
                  </a:lnTo>
                  <a:lnTo>
                    <a:pt x="66476" y="160076"/>
                  </a:lnTo>
                  <a:lnTo>
                    <a:pt x="67321" y="159287"/>
                  </a:lnTo>
                  <a:lnTo>
                    <a:pt x="68166" y="187858"/>
                  </a:lnTo>
                  <a:lnTo>
                    <a:pt x="69011" y="171981"/>
                  </a:lnTo>
                  <a:lnTo>
                    <a:pt x="69856" y="160219"/>
                  </a:lnTo>
                  <a:lnTo>
                    <a:pt x="70701" y="142109"/>
                  </a:lnTo>
                  <a:lnTo>
                    <a:pt x="71547" y="137251"/>
                  </a:lnTo>
                  <a:lnTo>
                    <a:pt x="72392" y="149403"/>
                  </a:lnTo>
                  <a:lnTo>
                    <a:pt x="73237" y="119947"/>
                  </a:lnTo>
                  <a:lnTo>
                    <a:pt x="74082" y="105377"/>
                  </a:lnTo>
                  <a:lnTo>
                    <a:pt x="74927" y="91227"/>
                  </a:lnTo>
                  <a:lnTo>
                    <a:pt x="75772" y="112783"/>
                  </a:lnTo>
                  <a:lnTo>
                    <a:pt x="76617" y="87198"/>
                  </a:lnTo>
                  <a:lnTo>
                    <a:pt x="77462" y="0"/>
                  </a:lnTo>
                  <a:lnTo>
                    <a:pt x="78307" y="32673"/>
                  </a:lnTo>
                  <a:lnTo>
                    <a:pt x="79152" y="60004"/>
                  </a:lnTo>
                  <a:lnTo>
                    <a:pt x="79997" y="92927"/>
                  </a:lnTo>
                  <a:lnTo>
                    <a:pt x="80843" y="91611"/>
                  </a:lnTo>
                  <a:lnTo>
                    <a:pt x="81688" y="128837"/>
                  </a:lnTo>
                  <a:lnTo>
                    <a:pt x="82364" y="142332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l897"/>
            <p:cNvSpPr/>
            <p:nvPr/>
          </p:nvSpPr>
          <p:spPr>
            <a:xfrm>
              <a:off x="8173862" y="3056344"/>
              <a:ext cx="2986" cy="1219818"/>
            </a:xfrm>
            <a:custGeom>
              <a:avLst/>
              <a:pathLst>
                <a:path w="2986" h="1219818">
                  <a:moveTo>
                    <a:pt x="0" y="1219818"/>
                  </a:moveTo>
                  <a:lnTo>
                    <a:pt x="667" y="0"/>
                  </a:lnTo>
                  <a:lnTo>
                    <a:pt x="1512" y="136573"/>
                  </a:lnTo>
                  <a:lnTo>
                    <a:pt x="2358" y="283590"/>
                  </a:lnTo>
                  <a:lnTo>
                    <a:pt x="2986" y="121981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l898"/>
            <p:cNvSpPr/>
            <p:nvPr/>
          </p:nvSpPr>
          <p:spPr>
            <a:xfrm>
              <a:off x="8177264" y="3062166"/>
              <a:ext cx="23239" cy="1213996"/>
            </a:xfrm>
            <a:custGeom>
              <a:avLst/>
              <a:pathLst>
                <a:path w="23239" h="1213996">
                  <a:moveTo>
                    <a:pt x="0" y="1213996"/>
                  </a:moveTo>
                  <a:lnTo>
                    <a:pt x="646" y="157523"/>
                  </a:lnTo>
                  <a:lnTo>
                    <a:pt x="1492" y="47596"/>
                  </a:lnTo>
                  <a:lnTo>
                    <a:pt x="2337" y="67841"/>
                  </a:lnTo>
                  <a:lnTo>
                    <a:pt x="3182" y="106727"/>
                  </a:lnTo>
                  <a:lnTo>
                    <a:pt x="4027" y="21156"/>
                  </a:lnTo>
                  <a:lnTo>
                    <a:pt x="4872" y="0"/>
                  </a:lnTo>
                  <a:lnTo>
                    <a:pt x="5717" y="41005"/>
                  </a:lnTo>
                  <a:lnTo>
                    <a:pt x="6562" y="80034"/>
                  </a:lnTo>
                  <a:lnTo>
                    <a:pt x="7407" y="105852"/>
                  </a:lnTo>
                  <a:lnTo>
                    <a:pt x="8252" y="73792"/>
                  </a:lnTo>
                  <a:lnTo>
                    <a:pt x="9097" y="127086"/>
                  </a:lnTo>
                  <a:lnTo>
                    <a:pt x="9942" y="127243"/>
                  </a:lnTo>
                  <a:lnTo>
                    <a:pt x="10788" y="157681"/>
                  </a:lnTo>
                  <a:lnTo>
                    <a:pt x="11633" y="168248"/>
                  </a:lnTo>
                  <a:lnTo>
                    <a:pt x="12478" y="176658"/>
                  </a:lnTo>
                  <a:lnTo>
                    <a:pt x="13323" y="205918"/>
                  </a:lnTo>
                  <a:lnTo>
                    <a:pt x="14168" y="171655"/>
                  </a:lnTo>
                  <a:lnTo>
                    <a:pt x="15013" y="249058"/>
                  </a:lnTo>
                  <a:lnTo>
                    <a:pt x="15858" y="184387"/>
                  </a:lnTo>
                  <a:lnTo>
                    <a:pt x="16703" y="194591"/>
                  </a:lnTo>
                  <a:lnTo>
                    <a:pt x="17548" y="200156"/>
                  </a:lnTo>
                  <a:lnTo>
                    <a:pt x="18393" y="223484"/>
                  </a:lnTo>
                  <a:lnTo>
                    <a:pt x="19238" y="279905"/>
                  </a:lnTo>
                  <a:lnTo>
                    <a:pt x="20084" y="295527"/>
                  </a:lnTo>
                  <a:lnTo>
                    <a:pt x="20929" y="288272"/>
                  </a:lnTo>
                  <a:lnTo>
                    <a:pt x="21774" y="323241"/>
                  </a:lnTo>
                  <a:lnTo>
                    <a:pt x="22619" y="321983"/>
                  </a:lnTo>
                  <a:lnTo>
                    <a:pt x="23239" y="121399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l899"/>
            <p:cNvSpPr/>
            <p:nvPr/>
          </p:nvSpPr>
          <p:spPr>
            <a:xfrm>
              <a:off x="8201892" y="3542744"/>
              <a:ext cx="28684" cy="733418"/>
            </a:xfrm>
            <a:custGeom>
              <a:avLst/>
              <a:pathLst>
                <a:path w="28684" h="733418">
                  <a:moveTo>
                    <a:pt x="0" y="733418"/>
                  </a:moveTo>
                  <a:lnTo>
                    <a:pt x="526" y="199270"/>
                  </a:lnTo>
                  <a:lnTo>
                    <a:pt x="1371" y="173239"/>
                  </a:lnTo>
                  <a:lnTo>
                    <a:pt x="2216" y="118811"/>
                  </a:lnTo>
                  <a:lnTo>
                    <a:pt x="3061" y="22747"/>
                  </a:lnTo>
                  <a:lnTo>
                    <a:pt x="3906" y="16212"/>
                  </a:lnTo>
                  <a:lnTo>
                    <a:pt x="4751" y="0"/>
                  </a:lnTo>
                  <a:lnTo>
                    <a:pt x="5596" y="60040"/>
                  </a:lnTo>
                  <a:lnTo>
                    <a:pt x="6441" y="93416"/>
                  </a:lnTo>
                  <a:lnTo>
                    <a:pt x="7286" y="72556"/>
                  </a:lnTo>
                  <a:lnTo>
                    <a:pt x="8132" y="83392"/>
                  </a:lnTo>
                  <a:lnTo>
                    <a:pt x="8977" y="222882"/>
                  </a:lnTo>
                  <a:lnTo>
                    <a:pt x="9822" y="290710"/>
                  </a:lnTo>
                  <a:lnTo>
                    <a:pt x="10667" y="362903"/>
                  </a:lnTo>
                  <a:lnTo>
                    <a:pt x="11512" y="355941"/>
                  </a:lnTo>
                  <a:lnTo>
                    <a:pt x="12357" y="281643"/>
                  </a:lnTo>
                  <a:lnTo>
                    <a:pt x="13202" y="238134"/>
                  </a:lnTo>
                  <a:lnTo>
                    <a:pt x="14047" y="273112"/>
                  </a:lnTo>
                  <a:lnTo>
                    <a:pt x="14892" y="312286"/>
                  </a:lnTo>
                  <a:lnTo>
                    <a:pt x="15737" y="320066"/>
                  </a:lnTo>
                  <a:lnTo>
                    <a:pt x="16582" y="338950"/>
                  </a:lnTo>
                  <a:lnTo>
                    <a:pt x="17428" y="315950"/>
                  </a:lnTo>
                  <a:lnTo>
                    <a:pt x="18273" y="238705"/>
                  </a:lnTo>
                  <a:lnTo>
                    <a:pt x="19118" y="233155"/>
                  </a:lnTo>
                  <a:lnTo>
                    <a:pt x="19963" y="273134"/>
                  </a:lnTo>
                  <a:lnTo>
                    <a:pt x="20808" y="361432"/>
                  </a:lnTo>
                  <a:lnTo>
                    <a:pt x="21653" y="459497"/>
                  </a:lnTo>
                  <a:lnTo>
                    <a:pt x="22498" y="471259"/>
                  </a:lnTo>
                  <a:lnTo>
                    <a:pt x="23343" y="481034"/>
                  </a:lnTo>
                  <a:lnTo>
                    <a:pt x="24188" y="510307"/>
                  </a:lnTo>
                  <a:lnTo>
                    <a:pt x="25033" y="473361"/>
                  </a:lnTo>
                  <a:lnTo>
                    <a:pt x="25879" y="482851"/>
                  </a:lnTo>
                  <a:lnTo>
                    <a:pt x="26724" y="546574"/>
                  </a:lnTo>
                  <a:lnTo>
                    <a:pt x="27569" y="565704"/>
                  </a:lnTo>
                  <a:lnTo>
                    <a:pt x="28414" y="581059"/>
                  </a:lnTo>
                  <a:lnTo>
                    <a:pt x="28684" y="73341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l900"/>
            <p:cNvSpPr/>
            <p:nvPr/>
          </p:nvSpPr>
          <p:spPr>
            <a:xfrm>
              <a:off x="8231769" y="4123493"/>
              <a:ext cx="1343" cy="152669"/>
            </a:xfrm>
            <a:custGeom>
              <a:avLst/>
              <a:pathLst>
                <a:path w="1343" h="152669">
                  <a:moveTo>
                    <a:pt x="0" y="152669"/>
                  </a:moveTo>
                  <a:lnTo>
                    <a:pt x="227" y="33283"/>
                  </a:lnTo>
                  <a:lnTo>
                    <a:pt x="1072" y="0"/>
                  </a:lnTo>
                  <a:lnTo>
                    <a:pt x="1343" y="15266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l901"/>
            <p:cNvSpPr/>
            <p:nvPr/>
          </p:nvSpPr>
          <p:spPr>
            <a:xfrm>
              <a:off x="8235128" y="3748196"/>
              <a:ext cx="26084" cy="527966"/>
            </a:xfrm>
            <a:custGeom>
              <a:avLst/>
              <a:pathLst>
                <a:path w="26084" h="527966">
                  <a:moveTo>
                    <a:pt x="0" y="527966"/>
                  </a:moveTo>
                  <a:lnTo>
                    <a:pt x="248" y="392972"/>
                  </a:lnTo>
                  <a:lnTo>
                    <a:pt x="1093" y="368669"/>
                  </a:lnTo>
                  <a:lnTo>
                    <a:pt x="1938" y="279815"/>
                  </a:lnTo>
                  <a:lnTo>
                    <a:pt x="2784" y="310680"/>
                  </a:lnTo>
                  <a:lnTo>
                    <a:pt x="3629" y="287327"/>
                  </a:lnTo>
                  <a:lnTo>
                    <a:pt x="4474" y="211147"/>
                  </a:lnTo>
                  <a:lnTo>
                    <a:pt x="5319" y="155611"/>
                  </a:lnTo>
                  <a:lnTo>
                    <a:pt x="6164" y="116603"/>
                  </a:lnTo>
                  <a:lnTo>
                    <a:pt x="7009" y="192803"/>
                  </a:lnTo>
                  <a:lnTo>
                    <a:pt x="7854" y="199914"/>
                  </a:lnTo>
                  <a:lnTo>
                    <a:pt x="8699" y="267975"/>
                  </a:lnTo>
                  <a:lnTo>
                    <a:pt x="9544" y="241673"/>
                  </a:lnTo>
                  <a:lnTo>
                    <a:pt x="10389" y="226194"/>
                  </a:lnTo>
                  <a:lnTo>
                    <a:pt x="11234" y="212072"/>
                  </a:lnTo>
                  <a:lnTo>
                    <a:pt x="12080" y="181799"/>
                  </a:lnTo>
                  <a:lnTo>
                    <a:pt x="12925" y="116757"/>
                  </a:lnTo>
                  <a:lnTo>
                    <a:pt x="13770" y="0"/>
                  </a:lnTo>
                  <a:lnTo>
                    <a:pt x="14615" y="20699"/>
                  </a:lnTo>
                  <a:lnTo>
                    <a:pt x="15460" y="61210"/>
                  </a:lnTo>
                  <a:lnTo>
                    <a:pt x="16305" y="13000"/>
                  </a:lnTo>
                  <a:lnTo>
                    <a:pt x="17150" y="87644"/>
                  </a:lnTo>
                  <a:lnTo>
                    <a:pt x="17995" y="93367"/>
                  </a:lnTo>
                  <a:lnTo>
                    <a:pt x="18840" y="45047"/>
                  </a:lnTo>
                  <a:lnTo>
                    <a:pt x="19685" y="38688"/>
                  </a:lnTo>
                  <a:lnTo>
                    <a:pt x="20530" y="53729"/>
                  </a:lnTo>
                  <a:lnTo>
                    <a:pt x="21376" y="121540"/>
                  </a:lnTo>
                  <a:lnTo>
                    <a:pt x="22221" y="100462"/>
                  </a:lnTo>
                  <a:lnTo>
                    <a:pt x="23066" y="62252"/>
                  </a:lnTo>
                  <a:lnTo>
                    <a:pt x="23911" y="24408"/>
                  </a:lnTo>
                  <a:lnTo>
                    <a:pt x="24756" y="18685"/>
                  </a:lnTo>
                  <a:lnTo>
                    <a:pt x="25601" y="96604"/>
                  </a:lnTo>
                  <a:lnTo>
                    <a:pt x="26084" y="5279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l902"/>
            <p:cNvSpPr/>
            <p:nvPr/>
          </p:nvSpPr>
          <p:spPr>
            <a:xfrm>
              <a:off x="8261952" y="3786959"/>
              <a:ext cx="20384" cy="489203"/>
            </a:xfrm>
            <a:custGeom>
              <a:avLst/>
              <a:pathLst>
                <a:path w="20384" h="489203">
                  <a:moveTo>
                    <a:pt x="0" y="489203"/>
                  </a:moveTo>
                  <a:lnTo>
                    <a:pt x="468" y="87014"/>
                  </a:lnTo>
                  <a:lnTo>
                    <a:pt x="1313" y="120895"/>
                  </a:lnTo>
                  <a:lnTo>
                    <a:pt x="2158" y="60375"/>
                  </a:lnTo>
                  <a:lnTo>
                    <a:pt x="3003" y="79997"/>
                  </a:lnTo>
                  <a:lnTo>
                    <a:pt x="3848" y="87640"/>
                  </a:lnTo>
                  <a:lnTo>
                    <a:pt x="4693" y="0"/>
                  </a:lnTo>
                  <a:lnTo>
                    <a:pt x="5538" y="66854"/>
                  </a:lnTo>
                  <a:lnTo>
                    <a:pt x="6383" y="112486"/>
                  </a:lnTo>
                  <a:lnTo>
                    <a:pt x="7229" y="190786"/>
                  </a:lnTo>
                  <a:lnTo>
                    <a:pt x="8074" y="251515"/>
                  </a:lnTo>
                  <a:lnTo>
                    <a:pt x="8919" y="207444"/>
                  </a:lnTo>
                  <a:lnTo>
                    <a:pt x="9764" y="273970"/>
                  </a:lnTo>
                  <a:lnTo>
                    <a:pt x="10609" y="253263"/>
                  </a:lnTo>
                  <a:lnTo>
                    <a:pt x="11454" y="218871"/>
                  </a:lnTo>
                  <a:lnTo>
                    <a:pt x="12299" y="199293"/>
                  </a:lnTo>
                  <a:lnTo>
                    <a:pt x="13144" y="147103"/>
                  </a:lnTo>
                  <a:lnTo>
                    <a:pt x="13989" y="126471"/>
                  </a:lnTo>
                  <a:lnTo>
                    <a:pt x="14834" y="117202"/>
                  </a:lnTo>
                  <a:lnTo>
                    <a:pt x="15679" y="113490"/>
                  </a:lnTo>
                  <a:lnTo>
                    <a:pt x="16525" y="102435"/>
                  </a:lnTo>
                  <a:lnTo>
                    <a:pt x="17370" y="30083"/>
                  </a:lnTo>
                  <a:lnTo>
                    <a:pt x="18215" y="67233"/>
                  </a:lnTo>
                  <a:lnTo>
                    <a:pt x="19060" y="61857"/>
                  </a:lnTo>
                  <a:lnTo>
                    <a:pt x="19905" y="66013"/>
                  </a:lnTo>
                  <a:lnTo>
                    <a:pt x="20384" y="4892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l903"/>
            <p:cNvSpPr/>
            <p:nvPr/>
          </p:nvSpPr>
          <p:spPr>
            <a:xfrm>
              <a:off x="8283061" y="3838370"/>
              <a:ext cx="4281" cy="437792"/>
            </a:xfrm>
            <a:custGeom>
              <a:avLst/>
              <a:pathLst>
                <a:path w="4281" h="437792">
                  <a:moveTo>
                    <a:pt x="0" y="437792"/>
                  </a:moveTo>
                  <a:lnTo>
                    <a:pt x="485" y="0"/>
                  </a:lnTo>
                  <a:lnTo>
                    <a:pt x="1330" y="32415"/>
                  </a:lnTo>
                  <a:lnTo>
                    <a:pt x="2176" y="119514"/>
                  </a:lnTo>
                  <a:lnTo>
                    <a:pt x="3021" y="146235"/>
                  </a:lnTo>
                  <a:lnTo>
                    <a:pt x="3866" y="124992"/>
                  </a:lnTo>
                  <a:lnTo>
                    <a:pt x="4281" y="43779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l904"/>
            <p:cNvSpPr/>
            <p:nvPr/>
          </p:nvSpPr>
          <p:spPr>
            <a:xfrm>
              <a:off x="8290806" y="4033404"/>
              <a:ext cx="1554" cy="242758"/>
            </a:xfrm>
            <a:custGeom>
              <a:avLst/>
              <a:pathLst>
                <a:path w="1554" h="242758">
                  <a:moveTo>
                    <a:pt x="0" y="242758"/>
                  </a:moveTo>
                  <a:lnTo>
                    <a:pt x="347" y="17179"/>
                  </a:lnTo>
                  <a:lnTo>
                    <a:pt x="1192" y="0"/>
                  </a:lnTo>
                  <a:lnTo>
                    <a:pt x="1554" y="2427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l905"/>
            <p:cNvSpPr/>
            <p:nvPr/>
          </p:nvSpPr>
          <p:spPr>
            <a:xfrm>
              <a:off x="8293264" y="3921584"/>
              <a:ext cx="1711" cy="354578"/>
            </a:xfrm>
            <a:custGeom>
              <a:avLst/>
              <a:pathLst>
                <a:path w="1711" h="354578">
                  <a:moveTo>
                    <a:pt x="0" y="354578"/>
                  </a:moveTo>
                  <a:lnTo>
                    <a:pt x="424" y="28526"/>
                  </a:lnTo>
                  <a:lnTo>
                    <a:pt x="1269" y="0"/>
                  </a:lnTo>
                  <a:lnTo>
                    <a:pt x="1711" y="35457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l906"/>
            <p:cNvSpPr/>
            <p:nvPr/>
          </p:nvSpPr>
          <p:spPr>
            <a:xfrm>
              <a:off x="8295814" y="3852656"/>
              <a:ext cx="7548" cy="423506"/>
            </a:xfrm>
            <a:custGeom>
              <a:avLst/>
              <a:pathLst>
                <a:path w="7548" h="423506">
                  <a:moveTo>
                    <a:pt x="0" y="423506"/>
                  </a:moveTo>
                  <a:lnTo>
                    <a:pt x="409" y="119511"/>
                  </a:lnTo>
                  <a:lnTo>
                    <a:pt x="1254" y="127966"/>
                  </a:lnTo>
                  <a:lnTo>
                    <a:pt x="2099" y="130046"/>
                  </a:lnTo>
                  <a:lnTo>
                    <a:pt x="2944" y="30012"/>
                  </a:lnTo>
                  <a:lnTo>
                    <a:pt x="3789" y="0"/>
                  </a:lnTo>
                  <a:lnTo>
                    <a:pt x="4634" y="33703"/>
                  </a:lnTo>
                  <a:lnTo>
                    <a:pt x="5479" y="52133"/>
                  </a:lnTo>
                  <a:lnTo>
                    <a:pt x="6324" y="121081"/>
                  </a:lnTo>
                  <a:lnTo>
                    <a:pt x="7170" y="161532"/>
                  </a:lnTo>
                  <a:lnTo>
                    <a:pt x="7548" y="4235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l907"/>
            <p:cNvSpPr/>
            <p:nvPr/>
          </p:nvSpPr>
          <p:spPr>
            <a:xfrm>
              <a:off x="8304341" y="4065679"/>
              <a:ext cx="2301" cy="210483"/>
            </a:xfrm>
            <a:custGeom>
              <a:avLst/>
              <a:pathLst>
                <a:path w="2301" h="210483">
                  <a:moveTo>
                    <a:pt x="0" y="210483"/>
                  </a:moveTo>
                  <a:lnTo>
                    <a:pt x="333" y="0"/>
                  </a:lnTo>
                  <a:lnTo>
                    <a:pt x="1178" y="48706"/>
                  </a:lnTo>
                  <a:lnTo>
                    <a:pt x="2023" y="51442"/>
                  </a:lnTo>
                  <a:lnTo>
                    <a:pt x="2301" y="21048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l908"/>
            <p:cNvSpPr/>
            <p:nvPr/>
          </p:nvSpPr>
          <p:spPr>
            <a:xfrm>
              <a:off x="8307772" y="4113296"/>
              <a:ext cx="565" cy="162866"/>
            </a:xfrm>
            <a:custGeom>
              <a:avLst/>
              <a:pathLst>
                <a:path w="565" h="162866">
                  <a:moveTo>
                    <a:pt x="0" y="162866"/>
                  </a:moveTo>
                  <a:lnTo>
                    <a:pt x="282" y="0"/>
                  </a:lnTo>
                  <a:lnTo>
                    <a:pt x="565" y="1628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l909"/>
            <p:cNvSpPr/>
            <p:nvPr/>
          </p:nvSpPr>
          <p:spPr>
            <a:xfrm>
              <a:off x="8310282" y="3687076"/>
              <a:ext cx="20120" cy="589086"/>
            </a:xfrm>
            <a:custGeom>
              <a:avLst/>
              <a:pathLst>
                <a:path w="20120" h="589086">
                  <a:moveTo>
                    <a:pt x="0" y="589086"/>
                  </a:moveTo>
                  <a:lnTo>
                    <a:pt x="307" y="403753"/>
                  </a:lnTo>
                  <a:lnTo>
                    <a:pt x="1152" y="396124"/>
                  </a:lnTo>
                  <a:lnTo>
                    <a:pt x="1997" y="387113"/>
                  </a:lnTo>
                  <a:lnTo>
                    <a:pt x="2843" y="352660"/>
                  </a:lnTo>
                  <a:lnTo>
                    <a:pt x="3688" y="286203"/>
                  </a:lnTo>
                  <a:lnTo>
                    <a:pt x="4533" y="333665"/>
                  </a:lnTo>
                  <a:lnTo>
                    <a:pt x="5378" y="372691"/>
                  </a:lnTo>
                  <a:lnTo>
                    <a:pt x="6223" y="382811"/>
                  </a:lnTo>
                  <a:lnTo>
                    <a:pt x="7068" y="357257"/>
                  </a:lnTo>
                  <a:lnTo>
                    <a:pt x="7913" y="386497"/>
                  </a:lnTo>
                  <a:lnTo>
                    <a:pt x="8758" y="359724"/>
                  </a:lnTo>
                  <a:lnTo>
                    <a:pt x="9603" y="352783"/>
                  </a:lnTo>
                  <a:lnTo>
                    <a:pt x="10448" y="280152"/>
                  </a:lnTo>
                  <a:lnTo>
                    <a:pt x="11293" y="159336"/>
                  </a:lnTo>
                  <a:lnTo>
                    <a:pt x="12139" y="113520"/>
                  </a:lnTo>
                  <a:lnTo>
                    <a:pt x="12984" y="40089"/>
                  </a:lnTo>
                  <a:lnTo>
                    <a:pt x="13829" y="44520"/>
                  </a:lnTo>
                  <a:lnTo>
                    <a:pt x="14674" y="0"/>
                  </a:lnTo>
                  <a:lnTo>
                    <a:pt x="15519" y="19261"/>
                  </a:lnTo>
                  <a:lnTo>
                    <a:pt x="16364" y="25279"/>
                  </a:lnTo>
                  <a:lnTo>
                    <a:pt x="17209" y="28681"/>
                  </a:lnTo>
                  <a:lnTo>
                    <a:pt x="18054" y="144882"/>
                  </a:lnTo>
                  <a:lnTo>
                    <a:pt x="18899" y="257189"/>
                  </a:lnTo>
                  <a:lnTo>
                    <a:pt x="19744" y="330260"/>
                  </a:lnTo>
                  <a:lnTo>
                    <a:pt x="20120" y="5890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l910"/>
            <p:cNvSpPr/>
            <p:nvPr/>
          </p:nvSpPr>
          <p:spPr>
            <a:xfrm>
              <a:off x="8331388" y="4068946"/>
              <a:ext cx="11601" cy="207216"/>
            </a:xfrm>
            <a:custGeom>
              <a:avLst/>
              <a:pathLst>
                <a:path w="11601" h="207216">
                  <a:moveTo>
                    <a:pt x="0" y="207216"/>
                  </a:moveTo>
                  <a:lnTo>
                    <a:pt x="329" y="0"/>
                  </a:lnTo>
                  <a:lnTo>
                    <a:pt x="1174" y="54762"/>
                  </a:lnTo>
                  <a:lnTo>
                    <a:pt x="2020" y="79090"/>
                  </a:lnTo>
                  <a:lnTo>
                    <a:pt x="2865" y="99841"/>
                  </a:lnTo>
                  <a:lnTo>
                    <a:pt x="3710" y="100307"/>
                  </a:lnTo>
                  <a:lnTo>
                    <a:pt x="4555" y="121505"/>
                  </a:lnTo>
                  <a:lnTo>
                    <a:pt x="5400" y="110065"/>
                  </a:lnTo>
                  <a:lnTo>
                    <a:pt x="6245" y="106271"/>
                  </a:lnTo>
                  <a:lnTo>
                    <a:pt x="7090" y="91051"/>
                  </a:lnTo>
                  <a:lnTo>
                    <a:pt x="7935" y="64841"/>
                  </a:lnTo>
                  <a:lnTo>
                    <a:pt x="8780" y="82613"/>
                  </a:lnTo>
                  <a:lnTo>
                    <a:pt x="9625" y="70616"/>
                  </a:lnTo>
                  <a:lnTo>
                    <a:pt x="10470" y="52499"/>
                  </a:lnTo>
                  <a:lnTo>
                    <a:pt x="11316" y="42519"/>
                  </a:lnTo>
                  <a:lnTo>
                    <a:pt x="11601" y="20721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l911"/>
            <p:cNvSpPr/>
            <p:nvPr/>
          </p:nvSpPr>
          <p:spPr>
            <a:xfrm>
              <a:off x="8344017" y="3910214"/>
              <a:ext cx="25286" cy="365948"/>
            </a:xfrm>
            <a:custGeom>
              <a:avLst/>
              <a:pathLst>
                <a:path w="25286" h="365948">
                  <a:moveTo>
                    <a:pt x="0" y="365948"/>
                  </a:moveTo>
                  <a:lnTo>
                    <a:pt x="376" y="105494"/>
                  </a:lnTo>
                  <a:lnTo>
                    <a:pt x="1221" y="132366"/>
                  </a:lnTo>
                  <a:lnTo>
                    <a:pt x="2067" y="194853"/>
                  </a:lnTo>
                  <a:lnTo>
                    <a:pt x="2912" y="214325"/>
                  </a:lnTo>
                  <a:lnTo>
                    <a:pt x="3757" y="210787"/>
                  </a:lnTo>
                  <a:lnTo>
                    <a:pt x="4602" y="181447"/>
                  </a:lnTo>
                  <a:lnTo>
                    <a:pt x="5447" y="220945"/>
                  </a:lnTo>
                  <a:lnTo>
                    <a:pt x="6292" y="188385"/>
                  </a:lnTo>
                  <a:lnTo>
                    <a:pt x="7137" y="180269"/>
                  </a:lnTo>
                  <a:lnTo>
                    <a:pt x="7982" y="129304"/>
                  </a:lnTo>
                  <a:lnTo>
                    <a:pt x="8827" y="0"/>
                  </a:lnTo>
                  <a:lnTo>
                    <a:pt x="9672" y="77722"/>
                  </a:lnTo>
                  <a:lnTo>
                    <a:pt x="10517" y="80015"/>
                  </a:lnTo>
                  <a:lnTo>
                    <a:pt x="11363" y="122720"/>
                  </a:lnTo>
                  <a:lnTo>
                    <a:pt x="12208" y="129797"/>
                  </a:lnTo>
                  <a:lnTo>
                    <a:pt x="13053" y="128386"/>
                  </a:lnTo>
                  <a:lnTo>
                    <a:pt x="13898" y="156077"/>
                  </a:lnTo>
                  <a:lnTo>
                    <a:pt x="14743" y="128527"/>
                  </a:lnTo>
                  <a:lnTo>
                    <a:pt x="15588" y="154190"/>
                  </a:lnTo>
                  <a:lnTo>
                    <a:pt x="16433" y="74374"/>
                  </a:lnTo>
                  <a:lnTo>
                    <a:pt x="17278" y="71699"/>
                  </a:lnTo>
                  <a:lnTo>
                    <a:pt x="18123" y="132175"/>
                  </a:lnTo>
                  <a:lnTo>
                    <a:pt x="18968" y="129393"/>
                  </a:lnTo>
                  <a:lnTo>
                    <a:pt x="19813" y="138954"/>
                  </a:lnTo>
                  <a:lnTo>
                    <a:pt x="20659" y="59242"/>
                  </a:lnTo>
                  <a:lnTo>
                    <a:pt x="21504" y="45802"/>
                  </a:lnTo>
                  <a:lnTo>
                    <a:pt x="22349" y="13292"/>
                  </a:lnTo>
                  <a:lnTo>
                    <a:pt x="23194" y="54513"/>
                  </a:lnTo>
                  <a:lnTo>
                    <a:pt x="24039" y="109003"/>
                  </a:lnTo>
                  <a:lnTo>
                    <a:pt x="24884" y="73041"/>
                  </a:lnTo>
                  <a:lnTo>
                    <a:pt x="25286" y="36594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l912"/>
            <p:cNvSpPr/>
            <p:nvPr/>
          </p:nvSpPr>
          <p:spPr>
            <a:xfrm>
              <a:off x="8370159" y="3936050"/>
              <a:ext cx="866" cy="340112"/>
            </a:xfrm>
            <a:custGeom>
              <a:avLst/>
              <a:pathLst>
                <a:path w="866" h="340112">
                  <a:moveTo>
                    <a:pt x="0" y="340112"/>
                  </a:moveTo>
                  <a:lnTo>
                    <a:pt x="433" y="0"/>
                  </a:lnTo>
                  <a:lnTo>
                    <a:pt x="866" y="34011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l913"/>
            <p:cNvSpPr/>
            <p:nvPr/>
          </p:nvSpPr>
          <p:spPr>
            <a:xfrm>
              <a:off x="8371883" y="3986259"/>
              <a:ext cx="1586" cy="289903"/>
            </a:xfrm>
            <a:custGeom>
              <a:avLst/>
              <a:pathLst>
                <a:path w="1586" h="289903">
                  <a:moveTo>
                    <a:pt x="0" y="289903"/>
                  </a:moveTo>
                  <a:lnTo>
                    <a:pt x="399" y="0"/>
                  </a:lnTo>
                  <a:lnTo>
                    <a:pt x="1244" y="70244"/>
                  </a:lnTo>
                  <a:lnTo>
                    <a:pt x="1586" y="2899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l914"/>
            <p:cNvSpPr/>
            <p:nvPr/>
          </p:nvSpPr>
          <p:spPr>
            <a:xfrm>
              <a:off x="8374484" y="3979321"/>
              <a:ext cx="16730" cy="296841"/>
            </a:xfrm>
            <a:custGeom>
              <a:avLst/>
              <a:pathLst>
                <a:path w="16730" h="296841">
                  <a:moveTo>
                    <a:pt x="0" y="296841"/>
                  </a:moveTo>
                  <a:lnTo>
                    <a:pt x="333" y="86187"/>
                  </a:lnTo>
                  <a:lnTo>
                    <a:pt x="1178" y="110963"/>
                  </a:lnTo>
                  <a:lnTo>
                    <a:pt x="2023" y="128902"/>
                  </a:lnTo>
                  <a:lnTo>
                    <a:pt x="2868" y="165226"/>
                  </a:lnTo>
                  <a:lnTo>
                    <a:pt x="3713" y="99049"/>
                  </a:lnTo>
                  <a:lnTo>
                    <a:pt x="4558" y="92213"/>
                  </a:lnTo>
                  <a:lnTo>
                    <a:pt x="5403" y="36742"/>
                  </a:lnTo>
                  <a:lnTo>
                    <a:pt x="6248" y="0"/>
                  </a:lnTo>
                  <a:lnTo>
                    <a:pt x="7093" y="23194"/>
                  </a:lnTo>
                  <a:lnTo>
                    <a:pt x="7939" y="27478"/>
                  </a:lnTo>
                  <a:lnTo>
                    <a:pt x="8784" y="104981"/>
                  </a:lnTo>
                  <a:lnTo>
                    <a:pt x="9629" y="97581"/>
                  </a:lnTo>
                  <a:lnTo>
                    <a:pt x="10474" y="96124"/>
                  </a:lnTo>
                  <a:lnTo>
                    <a:pt x="11319" y="114565"/>
                  </a:lnTo>
                  <a:lnTo>
                    <a:pt x="12164" y="111527"/>
                  </a:lnTo>
                  <a:lnTo>
                    <a:pt x="13009" y="107229"/>
                  </a:lnTo>
                  <a:lnTo>
                    <a:pt x="13854" y="121286"/>
                  </a:lnTo>
                  <a:lnTo>
                    <a:pt x="14699" y="133596"/>
                  </a:lnTo>
                  <a:lnTo>
                    <a:pt x="15544" y="145997"/>
                  </a:lnTo>
                  <a:lnTo>
                    <a:pt x="16389" y="78577"/>
                  </a:lnTo>
                  <a:lnTo>
                    <a:pt x="16730" y="29684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l915"/>
            <p:cNvSpPr/>
            <p:nvPr/>
          </p:nvSpPr>
          <p:spPr>
            <a:xfrm>
              <a:off x="8393009" y="3933209"/>
              <a:ext cx="25241" cy="342953"/>
            </a:xfrm>
            <a:custGeom>
              <a:avLst/>
              <a:pathLst>
                <a:path w="25241" h="342953">
                  <a:moveTo>
                    <a:pt x="0" y="342953"/>
                  </a:moveTo>
                  <a:lnTo>
                    <a:pt x="400" y="51979"/>
                  </a:lnTo>
                  <a:lnTo>
                    <a:pt x="1245" y="39942"/>
                  </a:lnTo>
                  <a:lnTo>
                    <a:pt x="2090" y="0"/>
                  </a:lnTo>
                  <a:lnTo>
                    <a:pt x="2935" y="40566"/>
                  </a:lnTo>
                  <a:lnTo>
                    <a:pt x="3780" y="51887"/>
                  </a:lnTo>
                  <a:lnTo>
                    <a:pt x="4625" y="87390"/>
                  </a:lnTo>
                  <a:lnTo>
                    <a:pt x="5470" y="111268"/>
                  </a:lnTo>
                  <a:lnTo>
                    <a:pt x="6315" y="150583"/>
                  </a:lnTo>
                  <a:lnTo>
                    <a:pt x="7160" y="192102"/>
                  </a:lnTo>
                  <a:lnTo>
                    <a:pt x="8005" y="190300"/>
                  </a:lnTo>
                  <a:lnTo>
                    <a:pt x="8851" y="191398"/>
                  </a:lnTo>
                  <a:lnTo>
                    <a:pt x="9696" y="139392"/>
                  </a:lnTo>
                  <a:lnTo>
                    <a:pt x="10541" y="127868"/>
                  </a:lnTo>
                  <a:lnTo>
                    <a:pt x="11386" y="85367"/>
                  </a:lnTo>
                  <a:lnTo>
                    <a:pt x="12231" y="51265"/>
                  </a:lnTo>
                  <a:lnTo>
                    <a:pt x="13076" y="68025"/>
                  </a:lnTo>
                  <a:lnTo>
                    <a:pt x="13921" y="75135"/>
                  </a:lnTo>
                  <a:lnTo>
                    <a:pt x="14766" y="172778"/>
                  </a:lnTo>
                  <a:lnTo>
                    <a:pt x="15611" y="159497"/>
                  </a:lnTo>
                  <a:lnTo>
                    <a:pt x="16456" y="163863"/>
                  </a:lnTo>
                  <a:lnTo>
                    <a:pt x="17301" y="162301"/>
                  </a:lnTo>
                  <a:lnTo>
                    <a:pt x="18147" y="164271"/>
                  </a:lnTo>
                  <a:lnTo>
                    <a:pt x="18992" y="158690"/>
                  </a:lnTo>
                  <a:lnTo>
                    <a:pt x="19837" y="165069"/>
                  </a:lnTo>
                  <a:lnTo>
                    <a:pt x="20682" y="173212"/>
                  </a:lnTo>
                  <a:lnTo>
                    <a:pt x="21527" y="214680"/>
                  </a:lnTo>
                  <a:lnTo>
                    <a:pt x="22372" y="189297"/>
                  </a:lnTo>
                  <a:lnTo>
                    <a:pt x="23217" y="145749"/>
                  </a:lnTo>
                  <a:lnTo>
                    <a:pt x="24062" y="160989"/>
                  </a:lnTo>
                  <a:lnTo>
                    <a:pt x="24907" y="131382"/>
                  </a:lnTo>
                  <a:lnTo>
                    <a:pt x="25241" y="3429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l916"/>
            <p:cNvSpPr/>
            <p:nvPr/>
          </p:nvSpPr>
          <p:spPr>
            <a:xfrm>
              <a:off x="8420130" y="4076874"/>
              <a:ext cx="2325" cy="199288"/>
            </a:xfrm>
            <a:custGeom>
              <a:avLst/>
              <a:pathLst>
                <a:path w="2325" h="199288">
                  <a:moveTo>
                    <a:pt x="0" y="199288"/>
                  </a:moveTo>
                  <a:lnTo>
                    <a:pt x="322" y="0"/>
                  </a:lnTo>
                  <a:lnTo>
                    <a:pt x="1167" y="11318"/>
                  </a:lnTo>
                  <a:lnTo>
                    <a:pt x="2012" y="9026"/>
                  </a:lnTo>
                  <a:lnTo>
                    <a:pt x="2325" y="1992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l917"/>
            <p:cNvSpPr/>
            <p:nvPr/>
          </p:nvSpPr>
          <p:spPr>
            <a:xfrm>
              <a:off x="8423497" y="3847611"/>
              <a:ext cx="10826" cy="428551"/>
            </a:xfrm>
            <a:custGeom>
              <a:avLst/>
              <a:pathLst>
                <a:path w="10826" h="428551">
                  <a:moveTo>
                    <a:pt x="0" y="428551"/>
                  </a:moveTo>
                  <a:lnTo>
                    <a:pt x="335" y="215620"/>
                  </a:lnTo>
                  <a:lnTo>
                    <a:pt x="1180" y="177670"/>
                  </a:lnTo>
                  <a:lnTo>
                    <a:pt x="2025" y="153711"/>
                  </a:lnTo>
                  <a:lnTo>
                    <a:pt x="2870" y="83951"/>
                  </a:lnTo>
                  <a:lnTo>
                    <a:pt x="3715" y="76898"/>
                  </a:lnTo>
                  <a:lnTo>
                    <a:pt x="4560" y="51372"/>
                  </a:lnTo>
                  <a:lnTo>
                    <a:pt x="5405" y="50013"/>
                  </a:lnTo>
                  <a:lnTo>
                    <a:pt x="6251" y="61308"/>
                  </a:lnTo>
                  <a:lnTo>
                    <a:pt x="7096" y="0"/>
                  </a:lnTo>
                  <a:lnTo>
                    <a:pt x="7941" y="83253"/>
                  </a:lnTo>
                  <a:lnTo>
                    <a:pt x="8786" y="151643"/>
                  </a:lnTo>
                  <a:lnTo>
                    <a:pt x="9631" y="171017"/>
                  </a:lnTo>
                  <a:lnTo>
                    <a:pt x="10476" y="199552"/>
                  </a:lnTo>
                  <a:lnTo>
                    <a:pt x="10826" y="42855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l918"/>
            <p:cNvSpPr/>
            <p:nvPr/>
          </p:nvSpPr>
          <p:spPr>
            <a:xfrm>
              <a:off x="8435329" y="4002592"/>
              <a:ext cx="9138" cy="273570"/>
            </a:xfrm>
            <a:custGeom>
              <a:avLst/>
              <a:pathLst>
                <a:path w="9138" h="273570">
                  <a:moveTo>
                    <a:pt x="0" y="273570"/>
                  </a:moveTo>
                  <a:lnTo>
                    <a:pt x="334" y="61217"/>
                  </a:lnTo>
                  <a:lnTo>
                    <a:pt x="1179" y="75285"/>
                  </a:lnTo>
                  <a:lnTo>
                    <a:pt x="2025" y="87132"/>
                  </a:lnTo>
                  <a:lnTo>
                    <a:pt x="2870" y="86947"/>
                  </a:lnTo>
                  <a:lnTo>
                    <a:pt x="3715" y="87944"/>
                  </a:lnTo>
                  <a:lnTo>
                    <a:pt x="4560" y="72285"/>
                  </a:lnTo>
                  <a:lnTo>
                    <a:pt x="5405" y="58386"/>
                  </a:lnTo>
                  <a:lnTo>
                    <a:pt x="6250" y="27034"/>
                  </a:lnTo>
                  <a:lnTo>
                    <a:pt x="7095" y="11629"/>
                  </a:lnTo>
                  <a:lnTo>
                    <a:pt x="7940" y="0"/>
                  </a:lnTo>
                  <a:lnTo>
                    <a:pt x="8785" y="41529"/>
                  </a:lnTo>
                  <a:lnTo>
                    <a:pt x="9138" y="27357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l919"/>
            <p:cNvSpPr/>
            <p:nvPr/>
          </p:nvSpPr>
          <p:spPr>
            <a:xfrm>
              <a:off x="8447079" y="3787286"/>
              <a:ext cx="30502" cy="488876"/>
            </a:xfrm>
            <a:custGeom>
              <a:avLst/>
              <a:pathLst>
                <a:path w="30502" h="488876">
                  <a:moveTo>
                    <a:pt x="0" y="488876"/>
                  </a:moveTo>
                  <a:lnTo>
                    <a:pt x="415" y="175703"/>
                  </a:lnTo>
                  <a:lnTo>
                    <a:pt x="1260" y="140984"/>
                  </a:lnTo>
                  <a:lnTo>
                    <a:pt x="2105" y="165466"/>
                  </a:lnTo>
                  <a:lnTo>
                    <a:pt x="2950" y="191893"/>
                  </a:lnTo>
                  <a:lnTo>
                    <a:pt x="3795" y="220450"/>
                  </a:lnTo>
                  <a:lnTo>
                    <a:pt x="4641" y="191886"/>
                  </a:lnTo>
                  <a:lnTo>
                    <a:pt x="5486" y="128662"/>
                  </a:lnTo>
                  <a:lnTo>
                    <a:pt x="6331" y="120545"/>
                  </a:lnTo>
                  <a:lnTo>
                    <a:pt x="7176" y="123978"/>
                  </a:lnTo>
                  <a:lnTo>
                    <a:pt x="8021" y="81970"/>
                  </a:lnTo>
                  <a:lnTo>
                    <a:pt x="8866" y="33877"/>
                  </a:lnTo>
                  <a:lnTo>
                    <a:pt x="9711" y="57650"/>
                  </a:lnTo>
                  <a:lnTo>
                    <a:pt x="10556" y="88023"/>
                  </a:lnTo>
                  <a:lnTo>
                    <a:pt x="11401" y="89450"/>
                  </a:lnTo>
                  <a:lnTo>
                    <a:pt x="12246" y="136312"/>
                  </a:lnTo>
                  <a:lnTo>
                    <a:pt x="13091" y="155606"/>
                  </a:lnTo>
                  <a:lnTo>
                    <a:pt x="13937" y="213396"/>
                  </a:lnTo>
                  <a:lnTo>
                    <a:pt x="14782" y="180490"/>
                  </a:lnTo>
                  <a:lnTo>
                    <a:pt x="15627" y="97366"/>
                  </a:lnTo>
                  <a:lnTo>
                    <a:pt x="16472" y="128630"/>
                  </a:lnTo>
                  <a:lnTo>
                    <a:pt x="17317" y="146284"/>
                  </a:lnTo>
                  <a:lnTo>
                    <a:pt x="18162" y="129962"/>
                  </a:lnTo>
                  <a:lnTo>
                    <a:pt x="19007" y="69841"/>
                  </a:lnTo>
                  <a:lnTo>
                    <a:pt x="19852" y="74143"/>
                  </a:lnTo>
                  <a:lnTo>
                    <a:pt x="20697" y="98181"/>
                  </a:lnTo>
                  <a:lnTo>
                    <a:pt x="21542" y="180701"/>
                  </a:lnTo>
                  <a:lnTo>
                    <a:pt x="22388" y="206113"/>
                  </a:lnTo>
                  <a:lnTo>
                    <a:pt x="23233" y="208375"/>
                  </a:lnTo>
                  <a:lnTo>
                    <a:pt x="24078" y="173069"/>
                  </a:lnTo>
                  <a:lnTo>
                    <a:pt x="24923" y="123672"/>
                  </a:lnTo>
                  <a:lnTo>
                    <a:pt x="25768" y="107642"/>
                  </a:lnTo>
                  <a:lnTo>
                    <a:pt x="26613" y="18271"/>
                  </a:lnTo>
                  <a:lnTo>
                    <a:pt x="27458" y="54823"/>
                  </a:lnTo>
                  <a:lnTo>
                    <a:pt x="28303" y="6573"/>
                  </a:lnTo>
                  <a:lnTo>
                    <a:pt x="29148" y="45438"/>
                  </a:lnTo>
                  <a:lnTo>
                    <a:pt x="29993" y="0"/>
                  </a:lnTo>
                  <a:lnTo>
                    <a:pt x="30502" y="4888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l920"/>
            <p:cNvSpPr/>
            <p:nvPr/>
          </p:nvSpPr>
          <p:spPr>
            <a:xfrm>
              <a:off x="8478269" y="3751657"/>
              <a:ext cx="36271" cy="524505"/>
            </a:xfrm>
            <a:custGeom>
              <a:avLst/>
              <a:pathLst>
                <a:path w="36271" h="524505">
                  <a:moveTo>
                    <a:pt x="0" y="524505"/>
                  </a:moveTo>
                  <a:lnTo>
                    <a:pt x="494" y="66975"/>
                  </a:lnTo>
                  <a:lnTo>
                    <a:pt x="1340" y="149007"/>
                  </a:lnTo>
                  <a:lnTo>
                    <a:pt x="2185" y="137477"/>
                  </a:lnTo>
                  <a:lnTo>
                    <a:pt x="3030" y="124482"/>
                  </a:lnTo>
                  <a:lnTo>
                    <a:pt x="3875" y="30693"/>
                  </a:lnTo>
                  <a:lnTo>
                    <a:pt x="4720" y="52272"/>
                  </a:lnTo>
                  <a:lnTo>
                    <a:pt x="5565" y="14556"/>
                  </a:lnTo>
                  <a:lnTo>
                    <a:pt x="6410" y="30971"/>
                  </a:lnTo>
                  <a:lnTo>
                    <a:pt x="7255" y="0"/>
                  </a:lnTo>
                  <a:lnTo>
                    <a:pt x="8100" y="2147"/>
                  </a:lnTo>
                  <a:lnTo>
                    <a:pt x="8945" y="33957"/>
                  </a:lnTo>
                  <a:lnTo>
                    <a:pt x="9790" y="27314"/>
                  </a:lnTo>
                  <a:lnTo>
                    <a:pt x="10636" y="73136"/>
                  </a:lnTo>
                  <a:lnTo>
                    <a:pt x="11481" y="113238"/>
                  </a:lnTo>
                  <a:lnTo>
                    <a:pt x="12326" y="178332"/>
                  </a:lnTo>
                  <a:lnTo>
                    <a:pt x="13171" y="163358"/>
                  </a:lnTo>
                  <a:lnTo>
                    <a:pt x="14016" y="136497"/>
                  </a:lnTo>
                  <a:lnTo>
                    <a:pt x="14861" y="145663"/>
                  </a:lnTo>
                  <a:lnTo>
                    <a:pt x="15706" y="145673"/>
                  </a:lnTo>
                  <a:lnTo>
                    <a:pt x="16551" y="103161"/>
                  </a:lnTo>
                  <a:lnTo>
                    <a:pt x="17396" y="155487"/>
                  </a:lnTo>
                  <a:lnTo>
                    <a:pt x="18241" y="190335"/>
                  </a:lnTo>
                  <a:lnTo>
                    <a:pt x="19087" y="156328"/>
                  </a:lnTo>
                  <a:lnTo>
                    <a:pt x="19932" y="146188"/>
                  </a:lnTo>
                  <a:lnTo>
                    <a:pt x="20777" y="171628"/>
                  </a:lnTo>
                  <a:lnTo>
                    <a:pt x="21622" y="200668"/>
                  </a:lnTo>
                  <a:lnTo>
                    <a:pt x="22467" y="203969"/>
                  </a:lnTo>
                  <a:lnTo>
                    <a:pt x="23312" y="196653"/>
                  </a:lnTo>
                  <a:lnTo>
                    <a:pt x="24157" y="141843"/>
                  </a:lnTo>
                  <a:lnTo>
                    <a:pt x="25002" y="160735"/>
                  </a:lnTo>
                  <a:lnTo>
                    <a:pt x="25847" y="120223"/>
                  </a:lnTo>
                  <a:lnTo>
                    <a:pt x="26692" y="117665"/>
                  </a:lnTo>
                  <a:lnTo>
                    <a:pt x="27537" y="91844"/>
                  </a:lnTo>
                  <a:lnTo>
                    <a:pt x="28383" y="82079"/>
                  </a:lnTo>
                  <a:lnTo>
                    <a:pt x="29228" y="122353"/>
                  </a:lnTo>
                  <a:lnTo>
                    <a:pt x="30073" y="132220"/>
                  </a:lnTo>
                  <a:lnTo>
                    <a:pt x="30918" y="140105"/>
                  </a:lnTo>
                  <a:lnTo>
                    <a:pt x="31763" y="218234"/>
                  </a:lnTo>
                  <a:lnTo>
                    <a:pt x="32608" y="322841"/>
                  </a:lnTo>
                  <a:lnTo>
                    <a:pt x="33453" y="354438"/>
                  </a:lnTo>
                  <a:lnTo>
                    <a:pt x="34298" y="364709"/>
                  </a:lnTo>
                  <a:lnTo>
                    <a:pt x="35143" y="325762"/>
                  </a:lnTo>
                  <a:lnTo>
                    <a:pt x="35988" y="361700"/>
                  </a:lnTo>
                  <a:lnTo>
                    <a:pt x="36271" y="5245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l921"/>
            <p:cNvSpPr/>
            <p:nvPr/>
          </p:nvSpPr>
          <p:spPr>
            <a:xfrm>
              <a:off x="8516510" y="4113845"/>
              <a:ext cx="2196" cy="162317"/>
            </a:xfrm>
            <a:custGeom>
              <a:avLst/>
              <a:pathLst>
                <a:path w="2196" h="162317">
                  <a:moveTo>
                    <a:pt x="0" y="162317"/>
                  </a:moveTo>
                  <a:lnTo>
                    <a:pt x="282" y="0"/>
                  </a:lnTo>
                  <a:lnTo>
                    <a:pt x="1127" y="26040"/>
                  </a:lnTo>
                  <a:lnTo>
                    <a:pt x="1972" y="45318"/>
                  </a:lnTo>
                  <a:lnTo>
                    <a:pt x="2196" y="16231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l922"/>
            <p:cNvSpPr/>
            <p:nvPr/>
          </p:nvSpPr>
          <p:spPr>
            <a:xfrm>
              <a:off x="8520740" y="3883829"/>
              <a:ext cx="9189" cy="392333"/>
            </a:xfrm>
            <a:custGeom>
              <a:avLst/>
              <a:pathLst>
                <a:path w="9189" h="392333">
                  <a:moveTo>
                    <a:pt x="0" y="392333"/>
                  </a:moveTo>
                  <a:lnTo>
                    <a:pt x="277" y="233962"/>
                  </a:lnTo>
                  <a:lnTo>
                    <a:pt x="1122" y="218741"/>
                  </a:lnTo>
                  <a:lnTo>
                    <a:pt x="1967" y="201687"/>
                  </a:lnTo>
                  <a:lnTo>
                    <a:pt x="2812" y="177554"/>
                  </a:lnTo>
                  <a:lnTo>
                    <a:pt x="3658" y="187569"/>
                  </a:lnTo>
                  <a:lnTo>
                    <a:pt x="4503" y="186753"/>
                  </a:lnTo>
                  <a:lnTo>
                    <a:pt x="5348" y="134182"/>
                  </a:lnTo>
                  <a:lnTo>
                    <a:pt x="6193" y="41767"/>
                  </a:lnTo>
                  <a:lnTo>
                    <a:pt x="7038" y="18212"/>
                  </a:lnTo>
                  <a:lnTo>
                    <a:pt x="7883" y="0"/>
                  </a:lnTo>
                  <a:lnTo>
                    <a:pt x="8728" y="3577"/>
                  </a:lnTo>
                  <a:lnTo>
                    <a:pt x="9189" y="3923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l923"/>
            <p:cNvSpPr/>
            <p:nvPr/>
          </p:nvSpPr>
          <p:spPr>
            <a:xfrm>
              <a:off x="8531510" y="3775408"/>
              <a:ext cx="2684" cy="500754"/>
            </a:xfrm>
            <a:custGeom>
              <a:avLst/>
              <a:pathLst>
                <a:path w="2684" h="500754">
                  <a:moveTo>
                    <a:pt x="0" y="500754"/>
                  </a:moveTo>
                  <a:lnTo>
                    <a:pt x="494" y="44296"/>
                  </a:lnTo>
                  <a:lnTo>
                    <a:pt x="1339" y="0"/>
                  </a:lnTo>
                  <a:lnTo>
                    <a:pt x="2184" y="31168"/>
                  </a:lnTo>
                  <a:lnTo>
                    <a:pt x="2684" y="50075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l924"/>
            <p:cNvSpPr/>
            <p:nvPr/>
          </p:nvSpPr>
          <p:spPr>
            <a:xfrm>
              <a:off x="8535758" y="3866818"/>
              <a:ext cx="4293" cy="409344"/>
            </a:xfrm>
            <a:custGeom>
              <a:avLst/>
              <a:pathLst>
                <a:path w="4293" h="409344">
                  <a:moveTo>
                    <a:pt x="0" y="409344"/>
                  </a:moveTo>
                  <a:lnTo>
                    <a:pt x="471" y="0"/>
                  </a:lnTo>
                  <a:lnTo>
                    <a:pt x="1317" y="66082"/>
                  </a:lnTo>
                  <a:lnTo>
                    <a:pt x="2162" y="65978"/>
                  </a:lnTo>
                  <a:lnTo>
                    <a:pt x="3007" y="47329"/>
                  </a:lnTo>
                  <a:lnTo>
                    <a:pt x="3852" y="56529"/>
                  </a:lnTo>
                  <a:lnTo>
                    <a:pt x="4293" y="4093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l925"/>
            <p:cNvSpPr/>
            <p:nvPr/>
          </p:nvSpPr>
          <p:spPr>
            <a:xfrm>
              <a:off x="8540925" y="3967337"/>
              <a:ext cx="9936" cy="308825"/>
            </a:xfrm>
            <a:custGeom>
              <a:avLst/>
              <a:pathLst>
                <a:path w="9936" h="308825">
                  <a:moveTo>
                    <a:pt x="0" y="308825"/>
                  </a:moveTo>
                  <a:lnTo>
                    <a:pt x="375" y="50319"/>
                  </a:lnTo>
                  <a:lnTo>
                    <a:pt x="1220" y="64671"/>
                  </a:lnTo>
                  <a:lnTo>
                    <a:pt x="2065" y="73177"/>
                  </a:lnTo>
                  <a:lnTo>
                    <a:pt x="2910" y="85370"/>
                  </a:lnTo>
                  <a:lnTo>
                    <a:pt x="3755" y="0"/>
                  </a:lnTo>
                  <a:lnTo>
                    <a:pt x="4600" y="22155"/>
                  </a:lnTo>
                  <a:lnTo>
                    <a:pt x="5445" y="48046"/>
                  </a:lnTo>
                  <a:lnTo>
                    <a:pt x="6290" y="48843"/>
                  </a:lnTo>
                  <a:lnTo>
                    <a:pt x="7136" y="111753"/>
                  </a:lnTo>
                  <a:lnTo>
                    <a:pt x="7981" y="111344"/>
                  </a:lnTo>
                  <a:lnTo>
                    <a:pt x="8826" y="119273"/>
                  </a:lnTo>
                  <a:lnTo>
                    <a:pt x="9671" y="161157"/>
                  </a:lnTo>
                  <a:lnTo>
                    <a:pt x="9936" y="30882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l926"/>
            <p:cNvSpPr/>
            <p:nvPr/>
          </p:nvSpPr>
          <p:spPr>
            <a:xfrm>
              <a:off x="8552068" y="4099483"/>
              <a:ext cx="9774" cy="176679"/>
            </a:xfrm>
            <a:custGeom>
              <a:avLst/>
              <a:pathLst>
                <a:path w="9774" h="176679">
                  <a:moveTo>
                    <a:pt x="0" y="176679"/>
                  </a:moveTo>
                  <a:lnTo>
                    <a:pt x="218" y="64121"/>
                  </a:lnTo>
                  <a:lnTo>
                    <a:pt x="1063" y="87636"/>
                  </a:lnTo>
                  <a:lnTo>
                    <a:pt x="1908" y="69642"/>
                  </a:lnTo>
                  <a:lnTo>
                    <a:pt x="2753" y="72105"/>
                  </a:lnTo>
                  <a:lnTo>
                    <a:pt x="3598" y="77345"/>
                  </a:lnTo>
                  <a:lnTo>
                    <a:pt x="4443" y="80709"/>
                  </a:lnTo>
                  <a:lnTo>
                    <a:pt x="5288" y="101437"/>
                  </a:lnTo>
                  <a:lnTo>
                    <a:pt x="6133" y="55373"/>
                  </a:lnTo>
                  <a:lnTo>
                    <a:pt x="6978" y="46059"/>
                  </a:lnTo>
                  <a:lnTo>
                    <a:pt x="7823" y="24003"/>
                  </a:lnTo>
                  <a:lnTo>
                    <a:pt x="8668" y="0"/>
                  </a:lnTo>
                  <a:lnTo>
                    <a:pt x="9514" y="32544"/>
                  </a:lnTo>
                  <a:lnTo>
                    <a:pt x="9774" y="17667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l927"/>
            <p:cNvSpPr/>
            <p:nvPr/>
          </p:nvSpPr>
          <p:spPr>
            <a:xfrm>
              <a:off x="8563907" y="4122219"/>
              <a:ext cx="8083" cy="153943"/>
            </a:xfrm>
            <a:custGeom>
              <a:avLst/>
              <a:pathLst>
                <a:path w="8083" h="153943">
                  <a:moveTo>
                    <a:pt x="0" y="153943"/>
                  </a:moveTo>
                  <a:lnTo>
                    <a:pt x="210" y="46382"/>
                  </a:lnTo>
                  <a:lnTo>
                    <a:pt x="1055" y="22960"/>
                  </a:lnTo>
                  <a:lnTo>
                    <a:pt x="1900" y="50918"/>
                  </a:lnTo>
                  <a:lnTo>
                    <a:pt x="2746" y="10483"/>
                  </a:lnTo>
                  <a:lnTo>
                    <a:pt x="3591" y="1081"/>
                  </a:lnTo>
                  <a:lnTo>
                    <a:pt x="4436" y="0"/>
                  </a:lnTo>
                  <a:lnTo>
                    <a:pt x="5281" y="543"/>
                  </a:lnTo>
                  <a:lnTo>
                    <a:pt x="6126" y="39469"/>
                  </a:lnTo>
                  <a:lnTo>
                    <a:pt x="6971" y="17551"/>
                  </a:lnTo>
                  <a:lnTo>
                    <a:pt x="7816" y="4726"/>
                  </a:lnTo>
                  <a:lnTo>
                    <a:pt x="8083" y="15394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8"/>
            <p:cNvSpPr/>
            <p:nvPr/>
          </p:nvSpPr>
          <p:spPr>
            <a:xfrm>
              <a:off x="8573976" y="4073757"/>
              <a:ext cx="1453" cy="202405"/>
            </a:xfrm>
            <a:custGeom>
              <a:avLst/>
              <a:pathLst>
                <a:path w="1453" h="202405">
                  <a:moveTo>
                    <a:pt x="0" y="202405"/>
                  </a:moveTo>
                  <a:lnTo>
                    <a:pt x="282" y="39591"/>
                  </a:lnTo>
                  <a:lnTo>
                    <a:pt x="1127" y="0"/>
                  </a:lnTo>
                  <a:lnTo>
                    <a:pt x="1453" y="2024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l929"/>
            <p:cNvSpPr/>
            <p:nvPr/>
          </p:nvSpPr>
          <p:spPr>
            <a:xfrm>
              <a:off x="8576400" y="3993843"/>
              <a:ext cx="2399" cy="282319"/>
            </a:xfrm>
            <a:custGeom>
              <a:avLst/>
              <a:pathLst>
                <a:path w="2399" h="282319">
                  <a:moveTo>
                    <a:pt x="0" y="282319"/>
                  </a:moveTo>
                  <a:lnTo>
                    <a:pt x="393" y="0"/>
                  </a:lnTo>
                  <a:lnTo>
                    <a:pt x="1238" y="71349"/>
                  </a:lnTo>
                  <a:lnTo>
                    <a:pt x="2083" y="89819"/>
                  </a:lnTo>
                  <a:lnTo>
                    <a:pt x="2399" y="28231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l930"/>
            <p:cNvSpPr/>
            <p:nvPr/>
          </p:nvSpPr>
          <p:spPr>
            <a:xfrm>
              <a:off x="8579840" y="4028831"/>
              <a:ext cx="4837" cy="247331"/>
            </a:xfrm>
            <a:custGeom>
              <a:avLst/>
              <a:pathLst>
                <a:path w="4837" h="247331">
                  <a:moveTo>
                    <a:pt x="0" y="247331"/>
                  </a:moveTo>
                  <a:lnTo>
                    <a:pt x="334" y="34826"/>
                  </a:lnTo>
                  <a:lnTo>
                    <a:pt x="1180" y="0"/>
                  </a:lnTo>
                  <a:lnTo>
                    <a:pt x="2025" y="27518"/>
                  </a:lnTo>
                  <a:lnTo>
                    <a:pt x="2870" y="42210"/>
                  </a:lnTo>
                  <a:lnTo>
                    <a:pt x="3715" y="86204"/>
                  </a:lnTo>
                  <a:lnTo>
                    <a:pt x="4560" y="89082"/>
                  </a:lnTo>
                  <a:lnTo>
                    <a:pt x="4837" y="24733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l931"/>
            <p:cNvSpPr/>
            <p:nvPr/>
          </p:nvSpPr>
          <p:spPr>
            <a:xfrm>
              <a:off x="8587501" y="3966269"/>
              <a:ext cx="22601" cy="309893"/>
            </a:xfrm>
            <a:custGeom>
              <a:avLst/>
              <a:pathLst>
                <a:path w="22601" h="309893">
                  <a:moveTo>
                    <a:pt x="0" y="309893"/>
                  </a:moveTo>
                  <a:lnTo>
                    <a:pt x="279" y="149739"/>
                  </a:lnTo>
                  <a:lnTo>
                    <a:pt x="1124" y="107833"/>
                  </a:lnTo>
                  <a:lnTo>
                    <a:pt x="1969" y="108309"/>
                  </a:lnTo>
                  <a:lnTo>
                    <a:pt x="2815" y="97966"/>
                  </a:lnTo>
                  <a:lnTo>
                    <a:pt x="3660" y="62523"/>
                  </a:lnTo>
                  <a:lnTo>
                    <a:pt x="4505" y="78804"/>
                  </a:lnTo>
                  <a:lnTo>
                    <a:pt x="5350" y="166127"/>
                  </a:lnTo>
                  <a:lnTo>
                    <a:pt x="6195" y="100264"/>
                  </a:lnTo>
                  <a:lnTo>
                    <a:pt x="7040" y="127151"/>
                  </a:lnTo>
                  <a:lnTo>
                    <a:pt x="7885" y="118731"/>
                  </a:lnTo>
                  <a:lnTo>
                    <a:pt x="8730" y="106015"/>
                  </a:lnTo>
                  <a:lnTo>
                    <a:pt x="9575" y="71168"/>
                  </a:lnTo>
                  <a:lnTo>
                    <a:pt x="10420" y="33509"/>
                  </a:lnTo>
                  <a:lnTo>
                    <a:pt x="11265" y="19832"/>
                  </a:lnTo>
                  <a:lnTo>
                    <a:pt x="12111" y="22763"/>
                  </a:lnTo>
                  <a:lnTo>
                    <a:pt x="12956" y="24849"/>
                  </a:lnTo>
                  <a:lnTo>
                    <a:pt x="13801" y="25416"/>
                  </a:lnTo>
                  <a:lnTo>
                    <a:pt x="14646" y="65262"/>
                  </a:lnTo>
                  <a:lnTo>
                    <a:pt x="15491" y="70607"/>
                  </a:lnTo>
                  <a:lnTo>
                    <a:pt x="16336" y="105816"/>
                  </a:lnTo>
                  <a:lnTo>
                    <a:pt x="17181" y="91194"/>
                  </a:lnTo>
                  <a:lnTo>
                    <a:pt x="18026" y="55903"/>
                  </a:lnTo>
                  <a:lnTo>
                    <a:pt x="18871" y="20152"/>
                  </a:lnTo>
                  <a:lnTo>
                    <a:pt x="19716" y="0"/>
                  </a:lnTo>
                  <a:lnTo>
                    <a:pt x="20561" y="88074"/>
                  </a:lnTo>
                  <a:lnTo>
                    <a:pt x="21407" y="65533"/>
                  </a:lnTo>
                  <a:lnTo>
                    <a:pt x="22252" y="82255"/>
                  </a:lnTo>
                  <a:lnTo>
                    <a:pt x="22601" y="30989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l932"/>
            <p:cNvSpPr/>
            <p:nvPr/>
          </p:nvSpPr>
          <p:spPr>
            <a:xfrm>
              <a:off x="8611094" y="4048561"/>
              <a:ext cx="697" cy="227601"/>
            </a:xfrm>
            <a:custGeom>
              <a:avLst/>
              <a:pathLst>
                <a:path w="697" h="227601">
                  <a:moveTo>
                    <a:pt x="0" y="227601"/>
                  </a:moveTo>
                  <a:lnTo>
                    <a:pt x="348" y="0"/>
                  </a:lnTo>
                  <a:lnTo>
                    <a:pt x="697" y="22760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l933"/>
            <p:cNvSpPr/>
            <p:nvPr/>
          </p:nvSpPr>
          <p:spPr>
            <a:xfrm>
              <a:off x="8614470" y="3865096"/>
              <a:ext cx="5051" cy="411066"/>
            </a:xfrm>
            <a:custGeom>
              <a:avLst/>
              <a:pathLst>
                <a:path w="5051" h="411066">
                  <a:moveTo>
                    <a:pt x="0" y="411066"/>
                  </a:moveTo>
                  <a:lnTo>
                    <a:pt x="353" y="178678"/>
                  </a:lnTo>
                  <a:lnTo>
                    <a:pt x="1198" y="97716"/>
                  </a:lnTo>
                  <a:lnTo>
                    <a:pt x="2043" y="56459"/>
                  </a:lnTo>
                  <a:lnTo>
                    <a:pt x="2888" y="28034"/>
                  </a:lnTo>
                  <a:lnTo>
                    <a:pt x="3733" y="46795"/>
                  </a:lnTo>
                  <a:lnTo>
                    <a:pt x="4578" y="0"/>
                  </a:lnTo>
                  <a:lnTo>
                    <a:pt x="5051" y="4110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l934"/>
            <p:cNvSpPr/>
            <p:nvPr/>
          </p:nvSpPr>
          <p:spPr>
            <a:xfrm>
              <a:off x="8620243" y="3810288"/>
              <a:ext cx="32864" cy="465874"/>
            </a:xfrm>
            <a:custGeom>
              <a:avLst/>
              <a:pathLst>
                <a:path w="32864" h="465874">
                  <a:moveTo>
                    <a:pt x="0" y="465874"/>
                  </a:moveTo>
                  <a:lnTo>
                    <a:pt x="495" y="6566"/>
                  </a:lnTo>
                  <a:lnTo>
                    <a:pt x="1340" y="4136"/>
                  </a:lnTo>
                  <a:lnTo>
                    <a:pt x="2185" y="0"/>
                  </a:lnTo>
                  <a:lnTo>
                    <a:pt x="3031" y="34506"/>
                  </a:lnTo>
                  <a:lnTo>
                    <a:pt x="3876" y="31380"/>
                  </a:lnTo>
                  <a:lnTo>
                    <a:pt x="4721" y="49428"/>
                  </a:lnTo>
                  <a:lnTo>
                    <a:pt x="5566" y="93029"/>
                  </a:lnTo>
                  <a:lnTo>
                    <a:pt x="6411" y="119194"/>
                  </a:lnTo>
                  <a:lnTo>
                    <a:pt x="7256" y="142410"/>
                  </a:lnTo>
                  <a:lnTo>
                    <a:pt x="8101" y="89292"/>
                  </a:lnTo>
                  <a:lnTo>
                    <a:pt x="8946" y="105164"/>
                  </a:lnTo>
                  <a:lnTo>
                    <a:pt x="9791" y="74435"/>
                  </a:lnTo>
                  <a:lnTo>
                    <a:pt x="10636" y="89186"/>
                  </a:lnTo>
                  <a:lnTo>
                    <a:pt x="11481" y="146802"/>
                  </a:lnTo>
                  <a:lnTo>
                    <a:pt x="12327" y="144682"/>
                  </a:lnTo>
                  <a:lnTo>
                    <a:pt x="13172" y="168639"/>
                  </a:lnTo>
                  <a:lnTo>
                    <a:pt x="14017" y="202186"/>
                  </a:lnTo>
                  <a:lnTo>
                    <a:pt x="14862" y="231218"/>
                  </a:lnTo>
                  <a:lnTo>
                    <a:pt x="15707" y="263165"/>
                  </a:lnTo>
                  <a:lnTo>
                    <a:pt x="16552" y="207917"/>
                  </a:lnTo>
                  <a:lnTo>
                    <a:pt x="17397" y="162366"/>
                  </a:lnTo>
                  <a:lnTo>
                    <a:pt x="18242" y="185347"/>
                  </a:lnTo>
                  <a:lnTo>
                    <a:pt x="19087" y="180242"/>
                  </a:lnTo>
                  <a:lnTo>
                    <a:pt x="19932" y="183384"/>
                  </a:lnTo>
                  <a:lnTo>
                    <a:pt x="20777" y="200350"/>
                  </a:lnTo>
                  <a:lnTo>
                    <a:pt x="21623" y="235631"/>
                  </a:lnTo>
                  <a:lnTo>
                    <a:pt x="22468" y="249272"/>
                  </a:lnTo>
                  <a:lnTo>
                    <a:pt x="23313" y="218194"/>
                  </a:lnTo>
                  <a:lnTo>
                    <a:pt x="24158" y="187024"/>
                  </a:lnTo>
                  <a:lnTo>
                    <a:pt x="25003" y="175392"/>
                  </a:lnTo>
                  <a:lnTo>
                    <a:pt x="25848" y="184418"/>
                  </a:lnTo>
                  <a:lnTo>
                    <a:pt x="26693" y="228834"/>
                  </a:lnTo>
                  <a:lnTo>
                    <a:pt x="27538" y="223378"/>
                  </a:lnTo>
                  <a:lnTo>
                    <a:pt x="28383" y="283160"/>
                  </a:lnTo>
                  <a:lnTo>
                    <a:pt x="29228" y="325745"/>
                  </a:lnTo>
                  <a:lnTo>
                    <a:pt x="30073" y="292526"/>
                  </a:lnTo>
                  <a:lnTo>
                    <a:pt x="30919" y="279258"/>
                  </a:lnTo>
                  <a:lnTo>
                    <a:pt x="31764" y="307808"/>
                  </a:lnTo>
                  <a:lnTo>
                    <a:pt x="32609" y="326187"/>
                  </a:lnTo>
                  <a:lnTo>
                    <a:pt x="32864" y="46587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l935"/>
            <p:cNvSpPr/>
            <p:nvPr/>
          </p:nvSpPr>
          <p:spPr>
            <a:xfrm>
              <a:off x="8655184" y="4173260"/>
              <a:ext cx="407" cy="102902"/>
            </a:xfrm>
            <a:custGeom>
              <a:avLst/>
              <a:pathLst>
                <a:path w="407" h="102902">
                  <a:moveTo>
                    <a:pt x="0" y="102902"/>
                  </a:moveTo>
                  <a:lnTo>
                    <a:pt x="203" y="0"/>
                  </a:lnTo>
                  <a:lnTo>
                    <a:pt x="407" y="1029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l936"/>
            <p:cNvSpPr/>
            <p:nvPr/>
          </p:nvSpPr>
          <p:spPr>
            <a:xfrm>
              <a:off x="8657681" y="4146131"/>
              <a:ext cx="1312" cy="130031"/>
            </a:xfrm>
            <a:custGeom>
              <a:avLst/>
              <a:pathLst>
                <a:path w="1312" h="130031">
                  <a:moveTo>
                    <a:pt x="0" y="130031"/>
                  </a:moveTo>
                  <a:lnTo>
                    <a:pt x="242" y="0"/>
                  </a:lnTo>
                  <a:lnTo>
                    <a:pt x="1087" y="12688"/>
                  </a:lnTo>
                  <a:lnTo>
                    <a:pt x="1312" y="13003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l937"/>
            <p:cNvSpPr/>
            <p:nvPr/>
          </p:nvSpPr>
          <p:spPr>
            <a:xfrm>
              <a:off x="8660233" y="3947575"/>
              <a:ext cx="15005" cy="328587"/>
            </a:xfrm>
            <a:custGeom>
              <a:avLst/>
              <a:pathLst>
                <a:path w="15005" h="328587">
                  <a:moveTo>
                    <a:pt x="0" y="328587"/>
                  </a:moveTo>
                  <a:lnTo>
                    <a:pt x="225" y="211054"/>
                  </a:lnTo>
                  <a:lnTo>
                    <a:pt x="1070" y="204764"/>
                  </a:lnTo>
                  <a:lnTo>
                    <a:pt x="1915" y="187932"/>
                  </a:lnTo>
                  <a:lnTo>
                    <a:pt x="2760" y="195503"/>
                  </a:lnTo>
                  <a:lnTo>
                    <a:pt x="3605" y="193830"/>
                  </a:lnTo>
                  <a:lnTo>
                    <a:pt x="4450" y="162606"/>
                  </a:lnTo>
                  <a:lnTo>
                    <a:pt x="5295" y="141463"/>
                  </a:lnTo>
                  <a:lnTo>
                    <a:pt x="6140" y="97972"/>
                  </a:lnTo>
                  <a:lnTo>
                    <a:pt x="6985" y="77810"/>
                  </a:lnTo>
                  <a:lnTo>
                    <a:pt x="7830" y="53701"/>
                  </a:lnTo>
                  <a:lnTo>
                    <a:pt x="8676" y="44961"/>
                  </a:lnTo>
                  <a:lnTo>
                    <a:pt x="9521" y="0"/>
                  </a:lnTo>
                  <a:lnTo>
                    <a:pt x="10366" y="35914"/>
                  </a:lnTo>
                  <a:lnTo>
                    <a:pt x="11211" y="55150"/>
                  </a:lnTo>
                  <a:lnTo>
                    <a:pt x="12056" y="80030"/>
                  </a:lnTo>
                  <a:lnTo>
                    <a:pt x="12901" y="77908"/>
                  </a:lnTo>
                  <a:lnTo>
                    <a:pt x="13746" y="61583"/>
                  </a:lnTo>
                  <a:lnTo>
                    <a:pt x="14591" y="18461"/>
                  </a:lnTo>
                  <a:lnTo>
                    <a:pt x="15005" y="32858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l938"/>
            <p:cNvSpPr/>
            <p:nvPr/>
          </p:nvSpPr>
          <p:spPr>
            <a:xfrm>
              <a:off x="8676105" y="3965112"/>
              <a:ext cx="10100" cy="311050"/>
            </a:xfrm>
            <a:custGeom>
              <a:avLst/>
              <a:pathLst>
                <a:path w="10100" h="311050">
                  <a:moveTo>
                    <a:pt x="0" y="311050"/>
                  </a:moveTo>
                  <a:lnTo>
                    <a:pt x="409" y="6743"/>
                  </a:lnTo>
                  <a:lnTo>
                    <a:pt x="1254" y="6794"/>
                  </a:lnTo>
                  <a:lnTo>
                    <a:pt x="2099" y="36155"/>
                  </a:lnTo>
                  <a:lnTo>
                    <a:pt x="2944" y="66738"/>
                  </a:lnTo>
                  <a:lnTo>
                    <a:pt x="3789" y="71183"/>
                  </a:lnTo>
                  <a:lnTo>
                    <a:pt x="4635" y="0"/>
                  </a:lnTo>
                  <a:lnTo>
                    <a:pt x="5480" y="23705"/>
                  </a:lnTo>
                  <a:lnTo>
                    <a:pt x="6325" y="1395"/>
                  </a:lnTo>
                  <a:lnTo>
                    <a:pt x="7170" y="84753"/>
                  </a:lnTo>
                  <a:lnTo>
                    <a:pt x="8015" y="112399"/>
                  </a:lnTo>
                  <a:lnTo>
                    <a:pt x="8860" y="93983"/>
                  </a:lnTo>
                  <a:lnTo>
                    <a:pt x="9705" y="26535"/>
                  </a:lnTo>
                  <a:lnTo>
                    <a:pt x="10100" y="31105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l939"/>
            <p:cNvSpPr/>
            <p:nvPr/>
          </p:nvSpPr>
          <p:spPr>
            <a:xfrm>
              <a:off x="8687037" y="3783054"/>
              <a:ext cx="9403" cy="493108"/>
            </a:xfrm>
            <a:custGeom>
              <a:avLst/>
              <a:pathLst>
                <a:path w="9403" h="493108">
                  <a:moveTo>
                    <a:pt x="0" y="493108"/>
                  </a:moveTo>
                  <a:lnTo>
                    <a:pt x="464" y="98372"/>
                  </a:lnTo>
                  <a:lnTo>
                    <a:pt x="1309" y="103216"/>
                  </a:lnTo>
                  <a:lnTo>
                    <a:pt x="2154" y="61298"/>
                  </a:lnTo>
                  <a:lnTo>
                    <a:pt x="2999" y="55638"/>
                  </a:lnTo>
                  <a:lnTo>
                    <a:pt x="3844" y="1807"/>
                  </a:lnTo>
                  <a:lnTo>
                    <a:pt x="4689" y="0"/>
                  </a:lnTo>
                  <a:lnTo>
                    <a:pt x="5534" y="44391"/>
                  </a:lnTo>
                  <a:lnTo>
                    <a:pt x="6380" y="10925"/>
                  </a:lnTo>
                  <a:lnTo>
                    <a:pt x="7225" y="13433"/>
                  </a:lnTo>
                  <a:lnTo>
                    <a:pt x="8070" y="10834"/>
                  </a:lnTo>
                  <a:lnTo>
                    <a:pt x="8915" y="50539"/>
                  </a:lnTo>
                  <a:lnTo>
                    <a:pt x="9403" y="49310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l940"/>
            <p:cNvSpPr/>
            <p:nvPr/>
          </p:nvSpPr>
          <p:spPr>
            <a:xfrm>
              <a:off x="8698038" y="3908228"/>
              <a:ext cx="899" cy="367934"/>
            </a:xfrm>
            <a:custGeom>
              <a:avLst/>
              <a:pathLst>
                <a:path w="899" h="367934">
                  <a:moveTo>
                    <a:pt x="0" y="367934"/>
                  </a:moveTo>
                  <a:lnTo>
                    <a:pt x="449" y="0"/>
                  </a:lnTo>
                  <a:lnTo>
                    <a:pt x="899" y="36793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l941"/>
            <p:cNvSpPr/>
            <p:nvPr/>
          </p:nvSpPr>
          <p:spPr>
            <a:xfrm>
              <a:off x="8699795" y="3924304"/>
              <a:ext cx="4168" cy="351858"/>
            </a:xfrm>
            <a:custGeom>
              <a:avLst/>
              <a:pathLst>
                <a:path w="4168" h="351858">
                  <a:moveTo>
                    <a:pt x="0" y="351858"/>
                  </a:moveTo>
                  <a:lnTo>
                    <a:pt x="382" y="84014"/>
                  </a:lnTo>
                  <a:lnTo>
                    <a:pt x="1227" y="67829"/>
                  </a:lnTo>
                  <a:lnTo>
                    <a:pt x="2072" y="0"/>
                  </a:lnTo>
                  <a:lnTo>
                    <a:pt x="2917" y="9120"/>
                  </a:lnTo>
                  <a:lnTo>
                    <a:pt x="3763" y="53045"/>
                  </a:lnTo>
                  <a:lnTo>
                    <a:pt x="4168" y="3518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l942"/>
            <p:cNvSpPr/>
            <p:nvPr/>
          </p:nvSpPr>
          <p:spPr>
            <a:xfrm>
              <a:off x="8704871" y="3955260"/>
              <a:ext cx="9178" cy="320902"/>
            </a:xfrm>
            <a:custGeom>
              <a:avLst/>
              <a:pathLst>
                <a:path w="9178" h="320902">
                  <a:moveTo>
                    <a:pt x="0" y="320902"/>
                  </a:moveTo>
                  <a:lnTo>
                    <a:pt x="377" y="60245"/>
                  </a:lnTo>
                  <a:lnTo>
                    <a:pt x="1222" y="61645"/>
                  </a:lnTo>
                  <a:lnTo>
                    <a:pt x="2067" y="79060"/>
                  </a:lnTo>
                  <a:lnTo>
                    <a:pt x="2912" y="106204"/>
                  </a:lnTo>
                  <a:lnTo>
                    <a:pt x="3757" y="88720"/>
                  </a:lnTo>
                  <a:lnTo>
                    <a:pt x="4602" y="0"/>
                  </a:lnTo>
                  <a:lnTo>
                    <a:pt x="5447" y="42721"/>
                  </a:lnTo>
                  <a:lnTo>
                    <a:pt x="6292" y="51453"/>
                  </a:lnTo>
                  <a:lnTo>
                    <a:pt x="7137" y="34191"/>
                  </a:lnTo>
                  <a:lnTo>
                    <a:pt x="7982" y="37020"/>
                  </a:lnTo>
                  <a:lnTo>
                    <a:pt x="8827" y="91952"/>
                  </a:lnTo>
                  <a:lnTo>
                    <a:pt x="9178" y="3209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l943"/>
            <p:cNvSpPr/>
            <p:nvPr/>
          </p:nvSpPr>
          <p:spPr>
            <a:xfrm>
              <a:off x="8715062" y="4071770"/>
              <a:ext cx="654" cy="204392"/>
            </a:xfrm>
            <a:custGeom>
              <a:avLst/>
              <a:pathLst>
                <a:path w="654" h="204392">
                  <a:moveTo>
                    <a:pt x="0" y="204392"/>
                  </a:moveTo>
                  <a:lnTo>
                    <a:pt x="327" y="0"/>
                  </a:lnTo>
                  <a:lnTo>
                    <a:pt x="654" y="20439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l944"/>
            <p:cNvSpPr/>
            <p:nvPr/>
          </p:nvSpPr>
          <p:spPr>
            <a:xfrm>
              <a:off x="8716735" y="4053049"/>
              <a:ext cx="689" cy="223113"/>
            </a:xfrm>
            <a:custGeom>
              <a:avLst/>
              <a:pathLst>
                <a:path w="689" h="223113">
                  <a:moveTo>
                    <a:pt x="0" y="223113"/>
                  </a:moveTo>
                  <a:lnTo>
                    <a:pt x="344" y="0"/>
                  </a:lnTo>
                  <a:lnTo>
                    <a:pt x="689" y="2231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l945"/>
            <p:cNvSpPr/>
            <p:nvPr/>
          </p:nvSpPr>
          <p:spPr>
            <a:xfrm>
              <a:off x="8719266" y="3869642"/>
              <a:ext cx="5871" cy="406520"/>
            </a:xfrm>
            <a:custGeom>
              <a:avLst/>
              <a:pathLst>
                <a:path w="5871" h="406520">
                  <a:moveTo>
                    <a:pt x="0" y="406520"/>
                  </a:moveTo>
                  <a:lnTo>
                    <a:pt x="348" y="178945"/>
                  </a:lnTo>
                  <a:lnTo>
                    <a:pt x="1194" y="183742"/>
                  </a:lnTo>
                  <a:lnTo>
                    <a:pt x="2039" y="120305"/>
                  </a:lnTo>
                  <a:lnTo>
                    <a:pt x="2884" y="94404"/>
                  </a:lnTo>
                  <a:lnTo>
                    <a:pt x="3729" y="10347"/>
                  </a:lnTo>
                  <a:lnTo>
                    <a:pt x="4574" y="0"/>
                  </a:lnTo>
                  <a:lnTo>
                    <a:pt x="5419" y="34409"/>
                  </a:lnTo>
                  <a:lnTo>
                    <a:pt x="5871" y="4065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l946"/>
            <p:cNvSpPr/>
            <p:nvPr/>
          </p:nvSpPr>
          <p:spPr>
            <a:xfrm>
              <a:off x="8726780" y="3897541"/>
              <a:ext cx="5097" cy="378621"/>
            </a:xfrm>
            <a:custGeom>
              <a:avLst/>
              <a:pathLst>
                <a:path w="5097" h="378621">
                  <a:moveTo>
                    <a:pt x="0" y="378621"/>
                  </a:moveTo>
                  <a:lnTo>
                    <a:pt x="440" y="25556"/>
                  </a:lnTo>
                  <a:lnTo>
                    <a:pt x="1286" y="36270"/>
                  </a:lnTo>
                  <a:lnTo>
                    <a:pt x="2131" y="57959"/>
                  </a:lnTo>
                  <a:lnTo>
                    <a:pt x="2976" y="45815"/>
                  </a:lnTo>
                  <a:lnTo>
                    <a:pt x="3821" y="0"/>
                  </a:lnTo>
                  <a:lnTo>
                    <a:pt x="4666" y="41186"/>
                  </a:lnTo>
                  <a:lnTo>
                    <a:pt x="5097" y="37862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l947"/>
            <p:cNvSpPr/>
            <p:nvPr/>
          </p:nvSpPr>
          <p:spPr>
            <a:xfrm>
              <a:off x="8735218" y="3892110"/>
              <a:ext cx="5066" cy="384052"/>
            </a:xfrm>
            <a:custGeom>
              <a:avLst/>
              <a:pathLst>
                <a:path w="5066" h="384052">
                  <a:moveTo>
                    <a:pt x="0" y="384052"/>
                  </a:moveTo>
                  <a:lnTo>
                    <a:pt x="453" y="9716"/>
                  </a:lnTo>
                  <a:lnTo>
                    <a:pt x="1298" y="5116"/>
                  </a:lnTo>
                  <a:lnTo>
                    <a:pt x="2143" y="0"/>
                  </a:lnTo>
                  <a:lnTo>
                    <a:pt x="2988" y="40978"/>
                  </a:lnTo>
                  <a:lnTo>
                    <a:pt x="3833" y="67175"/>
                  </a:lnTo>
                  <a:lnTo>
                    <a:pt x="4678" y="109340"/>
                  </a:lnTo>
                  <a:lnTo>
                    <a:pt x="5066" y="38405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l948"/>
            <p:cNvSpPr/>
            <p:nvPr/>
          </p:nvSpPr>
          <p:spPr>
            <a:xfrm>
              <a:off x="8741194" y="3931807"/>
              <a:ext cx="7519" cy="344355"/>
            </a:xfrm>
            <a:custGeom>
              <a:avLst/>
              <a:pathLst>
                <a:path w="7519" h="344355">
                  <a:moveTo>
                    <a:pt x="0" y="344355"/>
                  </a:moveTo>
                  <a:lnTo>
                    <a:pt x="392" y="63165"/>
                  </a:lnTo>
                  <a:lnTo>
                    <a:pt x="1237" y="83057"/>
                  </a:lnTo>
                  <a:lnTo>
                    <a:pt x="2083" y="31343"/>
                  </a:lnTo>
                  <a:lnTo>
                    <a:pt x="2928" y="0"/>
                  </a:lnTo>
                  <a:lnTo>
                    <a:pt x="3773" y="35013"/>
                  </a:lnTo>
                  <a:lnTo>
                    <a:pt x="4618" y="120990"/>
                  </a:lnTo>
                  <a:lnTo>
                    <a:pt x="5463" y="100210"/>
                  </a:lnTo>
                  <a:lnTo>
                    <a:pt x="6308" y="92510"/>
                  </a:lnTo>
                  <a:lnTo>
                    <a:pt x="7153" y="97112"/>
                  </a:lnTo>
                  <a:lnTo>
                    <a:pt x="7519" y="3443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l949"/>
            <p:cNvSpPr/>
            <p:nvPr/>
          </p:nvSpPr>
          <p:spPr>
            <a:xfrm>
              <a:off x="8749645" y="3995234"/>
              <a:ext cx="4970" cy="280928"/>
            </a:xfrm>
            <a:custGeom>
              <a:avLst/>
              <a:pathLst>
                <a:path w="4970" h="280928">
                  <a:moveTo>
                    <a:pt x="0" y="280928"/>
                  </a:moveTo>
                  <a:lnTo>
                    <a:pt x="392" y="0"/>
                  </a:lnTo>
                  <a:lnTo>
                    <a:pt x="1237" y="3735"/>
                  </a:lnTo>
                  <a:lnTo>
                    <a:pt x="2082" y="8936"/>
                  </a:lnTo>
                  <a:lnTo>
                    <a:pt x="2927" y="25777"/>
                  </a:lnTo>
                  <a:lnTo>
                    <a:pt x="3773" y="32347"/>
                  </a:lnTo>
                  <a:lnTo>
                    <a:pt x="4618" y="49971"/>
                  </a:lnTo>
                  <a:lnTo>
                    <a:pt x="4970" y="28092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l950"/>
            <p:cNvSpPr/>
            <p:nvPr/>
          </p:nvSpPr>
          <p:spPr>
            <a:xfrm>
              <a:off x="8756537" y="4130541"/>
              <a:ext cx="4593" cy="145621"/>
            </a:xfrm>
            <a:custGeom>
              <a:avLst/>
              <a:pathLst>
                <a:path w="4593" h="145621">
                  <a:moveTo>
                    <a:pt x="0" y="145621"/>
                  </a:moveTo>
                  <a:lnTo>
                    <a:pt x="262" y="0"/>
                  </a:lnTo>
                  <a:lnTo>
                    <a:pt x="1107" y="22340"/>
                  </a:lnTo>
                  <a:lnTo>
                    <a:pt x="1952" y="54436"/>
                  </a:lnTo>
                  <a:lnTo>
                    <a:pt x="2797" y="43801"/>
                  </a:lnTo>
                  <a:lnTo>
                    <a:pt x="3642" y="80408"/>
                  </a:lnTo>
                  <a:lnTo>
                    <a:pt x="4487" y="99472"/>
                  </a:lnTo>
                  <a:lnTo>
                    <a:pt x="4593" y="14562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l951"/>
            <p:cNvSpPr/>
            <p:nvPr/>
          </p:nvSpPr>
          <p:spPr>
            <a:xfrm>
              <a:off x="8762453" y="4001506"/>
              <a:ext cx="27692" cy="274656"/>
            </a:xfrm>
            <a:custGeom>
              <a:avLst/>
              <a:pathLst>
                <a:path w="27692" h="274656">
                  <a:moveTo>
                    <a:pt x="0" y="274656"/>
                  </a:moveTo>
                  <a:lnTo>
                    <a:pt x="261" y="129586"/>
                  </a:lnTo>
                  <a:lnTo>
                    <a:pt x="1106" y="145101"/>
                  </a:lnTo>
                  <a:lnTo>
                    <a:pt x="1951" y="158831"/>
                  </a:lnTo>
                  <a:lnTo>
                    <a:pt x="2796" y="134020"/>
                  </a:lnTo>
                  <a:lnTo>
                    <a:pt x="3641" y="140095"/>
                  </a:lnTo>
                  <a:lnTo>
                    <a:pt x="4487" y="136718"/>
                  </a:lnTo>
                  <a:lnTo>
                    <a:pt x="5332" y="134134"/>
                  </a:lnTo>
                  <a:lnTo>
                    <a:pt x="6177" y="156981"/>
                  </a:lnTo>
                  <a:lnTo>
                    <a:pt x="7022" y="133390"/>
                  </a:lnTo>
                  <a:lnTo>
                    <a:pt x="7867" y="134455"/>
                  </a:lnTo>
                  <a:lnTo>
                    <a:pt x="8712" y="110205"/>
                  </a:lnTo>
                  <a:lnTo>
                    <a:pt x="9557" y="104798"/>
                  </a:lnTo>
                  <a:lnTo>
                    <a:pt x="10402" y="97680"/>
                  </a:lnTo>
                  <a:lnTo>
                    <a:pt x="11247" y="72809"/>
                  </a:lnTo>
                  <a:lnTo>
                    <a:pt x="12092" y="102553"/>
                  </a:lnTo>
                  <a:lnTo>
                    <a:pt x="12937" y="85629"/>
                  </a:lnTo>
                  <a:lnTo>
                    <a:pt x="13783" y="56177"/>
                  </a:lnTo>
                  <a:lnTo>
                    <a:pt x="14628" y="55166"/>
                  </a:lnTo>
                  <a:lnTo>
                    <a:pt x="15473" y="62945"/>
                  </a:lnTo>
                  <a:lnTo>
                    <a:pt x="16318" y="73890"/>
                  </a:lnTo>
                  <a:lnTo>
                    <a:pt x="17163" y="59096"/>
                  </a:lnTo>
                  <a:lnTo>
                    <a:pt x="18008" y="70360"/>
                  </a:lnTo>
                  <a:lnTo>
                    <a:pt x="18853" y="103791"/>
                  </a:lnTo>
                  <a:lnTo>
                    <a:pt x="19698" y="63792"/>
                  </a:lnTo>
                  <a:lnTo>
                    <a:pt x="20543" y="86847"/>
                  </a:lnTo>
                  <a:lnTo>
                    <a:pt x="21388" y="69258"/>
                  </a:lnTo>
                  <a:lnTo>
                    <a:pt x="22233" y="89173"/>
                  </a:lnTo>
                  <a:lnTo>
                    <a:pt x="23079" y="75400"/>
                  </a:lnTo>
                  <a:lnTo>
                    <a:pt x="23924" y="76442"/>
                  </a:lnTo>
                  <a:lnTo>
                    <a:pt x="24769" y="95994"/>
                  </a:lnTo>
                  <a:lnTo>
                    <a:pt x="25614" y="90309"/>
                  </a:lnTo>
                  <a:lnTo>
                    <a:pt x="26459" y="74654"/>
                  </a:lnTo>
                  <a:lnTo>
                    <a:pt x="27304" y="0"/>
                  </a:lnTo>
                  <a:lnTo>
                    <a:pt x="27692" y="27465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l952"/>
            <p:cNvSpPr/>
            <p:nvPr/>
          </p:nvSpPr>
          <p:spPr>
            <a:xfrm>
              <a:off x="8791070" y="3923520"/>
              <a:ext cx="6712" cy="352642"/>
            </a:xfrm>
            <a:custGeom>
              <a:avLst/>
              <a:pathLst>
                <a:path w="6712" h="352642">
                  <a:moveTo>
                    <a:pt x="0" y="352642"/>
                  </a:moveTo>
                  <a:lnTo>
                    <a:pt x="377" y="91438"/>
                  </a:lnTo>
                  <a:lnTo>
                    <a:pt x="1222" y="69275"/>
                  </a:lnTo>
                  <a:lnTo>
                    <a:pt x="2067" y="67489"/>
                  </a:lnTo>
                  <a:lnTo>
                    <a:pt x="2912" y="11974"/>
                  </a:lnTo>
                  <a:lnTo>
                    <a:pt x="3757" y="18949"/>
                  </a:lnTo>
                  <a:lnTo>
                    <a:pt x="4602" y="0"/>
                  </a:lnTo>
                  <a:lnTo>
                    <a:pt x="5447" y="12738"/>
                  </a:lnTo>
                  <a:lnTo>
                    <a:pt x="6293" y="33145"/>
                  </a:lnTo>
                  <a:lnTo>
                    <a:pt x="6712" y="3526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l953"/>
            <p:cNvSpPr/>
            <p:nvPr/>
          </p:nvSpPr>
          <p:spPr>
            <a:xfrm>
              <a:off x="8799493" y="3965004"/>
              <a:ext cx="4172" cy="311158"/>
            </a:xfrm>
            <a:custGeom>
              <a:avLst/>
              <a:pathLst>
                <a:path w="4172" h="311158">
                  <a:moveTo>
                    <a:pt x="0" y="311158"/>
                  </a:moveTo>
                  <a:lnTo>
                    <a:pt x="405" y="12168"/>
                  </a:lnTo>
                  <a:lnTo>
                    <a:pt x="1250" y="31976"/>
                  </a:lnTo>
                  <a:lnTo>
                    <a:pt x="2096" y="0"/>
                  </a:lnTo>
                  <a:lnTo>
                    <a:pt x="2941" y="1266"/>
                  </a:lnTo>
                  <a:lnTo>
                    <a:pt x="3786" y="39271"/>
                  </a:lnTo>
                  <a:lnTo>
                    <a:pt x="4172" y="3111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l954"/>
            <p:cNvSpPr/>
            <p:nvPr/>
          </p:nvSpPr>
          <p:spPr>
            <a:xfrm>
              <a:off x="8806389" y="4119485"/>
              <a:ext cx="3055" cy="156677"/>
            </a:xfrm>
            <a:custGeom>
              <a:avLst/>
              <a:pathLst>
                <a:path w="3055" h="156677">
                  <a:moveTo>
                    <a:pt x="0" y="156677"/>
                  </a:moveTo>
                  <a:lnTo>
                    <a:pt x="270" y="4340"/>
                  </a:lnTo>
                  <a:lnTo>
                    <a:pt x="1115" y="0"/>
                  </a:lnTo>
                  <a:lnTo>
                    <a:pt x="1960" y="11759"/>
                  </a:lnTo>
                  <a:lnTo>
                    <a:pt x="2805" y="20593"/>
                  </a:lnTo>
                  <a:lnTo>
                    <a:pt x="3055" y="15667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l955"/>
            <p:cNvSpPr/>
            <p:nvPr/>
          </p:nvSpPr>
          <p:spPr>
            <a:xfrm>
              <a:off x="8810641" y="4126866"/>
              <a:ext cx="3042" cy="149296"/>
            </a:xfrm>
            <a:custGeom>
              <a:avLst/>
              <a:pathLst>
                <a:path w="3042" h="149296">
                  <a:moveTo>
                    <a:pt x="0" y="149296"/>
                  </a:moveTo>
                  <a:lnTo>
                    <a:pt x="243" y="18537"/>
                  </a:lnTo>
                  <a:lnTo>
                    <a:pt x="1088" y="6831"/>
                  </a:lnTo>
                  <a:lnTo>
                    <a:pt x="1933" y="0"/>
                  </a:lnTo>
                  <a:lnTo>
                    <a:pt x="2778" y="2074"/>
                  </a:lnTo>
                  <a:lnTo>
                    <a:pt x="3042" y="14929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l956"/>
            <p:cNvSpPr/>
            <p:nvPr/>
          </p:nvSpPr>
          <p:spPr>
            <a:xfrm>
              <a:off x="8816461" y="4059211"/>
              <a:ext cx="1523" cy="216951"/>
            </a:xfrm>
            <a:custGeom>
              <a:avLst/>
              <a:pathLst>
                <a:path w="1523" h="216951">
                  <a:moveTo>
                    <a:pt x="0" y="216951"/>
                  </a:moveTo>
                  <a:lnTo>
                    <a:pt x="339" y="0"/>
                  </a:lnTo>
                  <a:lnTo>
                    <a:pt x="1184" y="421"/>
                  </a:lnTo>
                  <a:lnTo>
                    <a:pt x="1523" y="21695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l957"/>
            <p:cNvSpPr/>
            <p:nvPr/>
          </p:nvSpPr>
          <p:spPr>
            <a:xfrm>
              <a:off x="8819801" y="3966305"/>
              <a:ext cx="7542" cy="309857"/>
            </a:xfrm>
            <a:custGeom>
              <a:avLst/>
              <a:pathLst>
                <a:path w="7542" h="309857">
                  <a:moveTo>
                    <a:pt x="0" y="309857"/>
                  </a:moveTo>
                  <a:lnTo>
                    <a:pt x="379" y="45444"/>
                  </a:lnTo>
                  <a:lnTo>
                    <a:pt x="1225" y="20039"/>
                  </a:lnTo>
                  <a:lnTo>
                    <a:pt x="2070" y="35218"/>
                  </a:lnTo>
                  <a:lnTo>
                    <a:pt x="2915" y="40469"/>
                  </a:lnTo>
                  <a:lnTo>
                    <a:pt x="3760" y="63040"/>
                  </a:lnTo>
                  <a:lnTo>
                    <a:pt x="4605" y="13123"/>
                  </a:lnTo>
                  <a:lnTo>
                    <a:pt x="5450" y="0"/>
                  </a:lnTo>
                  <a:lnTo>
                    <a:pt x="6295" y="798"/>
                  </a:lnTo>
                  <a:lnTo>
                    <a:pt x="7140" y="16897"/>
                  </a:lnTo>
                  <a:lnTo>
                    <a:pt x="7542" y="30985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l958"/>
            <p:cNvSpPr/>
            <p:nvPr/>
          </p:nvSpPr>
          <p:spPr>
            <a:xfrm>
              <a:off x="8829056" y="3955312"/>
              <a:ext cx="5844" cy="320851"/>
            </a:xfrm>
            <a:custGeom>
              <a:avLst/>
              <a:pathLst>
                <a:path w="5844" h="320851">
                  <a:moveTo>
                    <a:pt x="0" y="320851"/>
                  </a:moveTo>
                  <a:lnTo>
                    <a:pt x="420" y="0"/>
                  </a:lnTo>
                  <a:lnTo>
                    <a:pt x="1265" y="2428"/>
                  </a:lnTo>
                  <a:lnTo>
                    <a:pt x="2110" y="37336"/>
                  </a:lnTo>
                  <a:lnTo>
                    <a:pt x="2956" y="38177"/>
                  </a:lnTo>
                  <a:lnTo>
                    <a:pt x="3801" y="14731"/>
                  </a:lnTo>
                  <a:lnTo>
                    <a:pt x="4646" y="28995"/>
                  </a:lnTo>
                  <a:lnTo>
                    <a:pt x="5491" y="87895"/>
                  </a:lnTo>
                  <a:lnTo>
                    <a:pt x="5844" y="32085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l959"/>
            <p:cNvSpPr/>
            <p:nvPr/>
          </p:nvSpPr>
          <p:spPr>
            <a:xfrm>
              <a:off x="8836694" y="3997944"/>
              <a:ext cx="8338" cy="278218"/>
            </a:xfrm>
            <a:custGeom>
              <a:avLst/>
              <a:pathLst>
                <a:path w="8338" h="278218">
                  <a:moveTo>
                    <a:pt x="0" y="278218"/>
                  </a:moveTo>
                  <a:lnTo>
                    <a:pt x="388" y="2461"/>
                  </a:lnTo>
                  <a:lnTo>
                    <a:pt x="1233" y="24465"/>
                  </a:lnTo>
                  <a:lnTo>
                    <a:pt x="2078" y="37602"/>
                  </a:lnTo>
                  <a:lnTo>
                    <a:pt x="2924" y="0"/>
                  </a:lnTo>
                  <a:lnTo>
                    <a:pt x="3769" y="4740"/>
                  </a:lnTo>
                  <a:lnTo>
                    <a:pt x="4614" y="11309"/>
                  </a:lnTo>
                  <a:lnTo>
                    <a:pt x="5459" y="45491"/>
                  </a:lnTo>
                  <a:lnTo>
                    <a:pt x="6304" y="53281"/>
                  </a:lnTo>
                  <a:lnTo>
                    <a:pt x="7149" y="21748"/>
                  </a:lnTo>
                  <a:lnTo>
                    <a:pt x="7994" y="56444"/>
                  </a:lnTo>
                  <a:lnTo>
                    <a:pt x="8338" y="27821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l960"/>
            <p:cNvSpPr/>
            <p:nvPr/>
          </p:nvSpPr>
          <p:spPr>
            <a:xfrm>
              <a:off x="8846118" y="4132143"/>
              <a:ext cx="520" cy="144019"/>
            </a:xfrm>
            <a:custGeom>
              <a:avLst/>
              <a:pathLst>
                <a:path w="520" h="144019">
                  <a:moveTo>
                    <a:pt x="0" y="144019"/>
                  </a:moveTo>
                  <a:lnTo>
                    <a:pt x="260" y="0"/>
                  </a:lnTo>
                  <a:lnTo>
                    <a:pt x="520" y="14401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l961"/>
            <p:cNvSpPr/>
            <p:nvPr/>
          </p:nvSpPr>
          <p:spPr>
            <a:xfrm>
              <a:off x="8847877" y="4172154"/>
              <a:ext cx="2932" cy="104008"/>
            </a:xfrm>
            <a:custGeom>
              <a:avLst/>
              <a:pathLst>
                <a:path w="2932" h="104008">
                  <a:moveTo>
                    <a:pt x="0" y="104008"/>
                  </a:moveTo>
                  <a:lnTo>
                    <a:pt x="191" y="9043"/>
                  </a:lnTo>
                  <a:lnTo>
                    <a:pt x="1036" y="17414"/>
                  </a:lnTo>
                  <a:lnTo>
                    <a:pt x="1881" y="1816"/>
                  </a:lnTo>
                  <a:lnTo>
                    <a:pt x="2726" y="0"/>
                  </a:lnTo>
                  <a:lnTo>
                    <a:pt x="2932" y="10400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l962"/>
            <p:cNvSpPr/>
            <p:nvPr/>
          </p:nvSpPr>
          <p:spPr>
            <a:xfrm>
              <a:off x="8852029" y="4021318"/>
              <a:ext cx="5708" cy="254844"/>
            </a:xfrm>
            <a:custGeom>
              <a:avLst/>
              <a:pathLst>
                <a:path w="5708" h="254844">
                  <a:moveTo>
                    <a:pt x="0" y="254844"/>
                  </a:moveTo>
                  <a:lnTo>
                    <a:pt x="265" y="106759"/>
                  </a:lnTo>
                  <a:lnTo>
                    <a:pt x="1110" y="73239"/>
                  </a:lnTo>
                  <a:lnTo>
                    <a:pt x="1955" y="95212"/>
                  </a:lnTo>
                  <a:lnTo>
                    <a:pt x="2800" y="89083"/>
                  </a:lnTo>
                  <a:lnTo>
                    <a:pt x="3645" y="60073"/>
                  </a:lnTo>
                  <a:lnTo>
                    <a:pt x="4490" y="10118"/>
                  </a:lnTo>
                  <a:lnTo>
                    <a:pt x="5335" y="0"/>
                  </a:lnTo>
                  <a:lnTo>
                    <a:pt x="5708" y="2548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l963"/>
            <p:cNvSpPr/>
            <p:nvPr/>
          </p:nvSpPr>
          <p:spPr>
            <a:xfrm>
              <a:off x="8860361" y="3965919"/>
              <a:ext cx="22667" cy="310243"/>
            </a:xfrm>
            <a:custGeom>
              <a:avLst/>
              <a:pathLst>
                <a:path w="22667" h="310243">
                  <a:moveTo>
                    <a:pt x="0" y="310243"/>
                  </a:moveTo>
                  <a:lnTo>
                    <a:pt x="384" y="40706"/>
                  </a:lnTo>
                  <a:lnTo>
                    <a:pt x="1229" y="50335"/>
                  </a:lnTo>
                  <a:lnTo>
                    <a:pt x="2074" y="54484"/>
                  </a:lnTo>
                  <a:lnTo>
                    <a:pt x="2919" y="24037"/>
                  </a:lnTo>
                  <a:lnTo>
                    <a:pt x="3764" y="13862"/>
                  </a:lnTo>
                  <a:lnTo>
                    <a:pt x="4609" y="0"/>
                  </a:lnTo>
                  <a:lnTo>
                    <a:pt x="5454" y="52695"/>
                  </a:lnTo>
                  <a:lnTo>
                    <a:pt x="6299" y="81056"/>
                  </a:lnTo>
                  <a:lnTo>
                    <a:pt x="7144" y="77694"/>
                  </a:lnTo>
                  <a:lnTo>
                    <a:pt x="7989" y="29671"/>
                  </a:lnTo>
                  <a:lnTo>
                    <a:pt x="8834" y="63985"/>
                  </a:lnTo>
                  <a:lnTo>
                    <a:pt x="9680" y="24108"/>
                  </a:lnTo>
                  <a:lnTo>
                    <a:pt x="10525" y="56863"/>
                  </a:lnTo>
                  <a:lnTo>
                    <a:pt x="11370" y="32147"/>
                  </a:lnTo>
                  <a:lnTo>
                    <a:pt x="12215" y="34789"/>
                  </a:lnTo>
                  <a:lnTo>
                    <a:pt x="13060" y="39405"/>
                  </a:lnTo>
                  <a:lnTo>
                    <a:pt x="13905" y="67947"/>
                  </a:lnTo>
                  <a:lnTo>
                    <a:pt x="14750" y="93822"/>
                  </a:lnTo>
                  <a:lnTo>
                    <a:pt x="15595" y="85772"/>
                  </a:lnTo>
                  <a:lnTo>
                    <a:pt x="16440" y="59089"/>
                  </a:lnTo>
                  <a:lnTo>
                    <a:pt x="17285" y="72657"/>
                  </a:lnTo>
                  <a:lnTo>
                    <a:pt x="18130" y="109326"/>
                  </a:lnTo>
                  <a:lnTo>
                    <a:pt x="18976" y="135338"/>
                  </a:lnTo>
                  <a:lnTo>
                    <a:pt x="19821" y="123150"/>
                  </a:lnTo>
                  <a:lnTo>
                    <a:pt x="20666" y="83484"/>
                  </a:lnTo>
                  <a:lnTo>
                    <a:pt x="21511" y="107181"/>
                  </a:lnTo>
                  <a:lnTo>
                    <a:pt x="22356" y="121298"/>
                  </a:lnTo>
                  <a:lnTo>
                    <a:pt x="22667" y="31024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l964"/>
            <p:cNvSpPr/>
            <p:nvPr/>
          </p:nvSpPr>
          <p:spPr>
            <a:xfrm>
              <a:off x="8884903" y="4047375"/>
              <a:ext cx="29250" cy="228787"/>
            </a:xfrm>
            <a:custGeom>
              <a:avLst/>
              <a:pathLst>
                <a:path w="29250" h="228787">
                  <a:moveTo>
                    <a:pt x="0" y="228787"/>
                  </a:moveTo>
                  <a:lnTo>
                    <a:pt x="350" y="0"/>
                  </a:lnTo>
                  <a:lnTo>
                    <a:pt x="1195" y="31882"/>
                  </a:lnTo>
                  <a:lnTo>
                    <a:pt x="2040" y="37721"/>
                  </a:lnTo>
                  <a:lnTo>
                    <a:pt x="2885" y="19907"/>
                  </a:lnTo>
                  <a:lnTo>
                    <a:pt x="3730" y="61597"/>
                  </a:lnTo>
                  <a:lnTo>
                    <a:pt x="4575" y="69395"/>
                  </a:lnTo>
                  <a:lnTo>
                    <a:pt x="5420" y="54031"/>
                  </a:lnTo>
                  <a:lnTo>
                    <a:pt x="6265" y="79022"/>
                  </a:lnTo>
                  <a:lnTo>
                    <a:pt x="7110" y="74731"/>
                  </a:lnTo>
                  <a:lnTo>
                    <a:pt x="7955" y="132710"/>
                  </a:lnTo>
                  <a:lnTo>
                    <a:pt x="8800" y="132901"/>
                  </a:lnTo>
                  <a:lnTo>
                    <a:pt x="9646" y="108485"/>
                  </a:lnTo>
                  <a:lnTo>
                    <a:pt x="10491" y="78345"/>
                  </a:lnTo>
                  <a:lnTo>
                    <a:pt x="11336" y="89933"/>
                  </a:lnTo>
                  <a:lnTo>
                    <a:pt x="12181" y="120790"/>
                  </a:lnTo>
                  <a:lnTo>
                    <a:pt x="13026" y="100590"/>
                  </a:lnTo>
                  <a:lnTo>
                    <a:pt x="13871" y="90990"/>
                  </a:lnTo>
                  <a:lnTo>
                    <a:pt x="14716" y="122127"/>
                  </a:lnTo>
                  <a:lnTo>
                    <a:pt x="15561" y="82253"/>
                  </a:lnTo>
                  <a:lnTo>
                    <a:pt x="16406" y="82853"/>
                  </a:lnTo>
                  <a:lnTo>
                    <a:pt x="17251" y="53830"/>
                  </a:lnTo>
                  <a:lnTo>
                    <a:pt x="18096" y="79350"/>
                  </a:lnTo>
                  <a:lnTo>
                    <a:pt x="18942" y="100446"/>
                  </a:lnTo>
                  <a:lnTo>
                    <a:pt x="19787" y="58909"/>
                  </a:lnTo>
                  <a:lnTo>
                    <a:pt x="20632" y="82524"/>
                  </a:lnTo>
                  <a:lnTo>
                    <a:pt x="21477" y="97138"/>
                  </a:lnTo>
                  <a:lnTo>
                    <a:pt x="22322" y="104055"/>
                  </a:lnTo>
                  <a:lnTo>
                    <a:pt x="23167" y="90347"/>
                  </a:lnTo>
                  <a:lnTo>
                    <a:pt x="24012" y="111936"/>
                  </a:lnTo>
                  <a:lnTo>
                    <a:pt x="24857" y="155489"/>
                  </a:lnTo>
                  <a:lnTo>
                    <a:pt x="25702" y="151777"/>
                  </a:lnTo>
                  <a:lnTo>
                    <a:pt x="26547" y="130632"/>
                  </a:lnTo>
                  <a:lnTo>
                    <a:pt x="27392" y="115587"/>
                  </a:lnTo>
                  <a:lnTo>
                    <a:pt x="28238" y="116390"/>
                  </a:lnTo>
                  <a:lnTo>
                    <a:pt x="29083" y="148749"/>
                  </a:lnTo>
                  <a:lnTo>
                    <a:pt x="29250" y="22878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l965"/>
            <p:cNvSpPr/>
            <p:nvPr/>
          </p:nvSpPr>
          <p:spPr>
            <a:xfrm>
              <a:off x="8916218" y="4080481"/>
              <a:ext cx="4804" cy="195681"/>
            </a:xfrm>
            <a:custGeom>
              <a:avLst/>
              <a:pathLst>
                <a:path w="4804" h="195681">
                  <a:moveTo>
                    <a:pt x="0" y="195681"/>
                  </a:moveTo>
                  <a:lnTo>
                    <a:pt x="303" y="14563"/>
                  </a:lnTo>
                  <a:lnTo>
                    <a:pt x="1148" y="35045"/>
                  </a:lnTo>
                  <a:lnTo>
                    <a:pt x="1993" y="50540"/>
                  </a:lnTo>
                  <a:lnTo>
                    <a:pt x="2838" y="0"/>
                  </a:lnTo>
                  <a:lnTo>
                    <a:pt x="3683" y="1473"/>
                  </a:lnTo>
                  <a:lnTo>
                    <a:pt x="4528" y="39086"/>
                  </a:lnTo>
                  <a:lnTo>
                    <a:pt x="4804" y="19568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8922184" y="4131605"/>
              <a:ext cx="2182" cy="144558"/>
            </a:xfrm>
            <a:custGeom>
              <a:avLst/>
              <a:pathLst>
                <a:path w="2182" h="144558">
                  <a:moveTo>
                    <a:pt x="0" y="144558"/>
                  </a:moveTo>
                  <a:lnTo>
                    <a:pt x="252" y="6768"/>
                  </a:lnTo>
                  <a:lnTo>
                    <a:pt x="1097" y="0"/>
                  </a:lnTo>
                  <a:lnTo>
                    <a:pt x="1942" y="16354"/>
                  </a:lnTo>
                  <a:lnTo>
                    <a:pt x="2182" y="1445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8925597" y="4147954"/>
              <a:ext cx="1304" cy="128208"/>
            </a:xfrm>
            <a:custGeom>
              <a:avLst/>
              <a:pathLst>
                <a:path w="1304" h="128208">
                  <a:moveTo>
                    <a:pt x="0" y="128208"/>
                  </a:moveTo>
                  <a:lnTo>
                    <a:pt x="219" y="14374"/>
                  </a:lnTo>
                  <a:lnTo>
                    <a:pt x="1064" y="0"/>
                  </a:lnTo>
                  <a:lnTo>
                    <a:pt x="1304" y="12820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8928143" y="4167051"/>
              <a:ext cx="7938" cy="109111"/>
            </a:xfrm>
            <a:custGeom>
              <a:avLst/>
              <a:pathLst>
                <a:path w="7938" h="109111">
                  <a:moveTo>
                    <a:pt x="0" y="109111"/>
                  </a:moveTo>
                  <a:lnTo>
                    <a:pt x="209" y="2490"/>
                  </a:lnTo>
                  <a:lnTo>
                    <a:pt x="1054" y="0"/>
                  </a:lnTo>
                  <a:lnTo>
                    <a:pt x="1899" y="5054"/>
                  </a:lnTo>
                  <a:lnTo>
                    <a:pt x="2744" y="1079"/>
                  </a:lnTo>
                  <a:lnTo>
                    <a:pt x="3589" y="40320"/>
                  </a:lnTo>
                  <a:lnTo>
                    <a:pt x="4434" y="25746"/>
                  </a:lnTo>
                  <a:lnTo>
                    <a:pt x="5279" y="19038"/>
                  </a:lnTo>
                  <a:lnTo>
                    <a:pt x="6125" y="15696"/>
                  </a:lnTo>
                  <a:lnTo>
                    <a:pt x="6970" y="29238"/>
                  </a:lnTo>
                  <a:lnTo>
                    <a:pt x="7815" y="53965"/>
                  </a:lnTo>
                  <a:lnTo>
                    <a:pt x="7938" y="10911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l969"/>
            <p:cNvSpPr/>
            <p:nvPr/>
          </p:nvSpPr>
          <p:spPr>
            <a:xfrm>
              <a:off x="8937508" y="4211360"/>
              <a:ext cx="5267" cy="64802"/>
            </a:xfrm>
            <a:custGeom>
              <a:avLst/>
              <a:pathLst>
                <a:path w="5267" h="64802">
                  <a:moveTo>
                    <a:pt x="0" y="64802"/>
                  </a:moveTo>
                  <a:lnTo>
                    <a:pt x="140" y="0"/>
                  </a:lnTo>
                  <a:lnTo>
                    <a:pt x="986" y="16242"/>
                  </a:lnTo>
                  <a:lnTo>
                    <a:pt x="1831" y="4631"/>
                  </a:lnTo>
                  <a:lnTo>
                    <a:pt x="2676" y="31523"/>
                  </a:lnTo>
                  <a:lnTo>
                    <a:pt x="3521" y="50358"/>
                  </a:lnTo>
                  <a:lnTo>
                    <a:pt x="4366" y="54618"/>
                  </a:lnTo>
                  <a:lnTo>
                    <a:pt x="5211" y="41743"/>
                  </a:lnTo>
                  <a:lnTo>
                    <a:pt x="5267" y="648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8945217" y="4252965"/>
              <a:ext cx="1758" cy="23197"/>
            </a:xfrm>
            <a:custGeom>
              <a:avLst/>
              <a:pathLst>
                <a:path w="1758" h="23197">
                  <a:moveTo>
                    <a:pt x="0" y="23197"/>
                  </a:moveTo>
                  <a:lnTo>
                    <a:pt x="37" y="8348"/>
                  </a:lnTo>
                  <a:lnTo>
                    <a:pt x="882" y="0"/>
                  </a:lnTo>
                  <a:lnTo>
                    <a:pt x="1727" y="10824"/>
                  </a:lnTo>
                  <a:lnTo>
                    <a:pt x="1758" y="2319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8950231" y="4235474"/>
              <a:ext cx="188" cy="40688"/>
            </a:xfrm>
            <a:custGeom>
              <a:avLst/>
              <a:pathLst>
                <a:path w="188" h="40688">
                  <a:moveTo>
                    <a:pt x="0" y="40688"/>
                  </a:moveTo>
                  <a:lnTo>
                    <a:pt x="94" y="0"/>
                  </a:lnTo>
                  <a:lnTo>
                    <a:pt x="188" y="406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8953646" y="4239064"/>
              <a:ext cx="1835" cy="37098"/>
            </a:xfrm>
            <a:custGeom>
              <a:avLst/>
              <a:pathLst>
                <a:path w="1835" h="37098">
                  <a:moveTo>
                    <a:pt x="0" y="37098"/>
                  </a:moveTo>
                  <a:lnTo>
                    <a:pt x="58" y="12863"/>
                  </a:lnTo>
                  <a:lnTo>
                    <a:pt x="903" y="169"/>
                  </a:lnTo>
                  <a:lnTo>
                    <a:pt x="1749" y="0"/>
                  </a:lnTo>
                  <a:lnTo>
                    <a:pt x="1835" y="3709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l973"/>
            <p:cNvSpPr/>
            <p:nvPr/>
          </p:nvSpPr>
          <p:spPr>
            <a:xfrm>
              <a:off x="8959540" y="4241786"/>
              <a:ext cx="162" cy="34376"/>
            </a:xfrm>
            <a:custGeom>
              <a:avLst/>
              <a:pathLst>
                <a:path w="162" h="34376">
                  <a:moveTo>
                    <a:pt x="0" y="34376"/>
                  </a:moveTo>
                  <a:lnTo>
                    <a:pt x="81" y="0"/>
                  </a:lnTo>
                  <a:lnTo>
                    <a:pt x="162" y="343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l974"/>
            <p:cNvSpPr/>
            <p:nvPr/>
          </p:nvSpPr>
          <p:spPr>
            <a:xfrm>
              <a:off x="8962076" y="4242218"/>
              <a:ext cx="160" cy="33944"/>
            </a:xfrm>
            <a:custGeom>
              <a:avLst/>
              <a:pathLst>
                <a:path w="160" h="33944">
                  <a:moveTo>
                    <a:pt x="0" y="33944"/>
                  </a:moveTo>
                  <a:lnTo>
                    <a:pt x="80" y="0"/>
                  </a:lnTo>
                  <a:lnTo>
                    <a:pt x="160" y="339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l975"/>
            <p:cNvSpPr/>
            <p:nvPr/>
          </p:nvSpPr>
          <p:spPr>
            <a:xfrm>
              <a:off x="8965326" y="4168536"/>
              <a:ext cx="421" cy="107626"/>
            </a:xfrm>
            <a:custGeom>
              <a:avLst/>
              <a:pathLst>
                <a:path w="421" h="107626">
                  <a:moveTo>
                    <a:pt x="0" y="107626"/>
                  </a:moveTo>
                  <a:lnTo>
                    <a:pt x="210" y="0"/>
                  </a:lnTo>
                  <a:lnTo>
                    <a:pt x="421" y="10762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l976"/>
            <p:cNvSpPr/>
            <p:nvPr/>
          </p:nvSpPr>
          <p:spPr>
            <a:xfrm>
              <a:off x="8967022" y="4144857"/>
              <a:ext cx="5468" cy="131305"/>
            </a:xfrm>
            <a:custGeom>
              <a:avLst/>
              <a:pathLst>
                <a:path w="5468" h="131305">
                  <a:moveTo>
                    <a:pt x="0" y="131305"/>
                  </a:moveTo>
                  <a:lnTo>
                    <a:pt x="205" y="27557"/>
                  </a:lnTo>
                  <a:lnTo>
                    <a:pt x="1050" y="41699"/>
                  </a:lnTo>
                  <a:lnTo>
                    <a:pt x="1895" y="36970"/>
                  </a:lnTo>
                  <a:lnTo>
                    <a:pt x="2740" y="31265"/>
                  </a:lnTo>
                  <a:lnTo>
                    <a:pt x="3585" y="41525"/>
                  </a:lnTo>
                  <a:lnTo>
                    <a:pt x="4430" y="0"/>
                  </a:lnTo>
                  <a:lnTo>
                    <a:pt x="5275" y="35520"/>
                  </a:lnTo>
                  <a:lnTo>
                    <a:pt x="5468" y="1313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l977"/>
            <p:cNvSpPr/>
            <p:nvPr/>
          </p:nvSpPr>
          <p:spPr>
            <a:xfrm>
              <a:off x="8974640" y="4161222"/>
              <a:ext cx="2081" cy="114940"/>
            </a:xfrm>
            <a:custGeom>
              <a:avLst/>
              <a:pathLst>
                <a:path w="2081" h="114940">
                  <a:moveTo>
                    <a:pt x="0" y="114940"/>
                  </a:moveTo>
                  <a:lnTo>
                    <a:pt x="192" y="19566"/>
                  </a:lnTo>
                  <a:lnTo>
                    <a:pt x="1037" y="0"/>
                  </a:lnTo>
                  <a:lnTo>
                    <a:pt x="1882" y="15352"/>
                  </a:lnTo>
                  <a:lnTo>
                    <a:pt x="2081" y="11494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l978"/>
            <p:cNvSpPr/>
            <p:nvPr/>
          </p:nvSpPr>
          <p:spPr>
            <a:xfrm>
              <a:off x="8977998" y="4166091"/>
              <a:ext cx="1255" cy="110071"/>
            </a:xfrm>
            <a:custGeom>
              <a:avLst/>
              <a:pathLst>
                <a:path w="1255" h="110071">
                  <a:moveTo>
                    <a:pt x="0" y="110071"/>
                  </a:moveTo>
                  <a:lnTo>
                    <a:pt x="214" y="0"/>
                  </a:lnTo>
                  <a:lnTo>
                    <a:pt x="1059" y="12539"/>
                  </a:lnTo>
                  <a:lnTo>
                    <a:pt x="1255" y="11007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l979"/>
            <p:cNvSpPr/>
            <p:nvPr/>
          </p:nvSpPr>
          <p:spPr>
            <a:xfrm>
              <a:off x="8984083" y="4257777"/>
              <a:ext cx="90" cy="18385"/>
            </a:xfrm>
            <a:custGeom>
              <a:avLst/>
              <a:pathLst>
                <a:path w="90" h="18385">
                  <a:moveTo>
                    <a:pt x="0" y="18385"/>
                  </a:moveTo>
                  <a:lnTo>
                    <a:pt x="45" y="0"/>
                  </a:lnTo>
                  <a:lnTo>
                    <a:pt x="90" y="183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l980"/>
            <p:cNvSpPr/>
            <p:nvPr/>
          </p:nvSpPr>
          <p:spPr>
            <a:xfrm>
              <a:off x="8992548" y="4241389"/>
              <a:ext cx="4296" cy="34773"/>
            </a:xfrm>
            <a:custGeom>
              <a:avLst/>
              <a:pathLst>
                <a:path w="4296" h="34773">
                  <a:moveTo>
                    <a:pt x="0" y="34773"/>
                  </a:moveTo>
                  <a:lnTo>
                    <a:pt x="31" y="22372"/>
                  </a:lnTo>
                  <a:lnTo>
                    <a:pt x="876" y="0"/>
                  </a:lnTo>
                  <a:lnTo>
                    <a:pt x="1721" y="15750"/>
                  </a:lnTo>
                  <a:lnTo>
                    <a:pt x="2566" y="29697"/>
                  </a:lnTo>
                  <a:lnTo>
                    <a:pt x="3411" y="13720"/>
                  </a:lnTo>
                  <a:lnTo>
                    <a:pt x="4256" y="18670"/>
                  </a:lnTo>
                  <a:lnTo>
                    <a:pt x="4296" y="3477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g981"/>
            <p:cNvSpPr/>
            <p:nvPr/>
          </p:nvSpPr>
          <p:spPr>
            <a:xfrm>
              <a:off x="693775" y="2757397"/>
              <a:ext cx="8304720" cy="1518765"/>
            </a:xfrm>
            <a:custGeom>
              <a:avLst/>
              <a:pathLst>
                <a:path w="8304720" h="1518765">
                  <a:moveTo>
                    <a:pt x="0" y="977922"/>
                  </a:moveTo>
                  <a:lnTo>
                    <a:pt x="845" y="892042"/>
                  </a:lnTo>
                  <a:lnTo>
                    <a:pt x="1690" y="841410"/>
                  </a:lnTo>
                  <a:lnTo>
                    <a:pt x="2535" y="850186"/>
                  </a:lnTo>
                  <a:lnTo>
                    <a:pt x="3380" y="914872"/>
                  </a:lnTo>
                  <a:lnTo>
                    <a:pt x="4225" y="815981"/>
                  </a:lnTo>
                  <a:lnTo>
                    <a:pt x="5070" y="896874"/>
                  </a:lnTo>
                  <a:lnTo>
                    <a:pt x="5915" y="918539"/>
                  </a:lnTo>
                  <a:lnTo>
                    <a:pt x="6760" y="923359"/>
                  </a:lnTo>
                  <a:lnTo>
                    <a:pt x="7605" y="911989"/>
                  </a:lnTo>
                  <a:lnTo>
                    <a:pt x="8450" y="760657"/>
                  </a:lnTo>
                  <a:lnTo>
                    <a:pt x="9296" y="662157"/>
                  </a:lnTo>
                  <a:lnTo>
                    <a:pt x="10141" y="679093"/>
                  </a:lnTo>
                  <a:lnTo>
                    <a:pt x="10986" y="679222"/>
                  </a:lnTo>
                  <a:lnTo>
                    <a:pt x="11831" y="533599"/>
                  </a:lnTo>
                  <a:lnTo>
                    <a:pt x="12676" y="540639"/>
                  </a:lnTo>
                  <a:lnTo>
                    <a:pt x="13521" y="506462"/>
                  </a:lnTo>
                  <a:lnTo>
                    <a:pt x="14366" y="508427"/>
                  </a:lnTo>
                  <a:lnTo>
                    <a:pt x="15211" y="490307"/>
                  </a:lnTo>
                  <a:lnTo>
                    <a:pt x="16056" y="459760"/>
                  </a:lnTo>
                  <a:lnTo>
                    <a:pt x="16901" y="429293"/>
                  </a:lnTo>
                  <a:lnTo>
                    <a:pt x="17746" y="342671"/>
                  </a:lnTo>
                  <a:lnTo>
                    <a:pt x="18592" y="342852"/>
                  </a:lnTo>
                  <a:lnTo>
                    <a:pt x="19437" y="342627"/>
                  </a:lnTo>
                  <a:lnTo>
                    <a:pt x="20282" y="309567"/>
                  </a:lnTo>
                  <a:lnTo>
                    <a:pt x="21127" y="282922"/>
                  </a:lnTo>
                  <a:lnTo>
                    <a:pt x="21972" y="255176"/>
                  </a:lnTo>
                  <a:lnTo>
                    <a:pt x="22817" y="190694"/>
                  </a:lnTo>
                  <a:lnTo>
                    <a:pt x="23662" y="151576"/>
                  </a:lnTo>
                  <a:lnTo>
                    <a:pt x="24507" y="85267"/>
                  </a:lnTo>
                  <a:lnTo>
                    <a:pt x="25352" y="37076"/>
                  </a:lnTo>
                  <a:lnTo>
                    <a:pt x="26197" y="65980"/>
                  </a:lnTo>
                  <a:lnTo>
                    <a:pt x="27042" y="49661"/>
                  </a:lnTo>
                  <a:lnTo>
                    <a:pt x="27888" y="66728"/>
                  </a:lnTo>
                  <a:lnTo>
                    <a:pt x="28733" y="63879"/>
                  </a:lnTo>
                  <a:lnTo>
                    <a:pt x="29578" y="0"/>
                  </a:lnTo>
                  <a:lnTo>
                    <a:pt x="30423" y="53290"/>
                  </a:lnTo>
                  <a:lnTo>
                    <a:pt x="31268" y="84059"/>
                  </a:lnTo>
                  <a:lnTo>
                    <a:pt x="32113" y="65767"/>
                  </a:lnTo>
                  <a:lnTo>
                    <a:pt x="32958" y="86504"/>
                  </a:lnTo>
                  <a:lnTo>
                    <a:pt x="33803" y="194189"/>
                  </a:lnTo>
                  <a:lnTo>
                    <a:pt x="34648" y="214074"/>
                  </a:lnTo>
                  <a:lnTo>
                    <a:pt x="35493" y="205446"/>
                  </a:lnTo>
                  <a:lnTo>
                    <a:pt x="36338" y="209309"/>
                  </a:lnTo>
                  <a:lnTo>
                    <a:pt x="37184" y="174194"/>
                  </a:lnTo>
                  <a:lnTo>
                    <a:pt x="38029" y="169793"/>
                  </a:lnTo>
                  <a:lnTo>
                    <a:pt x="38874" y="160927"/>
                  </a:lnTo>
                  <a:lnTo>
                    <a:pt x="39719" y="140246"/>
                  </a:lnTo>
                  <a:lnTo>
                    <a:pt x="40564" y="29080"/>
                  </a:lnTo>
                  <a:lnTo>
                    <a:pt x="41409" y="51491"/>
                  </a:lnTo>
                  <a:lnTo>
                    <a:pt x="42254" y="29905"/>
                  </a:lnTo>
                  <a:lnTo>
                    <a:pt x="43099" y="98821"/>
                  </a:lnTo>
                  <a:lnTo>
                    <a:pt x="43944" y="297224"/>
                  </a:lnTo>
                  <a:lnTo>
                    <a:pt x="44789" y="279655"/>
                  </a:lnTo>
                  <a:lnTo>
                    <a:pt x="45634" y="344615"/>
                  </a:lnTo>
                  <a:lnTo>
                    <a:pt x="46480" y="377729"/>
                  </a:lnTo>
                  <a:lnTo>
                    <a:pt x="47325" y="383729"/>
                  </a:lnTo>
                  <a:lnTo>
                    <a:pt x="48170" y="399225"/>
                  </a:lnTo>
                  <a:lnTo>
                    <a:pt x="49015" y="403898"/>
                  </a:lnTo>
                  <a:lnTo>
                    <a:pt x="49860" y="404301"/>
                  </a:lnTo>
                  <a:lnTo>
                    <a:pt x="50705" y="403047"/>
                  </a:lnTo>
                  <a:lnTo>
                    <a:pt x="51550" y="423788"/>
                  </a:lnTo>
                  <a:lnTo>
                    <a:pt x="52395" y="432581"/>
                  </a:lnTo>
                  <a:lnTo>
                    <a:pt x="53240" y="505494"/>
                  </a:lnTo>
                  <a:lnTo>
                    <a:pt x="54085" y="477815"/>
                  </a:lnTo>
                  <a:lnTo>
                    <a:pt x="54930" y="465194"/>
                  </a:lnTo>
                  <a:lnTo>
                    <a:pt x="55776" y="430821"/>
                  </a:lnTo>
                  <a:lnTo>
                    <a:pt x="56621" y="396380"/>
                  </a:lnTo>
                  <a:lnTo>
                    <a:pt x="57466" y="409930"/>
                  </a:lnTo>
                  <a:lnTo>
                    <a:pt x="58311" y="475549"/>
                  </a:lnTo>
                  <a:lnTo>
                    <a:pt x="59156" y="531817"/>
                  </a:lnTo>
                  <a:lnTo>
                    <a:pt x="60001" y="474720"/>
                  </a:lnTo>
                  <a:lnTo>
                    <a:pt x="60846" y="515120"/>
                  </a:lnTo>
                  <a:lnTo>
                    <a:pt x="61691" y="524155"/>
                  </a:lnTo>
                  <a:lnTo>
                    <a:pt x="62536" y="546968"/>
                  </a:lnTo>
                  <a:lnTo>
                    <a:pt x="63381" y="611472"/>
                  </a:lnTo>
                  <a:lnTo>
                    <a:pt x="64227" y="683895"/>
                  </a:lnTo>
                  <a:lnTo>
                    <a:pt x="65072" y="719377"/>
                  </a:lnTo>
                  <a:lnTo>
                    <a:pt x="65917" y="767747"/>
                  </a:lnTo>
                  <a:lnTo>
                    <a:pt x="66762" y="1518765"/>
                  </a:lnTo>
                  <a:lnTo>
                    <a:pt x="67607" y="675404"/>
                  </a:lnTo>
                  <a:lnTo>
                    <a:pt x="68452" y="643669"/>
                  </a:lnTo>
                  <a:lnTo>
                    <a:pt x="69297" y="736690"/>
                  </a:lnTo>
                  <a:lnTo>
                    <a:pt x="70142" y="796747"/>
                  </a:lnTo>
                  <a:lnTo>
                    <a:pt x="70987" y="855699"/>
                  </a:lnTo>
                  <a:lnTo>
                    <a:pt x="71832" y="834269"/>
                  </a:lnTo>
                  <a:lnTo>
                    <a:pt x="72677" y="813586"/>
                  </a:lnTo>
                  <a:lnTo>
                    <a:pt x="73523" y="812294"/>
                  </a:lnTo>
                  <a:lnTo>
                    <a:pt x="74368" y="802514"/>
                  </a:lnTo>
                  <a:lnTo>
                    <a:pt x="75213" y="894603"/>
                  </a:lnTo>
                  <a:lnTo>
                    <a:pt x="76058" y="927383"/>
                  </a:lnTo>
                  <a:lnTo>
                    <a:pt x="76903" y="1010872"/>
                  </a:lnTo>
                  <a:lnTo>
                    <a:pt x="77748" y="1025363"/>
                  </a:lnTo>
                  <a:lnTo>
                    <a:pt x="78593" y="1056953"/>
                  </a:lnTo>
                  <a:lnTo>
                    <a:pt x="79438" y="1116531"/>
                  </a:lnTo>
                  <a:lnTo>
                    <a:pt x="80283" y="1131006"/>
                  </a:lnTo>
                  <a:lnTo>
                    <a:pt x="81128" y="1088440"/>
                  </a:lnTo>
                  <a:lnTo>
                    <a:pt x="81973" y="1099462"/>
                  </a:lnTo>
                  <a:lnTo>
                    <a:pt x="82819" y="1081334"/>
                  </a:lnTo>
                  <a:lnTo>
                    <a:pt x="83664" y="1518765"/>
                  </a:lnTo>
                  <a:lnTo>
                    <a:pt x="84509" y="1127427"/>
                  </a:lnTo>
                  <a:lnTo>
                    <a:pt x="85354" y="1132270"/>
                  </a:lnTo>
                  <a:lnTo>
                    <a:pt x="86199" y="1142535"/>
                  </a:lnTo>
                  <a:lnTo>
                    <a:pt x="87044" y="1176874"/>
                  </a:lnTo>
                  <a:lnTo>
                    <a:pt x="87889" y="1166028"/>
                  </a:lnTo>
                  <a:lnTo>
                    <a:pt x="88734" y="1159231"/>
                  </a:lnTo>
                  <a:lnTo>
                    <a:pt x="89579" y="1181135"/>
                  </a:lnTo>
                  <a:lnTo>
                    <a:pt x="90424" y="1166720"/>
                  </a:lnTo>
                  <a:lnTo>
                    <a:pt x="91269" y="1195649"/>
                  </a:lnTo>
                  <a:lnTo>
                    <a:pt x="92115" y="1205774"/>
                  </a:lnTo>
                  <a:lnTo>
                    <a:pt x="92960" y="1518765"/>
                  </a:lnTo>
                  <a:lnTo>
                    <a:pt x="93805" y="1317720"/>
                  </a:lnTo>
                  <a:lnTo>
                    <a:pt x="94650" y="1312755"/>
                  </a:lnTo>
                  <a:lnTo>
                    <a:pt x="95495" y="1368915"/>
                  </a:lnTo>
                  <a:lnTo>
                    <a:pt x="96340" y="1356793"/>
                  </a:lnTo>
                  <a:lnTo>
                    <a:pt x="97185" y="1310141"/>
                  </a:lnTo>
                  <a:lnTo>
                    <a:pt x="98030" y="1342338"/>
                  </a:lnTo>
                  <a:lnTo>
                    <a:pt x="98875" y="1294544"/>
                  </a:lnTo>
                  <a:lnTo>
                    <a:pt x="99720" y="1336626"/>
                  </a:lnTo>
                  <a:lnTo>
                    <a:pt x="100565" y="1283723"/>
                  </a:lnTo>
                  <a:lnTo>
                    <a:pt x="101411" y="1248489"/>
                  </a:lnTo>
                  <a:lnTo>
                    <a:pt x="102256" y="1281280"/>
                  </a:lnTo>
                  <a:lnTo>
                    <a:pt x="103101" y="1298430"/>
                  </a:lnTo>
                  <a:lnTo>
                    <a:pt x="103946" y="1282155"/>
                  </a:lnTo>
                  <a:lnTo>
                    <a:pt x="104791" y="1313803"/>
                  </a:lnTo>
                  <a:lnTo>
                    <a:pt x="105636" y="1326892"/>
                  </a:lnTo>
                  <a:lnTo>
                    <a:pt x="106481" y="1358554"/>
                  </a:lnTo>
                  <a:lnTo>
                    <a:pt x="107326" y="1518765"/>
                  </a:lnTo>
                  <a:lnTo>
                    <a:pt x="108171" y="1341612"/>
                  </a:lnTo>
                  <a:lnTo>
                    <a:pt x="109016" y="1321787"/>
                  </a:lnTo>
                  <a:lnTo>
                    <a:pt x="109861" y="1311192"/>
                  </a:lnTo>
                  <a:lnTo>
                    <a:pt x="110707" y="1283363"/>
                  </a:lnTo>
                  <a:lnTo>
                    <a:pt x="111552" y="1281717"/>
                  </a:lnTo>
                  <a:lnTo>
                    <a:pt x="112397" y="1323095"/>
                  </a:lnTo>
                  <a:lnTo>
                    <a:pt x="113242" y="1313056"/>
                  </a:lnTo>
                  <a:lnTo>
                    <a:pt x="114087" y="1313696"/>
                  </a:lnTo>
                  <a:lnTo>
                    <a:pt x="114932" y="1518765"/>
                  </a:lnTo>
                  <a:lnTo>
                    <a:pt x="115777" y="1518765"/>
                  </a:lnTo>
                  <a:lnTo>
                    <a:pt x="116622" y="1518765"/>
                  </a:lnTo>
                  <a:lnTo>
                    <a:pt x="117467" y="1518765"/>
                  </a:lnTo>
                  <a:lnTo>
                    <a:pt x="118312" y="1273401"/>
                  </a:lnTo>
                  <a:lnTo>
                    <a:pt x="119157" y="1272110"/>
                  </a:lnTo>
                  <a:lnTo>
                    <a:pt x="120003" y="1260053"/>
                  </a:lnTo>
                  <a:lnTo>
                    <a:pt x="120848" y="1262622"/>
                  </a:lnTo>
                  <a:lnTo>
                    <a:pt x="121693" y="1281970"/>
                  </a:lnTo>
                  <a:lnTo>
                    <a:pt x="122538" y="1299055"/>
                  </a:lnTo>
                  <a:lnTo>
                    <a:pt x="123383" y="1304948"/>
                  </a:lnTo>
                  <a:lnTo>
                    <a:pt x="124228" y="1273881"/>
                  </a:lnTo>
                  <a:lnTo>
                    <a:pt x="125073" y="1257758"/>
                  </a:lnTo>
                  <a:lnTo>
                    <a:pt x="125918" y="1265407"/>
                  </a:lnTo>
                  <a:lnTo>
                    <a:pt x="126763" y="1253331"/>
                  </a:lnTo>
                  <a:lnTo>
                    <a:pt x="127608" y="1285316"/>
                  </a:lnTo>
                  <a:lnTo>
                    <a:pt x="128454" y="1249810"/>
                  </a:lnTo>
                  <a:lnTo>
                    <a:pt x="129299" y="1262908"/>
                  </a:lnTo>
                  <a:lnTo>
                    <a:pt x="130144" y="1266530"/>
                  </a:lnTo>
                  <a:lnTo>
                    <a:pt x="130989" y="1260962"/>
                  </a:lnTo>
                  <a:lnTo>
                    <a:pt x="131834" y="1273686"/>
                  </a:lnTo>
                  <a:lnTo>
                    <a:pt x="132679" y="1268937"/>
                  </a:lnTo>
                  <a:lnTo>
                    <a:pt x="133524" y="1518765"/>
                  </a:lnTo>
                  <a:lnTo>
                    <a:pt x="134369" y="1518765"/>
                  </a:lnTo>
                  <a:lnTo>
                    <a:pt x="135214" y="1272358"/>
                  </a:lnTo>
                  <a:lnTo>
                    <a:pt x="136059" y="1270658"/>
                  </a:lnTo>
                  <a:lnTo>
                    <a:pt x="136904" y="1276341"/>
                  </a:lnTo>
                  <a:lnTo>
                    <a:pt x="137750" y="1286488"/>
                  </a:lnTo>
                  <a:lnTo>
                    <a:pt x="138595" y="1316468"/>
                  </a:lnTo>
                  <a:lnTo>
                    <a:pt x="139440" y="1298545"/>
                  </a:lnTo>
                  <a:lnTo>
                    <a:pt x="140285" y="1298310"/>
                  </a:lnTo>
                  <a:lnTo>
                    <a:pt x="141130" y="1339203"/>
                  </a:lnTo>
                  <a:lnTo>
                    <a:pt x="141975" y="1324688"/>
                  </a:lnTo>
                  <a:lnTo>
                    <a:pt x="142820" y="1374914"/>
                  </a:lnTo>
                  <a:lnTo>
                    <a:pt x="143665" y="1375884"/>
                  </a:lnTo>
                  <a:lnTo>
                    <a:pt x="144510" y="1373286"/>
                  </a:lnTo>
                  <a:lnTo>
                    <a:pt x="145355" y="1387680"/>
                  </a:lnTo>
                  <a:lnTo>
                    <a:pt x="146200" y="1378699"/>
                  </a:lnTo>
                  <a:lnTo>
                    <a:pt x="147046" y="1402326"/>
                  </a:lnTo>
                  <a:lnTo>
                    <a:pt x="147891" y="1415988"/>
                  </a:lnTo>
                  <a:lnTo>
                    <a:pt x="148736" y="1428945"/>
                  </a:lnTo>
                  <a:lnTo>
                    <a:pt x="149581" y="1420020"/>
                  </a:lnTo>
                  <a:lnTo>
                    <a:pt x="150426" y="1413264"/>
                  </a:lnTo>
                  <a:lnTo>
                    <a:pt x="151271" y="1398374"/>
                  </a:lnTo>
                  <a:lnTo>
                    <a:pt x="152116" y="1407505"/>
                  </a:lnTo>
                  <a:lnTo>
                    <a:pt x="152961" y="1406365"/>
                  </a:lnTo>
                  <a:lnTo>
                    <a:pt x="153806" y="1395550"/>
                  </a:lnTo>
                  <a:lnTo>
                    <a:pt x="154651" y="1382709"/>
                  </a:lnTo>
                  <a:lnTo>
                    <a:pt x="155496" y="1377927"/>
                  </a:lnTo>
                  <a:lnTo>
                    <a:pt x="156342" y="1363597"/>
                  </a:lnTo>
                  <a:lnTo>
                    <a:pt x="157187" y="1360306"/>
                  </a:lnTo>
                  <a:lnTo>
                    <a:pt x="158032" y="1362059"/>
                  </a:lnTo>
                  <a:lnTo>
                    <a:pt x="158877" y="1332230"/>
                  </a:lnTo>
                  <a:lnTo>
                    <a:pt x="159722" y="1329919"/>
                  </a:lnTo>
                  <a:lnTo>
                    <a:pt x="160567" y="1326939"/>
                  </a:lnTo>
                  <a:lnTo>
                    <a:pt x="161412" y="1304140"/>
                  </a:lnTo>
                  <a:lnTo>
                    <a:pt x="162257" y="1308008"/>
                  </a:lnTo>
                  <a:lnTo>
                    <a:pt x="163102" y="1281161"/>
                  </a:lnTo>
                  <a:lnTo>
                    <a:pt x="163947" y="1332172"/>
                  </a:lnTo>
                  <a:lnTo>
                    <a:pt x="164792" y="1293890"/>
                  </a:lnTo>
                  <a:lnTo>
                    <a:pt x="165638" y="1269439"/>
                  </a:lnTo>
                  <a:lnTo>
                    <a:pt x="166483" y="1250590"/>
                  </a:lnTo>
                  <a:lnTo>
                    <a:pt x="167328" y="1236197"/>
                  </a:lnTo>
                  <a:lnTo>
                    <a:pt x="168173" y="1287045"/>
                  </a:lnTo>
                  <a:lnTo>
                    <a:pt x="169018" y="1249411"/>
                  </a:lnTo>
                  <a:lnTo>
                    <a:pt x="169863" y="1233964"/>
                  </a:lnTo>
                  <a:lnTo>
                    <a:pt x="170708" y="1203241"/>
                  </a:lnTo>
                  <a:lnTo>
                    <a:pt x="171553" y="1203622"/>
                  </a:lnTo>
                  <a:lnTo>
                    <a:pt x="172398" y="1236404"/>
                  </a:lnTo>
                  <a:lnTo>
                    <a:pt x="173243" y="1243452"/>
                  </a:lnTo>
                  <a:lnTo>
                    <a:pt x="174088" y="1285732"/>
                  </a:lnTo>
                  <a:lnTo>
                    <a:pt x="174934" y="1249028"/>
                  </a:lnTo>
                  <a:lnTo>
                    <a:pt x="175779" y="1327041"/>
                  </a:lnTo>
                  <a:lnTo>
                    <a:pt x="176624" y="1518765"/>
                  </a:lnTo>
                  <a:lnTo>
                    <a:pt x="177469" y="1294851"/>
                  </a:lnTo>
                  <a:lnTo>
                    <a:pt x="178314" y="1278516"/>
                  </a:lnTo>
                  <a:lnTo>
                    <a:pt x="179159" y="1518765"/>
                  </a:lnTo>
                  <a:lnTo>
                    <a:pt x="180004" y="1304517"/>
                  </a:lnTo>
                  <a:lnTo>
                    <a:pt x="180849" y="1308845"/>
                  </a:lnTo>
                  <a:lnTo>
                    <a:pt x="181694" y="1518765"/>
                  </a:lnTo>
                  <a:lnTo>
                    <a:pt x="182539" y="1313682"/>
                  </a:lnTo>
                  <a:lnTo>
                    <a:pt x="183384" y="1518765"/>
                  </a:lnTo>
                  <a:lnTo>
                    <a:pt x="184230" y="1518765"/>
                  </a:lnTo>
                  <a:lnTo>
                    <a:pt x="185075" y="1518765"/>
                  </a:lnTo>
                  <a:lnTo>
                    <a:pt x="185920" y="1131224"/>
                  </a:lnTo>
                  <a:lnTo>
                    <a:pt x="186765" y="1156890"/>
                  </a:lnTo>
                  <a:lnTo>
                    <a:pt x="187610" y="1191791"/>
                  </a:lnTo>
                  <a:lnTo>
                    <a:pt x="188455" y="1179889"/>
                  </a:lnTo>
                  <a:lnTo>
                    <a:pt x="189300" y="1191257"/>
                  </a:lnTo>
                  <a:lnTo>
                    <a:pt x="190145" y="1201467"/>
                  </a:lnTo>
                  <a:lnTo>
                    <a:pt x="190990" y="1518765"/>
                  </a:lnTo>
                  <a:lnTo>
                    <a:pt x="191835" y="1215095"/>
                  </a:lnTo>
                  <a:lnTo>
                    <a:pt x="192681" y="1142949"/>
                  </a:lnTo>
                  <a:lnTo>
                    <a:pt x="193526" y="1142903"/>
                  </a:lnTo>
                  <a:lnTo>
                    <a:pt x="194371" y="1107173"/>
                  </a:lnTo>
                  <a:lnTo>
                    <a:pt x="195216" y="1029960"/>
                  </a:lnTo>
                  <a:lnTo>
                    <a:pt x="196061" y="1028962"/>
                  </a:lnTo>
                  <a:lnTo>
                    <a:pt x="196906" y="1034665"/>
                  </a:lnTo>
                  <a:lnTo>
                    <a:pt x="197751" y="1032400"/>
                  </a:lnTo>
                  <a:lnTo>
                    <a:pt x="198596" y="954342"/>
                  </a:lnTo>
                  <a:lnTo>
                    <a:pt x="199441" y="888494"/>
                  </a:lnTo>
                  <a:lnTo>
                    <a:pt x="200286" y="1518765"/>
                  </a:lnTo>
                  <a:lnTo>
                    <a:pt x="201131" y="940051"/>
                  </a:lnTo>
                  <a:lnTo>
                    <a:pt x="201977" y="885552"/>
                  </a:lnTo>
                  <a:lnTo>
                    <a:pt x="202822" y="910501"/>
                  </a:lnTo>
                  <a:lnTo>
                    <a:pt x="203667" y="853998"/>
                  </a:lnTo>
                  <a:lnTo>
                    <a:pt x="204512" y="823952"/>
                  </a:lnTo>
                  <a:lnTo>
                    <a:pt x="205357" y="822070"/>
                  </a:lnTo>
                  <a:lnTo>
                    <a:pt x="206202" y="1518765"/>
                  </a:lnTo>
                  <a:lnTo>
                    <a:pt x="207047" y="841991"/>
                  </a:lnTo>
                  <a:lnTo>
                    <a:pt x="207892" y="812836"/>
                  </a:lnTo>
                  <a:lnTo>
                    <a:pt x="208737" y="830069"/>
                  </a:lnTo>
                  <a:lnTo>
                    <a:pt x="209582" y="1518765"/>
                  </a:lnTo>
                  <a:lnTo>
                    <a:pt x="210427" y="1518765"/>
                  </a:lnTo>
                  <a:lnTo>
                    <a:pt x="211273" y="910609"/>
                  </a:lnTo>
                  <a:lnTo>
                    <a:pt x="212118" y="950937"/>
                  </a:lnTo>
                  <a:lnTo>
                    <a:pt x="212963" y="1518765"/>
                  </a:lnTo>
                  <a:lnTo>
                    <a:pt x="213808" y="1046111"/>
                  </a:lnTo>
                  <a:lnTo>
                    <a:pt x="214653" y="1068409"/>
                  </a:lnTo>
                  <a:lnTo>
                    <a:pt x="215498" y="1167736"/>
                  </a:lnTo>
                  <a:lnTo>
                    <a:pt x="216343" y="1128189"/>
                  </a:lnTo>
                  <a:lnTo>
                    <a:pt x="217188" y="1134714"/>
                  </a:lnTo>
                  <a:lnTo>
                    <a:pt x="218033" y="1071977"/>
                  </a:lnTo>
                  <a:lnTo>
                    <a:pt x="218878" y="989761"/>
                  </a:lnTo>
                  <a:lnTo>
                    <a:pt x="219723" y="926983"/>
                  </a:lnTo>
                  <a:lnTo>
                    <a:pt x="220569" y="960188"/>
                  </a:lnTo>
                  <a:lnTo>
                    <a:pt x="221414" y="993761"/>
                  </a:lnTo>
                  <a:lnTo>
                    <a:pt x="222259" y="943296"/>
                  </a:lnTo>
                  <a:lnTo>
                    <a:pt x="223104" y="968556"/>
                  </a:lnTo>
                  <a:lnTo>
                    <a:pt x="223949" y="1047992"/>
                  </a:lnTo>
                  <a:lnTo>
                    <a:pt x="224794" y="1053050"/>
                  </a:lnTo>
                  <a:lnTo>
                    <a:pt x="225639" y="1518765"/>
                  </a:lnTo>
                  <a:lnTo>
                    <a:pt x="226484" y="1006160"/>
                  </a:lnTo>
                  <a:lnTo>
                    <a:pt x="227329" y="998743"/>
                  </a:lnTo>
                  <a:lnTo>
                    <a:pt x="228174" y="1051539"/>
                  </a:lnTo>
                  <a:lnTo>
                    <a:pt x="229019" y="1518765"/>
                  </a:lnTo>
                  <a:lnTo>
                    <a:pt x="229865" y="1518765"/>
                  </a:lnTo>
                  <a:lnTo>
                    <a:pt x="230710" y="1518765"/>
                  </a:lnTo>
                  <a:lnTo>
                    <a:pt x="231555" y="1518765"/>
                  </a:lnTo>
                  <a:lnTo>
                    <a:pt x="232400" y="1518765"/>
                  </a:lnTo>
                  <a:lnTo>
                    <a:pt x="233245" y="1020582"/>
                  </a:lnTo>
                  <a:lnTo>
                    <a:pt x="234090" y="951986"/>
                  </a:lnTo>
                  <a:lnTo>
                    <a:pt x="234935" y="899137"/>
                  </a:lnTo>
                  <a:lnTo>
                    <a:pt x="235780" y="832655"/>
                  </a:lnTo>
                  <a:lnTo>
                    <a:pt x="236625" y="857305"/>
                  </a:lnTo>
                  <a:lnTo>
                    <a:pt x="237470" y="777558"/>
                  </a:lnTo>
                  <a:lnTo>
                    <a:pt x="238315" y="791241"/>
                  </a:lnTo>
                  <a:lnTo>
                    <a:pt x="239161" y="824002"/>
                  </a:lnTo>
                  <a:lnTo>
                    <a:pt x="240006" y="887505"/>
                  </a:lnTo>
                  <a:lnTo>
                    <a:pt x="240851" y="984275"/>
                  </a:lnTo>
                  <a:lnTo>
                    <a:pt x="241696" y="1011173"/>
                  </a:lnTo>
                  <a:lnTo>
                    <a:pt x="242541" y="1518765"/>
                  </a:lnTo>
                  <a:lnTo>
                    <a:pt x="243386" y="1518765"/>
                  </a:lnTo>
                  <a:lnTo>
                    <a:pt x="244231" y="969491"/>
                  </a:lnTo>
                  <a:lnTo>
                    <a:pt x="245076" y="870989"/>
                  </a:lnTo>
                  <a:lnTo>
                    <a:pt x="245921" y="1518765"/>
                  </a:lnTo>
                  <a:lnTo>
                    <a:pt x="246766" y="1518765"/>
                  </a:lnTo>
                  <a:lnTo>
                    <a:pt x="247611" y="1518765"/>
                  </a:lnTo>
                  <a:lnTo>
                    <a:pt x="248457" y="991728"/>
                  </a:lnTo>
                  <a:lnTo>
                    <a:pt x="249302" y="1518765"/>
                  </a:lnTo>
                  <a:lnTo>
                    <a:pt x="250147" y="1518765"/>
                  </a:lnTo>
                  <a:lnTo>
                    <a:pt x="250992" y="1518765"/>
                  </a:lnTo>
                  <a:lnTo>
                    <a:pt x="251837" y="1518765"/>
                  </a:lnTo>
                  <a:lnTo>
                    <a:pt x="252682" y="1518765"/>
                  </a:lnTo>
                  <a:lnTo>
                    <a:pt x="253527" y="1518765"/>
                  </a:lnTo>
                  <a:lnTo>
                    <a:pt x="254372" y="1518765"/>
                  </a:lnTo>
                  <a:lnTo>
                    <a:pt x="255217" y="1518765"/>
                  </a:lnTo>
                  <a:lnTo>
                    <a:pt x="256062" y="1518765"/>
                  </a:lnTo>
                  <a:lnTo>
                    <a:pt x="256908" y="981763"/>
                  </a:lnTo>
                  <a:lnTo>
                    <a:pt x="257753" y="937443"/>
                  </a:lnTo>
                  <a:lnTo>
                    <a:pt x="258598" y="905073"/>
                  </a:lnTo>
                  <a:lnTo>
                    <a:pt x="259443" y="1518765"/>
                  </a:lnTo>
                  <a:lnTo>
                    <a:pt x="260288" y="1518765"/>
                  </a:lnTo>
                  <a:lnTo>
                    <a:pt x="261133" y="1518765"/>
                  </a:lnTo>
                  <a:lnTo>
                    <a:pt x="261978" y="704388"/>
                  </a:lnTo>
                  <a:lnTo>
                    <a:pt x="262823" y="1518765"/>
                  </a:lnTo>
                  <a:lnTo>
                    <a:pt x="263668" y="518887"/>
                  </a:lnTo>
                  <a:lnTo>
                    <a:pt x="264513" y="1518765"/>
                  </a:lnTo>
                  <a:lnTo>
                    <a:pt x="265358" y="314490"/>
                  </a:lnTo>
                  <a:lnTo>
                    <a:pt x="266204" y="260279"/>
                  </a:lnTo>
                  <a:lnTo>
                    <a:pt x="267049" y="262065"/>
                  </a:lnTo>
                  <a:lnTo>
                    <a:pt x="267894" y="205059"/>
                  </a:lnTo>
                  <a:lnTo>
                    <a:pt x="268739" y="197415"/>
                  </a:lnTo>
                  <a:lnTo>
                    <a:pt x="269584" y="156619"/>
                  </a:lnTo>
                  <a:lnTo>
                    <a:pt x="270429" y="120790"/>
                  </a:lnTo>
                  <a:lnTo>
                    <a:pt x="271274" y="61575"/>
                  </a:lnTo>
                  <a:lnTo>
                    <a:pt x="272119" y="128141"/>
                  </a:lnTo>
                  <a:lnTo>
                    <a:pt x="272964" y="192753"/>
                  </a:lnTo>
                  <a:lnTo>
                    <a:pt x="273809" y="178388"/>
                  </a:lnTo>
                  <a:lnTo>
                    <a:pt x="274654" y="164360"/>
                  </a:lnTo>
                  <a:lnTo>
                    <a:pt x="275500" y="207813"/>
                  </a:lnTo>
                  <a:lnTo>
                    <a:pt x="276345" y="226975"/>
                  </a:lnTo>
                  <a:lnTo>
                    <a:pt x="277190" y="220653"/>
                  </a:lnTo>
                  <a:lnTo>
                    <a:pt x="278035" y="163477"/>
                  </a:lnTo>
                  <a:lnTo>
                    <a:pt x="278880" y="182252"/>
                  </a:lnTo>
                  <a:lnTo>
                    <a:pt x="279725" y="168623"/>
                  </a:lnTo>
                  <a:lnTo>
                    <a:pt x="280570" y="132925"/>
                  </a:lnTo>
                  <a:lnTo>
                    <a:pt x="281415" y="60913"/>
                  </a:lnTo>
                  <a:lnTo>
                    <a:pt x="282260" y="80583"/>
                  </a:lnTo>
                  <a:lnTo>
                    <a:pt x="283105" y="48366"/>
                  </a:lnTo>
                  <a:lnTo>
                    <a:pt x="283950" y="26538"/>
                  </a:lnTo>
                  <a:lnTo>
                    <a:pt x="284796" y="60313"/>
                  </a:lnTo>
                  <a:lnTo>
                    <a:pt x="285641" y="122958"/>
                  </a:lnTo>
                  <a:lnTo>
                    <a:pt x="286486" y="231893"/>
                  </a:lnTo>
                  <a:lnTo>
                    <a:pt x="287331" y="160929"/>
                  </a:lnTo>
                  <a:lnTo>
                    <a:pt x="288176" y="142058"/>
                  </a:lnTo>
                  <a:lnTo>
                    <a:pt x="289021" y="235649"/>
                  </a:lnTo>
                  <a:lnTo>
                    <a:pt x="289866" y="279245"/>
                  </a:lnTo>
                  <a:lnTo>
                    <a:pt x="290711" y="355409"/>
                  </a:lnTo>
                  <a:lnTo>
                    <a:pt x="291556" y="450930"/>
                  </a:lnTo>
                  <a:lnTo>
                    <a:pt x="292401" y="500171"/>
                  </a:lnTo>
                  <a:lnTo>
                    <a:pt x="293246" y="1518765"/>
                  </a:lnTo>
                  <a:lnTo>
                    <a:pt x="294092" y="642811"/>
                  </a:lnTo>
                  <a:lnTo>
                    <a:pt x="294937" y="637462"/>
                  </a:lnTo>
                  <a:lnTo>
                    <a:pt x="295782" y="624090"/>
                  </a:lnTo>
                  <a:lnTo>
                    <a:pt x="296627" y="504073"/>
                  </a:lnTo>
                  <a:lnTo>
                    <a:pt x="297472" y="533055"/>
                  </a:lnTo>
                  <a:lnTo>
                    <a:pt x="298317" y="480595"/>
                  </a:lnTo>
                  <a:lnTo>
                    <a:pt x="299162" y="536499"/>
                  </a:lnTo>
                  <a:lnTo>
                    <a:pt x="300007" y="598431"/>
                  </a:lnTo>
                  <a:lnTo>
                    <a:pt x="300852" y="576938"/>
                  </a:lnTo>
                  <a:lnTo>
                    <a:pt x="301697" y="586871"/>
                  </a:lnTo>
                  <a:lnTo>
                    <a:pt x="302542" y="642594"/>
                  </a:lnTo>
                  <a:lnTo>
                    <a:pt x="303388" y="686584"/>
                  </a:lnTo>
                  <a:lnTo>
                    <a:pt x="304233" y="706771"/>
                  </a:lnTo>
                  <a:lnTo>
                    <a:pt x="305078" y="716941"/>
                  </a:lnTo>
                  <a:lnTo>
                    <a:pt x="305923" y="728665"/>
                  </a:lnTo>
                  <a:lnTo>
                    <a:pt x="306768" y="819322"/>
                  </a:lnTo>
                  <a:lnTo>
                    <a:pt x="307613" y="906909"/>
                  </a:lnTo>
                  <a:lnTo>
                    <a:pt x="308458" y="915171"/>
                  </a:lnTo>
                  <a:lnTo>
                    <a:pt x="309303" y="988000"/>
                  </a:lnTo>
                  <a:lnTo>
                    <a:pt x="310148" y="942162"/>
                  </a:lnTo>
                  <a:lnTo>
                    <a:pt x="310993" y="939498"/>
                  </a:lnTo>
                  <a:lnTo>
                    <a:pt x="311838" y="851949"/>
                  </a:lnTo>
                  <a:lnTo>
                    <a:pt x="312684" y="798036"/>
                  </a:lnTo>
                  <a:lnTo>
                    <a:pt x="313529" y="848833"/>
                  </a:lnTo>
                  <a:lnTo>
                    <a:pt x="314374" y="862995"/>
                  </a:lnTo>
                  <a:lnTo>
                    <a:pt x="315219" y="936250"/>
                  </a:lnTo>
                  <a:lnTo>
                    <a:pt x="316064" y="920166"/>
                  </a:lnTo>
                  <a:lnTo>
                    <a:pt x="316909" y="890232"/>
                  </a:lnTo>
                  <a:lnTo>
                    <a:pt x="317754" y="848090"/>
                  </a:lnTo>
                  <a:lnTo>
                    <a:pt x="318599" y="800204"/>
                  </a:lnTo>
                  <a:lnTo>
                    <a:pt x="319444" y="831530"/>
                  </a:lnTo>
                  <a:lnTo>
                    <a:pt x="320289" y="891495"/>
                  </a:lnTo>
                  <a:lnTo>
                    <a:pt x="321135" y="1518765"/>
                  </a:lnTo>
                  <a:lnTo>
                    <a:pt x="321980" y="912173"/>
                  </a:lnTo>
                  <a:lnTo>
                    <a:pt x="322825" y="938767"/>
                  </a:lnTo>
                  <a:lnTo>
                    <a:pt x="323670" y="947097"/>
                  </a:lnTo>
                  <a:lnTo>
                    <a:pt x="324515" y="987410"/>
                  </a:lnTo>
                  <a:lnTo>
                    <a:pt x="325360" y="1100081"/>
                  </a:lnTo>
                  <a:lnTo>
                    <a:pt x="326205" y="1033590"/>
                  </a:lnTo>
                  <a:lnTo>
                    <a:pt x="327050" y="1033982"/>
                  </a:lnTo>
                  <a:lnTo>
                    <a:pt x="327895" y="955842"/>
                  </a:lnTo>
                  <a:lnTo>
                    <a:pt x="328740" y="984178"/>
                  </a:lnTo>
                  <a:lnTo>
                    <a:pt x="329585" y="1030420"/>
                  </a:lnTo>
                  <a:lnTo>
                    <a:pt x="330431" y="1091068"/>
                  </a:lnTo>
                  <a:lnTo>
                    <a:pt x="331276" y="1150167"/>
                  </a:lnTo>
                  <a:lnTo>
                    <a:pt x="332121" y="1133478"/>
                  </a:lnTo>
                  <a:lnTo>
                    <a:pt x="332966" y="1143090"/>
                  </a:lnTo>
                  <a:lnTo>
                    <a:pt x="333811" y="1518765"/>
                  </a:lnTo>
                  <a:lnTo>
                    <a:pt x="334656" y="1518765"/>
                  </a:lnTo>
                  <a:lnTo>
                    <a:pt x="335501" y="956633"/>
                  </a:lnTo>
                  <a:lnTo>
                    <a:pt x="336346" y="990522"/>
                  </a:lnTo>
                  <a:lnTo>
                    <a:pt x="337191" y="1518765"/>
                  </a:lnTo>
                  <a:lnTo>
                    <a:pt x="338036" y="976416"/>
                  </a:lnTo>
                  <a:lnTo>
                    <a:pt x="338881" y="1019853"/>
                  </a:lnTo>
                  <a:lnTo>
                    <a:pt x="339727" y="1010107"/>
                  </a:lnTo>
                  <a:lnTo>
                    <a:pt x="340572" y="1015093"/>
                  </a:lnTo>
                  <a:lnTo>
                    <a:pt x="341417" y="1067785"/>
                  </a:lnTo>
                  <a:lnTo>
                    <a:pt x="342262" y="1104160"/>
                  </a:lnTo>
                  <a:lnTo>
                    <a:pt x="343107" y="1104453"/>
                  </a:lnTo>
                  <a:lnTo>
                    <a:pt x="343952" y="1155321"/>
                  </a:lnTo>
                  <a:lnTo>
                    <a:pt x="344797" y="1119073"/>
                  </a:lnTo>
                  <a:lnTo>
                    <a:pt x="345642" y="1067516"/>
                  </a:lnTo>
                  <a:lnTo>
                    <a:pt x="346487" y="949376"/>
                  </a:lnTo>
                  <a:lnTo>
                    <a:pt x="347332" y="951753"/>
                  </a:lnTo>
                  <a:lnTo>
                    <a:pt x="348177" y="913668"/>
                  </a:lnTo>
                  <a:lnTo>
                    <a:pt x="349023" y="865258"/>
                  </a:lnTo>
                  <a:lnTo>
                    <a:pt x="349868" y="782881"/>
                  </a:lnTo>
                  <a:lnTo>
                    <a:pt x="350713" y="852767"/>
                  </a:lnTo>
                  <a:lnTo>
                    <a:pt x="351558" y="828347"/>
                  </a:lnTo>
                  <a:lnTo>
                    <a:pt x="352403" y="1518765"/>
                  </a:lnTo>
                  <a:lnTo>
                    <a:pt x="353248" y="1518765"/>
                  </a:lnTo>
                  <a:lnTo>
                    <a:pt x="354093" y="800484"/>
                  </a:lnTo>
                  <a:lnTo>
                    <a:pt x="354938" y="788401"/>
                  </a:lnTo>
                  <a:lnTo>
                    <a:pt x="355783" y="779705"/>
                  </a:lnTo>
                  <a:lnTo>
                    <a:pt x="356628" y="726752"/>
                  </a:lnTo>
                  <a:lnTo>
                    <a:pt x="357473" y="710085"/>
                  </a:lnTo>
                  <a:lnTo>
                    <a:pt x="358319" y="717537"/>
                  </a:lnTo>
                  <a:lnTo>
                    <a:pt x="359164" y="716478"/>
                  </a:lnTo>
                  <a:lnTo>
                    <a:pt x="360009" y="744687"/>
                  </a:lnTo>
                  <a:lnTo>
                    <a:pt x="360854" y="718355"/>
                  </a:lnTo>
                  <a:lnTo>
                    <a:pt x="361699" y="664902"/>
                  </a:lnTo>
                  <a:lnTo>
                    <a:pt x="362544" y="728360"/>
                  </a:lnTo>
                  <a:lnTo>
                    <a:pt x="363389" y="697533"/>
                  </a:lnTo>
                  <a:lnTo>
                    <a:pt x="364234" y="693817"/>
                  </a:lnTo>
                  <a:lnTo>
                    <a:pt x="365079" y="654294"/>
                  </a:lnTo>
                  <a:lnTo>
                    <a:pt x="365924" y="656022"/>
                  </a:lnTo>
                  <a:lnTo>
                    <a:pt x="366769" y="668432"/>
                  </a:lnTo>
                  <a:lnTo>
                    <a:pt x="367615" y="645449"/>
                  </a:lnTo>
                  <a:lnTo>
                    <a:pt x="368460" y="610433"/>
                  </a:lnTo>
                  <a:lnTo>
                    <a:pt x="369305" y="684512"/>
                  </a:lnTo>
                  <a:lnTo>
                    <a:pt x="370150" y="753740"/>
                  </a:lnTo>
                  <a:lnTo>
                    <a:pt x="370995" y="765249"/>
                  </a:lnTo>
                  <a:lnTo>
                    <a:pt x="371840" y="840800"/>
                  </a:lnTo>
                  <a:lnTo>
                    <a:pt x="372685" y="897382"/>
                  </a:lnTo>
                  <a:lnTo>
                    <a:pt x="373530" y="890162"/>
                  </a:lnTo>
                  <a:lnTo>
                    <a:pt x="374375" y="934358"/>
                  </a:lnTo>
                  <a:lnTo>
                    <a:pt x="375220" y="982710"/>
                  </a:lnTo>
                  <a:lnTo>
                    <a:pt x="376065" y="970167"/>
                  </a:lnTo>
                  <a:lnTo>
                    <a:pt x="376911" y="970337"/>
                  </a:lnTo>
                  <a:lnTo>
                    <a:pt x="377756" y="1040677"/>
                  </a:lnTo>
                  <a:lnTo>
                    <a:pt x="378601" y="970478"/>
                  </a:lnTo>
                  <a:lnTo>
                    <a:pt x="379446" y="891036"/>
                  </a:lnTo>
                  <a:lnTo>
                    <a:pt x="380291" y="898677"/>
                  </a:lnTo>
                  <a:lnTo>
                    <a:pt x="381136" y="1518765"/>
                  </a:lnTo>
                  <a:lnTo>
                    <a:pt x="381981" y="918782"/>
                  </a:lnTo>
                  <a:lnTo>
                    <a:pt x="382826" y="819009"/>
                  </a:lnTo>
                  <a:lnTo>
                    <a:pt x="383671" y="865526"/>
                  </a:lnTo>
                  <a:lnTo>
                    <a:pt x="384516" y="904451"/>
                  </a:lnTo>
                  <a:lnTo>
                    <a:pt x="385362" y="909417"/>
                  </a:lnTo>
                  <a:lnTo>
                    <a:pt x="386207" y="905939"/>
                  </a:lnTo>
                  <a:lnTo>
                    <a:pt x="387052" y="907217"/>
                  </a:lnTo>
                  <a:lnTo>
                    <a:pt x="387897" y="862146"/>
                  </a:lnTo>
                  <a:lnTo>
                    <a:pt x="388742" y="802670"/>
                  </a:lnTo>
                  <a:lnTo>
                    <a:pt x="389587" y="870674"/>
                  </a:lnTo>
                  <a:lnTo>
                    <a:pt x="390432" y="893848"/>
                  </a:lnTo>
                  <a:lnTo>
                    <a:pt x="391277" y="864448"/>
                  </a:lnTo>
                  <a:lnTo>
                    <a:pt x="392122" y="1518765"/>
                  </a:lnTo>
                  <a:lnTo>
                    <a:pt x="392967" y="1518765"/>
                  </a:lnTo>
                  <a:lnTo>
                    <a:pt x="393812" y="845638"/>
                  </a:lnTo>
                  <a:lnTo>
                    <a:pt x="394658" y="846044"/>
                  </a:lnTo>
                  <a:lnTo>
                    <a:pt x="395503" y="858874"/>
                  </a:lnTo>
                  <a:lnTo>
                    <a:pt x="396348" y="877372"/>
                  </a:lnTo>
                  <a:lnTo>
                    <a:pt x="397193" y="842854"/>
                  </a:lnTo>
                  <a:lnTo>
                    <a:pt x="398038" y="846457"/>
                  </a:lnTo>
                  <a:lnTo>
                    <a:pt x="398883" y="899071"/>
                  </a:lnTo>
                  <a:lnTo>
                    <a:pt x="399728" y="925306"/>
                  </a:lnTo>
                  <a:lnTo>
                    <a:pt x="400573" y="995208"/>
                  </a:lnTo>
                  <a:lnTo>
                    <a:pt x="401418" y="1010642"/>
                  </a:lnTo>
                  <a:lnTo>
                    <a:pt x="402263" y="1063960"/>
                  </a:lnTo>
                  <a:lnTo>
                    <a:pt x="403108" y="1024156"/>
                  </a:lnTo>
                  <a:lnTo>
                    <a:pt x="403954" y="980403"/>
                  </a:lnTo>
                  <a:lnTo>
                    <a:pt x="404799" y="983327"/>
                  </a:lnTo>
                  <a:lnTo>
                    <a:pt x="405644" y="984940"/>
                  </a:lnTo>
                  <a:lnTo>
                    <a:pt x="406489" y="1007163"/>
                  </a:lnTo>
                  <a:lnTo>
                    <a:pt x="407334" y="966549"/>
                  </a:lnTo>
                  <a:lnTo>
                    <a:pt x="408179" y="995420"/>
                  </a:lnTo>
                  <a:lnTo>
                    <a:pt x="409024" y="1126703"/>
                  </a:lnTo>
                  <a:lnTo>
                    <a:pt x="409869" y="1116252"/>
                  </a:lnTo>
                  <a:lnTo>
                    <a:pt x="410714" y="1103566"/>
                  </a:lnTo>
                  <a:lnTo>
                    <a:pt x="411559" y="1033773"/>
                  </a:lnTo>
                  <a:lnTo>
                    <a:pt x="412404" y="1034123"/>
                  </a:lnTo>
                  <a:lnTo>
                    <a:pt x="413250" y="1043487"/>
                  </a:lnTo>
                  <a:lnTo>
                    <a:pt x="414095" y="1102835"/>
                  </a:lnTo>
                  <a:lnTo>
                    <a:pt x="414940" y="1108728"/>
                  </a:lnTo>
                  <a:lnTo>
                    <a:pt x="415785" y="1180528"/>
                  </a:lnTo>
                  <a:lnTo>
                    <a:pt x="416630" y="1518765"/>
                  </a:lnTo>
                  <a:lnTo>
                    <a:pt x="417475" y="1518765"/>
                  </a:lnTo>
                  <a:lnTo>
                    <a:pt x="418320" y="1209381"/>
                  </a:lnTo>
                  <a:lnTo>
                    <a:pt x="419165" y="1197877"/>
                  </a:lnTo>
                  <a:lnTo>
                    <a:pt x="420010" y="1193850"/>
                  </a:lnTo>
                  <a:lnTo>
                    <a:pt x="420855" y="1273998"/>
                  </a:lnTo>
                  <a:lnTo>
                    <a:pt x="421700" y="1280322"/>
                  </a:lnTo>
                  <a:lnTo>
                    <a:pt x="422546" y="1263027"/>
                  </a:lnTo>
                  <a:lnTo>
                    <a:pt x="423391" y="1295125"/>
                  </a:lnTo>
                  <a:lnTo>
                    <a:pt x="424236" y="1325519"/>
                  </a:lnTo>
                  <a:lnTo>
                    <a:pt x="425081" y="1310802"/>
                  </a:lnTo>
                  <a:lnTo>
                    <a:pt x="425926" y="1310052"/>
                  </a:lnTo>
                  <a:lnTo>
                    <a:pt x="426771" y="1295716"/>
                  </a:lnTo>
                  <a:lnTo>
                    <a:pt x="427616" y="1518765"/>
                  </a:lnTo>
                  <a:lnTo>
                    <a:pt x="428461" y="1518765"/>
                  </a:lnTo>
                  <a:lnTo>
                    <a:pt x="429306" y="1262581"/>
                  </a:lnTo>
                  <a:lnTo>
                    <a:pt x="430151" y="1302780"/>
                  </a:lnTo>
                  <a:lnTo>
                    <a:pt x="430996" y="1349586"/>
                  </a:lnTo>
                  <a:lnTo>
                    <a:pt x="431842" y="1321635"/>
                  </a:lnTo>
                  <a:lnTo>
                    <a:pt x="432687" y="1327014"/>
                  </a:lnTo>
                  <a:lnTo>
                    <a:pt x="433532" y="1347501"/>
                  </a:lnTo>
                  <a:lnTo>
                    <a:pt x="434377" y="1348761"/>
                  </a:lnTo>
                  <a:lnTo>
                    <a:pt x="435222" y="1341339"/>
                  </a:lnTo>
                  <a:lnTo>
                    <a:pt x="436067" y="1333880"/>
                  </a:lnTo>
                  <a:lnTo>
                    <a:pt x="436912" y="1332402"/>
                  </a:lnTo>
                  <a:lnTo>
                    <a:pt x="437757" y="1331569"/>
                  </a:lnTo>
                  <a:lnTo>
                    <a:pt x="438602" y="1307882"/>
                  </a:lnTo>
                  <a:lnTo>
                    <a:pt x="439447" y="1278476"/>
                  </a:lnTo>
                  <a:lnTo>
                    <a:pt x="440292" y="1270888"/>
                  </a:lnTo>
                  <a:lnTo>
                    <a:pt x="441138" y="1208326"/>
                  </a:lnTo>
                  <a:lnTo>
                    <a:pt x="441983" y="1209319"/>
                  </a:lnTo>
                  <a:lnTo>
                    <a:pt x="442828" y="1165619"/>
                  </a:lnTo>
                  <a:lnTo>
                    <a:pt x="443673" y="1085185"/>
                  </a:lnTo>
                  <a:lnTo>
                    <a:pt x="444518" y="1518765"/>
                  </a:lnTo>
                  <a:lnTo>
                    <a:pt x="445363" y="1052078"/>
                  </a:lnTo>
                  <a:lnTo>
                    <a:pt x="446208" y="1076452"/>
                  </a:lnTo>
                  <a:lnTo>
                    <a:pt x="447053" y="1050353"/>
                  </a:lnTo>
                  <a:lnTo>
                    <a:pt x="447898" y="1057412"/>
                  </a:lnTo>
                  <a:lnTo>
                    <a:pt x="448743" y="1102079"/>
                  </a:lnTo>
                  <a:lnTo>
                    <a:pt x="449589" y="1120282"/>
                  </a:lnTo>
                  <a:lnTo>
                    <a:pt x="450434" y="1162513"/>
                  </a:lnTo>
                  <a:lnTo>
                    <a:pt x="451279" y="1099095"/>
                  </a:lnTo>
                  <a:lnTo>
                    <a:pt x="452124" y="1518765"/>
                  </a:lnTo>
                  <a:lnTo>
                    <a:pt x="452969" y="1518765"/>
                  </a:lnTo>
                  <a:lnTo>
                    <a:pt x="453814" y="1266259"/>
                  </a:lnTo>
                  <a:lnTo>
                    <a:pt x="454659" y="1275255"/>
                  </a:lnTo>
                  <a:lnTo>
                    <a:pt x="455504" y="1278161"/>
                  </a:lnTo>
                  <a:lnTo>
                    <a:pt x="456349" y="1324835"/>
                  </a:lnTo>
                  <a:lnTo>
                    <a:pt x="457194" y="1264501"/>
                  </a:lnTo>
                  <a:lnTo>
                    <a:pt x="458039" y="1191975"/>
                  </a:lnTo>
                  <a:lnTo>
                    <a:pt x="458885" y="1134952"/>
                  </a:lnTo>
                  <a:lnTo>
                    <a:pt x="459730" y="1144755"/>
                  </a:lnTo>
                  <a:lnTo>
                    <a:pt x="460575" y="1164495"/>
                  </a:lnTo>
                  <a:lnTo>
                    <a:pt x="461420" y="1141817"/>
                  </a:lnTo>
                  <a:lnTo>
                    <a:pt x="462265" y="1173470"/>
                  </a:lnTo>
                  <a:lnTo>
                    <a:pt x="463110" y="1073287"/>
                  </a:lnTo>
                  <a:lnTo>
                    <a:pt x="463955" y="1104256"/>
                  </a:lnTo>
                  <a:lnTo>
                    <a:pt x="464800" y="1105911"/>
                  </a:lnTo>
                  <a:lnTo>
                    <a:pt x="465645" y="1048896"/>
                  </a:lnTo>
                  <a:lnTo>
                    <a:pt x="466490" y="1052481"/>
                  </a:lnTo>
                  <a:lnTo>
                    <a:pt x="467335" y="997535"/>
                  </a:lnTo>
                  <a:lnTo>
                    <a:pt x="468181" y="1048177"/>
                  </a:lnTo>
                  <a:lnTo>
                    <a:pt x="469026" y="1037261"/>
                  </a:lnTo>
                  <a:lnTo>
                    <a:pt x="469871" y="1023283"/>
                  </a:lnTo>
                  <a:lnTo>
                    <a:pt x="470716" y="1040229"/>
                  </a:lnTo>
                  <a:lnTo>
                    <a:pt x="471561" y="1038129"/>
                  </a:lnTo>
                  <a:lnTo>
                    <a:pt x="472406" y="1072166"/>
                  </a:lnTo>
                  <a:lnTo>
                    <a:pt x="473251" y="1094898"/>
                  </a:lnTo>
                  <a:lnTo>
                    <a:pt x="474096" y="1080142"/>
                  </a:lnTo>
                  <a:lnTo>
                    <a:pt x="474941" y="1087675"/>
                  </a:lnTo>
                  <a:lnTo>
                    <a:pt x="475786" y="1073603"/>
                  </a:lnTo>
                  <a:lnTo>
                    <a:pt x="476631" y="1032143"/>
                  </a:lnTo>
                  <a:lnTo>
                    <a:pt x="477477" y="1014324"/>
                  </a:lnTo>
                  <a:lnTo>
                    <a:pt x="478322" y="991017"/>
                  </a:lnTo>
                  <a:lnTo>
                    <a:pt x="479167" y="960983"/>
                  </a:lnTo>
                  <a:lnTo>
                    <a:pt x="480012" y="975440"/>
                  </a:lnTo>
                  <a:lnTo>
                    <a:pt x="480857" y="974743"/>
                  </a:lnTo>
                  <a:lnTo>
                    <a:pt x="481702" y="993658"/>
                  </a:lnTo>
                  <a:lnTo>
                    <a:pt x="482547" y="1067141"/>
                  </a:lnTo>
                  <a:lnTo>
                    <a:pt x="483392" y="1169621"/>
                  </a:lnTo>
                  <a:lnTo>
                    <a:pt x="484237" y="1518765"/>
                  </a:lnTo>
                  <a:lnTo>
                    <a:pt x="485082" y="1518765"/>
                  </a:lnTo>
                  <a:lnTo>
                    <a:pt x="485927" y="1160099"/>
                  </a:lnTo>
                  <a:lnTo>
                    <a:pt x="486773" y="1129848"/>
                  </a:lnTo>
                  <a:lnTo>
                    <a:pt x="487618" y="1126690"/>
                  </a:lnTo>
                  <a:lnTo>
                    <a:pt x="488463" y="1049734"/>
                  </a:lnTo>
                  <a:lnTo>
                    <a:pt x="489308" y="1036955"/>
                  </a:lnTo>
                  <a:lnTo>
                    <a:pt x="490153" y="1092489"/>
                  </a:lnTo>
                  <a:lnTo>
                    <a:pt x="490998" y="1155404"/>
                  </a:lnTo>
                  <a:lnTo>
                    <a:pt x="491843" y="1170078"/>
                  </a:lnTo>
                  <a:lnTo>
                    <a:pt x="492688" y="1098059"/>
                  </a:lnTo>
                  <a:lnTo>
                    <a:pt x="493533" y="1109265"/>
                  </a:lnTo>
                  <a:lnTo>
                    <a:pt x="494378" y="1076281"/>
                  </a:lnTo>
                  <a:lnTo>
                    <a:pt x="495223" y="1051638"/>
                  </a:lnTo>
                  <a:lnTo>
                    <a:pt x="496069" y="1077341"/>
                  </a:lnTo>
                  <a:lnTo>
                    <a:pt x="496914" y="1040321"/>
                  </a:lnTo>
                  <a:lnTo>
                    <a:pt x="497759" y="1035586"/>
                  </a:lnTo>
                  <a:lnTo>
                    <a:pt x="498604" y="1005770"/>
                  </a:lnTo>
                  <a:lnTo>
                    <a:pt x="499449" y="1046894"/>
                  </a:lnTo>
                  <a:lnTo>
                    <a:pt x="500294" y="1011041"/>
                  </a:lnTo>
                  <a:lnTo>
                    <a:pt x="501139" y="1518765"/>
                  </a:lnTo>
                  <a:lnTo>
                    <a:pt x="501984" y="1067697"/>
                  </a:lnTo>
                  <a:lnTo>
                    <a:pt x="502829" y="1046712"/>
                  </a:lnTo>
                  <a:lnTo>
                    <a:pt x="503674" y="1079520"/>
                  </a:lnTo>
                  <a:lnTo>
                    <a:pt x="504520" y="1084777"/>
                  </a:lnTo>
                  <a:lnTo>
                    <a:pt x="505365" y="1028879"/>
                  </a:lnTo>
                  <a:lnTo>
                    <a:pt x="506210" y="1054333"/>
                  </a:lnTo>
                  <a:lnTo>
                    <a:pt x="507055" y="1026415"/>
                  </a:lnTo>
                  <a:lnTo>
                    <a:pt x="507900" y="1027287"/>
                  </a:lnTo>
                  <a:lnTo>
                    <a:pt x="508745" y="1028649"/>
                  </a:lnTo>
                  <a:lnTo>
                    <a:pt x="509590" y="977871"/>
                  </a:lnTo>
                  <a:lnTo>
                    <a:pt x="510435" y="1066473"/>
                  </a:lnTo>
                  <a:lnTo>
                    <a:pt x="511280" y="1075016"/>
                  </a:lnTo>
                  <a:lnTo>
                    <a:pt x="512125" y="1145023"/>
                  </a:lnTo>
                  <a:lnTo>
                    <a:pt x="512970" y="1170213"/>
                  </a:lnTo>
                  <a:lnTo>
                    <a:pt x="513816" y="1158570"/>
                  </a:lnTo>
                  <a:lnTo>
                    <a:pt x="514661" y="1216780"/>
                  </a:lnTo>
                  <a:lnTo>
                    <a:pt x="515506" y="1311502"/>
                  </a:lnTo>
                  <a:lnTo>
                    <a:pt x="516351" y="1366376"/>
                  </a:lnTo>
                  <a:lnTo>
                    <a:pt x="517196" y="1518765"/>
                  </a:lnTo>
                  <a:lnTo>
                    <a:pt x="518041" y="1350849"/>
                  </a:lnTo>
                  <a:lnTo>
                    <a:pt x="518886" y="1403705"/>
                  </a:lnTo>
                  <a:lnTo>
                    <a:pt x="519731" y="1365320"/>
                  </a:lnTo>
                  <a:lnTo>
                    <a:pt x="520576" y="1394934"/>
                  </a:lnTo>
                  <a:lnTo>
                    <a:pt x="521421" y="1370167"/>
                  </a:lnTo>
                  <a:lnTo>
                    <a:pt x="522266" y="1361289"/>
                  </a:lnTo>
                  <a:lnTo>
                    <a:pt x="523112" y="1411182"/>
                  </a:lnTo>
                  <a:lnTo>
                    <a:pt x="523957" y="1361327"/>
                  </a:lnTo>
                  <a:lnTo>
                    <a:pt x="524802" y="1388583"/>
                  </a:lnTo>
                  <a:lnTo>
                    <a:pt x="525647" y="1518765"/>
                  </a:lnTo>
                  <a:lnTo>
                    <a:pt x="526492" y="1518765"/>
                  </a:lnTo>
                  <a:lnTo>
                    <a:pt x="527337" y="1352952"/>
                  </a:lnTo>
                  <a:lnTo>
                    <a:pt x="528182" y="1284805"/>
                  </a:lnTo>
                  <a:lnTo>
                    <a:pt x="529027" y="1270759"/>
                  </a:lnTo>
                  <a:lnTo>
                    <a:pt x="529872" y="1239731"/>
                  </a:lnTo>
                  <a:lnTo>
                    <a:pt x="530717" y="1239664"/>
                  </a:lnTo>
                  <a:lnTo>
                    <a:pt x="531562" y="1193751"/>
                  </a:lnTo>
                  <a:lnTo>
                    <a:pt x="532408" y="1177022"/>
                  </a:lnTo>
                  <a:lnTo>
                    <a:pt x="533253" y="1155966"/>
                  </a:lnTo>
                  <a:lnTo>
                    <a:pt x="534098" y="1230903"/>
                  </a:lnTo>
                  <a:lnTo>
                    <a:pt x="534943" y="1225995"/>
                  </a:lnTo>
                  <a:lnTo>
                    <a:pt x="535788" y="1190975"/>
                  </a:lnTo>
                  <a:lnTo>
                    <a:pt x="536633" y="1127645"/>
                  </a:lnTo>
                  <a:lnTo>
                    <a:pt x="537478" y="1137187"/>
                  </a:lnTo>
                  <a:lnTo>
                    <a:pt x="538323" y="1518765"/>
                  </a:lnTo>
                  <a:lnTo>
                    <a:pt x="539168" y="1205941"/>
                  </a:lnTo>
                  <a:lnTo>
                    <a:pt x="540013" y="1518765"/>
                  </a:lnTo>
                  <a:lnTo>
                    <a:pt x="540858" y="1518765"/>
                  </a:lnTo>
                  <a:lnTo>
                    <a:pt x="541704" y="1224952"/>
                  </a:lnTo>
                  <a:lnTo>
                    <a:pt x="542549" y="1142291"/>
                  </a:lnTo>
                  <a:lnTo>
                    <a:pt x="543394" y="1154174"/>
                  </a:lnTo>
                  <a:lnTo>
                    <a:pt x="544239" y="1167869"/>
                  </a:lnTo>
                  <a:lnTo>
                    <a:pt x="545084" y="1170926"/>
                  </a:lnTo>
                  <a:lnTo>
                    <a:pt x="545929" y="1131099"/>
                  </a:lnTo>
                  <a:lnTo>
                    <a:pt x="546774" y="1180666"/>
                  </a:lnTo>
                  <a:lnTo>
                    <a:pt x="547619" y="1518765"/>
                  </a:lnTo>
                  <a:lnTo>
                    <a:pt x="548464" y="1224306"/>
                  </a:lnTo>
                  <a:lnTo>
                    <a:pt x="549309" y="1157618"/>
                  </a:lnTo>
                  <a:lnTo>
                    <a:pt x="550154" y="1107274"/>
                  </a:lnTo>
                  <a:lnTo>
                    <a:pt x="551000" y="1130156"/>
                  </a:lnTo>
                  <a:lnTo>
                    <a:pt x="551845" y="1083307"/>
                  </a:lnTo>
                  <a:lnTo>
                    <a:pt x="552690" y="1086329"/>
                  </a:lnTo>
                  <a:lnTo>
                    <a:pt x="553535" y="1058688"/>
                  </a:lnTo>
                  <a:lnTo>
                    <a:pt x="554380" y="1056762"/>
                  </a:lnTo>
                  <a:lnTo>
                    <a:pt x="555225" y="1080747"/>
                  </a:lnTo>
                  <a:lnTo>
                    <a:pt x="556070" y="1052758"/>
                  </a:lnTo>
                  <a:lnTo>
                    <a:pt x="556915" y="1084054"/>
                  </a:lnTo>
                  <a:lnTo>
                    <a:pt x="557760" y="1086011"/>
                  </a:lnTo>
                  <a:lnTo>
                    <a:pt x="558605" y="1086793"/>
                  </a:lnTo>
                  <a:lnTo>
                    <a:pt x="559450" y="1112364"/>
                  </a:lnTo>
                  <a:lnTo>
                    <a:pt x="560296" y="1518765"/>
                  </a:lnTo>
                  <a:lnTo>
                    <a:pt x="561141" y="1518765"/>
                  </a:lnTo>
                  <a:lnTo>
                    <a:pt x="561986" y="1165028"/>
                  </a:lnTo>
                  <a:lnTo>
                    <a:pt x="562831" y="1518765"/>
                  </a:lnTo>
                  <a:lnTo>
                    <a:pt x="563676" y="1518765"/>
                  </a:lnTo>
                  <a:lnTo>
                    <a:pt x="564521" y="1518765"/>
                  </a:lnTo>
                  <a:lnTo>
                    <a:pt x="565366" y="1518765"/>
                  </a:lnTo>
                  <a:lnTo>
                    <a:pt x="566211" y="1317861"/>
                  </a:lnTo>
                  <a:lnTo>
                    <a:pt x="567056" y="1321668"/>
                  </a:lnTo>
                  <a:lnTo>
                    <a:pt x="567901" y="1243110"/>
                  </a:lnTo>
                  <a:lnTo>
                    <a:pt x="568747" y="1266188"/>
                  </a:lnTo>
                  <a:lnTo>
                    <a:pt x="569592" y="1269259"/>
                  </a:lnTo>
                  <a:lnTo>
                    <a:pt x="570437" y="1313868"/>
                  </a:lnTo>
                  <a:lnTo>
                    <a:pt x="571282" y="1518765"/>
                  </a:lnTo>
                  <a:lnTo>
                    <a:pt x="572127" y="1518765"/>
                  </a:lnTo>
                  <a:lnTo>
                    <a:pt x="572972" y="1518765"/>
                  </a:lnTo>
                  <a:lnTo>
                    <a:pt x="573817" y="1518765"/>
                  </a:lnTo>
                  <a:lnTo>
                    <a:pt x="574662" y="1157052"/>
                  </a:lnTo>
                  <a:lnTo>
                    <a:pt x="575507" y="1132122"/>
                  </a:lnTo>
                  <a:lnTo>
                    <a:pt x="576352" y="1085115"/>
                  </a:lnTo>
                  <a:lnTo>
                    <a:pt x="577197" y="1106211"/>
                  </a:lnTo>
                  <a:lnTo>
                    <a:pt x="578043" y="1107052"/>
                  </a:lnTo>
                  <a:lnTo>
                    <a:pt x="578888" y="1065124"/>
                  </a:lnTo>
                  <a:lnTo>
                    <a:pt x="579733" y="1122376"/>
                  </a:lnTo>
                  <a:lnTo>
                    <a:pt x="580578" y="1178441"/>
                  </a:lnTo>
                  <a:lnTo>
                    <a:pt x="581423" y="1175264"/>
                  </a:lnTo>
                  <a:lnTo>
                    <a:pt x="582268" y="1175809"/>
                  </a:lnTo>
                  <a:lnTo>
                    <a:pt x="583113" y="1101909"/>
                  </a:lnTo>
                  <a:lnTo>
                    <a:pt x="583958" y="1093102"/>
                  </a:lnTo>
                  <a:lnTo>
                    <a:pt x="584803" y="1102416"/>
                  </a:lnTo>
                  <a:lnTo>
                    <a:pt x="585648" y="1044021"/>
                  </a:lnTo>
                  <a:lnTo>
                    <a:pt x="586493" y="1084251"/>
                  </a:lnTo>
                  <a:lnTo>
                    <a:pt x="587339" y="1083735"/>
                  </a:lnTo>
                  <a:lnTo>
                    <a:pt x="588184" y="1066385"/>
                  </a:lnTo>
                  <a:lnTo>
                    <a:pt x="589029" y="1115100"/>
                  </a:lnTo>
                  <a:lnTo>
                    <a:pt x="589874" y="1097777"/>
                  </a:lnTo>
                  <a:lnTo>
                    <a:pt x="590719" y="1156207"/>
                  </a:lnTo>
                  <a:lnTo>
                    <a:pt x="591564" y="1205494"/>
                  </a:lnTo>
                  <a:lnTo>
                    <a:pt x="592409" y="1262089"/>
                  </a:lnTo>
                  <a:lnTo>
                    <a:pt x="593254" y="1304824"/>
                  </a:lnTo>
                  <a:lnTo>
                    <a:pt x="594099" y="1256742"/>
                  </a:lnTo>
                  <a:lnTo>
                    <a:pt x="594944" y="1208359"/>
                  </a:lnTo>
                  <a:lnTo>
                    <a:pt x="595789" y="1176105"/>
                  </a:lnTo>
                  <a:lnTo>
                    <a:pt x="596635" y="1151688"/>
                  </a:lnTo>
                  <a:lnTo>
                    <a:pt x="597480" y="1518765"/>
                  </a:lnTo>
                  <a:lnTo>
                    <a:pt x="598325" y="1121878"/>
                  </a:lnTo>
                  <a:lnTo>
                    <a:pt x="599170" y="1518765"/>
                  </a:lnTo>
                  <a:lnTo>
                    <a:pt x="600015" y="1094169"/>
                  </a:lnTo>
                  <a:lnTo>
                    <a:pt x="600860" y="1120081"/>
                  </a:lnTo>
                  <a:lnTo>
                    <a:pt x="601705" y="1065992"/>
                  </a:lnTo>
                  <a:lnTo>
                    <a:pt x="602550" y="1051794"/>
                  </a:lnTo>
                  <a:lnTo>
                    <a:pt x="603395" y="1069072"/>
                  </a:lnTo>
                  <a:lnTo>
                    <a:pt x="604240" y="1051812"/>
                  </a:lnTo>
                  <a:lnTo>
                    <a:pt x="605085" y="1087615"/>
                  </a:lnTo>
                  <a:lnTo>
                    <a:pt x="605931" y="1066093"/>
                  </a:lnTo>
                  <a:lnTo>
                    <a:pt x="606776" y="1082886"/>
                  </a:lnTo>
                  <a:lnTo>
                    <a:pt x="607621" y="1111532"/>
                  </a:lnTo>
                  <a:lnTo>
                    <a:pt x="608466" y="1117364"/>
                  </a:lnTo>
                  <a:lnTo>
                    <a:pt x="609311" y="1172853"/>
                  </a:lnTo>
                  <a:lnTo>
                    <a:pt x="610156" y="1146094"/>
                  </a:lnTo>
                  <a:lnTo>
                    <a:pt x="611001" y="1152246"/>
                  </a:lnTo>
                  <a:lnTo>
                    <a:pt x="611846" y="1518765"/>
                  </a:lnTo>
                  <a:lnTo>
                    <a:pt x="612691" y="1137047"/>
                  </a:lnTo>
                  <a:lnTo>
                    <a:pt x="613536" y="1518765"/>
                  </a:lnTo>
                  <a:lnTo>
                    <a:pt x="614381" y="1137848"/>
                  </a:lnTo>
                  <a:lnTo>
                    <a:pt x="615227" y="1131935"/>
                  </a:lnTo>
                  <a:lnTo>
                    <a:pt x="616072" y="1518765"/>
                  </a:lnTo>
                  <a:lnTo>
                    <a:pt x="616917" y="1518765"/>
                  </a:lnTo>
                  <a:lnTo>
                    <a:pt x="617762" y="1102467"/>
                  </a:lnTo>
                  <a:lnTo>
                    <a:pt x="618607" y="1123285"/>
                  </a:lnTo>
                  <a:lnTo>
                    <a:pt x="619452" y="1161416"/>
                  </a:lnTo>
                  <a:lnTo>
                    <a:pt x="620297" y="1149954"/>
                  </a:lnTo>
                  <a:lnTo>
                    <a:pt x="621142" y="1159199"/>
                  </a:lnTo>
                  <a:lnTo>
                    <a:pt x="621987" y="1207317"/>
                  </a:lnTo>
                  <a:lnTo>
                    <a:pt x="622832" y="1298633"/>
                  </a:lnTo>
                  <a:lnTo>
                    <a:pt x="623677" y="1321492"/>
                  </a:lnTo>
                  <a:lnTo>
                    <a:pt x="624523" y="1316803"/>
                  </a:lnTo>
                  <a:lnTo>
                    <a:pt x="625368" y="1282163"/>
                  </a:lnTo>
                  <a:lnTo>
                    <a:pt x="626213" y="1222880"/>
                  </a:lnTo>
                  <a:lnTo>
                    <a:pt x="627058" y="1199799"/>
                  </a:lnTo>
                  <a:lnTo>
                    <a:pt x="627903" y="1171199"/>
                  </a:lnTo>
                  <a:lnTo>
                    <a:pt x="628748" y="1162511"/>
                  </a:lnTo>
                  <a:lnTo>
                    <a:pt x="629593" y="1155799"/>
                  </a:lnTo>
                  <a:lnTo>
                    <a:pt x="630438" y="1121597"/>
                  </a:lnTo>
                  <a:lnTo>
                    <a:pt x="631283" y="1147686"/>
                  </a:lnTo>
                  <a:lnTo>
                    <a:pt x="632128" y="1159551"/>
                  </a:lnTo>
                  <a:lnTo>
                    <a:pt x="632974" y="1518765"/>
                  </a:lnTo>
                  <a:lnTo>
                    <a:pt x="633819" y="1518765"/>
                  </a:lnTo>
                  <a:lnTo>
                    <a:pt x="634664" y="1518765"/>
                  </a:lnTo>
                  <a:lnTo>
                    <a:pt x="635509" y="1300559"/>
                  </a:lnTo>
                  <a:lnTo>
                    <a:pt x="636354" y="1276716"/>
                  </a:lnTo>
                  <a:lnTo>
                    <a:pt x="637199" y="1228552"/>
                  </a:lnTo>
                  <a:lnTo>
                    <a:pt x="638044" y="1245287"/>
                  </a:lnTo>
                  <a:lnTo>
                    <a:pt x="638889" y="1282406"/>
                  </a:lnTo>
                  <a:lnTo>
                    <a:pt x="639734" y="1311954"/>
                  </a:lnTo>
                  <a:lnTo>
                    <a:pt x="640579" y="1518765"/>
                  </a:lnTo>
                  <a:lnTo>
                    <a:pt x="641424" y="1518765"/>
                  </a:lnTo>
                  <a:lnTo>
                    <a:pt x="642270" y="1518765"/>
                  </a:lnTo>
                  <a:lnTo>
                    <a:pt x="643115" y="1518765"/>
                  </a:lnTo>
                  <a:lnTo>
                    <a:pt x="643960" y="1518765"/>
                  </a:lnTo>
                  <a:lnTo>
                    <a:pt x="644805" y="1180493"/>
                  </a:lnTo>
                  <a:lnTo>
                    <a:pt x="645650" y="1166866"/>
                  </a:lnTo>
                  <a:lnTo>
                    <a:pt x="646495" y="1138013"/>
                  </a:lnTo>
                  <a:lnTo>
                    <a:pt x="647340" y="1140397"/>
                  </a:lnTo>
                  <a:lnTo>
                    <a:pt x="648185" y="1174507"/>
                  </a:lnTo>
                  <a:lnTo>
                    <a:pt x="649030" y="1182393"/>
                  </a:lnTo>
                  <a:lnTo>
                    <a:pt x="649875" y="1156597"/>
                  </a:lnTo>
                  <a:lnTo>
                    <a:pt x="650720" y="1518765"/>
                  </a:lnTo>
                  <a:lnTo>
                    <a:pt x="651566" y="1518765"/>
                  </a:lnTo>
                  <a:lnTo>
                    <a:pt x="652411" y="1159565"/>
                  </a:lnTo>
                  <a:lnTo>
                    <a:pt x="653256" y="1132305"/>
                  </a:lnTo>
                  <a:lnTo>
                    <a:pt x="654101" y="1146138"/>
                  </a:lnTo>
                  <a:lnTo>
                    <a:pt x="654946" y="1184933"/>
                  </a:lnTo>
                  <a:lnTo>
                    <a:pt x="655791" y="1183838"/>
                  </a:lnTo>
                  <a:lnTo>
                    <a:pt x="656636" y="1518765"/>
                  </a:lnTo>
                  <a:lnTo>
                    <a:pt x="657481" y="1201352"/>
                  </a:lnTo>
                  <a:lnTo>
                    <a:pt x="658326" y="1244604"/>
                  </a:lnTo>
                  <a:lnTo>
                    <a:pt x="659171" y="1265184"/>
                  </a:lnTo>
                  <a:lnTo>
                    <a:pt x="660016" y="1220969"/>
                  </a:lnTo>
                  <a:lnTo>
                    <a:pt x="660862" y="1242519"/>
                  </a:lnTo>
                  <a:lnTo>
                    <a:pt x="661707" y="1314793"/>
                  </a:lnTo>
                  <a:lnTo>
                    <a:pt x="662552" y="1290145"/>
                  </a:lnTo>
                  <a:lnTo>
                    <a:pt x="663397" y="1290890"/>
                  </a:lnTo>
                  <a:lnTo>
                    <a:pt x="664242" y="1277427"/>
                  </a:lnTo>
                  <a:lnTo>
                    <a:pt x="665087" y="1322694"/>
                  </a:lnTo>
                  <a:lnTo>
                    <a:pt x="665932" y="1309056"/>
                  </a:lnTo>
                  <a:lnTo>
                    <a:pt x="666777" y="1305906"/>
                  </a:lnTo>
                  <a:lnTo>
                    <a:pt x="667622" y="1293955"/>
                  </a:lnTo>
                  <a:lnTo>
                    <a:pt x="668467" y="1321042"/>
                  </a:lnTo>
                  <a:lnTo>
                    <a:pt x="669312" y="1518765"/>
                  </a:lnTo>
                  <a:lnTo>
                    <a:pt x="670158" y="1518765"/>
                  </a:lnTo>
                  <a:lnTo>
                    <a:pt x="671003" y="1177289"/>
                  </a:lnTo>
                  <a:lnTo>
                    <a:pt x="671848" y="1165412"/>
                  </a:lnTo>
                  <a:lnTo>
                    <a:pt x="672693" y="1169768"/>
                  </a:lnTo>
                  <a:lnTo>
                    <a:pt x="673538" y="1126275"/>
                  </a:lnTo>
                  <a:lnTo>
                    <a:pt x="674383" y="1073431"/>
                  </a:lnTo>
                  <a:lnTo>
                    <a:pt x="675228" y="1074608"/>
                  </a:lnTo>
                  <a:lnTo>
                    <a:pt x="676073" y="1068569"/>
                  </a:lnTo>
                  <a:lnTo>
                    <a:pt x="676918" y="1086825"/>
                  </a:lnTo>
                  <a:lnTo>
                    <a:pt x="677763" y="1106222"/>
                  </a:lnTo>
                  <a:lnTo>
                    <a:pt x="678608" y="1037277"/>
                  </a:lnTo>
                  <a:lnTo>
                    <a:pt x="679454" y="1047867"/>
                  </a:lnTo>
                  <a:lnTo>
                    <a:pt x="680299" y="1033039"/>
                  </a:lnTo>
                  <a:lnTo>
                    <a:pt x="681144" y="1035802"/>
                  </a:lnTo>
                  <a:lnTo>
                    <a:pt x="681989" y="1020602"/>
                  </a:lnTo>
                  <a:lnTo>
                    <a:pt x="682834" y="1028045"/>
                  </a:lnTo>
                  <a:lnTo>
                    <a:pt x="683679" y="1025628"/>
                  </a:lnTo>
                  <a:lnTo>
                    <a:pt x="684524" y="1057915"/>
                  </a:lnTo>
                  <a:lnTo>
                    <a:pt x="685369" y="1072168"/>
                  </a:lnTo>
                  <a:lnTo>
                    <a:pt x="686214" y="1518765"/>
                  </a:lnTo>
                  <a:lnTo>
                    <a:pt x="687059" y="1518765"/>
                  </a:lnTo>
                  <a:lnTo>
                    <a:pt x="687904" y="1518765"/>
                  </a:lnTo>
                  <a:lnTo>
                    <a:pt x="688750" y="973085"/>
                  </a:lnTo>
                  <a:lnTo>
                    <a:pt x="689595" y="944915"/>
                  </a:lnTo>
                  <a:lnTo>
                    <a:pt x="690440" y="939110"/>
                  </a:lnTo>
                  <a:lnTo>
                    <a:pt x="691285" y="959981"/>
                  </a:lnTo>
                  <a:lnTo>
                    <a:pt x="692130" y="943462"/>
                  </a:lnTo>
                  <a:lnTo>
                    <a:pt x="692975" y="907936"/>
                  </a:lnTo>
                  <a:lnTo>
                    <a:pt x="693820" y="868456"/>
                  </a:lnTo>
                  <a:lnTo>
                    <a:pt x="694665" y="859021"/>
                  </a:lnTo>
                  <a:lnTo>
                    <a:pt x="695510" y="840252"/>
                  </a:lnTo>
                  <a:lnTo>
                    <a:pt x="696355" y="853328"/>
                  </a:lnTo>
                  <a:lnTo>
                    <a:pt x="697201" y="947079"/>
                  </a:lnTo>
                  <a:lnTo>
                    <a:pt x="698046" y="873103"/>
                  </a:lnTo>
                  <a:lnTo>
                    <a:pt x="698891" y="898069"/>
                  </a:lnTo>
                  <a:lnTo>
                    <a:pt x="699736" y="882223"/>
                  </a:lnTo>
                  <a:lnTo>
                    <a:pt x="700581" y="895761"/>
                  </a:lnTo>
                  <a:lnTo>
                    <a:pt x="701426" y="939940"/>
                  </a:lnTo>
                  <a:lnTo>
                    <a:pt x="702271" y="849322"/>
                  </a:lnTo>
                  <a:lnTo>
                    <a:pt x="703116" y="895742"/>
                  </a:lnTo>
                  <a:lnTo>
                    <a:pt x="703961" y="841375"/>
                  </a:lnTo>
                  <a:lnTo>
                    <a:pt x="704806" y="803871"/>
                  </a:lnTo>
                  <a:lnTo>
                    <a:pt x="705651" y="874629"/>
                  </a:lnTo>
                  <a:lnTo>
                    <a:pt x="706497" y="781271"/>
                  </a:lnTo>
                  <a:lnTo>
                    <a:pt x="707342" y="817676"/>
                  </a:lnTo>
                  <a:lnTo>
                    <a:pt x="708187" y="781635"/>
                  </a:lnTo>
                  <a:lnTo>
                    <a:pt x="709032" y="850776"/>
                  </a:lnTo>
                  <a:lnTo>
                    <a:pt x="709877" y="893098"/>
                  </a:lnTo>
                  <a:lnTo>
                    <a:pt x="710722" y="959681"/>
                  </a:lnTo>
                  <a:lnTo>
                    <a:pt x="711567" y="1028871"/>
                  </a:lnTo>
                  <a:lnTo>
                    <a:pt x="712412" y="946780"/>
                  </a:lnTo>
                  <a:lnTo>
                    <a:pt x="713257" y="994192"/>
                  </a:lnTo>
                  <a:lnTo>
                    <a:pt x="714102" y="1005239"/>
                  </a:lnTo>
                  <a:lnTo>
                    <a:pt x="714947" y="1106600"/>
                  </a:lnTo>
                  <a:lnTo>
                    <a:pt x="715793" y="1145429"/>
                  </a:lnTo>
                  <a:lnTo>
                    <a:pt x="716638" y="1109634"/>
                  </a:lnTo>
                  <a:lnTo>
                    <a:pt x="717483" y="1131091"/>
                  </a:lnTo>
                  <a:lnTo>
                    <a:pt x="718328" y="1095133"/>
                  </a:lnTo>
                  <a:lnTo>
                    <a:pt x="719173" y="1152895"/>
                  </a:lnTo>
                  <a:lnTo>
                    <a:pt x="720018" y="1179368"/>
                  </a:lnTo>
                  <a:lnTo>
                    <a:pt x="720863" y="1182738"/>
                  </a:lnTo>
                  <a:lnTo>
                    <a:pt x="721708" y="1518765"/>
                  </a:lnTo>
                  <a:lnTo>
                    <a:pt x="722553" y="1518765"/>
                  </a:lnTo>
                  <a:lnTo>
                    <a:pt x="723398" y="1292967"/>
                  </a:lnTo>
                  <a:lnTo>
                    <a:pt x="724243" y="1276761"/>
                  </a:lnTo>
                  <a:lnTo>
                    <a:pt x="725089" y="1311851"/>
                  </a:lnTo>
                  <a:lnTo>
                    <a:pt x="725934" y="1325155"/>
                  </a:lnTo>
                  <a:lnTo>
                    <a:pt x="726779" y="1351320"/>
                  </a:lnTo>
                  <a:lnTo>
                    <a:pt x="727624" y="1327150"/>
                  </a:lnTo>
                  <a:lnTo>
                    <a:pt x="728469" y="1293476"/>
                  </a:lnTo>
                  <a:lnTo>
                    <a:pt x="729314" y="1254787"/>
                  </a:lnTo>
                  <a:lnTo>
                    <a:pt x="730159" y="1242969"/>
                  </a:lnTo>
                  <a:lnTo>
                    <a:pt x="731004" y="1245535"/>
                  </a:lnTo>
                  <a:lnTo>
                    <a:pt x="731849" y="1255963"/>
                  </a:lnTo>
                  <a:lnTo>
                    <a:pt x="732694" y="1240635"/>
                  </a:lnTo>
                  <a:lnTo>
                    <a:pt x="733539" y="1212924"/>
                  </a:lnTo>
                  <a:lnTo>
                    <a:pt x="734385" y="1197362"/>
                  </a:lnTo>
                  <a:lnTo>
                    <a:pt x="735230" y="1221960"/>
                  </a:lnTo>
                  <a:lnTo>
                    <a:pt x="736075" y="1219105"/>
                  </a:lnTo>
                  <a:lnTo>
                    <a:pt x="736920" y="1207434"/>
                  </a:lnTo>
                  <a:lnTo>
                    <a:pt x="737765" y="1161954"/>
                  </a:lnTo>
                  <a:lnTo>
                    <a:pt x="738610" y="1149788"/>
                  </a:lnTo>
                  <a:lnTo>
                    <a:pt x="739455" y="1174538"/>
                  </a:lnTo>
                  <a:lnTo>
                    <a:pt x="740300" y="1182806"/>
                  </a:lnTo>
                  <a:lnTo>
                    <a:pt x="741145" y="1174873"/>
                  </a:lnTo>
                  <a:lnTo>
                    <a:pt x="741990" y="1233725"/>
                  </a:lnTo>
                  <a:lnTo>
                    <a:pt x="742835" y="1251714"/>
                  </a:lnTo>
                  <a:lnTo>
                    <a:pt x="743681" y="1307970"/>
                  </a:lnTo>
                  <a:lnTo>
                    <a:pt x="744526" y="1314125"/>
                  </a:lnTo>
                  <a:lnTo>
                    <a:pt x="745371" y="1385081"/>
                  </a:lnTo>
                  <a:lnTo>
                    <a:pt x="746216" y="1408527"/>
                  </a:lnTo>
                  <a:lnTo>
                    <a:pt x="747061" y="1420612"/>
                  </a:lnTo>
                  <a:lnTo>
                    <a:pt x="747906" y="1376548"/>
                  </a:lnTo>
                  <a:lnTo>
                    <a:pt x="748751" y="1362548"/>
                  </a:lnTo>
                  <a:lnTo>
                    <a:pt x="749596" y="1351152"/>
                  </a:lnTo>
                  <a:lnTo>
                    <a:pt x="750441" y="1331748"/>
                  </a:lnTo>
                  <a:lnTo>
                    <a:pt x="751286" y="1518765"/>
                  </a:lnTo>
                  <a:lnTo>
                    <a:pt x="752131" y="1518765"/>
                  </a:lnTo>
                  <a:lnTo>
                    <a:pt x="752977" y="1437693"/>
                  </a:lnTo>
                  <a:lnTo>
                    <a:pt x="753822" y="1371884"/>
                  </a:lnTo>
                  <a:lnTo>
                    <a:pt x="754667" y="1353271"/>
                  </a:lnTo>
                  <a:lnTo>
                    <a:pt x="755512" y="1383632"/>
                  </a:lnTo>
                  <a:lnTo>
                    <a:pt x="756357" y="1386821"/>
                  </a:lnTo>
                  <a:lnTo>
                    <a:pt x="757202" y="1465719"/>
                  </a:lnTo>
                  <a:lnTo>
                    <a:pt x="758047" y="1468386"/>
                  </a:lnTo>
                  <a:lnTo>
                    <a:pt x="758892" y="1459138"/>
                  </a:lnTo>
                  <a:lnTo>
                    <a:pt x="759737" y="1495275"/>
                  </a:lnTo>
                  <a:lnTo>
                    <a:pt x="760582" y="1473124"/>
                  </a:lnTo>
                  <a:lnTo>
                    <a:pt x="761428" y="1449048"/>
                  </a:lnTo>
                  <a:lnTo>
                    <a:pt x="762273" y="1443633"/>
                  </a:lnTo>
                  <a:lnTo>
                    <a:pt x="763118" y="1432376"/>
                  </a:lnTo>
                  <a:lnTo>
                    <a:pt x="763963" y="1446766"/>
                  </a:lnTo>
                  <a:lnTo>
                    <a:pt x="764808" y="1433837"/>
                  </a:lnTo>
                  <a:lnTo>
                    <a:pt x="765653" y="1453581"/>
                  </a:lnTo>
                  <a:lnTo>
                    <a:pt x="766498" y="1466878"/>
                  </a:lnTo>
                  <a:lnTo>
                    <a:pt x="767343" y="1441088"/>
                  </a:lnTo>
                  <a:lnTo>
                    <a:pt x="768188" y="1448406"/>
                  </a:lnTo>
                  <a:lnTo>
                    <a:pt x="769033" y="1458665"/>
                  </a:lnTo>
                  <a:lnTo>
                    <a:pt x="769878" y="1447482"/>
                  </a:lnTo>
                  <a:lnTo>
                    <a:pt x="770724" y="1472332"/>
                  </a:lnTo>
                  <a:lnTo>
                    <a:pt x="771569" y="1425603"/>
                  </a:lnTo>
                  <a:lnTo>
                    <a:pt x="772414" y="1433110"/>
                  </a:lnTo>
                  <a:lnTo>
                    <a:pt x="773259" y="1437425"/>
                  </a:lnTo>
                  <a:lnTo>
                    <a:pt x="774104" y="1437703"/>
                  </a:lnTo>
                  <a:lnTo>
                    <a:pt x="774949" y="1450122"/>
                  </a:lnTo>
                  <a:lnTo>
                    <a:pt x="775794" y="1435919"/>
                  </a:lnTo>
                  <a:lnTo>
                    <a:pt x="776639" y="1438323"/>
                  </a:lnTo>
                  <a:lnTo>
                    <a:pt x="777484" y="1431658"/>
                  </a:lnTo>
                  <a:lnTo>
                    <a:pt x="778329" y="1424927"/>
                  </a:lnTo>
                  <a:lnTo>
                    <a:pt x="779174" y="1430294"/>
                  </a:lnTo>
                  <a:lnTo>
                    <a:pt x="780020" y="1430241"/>
                  </a:lnTo>
                  <a:lnTo>
                    <a:pt x="780865" y="1418547"/>
                  </a:lnTo>
                  <a:lnTo>
                    <a:pt x="781710" y="1406130"/>
                  </a:lnTo>
                  <a:lnTo>
                    <a:pt x="782555" y="1396621"/>
                  </a:lnTo>
                  <a:lnTo>
                    <a:pt x="783400" y="1397573"/>
                  </a:lnTo>
                  <a:lnTo>
                    <a:pt x="784245" y="1427954"/>
                  </a:lnTo>
                  <a:lnTo>
                    <a:pt x="785090" y="1415834"/>
                  </a:lnTo>
                  <a:lnTo>
                    <a:pt x="785935" y="1429326"/>
                  </a:lnTo>
                  <a:lnTo>
                    <a:pt x="786780" y="1411603"/>
                  </a:lnTo>
                  <a:lnTo>
                    <a:pt x="787625" y="1425921"/>
                  </a:lnTo>
                  <a:lnTo>
                    <a:pt x="788470" y="1518765"/>
                  </a:lnTo>
                  <a:lnTo>
                    <a:pt x="789316" y="1518765"/>
                  </a:lnTo>
                  <a:lnTo>
                    <a:pt x="790161" y="1490720"/>
                  </a:lnTo>
                  <a:lnTo>
                    <a:pt x="791006" y="1445298"/>
                  </a:lnTo>
                  <a:lnTo>
                    <a:pt x="791851" y="1454505"/>
                  </a:lnTo>
                  <a:lnTo>
                    <a:pt x="792696" y="1438436"/>
                  </a:lnTo>
                  <a:lnTo>
                    <a:pt x="793541" y="1429025"/>
                  </a:lnTo>
                  <a:lnTo>
                    <a:pt x="794386" y="1412410"/>
                  </a:lnTo>
                  <a:lnTo>
                    <a:pt x="795231" y="1419071"/>
                  </a:lnTo>
                  <a:lnTo>
                    <a:pt x="796076" y="1407459"/>
                  </a:lnTo>
                  <a:lnTo>
                    <a:pt x="796921" y="1406302"/>
                  </a:lnTo>
                  <a:lnTo>
                    <a:pt x="797766" y="1385685"/>
                  </a:lnTo>
                  <a:lnTo>
                    <a:pt x="798612" y="1377138"/>
                  </a:lnTo>
                  <a:lnTo>
                    <a:pt x="799457" y="1518765"/>
                  </a:lnTo>
                  <a:lnTo>
                    <a:pt x="800302" y="1518765"/>
                  </a:lnTo>
                  <a:lnTo>
                    <a:pt x="801147" y="1351061"/>
                  </a:lnTo>
                  <a:lnTo>
                    <a:pt x="801992" y="1518765"/>
                  </a:lnTo>
                  <a:lnTo>
                    <a:pt x="802837" y="1362705"/>
                  </a:lnTo>
                  <a:lnTo>
                    <a:pt x="803682" y="1393747"/>
                  </a:lnTo>
                  <a:lnTo>
                    <a:pt x="804527" y="1396318"/>
                  </a:lnTo>
                  <a:lnTo>
                    <a:pt x="805372" y="1416004"/>
                  </a:lnTo>
                  <a:lnTo>
                    <a:pt x="806217" y="1428640"/>
                  </a:lnTo>
                  <a:lnTo>
                    <a:pt x="807062" y="1399410"/>
                  </a:lnTo>
                  <a:lnTo>
                    <a:pt x="807908" y="1518765"/>
                  </a:lnTo>
                  <a:lnTo>
                    <a:pt x="808753" y="1518765"/>
                  </a:lnTo>
                  <a:lnTo>
                    <a:pt x="809598" y="1518765"/>
                  </a:lnTo>
                  <a:lnTo>
                    <a:pt x="810443" y="1416510"/>
                  </a:lnTo>
                  <a:lnTo>
                    <a:pt x="811288" y="1467680"/>
                  </a:lnTo>
                  <a:lnTo>
                    <a:pt x="812133" y="1473129"/>
                  </a:lnTo>
                  <a:lnTo>
                    <a:pt x="812978" y="1487218"/>
                  </a:lnTo>
                  <a:lnTo>
                    <a:pt x="813823" y="1469637"/>
                  </a:lnTo>
                  <a:lnTo>
                    <a:pt x="814668" y="1479710"/>
                  </a:lnTo>
                  <a:lnTo>
                    <a:pt x="815513" y="1440260"/>
                  </a:lnTo>
                  <a:lnTo>
                    <a:pt x="816358" y="1429149"/>
                  </a:lnTo>
                  <a:lnTo>
                    <a:pt x="817204" y="1439613"/>
                  </a:lnTo>
                  <a:lnTo>
                    <a:pt x="818049" y="1404683"/>
                  </a:lnTo>
                  <a:lnTo>
                    <a:pt x="818894" y="1405454"/>
                  </a:lnTo>
                  <a:lnTo>
                    <a:pt x="819739" y="1420556"/>
                  </a:lnTo>
                  <a:lnTo>
                    <a:pt x="820584" y="1399719"/>
                  </a:lnTo>
                  <a:lnTo>
                    <a:pt x="821429" y="1394649"/>
                  </a:lnTo>
                  <a:lnTo>
                    <a:pt x="822274" y="1403080"/>
                  </a:lnTo>
                  <a:lnTo>
                    <a:pt x="823119" y="1411007"/>
                  </a:lnTo>
                  <a:lnTo>
                    <a:pt x="823964" y="1413959"/>
                  </a:lnTo>
                  <a:lnTo>
                    <a:pt x="824809" y="1382792"/>
                  </a:lnTo>
                  <a:lnTo>
                    <a:pt x="825655" y="1388438"/>
                  </a:lnTo>
                  <a:lnTo>
                    <a:pt x="826500" y="1420777"/>
                  </a:lnTo>
                  <a:lnTo>
                    <a:pt x="827345" y="1409886"/>
                  </a:lnTo>
                  <a:lnTo>
                    <a:pt x="828190" y="1407030"/>
                  </a:lnTo>
                  <a:lnTo>
                    <a:pt x="829035" y="1381470"/>
                  </a:lnTo>
                  <a:lnTo>
                    <a:pt x="829880" y="1312247"/>
                  </a:lnTo>
                  <a:lnTo>
                    <a:pt x="830725" y="1327563"/>
                  </a:lnTo>
                  <a:lnTo>
                    <a:pt x="831570" y="1320403"/>
                  </a:lnTo>
                  <a:lnTo>
                    <a:pt x="832415" y="1325082"/>
                  </a:lnTo>
                  <a:lnTo>
                    <a:pt x="833260" y="1357552"/>
                  </a:lnTo>
                  <a:lnTo>
                    <a:pt x="834105" y="1318502"/>
                  </a:lnTo>
                  <a:lnTo>
                    <a:pt x="834951" y="1320918"/>
                  </a:lnTo>
                  <a:lnTo>
                    <a:pt x="835796" y="1327169"/>
                  </a:lnTo>
                  <a:lnTo>
                    <a:pt x="836641" y="1311160"/>
                  </a:lnTo>
                  <a:lnTo>
                    <a:pt x="837486" y="1358623"/>
                  </a:lnTo>
                  <a:lnTo>
                    <a:pt x="838331" y="1399841"/>
                  </a:lnTo>
                  <a:lnTo>
                    <a:pt x="839176" y="1387424"/>
                  </a:lnTo>
                  <a:lnTo>
                    <a:pt x="840021" y="1382341"/>
                  </a:lnTo>
                  <a:lnTo>
                    <a:pt x="840866" y="1363695"/>
                  </a:lnTo>
                  <a:lnTo>
                    <a:pt x="841711" y="1385359"/>
                  </a:lnTo>
                  <a:lnTo>
                    <a:pt x="842556" y="1518765"/>
                  </a:lnTo>
                  <a:lnTo>
                    <a:pt x="843401" y="1338512"/>
                  </a:lnTo>
                  <a:lnTo>
                    <a:pt x="844247" y="1370480"/>
                  </a:lnTo>
                  <a:lnTo>
                    <a:pt x="845092" y="1341800"/>
                  </a:lnTo>
                  <a:lnTo>
                    <a:pt x="845937" y="1386243"/>
                  </a:lnTo>
                  <a:lnTo>
                    <a:pt x="846782" y="1375480"/>
                  </a:lnTo>
                  <a:lnTo>
                    <a:pt x="847627" y="1352186"/>
                  </a:lnTo>
                  <a:lnTo>
                    <a:pt x="848472" y="1518765"/>
                  </a:lnTo>
                  <a:lnTo>
                    <a:pt x="849317" y="1357409"/>
                  </a:lnTo>
                  <a:lnTo>
                    <a:pt x="850162" y="1407401"/>
                  </a:lnTo>
                  <a:lnTo>
                    <a:pt x="851007" y="1381249"/>
                  </a:lnTo>
                  <a:lnTo>
                    <a:pt x="851852" y="1392600"/>
                  </a:lnTo>
                  <a:lnTo>
                    <a:pt x="852697" y="1410350"/>
                  </a:lnTo>
                  <a:lnTo>
                    <a:pt x="853543" y="1382634"/>
                  </a:lnTo>
                  <a:lnTo>
                    <a:pt x="854388" y="1383769"/>
                  </a:lnTo>
                  <a:lnTo>
                    <a:pt x="855233" y="1392674"/>
                  </a:lnTo>
                  <a:lnTo>
                    <a:pt x="856078" y="1396044"/>
                  </a:lnTo>
                  <a:lnTo>
                    <a:pt x="856923" y="1408575"/>
                  </a:lnTo>
                  <a:lnTo>
                    <a:pt x="857768" y="1424328"/>
                  </a:lnTo>
                  <a:lnTo>
                    <a:pt x="858613" y="1437982"/>
                  </a:lnTo>
                  <a:lnTo>
                    <a:pt x="859458" y="1451146"/>
                  </a:lnTo>
                  <a:lnTo>
                    <a:pt x="860303" y="1457256"/>
                  </a:lnTo>
                  <a:lnTo>
                    <a:pt x="861148" y="1435096"/>
                  </a:lnTo>
                  <a:lnTo>
                    <a:pt x="861993" y="1436899"/>
                  </a:lnTo>
                  <a:lnTo>
                    <a:pt x="862839" y="1440033"/>
                  </a:lnTo>
                  <a:lnTo>
                    <a:pt x="863684" y="1436505"/>
                  </a:lnTo>
                  <a:lnTo>
                    <a:pt x="864529" y="1430386"/>
                  </a:lnTo>
                  <a:lnTo>
                    <a:pt x="865374" y="1421188"/>
                  </a:lnTo>
                  <a:lnTo>
                    <a:pt x="866219" y="1433101"/>
                  </a:lnTo>
                  <a:lnTo>
                    <a:pt x="867064" y="1421327"/>
                  </a:lnTo>
                  <a:lnTo>
                    <a:pt x="867909" y="1437954"/>
                  </a:lnTo>
                  <a:lnTo>
                    <a:pt x="868754" y="1440593"/>
                  </a:lnTo>
                  <a:lnTo>
                    <a:pt x="869599" y="1432650"/>
                  </a:lnTo>
                  <a:lnTo>
                    <a:pt x="870444" y="1415220"/>
                  </a:lnTo>
                  <a:lnTo>
                    <a:pt x="871289" y="1518765"/>
                  </a:lnTo>
                  <a:lnTo>
                    <a:pt x="872135" y="1402727"/>
                  </a:lnTo>
                  <a:lnTo>
                    <a:pt x="872980" y="1425752"/>
                  </a:lnTo>
                  <a:lnTo>
                    <a:pt x="873825" y="1436429"/>
                  </a:lnTo>
                  <a:lnTo>
                    <a:pt x="874670" y="1423449"/>
                  </a:lnTo>
                  <a:lnTo>
                    <a:pt x="875515" y="1397208"/>
                  </a:lnTo>
                  <a:lnTo>
                    <a:pt x="876360" y="1420625"/>
                  </a:lnTo>
                  <a:lnTo>
                    <a:pt x="877205" y="1518765"/>
                  </a:lnTo>
                  <a:lnTo>
                    <a:pt x="878050" y="1518765"/>
                  </a:lnTo>
                  <a:lnTo>
                    <a:pt x="878895" y="1518765"/>
                  </a:lnTo>
                  <a:lnTo>
                    <a:pt x="879740" y="1518765"/>
                  </a:lnTo>
                  <a:lnTo>
                    <a:pt x="880585" y="1518765"/>
                  </a:lnTo>
                  <a:lnTo>
                    <a:pt x="881431" y="1518765"/>
                  </a:lnTo>
                  <a:lnTo>
                    <a:pt x="882276" y="1518765"/>
                  </a:lnTo>
                  <a:lnTo>
                    <a:pt x="883121" y="1518765"/>
                  </a:lnTo>
                  <a:lnTo>
                    <a:pt x="883966" y="1426369"/>
                  </a:lnTo>
                  <a:lnTo>
                    <a:pt x="884811" y="1406279"/>
                  </a:lnTo>
                  <a:lnTo>
                    <a:pt x="885656" y="1385952"/>
                  </a:lnTo>
                  <a:lnTo>
                    <a:pt x="886501" y="1385812"/>
                  </a:lnTo>
                  <a:lnTo>
                    <a:pt x="887346" y="1375811"/>
                  </a:lnTo>
                  <a:lnTo>
                    <a:pt x="888191" y="1402520"/>
                  </a:lnTo>
                  <a:lnTo>
                    <a:pt x="889036" y="1393132"/>
                  </a:lnTo>
                  <a:lnTo>
                    <a:pt x="889882" y="1398726"/>
                  </a:lnTo>
                  <a:lnTo>
                    <a:pt x="890727" y="1378122"/>
                  </a:lnTo>
                  <a:lnTo>
                    <a:pt x="891572" y="1370189"/>
                  </a:lnTo>
                  <a:lnTo>
                    <a:pt x="892417" y="1356299"/>
                  </a:lnTo>
                  <a:lnTo>
                    <a:pt x="893262" y="1342763"/>
                  </a:lnTo>
                  <a:lnTo>
                    <a:pt x="894107" y="1350211"/>
                  </a:lnTo>
                  <a:lnTo>
                    <a:pt x="894952" y="1352619"/>
                  </a:lnTo>
                  <a:lnTo>
                    <a:pt x="895797" y="1354721"/>
                  </a:lnTo>
                  <a:lnTo>
                    <a:pt x="896642" y="1408416"/>
                  </a:lnTo>
                  <a:lnTo>
                    <a:pt x="897487" y="1405499"/>
                  </a:lnTo>
                  <a:lnTo>
                    <a:pt x="898332" y="1405713"/>
                  </a:lnTo>
                  <a:lnTo>
                    <a:pt x="899178" y="1389186"/>
                  </a:lnTo>
                  <a:lnTo>
                    <a:pt x="900023" y="1363409"/>
                  </a:lnTo>
                  <a:lnTo>
                    <a:pt x="900868" y="1370795"/>
                  </a:lnTo>
                  <a:lnTo>
                    <a:pt x="901713" y="1360794"/>
                  </a:lnTo>
                  <a:lnTo>
                    <a:pt x="902558" y="1366268"/>
                  </a:lnTo>
                  <a:lnTo>
                    <a:pt x="903403" y="1518765"/>
                  </a:lnTo>
                  <a:lnTo>
                    <a:pt x="904248" y="1518765"/>
                  </a:lnTo>
                  <a:lnTo>
                    <a:pt x="905093" y="1390849"/>
                  </a:lnTo>
                  <a:lnTo>
                    <a:pt x="905938" y="1394017"/>
                  </a:lnTo>
                  <a:lnTo>
                    <a:pt x="906783" y="1415566"/>
                  </a:lnTo>
                  <a:lnTo>
                    <a:pt x="907628" y="1430629"/>
                  </a:lnTo>
                  <a:lnTo>
                    <a:pt x="908474" y="1431055"/>
                  </a:lnTo>
                  <a:lnTo>
                    <a:pt x="909319" y="1429127"/>
                  </a:lnTo>
                  <a:lnTo>
                    <a:pt x="910164" y="1436722"/>
                  </a:lnTo>
                  <a:lnTo>
                    <a:pt x="911009" y="1446246"/>
                  </a:lnTo>
                  <a:lnTo>
                    <a:pt x="911854" y="1447644"/>
                  </a:lnTo>
                  <a:lnTo>
                    <a:pt x="912699" y="1473688"/>
                  </a:lnTo>
                  <a:lnTo>
                    <a:pt x="913544" y="1481495"/>
                  </a:lnTo>
                  <a:lnTo>
                    <a:pt x="914389" y="1497030"/>
                  </a:lnTo>
                  <a:lnTo>
                    <a:pt x="915234" y="1485722"/>
                  </a:lnTo>
                  <a:lnTo>
                    <a:pt x="916079" y="1455184"/>
                  </a:lnTo>
                  <a:lnTo>
                    <a:pt x="916924" y="1439702"/>
                  </a:lnTo>
                  <a:lnTo>
                    <a:pt x="917770" y="1405202"/>
                  </a:lnTo>
                  <a:lnTo>
                    <a:pt x="918615" y="1463340"/>
                  </a:lnTo>
                  <a:lnTo>
                    <a:pt x="919460" y="1433241"/>
                  </a:lnTo>
                  <a:lnTo>
                    <a:pt x="920305" y="1432658"/>
                  </a:lnTo>
                  <a:lnTo>
                    <a:pt x="921150" y="1413477"/>
                  </a:lnTo>
                  <a:lnTo>
                    <a:pt x="921995" y="1401909"/>
                  </a:lnTo>
                  <a:lnTo>
                    <a:pt x="922840" y="1425180"/>
                  </a:lnTo>
                  <a:lnTo>
                    <a:pt x="923685" y="1417572"/>
                  </a:lnTo>
                  <a:lnTo>
                    <a:pt x="924530" y="1384375"/>
                  </a:lnTo>
                  <a:lnTo>
                    <a:pt x="925375" y="1518765"/>
                  </a:lnTo>
                  <a:lnTo>
                    <a:pt x="926220" y="1298856"/>
                  </a:lnTo>
                  <a:lnTo>
                    <a:pt x="927066" y="1338739"/>
                  </a:lnTo>
                  <a:lnTo>
                    <a:pt x="927911" y="1365432"/>
                  </a:lnTo>
                  <a:lnTo>
                    <a:pt x="928756" y="1343020"/>
                  </a:lnTo>
                  <a:lnTo>
                    <a:pt x="929601" y="1368512"/>
                  </a:lnTo>
                  <a:lnTo>
                    <a:pt x="930446" y="1355078"/>
                  </a:lnTo>
                  <a:lnTo>
                    <a:pt x="931291" y="1411026"/>
                  </a:lnTo>
                  <a:lnTo>
                    <a:pt x="932136" y="1518765"/>
                  </a:lnTo>
                  <a:lnTo>
                    <a:pt x="932981" y="1518765"/>
                  </a:lnTo>
                  <a:lnTo>
                    <a:pt x="933826" y="1518765"/>
                  </a:lnTo>
                  <a:lnTo>
                    <a:pt x="934671" y="1346591"/>
                  </a:lnTo>
                  <a:lnTo>
                    <a:pt x="935516" y="1364215"/>
                  </a:lnTo>
                  <a:lnTo>
                    <a:pt x="936362" y="1368960"/>
                  </a:lnTo>
                  <a:lnTo>
                    <a:pt x="937207" y="1333304"/>
                  </a:lnTo>
                  <a:lnTo>
                    <a:pt x="938052" y="1361067"/>
                  </a:lnTo>
                  <a:lnTo>
                    <a:pt x="938897" y="1364904"/>
                  </a:lnTo>
                  <a:lnTo>
                    <a:pt x="939742" y="1335725"/>
                  </a:lnTo>
                  <a:lnTo>
                    <a:pt x="940587" y="1333807"/>
                  </a:lnTo>
                  <a:lnTo>
                    <a:pt x="941432" y="1313345"/>
                  </a:lnTo>
                  <a:lnTo>
                    <a:pt x="942277" y="1381219"/>
                  </a:lnTo>
                  <a:lnTo>
                    <a:pt x="943122" y="1407414"/>
                  </a:lnTo>
                  <a:lnTo>
                    <a:pt x="943967" y="1398266"/>
                  </a:lnTo>
                  <a:lnTo>
                    <a:pt x="944812" y="1419794"/>
                  </a:lnTo>
                  <a:lnTo>
                    <a:pt x="945658" y="1398696"/>
                  </a:lnTo>
                  <a:lnTo>
                    <a:pt x="946503" y="1412099"/>
                  </a:lnTo>
                  <a:lnTo>
                    <a:pt x="947348" y="1396778"/>
                  </a:lnTo>
                  <a:lnTo>
                    <a:pt x="948193" y="1382231"/>
                  </a:lnTo>
                  <a:lnTo>
                    <a:pt x="949038" y="1518765"/>
                  </a:lnTo>
                  <a:lnTo>
                    <a:pt x="949883" y="1518765"/>
                  </a:lnTo>
                  <a:lnTo>
                    <a:pt x="950728" y="1421834"/>
                  </a:lnTo>
                  <a:lnTo>
                    <a:pt x="951573" y="1442273"/>
                  </a:lnTo>
                  <a:lnTo>
                    <a:pt x="952418" y="1441329"/>
                  </a:lnTo>
                  <a:lnTo>
                    <a:pt x="953263" y="1451915"/>
                  </a:lnTo>
                  <a:lnTo>
                    <a:pt x="954109" y="1452359"/>
                  </a:lnTo>
                  <a:lnTo>
                    <a:pt x="954954" y="1434709"/>
                  </a:lnTo>
                  <a:lnTo>
                    <a:pt x="955799" y="1371573"/>
                  </a:lnTo>
                  <a:lnTo>
                    <a:pt x="956644" y="1380258"/>
                  </a:lnTo>
                  <a:lnTo>
                    <a:pt x="957489" y="1391109"/>
                  </a:lnTo>
                  <a:lnTo>
                    <a:pt x="958334" y="1401463"/>
                  </a:lnTo>
                  <a:lnTo>
                    <a:pt x="959179" y="1401945"/>
                  </a:lnTo>
                  <a:lnTo>
                    <a:pt x="960024" y="1372450"/>
                  </a:lnTo>
                  <a:lnTo>
                    <a:pt x="960869" y="1383889"/>
                  </a:lnTo>
                  <a:lnTo>
                    <a:pt x="961714" y="1402331"/>
                  </a:lnTo>
                  <a:lnTo>
                    <a:pt x="962559" y="1420219"/>
                  </a:lnTo>
                  <a:lnTo>
                    <a:pt x="963405" y="1400703"/>
                  </a:lnTo>
                  <a:lnTo>
                    <a:pt x="964250" y="1381447"/>
                  </a:lnTo>
                  <a:lnTo>
                    <a:pt x="965095" y="1397721"/>
                  </a:lnTo>
                  <a:lnTo>
                    <a:pt x="965940" y="1411024"/>
                  </a:lnTo>
                  <a:lnTo>
                    <a:pt x="966785" y="1412036"/>
                  </a:lnTo>
                  <a:lnTo>
                    <a:pt x="967630" y="1412192"/>
                  </a:lnTo>
                  <a:lnTo>
                    <a:pt x="968475" y="1422396"/>
                  </a:lnTo>
                  <a:lnTo>
                    <a:pt x="969320" y="1367524"/>
                  </a:lnTo>
                  <a:lnTo>
                    <a:pt x="970165" y="1332113"/>
                  </a:lnTo>
                  <a:lnTo>
                    <a:pt x="971010" y="1293880"/>
                  </a:lnTo>
                  <a:lnTo>
                    <a:pt x="971855" y="1315970"/>
                  </a:lnTo>
                  <a:lnTo>
                    <a:pt x="972701" y="1333402"/>
                  </a:lnTo>
                  <a:lnTo>
                    <a:pt x="973546" y="1331576"/>
                  </a:lnTo>
                  <a:lnTo>
                    <a:pt x="974391" y="1347709"/>
                  </a:lnTo>
                  <a:lnTo>
                    <a:pt x="975236" y="1336472"/>
                  </a:lnTo>
                  <a:lnTo>
                    <a:pt x="976081" y="1294066"/>
                  </a:lnTo>
                  <a:lnTo>
                    <a:pt x="976926" y="1307819"/>
                  </a:lnTo>
                  <a:lnTo>
                    <a:pt x="977771" y="1355201"/>
                  </a:lnTo>
                  <a:lnTo>
                    <a:pt x="978616" y="1374418"/>
                  </a:lnTo>
                  <a:lnTo>
                    <a:pt x="979461" y="1357067"/>
                  </a:lnTo>
                  <a:lnTo>
                    <a:pt x="980306" y="1350400"/>
                  </a:lnTo>
                  <a:lnTo>
                    <a:pt x="981151" y="1403484"/>
                  </a:lnTo>
                  <a:lnTo>
                    <a:pt x="981997" y="1368376"/>
                  </a:lnTo>
                  <a:lnTo>
                    <a:pt x="982842" y="1354533"/>
                  </a:lnTo>
                  <a:lnTo>
                    <a:pt x="983687" y="1311040"/>
                  </a:lnTo>
                  <a:lnTo>
                    <a:pt x="984532" y="1339049"/>
                  </a:lnTo>
                  <a:lnTo>
                    <a:pt x="985377" y="1398023"/>
                  </a:lnTo>
                  <a:lnTo>
                    <a:pt x="986222" y="1345741"/>
                  </a:lnTo>
                  <a:lnTo>
                    <a:pt x="987067" y="1341407"/>
                  </a:lnTo>
                  <a:lnTo>
                    <a:pt x="987912" y="1344103"/>
                  </a:lnTo>
                  <a:lnTo>
                    <a:pt x="988757" y="1345206"/>
                  </a:lnTo>
                  <a:lnTo>
                    <a:pt x="989602" y="1333463"/>
                  </a:lnTo>
                  <a:lnTo>
                    <a:pt x="990447" y="1518765"/>
                  </a:lnTo>
                  <a:lnTo>
                    <a:pt x="991293" y="1518765"/>
                  </a:lnTo>
                  <a:lnTo>
                    <a:pt x="992138" y="1518765"/>
                  </a:lnTo>
                  <a:lnTo>
                    <a:pt x="992983" y="1322268"/>
                  </a:lnTo>
                  <a:lnTo>
                    <a:pt x="993828" y="1333781"/>
                  </a:lnTo>
                  <a:lnTo>
                    <a:pt x="994673" y="1518765"/>
                  </a:lnTo>
                  <a:lnTo>
                    <a:pt x="995518" y="1518765"/>
                  </a:lnTo>
                  <a:lnTo>
                    <a:pt x="996363" y="1518765"/>
                  </a:lnTo>
                  <a:lnTo>
                    <a:pt x="997208" y="1392716"/>
                  </a:lnTo>
                  <a:lnTo>
                    <a:pt x="998053" y="1371187"/>
                  </a:lnTo>
                  <a:lnTo>
                    <a:pt x="998898" y="1345403"/>
                  </a:lnTo>
                  <a:lnTo>
                    <a:pt x="999743" y="1346279"/>
                  </a:lnTo>
                  <a:lnTo>
                    <a:pt x="1000589" y="1318667"/>
                  </a:lnTo>
                  <a:lnTo>
                    <a:pt x="1001434" y="1327288"/>
                  </a:lnTo>
                  <a:lnTo>
                    <a:pt x="1002279" y="1321047"/>
                  </a:lnTo>
                  <a:lnTo>
                    <a:pt x="1003124" y="1298885"/>
                  </a:lnTo>
                  <a:lnTo>
                    <a:pt x="1003969" y="1315516"/>
                  </a:lnTo>
                  <a:lnTo>
                    <a:pt x="1004814" y="1287361"/>
                  </a:lnTo>
                  <a:lnTo>
                    <a:pt x="1005659" y="1323746"/>
                  </a:lnTo>
                  <a:lnTo>
                    <a:pt x="1006504" y="1351305"/>
                  </a:lnTo>
                  <a:lnTo>
                    <a:pt x="1007349" y="1518765"/>
                  </a:lnTo>
                  <a:lnTo>
                    <a:pt x="1008194" y="1518765"/>
                  </a:lnTo>
                  <a:lnTo>
                    <a:pt x="1009040" y="1518765"/>
                  </a:lnTo>
                  <a:lnTo>
                    <a:pt x="1009885" y="1345541"/>
                  </a:lnTo>
                  <a:lnTo>
                    <a:pt x="1010730" y="1355735"/>
                  </a:lnTo>
                  <a:lnTo>
                    <a:pt x="1011575" y="1280900"/>
                  </a:lnTo>
                  <a:lnTo>
                    <a:pt x="1012420" y="1320456"/>
                  </a:lnTo>
                  <a:lnTo>
                    <a:pt x="1013265" y="1293707"/>
                  </a:lnTo>
                  <a:lnTo>
                    <a:pt x="1014110" y="1289452"/>
                  </a:lnTo>
                  <a:lnTo>
                    <a:pt x="1014955" y="1327248"/>
                  </a:lnTo>
                  <a:lnTo>
                    <a:pt x="1015800" y="1291489"/>
                  </a:lnTo>
                  <a:lnTo>
                    <a:pt x="1016645" y="1366340"/>
                  </a:lnTo>
                  <a:lnTo>
                    <a:pt x="1017490" y="1310006"/>
                  </a:lnTo>
                  <a:lnTo>
                    <a:pt x="1018336" y="1400089"/>
                  </a:lnTo>
                  <a:lnTo>
                    <a:pt x="1019181" y="1418038"/>
                  </a:lnTo>
                  <a:lnTo>
                    <a:pt x="1020026" y="1378559"/>
                  </a:lnTo>
                  <a:lnTo>
                    <a:pt x="1020871" y="1401727"/>
                  </a:lnTo>
                  <a:lnTo>
                    <a:pt x="1021716" y="1363264"/>
                  </a:lnTo>
                  <a:lnTo>
                    <a:pt x="1022561" y="1414514"/>
                  </a:lnTo>
                  <a:lnTo>
                    <a:pt x="1023406" y="1384079"/>
                  </a:lnTo>
                  <a:lnTo>
                    <a:pt x="1024251" y="1358632"/>
                  </a:lnTo>
                  <a:lnTo>
                    <a:pt x="1025096" y="1371724"/>
                  </a:lnTo>
                  <a:lnTo>
                    <a:pt x="1025941" y="1387464"/>
                  </a:lnTo>
                  <a:lnTo>
                    <a:pt x="1026786" y="1411009"/>
                  </a:lnTo>
                  <a:lnTo>
                    <a:pt x="1027632" y="1403217"/>
                  </a:lnTo>
                  <a:lnTo>
                    <a:pt x="1028477" y="1387274"/>
                  </a:lnTo>
                  <a:lnTo>
                    <a:pt x="1029322" y="1422993"/>
                  </a:lnTo>
                  <a:lnTo>
                    <a:pt x="1030167" y="1398840"/>
                  </a:lnTo>
                  <a:lnTo>
                    <a:pt x="1031012" y="1397524"/>
                  </a:lnTo>
                  <a:lnTo>
                    <a:pt x="1031857" y="1332700"/>
                  </a:lnTo>
                  <a:lnTo>
                    <a:pt x="1032702" y="1322158"/>
                  </a:lnTo>
                  <a:lnTo>
                    <a:pt x="1033547" y="1352945"/>
                  </a:lnTo>
                  <a:lnTo>
                    <a:pt x="1034392" y="1347641"/>
                  </a:lnTo>
                  <a:lnTo>
                    <a:pt x="1035237" y="1344983"/>
                  </a:lnTo>
                  <a:lnTo>
                    <a:pt x="1036082" y="1362897"/>
                  </a:lnTo>
                  <a:lnTo>
                    <a:pt x="1036928" y="1327265"/>
                  </a:lnTo>
                  <a:lnTo>
                    <a:pt x="1037773" y="1309999"/>
                  </a:lnTo>
                  <a:lnTo>
                    <a:pt x="1038618" y="1291413"/>
                  </a:lnTo>
                  <a:lnTo>
                    <a:pt x="1039463" y="1325330"/>
                  </a:lnTo>
                  <a:lnTo>
                    <a:pt x="1040308" y="1308546"/>
                  </a:lnTo>
                  <a:lnTo>
                    <a:pt x="1041153" y="1327733"/>
                  </a:lnTo>
                  <a:lnTo>
                    <a:pt x="1041998" y="1295130"/>
                  </a:lnTo>
                  <a:lnTo>
                    <a:pt x="1042843" y="1285974"/>
                  </a:lnTo>
                  <a:lnTo>
                    <a:pt x="1043688" y="1289326"/>
                  </a:lnTo>
                  <a:lnTo>
                    <a:pt x="1044533" y="1296450"/>
                  </a:lnTo>
                  <a:lnTo>
                    <a:pt x="1045378" y="1244297"/>
                  </a:lnTo>
                  <a:lnTo>
                    <a:pt x="1046224" y="1237829"/>
                  </a:lnTo>
                  <a:lnTo>
                    <a:pt x="1047069" y="1273633"/>
                  </a:lnTo>
                  <a:lnTo>
                    <a:pt x="1047914" y="1268756"/>
                  </a:lnTo>
                  <a:lnTo>
                    <a:pt x="1048759" y="1320139"/>
                  </a:lnTo>
                  <a:lnTo>
                    <a:pt x="1049604" y="1319925"/>
                  </a:lnTo>
                  <a:lnTo>
                    <a:pt x="1050449" y="1324787"/>
                  </a:lnTo>
                  <a:lnTo>
                    <a:pt x="1051294" y="1388702"/>
                  </a:lnTo>
                  <a:lnTo>
                    <a:pt x="1052139" y="1383799"/>
                  </a:lnTo>
                  <a:lnTo>
                    <a:pt x="1052984" y="1352025"/>
                  </a:lnTo>
                  <a:lnTo>
                    <a:pt x="1053829" y="1368452"/>
                  </a:lnTo>
                  <a:lnTo>
                    <a:pt x="1054674" y="1395533"/>
                  </a:lnTo>
                  <a:lnTo>
                    <a:pt x="1055520" y="1429951"/>
                  </a:lnTo>
                  <a:lnTo>
                    <a:pt x="1056365" y="1411532"/>
                  </a:lnTo>
                  <a:lnTo>
                    <a:pt x="1057210" y="1418163"/>
                  </a:lnTo>
                  <a:lnTo>
                    <a:pt x="1058055" y="1518765"/>
                  </a:lnTo>
                  <a:lnTo>
                    <a:pt x="1058900" y="1518765"/>
                  </a:lnTo>
                  <a:lnTo>
                    <a:pt x="1059745" y="1408116"/>
                  </a:lnTo>
                  <a:lnTo>
                    <a:pt x="1060590" y="1518765"/>
                  </a:lnTo>
                  <a:lnTo>
                    <a:pt x="1061435" y="1331034"/>
                  </a:lnTo>
                  <a:lnTo>
                    <a:pt x="1062280" y="1316456"/>
                  </a:lnTo>
                  <a:lnTo>
                    <a:pt x="1063125" y="1297397"/>
                  </a:lnTo>
                  <a:lnTo>
                    <a:pt x="1063970" y="1518765"/>
                  </a:lnTo>
                  <a:lnTo>
                    <a:pt x="1064816" y="1518765"/>
                  </a:lnTo>
                  <a:lnTo>
                    <a:pt x="1065661" y="1518765"/>
                  </a:lnTo>
                  <a:lnTo>
                    <a:pt x="1066506" y="1518765"/>
                  </a:lnTo>
                  <a:lnTo>
                    <a:pt x="1067351" y="1518765"/>
                  </a:lnTo>
                  <a:lnTo>
                    <a:pt x="1068196" y="1243745"/>
                  </a:lnTo>
                  <a:lnTo>
                    <a:pt x="1069041" y="1224833"/>
                  </a:lnTo>
                  <a:lnTo>
                    <a:pt x="1069886" y="1209620"/>
                  </a:lnTo>
                  <a:lnTo>
                    <a:pt x="1070731" y="1190766"/>
                  </a:lnTo>
                  <a:lnTo>
                    <a:pt x="1071576" y="1193258"/>
                  </a:lnTo>
                  <a:lnTo>
                    <a:pt x="1072421" y="1183904"/>
                  </a:lnTo>
                  <a:lnTo>
                    <a:pt x="1073267" y="1169535"/>
                  </a:lnTo>
                  <a:lnTo>
                    <a:pt x="1074112" y="1165938"/>
                  </a:lnTo>
                  <a:lnTo>
                    <a:pt x="1074957" y="1176824"/>
                  </a:lnTo>
                  <a:lnTo>
                    <a:pt x="1075802" y="1190989"/>
                  </a:lnTo>
                  <a:lnTo>
                    <a:pt x="1076647" y="1211185"/>
                  </a:lnTo>
                  <a:lnTo>
                    <a:pt x="1077492" y="1256831"/>
                  </a:lnTo>
                  <a:lnTo>
                    <a:pt x="1078337" y="1250306"/>
                  </a:lnTo>
                  <a:lnTo>
                    <a:pt x="1079182" y="1289806"/>
                  </a:lnTo>
                  <a:lnTo>
                    <a:pt x="1080027" y="1328767"/>
                  </a:lnTo>
                  <a:lnTo>
                    <a:pt x="1080872" y="1308136"/>
                  </a:lnTo>
                  <a:lnTo>
                    <a:pt x="1081717" y="1250803"/>
                  </a:lnTo>
                  <a:lnTo>
                    <a:pt x="1082563" y="1262022"/>
                  </a:lnTo>
                  <a:lnTo>
                    <a:pt x="1083408" y="1295545"/>
                  </a:lnTo>
                  <a:lnTo>
                    <a:pt x="1084253" y="1286113"/>
                  </a:lnTo>
                  <a:lnTo>
                    <a:pt x="1085098" y="1248527"/>
                  </a:lnTo>
                  <a:lnTo>
                    <a:pt x="1085943" y="1232556"/>
                  </a:lnTo>
                  <a:lnTo>
                    <a:pt x="1086788" y="1273733"/>
                  </a:lnTo>
                  <a:lnTo>
                    <a:pt x="1087633" y="1244242"/>
                  </a:lnTo>
                  <a:lnTo>
                    <a:pt x="1088478" y="1271029"/>
                  </a:lnTo>
                  <a:lnTo>
                    <a:pt x="1089323" y="1249096"/>
                  </a:lnTo>
                  <a:lnTo>
                    <a:pt x="1090168" y="1249081"/>
                  </a:lnTo>
                  <a:lnTo>
                    <a:pt x="1091013" y="1266573"/>
                  </a:lnTo>
                  <a:lnTo>
                    <a:pt x="1091859" y="1294229"/>
                  </a:lnTo>
                  <a:lnTo>
                    <a:pt x="1092704" y="1304730"/>
                  </a:lnTo>
                  <a:lnTo>
                    <a:pt x="1093549" y="1268136"/>
                  </a:lnTo>
                  <a:lnTo>
                    <a:pt x="1094394" y="1236290"/>
                  </a:lnTo>
                  <a:lnTo>
                    <a:pt x="1095239" y="1232648"/>
                  </a:lnTo>
                  <a:lnTo>
                    <a:pt x="1096084" y="1245660"/>
                  </a:lnTo>
                  <a:lnTo>
                    <a:pt x="1096929" y="1219587"/>
                  </a:lnTo>
                  <a:lnTo>
                    <a:pt x="1097774" y="1271373"/>
                  </a:lnTo>
                  <a:lnTo>
                    <a:pt x="1098619" y="1292323"/>
                  </a:lnTo>
                  <a:lnTo>
                    <a:pt x="1099464" y="1283661"/>
                  </a:lnTo>
                  <a:lnTo>
                    <a:pt x="1100309" y="1518765"/>
                  </a:lnTo>
                  <a:lnTo>
                    <a:pt x="1101155" y="1518765"/>
                  </a:lnTo>
                  <a:lnTo>
                    <a:pt x="1102000" y="1274402"/>
                  </a:lnTo>
                  <a:lnTo>
                    <a:pt x="1102845" y="1238378"/>
                  </a:lnTo>
                  <a:lnTo>
                    <a:pt x="1103690" y="1209863"/>
                  </a:lnTo>
                  <a:lnTo>
                    <a:pt x="1104535" y="1191149"/>
                  </a:lnTo>
                  <a:lnTo>
                    <a:pt x="1105380" y="1177357"/>
                  </a:lnTo>
                  <a:lnTo>
                    <a:pt x="1106225" y="1188595"/>
                  </a:lnTo>
                  <a:lnTo>
                    <a:pt x="1107070" y="1188006"/>
                  </a:lnTo>
                  <a:lnTo>
                    <a:pt x="1107915" y="1518765"/>
                  </a:lnTo>
                  <a:lnTo>
                    <a:pt x="1108760" y="1182054"/>
                  </a:lnTo>
                  <a:lnTo>
                    <a:pt x="1109605" y="1518765"/>
                  </a:lnTo>
                  <a:lnTo>
                    <a:pt x="1110451" y="1161319"/>
                  </a:lnTo>
                  <a:lnTo>
                    <a:pt x="1111296" y="1212687"/>
                  </a:lnTo>
                  <a:lnTo>
                    <a:pt x="1112141" y="1180715"/>
                  </a:lnTo>
                  <a:lnTo>
                    <a:pt x="1112986" y="1206959"/>
                  </a:lnTo>
                  <a:lnTo>
                    <a:pt x="1113831" y="1136777"/>
                  </a:lnTo>
                  <a:lnTo>
                    <a:pt x="1114676" y="1115551"/>
                  </a:lnTo>
                  <a:lnTo>
                    <a:pt x="1115521" y="1166762"/>
                  </a:lnTo>
                  <a:lnTo>
                    <a:pt x="1116366" y="1095988"/>
                  </a:lnTo>
                  <a:lnTo>
                    <a:pt x="1117211" y="1185436"/>
                  </a:lnTo>
                  <a:lnTo>
                    <a:pt x="1118056" y="1518765"/>
                  </a:lnTo>
                  <a:lnTo>
                    <a:pt x="1118901" y="1518765"/>
                  </a:lnTo>
                  <a:lnTo>
                    <a:pt x="1119747" y="1151556"/>
                  </a:lnTo>
                  <a:lnTo>
                    <a:pt x="1120592" y="1150231"/>
                  </a:lnTo>
                  <a:lnTo>
                    <a:pt x="1121437" y="1236542"/>
                  </a:lnTo>
                  <a:lnTo>
                    <a:pt x="1122282" y="1211231"/>
                  </a:lnTo>
                  <a:lnTo>
                    <a:pt x="1123127" y="1518765"/>
                  </a:lnTo>
                  <a:lnTo>
                    <a:pt x="1123972" y="1259981"/>
                  </a:lnTo>
                  <a:lnTo>
                    <a:pt x="1124817" y="1239346"/>
                  </a:lnTo>
                  <a:lnTo>
                    <a:pt x="1125662" y="1308107"/>
                  </a:lnTo>
                  <a:lnTo>
                    <a:pt x="1126507" y="1291958"/>
                  </a:lnTo>
                  <a:lnTo>
                    <a:pt x="1127352" y="1287964"/>
                  </a:lnTo>
                  <a:lnTo>
                    <a:pt x="1128197" y="1304191"/>
                  </a:lnTo>
                  <a:lnTo>
                    <a:pt x="1129043" y="1277396"/>
                  </a:lnTo>
                  <a:lnTo>
                    <a:pt x="1129888" y="1310146"/>
                  </a:lnTo>
                  <a:lnTo>
                    <a:pt x="1130733" y="1305292"/>
                  </a:lnTo>
                  <a:lnTo>
                    <a:pt x="1131578" y="1283162"/>
                  </a:lnTo>
                  <a:lnTo>
                    <a:pt x="1132423" y="1295835"/>
                  </a:lnTo>
                  <a:lnTo>
                    <a:pt x="1133268" y="1293419"/>
                  </a:lnTo>
                  <a:lnTo>
                    <a:pt x="1134113" y="1327571"/>
                  </a:lnTo>
                  <a:lnTo>
                    <a:pt x="1134958" y="1329509"/>
                  </a:lnTo>
                  <a:lnTo>
                    <a:pt x="1135803" y="1295931"/>
                  </a:lnTo>
                  <a:lnTo>
                    <a:pt x="1136648" y="1284596"/>
                  </a:lnTo>
                  <a:lnTo>
                    <a:pt x="1137494" y="1270968"/>
                  </a:lnTo>
                  <a:lnTo>
                    <a:pt x="1138339" y="1518765"/>
                  </a:lnTo>
                  <a:lnTo>
                    <a:pt x="1139184" y="1289236"/>
                  </a:lnTo>
                  <a:lnTo>
                    <a:pt x="1140029" y="1251026"/>
                  </a:lnTo>
                  <a:lnTo>
                    <a:pt x="1140874" y="1236211"/>
                  </a:lnTo>
                  <a:lnTo>
                    <a:pt x="1141719" y="1190840"/>
                  </a:lnTo>
                  <a:lnTo>
                    <a:pt x="1142564" y="1208634"/>
                  </a:lnTo>
                  <a:lnTo>
                    <a:pt x="1143409" y="1223653"/>
                  </a:lnTo>
                  <a:lnTo>
                    <a:pt x="1144254" y="1518765"/>
                  </a:lnTo>
                  <a:lnTo>
                    <a:pt x="1145099" y="1209355"/>
                  </a:lnTo>
                  <a:lnTo>
                    <a:pt x="1145944" y="1218920"/>
                  </a:lnTo>
                  <a:lnTo>
                    <a:pt x="1146790" y="1518765"/>
                  </a:lnTo>
                  <a:lnTo>
                    <a:pt x="1147635" y="1518765"/>
                  </a:lnTo>
                  <a:lnTo>
                    <a:pt x="1148480" y="1238687"/>
                  </a:lnTo>
                  <a:lnTo>
                    <a:pt x="1149325" y="1268688"/>
                  </a:lnTo>
                  <a:lnTo>
                    <a:pt x="1150170" y="1263893"/>
                  </a:lnTo>
                  <a:lnTo>
                    <a:pt x="1151015" y="1282144"/>
                  </a:lnTo>
                  <a:lnTo>
                    <a:pt x="1151860" y="1253817"/>
                  </a:lnTo>
                  <a:lnTo>
                    <a:pt x="1152705" y="1284311"/>
                  </a:lnTo>
                  <a:lnTo>
                    <a:pt x="1153550" y="1364632"/>
                  </a:lnTo>
                  <a:lnTo>
                    <a:pt x="1154395" y="1355958"/>
                  </a:lnTo>
                  <a:lnTo>
                    <a:pt x="1155240" y="1343898"/>
                  </a:lnTo>
                  <a:lnTo>
                    <a:pt x="1156086" y="1326987"/>
                  </a:lnTo>
                  <a:lnTo>
                    <a:pt x="1156931" y="1345063"/>
                  </a:lnTo>
                  <a:lnTo>
                    <a:pt x="1157776" y="1518765"/>
                  </a:lnTo>
                  <a:lnTo>
                    <a:pt x="1158621" y="1518765"/>
                  </a:lnTo>
                  <a:lnTo>
                    <a:pt x="1159466" y="1518765"/>
                  </a:lnTo>
                  <a:lnTo>
                    <a:pt x="1160311" y="1518765"/>
                  </a:lnTo>
                  <a:lnTo>
                    <a:pt x="1161156" y="1347907"/>
                  </a:lnTo>
                  <a:lnTo>
                    <a:pt x="1162001" y="1371743"/>
                  </a:lnTo>
                  <a:lnTo>
                    <a:pt x="1162846" y="1358201"/>
                  </a:lnTo>
                  <a:lnTo>
                    <a:pt x="1163691" y="1347075"/>
                  </a:lnTo>
                  <a:lnTo>
                    <a:pt x="1164536" y="1348542"/>
                  </a:lnTo>
                  <a:lnTo>
                    <a:pt x="1165382" y="1331843"/>
                  </a:lnTo>
                  <a:lnTo>
                    <a:pt x="1166227" y="1348208"/>
                  </a:lnTo>
                  <a:lnTo>
                    <a:pt x="1167072" y="1343130"/>
                  </a:lnTo>
                  <a:lnTo>
                    <a:pt x="1167917" y="1361905"/>
                  </a:lnTo>
                  <a:lnTo>
                    <a:pt x="1168762" y="1384143"/>
                  </a:lnTo>
                  <a:lnTo>
                    <a:pt x="1169607" y="1368741"/>
                  </a:lnTo>
                  <a:lnTo>
                    <a:pt x="1170452" y="1351535"/>
                  </a:lnTo>
                  <a:lnTo>
                    <a:pt x="1171297" y="1335505"/>
                  </a:lnTo>
                  <a:lnTo>
                    <a:pt x="1172142" y="1518765"/>
                  </a:lnTo>
                  <a:lnTo>
                    <a:pt x="1172987" y="1518765"/>
                  </a:lnTo>
                  <a:lnTo>
                    <a:pt x="1173832" y="1518765"/>
                  </a:lnTo>
                  <a:lnTo>
                    <a:pt x="1174678" y="1267944"/>
                  </a:lnTo>
                  <a:lnTo>
                    <a:pt x="1175523" y="1246458"/>
                  </a:lnTo>
                  <a:lnTo>
                    <a:pt x="1176368" y="1205983"/>
                  </a:lnTo>
                  <a:lnTo>
                    <a:pt x="1177213" y="1195246"/>
                  </a:lnTo>
                  <a:lnTo>
                    <a:pt x="1178058" y="1215747"/>
                  </a:lnTo>
                  <a:lnTo>
                    <a:pt x="1178903" y="1235987"/>
                  </a:lnTo>
                  <a:lnTo>
                    <a:pt x="1179748" y="1278438"/>
                  </a:lnTo>
                  <a:lnTo>
                    <a:pt x="1180593" y="1303202"/>
                  </a:lnTo>
                  <a:lnTo>
                    <a:pt x="1181438" y="1349735"/>
                  </a:lnTo>
                  <a:lnTo>
                    <a:pt x="1182283" y="1386608"/>
                  </a:lnTo>
                  <a:lnTo>
                    <a:pt x="1183128" y="1405472"/>
                  </a:lnTo>
                  <a:lnTo>
                    <a:pt x="1183974" y="1413265"/>
                  </a:lnTo>
                  <a:lnTo>
                    <a:pt x="1184819" y="1407744"/>
                  </a:lnTo>
                  <a:lnTo>
                    <a:pt x="1185664" y="1428677"/>
                  </a:lnTo>
                  <a:lnTo>
                    <a:pt x="1186509" y="1439830"/>
                  </a:lnTo>
                  <a:lnTo>
                    <a:pt x="1187354" y="1431333"/>
                  </a:lnTo>
                  <a:lnTo>
                    <a:pt x="1188199" y="1434070"/>
                  </a:lnTo>
                  <a:lnTo>
                    <a:pt x="1189044" y="1410535"/>
                  </a:lnTo>
                  <a:lnTo>
                    <a:pt x="1189889" y="1401930"/>
                  </a:lnTo>
                  <a:lnTo>
                    <a:pt x="1190734" y="1367533"/>
                  </a:lnTo>
                  <a:lnTo>
                    <a:pt x="1191579" y="1518765"/>
                  </a:lnTo>
                  <a:lnTo>
                    <a:pt x="1192424" y="1518765"/>
                  </a:lnTo>
                  <a:lnTo>
                    <a:pt x="1193270" y="1297943"/>
                  </a:lnTo>
                  <a:lnTo>
                    <a:pt x="1194115" y="1302725"/>
                  </a:lnTo>
                  <a:lnTo>
                    <a:pt x="1194960" y="1518765"/>
                  </a:lnTo>
                  <a:lnTo>
                    <a:pt x="1195805" y="1518765"/>
                  </a:lnTo>
                  <a:lnTo>
                    <a:pt x="1196650" y="1518765"/>
                  </a:lnTo>
                  <a:lnTo>
                    <a:pt x="1197495" y="1518765"/>
                  </a:lnTo>
                  <a:lnTo>
                    <a:pt x="1198340" y="1518765"/>
                  </a:lnTo>
                  <a:lnTo>
                    <a:pt x="1199185" y="1518765"/>
                  </a:lnTo>
                  <a:lnTo>
                    <a:pt x="1200030" y="1518765"/>
                  </a:lnTo>
                  <a:lnTo>
                    <a:pt x="1200875" y="1415299"/>
                  </a:lnTo>
                  <a:lnTo>
                    <a:pt x="1201721" y="1373545"/>
                  </a:lnTo>
                  <a:lnTo>
                    <a:pt x="1202566" y="1362468"/>
                  </a:lnTo>
                  <a:lnTo>
                    <a:pt x="1203411" y="1362081"/>
                  </a:lnTo>
                  <a:lnTo>
                    <a:pt x="1204256" y="1365855"/>
                  </a:lnTo>
                  <a:lnTo>
                    <a:pt x="1205101" y="1321116"/>
                  </a:lnTo>
                  <a:lnTo>
                    <a:pt x="1205946" y="1267702"/>
                  </a:lnTo>
                  <a:lnTo>
                    <a:pt x="1206791" y="1269384"/>
                  </a:lnTo>
                  <a:lnTo>
                    <a:pt x="1207636" y="1291066"/>
                  </a:lnTo>
                  <a:lnTo>
                    <a:pt x="1208481" y="1296368"/>
                  </a:lnTo>
                  <a:lnTo>
                    <a:pt x="1209326" y="1518765"/>
                  </a:lnTo>
                  <a:lnTo>
                    <a:pt x="1210171" y="1518765"/>
                  </a:lnTo>
                  <a:lnTo>
                    <a:pt x="1211017" y="1518765"/>
                  </a:lnTo>
                  <a:lnTo>
                    <a:pt x="1211862" y="1320002"/>
                  </a:lnTo>
                  <a:lnTo>
                    <a:pt x="1212707" y="1300141"/>
                  </a:lnTo>
                  <a:lnTo>
                    <a:pt x="1213552" y="1316378"/>
                  </a:lnTo>
                  <a:lnTo>
                    <a:pt x="1214397" y="1299783"/>
                  </a:lnTo>
                  <a:lnTo>
                    <a:pt x="1215242" y="1321587"/>
                  </a:lnTo>
                  <a:lnTo>
                    <a:pt x="1216087" y="1322686"/>
                  </a:lnTo>
                  <a:lnTo>
                    <a:pt x="1216932" y="1300693"/>
                  </a:lnTo>
                  <a:lnTo>
                    <a:pt x="1217777" y="1518765"/>
                  </a:lnTo>
                  <a:lnTo>
                    <a:pt x="1218622" y="1518765"/>
                  </a:lnTo>
                  <a:lnTo>
                    <a:pt x="1219467" y="1311399"/>
                  </a:lnTo>
                  <a:lnTo>
                    <a:pt x="1220313" y="1518765"/>
                  </a:lnTo>
                  <a:lnTo>
                    <a:pt x="1221158" y="1518765"/>
                  </a:lnTo>
                  <a:lnTo>
                    <a:pt x="1222003" y="1518765"/>
                  </a:lnTo>
                  <a:lnTo>
                    <a:pt x="1222848" y="1224953"/>
                  </a:lnTo>
                  <a:lnTo>
                    <a:pt x="1223693" y="1202109"/>
                  </a:lnTo>
                  <a:lnTo>
                    <a:pt x="1224538" y="1174039"/>
                  </a:lnTo>
                  <a:lnTo>
                    <a:pt x="1225383" y="1165732"/>
                  </a:lnTo>
                  <a:lnTo>
                    <a:pt x="1226228" y="1518765"/>
                  </a:lnTo>
                  <a:lnTo>
                    <a:pt x="1227073" y="1138402"/>
                  </a:lnTo>
                  <a:lnTo>
                    <a:pt x="1227918" y="1145700"/>
                  </a:lnTo>
                  <a:lnTo>
                    <a:pt x="1228763" y="1177312"/>
                  </a:lnTo>
                  <a:lnTo>
                    <a:pt x="1229609" y="1136663"/>
                  </a:lnTo>
                  <a:lnTo>
                    <a:pt x="1230454" y="1180605"/>
                  </a:lnTo>
                  <a:lnTo>
                    <a:pt x="1231299" y="1183043"/>
                  </a:lnTo>
                  <a:lnTo>
                    <a:pt x="1232144" y="1157000"/>
                  </a:lnTo>
                  <a:lnTo>
                    <a:pt x="1232989" y="1166053"/>
                  </a:lnTo>
                  <a:lnTo>
                    <a:pt x="1233834" y="1518765"/>
                  </a:lnTo>
                  <a:lnTo>
                    <a:pt x="1234679" y="1518765"/>
                  </a:lnTo>
                  <a:lnTo>
                    <a:pt x="1235524" y="1518765"/>
                  </a:lnTo>
                  <a:lnTo>
                    <a:pt x="1236369" y="1203629"/>
                  </a:lnTo>
                  <a:lnTo>
                    <a:pt x="1237214" y="1278004"/>
                  </a:lnTo>
                  <a:lnTo>
                    <a:pt x="1238059" y="1287884"/>
                  </a:lnTo>
                  <a:lnTo>
                    <a:pt x="1238905" y="1263069"/>
                  </a:lnTo>
                  <a:lnTo>
                    <a:pt x="1239750" y="1293390"/>
                  </a:lnTo>
                  <a:lnTo>
                    <a:pt x="1240595" y="1311848"/>
                  </a:lnTo>
                  <a:lnTo>
                    <a:pt x="1241440" y="1518765"/>
                  </a:lnTo>
                  <a:lnTo>
                    <a:pt x="1242285" y="1518765"/>
                  </a:lnTo>
                  <a:lnTo>
                    <a:pt x="1243130" y="1518765"/>
                  </a:lnTo>
                  <a:lnTo>
                    <a:pt x="1243975" y="1303003"/>
                  </a:lnTo>
                  <a:lnTo>
                    <a:pt x="1244820" y="1287365"/>
                  </a:lnTo>
                  <a:lnTo>
                    <a:pt x="1245665" y="1278464"/>
                  </a:lnTo>
                  <a:lnTo>
                    <a:pt x="1246510" y="1279696"/>
                  </a:lnTo>
                  <a:lnTo>
                    <a:pt x="1247355" y="1291816"/>
                  </a:lnTo>
                  <a:lnTo>
                    <a:pt x="1248201" y="1315613"/>
                  </a:lnTo>
                  <a:lnTo>
                    <a:pt x="1249046" y="1288005"/>
                  </a:lnTo>
                  <a:lnTo>
                    <a:pt x="1249891" y="1254746"/>
                  </a:lnTo>
                  <a:lnTo>
                    <a:pt x="1250736" y="1248971"/>
                  </a:lnTo>
                  <a:lnTo>
                    <a:pt x="1251581" y="1244285"/>
                  </a:lnTo>
                  <a:lnTo>
                    <a:pt x="1252426" y="1246634"/>
                  </a:lnTo>
                  <a:lnTo>
                    <a:pt x="1253271" y="1221876"/>
                  </a:lnTo>
                  <a:lnTo>
                    <a:pt x="1254116" y="1199030"/>
                  </a:lnTo>
                  <a:lnTo>
                    <a:pt x="1254961" y="1217089"/>
                  </a:lnTo>
                  <a:lnTo>
                    <a:pt x="1255806" y="1231226"/>
                  </a:lnTo>
                  <a:lnTo>
                    <a:pt x="1256651" y="1254401"/>
                  </a:lnTo>
                  <a:lnTo>
                    <a:pt x="1257497" y="1234032"/>
                  </a:lnTo>
                  <a:lnTo>
                    <a:pt x="1258342" y="1269494"/>
                  </a:lnTo>
                  <a:lnTo>
                    <a:pt x="1259187" y="1326356"/>
                  </a:lnTo>
                  <a:lnTo>
                    <a:pt x="1260032" y="1518765"/>
                  </a:lnTo>
                  <a:lnTo>
                    <a:pt x="1260877" y="1518765"/>
                  </a:lnTo>
                  <a:lnTo>
                    <a:pt x="1261722" y="1278025"/>
                  </a:lnTo>
                  <a:lnTo>
                    <a:pt x="1262567" y="1307570"/>
                  </a:lnTo>
                  <a:lnTo>
                    <a:pt x="1263412" y="1368164"/>
                  </a:lnTo>
                  <a:lnTo>
                    <a:pt x="1264257" y="1355066"/>
                  </a:lnTo>
                  <a:lnTo>
                    <a:pt x="1265102" y="1303447"/>
                  </a:lnTo>
                  <a:lnTo>
                    <a:pt x="1265948" y="1266089"/>
                  </a:lnTo>
                  <a:lnTo>
                    <a:pt x="1266793" y="1518765"/>
                  </a:lnTo>
                  <a:lnTo>
                    <a:pt x="1267638" y="1327490"/>
                  </a:lnTo>
                  <a:lnTo>
                    <a:pt x="1268483" y="1290902"/>
                  </a:lnTo>
                  <a:lnTo>
                    <a:pt x="1269328" y="1255073"/>
                  </a:lnTo>
                  <a:lnTo>
                    <a:pt x="1270173" y="1267023"/>
                  </a:lnTo>
                  <a:lnTo>
                    <a:pt x="1271018" y="1291838"/>
                  </a:lnTo>
                  <a:lnTo>
                    <a:pt x="1271863" y="1324091"/>
                  </a:lnTo>
                  <a:lnTo>
                    <a:pt x="1272708" y="1319157"/>
                  </a:lnTo>
                  <a:lnTo>
                    <a:pt x="1273553" y="1307593"/>
                  </a:lnTo>
                  <a:lnTo>
                    <a:pt x="1274398" y="1324803"/>
                  </a:lnTo>
                  <a:lnTo>
                    <a:pt x="1275244" y="1355398"/>
                  </a:lnTo>
                  <a:lnTo>
                    <a:pt x="1276089" y="1300919"/>
                  </a:lnTo>
                  <a:lnTo>
                    <a:pt x="1276934" y="1266857"/>
                  </a:lnTo>
                  <a:lnTo>
                    <a:pt x="1277779" y="1264908"/>
                  </a:lnTo>
                  <a:lnTo>
                    <a:pt x="1278624" y="1247996"/>
                  </a:lnTo>
                  <a:lnTo>
                    <a:pt x="1279469" y="1289304"/>
                  </a:lnTo>
                  <a:lnTo>
                    <a:pt x="1280314" y="1242428"/>
                  </a:lnTo>
                  <a:lnTo>
                    <a:pt x="1281159" y="1222424"/>
                  </a:lnTo>
                  <a:lnTo>
                    <a:pt x="1282004" y="1238607"/>
                  </a:lnTo>
                  <a:lnTo>
                    <a:pt x="1282849" y="1214367"/>
                  </a:lnTo>
                  <a:lnTo>
                    <a:pt x="1283694" y="1192668"/>
                  </a:lnTo>
                  <a:lnTo>
                    <a:pt x="1284540" y="1217512"/>
                  </a:lnTo>
                  <a:lnTo>
                    <a:pt x="1285385" y="1199916"/>
                  </a:lnTo>
                  <a:lnTo>
                    <a:pt x="1286230" y="1518765"/>
                  </a:lnTo>
                  <a:lnTo>
                    <a:pt x="1287075" y="1206900"/>
                  </a:lnTo>
                  <a:lnTo>
                    <a:pt x="1287920" y="1518765"/>
                  </a:lnTo>
                  <a:lnTo>
                    <a:pt x="1288765" y="1242792"/>
                  </a:lnTo>
                  <a:lnTo>
                    <a:pt x="1289610" y="1223973"/>
                  </a:lnTo>
                  <a:lnTo>
                    <a:pt x="1290455" y="1232831"/>
                  </a:lnTo>
                  <a:lnTo>
                    <a:pt x="1291300" y="1254723"/>
                  </a:lnTo>
                  <a:lnTo>
                    <a:pt x="1292145" y="1255184"/>
                  </a:lnTo>
                  <a:lnTo>
                    <a:pt x="1292990" y="1224010"/>
                  </a:lnTo>
                  <a:lnTo>
                    <a:pt x="1293836" y="1186925"/>
                  </a:lnTo>
                  <a:lnTo>
                    <a:pt x="1294681" y="1174829"/>
                  </a:lnTo>
                  <a:lnTo>
                    <a:pt x="1295526" y="1214220"/>
                  </a:lnTo>
                  <a:lnTo>
                    <a:pt x="1296371" y="1204974"/>
                  </a:lnTo>
                  <a:lnTo>
                    <a:pt x="1297216" y="1518765"/>
                  </a:lnTo>
                  <a:lnTo>
                    <a:pt x="1298061" y="1518765"/>
                  </a:lnTo>
                  <a:lnTo>
                    <a:pt x="1298906" y="1163528"/>
                  </a:lnTo>
                  <a:lnTo>
                    <a:pt x="1299751" y="1162830"/>
                  </a:lnTo>
                  <a:lnTo>
                    <a:pt x="1300596" y="1158169"/>
                  </a:lnTo>
                  <a:lnTo>
                    <a:pt x="1301441" y="1127542"/>
                  </a:lnTo>
                  <a:lnTo>
                    <a:pt x="1302286" y="1137097"/>
                  </a:lnTo>
                  <a:lnTo>
                    <a:pt x="1303132" y="1140300"/>
                  </a:lnTo>
                  <a:lnTo>
                    <a:pt x="1303977" y="1160925"/>
                  </a:lnTo>
                  <a:lnTo>
                    <a:pt x="1304822" y="1169265"/>
                  </a:lnTo>
                  <a:lnTo>
                    <a:pt x="1305667" y="1518765"/>
                  </a:lnTo>
                  <a:lnTo>
                    <a:pt x="1306512" y="1130602"/>
                  </a:lnTo>
                  <a:lnTo>
                    <a:pt x="1307357" y="1140845"/>
                  </a:lnTo>
                  <a:lnTo>
                    <a:pt x="1308202" y="1151446"/>
                  </a:lnTo>
                  <a:lnTo>
                    <a:pt x="1309047" y="1159775"/>
                  </a:lnTo>
                  <a:lnTo>
                    <a:pt x="1309892" y="1173084"/>
                  </a:lnTo>
                  <a:lnTo>
                    <a:pt x="1310737" y="1201227"/>
                  </a:lnTo>
                  <a:lnTo>
                    <a:pt x="1311582" y="1226819"/>
                  </a:lnTo>
                  <a:lnTo>
                    <a:pt x="1312428" y="1196810"/>
                  </a:lnTo>
                  <a:lnTo>
                    <a:pt x="1313273" y="1223797"/>
                  </a:lnTo>
                  <a:lnTo>
                    <a:pt x="1314118" y="1227124"/>
                  </a:lnTo>
                  <a:lnTo>
                    <a:pt x="1314963" y="1246016"/>
                  </a:lnTo>
                  <a:lnTo>
                    <a:pt x="1315808" y="1277541"/>
                  </a:lnTo>
                  <a:lnTo>
                    <a:pt x="1316653" y="1325500"/>
                  </a:lnTo>
                  <a:lnTo>
                    <a:pt x="1317498" y="1356296"/>
                  </a:lnTo>
                  <a:lnTo>
                    <a:pt x="1318343" y="1359227"/>
                  </a:lnTo>
                  <a:lnTo>
                    <a:pt x="1319188" y="1352548"/>
                  </a:lnTo>
                  <a:lnTo>
                    <a:pt x="1320033" y="1348013"/>
                  </a:lnTo>
                  <a:lnTo>
                    <a:pt x="1320878" y="1338417"/>
                  </a:lnTo>
                  <a:lnTo>
                    <a:pt x="1321724" y="1303249"/>
                  </a:lnTo>
                  <a:lnTo>
                    <a:pt x="1322569" y="1278160"/>
                  </a:lnTo>
                  <a:lnTo>
                    <a:pt x="1323414" y="1270492"/>
                  </a:lnTo>
                  <a:lnTo>
                    <a:pt x="1324259" y="1290839"/>
                  </a:lnTo>
                  <a:lnTo>
                    <a:pt x="1325104" y="1309895"/>
                  </a:lnTo>
                  <a:lnTo>
                    <a:pt x="1325949" y="1293456"/>
                  </a:lnTo>
                  <a:lnTo>
                    <a:pt x="1326794" y="1518765"/>
                  </a:lnTo>
                  <a:lnTo>
                    <a:pt x="1327639" y="1518765"/>
                  </a:lnTo>
                  <a:lnTo>
                    <a:pt x="1328484" y="1518765"/>
                  </a:lnTo>
                  <a:lnTo>
                    <a:pt x="1329329" y="1518765"/>
                  </a:lnTo>
                  <a:lnTo>
                    <a:pt x="1330175" y="1337524"/>
                  </a:lnTo>
                  <a:lnTo>
                    <a:pt x="1331020" y="1518765"/>
                  </a:lnTo>
                  <a:lnTo>
                    <a:pt x="1331865" y="1518765"/>
                  </a:lnTo>
                  <a:lnTo>
                    <a:pt x="1332710" y="1299772"/>
                  </a:lnTo>
                  <a:lnTo>
                    <a:pt x="1333555" y="1305396"/>
                  </a:lnTo>
                  <a:lnTo>
                    <a:pt x="1334400" y="1292753"/>
                  </a:lnTo>
                  <a:lnTo>
                    <a:pt x="1335245" y="1283094"/>
                  </a:lnTo>
                  <a:lnTo>
                    <a:pt x="1336090" y="1297393"/>
                  </a:lnTo>
                  <a:lnTo>
                    <a:pt x="1336935" y="1518765"/>
                  </a:lnTo>
                  <a:lnTo>
                    <a:pt x="1337780" y="1518765"/>
                  </a:lnTo>
                  <a:lnTo>
                    <a:pt x="1338625" y="1349117"/>
                  </a:lnTo>
                  <a:lnTo>
                    <a:pt x="1339471" y="1318806"/>
                  </a:lnTo>
                  <a:lnTo>
                    <a:pt x="1340316" y="1303372"/>
                  </a:lnTo>
                  <a:lnTo>
                    <a:pt x="1341161" y="1333999"/>
                  </a:lnTo>
                  <a:lnTo>
                    <a:pt x="1342006" y="1336207"/>
                  </a:lnTo>
                  <a:lnTo>
                    <a:pt x="1342851" y="1313166"/>
                  </a:lnTo>
                  <a:lnTo>
                    <a:pt x="1343696" y="1318130"/>
                  </a:lnTo>
                  <a:lnTo>
                    <a:pt x="1344541" y="1315744"/>
                  </a:lnTo>
                  <a:lnTo>
                    <a:pt x="1345386" y="1330659"/>
                  </a:lnTo>
                  <a:lnTo>
                    <a:pt x="1346231" y="1337338"/>
                  </a:lnTo>
                  <a:lnTo>
                    <a:pt x="1347076" y="1327771"/>
                  </a:lnTo>
                  <a:lnTo>
                    <a:pt x="1347921" y="1344718"/>
                  </a:lnTo>
                  <a:lnTo>
                    <a:pt x="1348767" y="1347136"/>
                  </a:lnTo>
                  <a:lnTo>
                    <a:pt x="1349612" y="1323547"/>
                  </a:lnTo>
                  <a:lnTo>
                    <a:pt x="1350457" y="1303051"/>
                  </a:lnTo>
                  <a:lnTo>
                    <a:pt x="1351302" y="1286335"/>
                  </a:lnTo>
                  <a:lnTo>
                    <a:pt x="1352147" y="1287831"/>
                  </a:lnTo>
                  <a:lnTo>
                    <a:pt x="1352992" y="1270561"/>
                  </a:lnTo>
                  <a:lnTo>
                    <a:pt x="1353837" y="1286166"/>
                  </a:lnTo>
                  <a:lnTo>
                    <a:pt x="1354682" y="1292744"/>
                  </a:lnTo>
                  <a:lnTo>
                    <a:pt x="1355527" y="1280391"/>
                  </a:lnTo>
                  <a:lnTo>
                    <a:pt x="1356372" y="1306282"/>
                  </a:lnTo>
                  <a:lnTo>
                    <a:pt x="1357217" y="1297806"/>
                  </a:lnTo>
                  <a:lnTo>
                    <a:pt x="1358063" y="1518765"/>
                  </a:lnTo>
                  <a:lnTo>
                    <a:pt x="1358908" y="1341438"/>
                  </a:lnTo>
                  <a:lnTo>
                    <a:pt x="1359753" y="1369286"/>
                  </a:lnTo>
                  <a:lnTo>
                    <a:pt x="1360598" y="1370891"/>
                  </a:lnTo>
                  <a:lnTo>
                    <a:pt x="1361443" y="1379560"/>
                  </a:lnTo>
                  <a:lnTo>
                    <a:pt x="1362288" y="1518765"/>
                  </a:lnTo>
                  <a:lnTo>
                    <a:pt x="1363133" y="1386427"/>
                  </a:lnTo>
                  <a:lnTo>
                    <a:pt x="1363978" y="1518765"/>
                  </a:lnTo>
                  <a:lnTo>
                    <a:pt x="1364823" y="1518765"/>
                  </a:lnTo>
                  <a:lnTo>
                    <a:pt x="1365668" y="1518765"/>
                  </a:lnTo>
                  <a:lnTo>
                    <a:pt x="1366513" y="1518765"/>
                  </a:lnTo>
                  <a:lnTo>
                    <a:pt x="1367359" y="1416907"/>
                  </a:lnTo>
                  <a:lnTo>
                    <a:pt x="1368204" y="1409086"/>
                  </a:lnTo>
                  <a:lnTo>
                    <a:pt x="1369049" y="1385857"/>
                  </a:lnTo>
                  <a:lnTo>
                    <a:pt x="1369894" y="1390024"/>
                  </a:lnTo>
                  <a:lnTo>
                    <a:pt x="1370739" y="1381656"/>
                  </a:lnTo>
                  <a:lnTo>
                    <a:pt x="1371584" y="1367592"/>
                  </a:lnTo>
                  <a:lnTo>
                    <a:pt x="1372429" y="1342820"/>
                  </a:lnTo>
                  <a:lnTo>
                    <a:pt x="1373274" y="1365374"/>
                  </a:lnTo>
                  <a:lnTo>
                    <a:pt x="1374119" y="1518765"/>
                  </a:lnTo>
                  <a:lnTo>
                    <a:pt x="1374964" y="1518765"/>
                  </a:lnTo>
                  <a:lnTo>
                    <a:pt x="1375809" y="1518765"/>
                  </a:lnTo>
                  <a:lnTo>
                    <a:pt x="1376655" y="1518765"/>
                  </a:lnTo>
                  <a:lnTo>
                    <a:pt x="1377500" y="1338158"/>
                  </a:lnTo>
                  <a:lnTo>
                    <a:pt x="1378345" y="1330119"/>
                  </a:lnTo>
                  <a:lnTo>
                    <a:pt x="1379190" y="1334087"/>
                  </a:lnTo>
                  <a:lnTo>
                    <a:pt x="1380035" y="1349441"/>
                  </a:lnTo>
                  <a:lnTo>
                    <a:pt x="1380880" y="1353645"/>
                  </a:lnTo>
                  <a:lnTo>
                    <a:pt x="1381725" y="1366738"/>
                  </a:lnTo>
                  <a:lnTo>
                    <a:pt x="1382570" y="1372278"/>
                  </a:lnTo>
                  <a:lnTo>
                    <a:pt x="1383415" y="1394781"/>
                  </a:lnTo>
                  <a:lnTo>
                    <a:pt x="1384260" y="1369565"/>
                  </a:lnTo>
                  <a:lnTo>
                    <a:pt x="1385105" y="1347749"/>
                  </a:lnTo>
                  <a:lnTo>
                    <a:pt x="1385951" y="1518765"/>
                  </a:lnTo>
                  <a:lnTo>
                    <a:pt x="1386796" y="1344360"/>
                  </a:lnTo>
                  <a:lnTo>
                    <a:pt x="1387641" y="1518765"/>
                  </a:lnTo>
                  <a:lnTo>
                    <a:pt x="1388486" y="1518765"/>
                  </a:lnTo>
                  <a:lnTo>
                    <a:pt x="1389331" y="1373302"/>
                  </a:lnTo>
                  <a:lnTo>
                    <a:pt x="1390176" y="1380223"/>
                  </a:lnTo>
                  <a:lnTo>
                    <a:pt x="1391021" y="1382606"/>
                  </a:lnTo>
                  <a:lnTo>
                    <a:pt x="1391866" y="1393462"/>
                  </a:lnTo>
                  <a:lnTo>
                    <a:pt x="1392711" y="1364104"/>
                  </a:lnTo>
                  <a:lnTo>
                    <a:pt x="1393556" y="1339128"/>
                  </a:lnTo>
                  <a:lnTo>
                    <a:pt x="1394402" y="1339395"/>
                  </a:lnTo>
                  <a:lnTo>
                    <a:pt x="1395247" y="1349724"/>
                  </a:lnTo>
                  <a:lnTo>
                    <a:pt x="1396092" y="1340116"/>
                  </a:lnTo>
                  <a:lnTo>
                    <a:pt x="1396937" y="1312879"/>
                  </a:lnTo>
                  <a:lnTo>
                    <a:pt x="1397782" y="1322478"/>
                  </a:lnTo>
                  <a:lnTo>
                    <a:pt x="1398627" y="1333492"/>
                  </a:lnTo>
                  <a:lnTo>
                    <a:pt x="1399472" y="1348911"/>
                  </a:lnTo>
                  <a:lnTo>
                    <a:pt x="1400317" y="1323093"/>
                  </a:lnTo>
                  <a:lnTo>
                    <a:pt x="1401162" y="1296828"/>
                  </a:lnTo>
                  <a:lnTo>
                    <a:pt x="1402007" y="1299766"/>
                  </a:lnTo>
                  <a:lnTo>
                    <a:pt x="1402852" y="1289159"/>
                  </a:lnTo>
                  <a:lnTo>
                    <a:pt x="1403698" y="1313663"/>
                  </a:lnTo>
                  <a:lnTo>
                    <a:pt x="1404543" y="1312284"/>
                  </a:lnTo>
                  <a:lnTo>
                    <a:pt x="1405388" y="1306549"/>
                  </a:lnTo>
                  <a:lnTo>
                    <a:pt x="1406233" y="1322322"/>
                  </a:lnTo>
                  <a:lnTo>
                    <a:pt x="1407078" y="1359214"/>
                  </a:lnTo>
                  <a:lnTo>
                    <a:pt x="1407923" y="1518765"/>
                  </a:lnTo>
                  <a:lnTo>
                    <a:pt x="1408768" y="1381781"/>
                  </a:lnTo>
                  <a:lnTo>
                    <a:pt x="1409613" y="1518765"/>
                  </a:lnTo>
                  <a:lnTo>
                    <a:pt x="1410458" y="1518765"/>
                  </a:lnTo>
                  <a:lnTo>
                    <a:pt x="1411303" y="1518765"/>
                  </a:lnTo>
                  <a:lnTo>
                    <a:pt x="1412148" y="1518765"/>
                  </a:lnTo>
                  <a:lnTo>
                    <a:pt x="1412994" y="1518765"/>
                  </a:lnTo>
                  <a:lnTo>
                    <a:pt x="1413839" y="1518765"/>
                  </a:lnTo>
                  <a:lnTo>
                    <a:pt x="1414684" y="1518765"/>
                  </a:lnTo>
                  <a:lnTo>
                    <a:pt x="1415529" y="1518765"/>
                  </a:lnTo>
                  <a:lnTo>
                    <a:pt x="1416374" y="1518765"/>
                  </a:lnTo>
                  <a:lnTo>
                    <a:pt x="1417219" y="1518765"/>
                  </a:lnTo>
                  <a:lnTo>
                    <a:pt x="1418064" y="1313518"/>
                  </a:lnTo>
                  <a:lnTo>
                    <a:pt x="1418909" y="1311217"/>
                  </a:lnTo>
                  <a:lnTo>
                    <a:pt x="1419754" y="1307795"/>
                  </a:lnTo>
                  <a:lnTo>
                    <a:pt x="1420599" y="1327629"/>
                  </a:lnTo>
                  <a:lnTo>
                    <a:pt x="1421444" y="1311348"/>
                  </a:lnTo>
                  <a:lnTo>
                    <a:pt x="1422290" y="1316577"/>
                  </a:lnTo>
                  <a:lnTo>
                    <a:pt x="1423135" y="1319479"/>
                  </a:lnTo>
                  <a:lnTo>
                    <a:pt x="1423980" y="1332893"/>
                  </a:lnTo>
                  <a:lnTo>
                    <a:pt x="1424825" y="1518765"/>
                  </a:lnTo>
                  <a:lnTo>
                    <a:pt x="1425670" y="1518765"/>
                  </a:lnTo>
                  <a:lnTo>
                    <a:pt x="1426515" y="1367729"/>
                  </a:lnTo>
                  <a:lnTo>
                    <a:pt x="1427360" y="1380116"/>
                  </a:lnTo>
                  <a:lnTo>
                    <a:pt x="1428205" y="1403873"/>
                  </a:lnTo>
                  <a:lnTo>
                    <a:pt x="1429050" y="1518765"/>
                  </a:lnTo>
                  <a:lnTo>
                    <a:pt x="1429895" y="1518765"/>
                  </a:lnTo>
                  <a:lnTo>
                    <a:pt x="1430740" y="1518765"/>
                  </a:lnTo>
                  <a:lnTo>
                    <a:pt x="1431586" y="1518765"/>
                  </a:lnTo>
                  <a:lnTo>
                    <a:pt x="1432431" y="1518765"/>
                  </a:lnTo>
                  <a:lnTo>
                    <a:pt x="1433276" y="1518765"/>
                  </a:lnTo>
                  <a:lnTo>
                    <a:pt x="1434121" y="1518765"/>
                  </a:lnTo>
                  <a:lnTo>
                    <a:pt x="1434966" y="1315153"/>
                  </a:lnTo>
                  <a:lnTo>
                    <a:pt x="1435811" y="1294828"/>
                  </a:lnTo>
                  <a:lnTo>
                    <a:pt x="1436656" y="1518765"/>
                  </a:lnTo>
                  <a:lnTo>
                    <a:pt x="1437501" y="1328575"/>
                  </a:lnTo>
                  <a:lnTo>
                    <a:pt x="1438346" y="1363724"/>
                  </a:lnTo>
                  <a:lnTo>
                    <a:pt x="1439191" y="1387282"/>
                  </a:lnTo>
                  <a:lnTo>
                    <a:pt x="1440036" y="1518765"/>
                  </a:lnTo>
                  <a:lnTo>
                    <a:pt x="1440882" y="1518765"/>
                  </a:lnTo>
                  <a:lnTo>
                    <a:pt x="1441727" y="1377220"/>
                  </a:lnTo>
                  <a:lnTo>
                    <a:pt x="1442572" y="1366067"/>
                  </a:lnTo>
                  <a:lnTo>
                    <a:pt x="1443417" y="1366555"/>
                  </a:lnTo>
                  <a:lnTo>
                    <a:pt x="1444262" y="1518765"/>
                  </a:lnTo>
                  <a:lnTo>
                    <a:pt x="1445107" y="1366857"/>
                  </a:lnTo>
                  <a:lnTo>
                    <a:pt x="1445952" y="1400480"/>
                  </a:lnTo>
                  <a:lnTo>
                    <a:pt x="1446797" y="1377139"/>
                  </a:lnTo>
                  <a:lnTo>
                    <a:pt x="1447642" y="1356798"/>
                  </a:lnTo>
                  <a:lnTo>
                    <a:pt x="1448487" y="1518765"/>
                  </a:lnTo>
                  <a:lnTo>
                    <a:pt x="1449333" y="1518765"/>
                  </a:lnTo>
                  <a:lnTo>
                    <a:pt x="1450178" y="1367843"/>
                  </a:lnTo>
                  <a:lnTo>
                    <a:pt x="1451023" y="1365686"/>
                  </a:lnTo>
                  <a:lnTo>
                    <a:pt x="1451868" y="1367557"/>
                  </a:lnTo>
                  <a:lnTo>
                    <a:pt x="1452713" y="1363871"/>
                  </a:lnTo>
                  <a:lnTo>
                    <a:pt x="1453558" y="1351818"/>
                  </a:lnTo>
                  <a:lnTo>
                    <a:pt x="1454403" y="1518765"/>
                  </a:lnTo>
                  <a:lnTo>
                    <a:pt x="1455248" y="1330910"/>
                  </a:lnTo>
                  <a:lnTo>
                    <a:pt x="1456093" y="1336093"/>
                  </a:lnTo>
                  <a:lnTo>
                    <a:pt x="1456938" y="1518765"/>
                  </a:lnTo>
                  <a:lnTo>
                    <a:pt x="1457783" y="1518765"/>
                  </a:lnTo>
                  <a:lnTo>
                    <a:pt x="1458629" y="1370253"/>
                  </a:lnTo>
                  <a:lnTo>
                    <a:pt x="1459474" y="1518765"/>
                  </a:lnTo>
                  <a:lnTo>
                    <a:pt x="1460319" y="1518765"/>
                  </a:lnTo>
                  <a:lnTo>
                    <a:pt x="1461164" y="1518765"/>
                  </a:lnTo>
                  <a:lnTo>
                    <a:pt x="1462009" y="1518765"/>
                  </a:lnTo>
                  <a:lnTo>
                    <a:pt x="1462854" y="1518765"/>
                  </a:lnTo>
                  <a:lnTo>
                    <a:pt x="1463699" y="1518765"/>
                  </a:lnTo>
                  <a:lnTo>
                    <a:pt x="1464544" y="1348895"/>
                  </a:lnTo>
                  <a:lnTo>
                    <a:pt x="1465389" y="1310815"/>
                  </a:lnTo>
                  <a:lnTo>
                    <a:pt x="1466234" y="1281906"/>
                  </a:lnTo>
                  <a:lnTo>
                    <a:pt x="1467079" y="1259018"/>
                  </a:lnTo>
                  <a:lnTo>
                    <a:pt x="1467925" y="1302790"/>
                  </a:lnTo>
                  <a:lnTo>
                    <a:pt x="1468770" y="1334069"/>
                  </a:lnTo>
                  <a:lnTo>
                    <a:pt x="1469615" y="1347088"/>
                  </a:lnTo>
                  <a:lnTo>
                    <a:pt x="1470460" y="1384989"/>
                  </a:lnTo>
                  <a:lnTo>
                    <a:pt x="1471305" y="1382403"/>
                  </a:lnTo>
                  <a:lnTo>
                    <a:pt x="1472150" y="1364146"/>
                  </a:lnTo>
                  <a:lnTo>
                    <a:pt x="1472995" y="1389492"/>
                  </a:lnTo>
                  <a:lnTo>
                    <a:pt x="1473840" y="1352610"/>
                  </a:lnTo>
                  <a:lnTo>
                    <a:pt x="1474685" y="1363369"/>
                  </a:lnTo>
                  <a:lnTo>
                    <a:pt x="1475530" y="1359455"/>
                  </a:lnTo>
                  <a:lnTo>
                    <a:pt x="1476375" y="1382754"/>
                  </a:lnTo>
                  <a:lnTo>
                    <a:pt x="1477221" y="1405534"/>
                  </a:lnTo>
                  <a:lnTo>
                    <a:pt x="1478066" y="1403218"/>
                  </a:lnTo>
                  <a:lnTo>
                    <a:pt x="1478911" y="1405376"/>
                  </a:lnTo>
                  <a:lnTo>
                    <a:pt x="1479756" y="1518765"/>
                  </a:lnTo>
                  <a:lnTo>
                    <a:pt x="1480601" y="1518765"/>
                  </a:lnTo>
                  <a:lnTo>
                    <a:pt x="1481446" y="1425946"/>
                  </a:lnTo>
                  <a:lnTo>
                    <a:pt x="1482291" y="1427211"/>
                  </a:lnTo>
                  <a:lnTo>
                    <a:pt x="1483136" y="1443162"/>
                  </a:lnTo>
                  <a:lnTo>
                    <a:pt x="1483981" y="1443210"/>
                  </a:lnTo>
                  <a:lnTo>
                    <a:pt x="1484826" y="1446139"/>
                  </a:lnTo>
                  <a:lnTo>
                    <a:pt x="1485671" y="1518765"/>
                  </a:lnTo>
                  <a:lnTo>
                    <a:pt x="1486517" y="1385103"/>
                  </a:lnTo>
                  <a:lnTo>
                    <a:pt x="1487362" y="1384807"/>
                  </a:lnTo>
                  <a:lnTo>
                    <a:pt x="1488207" y="1360632"/>
                  </a:lnTo>
                  <a:lnTo>
                    <a:pt x="1489052" y="1377071"/>
                  </a:lnTo>
                  <a:lnTo>
                    <a:pt x="1489897" y="1392410"/>
                  </a:lnTo>
                  <a:lnTo>
                    <a:pt x="1490742" y="1413607"/>
                  </a:lnTo>
                  <a:lnTo>
                    <a:pt x="1491587" y="1441731"/>
                  </a:lnTo>
                  <a:lnTo>
                    <a:pt x="1492432" y="1420081"/>
                  </a:lnTo>
                  <a:lnTo>
                    <a:pt x="1493277" y="1411585"/>
                  </a:lnTo>
                  <a:lnTo>
                    <a:pt x="1494122" y="1412096"/>
                  </a:lnTo>
                  <a:lnTo>
                    <a:pt x="1494967" y="1398825"/>
                  </a:lnTo>
                  <a:lnTo>
                    <a:pt x="1495813" y="1411745"/>
                  </a:lnTo>
                  <a:lnTo>
                    <a:pt x="1496658" y="1395976"/>
                  </a:lnTo>
                  <a:lnTo>
                    <a:pt x="1497503" y="1403281"/>
                  </a:lnTo>
                  <a:lnTo>
                    <a:pt x="1498348" y="1414799"/>
                  </a:lnTo>
                  <a:lnTo>
                    <a:pt x="1499193" y="1399991"/>
                  </a:lnTo>
                  <a:lnTo>
                    <a:pt x="1500038" y="1392090"/>
                  </a:lnTo>
                  <a:lnTo>
                    <a:pt x="1500883" y="1518765"/>
                  </a:lnTo>
                  <a:lnTo>
                    <a:pt x="1501728" y="1518765"/>
                  </a:lnTo>
                  <a:lnTo>
                    <a:pt x="1502573" y="1416680"/>
                  </a:lnTo>
                  <a:lnTo>
                    <a:pt x="1503418" y="1423878"/>
                  </a:lnTo>
                  <a:lnTo>
                    <a:pt x="1504263" y="1424625"/>
                  </a:lnTo>
                  <a:lnTo>
                    <a:pt x="1505109" y="1428126"/>
                  </a:lnTo>
                  <a:lnTo>
                    <a:pt x="1505954" y="1518765"/>
                  </a:lnTo>
                  <a:lnTo>
                    <a:pt x="1506799" y="1421796"/>
                  </a:lnTo>
                  <a:lnTo>
                    <a:pt x="1507644" y="1416280"/>
                  </a:lnTo>
                  <a:lnTo>
                    <a:pt x="1508489" y="1518765"/>
                  </a:lnTo>
                  <a:lnTo>
                    <a:pt x="1509334" y="1409046"/>
                  </a:lnTo>
                  <a:lnTo>
                    <a:pt x="1510179" y="1385920"/>
                  </a:lnTo>
                  <a:lnTo>
                    <a:pt x="1511024" y="1395150"/>
                  </a:lnTo>
                  <a:lnTo>
                    <a:pt x="1511869" y="1518765"/>
                  </a:lnTo>
                  <a:lnTo>
                    <a:pt x="1512714" y="1518765"/>
                  </a:lnTo>
                  <a:lnTo>
                    <a:pt x="1513560" y="1518765"/>
                  </a:lnTo>
                  <a:lnTo>
                    <a:pt x="1514405" y="1518765"/>
                  </a:lnTo>
                  <a:lnTo>
                    <a:pt x="1515250" y="1518765"/>
                  </a:lnTo>
                  <a:lnTo>
                    <a:pt x="1516095" y="1518765"/>
                  </a:lnTo>
                  <a:lnTo>
                    <a:pt x="1516940" y="1518765"/>
                  </a:lnTo>
                  <a:lnTo>
                    <a:pt x="1517785" y="1402246"/>
                  </a:lnTo>
                  <a:lnTo>
                    <a:pt x="1518630" y="1377147"/>
                  </a:lnTo>
                  <a:lnTo>
                    <a:pt x="1519475" y="1404969"/>
                  </a:lnTo>
                  <a:lnTo>
                    <a:pt x="1520320" y="1420482"/>
                  </a:lnTo>
                  <a:lnTo>
                    <a:pt x="1521165" y="1518765"/>
                  </a:lnTo>
                  <a:lnTo>
                    <a:pt x="1522010" y="1518765"/>
                  </a:lnTo>
                  <a:lnTo>
                    <a:pt x="1522856" y="1518765"/>
                  </a:lnTo>
                  <a:lnTo>
                    <a:pt x="1523701" y="1518765"/>
                  </a:lnTo>
                  <a:lnTo>
                    <a:pt x="1524546" y="1518765"/>
                  </a:lnTo>
                  <a:lnTo>
                    <a:pt x="1525391" y="1401345"/>
                  </a:lnTo>
                  <a:lnTo>
                    <a:pt x="1526236" y="1379596"/>
                  </a:lnTo>
                  <a:lnTo>
                    <a:pt x="1527081" y="1397186"/>
                  </a:lnTo>
                  <a:lnTo>
                    <a:pt x="1527926" y="1410677"/>
                  </a:lnTo>
                  <a:lnTo>
                    <a:pt x="1528771" y="1405581"/>
                  </a:lnTo>
                  <a:lnTo>
                    <a:pt x="1529616" y="1384474"/>
                  </a:lnTo>
                  <a:lnTo>
                    <a:pt x="1530461" y="1369562"/>
                  </a:lnTo>
                  <a:lnTo>
                    <a:pt x="1531306" y="1360967"/>
                  </a:lnTo>
                  <a:lnTo>
                    <a:pt x="1532152" y="1357129"/>
                  </a:lnTo>
                  <a:lnTo>
                    <a:pt x="1532997" y="1350197"/>
                  </a:lnTo>
                  <a:lnTo>
                    <a:pt x="1533842" y="1347065"/>
                  </a:lnTo>
                  <a:lnTo>
                    <a:pt x="1534687" y="1379958"/>
                  </a:lnTo>
                  <a:lnTo>
                    <a:pt x="1535532" y="1379702"/>
                  </a:lnTo>
                  <a:lnTo>
                    <a:pt x="1536377" y="1518765"/>
                  </a:lnTo>
                  <a:lnTo>
                    <a:pt x="1537222" y="1518765"/>
                  </a:lnTo>
                  <a:lnTo>
                    <a:pt x="1538067" y="1406516"/>
                  </a:lnTo>
                  <a:lnTo>
                    <a:pt x="1538912" y="1518765"/>
                  </a:lnTo>
                  <a:lnTo>
                    <a:pt x="1539757" y="1518765"/>
                  </a:lnTo>
                  <a:lnTo>
                    <a:pt x="1540602" y="1445928"/>
                  </a:lnTo>
                  <a:lnTo>
                    <a:pt x="1541448" y="1438553"/>
                  </a:lnTo>
                  <a:lnTo>
                    <a:pt x="1542293" y="1412584"/>
                  </a:lnTo>
                  <a:lnTo>
                    <a:pt x="1543138" y="1408779"/>
                  </a:lnTo>
                  <a:lnTo>
                    <a:pt x="1543983" y="1518765"/>
                  </a:lnTo>
                  <a:lnTo>
                    <a:pt x="1544828" y="1518765"/>
                  </a:lnTo>
                  <a:lnTo>
                    <a:pt x="1545673" y="1518765"/>
                  </a:lnTo>
                  <a:lnTo>
                    <a:pt x="1546518" y="1518765"/>
                  </a:lnTo>
                  <a:lnTo>
                    <a:pt x="1547363" y="1518765"/>
                  </a:lnTo>
                  <a:lnTo>
                    <a:pt x="1548208" y="1404969"/>
                  </a:lnTo>
                  <a:lnTo>
                    <a:pt x="1549053" y="1408574"/>
                  </a:lnTo>
                  <a:lnTo>
                    <a:pt x="1549898" y="1409682"/>
                  </a:lnTo>
                  <a:lnTo>
                    <a:pt x="1550744" y="1404128"/>
                  </a:lnTo>
                  <a:lnTo>
                    <a:pt x="1551589" y="1398712"/>
                  </a:lnTo>
                  <a:lnTo>
                    <a:pt x="1552434" y="1401601"/>
                  </a:lnTo>
                  <a:lnTo>
                    <a:pt x="1553279" y="1403038"/>
                  </a:lnTo>
                  <a:lnTo>
                    <a:pt x="1554124" y="1518765"/>
                  </a:lnTo>
                  <a:lnTo>
                    <a:pt x="1554969" y="1377809"/>
                  </a:lnTo>
                  <a:lnTo>
                    <a:pt x="1555814" y="1394682"/>
                  </a:lnTo>
                  <a:lnTo>
                    <a:pt x="1556659" y="1407877"/>
                  </a:lnTo>
                  <a:lnTo>
                    <a:pt x="1557504" y="1395515"/>
                  </a:lnTo>
                  <a:lnTo>
                    <a:pt x="1558349" y="1385333"/>
                  </a:lnTo>
                  <a:lnTo>
                    <a:pt x="1559194" y="1405597"/>
                  </a:lnTo>
                  <a:lnTo>
                    <a:pt x="1560040" y="1427043"/>
                  </a:lnTo>
                  <a:lnTo>
                    <a:pt x="1560885" y="1427593"/>
                  </a:lnTo>
                  <a:lnTo>
                    <a:pt x="1561730" y="1424621"/>
                  </a:lnTo>
                  <a:lnTo>
                    <a:pt x="1562575" y="1423735"/>
                  </a:lnTo>
                  <a:lnTo>
                    <a:pt x="1563420" y="1420869"/>
                  </a:lnTo>
                  <a:lnTo>
                    <a:pt x="1564265" y="1431466"/>
                  </a:lnTo>
                  <a:lnTo>
                    <a:pt x="1565110" y="1443875"/>
                  </a:lnTo>
                  <a:lnTo>
                    <a:pt x="1565955" y="1461314"/>
                  </a:lnTo>
                  <a:lnTo>
                    <a:pt x="1566800" y="1475604"/>
                  </a:lnTo>
                  <a:lnTo>
                    <a:pt x="1567645" y="1493077"/>
                  </a:lnTo>
                  <a:lnTo>
                    <a:pt x="1568490" y="1518765"/>
                  </a:lnTo>
                  <a:lnTo>
                    <a:pt x="1569336" y="1489290"/>
                  </a:lnTo>
                  <a:lnTo>
                    <a:pt x="1570181" y="1477373"/>
                  </a:lnTo>
                  <a:lnTo>
                    <a:pt x="1571026" y="1472008"/>
                  </a:lnTo>
                  <a:lnTo>
                    <a:pt x="1571871" y="1449292"/>
                  </a:lnTo>
                  <a:lnTo>
                    <a:pt x="1572716" y="1440758"/>
                  </a:lnTo>
                  <a:lnTo>
                    <a:pt x="1573561" y="1417521"/>
                  </a:lnTo>
                  <a:lnTo>
                    <a:pt x="1574406" y="1518765"/>
                  </a:lnTo>
                  <a:lnTo>
                    <a:pt x="1575251" y="1518765"/>
                  </a:lnTo>
                  <a:lnTo>
                    <a:pt x="1576096" y="1377845"/>
                  </a:lnTo>
                  <a:lnTo>
                    <a:pt x="1576941" y="1360523"/>
                  </a:lnTo>
                  <a:lnTo>
                    <a:pt x="1577787" y="1342035"/>
                  </a:lnTo>
                  <a:lnTo>
                    <a:pt x="1578632" y="1355502"/>
                  </a:lnTo>
                  <a:lnTo>
                    <a:pt x="1579477" y="1364682"/>
                  </a:lnTo>
                  <a:lnTo>
                    <a:pt x="1580322" y="1336286"/>
                  </a:lnTo>
                  <a:lnTo>
                    <a:pt x="1581167" y="1322884"/>
                  </a:lnTo>
                  <a:lnTo>
                    <a:pt x="1582012" y="1326190"/>
                  </a:lnTo>
                  <a:lnTo>
                    <a:pt x="1582857" y="1319684"/>
                  </a:lnTo>
                  <a:lnTo>
                    <a:pt x="1583702" y="1334409"/>
                  </a:lnTo>
                  <a:lnTo>
                    <a:pt x="1584547" y="1347915"/>
                  </a:lnTo>
                  <a:lnTo>
                    <a:pt x="1585392" y="1373338"/>
                  </a:lnTo>
                  <a:lnTo>
                    <a:pt x="1586237" y="1518765"/>
                  </a:lnTo>
                  <a:lnTo>
                    <a:pt x="1587083" y="1518765"/>
                  </a:lnTo>
                  <a:lnTo>
                    <a:pt x="1587928" y="1443375"/>
                  </a:lnTo>
                  <a:lnTo>
                    <a:pt x="1588773" y="1421576"/>
                  </a:lnTo>
                  <a:lnTo>
                    <a:pt x="1589618" y="1417515"/>
                  </a:lnTo>
                  <a:lnTo>
                    <a:pt x="1590463" y="1518765"/>
                  </a:lnTo>
                  <a:lnTo>
                    <a:pt x="1591308" y="1518765"/>
                  </a:lnTo>
                  <a:lnTo>
                    <a:pt x="1592153" y="1518765"/>
                  </a:lnTo>
                  <a:lnTo>
                    <a:pt x="1592998" y="1518765"/>
                  </a:lnTo>
                  <a:lnTo>
                    <a:pt x="1593843" y="1518765"/>
                  </a:lnTo>
                  <a:lnTo>
                    <a:pt x="1594688" y="1518765"/>
                  </a:lnTo>
                  <a:lnTo>
                    <a:pt x="1595533" y="1411871"/>
                  </a:lnTo>
                  <a:lnTo>
                    <a:pt x="1596379" y="1392057"/>
                  </a:lnTo>
                  <a:lnTo>
                    <a:pt x="1597224" y="1384817"/>
                  </a:lnTo>
                  <a:lnTo>
                    <a:pt x="1598069" y="1518765"/>
                  </a:lnTo>
                  <a:lnTo>
                    <a:pt x="1598914" y="1518765"/>
                  </a:lnTo>
                  <a:lnTo>
                    <a:pt x="1599759" y="1518765"/>
                  </a:lnTo>
                  <a:lnTo>
                    <a:pt x="1600604" y="1368543"/>
                  </a:lnTo>
                  <a:lnTo>
                    <a:pt x="1601449" y="1328820"/>
                  </a:lnTo>
                  <a:lnTo>
                    <a:pt x="1602294" y="1352980"/>
                  </a:lnTo>
                  <a:lnTo>
                    <a:pt x="1603139" y="1343527"/>
                  </a:lnTo>
                  <a:lnTo>
                    <a:pt x="1603984" y="1313403"/>
                  </a:lnTo>
                  <a:lnTo>
                    <a:pt x="1604829" y="1318105"/>
                  </a:lnTo>
                  <a:lnTo>
                    <a:pt x="1605675" y="1313930"/>
                  </a:lnTo>
                  <a:lnTo>
                    <a:pt x="1606520" y="1322622"/>
                  </a:lnTo>
                  <a:lnTo>
                    <a:pt x="1607365" y="1352479"/>
                  </a:lnTo>
                  <a:lnTo>
                    <a:pt x="1608210" y="1364614"/>
                  </a:lnTo>
                  <a:lnTo>
                    <a:pt x="1609055" y="1380143"/>
                  </a:lnTo>
                  <a:lnTo>
                    <a:pt x="1609900" y="1399214"/>
                  </a:lnTo>
                  <a:lnTo>
                    <a:pt x="1610745" y="1393939"/>
                  </a:lnTo>
                  <a:lnTo>
                    <a:pt x="1611590" y="1518765"/>
                  </a:lnTo>
                  <a:lnTo>
                    <a:pt x="1612435" y="1420118"/>
                  </a:lnTo>
                  <a:lnTo>
                    <a:pt x="1613280" y="1430141"/>
                  </a:lnTo>
                  <a:lnTo>
                    <a:pt x="1614125" y="1441352"/>
                  </a:lnTo>
                  <a:lnTo>
                    <a:pt x="1614971" y="1446623"/>
                  </a:lnTo>
                  <a:lnTo>
                    <a:pt x="1615816" y="1451335"/>
                  </a:lnTo>
                  <a:lnTo>
                    <a:pt x="1616661" y="1432053"/>
                  </a:lnTo>
                  <a:lnTo>
                    <a:pt x="1617506" y="1424594"/>
                  </a:lnTo>
                  <a:lnTo>
                    <a:pt x="1618351" y="1395589"/>
                  </a:lnTo>
                  <a:lnTo>
                    <a:pt x="1619196" y="1398771"/>
                  </a:lnTo>
                  <a:lnTo>
                    <a:pt x="1620041" y="1389475"/>
                  </a:lnTo>
                  <a:lnTo>
                    <a:pt x="1620886" y="1518765"/>
                  </a:lnTo>
                  <a:lnTo>
                    <a:pt x="1621731" y="1401097"/>
                  </a:lnTo>
                  <a:lnTo>
                    <a:pt x="1622576" y="1402203"/>
                  </a:lnTo>
                  <a:lnTo>
                    <a:pt x="1623421" y="1410794"/>
                  </a:lnTo>
                  <a:lnTo>
                    <a:pt x="1624267" y="1518765"/>
                  </a:lnTo>
                  <a:lnTo>
                    <a:pt x="1625112" y="1518765"/>
                  </a:lnTo>
                  <a:lnTo>
                    <a:pt x="1625957" y="1417188"/>
                  </a:lnTo>
                  <a:lnTo>
                    <a:pt x="1626802" y="1419154"/>
                  </a:lnTo>
                  <a:lnTo>
                    <a:pt x="1627647" y="1423881"/>
                  </a:lnTo>
                  <a:lnTo>
                    <a:pt x="1628492" y="1422215"/>
                  </a:lnTo>
                  <a:lnTo>
                    <a:pt x="1629337" y="1411096"/>
                  </a:lnTo>
                  <a:lnTo>
                    <a:pt x="1630182" y="1406547"/>
                  </a:lnTo>
                  <a:lnTo>
                    <a:pt x="1631027" y="1394406"/>
                  </a:lnTo>
                  <a:lnTo>
                    <a:pt x="1631872" y="1376187"/>
                  </a:lnTo>
                  <a:lnTo>
                    <a:pt x="1632717" y="1350193"/>
                  </a:lnTo>
                  <a:lnTo>
                    <a:pt x="1633563" y="1360348"/>
                  </a:lnTo>
                  <a:lnTo>
                    <a:pt x="1634408" y="1350570"/>
                  </a:lnTo>
                  <a:lnTo>
                    <a:pt x="1635253" y="1376026"/>
                  </a:lnTo>
                  <a:lnTo>
                    <a:pt x="1636098" y="1374814"/>
                  </a:lnTo>
                  <a:lnTo>
                    <a:pt x="1636943" y="1409854"/>
                  </a:lnTo>
                  <a:lnTo>
                    <a:pt x="1637788" y="1441888"/>
                  </a:lnTo>
                  <a:lnTo>
                    <a:pt x="1638633" y="1458202"/>
                  </a:lnTo>
                  <a:lnTo>
                    <a:pt x="1639478" y="1469751"/>
                  </a:lnTo>
                  <a:lnTo>
                    <a:pt x="1640323" y="1464316"/>
                  </a:lnTo>
                  <a:lnTo>
                    <a:pt x="1641168" y="1465110"/>
                  </a:lnTo>
                  <a:lnTo>
                    <a:pt x="1642014" y="1462705"/>
                  </a:lnTo>
                  <a:lnTo>
                    <a:pt x="1642859" y="1469094"/>
                  </a:lnTo>
                  <a:lnTo>
                    <a:pt x="1643704" y="1518765"/>
                  </a:lnTo>
                  <a:lnTo>
                    <a:pt x="1644549" y="1477782"/>
                  </a:lnTo>
                  <a:lnTo>
                    <a:pt x="1645394" y="1477499"/>
                  </a:lnTo>
                  <a:lnTo>
                    <a:pt x="1646239" y="1464542"/>
                  </a:lnTo>
                  <a:lnTo>
                    <a:pt x="1647084" y="1518765"/>
                  </a:lnTo>
                  <a:lnTo>
                    <a:pt x="1647929" y="1440254"/>
                  </a:lnTo>
                  <a:lnTo>
                    <a:pt x="1648774" y="1443247"/>
                  </a:lnTo>
                  <a:lnTo>
                    <a:pt x="1649619" y="1437038"/>
                  </a:lnTo>
                  <a:lnTo>
                    <a:pt x="1650464" y="1413048"/>
                  </a:lnTo>
                  <a:lnTo>
                    <a:pt x="1651310" y="1518765"/>
                  </a:lnTo>
                  <a:lnTo>
                    <a:pt x="1652155" y="1518765"/>
                  </a:lnTo>
                  <a:lnTo>
                    <a:pt x="1653000" y="1518765"/>
                  </a:lnTo>
                  <a:lnTo>
                    <a:pt x="1653845" y="1436409"/>
                  </a:lnTo>
                  <a:lnTo>
                    <a:pt x="1654690" y="1431157"/>
                  </a:lnTo>
                  <a:lnTo>
                    <a:pt x="1655535" y="1436957"/>
                  </a:lnTo>
                  <a:lnTo>
                    <a:pt x="1656380" y="1518765"/>
                  </a:lnTo>
                  <a:lnTo>
                    <a:pt x="1657225" y="1518765"/>
                  </a:lnTo>
                  <a:lnTo>
                    <a:pt x="1658070" y="1518765"/>
                  </a:lnTo>
                  <a:lnTo>
                    <a:pt x="1658915" y="1518765"/>
                  </a:lnTo>
                  <a:lnTo>
                    <a:pt x="1659760" y="1391180"/>
                  </a:lnTo>
                  <a:lnTo>
                    <a:pt x="1660606" y="1518765"/>
                  </a:lnTo>
                  <a:lnTo>
                    <a:pt x="1661451" y="1518765"/>
                  </a:lnTo>
                  <a:lnTo>
                    <a:pt x="1662296" y="1518765"/>
                  </a:lnTo>
                  <a:lnTo>
                    <a:pt x="1663141" y="1518765"/>
                  </a:lnTo>
                  <a:lnTo>
                    <a:pt x="1663986" y="1518765"/>
                  </a:lnTo>
                  <a:lnTo>
                    <a:pt x="1664831" y="1518765"/>
                  </a:lnTo>
                  <a:lnTo>
                    <a:pt x="1665676" y="1424636"/>
                  </a:lnTo>
                  <a:lnTo>
                    <a:pt x="1666521" y="1413076"/>
                  </a:lnTo>
                  <a:lnTo>
                    <a:pt x="1667366" y="1374549"/>
                  </a:lnTo>
                  <a:lnTo>
                    <a:pt x="1668211" y="1370929"/>
                  </a:lnTo>
                  <a:lnTo>
                    <a:pt x="1669056" y="1518765"/>
                  </a:lnTo>
                  <a:lnTo>
                    <a:pt x="1669902" y="1378447"/>
                  </a:lnTo>
                  <a:lnTo>
                    <a:pt x="1670747" y="1377665"/>
                  </a:lnTo>
                  <a:lnTo>
                    <a:pt x="1671592" y="1385329"/>
                  </a:lnTo>
                  <a:lnTo>
                    <a:pt x="1672437" y="1518765"/>
                  </a:lnTo>
                  <a:lnTo>
                    <a:pt x="1673282" y="1421380"/>
                  </a:lnTo>
                  <a:lnTo>
                    <a:pt x="1674127" y="1518765"/>
                  </a:lnTo>
                  <a:lnTo>
                    <a:pt x="1674972" y="1518765"/>
                  </a:lnTo>
                  <a:lnTo>
                    <a:pt x="1675817" y="1518765"/>
                  </a:lnTo>
                  <a:lnTo>
                    <a:pt x="1676662" y="1518765"/>
                  </a:lnTo>
                  <a:lnTo>
                    <a:pt x="1677507" y="1518765"/>
                  </a:lnTo>
                  <a:lnTo>
                    <a:pt x="1678352" y="1355969"/>
                  </a:lnTo>
                  <a:lnTo>
                    <a:pt x="1679198" y="1376546"/>
                  </a:lnTo>
                  <a:lnTo>
                    <a:pt x="1680043" y="1392547"/>
                  </a:lnTo>
                  <a:lnTo>
                    <a:pt x="1680888" y="1381011"/>
                  </a:lnTo>
                  <a:lnTo>
                    <a:pt x="1681733" y="1397001"/>
                  </a:lnTo>
                  <a:lnTo>
                    <a:pt x="1682578" y="1373988"/>
                  </a:lnTo>
                  <a:lnTo>
                    <a:pt x="1683423" y="1386312"/>
                  </a:lnTo>
                  <a:lnTo>
                    <a:pt x="1684268" y="1374000"/>
                  </a:lnTo>
                  <a:lnTo>
                    <a:pt x="1685113" y="1375799"/>
                  </a:lnTo>
                  <a:lnTo>
                    <a:pt x="1685958" y="1518765"/>
                  </a:lnTo>
                  <a:lnTo>
                    <a:pt x="1686803" y="1339853"/>
                  </a:lnTo>
                  <a:lnTo>
                    <a:pt x="1687648" y="1322831"/>
                  </a:lnTo>
                  <a:lnTo>
                    <a:pt x="1688494" y="1316837"/>
                  </a:lnTo>
                  <a:lnTo>
                    <a:pt x="1689339" y="1311618"/>
                  </a:lnTo>
                  <a:lnTo>
                    <a:pt x="1690184" y="1518765"/>
                  </a:lnTo>
                  <a:lnTo>
                    <a:pt x="1691029" y="1301108"/>
                  </a:lnTo>
                  <a:lnTo>
                    <a:pt x="1691874" y="1316282"/>
                  </a:lnTo>
                  <a:lnTo>
                    <a:pt x="1692719" y="1307289"/>
                  </a:lnTo>
                  <a:lnTo>
                    <a:pt x="1693564" y="1300700"/>
                  </a:lnTo>
                  <a:lnTo>
                    <a:pt x="1694409" y="1518765"/>
                  </a:lnTo>
                  <a:lnTo>
                    <a:pt x="1695254" y="1289399"/>
                  </a:lnTo>
                  <a:lnTo>
                    <a:pt x="1696099" y="1518765"/>
                  </a:lnTo>
                  <a:lnTo>
                    <a:pt x="1696944" y="1306829"/>
                  </a:lnTo>
                  <a:lnTo>
                    <a:pt x="1697790" y="1306739"/>
                  </a:lnTo>
                  <a:lnTo>
                    <a:pt x="1698635" y="1312074"/>
                  </a:lnTo>
                  <a:lnTo>
                    <a:pt x="1699480" y="1326847"/>
                  </a:lnTo>
                  <a:lnTo>
                    <a:pt x="1700325" y="1362483"/>
                  </a:lnTo>
                  <a:lnTo>
                    <a:pt x="1701170" y="1356011"/>
                  </a:lnTo>
                  <a:lnTo>
                    <a:pt x="1702015" y="1363258"/>
                  </a:lnTo>
                  <a:lnTo>
                    <a:pt x="1702860" y="1372855"/>
                  </a:lnTo>
                  <a:lnTo>
                    <a:pt x="1703705" y="1367126"/>
                  </a:lnTo>
                  <a:lnTo>
                    <a:pt x="1704550" y="1371774"/>
                  </a:lnTo>
                  <a:lnTo>
                    <a:pt x="1705395" y="1377682"/>
                  </a:lnTo>
                  <a:lnTo>
                    <a:pt x="1706241" y="1411043"/>
                  </a:lnTo>
                  <a:lnTo>
                    <a:pt x="1707086" y="1445661"/>
                  </a:lnTo>
                  <a:lnTo>
                    <a:pt x="1707931" y="1458401"/>
                  </a:lnTo>
                  <a:lnTo>
                    <a:pt x="1708776" y="1462384"/>
                  </a:lnTo>
                  <a:lnTo>
                    <a:pt x="1709621" y="1464604"/>
                  </a:lnTo>
                  <a:lnTo>
                    <a:pt x="1710466" y="1466815"/>
                  </a:lnTo>
                  <a:lnTo>
                    <a:pt x="1711311" y="1470259"/>
                  </a:lnTo>
                  <a:lnTo>
                    <a:pt x="1712156" y="1465385"/>
                  </a:lnTo>
                  <a:lnTo>
                    <a:pt x="1713001" y="1518765"/>
                  </a:lnTo>
                  <a:lnTo>
                    <a:pt x="1713846" y="1518765"/>
                  </a:lnTo>
                  <a:lnTo>
                    <a:pt x="1714691" y="1437913"/>
                  </a:lnTo>
                  <a:lnTo>
                    <a:pt x="1715537" y="1419938"/>
                  </a:lnTo>
                  <a:lnTo>
                    <a:pt x="1716382" y="1401323"/>
                  </a:lnTo>
                  <a:lnTo>
                    <a:pt x="1717227" y="1394158"/>
                  </a:lnTo>
                  <a:lnTo>
                    <a:pt x="1718072" y="1414295"/>
                  </a:lnTo>
                  <a:lnTo>
                    <a:pt x="1718917" y="1424646"/>
                  </a:lnTo>
                  <a:lnTo>
                    <a:pt x="1719762" y="1426170"/>
                  </a:lnTo>
                  <a:lnTo>
                    <a:pt x="1720607" y="1417289"/>
                  </a:lnTo>
                  <a:lnTo>
                    <a:pt x="1721452" y="1518765"/>
                  </a:lnTo>
                  <a:lnTo>
                    <a:pt x="1722297" y="1518765"/>
                  </a:lnTo>
                  <a:lnTo>
                    <a:pt x="1723142" y="1518765"/>
                  </a:lnTo>
                  <a:lnTo>
                    <a:pt x="1723987" y="1397219"/>
                  </a:lnTo>
                  <a:lnTo>
                    <a:pt x="1724833" y="1396242"/>
                  </a:lnTo>
                  <a:lnTo>
                    <a:pt x="1725678" y="1518765"/>
                  </a:lnTo>
                  <a:lnTo>
                    <a:pt x="1726523" y="1518765"/>
                  </a:lnTo>
                  <a:lnTo>
                    <a:pt x="1727368" y="1431839"/>
                  </a:lnTo>
                  <a:lnTo>
                    <a:pt x="1728213" y="1423057"/>
                  </a:lnTo>
                  <a:lnTo>
                    <a:pt x="1729058" y="1410826"/>
                  </a:lnTo>
                  <a:lnTo>
                    <a:pt x="1729903" y="1400398"/>
                  </a:lnTo>
                  <a:lnTo>
                    <a:pt x="1730748" y="1397698"/>
                  </a:lnTo>
                  <a:lnTo>
                    <a:pt x="1731593" y="1396079"/>
                  </a:lnTo>
                  <a:lnTo>
                    <a:pt x="1732438" y="1518765"/>
                  </a:lnTo>
                  <a:lnTo>
                    <a:pt x="1733283" y="1376442"/>
                  </a:lnTo>
                  <a:lnTo>
                    <a:pt x="1734129" y="1366709"/>
                  </a:lnTo>
                  <a:lnTo>
                    <a:pt x="1734974" y="1518765"/>
                  </a:lnTo>
                  <a:lnTo>
                    <a:pt x="1735819" y="1376536"/>
                  </a:lnTo>
                  <a:lnTo>
                    <a:pt x="1736664" y="1381238"/>
                  </a:lnTo>
                  <a:lnTo>
                    <a:pt x="1737509" y="1404859"/>
                  </a:lnTo>
                  <a:lnTo>
                    <a:pt x="1738354" y="1411692"/>
                  </a:lnTo>
                  <a:lnTo>
                    <a:pt x="1739199" y="1406617"/>
                  </a:lnTo>
                  <a:lnTo>
                    <a:pt x="1740044" y="1390531"/>
                  </a:lnTo>
                  <a:lnTo>
                    <a:pt x="1740889" y="1399539"/>
                  </a:lnTo>
                  <a:lnTo>
                    <a:pt x="1741734" y="1363306"/>
                  </a:lnTo>
                  <a:lnTo>
                    <a:pt x="1742579" y="1368460"/>
                  </a:lnTo>
                  <a:lnTo>
                    <a:pt x="1743425" y="1367851"/>
                  </a:lnTo>
                  <a:lnTo>
                    <a:pt x="1744270" y="1374798"/>
                  </a:lnTo>
                  <a:lnTo>
                    <a:pt x="1745115" y="1365001"/>
                  </a:lnTo>
                  <a:lnTo>
                    <a:pt x="1745960" y="1358300"/>
                  </a:lnTo>
                  <a:lnTo>
                    <a:pt x="1746805" y="1365080"/>
                  </a:lnTo>
                  <a:lnTo>
                    <a:pt x="1747650" y="1336676"/>
                  </a:lnTo>
                  <a:lnTo>
                    <a:pt x="1748495" y="1319979"/>
                  </a:lnTo>
                  <a:lnTo>
                    <a:pt x="1749340" y="1325390"/>
                  </a:lnTo>
                  <a:lnTo>
                    <a:pt x="1750185" y="1298279"/>
                  </a:lnTo>
                  <a:lnTo>
                    <a:pt x="1751030" y="1302188"/>
                  </a:lnTo>
                  <a:lnTo>
                    <a:pt x="1751875" y="1326494"/>
                  </a:lnTo>
                  <a:lnTo>
                    <a:pt x="1752721" y="1330585"/>
                  </a:lnTo>
                  <a:lnTo>
                    <a:pt x="1753566" y="1324710"/>
                  </a:lnTo>
                  <a:lnTo>
                    <a:pt x="1754411" y="1318791"/>
                  </a:lnTo>
                  <a:lnTo>
                    <a:pt x="1755256" y="1304942"/>
                  </a:lnTo>
                  <a:lnTo>
                    <a:pt x="1756101" y="1323286"/>
                  </a:lnTo>
                  <a:lnTo>
                    <a:pt x="1756946" y="1355072"/>
                  </a:lnTo>
                  <a:lnTo>
                    <a:pt x="1757791" y="1518765"/>
                  </a:lnTo>
                  <a:lnTo>
                    <a:pt x="1758636" y="1352921"/>
                  </a:lnTo>
                  <a:lnTo>
                    <a:pt x="1759481" y="1362265"/>
                  </a:lnTo>
                  <a:lnTo>
                    <a:pt x="1760326" y="1375687"/>
                  </a:lnTo>
                  <a:lnTo>
                    <a:pt x="1761171" y="1340709"/>
                  </a:lnTo>
                  <a:lnTo>
                    <a:pt x="1762017" y="1325870"/>
                  </a:lnTo>
                  <a:lnTo>
                    <a:pt x="1762862" y="1317170"/>
                  </a:lnTo>
                  <a:lnTo>
                    <a:pt x="1763707" y="1312993"/>
                  </a:lnTo>
                  <a:lnTo>
                    <a:pt x="1764552" y="1324705"/>
                  </a:lnTo>
                  <a:lnTo>
                    <a:pt x="1765397" y="1338090"/>
                  </a:lnTo>
                  <a:lnTo>
                    <a:pt x="1766242" y="1361893"/>
                  </a:lnTo>
                  <a:lnTo>
                    <a:pt x="1767087" y="1359963"/>
                  </a:lnTo>
                  <a:lnTo>
                    <a:pt x="1767932" y="1330787"/>
                  </a:lnTo>
                  <a:lnTo>
                    <a:pt x="1768777" y="1518765"/>
                  </a:lnTo>
                  <a:lnTo>
                    <a:pt x="1769622" y="1518765"/>
                  </a:lnTo>
                  <a:lnTo>
                    <a:pt x="1770468" y="1518765"/>
                  </a:lnTo>
                  <a:lnTo>
                    <a:pt x="1771313" y="1518765"/>
                  </a:lnTo>
                  <a:lnTo>
                    <a:pt x="1772158" y="1518765"/>
                  </a:lnTo>
                  <a:lnTo>
                    <a:pt x="1773003" y="1518765"/>
                  </a:lnTo>
                  <a:lnTo>
                    <a:pt x="1773848" y="1391845"/>
                  </a:lnTo>
                  <a:lnTo>
                    <a:pt x="1774693" y="1518765"/>
                  </a:lnTo>
                  <a:lnTo>
                    <a:pt x="1775538" y="1518765"/>
                  </a:lnTo>
                  <a:lnTo>
                    <a:pt x="1776383" y="1408955"/>
                  </a:lnTo>
                  <a:lnTo>
                    <a:pt x="1777228" y="1403912"/>
                  </a:lnTo>
                  <a:lnTo>
                    <a:pt x="1778073" y="1410188"/>
                  </a:lnTo>
                  <a:lnTo>
                    <a:pt x="1778918" y="1518765"/>
                  </a:lnTo>
                  <a:lnTo>
                    <a:pt x="1779764" y="1424769"/>
                  </a:lnTo>
                  <a:lnTo>
                    <a:pt x="1780609" y="1441206"/>
                  </a:lnTo>
                  <a:lnTo>
                    <a:pt x="1781454" y="1474024"/>
                  </a:lnTo>
                  <a:lnTo>
                    <a:pt x="1782299" y="1479680"/>
                  </a:lnTo>
                  <a:lnTo>
                    <a:pt x="1783144" y="1480646"/>
                  </a:lnTo>
                  <a:lnTo>
                    <a:pt x="1783989" y="1452430"/>
                  </a:lnTo>
                  <a:lnTo>
                    <a:pt x="1784834" y="1437804"/>
                  </a:lnTo>
                  <a:lnTo>
                    <a:pt x="1785679" y="1433987"/>
                  </a:lnTo>
                  <a:lnTo>
                    <a:pt x="1786524" y="1437064"/>
                  </a:lnTo>
                  <a:lnTo>
                    <a:pt x="1787369" y="1465533"/>
                  </a:lnTo>
                  <a:lnTo>
                    <a:pt x="1788214" y="1449836"/>
                  </a:lnTo>
                  <a:lnTo>
                    <a:pt x="1789060" y="1452836"/>
                  </a:lnTo>
                  <a:lnTo>
                    <a:pt x="1789905" y="1446101"/>
                  </a:lnTo>
                  <a:lnTo>
                    <a:pt x="1790750" y="1461193"/>
                  </a:lnTo>
                  <a:lnTo>
                    <a:pt x="1791595" y="1474539"/>
                  </a:lnTo>
                  <a:lnTo>
                    <a:pt x="1792440" y="1471771"/>
                  </a:lnTo>
                  <a:lnTo>
                    <a:pt x="1793285" y="1473568"/>
                  </a:lnTo>
                  <a:lnTo>
                    <a:pt x="1794130" y="1478852"/>
                  </a:lnTo>
                  <a:lnTo>
                    <a:pt x="1794975" y="1518765"/>
                  </a:lnTo>
                  <a:lnTo>
                    <a:pt x="1795820" y="1518765"/>
                  </a:lnTo>
                  <a:lnTo>
                    <a:pt x="1796665" y="1518765"/>
                  </a:lnTo>
                  <a:lnTo>
                    <a:pt x="1797510" y="1443678"/>
                  </a:lnTo>
                  <a:lnTo>
                    <a:pt x="1798356" y="1470783"/>
                  </a:lnTo>
                  <a:lnTo>
                    <a:pt x="1799201" y="1518765"/>
                  </a:lnTo>
                  <a:lnTo>
                    <a:pt x="1800046" y="1452743"/>
                  </a:lnTo>
                  <a:lnTo>
                    <a:pt x="1800891" y="1454052"/>
                  </a:lnTo>
                  <a:lnTo>
                    <a:pt x="1801736" y="1445855"/>
                  </a:lnTo>
                  <a:lnTo>
                    <a:pt x="1802581" y="1456598"/>
                  </a:lnTo>
                  <a:lnTo>
                    <a:pt x="1803426" y="1518765"/>
                  </a:lnTo>
                  <a:lnTo>
                    <a:pt x="1804271" y="1402845"/>
                  </a:lnTo>
                  <a:lnTo>
                    <a:pt x="1805116" y="1397203"/>
                  </a:lnTo>
                  <a:lnTo>
                    <a:pt x="1805961" y="1375837"/>
                  </a:lnTo>
                  <a:lnTo>
                    <a:pt x="1806806" y="1392015"/>
                  </a:lnTo>
                  <a:lnTo>
                    <a:pt x="1807652" y="1316176"/>
                  </a:lnTo>
                  <a:lnTo>
                    <a:pt x="1808497" y="1309906"/>
                  </a:lnTo>
                  <a:lnTo>
                    <a:pt x="1809342" y="1314074"/>
                  </a:lnTo>
                  <a:lnTo>
                    <a:pt x="1810187" y="1302818"/>
                  </a:lnTo>
                  <a:lnTo>
                    <a:pt x="1811032" y="1307220"/>
                  </a:lnTo>
                  <a:lnTo>
                    <a:pt x="1811877" y="1304432"/>
                  </a:lnTo>
                  <a:lnTo>
                    <a:pt x="1812722" y="1312983"/>
                  </a:lnTo>
                  <a:lnTo>
                    <a:pt x="1813567" y="1298597"/>
                  </a:lnTo>
                  <a:lnTo>
                    <a:pt x="1814412" y="1265962"/>
                  </a:lnTo>
                  <a:lnTo>
                    <a:pt x="1815257" y="1265303"/>
                  </a:lnTo>
                  <a:lnTo>
                    <a:pt x="1816102" y="1273852"/>
                  </a:lnTo>
                  <a:lnTo>
                    <a:pt x="1816948" y="1294006"/>
                  </a:lnTo>
                  <a:lnTo>
                    <a:pt x="1817793" y="1287942"/>
                  </a:lnTo>
                  <a:lnTo>
                    <a:pt x="1818638" y="1283554"/>
                  </a:lnTo>
                  <a:lnTo>
                    <a:pt x="1819483" y="1273975"/>
                  </a:lnTo>
                  <a:lnTo>
                    <a:pt x="1820328" y="1270881"/>
                  </a:lnTo>
                  <a:lnTo>
                    <a:pt x="1821173" y="1279109"/>
                  </a:lnTo>
                  <a:lnTo>
                    <a:pt x="1822018" y="1283125"/>
                  </a:lnTo>
                  <a:lnTo>
                    <a:pt x="1822863" y="1299605"/>
                  </a:lnTo>
                  <a:lnTo>
                    <a:pt x="1823708" y="1303944"/>
                  </a:lnTo>
                  <a:lnTo>
                    <a:pt x="1824553" y="1307560"/>
                  </a:lnTo>
                  <a:lnTo>
                    <a:pt x="1825398" y="1336621"/>
                  </a:lnTo>
                  <a:lnTo>
                    <a:pt x="1826244" y="1351982"/>
                  </a:lnTo>
                  <a:lnTo>
                    <a:pt x="1827089" y="1363362"/>
                  </a:lnTo>
                  <a:lnTo>
                    <a:pt x="1827934" y="1369916"/>
                  </a:lnTo>
                  <a:lnTo>
                    <a:pt x="1828779" y="1367047"/>
                  </a:lnTo>
                  <a:lnTo>
                    <a:pt x="1829624" y="1371390"/>
                  </a:lnTo>
                  <a:lnTo>
                    <a:pt x="1830469" y="1352299"/>
                  </a:lnTo>
                  <a:lnTo>
                    <a:pt x="1831314" y="1364369"/>
                  </a:lnTo>
                  <a:lnTo>
                    <a:pt x="1832159" y="1518765"/>
                  </a:lnTo>
                  <a:lnTo>
                    <a:pt x="1833004" y="1518765"/>
                  </a:lnTo>
                  <a:lnTo>
                    <a:pt x="1833849" y="1342533"/>
                  </a:lnTo>
                  <a:lnTo>
                    <a:pt x="1834695" y="1329721"/>
                  </a:lnTo>
                  <a:lnTo>
                    <a:pt x="1835540" y="1343839"/>
                  </a:lnTo>
                  <a:lnTo>
                    <a:pt x="1836385" y="1374199"/>
                  </a:lnTo>
                  <a:lnTo>
                    <a:pt x="1837230" y="1376803"/>
                  </a:lnTo>
                  <a:lnTo>
                    <a:pt x="1838075" y="1518765"/>
                  </a:lnTo>
                  <a:lnTo>
                    <a:pt x="1838920" y="1518765"/>
                  </a:lnTo>
                  <a:lnTo>
                    <a:pt x="1839765" y="1352087"/>
                  </a:lnTo>
                  <a:lnTo>
                    <a:pt x="1840610" y="1362406"/>
                  </a:lnTo>
                  <a:lnTo>
                    <a:pt x="1841455" y="1357991"/>
                  </a:lnTo>
                  <a:lnTo>
                    <a:pt x="1842300" y="1389375"/>
                  </a:lnTo>
                  <a:lnTo>
                    <a:pt x="1843145" y="1518765"/>
                  </a:lnTo>
                  <a:lnTo>
                    <a:pt x="1843991" y="1394895"/>
                  </a:lnTo>
                  <a:lnTo>
                    <a:pt x="1844836" y="1395662"/>
                  </a:lnTo>
                  <a:lnTo>
                    <a:pt x="1845681" y="1398281"/>
                  </a:lnTo>
                  <a:lnTo>
                    <a:pt x="1846526" y="1518765"/>
                  </a:lnTo>
                  <a:lnTo>
                    <a:pt x="1847371" y="1405633"/>
                  </a:lnTo>
                  <a:lnTo>
                    <a:pt x="1848216" y="1385373"/>
                  </a:lnTo>
                  <a:lnTo>
                    <a:pt x="1849061" y="1352001"/>
                  </a:lnTo>
                  <a:lnTo>
                    <a:pt x="1849906" y="1355949"/>
                  </a:lnTo>
                  <a:lnTo>
                    <a:pt x="1850751" y="1359977"/>
                  </a:lnTo>
                  <a:lnTo>
                    <a:pt x="1851596" y="1345258"/>
                  </a:lnTo>
                  <a:lnTo>
                    <a:pt x="1852441" y="1348035"/>
                  </a:lnTo>
                  <a:lnTo>
                    <a:pt x="1853287" y="1351727"/>
                  </a:lnTo>
                  <a:lnTo>
                    <a:pt x="1854132" y="1367768"/>
                  </a:lnTo>
                  <a:lnTo>
                    <a:pt x="1854977" y="1518765"/>
                  </a:lnTo>
                  <a:lnTo>
                    <a:pt x="1855822" y="1372873"/>
                  </a:lnTo>
                  <a:lnTo>
                    <a:pt x="1856667" y="1518765"/>
                  </a:lnTo>
                  <a:lnTo>
                    <a:pt x="1857512" y="1518765"/>
                  </a:lnTo>
                  <a:lnTo>
                    <a:pt x="1858357" y="1518765"/>
                  </a:lnTo>
                  <a:lnTo>
                    <a:pt x="1859202" y="1518765"/>
                  </a:lnTo>
                  <a:lnTo>
                    <a:pt x="1860047" y="1518765"/>
                  </a:lnTo>
                  <a:lnTo>
                    <a:pt x="1860892" y="1518765"/>
                  </a:lnTo>
                  <a:lnTo>
                    <a:pt x="1861737" y="1518765"/>
                  </a:lnTo>
                  <a:lnTo>
                    <a:pt x="1862583" y="1436000"/>
                  </a:lnTo>
                  <a:lnTo>
                    <a:pt x="1863428" y="1450006"/>
                  </a:lnTo>
                  <a:lnTo>
                    <a:pt x="1864273" y="1459280"/>
                  </a:lnTo>
                  <a:lnTo>
                    <a:pt x="1865118" y="1460372"/>
                  </a:lnTo>
                  <a:lnTo>
                    <a:pt x="1865963" y="1462114"/>
                  </a:lnTo>
                  <a:lnTo>
                    <a:pt x="1866808" y="1467144"/>
                  </a:lnTo>
                  <a:lnTo>
                    <a:pt x="1867653" y="1518765"/>
                  </a:lnTo>
                  <a:lnTo>
                    <a:pt x="1868498" y="1469966"/>
                  </a:lnTo>
                  <a:lnTo>
                    <a:pt x="1869343" y="1447599"/>
                  </a:lnTo>
                  <a:lnTo>
                    <a:pt x="1870188" y="1518765"/>
                  </a:lnTo>
                  <a:lnTo>
                    <a:pt x="1871033" y="1518765"/>
                  </a:lnTo>
                  <a:lnTo>
                    <a:pt x="1871879" y="1518765"/>
                  </a:lnTo>
                  <a:lnTo>
                    <a:pt x="1872724" y="1518765"/>
                  </a:lnTo>
                  <a:lnTo>
                    <a:pt x="1873569" y="1486679"/>
                  </a:lnTo>
                  <a:lnTo>
                    <a:pt x="1874414" y="1496724"/>
                  </a:lnTo>
                  <a:lnTo>
                    <a:pt x="1875259" y="1518765"/>
                  </a:lnTo>
                  <a:lnTo>
                    <a:pt x="1876104" y="1448810"/>
                  </a:lnTo>
                  <a:lnTo>
                    <a:pt x="1876949" y="1518765"/>
                  </a:lnTo>
                  <a:lnTo>
                    <a:pt x="1877794" y="1433065"/>
                  </a:lnTo>
                  <a:lnTo>
                    <a:pt x="1878639" y="1435310"/>
                  </a:lnTo>
                  <a:lnTo>
                    <a:pt x="1879484" y="1518765"/>
                  </a:lnTo>
                  <a:lnTo>
                    <a:pt x="1880329" y="1518765"/>
                  </a:lnTo>
                  <a:lnTo>
                    <a:pt x="1881175" y="1423454"/>
                  </a:lnTo>
                  <a:lnTo>
                    <a:pt x="1882020" y="1394386"/>
                  </a:lnTo>
                  <a:lnTo>
                    <a:pt x="1882865" y="1381013"/>
                  </a:lnTo>
                  <a:lnTo>
                    <a:pt x="1883710" y="1384303"/>
                  </a:lnTo>
                  <a:lnTo>
                    <a:pt x="1884555" y="1388794"/>
                  </a:lnTo>
                  <a:lnTo>
                    <a:pt x="1885400" y="1360310"/>
                  </a:lnTo>
                  <a:lnTo>
                    <a:pt x="1886245" y="1357069"/>
                  </a:lnTo>
                  <a:lnTo>
                    <a:pt x="1887090" y="1405612"/>
                  </a:lnTo>
                  <a:lnTo>
                    <a:pt x="1887935" y="1412878"/>
                  </a:lnTo>
                  <a:lnTo>
                    <a:pt x="1888780" y="1400184"/>
                  </a:lnTo>
                  <a:lnTo>
                    <a:pt x="1889625" y="1518765"/>
                  </a:lnTo>
                  <a:lnTo>
                    <a:pt x="1890471" y="1518765"/>
                  </a:lnTo>
                  <a:lnTo>
                    <a:pt x="1891316" y="1422502"/>
                  </a:lnTo>
                  <a:lnTo>
                    <a:pt x="1892161" y="1518765"/>
                  </a:lnTo>
                  <a:lnTo>
                    <a:pt x="1893006" y="1518765"/>
                  </a:lnTo>
                  <a:lnTo>
                    <a:pt x="1893851" y="1458690"/>
                  </a:lnTo>
                  <a:lnTo>
                    <a:pt x="1894696" y="1472495"/>
                  </a:lnTo>
                  <a:lnTo>
                    <a:pt x="1895541" y="1465559"/>
                  </a:lnTo>
                  <a:lnTo>
                    <a:pt x="1896386" y="1466791"/>
                  </a:lnTo>
                  <a:lnTo>
                    <a:pt x="1897231" y="1475950"/>
                  </a:lnTo>
                  <a:lnTo>
                    <a:pt x="1898076" y="1447712"/>
                  </a:lnTo>
                  <a:lnTo>
                    <a:pt x="1898922" y="1518765"/>
                  </a:lnTo>
                  <a:lnTo>
                    <a:pt x="1899767" y="1518765"/>
                  </a:lnTo>
                  <a:lnTo>
                    <a:pt x="1900612" y="1394956"/>
                  </a:lnTo>
                  <a:lnTo>
                    <a:pt x="1901457" y="1395736"/>
                  </a:lnTo>
                  <a:lnTo>
                    <a:pt x="1902302" y="1354206"/>
                  </a:lnTo>
                  <a:lnTo>
                    <a:pt x="1903147" y="1321265"/>
                  </a:lnTo>
                  <a:lnTo>
                    <a:pt x="1903992" y="1303301"/>
                  </a:lnTo>
                  <a:lnTo>
                    <a:pt x="1904837" y="1311311"/>
                  </a:lnTo>
                  <a:lnTo>
                    <a:pt x="1905682" y="1299661"/>
                  </a:lnTo>
                  <a:lnTo>
                    <a:pt x="1906527" y="1260535"/>
                  </a:lnTo>
                  <a:lnTo>
                    <a:pt x="1907372" y="1245882"/>
                  </a:lnTo>
                  <a:lnTo>
                    <a:pt x="1908218" y="1264447"/>
                  </a:lnTo>
                  <a:lnTo>
                    <a:pt x="1909063" y="1243572"/>
                  </a:lnTo>
                  <a:lnTo>
                    <a:pt x="1909908" y="1282761"/>
                  </a:lnTo>
                  <a:lnTo>
                    <a:pt x="1910753" y="1269626"/>
                  </a:lnTo>
                  <a:lnTo>
                    <a:pt x="1911598" y="1299996"/>
                  </a:lnTo>
                  <a:lnTo>
                    <a:pt x="1912443" y="1320567"/>
                  </a:lnTo>
                  <a:lnTo>
                    <a:pt x="1913288" y="1297621"/>
                  </a:lnTo>
                  <a:lnTo>
                    <a:pt x="1914133" y="1312454"/>
                  </a:lnTo>
                  <a:lnTo>
                    <a:pt x="1914978" y="1329957"/>
                  </a:lnTo>
                  <a:lnTo>
                    <a:pt x="1915823" y="1313437"/>
                  </a:lnTo>
                  <a:lnTo>
                    <a:pt x="1916668" y="1276188"/>
                  </a:lnTo>
                  <a:lnTo>
                    <a:pt x="1917514" y="1264795"/>
                  </a:lnTo>
                  <a:lnTo>
                    <a:pt x="1918359" y="1275219"/>
                  </a:lnTo>
                  <a:lnTo>
                    <a:pt x="1919204" y="1267290"/>
                  </a:lnTo>
                  <a:lnTo>
                    <a:pt x="1920049" y="1223756"/>
                  </a:lnTo>
                  <a:lnTo>
                    <a:pt x="1920894" y="1216272"/>
                  </a:lnTo>
                  <a:lnTo>
                    <a:pt x="1921739" y="1194552"/>
                  </a:lnTo>
                  <a:lnTo>
                    <a:pt x="1922584" y="1199785"/>
                  </a:lnTo>
                  <a:lnTo>
                    <a:pt x="1923429" y="1187602"/>
                  </a:lnTo>
                  <a:lnTo>
                    <a:pt x="1924274" y="1220611"/>
                  </a:lnTo>
                  <a:lnTo>
                    <a:pt x="1925119" y="1252720"/>
                  </a:lnTo>
                  <a:lnTo>
                    <a:pt x="1925964" y="1273216"/>
                  </a:lnTo>
                  <a:lnTo>
                    <a:pt x="1926810" y="1284042"/>
                  </a:lnTo>
                  <a:lnTo>
                    <a:pt x="1927655" y="1316789"/>
                  </a:lnTo>
                  <a:lnTo>
                    <a:pt x="1928500" y="1320455"/>
                  </a:lnTo>
                  <a:lnTo>
                    <a:pt x="1929345" y="1318580"/>
                  </a:lnTo>
                  <a:lnTo>
                    <a:pt x="1930190" y="1358710"/>
                  </a:lnTo>
                  <a:lnTo>
                    <a:pt x="1931035" y="1355656"/>
                  </a:lnTo>
                  <a:lnTo>
                    <a:pt x="1931880" y="1385681"/>
                  </a:lnTo>
                  <a:lnTo>
                    <a:pt x="1932725" y="1384181"/>
                  </a:lnTo>
                  <a:lnTo>
                    <a:pt x="1933570" y="1408399"/>
                  </a:lnTo>
                  <a:lnTo>
                    <a:pt x="1934415" y="1425171"/>
                  </a:lnTo>
                  <a:lnTo>
                    <a:pt x="1935260" y="1413218"/>
                  </a:lnTo>
                  <a:lnTo>
                    <a:pt x="1936106" y="1383376"/>
                  </a:lnTo>
                  <a:lnTo>
                    <a:pt x="1936951" y="1366985"/>
                  </a:lnTo>
                  <a:lnTo>
                    <a:pt x="1937796" y="1363331"/>
                  </a:lnTo>
                  <a:lnTo>
                    <a:pt x="1938641" y="1359815"/>
                  </a:lnTo>
                  <a:lnTo>
                    <a:pt x="1939486" y="1321990"/>
                  </a:lnTo>
                  <a:lnTo>
                    <a:pt x="1940331" y="1291588"/>
                  </a:lnTo>
                  <a:lnTo>
                    <a:pt x="1941176" y="1279833"/>
                  </a:lnTo>
                  <a:lnTo>
                    <a:pt x="1942021" y="1271696"/>
                  </a:lnTo>
                  <a:lnTo>
                    <a:pt x="1942866" y="1276858"/>
                  </a:lnTo>
                  <a:lnTo>
                    <a:pt x="1943711" y="1283707"/>
                  </a:lnTo>
                  <a:lnTo>
                    <a:pt x="1944556" y="1255730"/>
                  </a:lnTo>
                  <a:lnTo>
                    <a:pt x="1945402" y="1518765"/>
                  </a:lnTo>
                  <a:lnTo>
                    <a:pt x="1946247" y="1518765"/>
                  </a:lnTo>
                  <a:lnTo>
                    <a:pt x="1947092" y="1345799"/>
                  </a:lnTo>
                  <a:lnTo>
                    <a:pt x="1947937" y="1360820"/>
                  </a:lnTo>
                  <a:lnTo>
                    <a:pt x="1948782" y="1356483"/>
                  </a:lnTo>
                  <a:lnTo>
                    <a:pt x="1949627" y="1347634"/>
                  </a:lnTo>
                  <a:lnTo>
                    <a:pt x="1950472" y="1357256"/>
                  </a:lnTo>
                  <a:lnTo>
                    <a:pt x="1951317" y="1345338"/>
                  </a:lnTo>
                  <a:lnTo>
                    <a:pt x="1952162" y="1337855"/>
                  </a:lnTo>
                  <a:lnTo>
                    <a:pt x="1953007" y="1351314"/>
                  </a:lnTo>
                  <a:lnTo>
                    <a:pt x="1953853" y="1382963"/>
                  </a:lnTo>
                  <a:lnTo>
                    <a:pt x="1954698" y="1390915"/>
                  </a:lnTo>
                  <a:lnTo>
                    <a:pt x="1955543" y="1408344"/>
                  </a:lnTo>
                  <a:lnTo>
                    <a:pt x="1956388" y="1385875"/>
                  </a:lnTo>
                  <a:lnTo>
                    <a:pt x="1957233" y="1383164"/>
                  </a:lnTo>
                  <a:lnTo>
                    <a:pt x="1958078" y="1365184"/>
                  </a:lnTo>
                  <a:lnTo>
                    <a:pt x="1958923" y="1383321"/>
                  </a:lnTo>
                  <a:lnTo>
                    <a:pt x="1959768" y="1518765"/>
                  </a:lnTo>
                  <a:lnTo>
                    <a:pt x="1960613" y="1418743"/>
                  </a:lnTo>
                  <a:lnTo>
                    <a:pt x="1961458" y="1405992"/>
                  </a:lnTo>
                  <a:lnTo>
                    <a:pt x="1962303" y="1357670"/>
                  </a:lnTo>
                  <a:lnTo>
                    <a:pt x="1963149" y="1357800"/>
                  </a:lnTo>
                  <a:lnTo>
                    <a:pt x="1963994" y="1371408"/>
                  </a:lnTo>
                  <a:lnTo>
                    <a:pt x="1964839" y="1359262"/>
                  </a:lnTo>
                  <a:lnTo>
                    <a:pt x="1965684" y="1304566"/>
                  </a:lnTo>
                  <a:lnTo>
                    <a:pt x="1966529" y="1518765"/>
                  </a:lnTo>
                  <a:lnTo>
                    <a:pt x="1967374" y="1518765"/>
                  </a:lnTo>
                  <a:lnTo>
                    <a:pt x="1968219" y="1305273"/>
                  </a:lnTo>
                  <a:lnTo>
                    <a:pt x="1969064" y="1270906"/>
                  </a:lnTo>
                  <a:lnTo>
                    <a:pt x="1969909" y="1239891"/>
                  </a:lnTo>
                  <a:lnTo>
                    <a:pt x="1970754" y="1243002"/>
                  </a:lnTo>
                  <a:lnTo>
                    <a:pt x="1971599" y="1237745"/>
                  </a:lnTo>
                  <a:lnTo>
                    <a:pt x="1972445" y="1238049"/>
                  </a:lnTo>
                  <a:lnTo>
                    <a:pt x="1973290" y="1259261"/>
                  </a:lnTo>
                  <a:lnTo>
                    <a:pt x="1974135" y="1287508"/>
                  </a:lnTo>
                  <a:lnTo>
                    <a:pt x="1974980" y="1325803"/>
                  </a:lnTo>
                  <a:lnTo>
                    <a:pt x="1975825" y="1356040"/>
                  </a:lnTo>
                  <a:lnTo>
                    <a:pt x="1976670" y="1327573"/>
                  </a:lnTo>
                  <a:lnTo>
                    <a:pt x="1977515" y="1323453"/>
                  </a:lnTo>
                  <a:lnTo>
                    <a:pt x="1978360" y="1518765"/>
                  </a:lnTo>
                  <a:lnTo>
                    <a:pt x="1979205" y="1518765"/>
                  </a:lnTo>
                  <a:lnTo>
                    <a:pt x="1980050" y="1518765"/>
                  </a:lnTo>
                  <a:lnTo>
                    <a:pt x="1980895" y="1371002"/>
                  </a:lnTo>
                  <a:lnTo>
                    <a:pt x="1981741" y="1518765"/>
                  </a:lnTo>
                  <a:lnTo>
                    <a:pt x="1982586" y="1518765"/>
                  </a:lnTo>
                  <a:lnTo>
                    <a:pt x="1983431" y="1396428"/>
                  </a:lnTo>
                  <a:lnTo>
                    <a:pt x="1984276" y="1518765"/>
                  </a:lnTo>
                  <a:lnTo>
                    <a:pt x="1985121" y="1410116"/>
                  </a:lnTo>
                  <a:lnTo>
                    <a:pt x="1985966" y="1390775"/>
                  </a:lnTo>
                  <a:lnTo>
                    <a:pt x="1986811" y="1518765"/>
                  </a:lnTo>
                  <a:lnTo>
                    <a:pt x="1987656" y="1366183"/>
                  </a:lnTo>
                  <a:lnTo>
                    <a:pt x="1988501" y="1355721"/>
                  </a:lnTo>
                  <a:lnTo>
                    <a:pt x="1989346" y="1346961"/>
                  </a:lnTo>
                  <a:lnTo>
                    <a:pt x="1990191" y="1362476"/>
                  </a:lnTo>
                  <a:lnTo>
                    <a:pt x="1991037" y="1518765"/>
                  </a:lnTo>
                  <a:lnTo>
                    <a:pt x="1991882" y="1518765"/>
                  </a:lnTo>
                  <a:lnTo>
                    <a:pt x="1992727" y="1349059"/>
                  </a:lnTo>
                  <a:lnTo>
                    <a:pt x="1993572" y="1518765"/>
                  </a:lnTo>
                  <a:lnTo>
                    <a:pt x="1994417" y="1394638"/>
                  </a:lnTo>
                  <a:lnTo>
                    <a:pt x="1995262" y="1368754"/>
                  </a:lnTo>
                  <a:lnTo>
                    <a:pt x="1996107" y="1386404"/>
                  </a:lnTo>
                  <a:lnTo>
                    <a:pt x="1996952" y="1402299"/>
                  </a:lnTo>
                  <a:lnTo>
                    <a:pt x="1997797" y="1395008"/>
                  </a:lnTo>
                  <a:lnTo>
                    <a:pt x="1998642" y="1439320"/>
                  </a:lnTo>
                  <a:lnTo>
                    <a:pt x="1999487" y="1450502"/>
                  </a:lnTo>
                  <a:lnTo>
                    <a:pt x="2000333" y="1451075"/>
                  </a:lnTo>
                  <a:lnTo>
                    <a:pt x="2001178" y="1411376"/>
                  </a:lnTo>
                  <a:lnTo>
                    <a:pt x="2002023" y="1518765"/>
                  </a:lnTo>
                  <a:lnTo>
                    <a:pt x="2002868" y="1374947"/>
                  </a:lnTo>
                  <a:lnTo>
                    <a:pt x="2003713" y="1372032"/>
                  </a:lnTo>
                  <a:lnTo>
                    <a:pt x="2004558" y="1518765"/>
                  </a:lnTo>
                  <a:lnTo>
                    <a:pt x="2005403" y="1362432"/>
                  </a:lnTo>
                  <a:lnTo>
                    <a:pt x="2006248" y="1376583"/>
                  </a:lnTo>
                  <a:lnTo>
                    <a:pt x="2007093" y="1518765"/>
                  </a:lnTo>
                  <a:lnTo>
                    <a:pt x="2007938" y="1372743"/>
                  </a:lnTo>
                  <a:lnTo>
                    <a:pt x="2008783" y="1361090"/>
                  </a:lnTo>
                  <a:lnTo>
                    <a:pt x="2009629" y="1316502"/>
                  </a:lnTo>
                  <a:lnTo>
                    <a:pt x="2010474" y="1336802"/>
                  </a:lnTo>
                  <a:lnTo>
                    <a:pt x="2011319" y="1298388"/>
                  </a:lnTo>
                  <a:lnTo>
                    <a:pt x="2012164" y="1260497"/>
                  </a:lnTo>
                  <a:lnTo>
                    <a:pt x="2013009" y="1250318"/>
                  </a:lnTo>
                  <a:lnTo>
                    <a:pt x="2013854" y="1246361"/>
                  </a:lnTo>
                  <a:lnTo>
                    <a:pt x="2014699" y="1268594"/>
                  </a:lnTo>
                  <a:lnTo>
                    <a:pt x="2015544" y="1296070"/>
                  </a:lnTo>
                  <a:lnTo>
                    <a:pt x="2016389" y="1296068"/>
                  </a:lnTo>
                  <a:lnTo>
                    <a:pt x="2017234" y="1518765"/>
                  </a:lnTo>
                  <a:lnTo>
                    <a:pt x="2018080" y="1518765"/>
                  </a:lnTo>
                  <a:lnTo>
                    <a:pt x="2018925" y="1518765"/>
                  </a:lnTo>
                  <a:lnTo>
                    <a:pt x="2019770" y="1518765"/>
                  </a:lnTo>
                  <a:lnTo>
                    <a:pt x="2020615" y="1288444"/>
                  </a:lnTo>
                  <a:lnTo>
                    <a:pt x="2021460" y="1305764"/>
                  </a:lnTo>
                  <a:lnTo>
                    <a:pt x="2022305" y="1318383"/>
                  </a:lnTo>
                  <a:lnTo>
                    <a:pt x="2023150" y="1303332"/>
                  </a:lnTo>
                  <a:lnTo>
                    <a:pt x="2023995" y="1312983"/>
                  </a:lnTo>
                  <a:lnTo>
                    <a:pt x="2024840" y="1315089"/>
                  </a:lnTo>
                  <a:lnTo>
                    <a:pt x="2025685" y="1283072"/>
                  </a:lnTo>
                  <a:lnTo>
                    <a:pt x="2026530" y="1518765"/>
                  </a:lnTo>
                  <a:lnTo>
                    <a:pt x="2027376" y="1518765"/>
                  </a:lnTo>
                  <a:lnTo>
                    <a:pt x="2028221" y="1324924"/>
                  </a:lnTo>
                  <a:lnTo>
                    <a:pt x="2029066" y="1341063"/>
                  </a:lnTo>
                  <a:lnTo>
                    <a:pt x="2029911" y="1382165"/>
                  </a:lnTo>
                  <a:lnTo>
                    <a:pt x="2030756" y="1395388"/>
                  </a:lnTo>
                  <a:lnTo>
                    <a:pt x="2031601" y="1402125"/>
                  </a:lnTo>
                  <a:lnTo>
                    <a:pt x="2032446" y="1518765"/>
                  </a:lnTo>
                  <a:lnTo>
                    <a:pt x="2033291" y="1406179"/>
                  </a:lnTo>
                  <a:lnTo>
                    <a:pt x="2034136" y="1434733"/>
                  </a:lnTo>
                  <a:lnTo>
                    <a:pt x="2034981" y="1432602"/>
                  </a:lnTo>
                  <a:lnTo>
                    <a:pt x="2035826" y="1422786"/>
                  </a:lnTo>
                  <a:lnTo>
                    <a:pt x="2036672" y="1425192"/>
                  </a:lnTo>
                  <a:lnTo>
                    <a:pt x="2037517" y="1430602"/>
                  </a:lnTo>
                  <a:lnTo>
                    <a:pt x="2038362" y="1433253"/>
                  </a:lnTo>
                  <a:lnTo>
                    <a:pt x="2039207" y="1451860"/>
                  </a:lnTo>
                  <a:lnTo>
                    <a:pt x="2040052" y="1440389"/>
                  </a:lnTo>
                  <a:lnTo>
                    <a:pt x="2040897" y="1518765"/>
                  </a:lnTo>
                  <a:lnTo>
                    <a:pt x="2041742" y="1518765"/>
                  </a:lnTo>
                  <a:lnTo>
                    <a:pt x="2042587" y="1467589"/>
                  </a:lnTo>
                  <a:lnTo>
                    <a:pt x="2043432" y="1474662"/>
                  </a:lnTo>
                  <a:lnTo>
                    <a:pt x="2044277" y="1473473"/>
                  </a:lnTo>
                  <a:lnTo>
                    <a:pt x="2045122" y="1463167"/>
                  </a:lnTo>
                  <a:lnTo>
                    <a:pt x="2045968" y="1424384"/>
                  </a:lnTo>
                  <a:lnTo>
                    <a:pt x="2046813" y="1406165"/>
                  </a:lnTo>
                  <a:lnTo>
                    <a:pt x="2047658" y="1424056"/>
                  </a:lnTo>
                  <a:lnTo>
                    <a:pt x="2048503" y="1460594"/>
                  </a:lnTo>
                  <a:lnTo>
                    <a:pt x="2049348" y="1486893"/>
                  </a:lnTo>
                  <a:lnTo>
                    <a:pt x="2050193" y="1467656"/>
                  </a:lnTo>
                  <a:lnTo>
                    <a:pt x="2051038" y="1484196"/>
                  </a:lnTo>
                  <a:lnTo>
                    <a:pt x="2051883" y="1482216"/>
                  </a:lnTo>
                  <a:lnTo>
                    <a:pt x="2052728" y="1481528"/>
                  </a:lnTo>
                  <a:lnTo>
                    <a:pt x="2053573" y="1482787"/>
                  </a:lnTo>
                  <a:lnTo>
                    <a:pt x="2054418" y="1461965"/>
                  </a:lnTo>
                  <a:lnTo>
                    <a:pt x="2055264" y="1472514"/>
                  </a:lnTo>
                  <a:lnTo>
                    <a:pt x="2056109" y="1456265"/>
                  </a:lnTo>
                  <a:lnTo>
                    <a:pt x="2056954" y="1469992"/>
                  </a:lnTo>
                  <a:lnTo>
                    <a:pt x="2057799" y="1477055"/>
                  </a:lnTo>
                  <a:lnTo>
                    <a:pt x="2058644" y="1475325"/>
                  </a:lnTo>
                  <a:lnTo>
                    <a:pt x="2059489" y="1481601"/>
                  </a:lnTo>
                  <a:lnTo>
                    <a:pt x="2060334" y="1491192"/>
                  </a:lnTo>
                  <a:lnTo>
                    <a:pt x="2061179" y="1487253"/>
                  </a:lnTo>
                  <a:lnTo>
                    <a:pt x="2062024" y="1518765"/>
                  </a:lnTo>
                  <a:lnTo>
                    <a:pt x="2062869" y="1480737"/>
                  </a:lnTo>
                  <a:lnTo>
                    <a:pt x="2063714" y="1476907"/>
                  </a:lnTo>
                  <a:lnTo>
                    <a:pt x="2064560" y="1518765"/>
                  </a:lnTo>
                  <a:lnTo>
                    <a:pt x="2065405" y="1518765"/>
                  </a:lnTo>
                  <a:lnTo>
                    <a:pt x="2066250" y="1518765"/>
                  </a:lnTo>
                  <a:lnTo>
                    <a:pt x="2067095" y="1419317"/>
                  </a:lnTo>
                  <a:lnTo>
                    <a:pt x="2067940" y="1407536"/>
                  </a:lnTo>
                  <a:lnTo>
                    <a:pt x="2068785" y="1409248"/>
                  </a:lnTo>
                  <a:lnTo>
                    <a:pt x="2069630" y="1415718"/>
                  </a:lnTo>
                  <a:lnTo>
                    <a:pt x="2070475" y="1422998"/>
                  </a:lnTo>
                  <a:lnTo>
                    <a:pt x="2071320" y="1444026"/>
                  </a:lnTo>
                  <a:lnTo>
                    <a:pt x="2072165" y="1452769"/>
                  </a:lnTo>
                  <a:lnTo>
                    <a:pt x="2073010" y="1460486"/>
                  </a:lnTo>
                  <a:lnTo>
                    <a:pt x="2073856" y="1518765"/>
                  </a:lnTo>
                  <a:lnTo>
                    <a:pt x="2074701" y="1518765"/>
                  </a:lnTo>
                  <a:lnTo>
                    <a:pt x="2075546" y="1518765"/>
                  </a:lnTo>
                  <a:lnTo>
                    <a:pt x="2076391" y="1518765"/>
                  </a:lnTo>
                  <a:lnTo>
                    <a:pt x="2077236" y="1518765"/>
                  </a:lnTo>
                  <a:lnTo>
                    <a:pt x="2078081" y="1518765"/>
                  </a:lnTo>
                  <a:lnTo>
                    <a:pt x="2078926" y="1518765"/>
                  </a:lnTo>
                  <a:lnTo>
                    <a:pt x="2079771" y="1518765"/>
                  </a:lnTo>
                  <a:lnTo>
                    <a:pt x="2080616" y="1518765"/>
                  </a:lnTo>
                  <a:lnTo>
                    <a:pt x="2081461" y="1413710"/>
                  </a:lnTo>
                  <a:lnTo>
                    <a:pt x="2082307" y="1388386"/>
                  </a:lnTo>
                  <a:lnTo>
                    <a:pt x="2083152" y="1376716"/>
                  </a:lnTo>
                  <a:lnTo>
                    <a:pt x="2083997" y="1367921"/>
                  </a:lnTo>
                  <a:lnTo>
                    <a:pt x="2084842" y="1388338"/>
                  </a:lnTo>
                  <a:lnTo>
                    <a:pt x="2085687" y="1428050"/>
                  </a:lnTo>
                  <a:lnTo>
                    <a:pt x="2086532" y="1388896"/>
                  </a:lnTo>
                  <a:lnTo>
                    <a:pt x="2087377" y="1398853"/>
                  </a:lnTo>
                  <a:lnTo>
                    <a:pt x="2088222" y="1349563"/>
                  </a:lnTo>
                  <a:lnTo>
                    <a:pt x="2089067" y="1296263"/>
                  </a:lnTo>
                  <a:lnTo>
                    <a:pt x="2089912" y="1334775"/>
                  </a:lnTo>
                  <a:lnTo>
                    <a:pt x="2090757" y="1336499"/>
                  </a:lnTo>
                  <a:lnTo>
                    <a:pt x="2091603" y="1518765"/>
                  </a:lnTo>
                  <a:lnTo>
                    <a:pt x="2092448" y="1518765"/>
                  </a:lnTo>
                  <a:lnTo>
                    <a:pt x="2093293" y="1383885"/>
                  </a:lnTo>
                  <a:lnTo>
                    <a:pt x="2094138" y="1410637"/>
                  </a:lnTo>
                  <a:lnTo>
                    <a:pt x="2094983" y="1407286"/>
                  </a:lnTo>
                  <a:lnTo>
                    <a:pt x="2095828" y="1393575"/>
                  </a:lnTo>
                  <a:lnTo>
                    <a:pt x="2096673" y="1400980"/>
                  </a:lnTo>
                  <a:lnTo>
                    <a:pt x="2097518" y="1412467"/>
                  </a:lnTo>
                  <a:lnTo>
                    <a:pt x="2098363" y="1518765"/>
                  </a:lnTo>
                  <a:lnTo>
                    <a:pt x="2099208" y="1518765"/>
                  </a:lnTo>
                  <a:lnTo>
                    <a:pt x="2100053" y="1518765"/>
                  </a:lnTo>
                  <a:lnTo>
                    <a:pt x="2100899" y="1518765"/>
                  </a:lnTo>
                  <a:lnTo>
                    <a:pt x="2101744" y="1414071"/>
                  </a:lnTo>
                  <a:lnTo>
                    <a:pt x="2102589" y="1395623"/>
                  </a:lnTo>
                  <a:lnTo>
                    <a:pt x="2103434" y="1410536"/>
                  </a:lnTo>
                  <a:lnTo>
                    <a:pt x="2104279" y="1415485"/>
                  </a:lnTo>
                  <a:lnTo>
                    <a:pt x="2105124" y="1404908"/>
                  </a:lnTo>
                  <a:lnTo>
                    <a:pt x="2105969" y="1410430"/>
                  </a:lnTo>
                  <a:lnTo>
                    <a:pt x="2106814" y="1518765"/>
                  </a:lnTo>
                  <a:lnTo>
                    <a:pt x="2107659" y="1406827"/>
                  </a:lnTo>
                  <a:lnTo>
                    <a:pt x="2108504" y="1424002"/>
                  </a:lnTo>
                  <a:lnTo>
                    <a:pt x="2109349" y="1428110"/>
                  </a:lnTo>
                  <a:lnTo>
                    <a:pt x="2110195" y="1428816"/>
                  </a:lnTo>
                  <a:lnTo>
                    <a:pt x="2111040" y="1444863"/>
                  </a:lnTo>
                  <a:lnTo>
                    <a:pt x="2111885" y="1470813"/>
                  </a:lnTo>
                  <a:lnTo>
                    <a:pt x="2112730" y="1481569"/>
                  </a:lnTo>
                  <a:lnTo>
                    <a:pt x="2113575" y="1489639"/>
                  </a:lnTo>
                  <a:lnTo>
                    <a:pt x="2114420" y="1518765"/>
                  </a:lnTo>
                  <a:lnTo>
                    <a:pt x="2115265" y="1494584"/>
                  </a:lnTo>
                  <a:lnTo>
                    <a:pt x="2116110" y="1503194"/>
                  </a:lnTo>
                  <a:lnTo>
                    <a:pt x="2116955" y="1492803"/>
                  </a:lnTo>
                  <a:lnTo>
                    <a:pt x="2117800" y="1492751"/>
                  </a:lnTo>
                  <a:lnTo>
                    <a:pt x="2118645" y="1483336"/>
                  </a:lnTo>
                  <a:lnTo>
                    <a:pt x="2119491" y="1460510"/>
                  </a:lnTo>
                  <a:lnTo>
                    <a:pt x="2120336" y="1470473"/>
                  </a:lnTo>
                  <a:lnTo>
                    <a:pt x="2121181" y="1482962"/>
                  </a:lnTo>
                  <a:lnTo>
                    <a:pt x="2122026" y="1481012"/>
                  </a:lnTo>
                  <a:lnTo>
                    <a:pt x="2122871" y="1475307"/>
                  </a:lnTo>
                  <a:lnTo>
                    <a:pt x="2123716" y="1518765"/>
                  </a:lnTo>
                  <a:lnTo>
                    <a:pt x="2124561" y="1491263"/>
                  </a:lnTo>
                  <a:lnTo>
                    <a:pt x="2125406" y="1518765"/>
                  </a:lnTo>
                  <a:lnTo>
                    <a:pt x="2126251" y="1487577"/>
                  </a:lnTo>
                  <a:lnTo>
                    <a:pt x="2127096" y="1518765"/>
                  </a:lnTo>
                  <a:lnTo>
                    <a:pt x="2127941" y="1475778"/>
                  </a:lnTo>
                  <a:lnTo>
                    <a:pt x="2128787" y="1460621"/>
                  </a:lnTo>
                  <a:lnTo>
                    <a:pt x="2129632" y="1446725"/>
                  </a:lnTo>
                  <a:lnTo>
                    <a:pt x="2130477" y="1447076"/>
                  </a:lnTo>
                  <a:lnTo>
                    <a:pt x="2131322" y="1462432"/>
                  </a:lnTo>
                  <a:lnTo>
                    <a:pt x="2132167" y="1458427"/>
                  </a:lnTo>
                  <a:lnTo>
                    <a:pt x="2133012" y="1445885"/>
                  </a:lnTo>
                  <a:lnTo>
                    <a:pt x="2133857" y="1424189"/>
                  </a:lnTo>
                  <a:lnTo>
                    <a:pt x="2134702" y="1382633"/>
                  </a:lnTo>
                  <a:lnTo>
                    <a:pt x="2135547" y="1376117"/>
                  </a:lnTo>
                  <a:lnTo>
                    <a:pt x="2136392" y="1349523"/>
                  </a:lnTo>
                  <a:lnTo>
                    <a:pt x="2137237" y="1362288"/>
                  </a:lnTo>
                  <a:lnTo>
                    <a:pt x="2138083" y="1363759"/>
                  </a:lnTo>
                  <a:lnTo>
                    <a:pt x="2138928" y="1384214"/>
                  </a:lnTo>
                  <a:lnTo>
                    <a:pt x="2139773" y="1518765"/>
                  </a:lnTo>
                  <a:lnTo>
                    <a:pt x="2140618" y="1518765"/>
                  </a:lnTo>
                  <a:lnTo>
                    <a:pt x="2141463" y="1459045"/>
                  </a:lnTo>
                  <a:lnTo>
                    <a:pt x="2142308" y="1518765"/>
                  </a:lnTo>
                  <a:lnTo>
                    <a:pt x="2143153" y="1518765"/>
                  </a:lnTo>
                  <a:lnTo>
                    <a:pt x="2143998" y="1480307"/>
                  </a:lnTo>
                  <a:lnTo>
                    <a:pt x="2144843" y="1489387"/>
                  </a:lnTo>
                  <a:lnTo>
                    <a:pt x="2145688" y="1485934"/>
                  </a:lnTo>
                  <a:lnTo>
                    <a:pt x="2146534" y="1518765"/>
                  </a:lnTo>
                  <a:lnTo>
                    <a:pt x="2147379" y="1518765"/>
                  </a:lnTo>
                  <a:lnTo>
                    <a:pt x="2148224" y="1518765"/>
                  </a:lnTo>
                  <a:lnTo>
                    <a:pt x="2149069" y="1488228"/>
                  </a:lnTo>
                  <a:lnTo>
                    <a:pt x="2149914" y="1518765"/>
                  </a:lnTo>
                  <a:lnTo>
                    <a:pt x="2150759" y="1518765"/>
                  </a:lnTo>
                  <a:lnTo>
                    <a:pt x="2151604" y="1475418"/>
                  </a:lnTo>
                  <a:lnTo>
                    <a:pt x="2152449" y="1464373"/>
                  </a:lnTo>
                  <a:lnTo>
                    <a:pt x="2153294" y="1465496"/>
                  </a:lnTo>
                  <a:lnTo>
                    <a:pt x="2154139" y="1458138"/>
                  </a:lnTo>
                  <a:lnTo>
                    <a:pt x="2154984" y="1440488"/>
                  </a:lnTo>
                  <a:lnTo>
                    <a:pt x="2155830" y="1459542"/>
                  </a:lnTo>
                  <a:lnTo>
                    <a:pt x="2156675" y="1463971"/>
                  </a:lnTo>
                  <a:lnTo>
                    <a:pt x="2157520" y="1484069"/>
                  </a:lnTo>
                  <a:lnTo>
                    <a:pt x="2158365" y="1473085"/>
                  </a:lnTo>
                  <a:lnTo>
                    <a:pt x="2159210" y="1463068"/>
                  </a:lnTo>
                  <a:lnTo>
                    <a:pt x="2160055" y="1472339"/>
                  </a:lnTo>
                  <a:lnTo>
                    <a:pt x="2160900" y="1478031"/>
                  </a:lnTo>
                  <a:lnTo>
                    <a:pt x="2161745" y="1489672"/>
                  </a:lnTo>
                  <a:lnTo>
                    <a:pt x="2162590" y="1479945"/>
                  </a:lnTo>
                  <a:lnTo>
                    <a:pt x="2163435" y="1472766"/>
                  </a:lnTo>
                  <a:lnTo>
                    <a:pt x="2164280" y="1452286"/>
                  </a:lnTo>
                  <a:lnTo>
                    <a:pt x="2165126" y="1442315"/>
                  </a:lnTo>
                  <a:lnTo>
                    <a:pt x="2165971" y="1453100"/>
                  </a:lnTo>
                  <a:lnTo>
                    <a:pt x="2166816" y="1463784"/>
                  </a:lnTo>
                  <a:lnTo>
                    <a:pt x="2167661" y="1479531"/>
                  </a:lnTo>
                  <a:lnTo>
                    <a:pt x="2168506" y="1481364"/>
                  </a:lnTo>
                  <a:lnTo>
                    <a:pt x="2169351" y="1475110"/>
                  </a:lnTo>
                  <a:lnTo>
                    <a:pt x="2170196" y="1473824"/>
                  </a:lnTo>
                  <a:lnTo>
                    <a:pt x="2171041" y="1463216"/>
                  </a:lnTo>
                  <a:lnTo>
                    <a:pt x="2171886" y="1518765"/>
                  </a:lnTo>
                  <a:lnTo>
                    <a:pt x="2172731" y="1518765"/>
                  </a:lnTo>
                  <a:lnTo>
                    <a:pt x="2173576" y="1455463"/>
                  </a:lnTo>
                  <a:lnTo>
                    <a:pt x="2174422" y="1466458"/>
                  </a:lnTo>
                  <a:lnTo>
                    <a:pt x="2175267" y="1460227"/>
                  </a:lnTo>
                  <a:lnTo>
                    <a:pt x="2176112" y="1453830"/>
                  </a:lnTo>
                  <a:lnTo>
                    <a:pt x="2176957" y="1444373"/>
                  </a:lnTo>
                  <a:lnTo>
                    <a:pt x="2177802" y="1427243"/>
                  </a:lnTo>
                  <a:lnTo>
                    <a:pt x="2178647" y="1418345"/>
                  </a:lnTo>
                  <a:lnTo>
                    <a:pt x="2179492" y="1518765"/>
                  </a:lnTo>
                  <a:lnTo>
                    <a:pt x="2180337" y="1518765"/>
                  </a:lnTo>
                  <a:lnTo>
                    <a:pt x="2181182" y="1393435"/>
                  </a:lnTo>
                  <a:lnTo>
                    <a:pt x="2182027" y="1372836"/>
                  </a:lnTo>
                  <a:lnTo>
                    <a:pt x="2182872" y="1346942"/>
                  </a:lnTo>
                  <a:lnTo>
                    <a:pt x="2183718" y="1348683"/>
                  </a:lnTo>
                  <a:lnTo>
                    <a:pt x="2184563" y="1355907"/>
                  </a:lnTo>
                  <a:lnTo>
                    <a:pt x="2185408" y="1382047"/>
                  </a:lnTo>
                  <a:lnTo>
                    <a:pt x="2186253" y="1398060"/>
                  </a:lnTo>
                  <a:lnTo>
                    <a:pt x="2187098" y="1388601"/>
                  </a:lnTo>
                  <a:lnTo>
                    <a:pt x="2187943" y="1389644"/>
                  </a:lnTo>
                  <a:lnTo>
                    <a:pt x="2188788" y="1404949"/>
                  </a:lnTo>
                  <a:lnTo>
                    <a:pt x="2189633" y="1518765"/>
                  </a:lnTo>
                  <a:lnTo>
                    <a:pt x="2190478" y="1518765"/>
                  </a:lnTo>
                  <a:lnTo>
                    <a:pt x="2191323" y="1518765"/>
                  </a:lnTo>
                  <a:lnTo>
                    <a:pt x="2192168" y="1518765"/>
                  </a:lnTo>
                  <a:lnTo>
                    <a:pt x="2193014" y="1457961"/>
                  </a:lnTo>
                  <a:lnTo>
                    <a:pt x="2193859" y="1447882"/>
                  </a:lnTo>
                  <a:lnTo>
                    <a:pt x="2194704" y="1455955"/>
                  </a:lnTo>
                  <a:lnTo>
                    <a:pt x="2195549" y="1447837"/>
                  </a:lnTo>
                  <a:lnTo>
                    <a:pt x="2196394" y="1447003"/>
                  </a:lnTo>
                  <a:lnTo>
                    <a:pt x="2197239" y="1456687"/>
                  </a:lnTo>
                  <a:lnTo>
                    <a:pt x="2198084" y="1447030"/>
                  </a:lnTo>
                  <a:lnTo>
                    <a:pt x="2198929" y="1448021"/>
                  </a:lnTo>
                  <a:lnTo>
                    <a:pt x="2199774" y="1470558"/>
                  </a:lnTo>
                  <a:lnTo>
                    <a:pt x="2200619" y="1464577"/>
                  </a:lnTo>
                  <a:lnTo>
                    <a:pt x="2201464" y="1461334"/>
                  </a:lnTo>
                  <a:lnTo>
                    <a:pt x="2202310" y="1447764"/>
                  </a:lnTo>
                  <a:lnTo>
                    <a:pt x="2203155" y="1518765"/>
                  </a:lnTo>
                  <a:lnTo>
                    <a:pt x="2204000" y="1518765"/>
                  </a:lnTo>
                  <a:lnTo>
                    <a:pt x="2204845" y="1440783"/>
                  </a:lnTo>
                  <a:lnTo>
                    <a:pt x="2205690" y="1466217"/>
                  </a:lnTo>
                  <a:lnTo>
                    <a:pt x="2206535" y="1464569"/>
                  </a:lnTo>
                  <a:lnTo>
                    <a:pt x="2207380" y="1468438"/>
                  </a:lnTo>
                  <a:lnTo>
                    <a:pt x="2208225" y="1477220"/>
                  </a:lnTo>
                  <a:lnTo>
                    <a:pt x="2209070" y="1470274"/>
                  </a:lnTo>
                  <a:lnTo>
                    <a:pt x="2209915" y="1491329"/>
                  </a:lnTo>
                  <a:lnTo>
                    <a:pt x="2210761" y="1518765"/>
                  </a:lnTo>
                  <a:lnTo>
                    <a:pt x="2211606" y="1518765"/>
                  </a:lnTo>
                  <a:lnTo>
                    <a:pt x="2212451" y="1518765"/>
                  </a:lnTo>
                  <a:lnTo>
                    <a:pt x="2213296" y="1518765"/>
                  </a:lnTo>
                  <a:lnTo>
                    <a:pt x="2214141" y="1518765"/>
                  </a:lnTo>
                  <a:lnTo>
                    <a:pt x="2214986" y="1518765"/>
                  </a:lnTo>
                  <a:lnTo>
                    <a:pt x="2215831" y="1510774"/>
                  </a:lnTo>
                  <a:lnTo>
                    <a:pt x="2216676" y="1518765"/>
                  </a:lnTo>
                  <a:lnTo>
                    <a:pt x="2217521" y="1518765"/>
                  </a:lnTo>
                  <a:lnTo>
                    <a:pt x="2218366" y="1503061"/>
                  </a:lnTo>
                  <a:lnTo>
                    <a:pt x="2219211" y="1494572"/>
                  </a:lnTo>
                  <a:lnTo>
                    <a:pt x="2220057" y="1518765"/>
                  </a:lnTo>
                  <a:lnTo>
                    <a:pt x="2220902" y="1506233"/>
                  </a:lnTo>
                  <a:lnTo>
                    <a:pt x="2221747" y="1518765"/>
                  </a:lnTo>
                  <a:lnTo>
                    <a:pt x="2222592" y="1518765"/>
                  </a:lnTo>
                  <a:lnTo>
                    <a:pt x="2223437" y="1518765"/>
                  </a:lnTo>
                  <a:lnTo>
                    <a:pt x="2224282" y="1465098"/>
                  </a:lnTo>
                  <a:lnTo>
                    <a:pt x="2225127" y="1459594"/>
                  </a:lnTo>
                  <a:lnTo>
                    <a:pt x="2225972" y="1423206"/>
                  </a:lnTo>
                  <a:lnTo>
                    <a:pt x="2226817" y="1431546"/>
                  </a:lnTo>
                  <a:lnTo>
                    <a:pt x="2227662" y="1437882"/>
                  </a:lnTo>
                  <a:lnTo>
                    <a:pt x="2228507" y="1462098"/>
                  </a:lnTo>
                  <a:lnTo>
                    <a:pt x="2229353" y="1485653"/>
                  </a:lnTo>
                  <a:lnTo>
                    <a:pt x="2230198" y="1518765"/>
                  </a:lnTo>
                  <a:lnTo>
                    <a:pt x="2231043" y="1518765"/>
                  </a:lnTo>
                  <a:lnTo>
                    <a:pt x="2231888" y="1518765"/>
                  </a:lnTo>
                  <a:lnTo>
                    <a:pt x="2232733" y="1518765"/>
                  </a:lnTo>
                  <a:lnTo>
                    <a:pt x="2233578" y="1518765"/>
                  </a:lnTo>
                  <a:lnTo>
                    <a:pt x="2234423" y="1518765"/>
                  </a:lnTo>
                  <a:lnTo>
                    <a:pt x="2235268" y="1518765"/>
                  </a:lnTo>
                  <a:lnTo>
                    <a:pt x="2236113" y="1518765"/>
                  </a:lnTo>
                  <a:lnTo>
                    <a:pt x="2236958" y="1518765"/>
                  </a:lnTo>
                  <a:lnTo>
                    <a:pt x="2237803" y="1518765"/>
                  </a:lnTo>
                  <a:lnTo>
                    <a:pt x="2238649" y="1518765"/>
                  </a:lnTo>
                  <a:lnTo>
                    <a:pt x="2239494" y="1518765"/>
                  </a:lnTo>
                  <a:lnTo>
                    <a:pt x="2240339" y="1518765"/>
                  </a:lnTo>
                  <a:lnTo>
                    <a:pt x="2241184" y="1518765"/>
                  </a:lnTo>
                  <a:lnTo>
                    <a:pt x="2242029" y="1482126"/>
                  </a:lnTo>
                  <a:lnTo>
                    <a:pt x="2242874" y="1463453"/>
                  </a:lnTo>
                  <a:lnTo>
                    <a:pt x="2243719" y="1452364"/>
                  </a:lnTo>
                  <a:lnTo>
                    <a:pt x="2244564" y="1454608"/>
                  </a:lnTo>
                  <a:lnTo>
                    <a:pt x="2245409" y="1436799"/>
                  </a:lnTo>
                  <a:lnTo>
                    <a:pt x="2246254" y="1449491"/>
                  </a:lnTo>
                  <a:lnTo>
                    <a:pt x="2247099" y="1441426"/>
                  </a:lnTo>
                  <a:lnTo>
                    <a:pt x="2247945" y="1437024"/>
                  </a:lnTo>
                  <a:lnTo>
                    <a:pt x="2248790" y="1518765"/>
                  </a:lnTo>
                  <a:lnTo>
                    <a:pt x="2249635" y="1458344"/>
                  </a:lnTo>
                  <a:lnTo>
                    <a:pt x="2250480" y="1473071"/>
                  </a:lnTo>
                  <a:lnTo>
                    <a:pt x="2251325" y="1475718"/>
                  </a:lnTo>
                  <a:lnTo>
                    <a:pt x="2252170" y="1479160"/>
                  </a:lnTo>
                  <a:lnTo>
                    <a:pt x="2253015" y="1483086"/>
                  </a:lnTo>
                  <a:lnTo>
                    <a:pt x="2253860" y="1494029"/>
                  </a:lnTo>
                  <a:lnTo>
                    <a:pt x="2254705" y="1483622"/>
                  </a:lnTo>
                  <a:lnTo>
                    <a:pt x="2255550" y="1479800"/>
                  </a:lnTo>
                  <a:lnTo>
                    <a:pt x="2256395" y="1473142"/>
                  </a:lnTo>
                  <a:lnTo>
                    <a:pt x="2257241" y="1457010"/>
                  </a:lnTo>
                  <a:lnTo>
                    <a:pt x="2258086" y="1518765"/>
                  </a:lnTo>
                  <a:lnTo>
                    <a:pt x="2258931" y="1471921"/>
                  </a:lnTo>
                  <a:lnTo>
                    <a:pt x="2259776" y="1518765"/>
                  </a:lnTo>
                  <a:lnTo>
                    <a:pt x="2260621" y="1467431"/>
                  </a:lnTo>
                  <a:lnTo>
                    <a:pt x="2261466" y="1518765"/>
                  </a:lnTo>
                  <a:lnTo>
                    <a:pt x="2262311" y="1518765"/>
                  </a:lnTo>
                  <a:lnTo>
                    <a:pt x="2263156" y="1447471"/>
                  </a:lnTo>
                  <a:lnTo>
                    <a:pt x="2264001" y="1518765"/>
                  </a:lnTo>
                  <a:lnTo>
                    <a:pt x="2264846" y="1518765"/>
                  </a:lnTo>
                  <a:lnTo>
                    <a:pt x="2265691" y="1518765"/>
                  </a:lnTo>
                  <a:lnTo>
                    <a:pt x="2266537" y="1518765"/>
                  </a:lnTo>
                  <a:lnTo>
                    <a:pt x="2267382" y="1366432"/>
                  </a:lnTo>
                  <a:lnTo>
                    <a:pt x="2268227" y="1353438"/>
                  </a:lnTo>
                  <a:lnTo>
                    <a:pt x="2269072" y="1325611"/>
                  </a:lnTo>
                  <a:lnTo>
                    <a:pt x="2269917" y="1304888"/>
                  </a:lnTo>
                  <a:lnTo>
                    <a:pt x="2270762" y="1273328"/>
                  </a:lnTo>
                  <a:lnTo>
                    <a:pt x="2271607" y="1285161"/>
                  </a:lnTo>
                  <a:lnTo>
                    <a:pt x="2272452" y="1319225"/>
                  </a:lnTo>
                  <a:lnTo>
                    <a:pt x="2273297" y="1345549"/>
                  </a:lnTo>
                  <a:lnTo>
                    <a:pt x="2274142" y="1373895"/>
                  </a:lnTo>
                  <a:lnTo>
                    <a:pt x="2274988" y="1384113"/>
                  </a:lnTo>
                  <a:lnTo>
                    <a:pt x="2275833" y="1406676"/>
                  </a:lnTo>
                  <a:lnTo>
                    <a:pt x="2276678" y="1420048"/>
                  </a:lnTo>
                  <a:lnTo>
                    <a:pt x="2277523" y="1432206"/>
                  </a:lnTo>
                  <a:lnTo>
                    <a:pt x="2278368" y="1454259"/>
                  </a:lnTo>
                  <a:lnTo>
                    <a:pt x="2279213" y="1469591"/>
                  </a:lnTo>
                  <a:lnTo>
                    <a:pt x="2280058" y="1469740"/>
                  </a:lnTo>
                  <a:lnTo>
                    <a:pt x="2280903" y="1483839"/>
                  </a:lnTo>
                  <a:lnTo>
                    <a:pt x="2281748" y="1480972"/>
                  </a:lnTo>
                  <a:lnTo>
                    <a:pt x="2282593" y="1476729"/>
                  </a:lnTo>
                  <a:lnTo>
                    <a:pt x="2283438" y="1518765"/>
                  </a:lnTo>
                  <a:lnTo>
                    <a:pt x="2284284" y="1518765"/>
                  </a:lnTo>
                  <a:lnTo>
                    <a:pt x="2285129" y="1469852"/>
                  </a:lnTo>
                  <a:lnTo>
                    <a:pt x="2285974" y="1455351"/>
                  </a:lnTo>
                  <a:lnTo>
                    <a:pt x="2286819" y="1455341"/>
                  </a:lnTo>
                  <a:lnTo>
                    <a:pt x="2287664" y="1468085"/>
                  </a:lnTo>
                  <a:lnTo>
                    <a:pt x="2288509" y="1518765"/>
                  </a:lnTo>
                  <a:lnTo>
                    <a:pt x="2289354" y="1518765"/>
                  </a:lnTo>
                  <a:lnTo>
                    <a:pt x="2290199" y="1429233"/>
                  </a:lnTo>
                  <a:lnTo>
                    <a:pt x="2291044" y="1518765"/>
                  </a:lnTo>
                  <a:lnTo>
                    <a:pt x="2291889" y="1518765"/>
                  </a:lnTo>
                  <a:lnTo>
                    <a:pt x="2292734" y="1518765"/>
                  </a:lnTo>
                  <a:lnTo>
                    <a:pt x="2293580" y="1418902"/>
                  </a:lnTo>
                  <a:lnTo>
                    <a:pt x="2294425" y="1435115"/>
                  </a:lnTo>
                  <a:lnTo>
                    <a:pt x="2295270" y="1424054"/>
                  </a:lnTo>
                  <a:lnTo>
                    <a:pt x="2296115" y="1409768"/>
                  </a:lnTo>
                  <a:lnTo>
                    <a:pt x="2296960" y="1381250"/>
                  </a:lnTo>
                  <a:lnTo>
                    <a:pt x="2297805" y="1518765"/>
                  </a:lnTo>
                  <a:lnTo>
                    <a:pt x="2298650" y="1368660"/>
                  </a:lnTo>
                  <a:lnTo>
                    <a:pt x="2299495" y="1371726"/>
                  </a:lnTo>
                  <a:lnTo>
                    <a:pt x="2300340" y="1386017"/>
                  </a:lnTo>
                  <a:lnTo>
                    <a:pt x="2301185" y="1377289"/>
                  </a:lnTo>
                  <a:lnTo>
                    <a:pt x="2302030" y="1392363"/>
                  </a:lnTo>
                  <a:lnTo>
                    <a:pt x="2302876" y="1518765"/>
                  </a:lnTo>
                  <a:lnTo>
                    <a:pt x="2303721" y="1518765"/>
                  </a:lnTo>
                  <a:lnTo>
                    <a:pt x="2304566" y="1353262"/>
                  </a:lnTo>
                  <a:lnTo>
                    <a:pt x="2305411" y="1518765"/>
                  </a:lnTo>
                  <a:lnTo>
                    <a:pt x="2306256" y="1518765"/>
                  </a:lnTo>
                  <a:lnTo>
                    <a:pt x="2307101" y="1518765"/>
                  </a:lnTo>
                  <a:lnTo>
                    <a:pt x="2307946" y="1407130"/>
                  </a:lnTo>
                  <a:lnTo>
                    <a:pt x="2308791" y="1420983"/>
                  </a:lnTo>
                  <a:lnTo>
                    <a:pt x="2309636" y="1418341"/>
                  </a:lnTo>
                  <a:lnTo>
                    <a:pt x="2310481" y="1432147"/>
                  </a:lnTo>
                  <a:lnTo>
                    <a:pt x="2311326" y="1454679"/>
                  </a:lnTo>
                  <a:lnTo>
                    <a:pt x="2312172" y="1473591"/>
                  </a:lnTo>
                  <a:lnTo>
                    <a:pt x="2313017" y="1458639"/>
                  </a:lnTo>
                  <a:lnTo>
                    <a:pt x="2313862" y="1430249"/>
                  </a:lnTo>
                  <a:lnTo>
                    <a:pt x="2314707" y="1423747"/>
                  </a:lnTo>
                  <a:lnTo>
                    <a:pt x="2315552" y="1518765"/>
                  </a:lnTo>
                  <a:lnTo>
                    <a:pt x="2316397" y="1518765"/>
                  </a:lnTo>
                  <a:lnTo>
                    <a:pt x="2317242" y="1452404"/>
                  </a:lnTo>
                  <a:lnTo>
                    <a:pt x="2318087" y="1460106"/>
                  </a:lnTo>
                  <a:lnTo>
                    <a:pt x="2318932" y="1450550"/>
                  </a:lnTo>
                  <a:lnTo>
                    <a:pt x="2319777" y="1444092"/>
                  </a:lnTo>
                  <a:lnTo>
                    <a:pt x="2320622" y="1422064"/>
                  </a:lnTo>
                  <a:lnTo>
                    <a:pt x="2321468" y="1405382"/>
                  </a:lnTo>
                  <a:lnTo>
                    <a:pt x="2322313" y="1405370"/>
                  </a:lnTo>
                  <a:lnTo>
                    <a:pt x="2323158" y="1387536"/>
                  </a:lnTo>
                  <a:lnTo>
                    <a:pt x="2324003" y="1397268"/>
                  </a:lnTo>
                  <a:lnTo>
                    <a:pt x="2324848" y="1402469"/>
                  </a:lnTo>
                  <a:lnTo>
                    <a:pt x="2325693" y="1378938"/>
                  </a:lnTo>
                  <a:lnTo>
                    <a:pt x="2326538" y="1380346"/>
                  </a:lnTo>
                  <a:lnTo>
                    <a:pt x="2327383" y="1369707"/>
                  </a:lnTo>
                  <a:lnTo>
                    <a:pt x="2328228" y="1361239"/>
                  </a:lnTo>
                  <a:lnTo>
                    <a:pt x="2329073" y="1351506"/>
                  </a:lnTo>
                  <a:lnTo>
                    <a:pt x="2329918" y="1369086"/>
                  </a:lnTo>
                  <a:lnTo>
                    <a:pt x="2330764" y="1386956"/>
                  </a:lnTo>
                  <a:lnTo>
                    <a:pt x="2331609" y="1407183"/>
                  </a:lnTo>
                  <a:lnTo>
                    <a:pt x="2332454" y="1393142"/>
                  </a:lnTo>
                  <a:lnTo>
                    <a:pt x="2333299" y="1403443"/>
                  </a:lnTo>
                  <a:lnTo>
                    <a:pt x="2334144" y="1518765"/>
                  </a:lnTo>
                  <a:lnTo>
                    <a:pt x="2334989" y="1518765"/>
                  </a:lnTo>
                  <a:lnTo>
                    <a:pt x="2335834" y="1518765"/>
                  </a:lnTo>
                  <a:lnTo>
                    <a:pt x="2336679" y="1386009"/>
                  </a:lnTo>
                  <a:lnTo>
                    <a:pt x="2337524" y="1420481"/>
                  </a:lnTo>
                  <a:lnTo>
                    <a:pt x="2338369" y="1412594"/>
                  </a:lnTo>
                  <a:lnTo>
                    <a:pt x="2339215" y="1399267"/>
                  </a:lnTo>
                  <a:lnTo>
                    <a:pt x="2340060" y="1422192"/>
                  </a:lnTo>
                  <a:lnTo>
                    <a:pt x="2340905" y="1443981"/>
                  </a:lnTo>
                  <a:lnTo>
                    <a:pt x="2341750" y="1457050"/>
                  </a:lnTo>
                  <a:lnTo>
                    <a:pt x="2342595" y="1456326"/>
                  </a:lnTo>
                  <a:lnTo>
                    <a:pt x="2343440" y="1468406"/>
                  </a:lnTo>
                  <a:lnTo>
                    <a:pt x="2344285" y="1518765"/>
                  </a:lnTo>
                  <a:lnTo>
                    <a:pt x="2345130" y="1518765"/>
                  </a:lnTo>
                  <a:lnTo>
                    <a:pt x="2345975" y="1440518"/>
                  </a:lnTo>
                  <a:lnTo>
                    <a:pt x="2346820" y="1427138"/>
                  </a:lnTo>
                  <a:lnTo>
                    <a:pt x="2347665" y="1518765"/>
                  </a:lnTo>
                  <a:lnTo>
                    <a:pt x="2348511" y="1455141"/>
                  </a:lnTo>
                  <a:lnTo>
                    <a:pt x="2349356" y="1479550"/>
                  </a:lnTo>
                  <a:lnTo>
                    <a:pt x="2350201" y="1485335"/>
                  </a:lnTo>
                  <a:lnTo>
                    <a:pt x="2351046" y="1518765"/>
                  </a:lnTo>
                  <a:lnTo>
                    <a:pt x="2351891" y="1485609"/>
                  </a:lnTo>
                  <a:lnTo>
                    <a:pt x="2352736" y="1490052"/>
                  </a:lnTo>
                  <a:lnTo>
                    <a:pt x="2353581" y="1485511"/>
                  </a:lnTo>
                  <a:lnTo>
                    <a:pt x="2354426" y="1497114"/>
                  </a:lnTo>
                  <a:lnTo>
                    <a:pt x="2355271" y="1499111"/>
                  </a:lnTo>
                  <a:lnTo>
                    <a:pt x="2356116" y="1494391"/>
                  </a:lnTo>
                  <a:lnTo>
                    <a:pt x="2356961" y="1496897"/>
                  </a:lnTo>
                  <a:lnTo>
                    <a:pt x="2357807" y="1489787"/>
                  </a:lnTo>
                  <a:lnTo>
                    <a:pt x="2358652" y="1493632"/>
                  </a:lnTo>
                  <a:lnTo>
                    <a:pt x="2359497" y="1495143"/>
                  </a:lnTo>
                  <a:lnTo>
                    <a:pt x="2360342" y="1498326"/>
                  </a:lnTo>
                  <a:lnTo>
                    <a:pt x="2361187" y="1482034"/>
                  </a:lnTo>
                  <a:lnTo>
                    <a:pt x="2362032" y="1478118"/>
                  </a:lnTo>
                  <a:lnTo>
                    <a:pt x="2362877" y="1492011"/>
                  </a:lnTo>
                  <a:lnTo>
                    <a:pt x="2363722" y="1518765"/>
                  </a:lnTo>
                  <a:lnTo>
                    <a:pt x="2364567" y="1518765"/>
                  </a:lnTo>
                  <a:lnTo>
                    <a:pt x="2365412" y="1518765"/>
                  </a:lnTo>
                  <a:lnTo>
                    <a:pt x="2366257" y="1518765"/>
                  </a:lnTo>
                  <a:lnTo>
                    <a:pt x="2367103" y="1484269"/>
                  </a:lnTo>
                  <a:lnTo>
                    <a:pt x="2367948" y="1472401"/>
                  </a:lnTo>
                  <a:lnTo>
                    <a:pt x="2368793" y="1486591"/>
                  </a:lnTo>
                  <a:lnTo>
                    <a:pt x="2369638" y="1483694"/>
                  </a:lnTo>
                  <a:lnTo>
                    <a:pt x="2370483" y="1484315"/>
                  </a:lnTo>
                  <a:lnTo>
                    <a:pt x="2371328" y="1499199"/>
                  </a:lnTo>
                  <a:lnTo>
                    <a:pt x="2372173" y="1470291"/>
                  </a:lnTo>
                  <a:lnTo>
                    <a:pt x="2373018" y="1490417"/>
                  </a:lnTo>
                  <a:lnTo>
                    <a:pt x="2373863" y="1470378"/>
                  </a:lnTo>
                  <a:lnTo>
                    <a:pt x="2374708" y="1476524"/>
                  </a:lnTo>
                  <a:lnTo>
                    <a:pt x="2375553" y="1463813"/>
                  </a:lnTo>
                  <a:lnTo>
                    <a:pt x="2376399" y="1442913"/>
                  </a:lnTo>
                  <a:lnTo>
                    <a:pt x="2377244" y="1434729"/>
                  </a:lnTo>
                  <a:lnTo>
                    <a:pt x="2378089" y="1382096"/>
                  </a:lnTo>
                  <a:lnTo>
                    <a:pt x="2378934" y="1386151"/>
                  </a:lnTo>
                  <a:lnTo>
                    <a:pt x="2379779" y="1411531"/>
                  </a:lnTo>
                  <a:lnTo>
                    <a:pt x="2380624" y="1374323"/>
                  </a:lnTo>
                  <a:lnTo>
                    <a:pt x="2381469" y="1518765"/>
                  </a:lnTo>
                  <a:lnTo>
                    <a:pt x="2382314" y="1518765"/>
                  </a:lnTo>
                  <a:lnTo>
                    <a:pt x="2383159" y="1395777"/>
                  </a:lnTo>
                  <a:lnTo>
                    <a:pt x="2384004" y="1427520"/>
                  </a:lnTo>
                  <a:lnTo>
                    <a:pt x="2384849" y="1409573"/>
                  </a:lnTo>
                  <a:lnTo>
                    <a:pt x="2385695" y="1378918"/>
                  </a:lnTo>
                  <a:lnTo>
                    <a:pt x="2386540" y="1359677"/>
                  </a:lnTo>
                  <a:lnTo>
                    <a:pt x="2387385" y="1350798"/>
                  </a:lnTo>
                  <a:lnTo>
                    <a:pt x="2388230" y="1334340"/>
                  </a:lnTo>
                  <a:lnTo>
                    <a:pt x="2389075" y="1312655"/>
                  </a:lnTo>
                  <a:lnTo>
                    <a:pt x="2389920" y="1313074"/>
                  </a:lnTo>
                  <a:lnTo>
                    <a:pt x="2390765" y="1301665"/>
                  </a:lnTo>
                  <a:lnTo>
                    <a:pt x="2391610" y="1304554"/>
                  </a:lnTo>
                  <a:lnTo>
                    <a:pt x="2392455" y="1300947"/>
                  </a:lnTo>
                  <a:lnTo>
                    <a:pt x="2393300" y="1300075"/>
                  </a:lnTo>
                  <a:lnTo>
                    <a:pt x="2394145" y="1328581"/>
                  </a:lnTo>
                  <a:lnTo>
                    <a:pt x="2394991" y="1374126"/>
                  </a:lnTo>
                  <a:lnTo>
                    <a:pt x="2395836" y="1396969"/>
                  </a:lnTo>
                  <a:lnTo>
                    <a:pt x="2396681" y="1417127"/>
                  </a:lnTo>
                  <a:lnTo>
                    <a:pt x="2397526" y="1442757"/>
                  </a:lnTo>
                  <a:lnTo>
                    <a:pt x="2398371" y="1518765"/>
                  </a:lnTo>
                  <a:lnTo>
                    <a:pt x="2399216" y="1455210"/>
                  </a:lnTo>
                  <a:lnTo>
                    <a:pt x="2400061" y="1518765"/>
                  </a:lnTo>
                  <a:lnTo>
                    <a:pt x="2400906" y="1518765"/>
                  </a:lnTo>
                  <a:lnTo>
                    <a:pt x="2401751" y="1518765"/>
                  </a:lnTo>
                  <a:lnTo>
                    <a:pt x="2402596" y="1443850"/>
                  </a:lnTo>
                  <a:lnTo>
                    <a:pt x="2403442" y="1459391"/>
                  </a:lnTo>
                  <a:lnTo>
                    <a:pt x="2404287" y="1518765"/>
                  </a:lnTo>
                  <a:lnTo>
                    <a:pt x="2405132" y="1518765"/>
                  </a:lnTo>
                  <a:lnTo>
                    <a:pt x="2405977" y="1453918"/>
                  </a:lnTo>
                  <a:lnTo>
                    <a:pt x="2406822" y="1451038"/>
                  </a:lnTo>
                  <a:lnTo>
                    <a:pt x="2407667" y="1439164"/>
                  </a:lnTo>
                  <a:lnTo>
                    <a:pt x="2408512" y="1431922"/>
                  </a:lnTo>
                  <a:lnTo>
                    <a:pt x="2409357" y="1518765"/>
                  </a:lnTo>
                  <a:lnTo>
                    <a:pt x="2410202" y="1518765"/>
                  </a:lnTo>
                  <a:lnTo>
                    <a:pt x="2411047" y="1518765"/>
                  </a:lnTo>
                  <a:lnTo>
                    <a:pt x="2411892" y="1455813"/>
                  </a:lnTo>
                  <a:lnTo>
                    <a:pt x="2412738" y="1452733"/>
                  </a:lnTo>
                  <a:lnTo>
                    <a:pt x="2413583" y="1518765"/>
                  </a:lnTo>
                  <a:lnTo>
                    <a:pt x="2414428" y="1449436"/>
                  </a:lnTo>
                  <a:lnTo>
                    <a:pt x="2415273" y="1518765"/>
                  </a:lnTo>
                  <a:lnTo>
                    <a:pt x="2416118" y="1453297"/>
                  </a:lnTo>
                  <a:lnTo>
                    <a:pt x="2416963" y="1473054"/>
                  </a:lnTo>
                  <a:lnTo>
                    <a:pt x="2417808" y="1488774"/>
                  </a:lnTo>
                  <a:lnTo>
                    <a:pt x="2418653" y="1490403"/>
                  </a:lnTo>
                  <a:lnTo>
                    <a:pt x="2419498" y="1490199"/>
                  </a:lnTo>
                  <a:lnTo>
                    <a:pt x="2420343" y="1477291"/>
                  </a:lnTo>
                  <a:lnTo>
                    <a:pt x="2421188" y="1477724"/>
                  </a:lnTo>
                  <a:lnTo>
                    <a:pt x="2422034" y="1457909"/>
                  </a:lnTo>
                  <a:lnTo>
                    <a:pt x="2422879" y="1459585"/>
                  </a:lnTo>
                  <a:lnTo>
                    <a:pt x="2423724" y="1518765"/>
                  </a:lnTo>
                  <a:lnTo>
                    <a:pt x="2424569" y="1518765"/>
                  </a:lnTo>
                  <a:lnTo>
                    <a:pt x="2425414" y="1479937"/>
                  </a:lnTo>
                  <a:lnTo>
                    <a:pt x="2426259" y="1518765"/>
                  </a:lnTo>
                  <a:lnTo>
                    <a:pt x="2427104" y="1450663"/>
                  </a:lnTo>
                  <a:lnTo>
                    <a:pt x="2427949" y="1458147"/>
                  </a:lnTo>
                  <a:lnTo>
                    <a:pt x="2428794" y="1449932"/>
                  </a:lnTo>
                  <a:lnTo>
                    <a:pt x="2429639" y="1461497"/>
                  </a:lnTo>
                  <a:lnTo>
                    <a:pt x="2430484" y="1518765"/>
                  </a:lnTo>
                  <a:lnTo>
                    <a:pt x="2431330" y="1518765"/>
                  </a:lnTo>
                  <a:lnTo>
                    <a:pt x="2432175" y="1482378"/>
                  </a:lnTo>
                  <a:lnTo>
                    <a:pt x="2433020" y="1484130"/>
                  </a:lnTo>
                  <a:lnTo>
                    <a:pt x="2433865" y="1518765"/>
                  </a:lnTo>
                  <a:lnTo>
                    <a:pt x="2434710" y="1518765"/>
                  </a:lnTo>
                  <a:lnTo>
                    <a:pt x="2435555" y="1518765"/>
                  </a:lnTo>
                  <a:lnTo>
                    <a:pt x="2436400" y="1518765"/>
                  </a:lnTo>
                  <a:lnTo>
                    <a:pt x="2437245" y="1518765"/>
                  </a:lnTo>
                  <a:lnTo>
                    <a:pt x="2438090" y="1518765"/>
                  </a:lnTo>
                  <a:lnTo>
                    <a:pt x="2438935" y="1518765"/>
                  </a:lnTo>
                  <a:lnTo>
                    <a:pt x="2439780" y="1518765"/>
                  </a:lnTo>
                  <a:lnTo>
                    <a:pt x="2440626" y="1518765"/>
                  </a:lnTo>
                  <a:lnTo>
                    <a:pt x="2441471" y="1518765"/>
                  </a:lnTo>
                  <a:lnTo>
                    <a:pt x="2442316" y="1518765"/>
                  </a:lnTo>
                  <a:lnTo>
                    <a:pt x="2443161" y="1518765"/>
                  </a:lnTo>
                  <a:lnTo>
                    <a:pt x="2444006" y="1518765"/>
                  </a:lnTo>
                  <a:lnTo>
                    <a:pt x="2444851" y="1518765"/>
                  </a:lnTo>
                  <a:lnTo>
                    <a:pt x="2445696" y="1518765"/>
                  </a:lnTo>
                  <a:lnTo>
                    <a:pt x="2446541" y="1518765"/>
                  </a:lnTo>
                  <a:lnTo>
                    <a:pt x="2447386" y="1518765"/>
                  </a:lnTo>
                  <a:lnTo>
                    <a:pt x="2448231" y="1518765"/>
                  </a:lnTo>
                  <a:lnTo>
                    <a:pt x="2449076" y="1518765"/>
                  </a:lnTo>
                  <a:lnTo>
                    <a:pt x="2449922" y="1518765"/>
                  </a:lnTo>
                  <a:lnTo>
                    <a:pt x="2450767" y="1437599"/>
                  </a:lnTo>
                  <a:lnTo>
                    <a:pt x="2451612" y="1440735"/>
                  </a:lnTo>
                  <a:lnTo>
                    <a:pt x="2452457" y="1444702"/>
                  </a:lnTo>
                  <a:lnTo>
                    <a:pt x="2453302" y="1434105"/>
                  </a:lnTo>
                  <a:lnTo>
                    <a:pt x="2454147" y="1437537"/>
                  </a:lnTo>
                  <a:lnTo>
                    <a:pt x="2454992" y="1425868"/>
                  </a:lnTo>
                  <a:lnTo>
                    <a:pt x="2455837" y="1398577"/>
                  </a:lnTo>
                  <a:lnTo>
                    <a:pt x="2456682" y="1376226"/>
                  </a:lnTo>
                  <a:lnTo>
                    <a:pt x="2457527" y="1518765"/>
                  </a:lnTo>
                  <a:lnTo>
                    <a:pt x="2458373" y="1518765"/>
                  </a:lnTo>
                  <a:lnTo>
                    <a:pt x="2459218" y="1518765"/>
                  </a:lnTo>
                  <a:lnTo>
                    <a:pt x="2460063" y="1518765"/>
                  </a:lnTo>
                  <a:lnTo>
                    <a:pt x="2460908" y="1518765"/>
                  </a:lnTo>
                  <a:lnTo>
                    <a:pt x="2461753" y="1518765"/>
                  </a:lnTo>
                  <a:lnTo>
                    <a:pt x="2462598" y="1518765"/>
                  </a:lnTo>
                  <a:lnTo>
                    <a:pt x="2463443" y="1518765"/>
                  </a:lnTo>
                  <a:lnTo>
                    <a:pt x="2464288" y="1518765"/>
                  </a:lnTo>
                  <a:lnTo>
                    <a:pt x="2465133" y="1450119"/>
                  </a:lnTo>
                  <a:lnTo>
                    <a:pt x="2465978" y="1441706"/>
                  </a:lnTo>
                  <a:lnTo>
                    <a:pt x="2466823" y="1459962"/>
                  </a:lnTo>
                  <a:lnTo>
                    <a:pt x="2467669" y="1447579"/>
                  </a:lnTo>
                  <a:lnTo>
                    <a:pt x="2468514" y="1433753"/>
                  </a:lnTo>
                  <a:lnTo>
                    <a:pt x="2469359" y="1451731"/>
                  </a:lnTo>
                  <a:lnTo>
                    <a:pt x="2470204" y="1467003"/>
                  </a:lnTo>
                  <a:lnTo>
                    <a:pt x="2471049" y="1472380"/>
                  </a:lnTo>
                  <a:lnTo>
                    <a:pt x="2471894" y="1518765"/>
                  </a:lnTo>
                  <a:lnTo>
                    <a:pt x="2472739" y="1518765"/>
                  </a:lnTo>
                  <a:lnTo>
                    <a:pt x="2473584" y="1487867"/>
                  </a:lnTo>
                  <a:lnTo>
                    <a:pt x="2474429" y="1484807"/>
                  </a:lnTo>
                  <a:lnTo>
                    <a:pt x="2475274" y="1482621"/>
                  </a:lnTo>
                  <a:lnTo>
                    <a:pt x="2476119" y="1468032"/>
                  </a:lnTo>
                  <a:lnTo>
                    <a:pt x="2476965" y="1458819"/>
                  </a:lnTo>
                  <a:lnTo>
                    <a:pt x="2477810" y="1430824"/>
                  </a:lnTo>
                  <a:lnTo>
                    <a:pt x="2478655" y="1418120"/>
                  </a:lnTo>
                  <a:lnTo>
                    <a:pt x="2479500" y="1406451"/>
                  </a:lnTo>
                  <a:lnTo>
                    <a:pt x="2480345" y="1404261"/>
                  </a:lnTo>
                  <a:lnTo>
                    <a:pt x="2481190" y="1405673"/>
                  </a:lnTo>
                  <a:lnTo>
                    <a:pt x="2482035" y="1416099"/>
                  </a:lnTo>
                  <a:lnTo>
                    <a:pt x="2482880" y="1518765"/>
                  </a:lnTo>
                  <a:lnTo>
                    <a:pt x="2483725" y="1518765"/>
                  </a:lnTo>
                  <a:lnTo>
                    <a:pt x="2484570" y="1518765"/>
                  </a:lnTo>
                  <a:lnTo>
                    <a:pt x="2485415" y="1442904"/>
                  </a:lnTo>
                  <a:lnTo>
                    <a:pt x="2486261" y="1463286"/>
                  </a:lnTo>
                  <a:lnTo>
                    <a:pt x="2487106" y="1458351"/>
                  </a:lnTo>
                  <a:lnTo>
                    <a:pt x="2487951" y="1454684"/>
                  </a:lnTo>
                  <a:lnTo>
                    <a:pt x="2488796" y="1467435"/>
                  </a:lnTo>
                  <a:lnTo>
                    <a:pt x="2489641" y="1479616"/>
                  </a:lnTo>
                  <a:lnTo>
                    <a:pt x="2490486" y="1490100"/>
                  </a:lnTo>
                  <a:lnTo>
                    <a:pt x="2491331" y="1476861"/>
                  </a:lnTo>
                  <a:lnTo>
                    <a:pt x="2492176" y="1475047"/>
                  </a:lnTo>
                  <a:lnTo>
                    <a:pt x="2493021" y="1463086"/>
                  </a:lnTo>
                  <a:lnTo>
                    <a:pt x="2493866" y="1482708"/>
                  </a:lnTo>
                  <a:lnTo>
                    <a:pt x="2494711" y="1480510"/>
                  </a:lnTo>
                  <a:lnTo>
                    <a:pt x="2495557" y="1483823"/>
                  </a:lnTo>
                  <a:lnTo>
                    <a:pt x="2496402" y="1518765"/>
                  </a:lnTo>
                  <a:lnTo>
                    <a:pt x="2497247" y="1518765"/>
                  </a:lnTo>
                  <a:lnTo>
                    <a:pt x="2498092" y="1507506"/>
                  </a:lnTo>
                  <a:lnTo>
                    <a:pt x="2498937" y="1506632"/>
                  </a:lnTo>
                  <a:lnTo>
                    <a:pt x="2499782" y="1499613"/>
                  </a:lnTo>
                  <a:lnTo>
                    <a:pt x="2500627" y="1504042"/>
                  </a:lnTo>
                  <a:lnTo>
                    <a:pt x="2501472" y="1497162"/>
                  </a:lnTo>
                  <a:lnTo>
                    <a:pt x="2502317" y="1518765"/>
                  </a:lnTo>
                  <a:lnTo>
                    <a:pt x="2503162" y="1518765"/>
                  </a:lnTo>
                  <a:lnTo>
                    <a:pt x="2504007" y="1487292"/>
                  </a:lnTo>
                  <a:lnTo>
                    <a:pt x="2504853" y="1487745"/>
                  </a:lnTo>
                  <a:lnTo>
                    <a:pt x="2505698" y="1490884"/>
                  </a:lnTo>
                  <a:lnTo>
                    <a:pt x="2506543" y="1491806"/>
                  </a:lnTo>
                  <a:lnTo>
                    <a:pt x="2507388" y="1483767"/>
                  </a:lnTo>
                  <a:lnTo>
                    <a:pt x="2508233" y="1478661"/>
                  </a:lnTo>
                  <a:lnTo>
                    <a:pt x="2509078" y="1518765"/>
                  </a:lnTo>
                  <a:lnTo>
                    <a:pt x="2509923" y="1518765"/>
                  </a:lnTo>
                  <a:lnTo>
                    <a:pt x="2510768" y="1437549"/>
                  </a:lnTo>
                  <a:lnTo>
                    <a:pt x="2511613" y="1435880"/>
                  </a:lnTo>
                  <a:lnTo>
                    <a:pt x="2512458" y="1518765"/>
                  </a:lnTo>
                  <a:lnTo>
                    <a:pt x="2513303" y="1518765"/>
                  </a:lnTo>
                  <a:lnTo>
                    <a:pt x="2514149" y="1518765"/>
                  </a:lnTo>
                  <a:lnTo>
                    <a:pt x="2514994" y="1518765"/>
                  </a:lnTo>
                  <a:lnTo>
                    <a:pt x="2515839" y="1448015"/>
                  </a:lnTo>
                  <a:lnTo>
                    <a:pt x="2516684" y="1518765"/>
                  </a:lnTo>
                  <a:lnTo>
                    <a:pt x="2517529" y="1518765"/>
                  </a:lnTo>
                  <a:lnTo>
                    <a:pt x="2518374" y="1475392"/>
                  </a:lnTo>
                  <a:lnTo>
                    <a:pt x="2519219" y="1518765"/>
                  </a:lnTo>
                  <a:lnTo>
                    <a:pt x="2520064" y="1518765"/>
                  </a:lnTo>
                  <a:lnTo>
                    <a:pt x="2520909" y="1518765"/>
                  </a:lnTo>
                  <a:lnTo>
                    <a:pt x="2521754" y="1518765"/>
                  </a:lnTo>
                  <a:lnTo>
                    <a:pt x="2522600" y="1518765"/>
                  </a:lnTo>
                  <a:lnTo>
                    <a:pt x="2523445" y="1518765"/>
                  </a:lnTo>
                  <a:lnTo>
                    <a:pt x="2524290" y="1518765"/>
                  </a:lnTo>
                  <a:lnTo>
                    <a:pt x="2525135" y="1518765"/>
                  </a:lnTo>
                  <a:lnTo>
                    <a:pt x="2525980" y="1518765"/>
                  </a:lnTo>
                  <a:lnTo>
                    <a:pt x="2526825" y="1447758"/>
                  </a:lnTo>
                  <a:lnTo>
                    <a:pt x="2527670" y="1455916"/>
                  </a:lnTo>
                  <a:lnTo>
                    <a:pt x="2528515" y="1449206"/>
                  </a:lnTo>
                  <a:lnTo>
                    <a:pt x="2529360" y="1452932"/>
                  </a:lnTo>
                  <a:lnTo>
                    <a:pt x="2530205" y="1462884"/>
                  </a:lnTo>
                  <a:lnTo>
                    <a:pt x="2531050" y="1463763"/>
                  </a:lnTo>
                  <a:lnTo>
                    <a:pt x="2531896" y="1518765"/>
                  </a:lnTo>
                  <a:lnTo>
                    <a:pt x="2532741" y="1518765"/>
                  </a:lnTo>
                  <a:lnTo>
                    <a:pt x="2533586" y="1441174"/>
                  </a:lnTo>
                  <a:lnTo>
                    <a:pt x="2534431" y="1444363"/>
                  </a:lnTo>
                  <a:lnTo>
                    <a:pt x="2535276" y="1518765"/>
                  </a:lnTo>
                  <a:lnTo>
                    <a:pt x="2536121" y="1518765"/>
                  </a:lnTo>
                  <a:lnTo>
                    <a:pt x="2536966" y="1467435"/>
                  </a:lnTo>
                  <a:lnTo>
                    <a:pt x="2537811" y="1518765"/>
                  </a:lnTo>
                  <a:lnTo>
                    <a:pt x="2538656" y="1518765"/>
                  </a:lnTo>
                  <a:lnTo>
                    <a:pt x="2539501" y="1433841"/>
                  </a:lnTo>
                  <a:lnTo>
                    <a:pt x="2540346" y="1453447"/>
                  </a:lnTo>
                  <a:lnTo>
                    <a:pt x="2541192" y="1435029"/>
                  </a:lnTo>
                  <a:lnTo>
                    <a:pt x="2542037" y="1436248"/>
                  </a:lnTo>
                  <a:lnTo>
                    <a:pt x="2542882" y="1429469"/>
                  </a:lnTo>
                  <a:lnTo>
                    <a:pt x="2543727" y="1420377"/>
                  </a:lnTo>
                  <a:lnTo>
                    <a:pt x="2544572" y="1518765"/>
                  </a:lnTo>
                  <a:lnTo>
                    <a:pt x="2545417" y="1518765"/>
                  </a:lnTo>
                  <a:lnTo>
                    <a:pt x="2546262" y="1518765"/>
                  </a:lnTo>
                  <a:lnTo>
                    <a:pt x="2547107" y="1518765"/>
                  </a:lnTo>
                  <a:lnTo>
                    <a:pt x="2547952" y="1417931"/>
                  </a:lnTo>
                  <a:lnTo>
                    <a:pt x="2548797" y="1441767"/>
                  </a:lnTo>
                  <a:lnTo>
                    <a:pt x="2549642" y="1477733"/>
                  </a:lnTo>
                  <a:lnTo>
                    <a:pt x="2550488" y="1479310"/>
                  </a:lnTo>
                  <a:lnTo>
                    <a:pt x="2551333" y="1487789"/>
                  </a:lnTo>
                  <a:lnTo>
                    <a:pt x="2552178" y="1499795"/>
                  </a:lnTo>
                  <a:lnTo>
                    <a:pt x="2553023" y="1502562"/>
                  </a:lnTo>
                  <a:lnTo>
                    <a:pt x="2553868" y="1506708"/>
                  </a:lnTo>
                  <a:lnTo>
                    <a:pt x="2554713" y="1501522"/>
                  </a:lnTo>
                  <a:lnTo>
                    <a:pt x="2555558" y="1495457"/>
                  </a:lnTo>
                  <a:lnTo>
                    <a:pt x="2556403" y="1483077"/>
                  </a:lnTo>
                  <a:lnTo>
                    <a:pt x="2557248" y="1478823"/>
                  </a:lnTo>
                  <a:lnTo>
                    <a:pt x="2558093" y="1470238"/>
                  </a:lnTo>
                  <a:lnTo>
                    <a:pt x="2558938" y="1518765"/>
                  </a:lnTo>
                  <a:lnTo>
                    <a:pt x="2559784" y="1471592"/>
                  </a:lnTo>
                  <a:lnTo>
                    <a:pt x="2560629" y="1518765"/>
                  </a:lnTo>
                  <a:lnTo>
                    <a:pt x="2561474" y="1518765"/>
                  </a:lnTo>
                  <a:lnTo>
                    <a:pt x="2562319" y="1466069"/>
                  </a:lnTo>
                  <a:lnTo>
                    <a:pt x="2563164" y="1456292"/>
                  </a:lnTo>
                  <a:lnTo>
                    <a:pt x="2564009" y="1467925"/>
                  </a:lnTo>
                  <a:lnTo>
                    <a:pt x="2564854" y="1480609"/>
                  </a:lnTo>
                  <a:lnTo>
                    <a:pt x="2565699" y="1486153"/>
                  </a:lnTo>
                  <a:lnTo>
                    <a:pt x="2566544" y="1497194"/>
                  </a:lnTo>
                  <a:lnTo>
                    <a:pt x="2567389" y="1492883"/>
                  </a:lnTo>
                  <a:lnTo>
                    <a:pt x="2568234" y="1494318"/>
                  </a:lnTo>
                  <a:lnTo>
                    <a:pt x="2569080" y="1518765"/>
                  </a:lnTo>
                  <a:lnTo>
                    <a:pt x="2569925" y="1518765"/>
                  </a:lnTo>
                  <a:lnTo>
                    <a:pt x="2570770" y="1505952"/>
                  </a:lnTo>
                  <a:lnTo>
                    <a:pt x="2571615" y="1507887"/>
                  </a:lnTo>
                  <a:lnTo>
                    <a:pt x="2572460" y="1512215"/>
                  </a:lnTo>
                  <a:lnTo>
                    <a:pt x="2573305" y="1509373"/>
                  </a:lnTo>
                  <a:lnTo>
                    <a:pt x="2574150" y="1502878"/>
                  </a:lnTo>
                  <a:lnTo>
                    <a:pt x="2574995" y="1496808"/>
                  </a:lnTo>
                  <a:lnTo>
                    <a:pt x="2575840" y="1498624"/>
                  </a:lnTo>
                  <a:lnTo>
                    <a:pt x="2576685" y="1500828"/>
                  </a:lnTo>
                  <a:lnTo>
                    <a:pt x="2577530" y="1518765"/>
                  </a:lnTo>
                  <a:lnTo>
                    <a:pt x="2578376" y="1513792"/>
                  </a:lnTo>
                  <a:lnTo>
                    <a:pt x="2579221" y="1518765"/>
                  </a:lnTo>
                  <a:lnTo>
                    <a:pt x="2580066" y="1518765"/>
                  </a:lnTo>
                  <a:lnTo>
                    <a:pt x="2580911" y="1504223"/>
                  </a:lnTo>
                  <a:lnTo>
                    <a:pt x="2581756" y="1508649"/>
                  </a:lnTo>
                  <a:lnTo>
                    <a:pt x="2582601" y="1510957"/>
                  </a:lnTo>
                  <a:lnTo>
                    <a:pt x="2583446" y="1516653"/>
                  </a:lnTo>
                  <a:lnTo>
                    <a:pt x="2584291" y="1508398"/>
                  </a:lnTo>
                  <a:lnTo>
                    <a:pt x="2585136" y="1510319"/>
                  </a:lnTo>
                  <a:lnTo>
                    <a:pt x="2585981" y="1504245"/>
                  </a:lnTo>
                  <a:lnTo>
                    <a:pt x="2586827" y="1506353"/>
                  </a:lnTo>
                  <a:lnTo>
                    <a:pt x="2587672" y="1518765"/>
                  </a:lnTo>
                  <a:lnTo>
                    <a:pt x="2588517" y="1510983"/>
                  </a:lnTo>
                  <a:lnTo>
                    <a:pt x="2589362" y="1514525"/>
                  </a:lnTo>
                  <a:lnTo>
                    <a:pt x="2590207" y="1507006"/>
                  </a:lnTo>
                  <a:lnTo>
                    <a:pt x="2591052" y="1500671"/>
                  </a:lnTo>
                  <a:lnTo>
                    <a:pt x="2591897" y="1497846"/>
                  </a:lnTo>
                  <a:lnTo>
                    <a:pt x="2592742" y="1485870"/>
                  </a:lnTo>
                  <a:lnTo>
                    <a:pt x="2593587" y="1474954"/>
                  </a:lnTo>
                  <a:lnTo>
                    <a:pt x="2594432" y="1463266"/>
                  </a:lnTo>
                  <a:lnTo>
                    <a:pt x="2595277" y="1468961"/>
                  </a:lnTo>
                  <a:lnTo>
                    <a:pt x="2596123" y="1471217"/>
                  </a:lnTo>
                  <a:lnTo>
                    <a:pt x="2596968" y="1463418"/>
                  </a:lnTo>
                  <a:lnTo>
                    <a:pt x="2597813" y="1463093"/>
                  </a:lnTo>
                  <a:lnTo>
                    <a:pt x="2598658" y="1489385"/>
                  </a:lnTo>
                  <a:lnTo>
                    <a:pt x="2599503" y="1485523"/>
                  </a:lnTo>
                  <a:lnTo>
                    <a:pt x="2600348" y="1499962"/>
                  </a:lnTo>
                  <a:lnTo>
                    <a:pt x="2601193" y="1475247"/>
                  </a:lnTo>
                  <a:lnTo>
                    <a:pt x="2602038" y="1450766"/>
                  </a:lnTo>
                  <a:lnTo>
                    <a:pt x="2602883" y="1447858"/>
                  </a:lnTo>
                  <a:lnTo>
                    <a:pt x="2603728" y="1518765"/>
                  </a:lnTo>
                  <a:lnTo>
                    <a:pt x="2604573" y="1518765"/>
                  </a:lnTo>
                  <a:lnTo>
                    <a:pt x="2605419" y="1518765"/>
                  </a:lnTo>
                  <a:lnTo>
                    <a:pt x="2606264" y="1464769"/>
                  </a:lnTo>
                  <a:lnTo>
                    <a:pt x="2607109" y="1518765"/>
                  </a:lnTo>
                  <a:lnTo>
                    <a:pt x="2607954" y="1518765"/>
                  </a:lnTo>
                  <a:lnTo>
                    <a:pt x="2608799" y="1518765"/>
                  </a:lnTo>
                  <a:lnTo>
                    <a:pt x="2609644" y="1518765"/>
                  </a:lnTo>
                  <a:lnTo>
                    <a:pt x="2610489" y="1518765"/>
                  </a:lnTo>
                  <a:lnTo>
                    <a:pt x="2611334" y="1518765"/>
                  </a:lnTo>
                  <a:lnTo>
                    <a:pt x="2612179" y="1518765"/>
                  </a:lnTo>
                  <a:lnTo>
                    <a:pt x="2613024" y="1518765"/>
                  </a:lnTo>
                  <a:lnTo>
                    <a:pt x="2613869" y="1518765"/>
                  </a:lnTo>
                  <a:lnTo>
                    <a:pt x="2614715" y="1518765"/>
                  </a:lnTo>
                  <a:lnTo>
                    <a:pt x="2615560" y="1518765"/>
                  </a:lnTo>
                  <a:lnTo>
                    <a:pt x="2616405" y="1518765"/>
                  </a:lnTo>
                  <a:lnTo>
                    <a:pt x="2617250" y="1518765"/>
                  </a:lnTo>
                  <a:lnTo>
                    <a:pt x="2618095" y="1518765"/>
                  </a:lnTo>
                  <a:lnTo>
                    <a:pt x="2618940" y="1518765"/>
                  </a:lnTo>
                  <a:lnTo>
                    <a:pt x="2619785" y="1518765"/>
                  </a:lnTo>
                  <a:lnTo>
                    <a:pt x="2620630" y="1518765"/>
                  </a:lnTo>
                  <a:lnTo>
                    <a:pt x="2621475" y="1518765"/>
                  </a:lnTo>
                  <a:lnTo>
                    <a:pt x="2622320" y="1463430"/>
                  </a:lnTo>
                  <a:lnTo>
                    <a:pt x="2623165" y="1483286"/>
                  </a:lnTo>
                  <a:lnTo>
                    <a:pt x="2624011" y="1474482"/>
                  </a:lnTo>
                  <a:lnTo>
                    <a:pt x="2624856" y="1476088"/>
                  </a:lnTo>
                  <a:lnTo>
                    <a:pt x="2625701" y="1492760"/>
                  </a:lnTo>
                  <a:lnTo>
                    <a:pt x="2626546" y="1483277"/>
                  </a:lnTo>
                  <a:lnTo>
                    <a:pt x="2627391" y="1487496"/>
                  </a:lnTo>
                  <a:lnTo>
                    <a:pt x="2628236" y="1470267"/>
                  </a:lnTo>
                  <a:lnTo>
                    <a:pt x="2629081" y="1518765"/>
                  </a:lnTo>
                  <a:lnTo>
                    <a:pt x="2629926" y="1518765"/>
                  </a:lnTo>
                  <a:lnTo>
                    <a:pt x="2630771" y="1518765"/>
                  </a:lnTo>
                  <a:lnTo>
                    <a:pt x="2631616" y="1518765"/>
                  </a:lnTo>
                  <a:lnTo>
                    <a:pt x="2632461" y="1518765"/>
                  </a:lnTo>
                  <a:lnTo>
                    <a:pt x="2633307" y="1518765"/>
                  </a:lnTo>
                  <a:lnTo>
                    <a:pt x="2634152" y="1518765"/>
                  </a:lnTo>
                  <a:lnTo>
                    <a:pt x="2634997" y="1518765"/>
                  </a:lnTo>
                  <a:lnTo>
                    <a:pt x="2635842" y="1518765"/>
                  </a:lnTo>
                  <a:lnTo>
                    <a:pt x="2636687" y="1518765"/>
                  </a:lnTo>
                  <a:lnTo>
                    <a:pt x="2637532" y="1518765"/>
                  </a:lnTo>
                  <a:lnTo>
                    <a:pt x="2638377" y="1518765"/>
                  </a:lnTo>
                  <a:lnTo>
                    <a:pt x="2639222" y="1518765"/>
                  </a:lnTo>
                  <a:lnTo>
                    <a:pt x="2640067" y="1518765"/>
                  </a:lnTo>
                  <a:lnTo>
                    <a:pt x="2640912" y="1518765"/>
                  </a:lnTo>
                  <a:lnTo>
                    <a:pt x="2641757" y="1518765"/>
                  </a:lnTo>
                  <a:lnTo>
                    <a:pt x="2642603" y="1518765"/>
                  </a:lnTo>
                  <a:lnTo>
                    <a:pt x="2643448" y="1518765"/>
                  </a:lnTo>
                  <a:lnTo>
                    <a:pt x="2644293" y="1518765"/>
                  </a:lnTo>
                  <a:lnTo>
                    <a:pt x="2645138" y="1518765"/>
                  </a:lnTo>
                  <a:lnTo>
                    <a:pt x="2645983" y="1518765"/>
                  </a:lnTo>
                  <a:lnTo>
                    <a:pt x="2646828" y="1518765"/>
                  </a:lnTo>
                  <a:lnTo>
                    <a:pt x="2647673" y="1518765"/>
                  </a:lnTo>
                  <a:lnTo>
                    <a:pt x="2648518" y="1518765"/>
                  </a:lnTo>
                  <a:lnTo>
                    <a:pt x="2649363" y="1518765"/>
                  </a:lnTo>
                  <a:lnTo>
                    <a:pt x="2650208" y="1427556"/>
                  </a:lnTo>
                  <a:lnTo>
                    <a:pt x="2651054" y="1518765"/>
                  </a:lnTo>
                  <a:lnTo>
                    <a:pt x="2651899" y="1518765"/>
                  </a:lnTo>
                  <a:lnTo>
                    <a:pt x="2652744" y="1518765"/>
                  </a:lnTo>
                  <a:lnTo>
                    <a:pt x="2653589" y="1518765"/>
                  </a:lnTo>
                  <a:lnTo>
                    <a:pt x="2654434" y="1518765"/>
                  </a:lnTo>
                  <a:lnTo>
                    <a:pt x="2655279" y="1421909"/>
                  </a:lnTo>
                  <a:lnTo>
                    <a:pt x="2656124" y="1423625"/>
                  </a:lnTo>
                  <a:lnTo>
                    <a:pt x="2656969" y="1429720"/>
                  </a:lnTo>
                  <a:lnTo>
                    <a:pt x="2657814" y="1454608"/>
                  </a:lnTo>
                  <a:lnTo>
                    <a:pt x="2658659" y="1454664"/>
                  </a:lnTo>
                  <a:lnTo>
                    <a:pt x="2659504" y="1454227"/>
                  </a:lnTo>
                  <a:lnTo>
                    <a:pt x="2660350" y="1471902"/>
                  </a:lnTo>
                  <a:lnTo>
                    <a:pt x="2661195" y="1455420"/>
                  </a:lnTo>
                  <a:lnTo>
                    <a:pt x="2662040" y="1449760"/>
                  </a:lnTo>
                  <a:lnTo>
                    <a:pt x="2662885" y="1446382"/>
                  </a:lnTo>
                  <a:lnTo>
                    <a:pt x="2663730" y="1439248"/>
                  </a:lnTo>
                  <a:lnTo>
                    <a:pt x="2664575" y="1442784"/>
                  </a:lnTo>
                  <a:lnTo>
                    <a:pt x="2665420" y="1413155"/>
                  </a:lnTo>
                  <a:lnTo>
                    <a:pt x="2666265" y="1387034"/>
                  </a:lnTo>
                  <a:lnTo>
                    <a:pt x="2667110" y="1366138"/>
                  </a:lnTo>
                  <a:lnTo>
                    <a:pt x="2667955" y="1386894"/>
                  </a:lnTo>
                  <a:lnTo>
                    <a:pt x="2668800" y="1419313"/>
                  </a:lnTo>
                  <a:lnTo>
                    <a:pt x="2669646" y="1425003"/>
                  </a:lnTo>
                  <a:lnTo>
                    <a:pt x="2670491" y="1415286"/>
                  </a:lnTo>
                  <a:lnTo>
                    <a:pt x="2671336" y="1409246"/>
                  </a:lnTo>
                  <a:lnTo>
                    <a:pt x="2672181" y="1384075"/>
                  </a:lnTo>
                  <a:lnTo>
                    <a:pt x="2673026" y="1369677"/>
                  </a:lnTo>
                  <a:lnTo>
                    <a:pt x="2673871" y="1401832"/>
                  </a:lnTo>
                  <a:lnTo>
                    <a:pt x="2674716" y="1425174"/>
                  </a:lnTo>
                  <a:lnTo>
                    <a:pt x="2675561" y="1414961"/>
                  </a:lnTo>
                  <a:lnTo>
                    <a:pt x="2676406" y="1518765"/>
                  </a:lnTo>
                  <a:lnTo>
                    <a:pt x="2677251" y="1518765"/>
                  </a:lnTo>
                  <a:lnTo>
                    <a:pt x="2678096" y="1518765"/>
                  </a:lnTo>
                  <a:lnTo>
                    <a:pt x="2678942" y="1422107"/>
                  </a:lnTo>
                  <a:lnTo>
                    <a:pt x="2679787" y="1518765"/>
                  </a:lnTo>
                  <a:lnTo>
                    <a:pt x="2680632" y="1518765"/>
                  </a:lnTo>
                  <a:lnTo>
                    <a:pt x="2681477" y="1471865"/>
                  </a:lnTo>
                  <a:lnTo>
                    <a:pt x="2682322" y="1483111"/>
                  </a:lnTo>
                  <a:lnTo>
                    <a:pt x="2683167" y="1472494"/>
                  </a:lnTo>
                  <a:lnTo>
                    <a:pt x="2684012" y="1478995"/>
                  </a:lnTo>
                  <a:lnTo>
                    <a:pt x="2684857" y="1466086"/>
                  </a:lnTo>
                  <a:lnTo>
                    <a:pt x="2685702" y="1518765"/>
                  </a:lnTo>
                  <a:lnTo>
                    <a:pt x="2686547" y="1416407"/>
                  </a:lnTo>
                  <a:lnTo>
                    <a:pt x="2687392" y="1421396"/>
                  </a:lnTo>
                  <a:lnTo>
                    <a:pt x="2688238" y="1518765"/>
                  </a:lnTo>
                  <a:lnTo>
                    <a:pt x="2689083" y="1406508"/>
                  </a:lnTo>
                  <a:lnTo>
                    <a:pt x="2689928" y="1518765"/>
                  </a:lnTo>
                  <a:lnTo>
                    <a:pt x="2690773" y="1518765"/>
                  </a:lnTo>
                  <a:lnTo>
                    <a:pt x="2691618" y="1518765"/>
                  </a:lnTo>
                  <a:lnTo>
                    <a:pt x="2692463" y="1448911"/>
                  </a:lnTo>
                  <a:lnTo>
                    <a:pt x="2693308" y="1424956"/>
                  </a:lnTo>
                  <a:lnTo>
                    <a:pt x="2694153" y="1422200"/>
                  </a:lnTo>
                  <a:lnTo>
                    <a:pt x="2694998" y="1414151"/>
                  </a:lnTo>
                  <a:lnTo>
                    <a:pt x="2695843" y="1427468"/>
                  </a:lnTo>
                  <a:lnTo>
                    <a:pt x="2696688" y="1457429"/>
                  </a:lnTo>
                  <a:lnTo>
                    <a:pt x="2697534" y="1518765"/>
                  </a:lnTo>
                  <a:lnTo>
                    <a:pt x="2698379" y="1452678"/>
                  </a:lnTo>
                  <a:lnTo>
                    <a:pt x="2699224" y="1454241"/>
                  </a:lnTo>
                  <a:lnTo>
                    <a:pt x="2700069" y="1456313"/>
                  </a:lnTo>
                  <a:lnTo>
                    <a:pt x="2700914" y="1468728"/>
                  </a:lnTo>
                  <a:lnTo>
                    <a:pt x="2701759" y="1455047"/>
                  </a:lnTo>
                  <a:lnTo>
                    <a:pt x="2702604" y="1442956"/>
                  </a:lnTo>
                  <a:lnTo>
                    <a:pt x="2703449" y="1468005"/>
                  </a:lnTo>
                  <a:lnTo>
                    <a:pt x="2704294" y="1471088"/>
                  </a:lnTo>
                  <a:lnTo>
                    <a:pt x="2705139" y="1476287"/>
                  </a:lnTo>
                  <a:lnTo>
                    <a:pt x="2705984" y="1518765"/>
                  </a:lnTo>
                  <a:lnTo>
                    <a:pt x="2706830" y="1458086"/>
                  </a:lnTo>
                  <a:lnTo>
                    <a:pt x="2707675" y="1464796"/>
                  </a:lnTo>
                  <a:lnTo>
                    <a:pt x="2708520" y="1456241"/>
                  </a:lnTo>
                  <a:lnTo>
                    <a:pt x="2709365" y="1453544"/>
                  </a:lnTo>
                  <a:lnTo>
                    <a:pt x="2710210" y="1430563"/>
                  </a:lnTo>
                  <a:lnTo>
                    <a:pt x="2711055" y="1433214"/>
                  </a:lnTo>
                  <a:lnTo>
                    <a:pt x="2711900" y="1518765"/>
                  </a:lnTo>
                  <a:lnTo>
                    <a:pt x="2712745" y="1518765"/>
                  </a:lnTo>
                  <a:lnTo>
                    <a:pt x="2713590" y="1456511"/>
                  </a:lnTo>
                  <a:lnTo>
                    <a:pt x="2714435" y="1462823"/>
                  </a:lnTo>
                  <a:lnTo>
                    <a:pt x="2715281" y="1478669"/>
                  </a:lnTo>
                  <a:lnTo>
                    <a:pt x="2716126" y="1477543"/>
                  </a:lnTo>
                  <a:lnTo>
                    <a:pt x="2716971" y="1469582"/>
                  </a:lnTo>
                  <a:lnTo>
                    <a:pt x="2717816" y="1458328"/>
                  </a:lnTo>
                  <a:lnTo>
                    <a:pt x="2718661" y="1464467"/>
                  </a:lnTo>
                  <a:lnTo>
                    <a:pt x="2719506" y="1461642"/>
                  </a:lnTo>
                  <a:lnTo>
                    <a:pt x="2720351" y="1472416"/>
                  </a:lnTo>
                  <a:lnTo>
                    <a:pt x="2721196" y="1518765"/>
                  </a:lnTo>
                  <a:lnTo>
                    <a:pt x="2722041" y="1518765"/>
                  </a:lnTo>
                  <a:lnTo>
                    <a:pt x="2722886" y="1477145"/>
                  </a:lnTo>
                  <a:lnTo>
                    <a:pt x="2723731" y="1468140"/>
                  </a:lnTo>
                  <a:lnTo>
                    <a:pt x="2724577" y="1465619"/>
                  </a:lnTo>
                  <a:lnTo>
                    <a:pt x="2725422" y="1457574"/>
                  </a:lnTo>
                  <a:lnTo>
                    <a:pt x="2726267" y="1443941"/>
                  </a:lnTo>
                  <a:lnTo>
                    <a:pt x="2727112" y="1435385"/>
                  </a:lnTo>
                  <a:lnTo>
                    <a:pt x="2727957" y="1447081"/>
                  </a:lnTo>
                  <a:lnTo>
                    <a:pt x="2728802" y="1459328"/>
                  </a:lnTo>
                  <a:lnTo>
                    <a:pt x="2729647" y="1470534"/>
                  </a:lnTo>
                  <a:lnTo>
                    <a:pt x="2730492" y="1476462"/>
                  </a:lnTo>
                  <a:lnTo>
                    <a:pt x="2731337" y="1487524"/>
                  </a:lnTo>
                  <a:lnTo>
                    <a:pt x="2732182" y="1518765"/>
                  </a:lnTo>
                  <a:lnTo>
                    <a:pt x="2733027" y="1518765"/>
                  </a:lnTo>
                  <a:lnTo>
                    <a:pt x="2733873" y="1486240"/>
                  </a:lnTo>
                  <a:lnTo>
                    <a:pt x="2734718" y="1478059"/>
                  </a:lnTo>
                  <a:lnTo>
                    <a:pt x="2735563" y="1475105"/>
                  </a:lnTo>
                  <a:lnTo>
                    <a:pt x="2736408" y="1449191"/>
                  </a:lnTo>
                  <a:lnTo>
                    <a:pt x="2737253" y="1448924"/>
                  </a:lnTo>
                  <a:lnTo>
                    <a:pt x="2738098" y="1458288"/>
                  </a:lnTo>
                  <a:lnTo>
                    <a:pt x="2738943" y="1462089"/>
                  </a:lnTo>
                  <a:lnTo>
                    <a:pt x="2739788" y="1462226"/>
                  </a:lnTo>
                  <a:lnTo>
                    <a:pt x="2740633" y="1431533"/>
                  </a:lnTo>
                  <a:lnTo>
                    <a:pt x="2741478" y="1425960"/>
                  </a:lnTo>
                  <a:lnTo>
                    <a:pt x="2742323" y="1428305"/>
                  </a:lnTo>
                  <a:lnTo>
                    <a:pt x="2743169" y="1438823"/>
                  </a:lnTo>
                  <a:lnTo>
                    <a:pt x="2744014" y="1518765"/>
                  </a:lnTo>
                  <a:lnTo>
                    <a:pt x="2744859" y="1518765"/>
                  </a:lnTo>
                  <a:lnTo>
                    <a:pt x="2745704" y="1461540"/>
                  </a:lnTo>
                  <a:lnTo>
                    <a:pt x="2746549" y="1464501"/>
                  </a:lnTo>
                  <a:lnTo>
                    <a:pt x="2747394" y="1518765"/>
                  </a:lnTo>
                  <a:lnTo>
                    <a:pt x="2748239" y="1465071"/>
                  </a:lnTo>
                  <a:lnTo>
                    <a:pt x="2749084" y="1468880"/>
                  </a:lnTo>
                  <a:lnTo>
                    <a:pt x="2749929" y="1472128"/>
                  </a:lnTo>
                  <a:lnTo>
                    <a:pt x="2750774" y="1466059"/>
                  </a:lnTo>
                  <a:lnTo>
                    <a:pt x="2751619" y="1462611"/>
                  </a:lnTo>
                  <a:lnTo>
                    <a:pt x="2752465" y="1462675"/>
                  </a:lnTo>
                  <a:lnTo>
                    <a:pt x="2753310" y="1457227"/>
                  </a:lnTo>
                  <a:lnTo>
                    <a:pt x="2754155" y="1454428"/>
                  </a:lnTo>
                  <a:lnTo>
                    <a:pt x="2755000" y="1518765"/>
                  </a:lnTo>
                  <a:lnTo>
                    <a:pt x="2755845" y="1518765"/>
                  </a:lnTo>
                  <a:lnTo>
                    <a:pt x="2756690" y="1457913"/>
                  </a:lnTo>
                  <a:lnTo>
                    <a:pt x="2757535" y="1466741"/>
                  </a:lnTo>
                  <a:lnTo>
                    <a:pt x="2758380" y="1480966"/>
                  </a:lnTo>
                  <a:lnTo>
                    <a:pt x="2759225" y="1491853"/>
                  </a:lnTo>
                  <a:lnTo>
                    <a:pt x="2760070" y="1502775"/>
                  </a:lnTo>
                  <a:lnTo>
                    <a:pt x="2760915" y="1501465"/>
                  </a:lnTo>
                  <a:lnTo>
                    <a:pt x="2761761" y="1491961"/>
                  </a:lnTo>
                  <a:lnTo>
                    <a:pt x="2762606" y="1518765"/>
                  </a:lnTo>
                  <a:lnTo>
                    <a:pt x="2763451" y="1484205"/>
                  </a:lnTo>
                  <a:lnTo>
                    <a:pt x="2764296" y="1485595"/>
                  </a:lnTo>
                  <a:lnTo>
                    <a:pt x="2765141" y="1475105"/>
                  </a:lnTo>
                  <a:lnTo>
                    <a:pt x="2765986" y="1473983"/>
                  </a:lnTo>
                  <a:lnTo>
                    <a:pt x="2766831" y="1482786"/>
                  </a:lnTo>
                  <a:lnTo>
                    <a:pt x="2767676" y="1518765"/>
                  </a:lnTo>
                  <a:lnTo>
                    <a:pt x="2768521" y="1518765"/>
                  </a:lnTo>
                  <a:lnTo>
                    <a:pt x="2769366" y="1518765"/>
                  </a:lnTo>
                  <a:lnTo>
                    <a:pt x="2770211" y="1518765"/>
                  </a:lnTo>
                  <a:lnTo>
                    <a:pt x="2771057" y="1518765"/>
                  </a:lnTo>
                  <a:lnTo>
                    <a:pt x="2771902" y="1518765"/>
                  </a:lnTo>
                  <a:lnTo>
                    <a:pt x="2772747" y="1518765"/>
                  </a:lnTo>
                  <a:lnTo>
                    <a:pt x="2773592" y="1518765"/>
                  </a:lnTo>
                  <a:lnTo>
                    <a:pt x="2774437" y="1518765"/>
                  </a:lnTo>
                  <a:lnTo>
                    <a:pt x="2775282" y="1438714"/>
                  </a:lnTo>
                  <a:lnTo>
                    <a:pt x="2776127" y="1441910"/>
                  </a:lnTo>
                  <a:lnTo>
                    <a:pt x="2776972" y="1440492"/>
                  </a:lnTo>
                  <a:lnTo>
                    <a:pt x="2777817" y="1518765"/>
                  </a:lnTo>
                  <a:lnTo>
                    <a:pt x="2778662" y="1518765"/>
                  </a:lnTo>
                  <a:lnTo>
                    <a:pt x="2779508" y="1518765"/>
                  </a:lnTo>
                  <a:lnTo>
                    <a:pt x="2780353" y="1447977"/>
                  </a:lnTo>
                  <a:lnTo>
                    <a:pt x="2781198" y="1435885"/>
                  </a:lnTo>
                  <a:lnTo>
                    <a:pt x="2782043" y="1431425"/>
                  </a:lnTo>
                  <a:lnTo>
                    <a:pt x="2782888" y="1446254"/>
                  </a:lnTo>
                  <a:lnTo>
                    <a:pt x="2783733" y="1450359"/>
                  </a:lnTo>
                  <a:lnTo>
                    <a:pt x="2784578" y="1450406"/>
                  </a:lnTo>
                  <a:lnTo>
                    <a:pt x="2785423" y="1448345"/>
                  </a:lnTo>
                  <a:lnTo>
                    <a:pt x="2786268" y="1460894"/>
                  </a:lnTo>
                  <a:lnTo>
                    <a:pt x="2787113" y="1502061"/>
                  </a:lnTo>
                  <a:lnTo>
                    <a:pt x="2787958" y="1509982"/>
                  </a:lnTo>
                  <a:lnTo>
                    <a:pt x="2788804" y="1498119"/>
                  </a:lnTo>
                  <a:lnTo>
                    <a:pt x="2789649" y="1487273"/>
                  </a:lnTo>
                  <a:lnTo>
                    <a:pt x="2790494" y="1518765"/>
                  </a:lnTo>
                  <a:lnTo>
                    <a:pt x="2791339" y="1443992"/>
                  </a:lnTo>
                  <a:lnTo>
                    <a:pt x="2792184" y="1466912"/>
                  </a:lnTo>
                  <a:lnTo>
                    <a:pt x="2793029" y="1473128"/>
                  </a:lnTo>
                  <a:lnTo>
                    <a:pt x="2793874" y="1518765"/>
                  </a:lnTo>
                  <a:lnTo>
                    <a:pt x="2794719" y="1480793"/>
                  </a:lnTo>
                  <a:lnTo>
                    <a:pt x="2795564" y="1484779"/>
                  </a:lnTo>
                  <a:lnTo>
                    <a:pt x="2796409" y="1490305"/>
                  </a:lnTo>
                  <a:lnTo>
                    <a:pt x="2797254" y="1472552"/>
                  </a:lnTo>
                  <a:lnTo>
                    <a:pt x="2798100" y="1466491"/>
                  </a:lnTo>
                  <a:lnTo>
                    <a:pt x="2798945" y="1464394"/>
                  </a:lnTo>
                  <a:lnTo>
                    <a:pt x="2799790" y="1480297"/>
                  </a:lnTo>
                  <a:lnTo>
                    <a:pt x="2800635" y="1487522"/>
                  </a:lnTo>
                  <a:lnTo>
                    <a:pt x="2801480" y="1474854"/>
                  </a:lnTo>
                  <a:lnTo>
                    <a:pt x="2802325" y="1479867"/>
                  </a:lnTo>
                  <a:lnTo>
                    <a:pt x="2803170" y="1478672"/>
                  </a:lnTo>
                  <a:lnTo>
                    <a:pt x="2804015" y="1455848"/>
                  </a:lnTo>
                  <a:lnTo>
                    <a:pt x="2804860" y="1456960"/>
                  </a:lnTo>
                  <a:lnTo>
                    <a:pt x="2805705" y="1468181"/>
                  </a:lnTo>
                  <a:lnTo>
                    <a:pt x="2806550" y="1470078"/>
                  </a:lnTo>
                  <a:lnTo>
                    <a:pt x="2807396" y="1485354"/>
                  </a:lnTo>
                  <a:lnTo>
                    <a:pt x="2808241" y="1476240"/>
                  </a:lnTo>
                  <a:lnTo>
                    <a:pt x="2809086" y="1474486"/>
                  </a:lnTo>
                  <a:lnTo>
                    <a:pt x="2809931" y="1456241"/>
                  </a:lnTo>
                  <a:lnTo>
                    <a:pt x="2810776" y="1460092"/>
                  </a:lnTo>
                  <a:lnTo>
                    <a:pt x="2811621" y="1518765"/>
                  </a:lnTo>
                  <a:lnTo>
                    <a:pt x="2812466" y="1442735"/>
                  </a:lnTo>
                  <a:lnTo>
                    <a:pt x="2813311" y="1431211"/>
                  </a:lnTo>
                  <a:lnTo>
                    <a:pt x="2814156" y="1419149"/>
                  </a:lnTo>
                  <a:lnTo>
                    <a:pt x="2815001" y="1518765"/>
                  </a:lnTo>
                  <a:lnTo>
                    <a:pt x="2815846" y="1518765"/>
                  </a:lnTo>
                  <a:lnTo>
                    <a:pt x="2816692" y="1518765"/>
                  </a:lnTo>
                  <a:lnTo>
                    <a:pt x="2817537" y="1518765"/>
                  </a:lnTo>
                  <a:lnTo>
                    <a:pt x="2818382" y="1518765"/>
                  </a:lnTo>
                  <a:lnTo>
                    <a:pt x="2819227" y="1518765"/>
                  </a:lnTo>
                  <a:lnTo>
                    <a:pt x="2820072" y="1503317"/>
                  </a:lnTo>
                  <a:lnTo>
                    <a:pt x="2820917" y="1500881"/>
                  </a:lnTo>
                  <a:lnTo>
                    <a:pt x="2821762" y="1486167"/>
                  </a:lnTo>
                  <a:lnTo>
                    <a:pt x="2822607" y="1464207"/>
                  </a:lnTo>
                  <a:lnTo>
                    <a:pt x="2823452" y="1400279"/>
                  </a:lnTo>
                  <a:lnTo>
                    <a:pt x="2824297" y="1381907"/>
                  </a:lnTo>
                  <a:lnTo>
                    <a:pt x="2825142" y="1404493"/>
                  </a:lnTo>
                  <a:lnTo>
                    <a:pt x="2825988" y="1436005"/>
                  </a:lnTo>
                  <a:lnTo>
                    <a:pt x="2826833" y="1518765"/>
                  </a:lnTo>
                  <a:lnTo>
                    <a:pt x="2827678" y="1518765"/>
                  </a:lnTo>
                  <a:lnTo>
                    <a:pt x="2828523" y="1518765"/>
                  </a:lnTo>
                  <a:lnTo>
                    <a:pt x="2829368" y="1518765"/>
                  </a:lnTo>
                  <a:lnTo>
                    <a:pt x="2830213" y="1518765"/>
                  </a:lnTo>
                  <a:lnTo>
                    <a:pt x="2831058" y="1518765"/>
                  </a:lnTo>
                  <a:lnTo>
                    <a:pt x="2831903" y="1475369"/>
                  </a:lnTo>
                  <a:lnTo>
                    <a:pt x="2832748" y="1518765"/>
                  </a:lnTo>
                  <a:lnTo>
                    <a:pt x="2833593" y="1518765"/>
                  </a:lnTo>
                  <a:lnTo>
                    <a:pt x="2834438" y="1487695"/>
                  </a:lnTo>
                  <a:lnTo>
                    <a:pt x="2835284" y="1483492"/>
                  </a:lnTo>
                  <a:lnTo>
                    <a:pt x="2836129" y="1518765"/>
                  </a:lnTo>
                  <a:lnTo>
                    <a:pt x="2836974" y="1518765"/>
                  </a:lnTo>
                  <a:lnTo>
                    <a:pt x="2837819" y="1518765"/>
                  </a:lnTo>
                  <a:lnTo>
                    <a:pt x="2838664" y="1518765"/>
                  </a:lnTo>
                  <a:lnTo>
                    <a:pt x="2839509" y="1497271"/>
                  </a:lnTo>
                  <a:lnTo>
                    <a:pt x="2840354" y="1518765"/>
                  </a:lnTo>
                  <a:lnTo>
                    <a:pt x="2841199" y="1518765"/>
                  </a:lnTo>
                  <a:lnTo>
                    <a:pt x="2842044" y="1503056"/>
                  </a:lnTo>
                  <a:lnTo>
                    <a:pt x="2842889" y="1518765"/>
                  </a:lnTo>
                  <a:lnTo>
                    <a:pt x="2843735" y="1518765"/>
                  </a:lnTo>
                  <a:lnTo>
                    <a:pt x="2844580" y="1504382"/>
                  </a:lnTo>
                  <a:lnTo>
                    <a:pt x="2845425" y="1497765"/>
                  </a:lnTo>
                  <a:lnTo>
                    <a:pt x="2846270" y="1518765"/>
                  </a:lnTo>
                  <a:lnTo>
                    <a:pt x="2847115" y="1484973"/>
                  </a:lnTo>
                  <a:lnTo>
                    <a:pt x="2847960" y="1469630"/>
                  </a:lnTo>
                  <a:lnTo>
                    <a:pt x="2848805" y="1487510"/>
                  </a:lnTo>
                  <a:lnTo>
                    <a:pt x="2849650" y="1454230"/>
                  </a:lnTo>
                  <a:lnTo>
                    <a:pt x="2850495" y="1459937"/>
                  </a:lnTo>
                  <a:lnTo>
                    <a:pt x="2851340" y="1446701"/>
                  </a:lnTo>
                  <a:lnTo>
                    <a:pt x="2852185" y="1453297"/>
                  </a:lnTo>
                  <a:lnTo>
                    <a:pt x="2853031" y="1467418"/>
                  </a:lnTo>
                  <a:lnTo>
                    <a:pt x="2853876" y="1440178"/>
                  </a:lnTo>
                  <a:lnTo>
                    <a:pt x="2854721" y="1419790"/>
                  </a:lnTo>
                  <a:lnTo>
                    <a:pt x="2855566" y="1406692"/>
                  </a:lnTo>
                  <a:lnTo>
                    <a:pt x="2856411" y="1398296"/>
                  </a:lnTo>
                  <a:lnTo>
                    <a:pt x="2857256" y="1518765"/>
                  </a:lnTo>
                  <a:lnTo>
                    <a:pt x="2858101" y="1382486"/>
                  </a:lnTo>
                  <a:lnTo>
                    <a:pt x="2858946" y="1388283"/>
                  </a:lnTo>
                  <a:lnTo>
                    <a:pt x="2859791" y="1394592"/>
                  </a:lnTo>
                  <a:lnTo>
                    <a:pt x="2860636" y="1395970"/>
                  </a:lnTo>
                  <a:lnTo>
                    <a:pt x="2861481" y="1397883"/>
                  </a:lnTo>
                  <a:lnTo>
                    <a:pt x="2862327" y="1402807"/>
                  </a:lnTo>
                  <a:lnTo>
                    <a:pt x="2863172" y="1421406"/>
                  </a:lnTo>
                  <a:lnTo>
                    <a:pt x="2864017" y="1454369"/>
                  </a:lnTo>
                  <a:lnTo>
                    <a:pt x="2864862" y="1465004"/>
                  </a:lnTo>
                  <a:lnTo>
                    <a:pt x="2865707" y="1463354"/>
                  </a:lnTo>
                  <a:lnTo>
                    <a:pt x="2866552" y="1467700"/>
                  </a:lnTo>
                  <a:lnTo>
                    <a:pt x="2867397" y="1449242"/>
                  </a:lnTo>
                  <a:lnTo>
                    <a:pt x="2868242" y="1441245"/>
                  </a:lnTo>
                  <a:lnTo>
                    <a:pt x="2869087" y="1432733"/>
                  </a:lnTo>
                  <a:lnTo>
                    <a:pt x="2869932" y="1446563"/>
                  </a:lnTo>
                  <a:lnTo>
                    <a:pt x="2870777" y="1458527"/>
                  </a:lnTo>
                  <a:lnTo>
                    <a:pt x="2871623" y="1449491"/>
                  </a:lnTo>
                  <a:lnTo>
                    <a:pt x="2872468" y="1446711"/>
                  </a:lnTo>
                  <a:lnTo>
                    <a:pt x="2873313" y="1469578"/>
                  </a:lnTo>
                  <a:lnTo>
                    <a:pt x="2874158" y="1463147"/>
                  </a:lnTo>
                  <a:lnTo>
                    <a:pt x="2875003" y="1471713"/>
                  </a:lnTo>
                  <a:lnTo>
                    <a:pt x="2875848" y="1463747"/>
                  </a:lnTo>
                  <a:lnTo>
                    <a:pt x="2876693" y="1473227"/>
                  </a:lnTo>
                  <a:lnTo>
                    <a:pt x="2877538" y="1479896"/>
                  </a:lnTo>
                  <a:lnTo>
                    <a:pt x="2878383" y="1466716"/>
                  </a:lnTo>
                  <a:lnTo>
                    <a:pt x="2879228" y="1472915"/>
                  </a:lnTo>
                  <a:lnTo>
                    <a:pt x="2880073" y="1467621"/>
                  </a:lnTo>
                  <a:lnTo>
                    <a:pt x="2880919" y="1461247"/>
                  </a:lnTo>
                  <a:lnTo>
                    <a:pt x="2881764" y="1466548"/>
                  </a:lnTo>
                  <a:lnTo>
                    <a:pt x="2882609" y="1477292"/>
                  </a:lnTo>
                  <a:lnTo>
                    <a:pt x="2883454" y="1484467"/>
                  </a:lnTo>
                  <a:lnTo>
                    <a:pt x="2884299" y="1491166"/>
                  </a:lnTo>
                  <a:lnTo>
                    <a:pt x="2885144" y="1470808"/>
                  </a:lnTo>
                  <a:lnTo>
                    <a:pt x="2885989" y="1466847"/>
                  </a:lnTo>
                  <a:lnTo>
                    <a:pt x="2886834" y="1464521"/>
                  </a:lnTo>
                  <a:lnTo>
                    <a:pt x="2887679" y="1472864"/>
                  </a:lnTo>
                  <a:lnTo>
                    <a:pt x="2888524" y="1475236"/>
                  </a:lnTo>
                  <a:lnTo>
                    <a:pt x="2889369" y="1483447"/>
                  </a:lnTo>
                  <a:lnTo>
                    <a:pt x="2890215" y="1489183"/>
                  </a:lnTo>
                  <a:lnTo>
                    <a:pt x="2891060" y="1489576"/>
                  </a:lnTo>
                  <a:lnTo>
                    <a:pt x="2891905" y="1480365"/>
                  </a:lnTo>
                  <a:lnTo>
                    <a:pt x="2892750" y="1468744"/>
                  </a:lnTo>
                  <a:lnTo>
                    <a:pt x="2893595" y="1447172"/>
                  </a:lnTo>
                  <a:lnTo>
                    <a:pt x="2894440" y="1421080"/>
                  </a:lnTo>
                  <a:lnTo>
                    <a:pt x="2895285" y="1432558"/>
                  </a:lnTo>
                  <a:lnTo>
                    <a:pt x="2896130" y="1405039"/>
                  </a:lnTo>
                  <a:lnTo>
                    <a:pt x="2896975" y="1375864"/>
                  </a:lnTo>
                  <a:lnTo>
                    <a:pt x="2897820" y="1396115"/>
                  </a:lnTo>
                  <a:lnTo>
                    <a:pt x="2898666" y="1421465"/>
                  </a:lnTo>
                  <a:lnTo>
                    <a:pt x="2899511" y="1431276"/>
                  </a:lnTo>
                  <a:lnTo>
                    <a:pt x="2900356" y="1518765"/>
                  </a:lnTo>
                  <a:lnTo>
                    <a:pt x="2901201" y="1416311"/>
                  </a:lnTo>
                  <a:lnTo>
                    <a:pt x="2902046" y="1413798"/>
                  </a:lnTo>
                  <a:lnTo>
                    <a:pt x="2902891" y="1427952"/>
                  </a:lnTo>
                  <a:lnTo>
                    <a:pt x="2903736" y="1441575"/>
                  </a:lnTo>
                  <a:lnTo>
                    <a:pt x="2904581" y="1449802"/>
                  </a:lnTo>
                  <a:lnTo>
                    <a:pt x="2905426" y="1434628"/>
                  </a:lnTo>
                  <a:lnTo>
                    <a:pt x="2906271" y="1434663"/>
                  </a:lnTo>
                  <a:lnTo>
                    <a:pt x="2907116" y="1415922"/>
                  </a:lnTo>
                  <a:lnTo>
                    <a:pt x="2907962" y="1378903"/>
                  </a:lnTo>
                  <a:lnTo>
                    <a:pt x="2908807" y="1367684"/>
                  </a:lnTo>
                  <a:lnTo>
                    <a:pt x="2909652" y="1356969"/>
                  </a:lnTo>
                  <a:lnTo>
                    <a:pt x="2910497" y="1371801"/>
                  </a:lnTo>
                  <a:lnTo>
                    <a:pt x="2911342" y="1391434"/>
                  </a:lnTo>
                  <a:lnTo>
                    <a:pt x="2912187" y="1380265"/>
                  </a:lnTo>
                  <a:lnTo>
                    <a:pt x="2913032" y="1363778"/>
                  </a:lnTo>
                  <a:lnTo>
                    <a:pt x="2913877" y="1373759"/>
                  </a:lnTo>
                  <a:lnTo>
                    <a:pt x="2914722" y="1373828"/>
                  </a:lnTo>
                  <a:lnTo>
                    <a:pt x="2915567" y="1518765"/>
                  </a:lnTo>
                  <a:lnTo>
                    <a:pt x="2916412" y="1518765"/>
                  </a:lnTo>
                  <a:lnTo>
                    <a:pt x="2917258" y="1433415"/>
                  </a:lnTo>
                  <a:lnTo>
                    <a:pt x="2918103" y="1431207"/>
                  </a:lnTo>
                  <a:lnTo>
                    <a:pt x="2918948" y="1440618"/>
                  </a:lnTo>
                  <a:lnTo>
                    <a:pt x="2919793" y="1426760"/>
                  </a:lnTo>
                  <a:lnTo>
                    <a:pt x="2920638" y="1416095"/>
                  </a:lnTo>
                  <a:lnTo>
                    <a:pt x="2921483" y="1424572"/>
                  </a:lnTo>
                  <a:lnTo>
                    <a:pt x="2922328" y="1433686"/>
                  </a:lnTo>
                  <a:lnTo>
                    <a:pt x="2923173" y="1441207"/>
                  </a:lnTo>
                  <a:lnTo>
                    <a:pt x="2924018" y="1442888"/>
                  </a:lnTo>
                  <a:lnTo>
                    <a:pt x="2924863" y="1438142"/>
                  </a:lnTo>
                  <a:lnTo>
                    <a:pt x="2925708" y="1434909"/>
                  </a:lnTo>
                  <a:lnTo>
                    <a:pt x="2926554" y="1433232"/>
                  </a:lnTo>
                  <a:lnTo>
                    <a:pt x="2927399" y="1462669"/>
                  </a:lnTo>
                  <a:lnTo>
                    <a:pt x="2928244" y="1518765"/>
                  </a:lnTo>
                  <a:lnTo>
                    <a:pt x="2929089" y="1518765"/>
                  </a:lnTo>
                  <a:lnTo>
                    <a:pt x="2929934" y="1471298"/>
                  </a:lnTo>
                  <a:lnTo>
                    <a:pt x="2930779" y="1470037"/>
                  </a:lnTo>
                  <a:lnTo>
                    <a:pt x="2931624" y="1518765"/>
                  </a:lnTo>
                  <a:lnTo>
                    <a:pt x="2932469" y="1518765"/>
                  </a:lnTo>
                  <a:lnTo>
                    <a:pt x="2933314" y="1458868"/>
                  </a:lnTo>
                  <a:lnTo>
                    <a:pt x="2934159" y="1482233"/>
                  </a:lnTo>
                  <a:lnTo>
                    <a:pt x="2935004" y="1466340"/>
                  </a:lnTo>
                  <a:lnTo>
                    <a:pt x="2935850" y="1469594"/>
                  </a:lnTo>
                  <a:lnTo>
                    <a:pt x="2936695" y="1472394"/>
                  </a:lnTo>
                  <a:lnTo>
                    <a:pt x="2937540" y="1518765"/>
                  </a:lnTo>
                  <a:lnTo>
                    <a:pt x="2938385" y="1518765"/>
                  </a:lnTo>
                  <a:lnTo>
                    <a:pt x="2939230" y="1477712"/>
                  </a:lnTo>
                  <a:lnTo>
                    <a:pt x="2940075" y="1470874"/>
                  </a:lnTo>
                  <a:lnTo>
                    <a:pt x="2940920" y="1518765"/>
                  </a:lnTo>
                  <a:lnTo>
                    <a:pt x="2941765" y="1518765"/>
                  </a:lnTo>
                  <a:lnTo>
                    <a:pt x="2942610" y="1506275"/>
                  </a:lnTo>
                  <a:lnTo>
                    <a:pt x="2943455" y="1505624"/>
                  </a:lnTo>
                  <a:lnTo>
                    <a:pt x="2944300" y="1504226"/>
                  </a:lnTo>
                  <a:lnTo>
                    <a:pt x="2945146" y="1503259"/>
                  </a:lnTo>
                  <a:lnTo>
                    <a:pt x="2945991" y="1500555"/>
                  </a:lnTo>
                  <a:lnTo>
                    <a:pt x="2946836" y="1501703"/>
                  </a:lnTo>
                  <a:lnTo>
                    <a:pt x="2947681" y="1502571"/>
                  </a:lnTo>
                  <a:lnTo>
                    <a:pt x="2948526" y="1518765"/>
                  </a:lnTo>
                  <a:lnTo>
                    <a:pt x="2949371" y="1485588"/>
                  </a:lnTo>
                  <a:lnTo>
                    <a:pt x="2950216" y="1518765"/>
                  </a:lnTo>
                  <a:lnTo>
                    <a:pt x="2951061" y="1518765"/>
                  </a:lnTo>
                  <a:lnTo>
                    <a:pt x="2951906" y="1518765"/>
                  </a:lnTo>
                  <a:lnTo>
                    <a:pt x="2952751" y="1493555"/>
                  </a:lnTo>
                  <a:lnTo>
                    <a:pt x="2953596" y="1495426"/>
                  </a:lnTo>
                  <a:lnTo>
                    <a:pt x="2954442" y="1518765"/>
                  </a:lnTo>
                  <a:lnTo>
                    <a:pt x="2955287" y="1518765"/>
                  </a:lnTo>
                  <a:lnTo>
                    <a:pt x="2956132" y="1493464"/>
                  </a:lnTo>
                  <a:lnTo>
                    <a:pt x="2956977" y="1492416"/>
                  </a:lnTo>
                  <a:lnTo>
                    <a:pt x="2957822" y="1492255"/>
                  </a:lnTo>
                  <a:lnTo>
                    <a:pt x="2958667" y="1518765"/>
                  </a:lnTo>
                  <a:lnTo>
                    <a:pt x="2959512" y="1508243"/>
                  </a:lnTo>
                  <a:lnTo>
                    <a:pt x="2960357" y="1512727"/>
                  </a:lnTo>
                  <a:lnTo>
                    <a:pt x="2961202" y="1518765"/>
                  </a:lnTo>
                  <a:lnTo>
                    <a:pt x="2962047" y="1518765"/>
                  </a:lnTo>
                  <a:lnTo>
                    <a:pt x="2962893" y="1518765"/>
                  </a:lnTo>
                  <a:lnTo>
                    <a:pt x="2963738" y="1507779"/>
                  </a:lnTo>
                  <a:lnTo>
                    <a:pt x="2964583" y="1496346"/>
                  </a:lnTo>
                  <a:lnTo>
                    <a:pt x="2965428" y="1518765"/>
                  </a:lnTo>
                  <a:lnTo>
                    <a:pt x="2966273" y="1494664"/>
                  </a:lnTo>
                  <a:lnTo>
                    <a:pt x="2967118" y="1518765"/>
                  </a:lnTo>
                  <a:lnTo>
                    <a:pt x="2967963" y="1501388"/>
                  </a:lnTo>
                  <a:lnTo>
                    <a:pt x="2968808" y="1498443"/>
                  </a:lnTo>
                  <a:lnTo>
                    <a:pt x="2969653" y="1497283"/>
                  </a:lnTo>
                  <a:lnTo>
                    <a:pt x="2970498" y="1492005"/>
                  </a:lnTo>
                  <a:lnTo>
                    <a:pt x="2971343" y="1495276"/>
                  </a:lnTo>
                  <a:lnTo>
                    <a:pt x="2972189" y="1494063"/>
                  </a:lnTo>
                  <a:lnTo>
                    <a:pt x="2973034" y="1494390"/>
                  </a:lnTo>
                  <a:lnTo>
                    <a:pt x="2973879" y="1518765"/>
                  </a:lnTo>
                  <a:lnTo>
                    <a:pt x="2974724" y="1479400"/>
                  </a:lnTo>
                  <a:lnTo>
                    <a:pt x="2975569" y="1472141"/>
                  </a:lnTo>
                  <a:lnTo>
                    <a:pt x="2976414" y="1453070"/>
                  </a:lnTo>
                  <a:lnTo>
                    <a:pt x="2977259" y="1438836"/>
                  </a:lnTo>
                  <a:lnTo>
                    <a:pt x="2978104" y="1433097"/>
                  </a:lnTo>
                  <a:lnTo>
                    <a:pt x="2978949" y="1450318"/>
                  </a:lnTo>
                  <a:lnTo>
                    <a:pt x="2979794" y="1455149"/>
                  </a:lnTo>
                  <a:lnTo>
                    <a:pt x="2980639" y="1443963"/>
                  </a:lnTo>
                  <a:lnTo>
                    <a:pt x="2981485" y="1518765"/>
                  </a:lnTo>
                  <a:lnTo>
                    <a:pt x="2982330" y="1518765"/>
                  </a:lnTo>
                  <a:lnTo>
                    <a:pt x="2983175" y="1466723"/>
                  </a:lnTo>
                  <a:lnTo>
                    <a:pt x="2984020" y="1448928"/>
                  </a:lnTo>
                  <a:lnTo>
                    <a:pt x="2984865" y="1438282"/>
                  </a:lnTo>
                  <a:lnTo>
                    <a:pt x="2985710" y="1457910"/>
                  </a:lnTo>
                  <a:lnTo>
                    <a:pt x="2986555" y="1470426"/>
                  </a:lnTo>
                  <a:lnTo>
                    <a:pt x="2987400" y="1466514"/>
                  </a:lnTo>
                  <a:lnTo>
                    <a:pt x="2988245" y="1468585"/>
                  </a:lnTo>
                  <a:lnTo>
                    <a:pt x="2989090" y="1467115"/>
                  </a:lnTo>
                  <a:lnTo>
                    <a:pt x="2989935" y="1474850"/>
                  </a:lnTo>
                  <a:lnTo>
                    <a:pt x="2990781" y="1475194"/>
                  </a:lnTo>
                  <a:lnTo>
                    <a:pt x="2991626" y="1466256"/>
                  </a:lnTo>
                  <a:lnTo>
                    <a:pt x="2992471" y="1518765"/>
                  </a:lnTo>
                  <a:lnTo>
                    <a:pt x="2993316" y="1518765"/>
                  </a:lnTo>
                  <a:lnTo>
                    <a:pt x="2994161" y="1518765"/>
                  </a:lnTo>
                  <a:lnTo>
                    <a:pt x="2995006" y="1518765"/>
                  </a:lnTo>
                  <a:lnTo>
                    <a:pt x="2995851" y="1518765"/>
                  </a:lnTo>
                  <a:lnTo>
                    <a:pt x="2996696" y="1518765"/>
                  </a:lnTo>
                  <a:lnTo>
                    <a:pt x="2997541" y="1518765"/>
                  </a:lnTo>
                  <a:lnTo>
                    <a:pt x="2998386" y="1415649"/>
                  </a:lnTo>
                  <a:lnTo>
                    <a:pt x="2999231" y="1445777"/>
                  </a:lnTo>
                  <a:lnTo>
                    <a:pt x="3000077" y="1459206"/>
                  </a:lnTo>
                  <a:lnTo>
                    <a:pt x="3000922" y="1485466"/>
                  </a:lnTo>
                  <a:lnTo>
                    <a:pt x="3001767" y="1482301"/>
                  </a:lnTo>
                  <a:lnTo>
                    <a:pt x="3002612" y="1486376"/>
                  </a:lnTo>
                  <a:lnTo>
                    <a:pt x="3003457" y="1518765"/>
                  </a:lnTo>
                  <a:lnTo>
                    <a:pt x="3004302" y="1477154"/>
                  </a:lnTo>
                  <a:lnTo>
                    <a:pt x="3005147" y="1518765"/>
                  </a:lnTo>
                  <a:lnTo>
                    <a:pt x="3005992" y="1518765"/>
                  </a:lnTo>
                  <a:lnTo>
                    <a:pt x="3006837" y="1518765"/>
                  </a:lnTo>
                  <a:lnTo>
                    <a:pt x="3007682" y="1518765"/>
                  </a:lnTo>
                  <a:lnTo>
                    <a:pt x="3008527" y="1518765"/>
                  </a:lnTo>
                  <a:lnTo>
                    <a:pt x="3009373" y="1518765"/>
                  </a:lnTo>
                  <a:lnTo>
                    <a:pt x="3010218" y="1518765"/>
                  </a:lnTo>
                  <a:lnTo>
                    <a:pt x="3011063" y="1518765"/>
                  </a:lnTo>
                  <a:lnTo>
                    <a:pt x="3011908" y="1469811"/>
                  </a:lnTo>
                  <a:lnTo>
                    <a:pt x="3012753" y="1470436"/>
                  </a:lnTo>
                  <a:lnTo>
                    <a:pt x="3013598" y="1474361"/>
                  </a:lnTo>
                  <a:lnTo>
                    <a:pt x="3014443" y="1518765"/>
                  </a:lnTo>
                  <a:lnTo>
                    <a:pt x="3015288" y="1518765"/>
                  </a:lnTo>
                  <a:lnTo>
                    <a:pt x="3016133" y="1460132"/>
                  </a:lnTo>
                  <a:lnTo>
                    <a:pt x="3016978" y="1497973"/>
                  </a:lnTo>
                  <a:lnTo>
                    <a:pt x="3017823" y="1517470"/>
                  </a:lnTo>
                  <a:lnTo>
                    <a:pt x="3018669" y="1499366"/>
                  </a:lnTo>
                  <a:lnTo>
                    <a:pt x="3019514" y="1499691"/>
                  </a:lnTo>
                  <a:lnTo>
                    <a:pt x="3020359" y="1502540"/>
                  </a:lnTo>
                  <a:lnTo>
                    <a:pt x="3021204" y="1507251"/>
                  </a:lnTo>
                  <a:lnTo>
                    <a:pt x="3022049" y="1518645"/>
                  </a:lnTo>
                  <a:lnTo>
                    <a:pt x="3022894" y="1512034"/>
                  </a:lnTo>
                  <a:lnTo>
                    <a:pt x="3023739" y="1513815"/>
                  </a:lnTo>
                  <a:lnTo>
                    <a:pt x="3024584" y="1509093"/>
                  </a:lnTo>
                  <a:lnTo>
                    <a:pt x="3025429" y="1515845"/>
                  </a:lnTo>
                  <a:lnTo>
                    <a:pt x="3026274" y="1516952"/>
                  </a:lnTo>
                  <a:lnTo>
                    <a:pt x="3027120" y="1512765"/>
                  </a:lnTo>
                  <a:lnTo>
                    <a:pt x="3027965" y="1518765"/>
                  </a:lnTo>
                  <a:lnTo>
                    <a:pt x="3028810" y="1511693"/>
                  </a:lnTo>
                  <a:lnTo>
                    <a:pt x="3029655" y="1503490"/>
                  </a:lnTo>
                  <a:lnTo>
                    <a:pt x="3030500" y="1497439"/>
                  </a:lnTo>
                  <a:lnTo>
                    <a:pt x="3031345" y="1492618"/>
                  </a:lnTo>
                  <a:lnTo>
                    <a:pt x="3032190" y="1489735"/>
                  </a:lnTo>
                  <a:lnTo>
                    <a:pt x="3033035" y="1483971"/>
                  </a:lnTo>
                  <a:lnTo>
                    <a:pt x="3033880" y="1467338"/>
                  </a:lnTo>
                  <a:lnTo>
                    <a:pt x="3034725" y="1476593"/>
                  </a:lnTo>
                  <a:lnTo>
                    <a:pt x="3035570" y="1493475"/>
                  </a:lnTo>
                  <a:lnTo>
                    <a:pt x="3036416" y="1495774"/>
                  </a:lnTo>
                  <a:lnTo>
                    <a:pt x="3037261" y="1489576"/>
                  </a:lnTo>
                  <a:lnTo>
                    <a:pt x="3038106" y="1488717"/>
                  </a:lnTo>
                  <a:lnTo>
                    <a:pt x="3038951" y="1473547"/>
                  </a:lnTo>
                  <a:lnTo>
                    <a:pt x="3039796" y="1463460"/>
                  </a:lnTo>
                  <a:lnTo>
                    <a:pt x="3040641" y="1459754"/>
                  </a:lnTo>
                  <a:lnTo>
                    <a:pt x="3041486" y="1464861"/>
                  </a:lnTo>
                  <a:lnTo>
                    <a:pt x="3042331" y="1481254"/>
                  </a:lnTo>
                  <a:lnTo>
                    <a:pt x="3043176" y="1518765"/>
                  </a:lnTo>
                  <a:lnTo>
                    <a:pt x="3044021" y="1478977"/>
                  </a:lnTo>
                  <a:lnTo>
                    <a:pt x="3044866" y="1518765"/>
                  </a:lnTo>
                  <a:lnTo>
                    <a:pt x="3045712" y="1479126"/>
                  </a:lnTo>
                  <a:lnTo>
                    <a:pt x="3046557" y="1486499"/>
                  </a:lnTo>
                  <a:lnTo>
                    <a:pt x="3047402" y="1518765"/>
                  </a:lnTo>
                  <a:lnTo>
                    <a:pt x="3048247" y="1496418"/>
                  </a:lnTo>
                  <a:lnTo>
                    <a:pt x="3049092" y="1488585"/>
                  </a:lnTo>
                  <a:lnTo>
                    <a:pt x="3049937" y="1479448"/>
                  </a:lnTo>
                  <a:lnTo>
                    <a:pt x="3050782" y="1469555"/>
                  </a:lnTo>
                  <a:lnTo>
                    <a:pt x="3051627" y="1473593"/>
                  </a:lnTo>
                  <a:lnTo>
                    <a:pt x="3052472" y="1467025"/>
                  </a:lnTo>
                  <a:lnTo>
                    <a:pt x="3053317" y="1518765"/>
                  </a:lnTo>
                  <a:lnTo>
                    <a:pt x="3054162" y="1518765"/>
                  </a:lnTo>
                  <a:lnTo>
                    <a:pt x="3055008" y="1470233"/>
                  </a:lnTo>
                  <a:lnTo>
                    <a:pt x="3055853" y="1477701"/>
                  </a:lnTo>
                  <a:lnTo>
                    <a:pt x="3056698" y="1465416"/>
                  </a:lnTo>
                  <a:lnTo>
                    <a:pt x="3057543" y="1466781"/>
                  </a:lnTo>
                  <a:lnTo>
                    <a:pt x="3058388" y="1461630"/>
                  </a:lnTo>
                  <a:lnTo>
                    <a:pt x="3059233" y="1461897"/>
                  </a:lnTo>
                  <a:lnTo>
                    <a:pt x="3060078" y="1461143"/>
                  </a:lnTo>
                  <a:lnTo>
                    <a:pt x="3060923" y="1484784"/>
                  </a:lnTo>
                  <a:lnTo>
                    <a:pt x="3061768" y="1489337"/>
                  </a:lnTo>
                  <a:lnTo>
                    <a:pt x="3062613" y="1492730"/>
                  </a:lnTo>
                  <a:lnTo>
                    <a:pt x="3063458" y="1501007"/>
                  </a:lnTo>
                  <a:lnTo>
                    <a:pt x="3064304" y="1514813"/>
                  </a:lnTo>
                  <a:lnTo>
                    <a:pt x="3065149" y="1506703"/>
                  </a:lnTo>
                  <a:lnTo>
                    <a:pt x="3065994" y="1458428"/>
                  </a:lnTo>
                  <a:lnTo>
                    <a:pt x="3066839" y="1464278"/>
                  </a:lnTo>
                  <a:lnTo>
                    <a:pt x="3067684" y="1473605"/>
                  </a:lnTo>
                  <a:lnTo>
                    <a:pt x="3068529" y="1473402"/>
                  </a:lnTo>
                  <a:lnTo>
                    <a:pt x="3069374" y="1469753"/>
                  </a:lnTo>
                  <a:lnTo>
                    <a:pt x="3070219" y="1476756"/>
                  </a:lnTo>
                  <a:lnTo>
                    <a:pt x="3071064" y="1488257"/>
                  </a:lnTo>
                  <a:lnTo>
                    <a:pt x="3071909" y="1496668"/>
                  </a:lnTo>
                  <a:lnTo>
                    <a:pt x="3072754" y="1496075"/>
                  </a:lnTo>
                  <a:lnTo>
                    <a:pt x="3073600" y="1518765"/>
                  </a:lnTo>
                  <a:lnTo>
                    <a:pt x="3074445" y="1518765"/>
                  </a:lnTo>
                  <a:lnTo>
                    <a:pt x="3075290" y="1498323"/>
                  </a:lnTo>
                  <a:lnTo>
                    <a:pt x="3076135" y="1518765"/>
                  </a:lnTo>
                  <a:lnTo>
                    <a:pt x="3076980" y="1483150"/>
                  </a:lnTo>
                  <a:lnTo>
                    <a:pt x="3077825" y="1477641"/>
                  </a:lnTo>
                  <a:lnTo>
                    <a:pt x="3078670" y="1477246"/>
                  </a:lnTo>
                  <a:lnTo>
                    <a:pt x="3079515" y="1463768"/>
                  </a:lnTo>
                  <a:lnTo>
                    <a:pt x="3080360" y="1452882"/>
                  </a:lnTo>
                  <a:lnTo>
                    <a:pt x="3081205" y="1518765"/>
                  </a:lnTo>
                  <a:lnTo>
                    <a:pt x="3082050" y="1518765"/>
                  </a:lnTo>
                  <a:lnTo>
                    <a:pt x="3082896" y="1518765"/>
                  </a:lnTo>
                  <a:lnTo>
                    <a:pt x="3083741" y="1518765"/>
                  </a:lnTo>
                  <a:lnTo>
                    <a:pt x="3084586" y="1472935"/>
                  </a:lnTo>
                  <a:lnTo>
                    <a:pt x="3085431" y="1481722"/>
                  </a:lnTo>
                  <a:lnTo>
                    <a:pt x="3086276" y="1482506"/>
                  </a:lnTo>
                  <a:lnTo>
                    <a:pt x="3087121" y="1469628"/>
                  </a:lnTo>
                  <a:lnTo>
                    <a:pt x="3087966" y="1473906"/>
                  </a:lnTo>
                  <a:lnTo>
                    <a:pt x="3088811" y="1462881"/>
                  </a:lnTo>
                  <a:lnTo>
                    <a:pt x="3089656" y="1448120"/>
                  </a:lnTo>
                  <a:lnTo>
                    <a:pt x="3090501" y="1452045"/>
                  </a:lnTo>
                  <a:lnTo>
                    <a:pt x="3091347" y="1449444"/>
                  </a:lnTo>
                  <a:lnTo>
                    <a:pt x="3092192" y="1518765"/>
                  </a:lnTo>
                  <a:lnTo>
                    <a:pt x="3093037" y="1518765"/>
                  </a:lnTo>
                  <a:lnTo>
                    <a:pt x="3093882" y="1442175"/>
                  </a:lnTo>
                  <a:lnTo>
                    <a:pt x="3094727" y="1449224"/>
                  </a:lnTo>
                  <a:lnTo>
                    <a:pt x="3095572" y="1465561"/>
                  </a:lnTo>
                  <a:lnTo>
                    <a:pt x="3096417" y="1475104"/>
                  </a:lnTo>
                  <a:lnTo>
                    <a:pt x="3097262" y="1483482"/>
                  </a:lnTo>
                  <a:lnTo>
                    <a:pt x="3098107" y="1484051"/>
                  </a:lnTo>
                  <a:lnTo>
                    <a:pt x="3098952" y="1518765"/>
                  </a:lnTo>
                  <a:lnTo>
                    <a:pt x="3099797" y="1518765"/>
                  </a:lnTo>
                  <a:lnTo>
                    <a:pt x="3100643" y="1503867"/>
                  </a:lnTo>
                  <a:lnTo>
                    <a:pt x="3101488" y="1500271"/>
                  </a:lnTo>
                  <a:lnTo>
                    <a:pt x="3102333" y="1518765"/>
                  </a:lnTo>
                  <a:lnTo>
                    <a:pt x="3103178" y="1518765"/>
                  </a:lnTo>
                  <a:lnTo>
                    <a:pt x="3104023" y="1490763"/>
                  </a:lnTo>
                  <a:lnTo>
                    <a:pt x="3104868" y="1518765"/>
                  </a:lnTo>
                  <a:lnTo>
                    <a:pt x="3105713" y="1518765"/>
                  </a:lnTo>
                  <a:lnTo>
                    <a:pt x="3106558" y="1493690"/>
                  </a:lnTo>
                  <a:lnTo>
                    <a:pt x="3107403" y="1496791"/>
                  </a:lnTo>
                  <a:lnTo>
                    <a:pt x="3108248" y="1497411"/>
                  </a:lnTo>
                  <a:lnTo>
                    <a:pt x="3109093" y="1502526"/>
                  </a:lnTo>
                  <a:lnTo>
                    <a:pt x="3109939" y="1509163"/>
                  </a:lnTo>
                  <a:lnTo>
                    <a:pt x="3110784" y="1507745"/>
                  </a:lnTo>
                  <a:lnTo>
                    <a:pt x="3111629" y="1505654"/>
                  </a:lnTo>
                  <a:lnTo>
                    <a:pt x="3112474" y="1503040"/>
                  </a:lnTo>
                  <a:lnTo>
                    <a:pt x="3113319" y="1499855"/>
                  </a:lnTo>
                  <a:lnTo>
                    <a:pt x="3114164" y="1508189"/>
                  </a:lnTo>
                  <a:lnTo>
                    <a:pt x="3115009" y="1513110"/>
                  </a:lnTo>
                  <a:lnTo>
                    <a:pt x="3115854" y="1512817"/>
                  </a:lnTo>
                  <a:lnTo>
                    <a:pt x="3116699" y="1500041"/>
                  </a:lnTo>
                  <a:lnTo>
                    <a:pt x="3117544" y="1498230"/>
                  </a:lnTo>
                  <a:lnTo>
                    <a:pt x="3118389" y="1488842"/>
                  </a:lnTo>
                  <a:lnTo>
                    <a:pt x="3119235" y="1494949"/>
                  </a:lnTo>
                  <a:lnTo>
                    <a:pt x="3120080" y="1497365"/>
                  </a:lnTo>
                  <a:lnTo>
                    <a:pt x="3120925" y="1493227"/>
                  </a:lnTo>
                  <a:lnTo>
                    <a:pt x="3121770" y="1497312"/>
                  </a:lnTo>
                  <a:lnTo>
                    <a:pt x="3122615" y="1483810"/>
                  </a:lnTo>
                  <a:lnTo>
                    <a:pt x="3123460" y="1518765"/>
                  </a:lnTo>
                  <a:lnTo>
                    <a:pt x="3124305" y="1518765"/>
                  </a:lnTo>
                  <a:lnTo>
                    <a:pt x="3125150" y="1466681"/>
                  </a:lnTo>
                  <a:lnTo>
                    <a:pt x="3125995" y="1466010"/>
                  </a:lnTo>
                  <a:lnTo>
                    <a:pt x="3126840" y="1518765"/>
                  </a:lnTo>
                  <a:lnTo>
                    <a:pt x="3127685" y="1518765"/>
                  </a:lnTo>
                  <a:lnTo>
                    <a:pt x="3128531" y="1518765"/>
                  </a:lnTo>
                  <a:lnTo>
                    <a:pt x="3129376" y="1457930"/>
                  </a:lnTo>
                  <a:lnTo>
                    <a:pt x="3130221" y="1462394"/>
                  </a:lnTo>
                  <a:lnTo>
                    <a:pt x="3131066" y="1445588"/>
                  </a:lnTo>
                  <a:lnTo>
                    <a:pt x="3131911" y="1518765"/>
                  </a:lnTo>
                  <a:lnTo>
                    <a:pt x="3132756" y="1454665"/>
                  </a:lnTo>
                  <a:lnTo>
                    <a:pt x="3133601" y="1472781"/>
                  </a:lnTo>
                  <a:lnTo>
                    <a:pt x="3134446" y="1477981"/>
                  </a:lnTo>
                  <a:lnTo>
                    <a:pt x="3135291" y="1518765"/>
                  </a:lnTo>
                  <a:lnTo>
                    <a:pt x="3136136" y="1478908"/>
                  </a:lnTo>
                  <a:lnTo>
                    <a:pt x="3136981" y="1464107"/>
                  </a:lnTo>
                  <a:lnTo>
                    <a:pt x="3137827" y="1478616"/>
                  </a:lnTo>
                  <a:lnTo>
                    <a:pt x="3138672" y="1478266"/>
                  </a:lnTo>
                  <a:lnTo>
                    <a:pt x="3139517" y="1450372"/>
                  </a:lnTo>
                  <a:lnTo>
                    <a:pt x="3140362" y="1473349"/>
                  </a:lnTo>
                  <a:lnTo>
                    <a:pt x="3141207" y="1439521"/>
                  </a:lnTo>
                  <a:lnTo>
                    <a:pt x="3142052" y="1518765"/>
                  </a:lnTo>
                  <a:lnTo>
                    <a:pt x="3142897" y="1518765"/>
                  </a:lnTo>
                  <a:lnTo>
                    <a:pt x="3143742" y="1518765"/>
                  </a:lnTo>
                  <a:lnTo>
                    <a:pt x="3144587" y="1518765"/>
                  </a:lnTo>
                  <a:lnTo>
                    <a:pt x="3145432" y="1518765"/>
                  </a:lnTo>
                  <a:lnTo>
                    <a:pt x="3146277" y="1518765"/>
                  </a:lnTo>
                  <a:lnTo>
                    <a:pt x="3147123" y="1518765"/>
                  </a:lnTo>
                  <a:lnTo>
                    <a:pt x="3147968" y="1518765"/>
                  </a:lnTo>
                  <a:lnTo>
                    <a:pt x="3148813" y="1518765"/>
                  </a:lnTo>
                  <a:lnTo>
                    <a:pt x="3149658" y="1518765"/>
                  </a:lnTo>
                  <a:lnTo>
                    <a:pt x="3150503" y="1518765"/>
                  </a:lnTo>
                  <a:lnTo>
                    <a:pt x="3151348" y="1518765"/>
                  </a:lnTo>
                  <a:lnTo>
                    <a:pt x="3152193" y="1518765"/>
                  </a:lnTo>
                  <a:lnTo>
                    <a:pt x="3153038" y="1518765"/>
                  </a:lnTo>
                  <a:lnTo>
                    <a:pt x="3153883" y="1518765"/>
                  </a:lnTo>
                  <a:lnTo>
                    <a:pt x="3154728" y="1518765"/>
                  </a:lnTo>
                  <a:lnTo>
                    <a:pt x="3155574" y="1518765"/>
                  </a:lnTo>
                  <a:lnTo>
                    <a:pt x="3156419" y="1518765"/>
                  </a:lnTo>
                  <a:lnTo>
                    <a:pt x="3157264" y="1518765"/>
                  </a:lnTo>
                  <a:lnTo>
                    <a:pt x="3158109" y="1518765"/>
                  </a:lnTo>
                  <a:lnTo>
                    <a:pt x="3158954" y="1518765"/>
                  </a:lnTo>
                  <a:lnTo>
                    <a:pt x="3159799" y="1518765"/>
                  </a:lnTo>
                  <a:lnTo>
                    <a:pt x="3160644" y="1518765"/>
                  </a:lnTo>
                  <a:lnTo>
                    <a:pt x="3161489" y="1518765"/>
                  </a:lnTo>
                  <a:lnTo>
                    <a:pt x="3162334" y="1518765"/>
                  </a:lnTo>
                  <a:lnTo>
                    <a:pt x="3163179" y="1518765"/>
                  </a:lnTo>
                  <a:lnTo>
                    <a:pt x="3164024" y="1518765"/>
                  </a:lnTo>
                  <a:lnTo>
                    <a:pt x="3164870" y="1518765"/>
                  </a:lnTo>
                  <a:lnTo>
                    <a:pt x="3165715" y="1518765"/>
                  </a:lnTo>
                  <a:lnTo>
                    <a:pt x="3166560" y="1518765"/>
                  </a:lnTo>
                  <a:lnTo>
                    <a:pt x="3167405" y="1518765"/>
                  </a:lnTo>
                  <a:lnTo>
                    <a:pt x="3168250" y="1518765"/>
                  </a:lnTo>
                  <a:lnTo>
                    <a:pt x="3169095" y="1518765"/>
                  </a:lnTo>
                  <a:lnTo>
                    <a:pt x="3169940" y="1491352"/>
                  </a:lnTo>
                  <a:lnTo>
                    <a:pt x="3170785" y="1502982"/>
                  </a:lnTo>
                  <a:lnTo>
                    <a:pt x="3171630" y="1518765"/>
                  </a:lnTo>
                  <a:lnTo>
                    <a:pt x="3172475" y="1499158"/>
                  </a:lnTo>
                  <a:lnTo>
                    <a:pt x="3173320" y="1518765"/>
                  </a:lnTo>
                  <a:lnTo>
                    <a:pt x="3174166" y="1480531"/>
                  </a:lnTo>
                  <a:lnTo>
                    <a:pt x="3175011" y="1465077"/>
                  </a:lnTo>
                  <a:lnTo>
                    <a:pt x="3175856" y="1454711"/>
                  </a:lnTo>
                  <a:lnTo>
                    <a:pt x="3176701" y="1447279"/>
                  </a:lnTo>
                  <a:lnTo>
                    <a:pt x="3177546" y="1458078"/>
                  </a:lnTo>
                  <a:lnTo>
                    <a:pt x="3178391" y="1481005"/>
                  </a:lnTo>
                  <a:lnTo>
                    <a:pt x="3179236" y="1518765"/>
                  </a:lnTo>
                  <a:lnTo>
                    <a:pt x="3180081" y="1518765"/>
                  </a:lnTo>
                  <a:lnTo>
                    <a:pt x="3180926" y="1473190"/>
                  </a:lnTo>
                  <a:lnTo>
                    <a:pt x="3181771" y="1461136"/>
                  </a:lnTo>
                  <a:lnTo>
                    <a:pt x="3182616" y="1451916"/>
                  </a:lnTo>
                  <a:lnTo>
                    <a:pt x="3183462" y="1424028"/>
                  </a:lnTo>
                  <a:lnTo>
                    <a:pt x="3184307" y="1398989"/>
                  </a:lnTo>
                  <a:lnTo>
                    <a:pt x="3185152" y="1392290"/>
                  </a:lnTo>
                  <a:lnTo>
                    <a:pt x="3185997" y="1407512"/>
                  </a:lnTo>
                  <a:lnTo>
                    <a:pt x="3186842" y="1403395"/>
                  </a:lnTo>
                  <a:lnTo>
                    <a:pt x="3187687" y="1383999"/>
                  </a:lnTo>
                  <a:lnTo>
                    <a:pt x="3188532" y="1374258"/>
                  </a:lnTo>
                  <a:lnTo>
                    <a:pt x="3189377" y="1396928"/>
                  </a:lnTo>
                  <a:lnTo>
                    <a:pt x="3190222" y="1416241"/>
                  </a:lnTo>
                  <a:lnTo>
                    <a:pt x="3191067" y="1424177"/>
                  </a:lnTo>
                  <a:lnTo>
                    <a:pt x="3191912" y="1441098"/>
                  </a:lnTo>
                  <a:lnTo>
                    <a:pt x="3192758" y="1518765"/>
                  </a:lnTo>
                  <a:lnTo>
                    <a:pt x="3193603" y="1465506"/>
                  </a:lnTo>
                  <a:lnTo>
                    <a:pt x="3194448" y="1459154"/>
                  </a:lnTo>
                  <a:lnTo>
                    <a:pt x="3195293" y="1458486"/>
                  </a:lnTo>
                  <a:lnTo>
                    <a:pt x="3196138" y="1443793"/>
                  </a:lnTo>
                  <a:lnTo>
                    <a:pt x="3196983" y="1518765"/>
                  </a:lnTo>
                  <a:lnTo>
                    <a:pt x="3197828" y="1518765"/>
                  </a:lnTo>
                  <a:lnTo>
                    <a:pt x="3198673" y="1491345"/>
                  </a:lnTo>
                  <a:lnTo>
                    <a:pt x="3199518" y="1495079"/>
                  </a:lnTo>
                  <a:lnTo>
                    <a:pt x="3200363" y="1498668"/>
                  </a:lnTo>
                  <a:lnTo>
                    <a:pt x="3201208" y="1518765"/>
                  </a:lnTo>
                  <a:lnTo>
                    <a:pt x="3202054" y="1498626"/>
                  </a:lnTo>
                  <a:lnTo>
                    <a:pt x="3202899" y="1518765"/>
                  </a:lnTo>
                  <a:lnTo>
                    <a:pt x="3203744" y="1505740"/>
                  </a:lnTo>
                  <a:lnTo>
                    <a:pt x="3204589" y="1497175"/>
                  </a:lnTo>
                  <a:lnTo>
                    <a:pt x="3205434" y="1505599"/>
                  </a:lnTo>
                  <a:lnTo>
                    <a:pt x="3206279" y="1482133"/>
                  </a:lnTo>
                  <a:lnTo>
                    <a:pt x="3207124" y="1485090"/>
                  </a:lnTo>
                  <a:lnTo>
                    <a:pt x="3207969" y="1493476"/>
                  </a:lnTo>
                  <a:lnTo>
                    <a:pt x="3208814" y="1518765"/>
                  </a:lnTo>
                  <a:lnTo>
                    <a:pt x="3209659" y="1493448"/>
                  </a:lnTo>
                  <a:lnTo>
                    <a:pt x="3210504" y="1487836"/>
                  </a:lnTo>
                  <a:lnTo>
                    <a:pt x="3211350" y="1492777"/>
                  </a:lnTo>
                  <a:lnTo>
                    <a:pt x="3212195" y="1487949"/>
                  </a:lnTo>
                  <a:lnTo>
                    <a:pt x="3213040" y="1477188"/>
                  </a:lnTo>
                  <a:lnTo>
                    <a:pt x="3213885" y="1461511"/>
                  </a:lnTo>
                  <a:lnTo>
                    <a:pt x="3214730" y="1445994"/>
                  </a:lnTo>
                  <a:lnTo>
                    <a:pt x="3215575" y="1460236"/>
                  </a:lnTo>
                  <a:lnTo>
                    <a:pt x="3216420" y="1446486"/>
                  </a:lnTo>
                  <a:lnTo>
                    <a:pt x="3217265" y="1464903"/>
                  </a:lnTo>
                  <a:lnTo>
                    <a:pt x="3218110" y="1458280"/>
                  </a:lnTo>
                  <a:lnTo>
                    <a:pt x="3218955" y="1458161"/>
                  </a:lnTo>
                  <a:lnTo>
                    <a:pt x="3219801" y="1459390"/>
                  </a:lnTo>
                  <a:lnTo>
                    <a:pt x="3220646" y="1467128"/>
                  </a:lnTo>
                  <a:lnTo>
                    <a:pt x="3221491" y="1480147"/>
                  </a:lnTo>
                  <a:lnTo>
                    <a:pt x="3222336" y="1469068"/>
                  </a:lnTo>
                  <a:lnTo>
                    <a:pt x="3223181" y="1465877"/>
                  </a:lnTo>
                  <a:lnTo>
                    <a:pt x="3224026" y="1479222"/>
                  </a:lnTo>
                  <a:lnTo>
                    <a:pt x="3224871" y="1474845"/>
                  </a:lnTo>
                  <a:lnTo>
                    <a:pt x="3225716" y="1463520"/>
                  </a:lnTo>
                  <a:lnTo>
                    <a:pt x="3226561" y="1451915"/>
                  </a:lnTo>
                  <a:lnTo>
                    <a:pt x="3227406" y="1446762"/>
                  </a:lnTo>
                  <a:lnTo>
                    <a:pt x="3228251" y="1449418"/>
                  </a:lnTo>
                  <a:lnTo>
                    <a:pt x="3229097" y="1454175"/>
                  </a:lnTo>
                  <a:lnTo>
                    <a:pt x="3229942" y="1518765"/>
                  </a:lnTo>
                  <a:lnTo>
                    <a:pt x="3230787" y="1518765"/>
                  </a:lnTo>
                  <a:lnTo>
                    <a:pt x="3231632" y="1518765"/>
                  </a:lnTo>
                  <a:lnTo>
                    <a:pt x="3232477" y="1518765"/>
                  </a:lnTo>
                  <a:lnTo>
                    <a:pt x="3233322" y="1518765"/>
                  </a:lnTo>
                  <a:lnTo>
                    <a:pt x="3234167" y="1439352"/>
                  </a:lnTo>
                  <a:lnTo>
                    <a:pt x="3235012" y="1518765"/>
                  </a:lnTo>
                  <a:lnTo>
                    <a:pt x="3235857" y="1453255"/>
                  </a:lnTo>
                  <a:lnTo>
                    <a:pt x="3236702" y="1455005"/>
                  </a:lnTo>
                  <a:lnTo>
                    <a:pt x="3237547" y="1464077"/>
                  </a:lnTo>
                  <a:lnTo>
                    <a:pt x="3238393" y="1483618"/>
                  </a:lnTo>
                  <a:lnTo>
                    <a:pt x="3239238" y="1484193"/>
                  </a:lnTo>
                  <a:lnTo>
                    <a:pt x="3240083" y="1499636"/>
                  </a:lnTo>
                  <a:lnTo>
                    <a:pt x="3240928" y="1483607"/>
                  </a:lnTo>
                  <a:lnTo>
                    <a:pt x="3241773" y="1484148"/>
                  </a:lnTo>
                  <a:lnTo>
                    <a:pt x="3242618" y="1490578"/>
                  </a:lnTo>
                  <a:lnTo>
                    <a:pt x="3243463" y="1502202"/>
                  </a:lnTo>
                  <a:lnTo>
                    <a:pt x="3244308" y="1508112"/>
                  </a:lnTo>
                  <a:lnTo>
                    <a:pt x="3245153" y="1481213"/>
                  </a:lnTo>
                  <a:lnTo>
                    <a:pt x="3245998" y="1481161"/>
                  </a:lnTo>
                  <a:lnTo>
                    <a:pt x="3246843" y="1460787"/>
                  </a:lnTo>
                  <a:lnTo>
                    <a:pt x="3247689" y="1469760"/>
                  </a:lnTo>
                  <a:lnTo>
                    <a:pt x="3248534" y="1518765"/>
                  </a:lnTo>
                  <a:lnTo>
                    <a:pt x="3249379" y="1518765"/>
                  </a:lnTo>
                  <a:lnTo>
                    <a:pt x="3250224" y="1426818"/>
                  </a:lnTo>
                  <a:lnTo>
                    <a:pt x="3251069" y="1408064"/>
                  </a:lnTo>
                  <a:lnTo>
                    <a:pt x="3251914" y="1415500"/>
                  </a:lnTo>
                  <a:lnTo>
                    <a:pt x="3252759" y="1432134"/>
                  </a:lnTo>
                  <a:lnTo>
                    <a:pt x="3253604" y="1462259"/>
                  </a:lnTo>
                  <a:lnTo>
                    <a:pt x="3254449" y="1486291"/>
                  </a:lnTo>
                  <a:lnTo>
                    <a:pt x="3255294" y="1518765"/>
                  </a:lnTo>
                  <a:lnTo>
                    <a:pt x="3256139" y="1502139"/>
                  </a:lnTo>
                  <a:lnTo>
                    <a:pt x="3256985" y="1496027"/>
                  </a:lnTo>
                  <a:lnTo>
                    <a:pt x="3257830" y="1518765"/>
                  </a:lnTo>
                  <a:lnTo>
                    <a:pt x="3258675" y="1518765"/>
                  </a:lnTo>
                  <a:lnTo>
                    <a:pt x="3259520" y="1518765"/>
                  </a:lnTo>
                  <a:lnTo>
                    <a:pt x="3260365" y="1518765"/>
                  </a:lnTo>
                  <a:lnTo>
                    <a:pt x="3261210" y="1518765"/>
                  </a:lnTo>
                  <a:lnTo>
                    <a:pt x="3262055" y="1467365"/>
                  </a:lnTo>
                  <a:lnTo>
                    <a:pt x="3262900" y="1518765"/>
                  </a:lnTo>
                  <a:lnTo>
                    <a:pt x="3263745" y="1518765"/>
                  </a:lnTo>
                  <a:lnTo>
                    <a:pt x="3264590" y="1518765"/>
                  </a:lnTo>
                  <a:lnTo>
                    <a:pt x="3265435" y="1454950"/>
                  </a:lnTo>
                  <a:lnTo>
                    <a:pt x="3266281" y="1471429"/>
                  </a:lnTo>
                  <a:lnTo>
                    <a:pt x="3267126" y="1518765"/>
                  </a:lnTo>
                  <a:lnTo>
                    <a:pt x="3267971" y="1518765"/>
                  </a:lnTo>
                  <a:lnTo>
                    <a:pt x="3268816" y="1518765"/>
                  </a:lnTo>
                  <a:lnTo>
                    <a:pt x="3269661" y="1462993"/>
                  </a:lnTo>
                  <a:lnTo>
                    <a:pt x="3270506" y="1491349"/>
                  </a:lnTo>
                  <a:lnTo>
                    <a:pt x="3271351" y="1500112"/>
                  </a:lnTo>
                  <a:lnTo>
                    <a:pt x="3272196" y="1492140"/>
                  </a:lnTo>
                  <a:lnTo>
                    <a:pt x="3273041" y="1518765"/>
                  </a:lnTo>
                  <a:lnTo>
                    <a:pt x="3273886" y="1518765"/>
                  </a:lnTo>
                  <a:lnTo>
                    <a:pt x="3274731" y="1497026"/>
                  </a:lnTo>
                  <a:lnTo>
                    <a:pt x="3275577" y="1488963"/>
                  </a:lnTo>
                  <a:lnTo>
                    <a:pt x="3276422" y="1481667"/>
                  </a:lnTo>
                  <a:lnTo>
                    <a:pt x="3277267" y="1502104"/>
                  </a:lnTo>
                  <a:lnTo>
                    <a:pt x="3278112" y="1487960"/>
                  </a:lnTo>
                  <a:lnTo>
                    <a:pt x="3278957" y="1518765"/>
                  </a:lnTo>
                  <a:lnTo>
                    <a:pt x="3279802" y="1466434"/>
                  </a:lnTo>
                  <a:lnTo>
                    <a:pt x="3280647" y="1464420"/>
                  </a:lnTo>
                  <a:lnTo>
                    <a:pt x="3281492" y="1518765"/>
                  </a:lnTo>
                  <a:lnTo>
                    <a:pt x="3282337" y="1447120"/>
                  </a:lnTo>
                  <a:lnTo>
                    <a:pt x="3283182" y="1425774"/>
                  </a:lnTo>
                  <a:lnTo>
                    <a:pt x="3284028" y="1452164"/>
                  </a:lnTo>
                  <a:lnTo>
                    <a:pt x="3284873" y="1463230"/>
                  </a:lnTo>
                  <a:lnTo>
                    <a:pt x="3285718" y="1446275"/>
                  </a:lnTo>
                  <a:lnTo>
                    <a:pt x="3286563" y="1454143"/>
                  </a:lnTo>
                  <a:lnTo>
                    <a:pt x="3287408" y="1518765"/>
                  </a:lnTo>
                  <a:lnTo>
                    <a:pt x="3288253" y="1444347"/>
                  </a:lnTo>
                  <a:lnTo>
                    <a:pt x="3289098" y="1442820"/>
                  </a:lnTo>
                  <a:lnTo>
                    <a:pt x="3289943" y="1451685"/>
                  </a:lnTo>
                  <a:lnTo>
                    <a:pt x="3290788" y="1467284"/>
                  </a:lnTo>
                  <a:lnTo>
                    <a:pt x="3291633" y="1464355"/>
                  </a:lnTo>
                  <a:lnTo>
                    <a:pt x="3292478" y="1518765"/>
                  </a:lnTo>
                  <a:lnTo>
                    <a:pt x="3293324" y="1518765"/>
                  </a:lnTo>
                  <a:lnTo>
                    <a:pt x="3294169" y="1450670"/>
                  </a:lnTo>
                  <a:lnTo>
                    <a:pt x="3295014" y="1476670"/>
                  </a:lnTo>
                  <a:lnTo>
                    <a:pt x="3295859" y="1462659"/>
                  </a:lnTo>
                  <a:lnTo>
                    <a:pt x="3296704" y="1472821"/>
                  </a:lnTo>
                  <a:lnTo>
                    <a:pt x="3297549" y="1486675"/>
                  </a:lnTo>
                  <a:lnTo>
                    <a:pt x="3298394" y="1474222"/>
                  </a:lnTo>
                  <a:lnTo>
                    <a:pt x="3299239" y="1470237"/>
                  </a:lnTo>
                  <a:lnTo>
                    <a:pt x="3300084" y="1464925"/>
                  </a:lnTo>
                  <a:lnTo>
                    <a:pt x="3300929" y="1518765"/>
                  </a:lnTo>
                  <a:lnTo>
                    <a:pt x="3301774" y="1518765"/>
                  </a:lnTo>
                  <a:lnTo>
                    <a:pt x="3302620" y="1518765"/>
                  </a:lnTo>
                  <a:lnTo>
                    <a:pt x="3303465" y="1504953"/>
                  </a:lnTo>
                  <a:lnTo>
                    <a:pt x="3304310" y="1518765"/>
                  </a:lnTo>
                  <a:lnTo>
                    <a:pt x="3305155" y="1518765"/>
                  </a:lnTo>
                  <a:lnTo>
                    <a:pt x="3306000" y="1518765"/>
                  </a:lnTo>
                  <a:lnTo>
                    <a:pt x="3306845" y="1518765"/>
                  </a:lnTo>
                  <a:lnTo>
                    <a:pt x="3307690" y="1518765"/>
                  </a:lnTo>
                  <a:lnTo>
                    <a:pt x="3308535" y="1518765"/>
                  </a:lnTo>
                  <a:lnTo>
                    <a:pt x="3309380" y="1475284"/>
                  </a:lnTo>
                  <a:lnTo>
                    <a:pt x="3310225" y="1474588"/>
                  </a:lnTo>
                  <a:lnTo>
                    <a:pt x="3311070" y="1489967"/>
                  </a:lnTo>
                  <a:lnTo>
                    <a:pt x="3311916" y="1502226"/>
                  </a:lnTo>
                  <a:lnTo>
                    <a:pt x="3312761" y="1499025"/>
                  </a:lnTo>
                  <a:lnTo>
                    <a:pt x="3313606" y="1505906"/>
                  </a:lnTo>
                  <a:lnTo>
                    <a:pt x="3314451" y="1518765"/>
                  </a:lnTo>
                  <a:lnTo>
                    <a:pt x="3315296" y="1518765"/>
                  </a:lnTo>
                  <a:lnTo>
                    <a:pt x="3316141" y="1502843"/>
                  </a:lnTo>
                  <a:lnTo>
                    <a:pt x="3316986" y="1507066"/>
                  </a:lnTo>
                  <a:lnTo>
                    <a:pt x="3317831" y="1503231"/>
                  </a:lnTo>
                  <a:lnTo>
                    <a:pt x="3318676" y="1500256"/>
                  </a:lnTo>
                  <a:lnTo>
                    <a:pt x="3319521" y="1499482"/>
                  </a:lnTo>
                  <a:lnTo>
                    <a:pt x="3320366" y="1488525"/>
                  </a:lnTo>
                  <a:lnTo>
                    <a:pt x="3321212" y="1467385"/>
                  </a:lnTo>
                  <a:lnTo>
                    <a:pt x="3322057" y="1472651"/>
                  </a:lnTo>
                  <a:lnTo>
                    <a:pt x="3322902" y="1487034"/>
                  </a:lnTo>
                  <a:lnTo>
                    <a:pt x="3323747" y="1495374"/>
                  </a:lnTo>
                  <a:lnTo>
                    <a:pt x="3324592" y="1493425"/>
                  </a:lnTo>
                  <a:lnTo>
                    <a:pt x="3325437" y="1482983"/>
                  </a:lnTo>
                  <a:lnTo>
                    <a:pt x="3326282" y="1518765"/>
                  </a:lnTo>
                  <a:lnTo>
                    <a:pt x="3327127" y="1518765"/>
                  </a:lnTo>
                  <a:lnTo>
                    <a:pt x="3327972" y="1518765"/>
                  </a:lnTo>
                  <a:lnTo>
                    <a:pt x="3328817" y="1518765"/>
                  </a:lnTo>
                  <a:lnTo>
                    <a:pt x="3329662" y="1474317"/>
                  </a:lnTo>
                  <a:lnTo>
                    <a:pt x="3330508" y="1480780"/>
                  </a:lnTo>
                  <a:lnTo>
                    <a:pt x="3331353" y="1486143"/>
                  </a:lnTo>
                  <a:lnTo>
                    <a:pt x="3332198" y="1493584"/>
                  </a:lnTo>
                  <a:lnTo>
                    <a:pt x="3333043" y="1509782"/>
                  </a:lnTo>
                  <a:lnTo>
                    <a:pt x="3333888" y="1518765"/>
                  </a:lnTo>
                  <a:lnTo>
                    <a:pt x="3334733" y="1518765"/>
                  </a:lnTo>
                  <a:lnTo>
                    <a:pt x="3335578" y="1518765"/>
                  </a:lnTo>
                  <a:lnTo>
                    <a:pt x="3336423" y="1516505"/>
                  </a:lnTo>
                  <a:lnTo>
                    <a:pt x="3337268" y="1518765"/>
                  </a:lnTo>
                  <a:lnTo>
                    <a:pt x="3338113" y="1514869"/>
                  </a:lnTo>
                  <a:lnTo>
                    <a:pt x="3338958" y="1518765"/>
                  </a:lnTo>
                  <a:lnTo>
                    <a:pt x="3339804" y="1504431"/>
                  </a:lnTo>
                  <a:lnTo>
                    <a:pt x="3340649" y="1498864"/>
                  </a:lnTo>
                  <a:lnTo>
                    <a:pt x="3341494" y="1500633"/>
                  </a:lnTo>
                  <a:lnTo>
                    <a:pt x="3342339" y="1500523"/>
                  </a:lnTo>
                  <a:lnTo>
                    <a:pt x="3343184" y="1507056"/>
                  </a:lnTo>
                  <a:lnTo>
                    <a:pt x="3344029" y="1487046"/>
                  </a:lnTo>
                  <a:lnTo>
                    <a:pt x="3344874" y="1512958"/>
                  </a:lnTo>
                  <a:lnTo>
                    <a:pt x="3345719" y="1491938"/>
                  </a:lnTo>
                  <a:lnTo>
                    <a:pt x="3346564" y="1491314"/>
                  </a:lnTo>
                  <a:lnTo>
                    <a:pt x="3347409" y="1490677"/>
                  </a:lnTo>
                  <a:lnTo>
                    <a:pt x="3348255" y="1489056"/>
                  </a:lnTo>
                  <a:lnTo>
                    <a:pt x="3349100" y="1500137"/>
                  </a:lnTo>
                  <a:lnTo>
                    <a:pt x="3349945" y="1518765"/>
                  </a:lnTo>
                  <a:lnTo>
                    <a:pt x="3350790" y="1476130"/>
                  </a:lnTo>
                  <a:lnTo>
                    <a:pt x="3351635" y="1481120"/>
                  </a:lnTo>
                  <a:lnTo>
                    <a:pt x="3352480" y="1518765"/>
                  </a:lnTo>
                  <a:lnTo>
                    <a:pt x="3353325" y="1518765"/>
                  </a:lnTo>
                  <a:lnTo>
                    <a:pt x="3354170" y="1518765"/>
                  </a:lnTo>
                  <a:lnTo>
                    <a:pt x="3355015" y="1518765"/>
                  </a:lnTo>
                  <a:lnTo>
                    <a:pt x="3355860" y="1518765"/>
                  </a:lnTo>
                  <a:lnTo>
                    <a:pt x="3356705" y="1491137"/>
                  </a:lnTo>
                  <a:lnTo>
                    <a:pt x="3357551" y="1502782"/>
                  </a:lnTo>
                  <a:lnTo>
                    <a:pt x="3358396" y="1492995"/>
                  </a:lnTo>
                  <a:lnTo>
                    <a:pt x="3359241" y="1479972"/>
                  </a:lnTo>
                  <a:lnTo>
                    <a:pt x="3360086" y="1476982"/>
                  </a:lnTo>
                  <a:lnTo>
                    <a:pt x="3360931" y="1485573"/>
                  </a:lnTo>
                  <a:lnTo>
                    <a:pt x="3361776" y="1497081"/>
                  </a:lnTo>
                  <a:lnTo>
                    <a:pt x="3362621" y="1489973"/>
                  </a:lnTo>
                  <a:lnTo>
                    <a:pt x="3363466" y="1489475"/>
                  </a:lnTo>
                  <a:lnTo>
                    <a:pt x="3364311" y="1481049"/>
                  </a:lnTo>
                  <a:lnTo>
                    <a:pt x="3365156" y="1477147"/>
                  </a:lnTo>
                  <a:lnTo>
                    <a:pt x="3366001" y="1452379"/>
                  </a:lnTo>
                  <a:lnTo>
                    <a:pt x="3366847" y="1436789"/>
                  </a:lnTo>
                  <a:lnTo>
                    <a:pt x="3367692" y="1436290"/>
                  </a:lnTo>
                  <a:lnTo>
                    <a:pt x="3368537" y="1441897"/>
                  </a:lnTo>
                  <a:lnTo>
                    <a:pt x="3369382" y="1459309"/>
                  </a:lnTo>
                  <a:lnTo>
                    <a:pt x="3370227" y="1434262"/>
                  </a:lnTo>
                  <a:lnTo>
                    <a:pt x="3371072" y="1518765"/>
                  </a:lnTo>
                  <a:lnTo>
                    <a:pt x="3371917" y="1518765"/>
                  </a:lnTo>
                  <a:lnTo>
                    <a:pt x="3372762" y="1424200"/>
                  </a:lnTo>
                  <a:lnTo>
                    <a:pt x="3373607" y="1409105"/>
                  </a:lnTo>
                  <a:lnTo>
                    <a:pt x="3374452" y="1427977"/>
                  </a:lnTo>
                  <a:lnTo>
                    <a:pt x="3375297" y="1437181"/>
                  </a:lnTo>
                  <a:lnTo>
                    <a:pt x="3376143" y="1442922"/>
                  </a:lnTo>
                  <a:lnTo>
                    <a:pt x="3376988" y="1446468"/>
                  </a:lnTo>
                  <a:lnTo>
                    <a:pt x="3377833" y="1488091"/>
                  </a:lnTo>
                  <a:lnTo>
                    <a:pt x="3378678" y="1476364"/>
                  </a:lnTo>
                  <a:lnTo>
                    <a:pt x="3379523" y="1469965"/>
                  </a:lnTo>
                  <a:lnTo>
                    <a:pt x="3380368" y="1486528"/>
                  </a:lnTo>
                  <a:lnTo>
                    <a:pt x="3381213" y="1478502"/>
                  </a:lnTo>
                  <a:lnTo>
                    <a:pt x="3382058" y="1479419"/>
                  </a:lnTo>
                  <a:lnTo>
                    <a:pt x="3382903" y="1479857"/>
                  </a:lnTo>
                  <a:lnTo>
                    <a:pt x="3383748" y="1491483"/>
                  </a:lnTo>
                  <a:lnTo>
                    <a:pt x="3384593" y="1504833"/>
                  </a:lnTo>
                  <a:lnTo>
                    <a:pt x="3385439" y="1505830"/>
                  </a:lnTo>
                  <a:lnTo>
                    <a:pt x="3386284" y="1496416"/>
                  </a:lnTo>
                  <a:lnTo>
                    <a:pt x="3387129" y="1491950"/>
                  </a:lnTo>
                  <a:lnTo>
                    <a:pt x="3387974" y="1490382"/>
                  </a:lnTo>
                  <a:lnTo>
                    <a:pt x="3388819" y="1476626"/>
                  </a:lnTo>
                  <a:lnTo>
                    <a:pt x="3389664" y="1454792"/>
                  </a:lnTo>
                  <a:lnTo>
                    <a:pt x="3390509" y="1457295"/>
                  </a:lnTo>
                  <a:lnTo>
                    <a:pt x="3391354" y="1478444"/>
                  </a:lnTo>
                  <a:lnTo>
                    <a:pt x="3392199" y="1489365"/>
                  </a:lnTo>
                  <a:lnTo>
                    <a:pt x="3393044" y="1518765"/>
                  </a:lnTo>
                  <a:lnTo>
                    <a:pt x="3393889" y="1518765"/>
                  </a:lnTo>
                  <a:lnTo>
                    <a:pt x="3394735" y="1518765"/>
                  </a:lnTo>
                  <a:lnTo>
                    <a:pt x="3395580" y="1483228"/>
                  </a:lnTo>
                  <a:lnTo>
                    <a:pt x="3396425" y="1494071"/>
                  </a:lnTo>
                  <a:lnTo>
                    <a:pt x="3397270" y="1518765"/>
                  </a:lnTo>
                  <a:lnTo>
                    <a:pt x="3398115" y="1518765"/>
                  </a:lnTo>
                  <a:lnTo>
                    <a:pt x="3398960" y="1518765"/>
                  </a:lnTo>
                  <a:lnTo>
                    <a:pt x="3399805" y="1518765"/>
                  </a:lnTo>
                  <a:lnTo>
                    <a:pt x="3400650" y="1479906"/>
                  </a:lnTo>
                  <a:lnTo>
                    <a:pt x="3401495" y="1518765"/>
                  </a:lnTo>
                  <a:lnTo>
                    <a:pt x="3402340" y="1518765"/>
                  </a:lnTo>
                  <a:lnTo>
                    <a:pt x="3403186" y="1518765"/>
                  </a:lnTo>
                  <a:lnTo>
                    <a:pt x="3404031" y="1518765"/>
                  </a:lnTo>
                  <a:lnTo>
                    <a:pt x="3404876" y="1518765"/>
                  </a:lnTo>
                  <a:lnTo>
                    <a:pt x="3405721" y="1518765"/>
                  </a:lnTo>
                  <a:lnTo>
                    <a:pt x="3406566" y="1518765"/>
                  </a:lnTo>
                  <a:lnTo>
                    <a:pt x="3407411" y="1518765"/>
                  </a:lnTo>
                  <a:lnTo>
                    <a:pt x="3408256" y="1518765"/>
                  </a:lnTo>
                  <a:lnTo>
                    <a:pt x="3409101" y="1438304"/>
                  </a:lnTo>
                  <a:lnTo>
                    <a:pt x="3409946" y="1460948"/>
                  </a:lnTo>
                  <a:lnTo>
                    <a:pt x="3410791" y="1457687"/>
                  </a:lnTo>
                  <a:lnTo>
                    <a:pt x="3411636" y="1473210"/>
                  </a:lnTo>
                  <a:lnTo>
                    <a:pt x="3412482" y="1473161"/>
                  </a:lnTo>
                  <a:lnTo>
                    <a:pt x="3413327" y="1472285"/>
                  </a:lnTo>
                  <a:lnTo>
                    <a:pt x="3414172" y="1473582"/>
                  </a:lnTo>
                  <a:lnTo>
                    <a:pt x="3415017" y="1464521"/>
                  </a:lnTo>
                  <a:lnTo>
                    <a:pt x="3415862" y="1473797"/>
                  </a:lnTo>
                  <a:lnTo>
                    <a:pt x="3416707" y="1478862"/>
                  </a:lnTo>
                  <a:lnTo>
                    <a:pt x="3417552" y="1497009"/>
                  </a:lnTo>
                  <a:lnTo>
                    <a:pt x="3418397" y="1482000"/>
                  </a:lnTo>
                  <a:lnTo>
                    <a:pt x="3419242" y="1467234"/>
                  </a:lnTo>
                  <a:lnTo>
                    <a:pt x="3420087" y="1462915"/>
                  </a:lnTo>
                  <a:lnTo>
                    <a:pt x="3420932" y="1495509"/>
                  </a:lnTo>
                  <a:lnTo>
                    <a:pt x="3421778" y="1498047"/>
                  </a:lnTo>
                  <a:lnTo>
                    <a:pt x="3422623" y="1461515"/>
                  </a:lnTo>
                  <a:lnTo>
                    <a:pt x="3423468" y="1449258"/>
                  </a:lnTo>
                  <a:lnTo>
                    <a:pt x="3424313" y="1461587"/>
                  </a:lnTo>
                  <a:lnTo>
                    <a:pt x="3425158" y="1438033"/>
                  </a:lnTo>
                  <a:lnTo>
                    <a:pt x="3426003" y="1444944"/>
                  </a:lnTo>
                  <a:lnTo>
                    <a:pt x="3426848" y="1456895"/>
                  </a:lnTo>
                  <a:lnTo>
                    <a:pt x="3427693" y="1460080"/>
                  </a:lnTo>
                  <a:lnTo>
                    <a:pt x="3428538" y="1464620"/>
                  </a:lnTo>
                  <a:lnTo>
                    <a:pt x="3429383" y="1468558"/>
                  </a:lnTo>
                  <a:lnTo>
                    <a:pt x="3430228" y="1461747"/>
                  </a:lnTo>
                  <a:lnTo>
                    <a:pt x="3431074" y="1460028"/>
                  </a:lnTo>
                  <a:lnTo>
                    <a:pt x="3431919" y="1476332"/>
                  </a:lnTo>
                  <a:lnTo>
                    <a:pt x="3432764" y="1478790"/>
                  </a:lnTo>
                  <a:lnTo>
                    <a:pt x="3433609" y="1476716"/>
                  </a:lnTo>
                  <a:lnTo>
                    <a:pt x="3434454" y="1478599"/>
                  </a:lnTo>
                  <a:lnTo>
                    <a:pt x="3435299" y="1518765"/>
                  </a:lnTo>
                  <a:lnTo>
                    <a:pt x="3436144" y="1518765"/>
                  </a:lnTo>
                  <a:lnTo>
                    <a:pt x="3436989" y="1488174"/>
                  </a:lnTo>
                  <a:lnTo>
                    <a:pt x="3437834" y="1518765"/>
                  </a:lnTo>
                  <a:lnTo>
                    <a:pt x="3438679" y="1456236"/>
                  </a:lnTo>
                  <a:lnTo>
                    <a:pt x="3439524" y="1453835"/>
                  </a:lnTo>
                  <a:lnTo>
                    <a:pt x="3440370" y="1467857"/>
                  </a:lnTo>
                  <a:lnTo>
                    <a:pt x="3441215" y="1480957"/>
                  </a:lnTo>
                  <a:lnTo>
                    <a:pt x="3442060" y="1490592"/>
                  </a:lnTo>
                  <a:lnTo>
                    <a:pt x="3442905" y="1495353"/>
                  </a:lnTo>
                  <a:lnTo>
                    <a:pt x="3443750" y="1502089"/>
                  </a:lnTo>
                  <a:lnTo>
                    <a:pt x="3444595" y="1501830"/>
                  </a:lnTo>
                  <a:lnTo>
                    <a:pt x="3445440" y="1498240"/>
                  </a:lnTo>
                  <a:lnTo>
                    <a:pt x="3446285" y="1491300"/>
                  </a:lnTo>
                  <a:lnTo>
                    <a:pt x="3447130" y="1484079"/>
                  </a:lnTo>
                  <a:lnTo>
                    <a:pt x="3447975" y="1497521"/>
                  </a:lnTo>
                  <a:lnTo>
                    <a:pt x="3448820" y="1492363"/>
                  </a:lnTo>
                  <a:lnTo>
                    <a:pt x="3449666" y="1480661"/>
                  </a:lnTo>
                  <a:lnTo>
                    <a:pt x="3450511" y="1444255"/>
                  </a:lnTo>
                  <a:lnTo>
                    <a:pt x="3451356" y="1452114"/>
                  </a:lnTo>
                  <a:lnTo>
                    <a:pt x="3452201" y="1437374"/>
                  </a:lnTo>
                  <a:lnTo>
                    <a:pt x="3453046" y="1518765"/>
                  </a:lnTo>
                  <a:lnTo>
                    <a:pt x="3453891" y="1518765"/>
                  </a:lnTo>
                  <a:lnTo>
                    <a:pt x="3454736" y="1455196"/>
                  </a:lnTo>
                  <a:lnTo>
                    <a:pt x="3455581" y="1454127"/>
                  </a:lnTo>
                  <a:lnTo>
                    <a:pt x="3456426" y="1518765"/>
                  </a:lnTo>
                  <a:lnTo>
                    <a:pt x="3457271" y="1518765"/>
                  </a:lnTo>
                  <a:lnTo>
                    <a:pt x="3458116" y="1518765"/>
                  </a:lnTo>
                  <a:lnTo>
                    <a:pt x="3458962" y="1518765"/>
                  </a:lnTo>
                  <a:lnTo>
                    <a:pt x="3459807" y="1410814"/>
                  </a:lnTo>
                  <a:lnTo>
                    <a:pt x="3460652" y="1412892"/>
                  </a:lnTo>
                  <a:lnTo>
                    <a:pt x="3461497" y="1387312"/>
                  </a:lnTo>
                  <a:lnTo>
                    <a:pt x="3462342" y="1390659"/>
                  </a:lnTo>
                  <a:lnTo>
                    <a:pt x="3463187" y="1380170"/>
                  </a:lnTo>
                  <a:lnTo>
                    <a:pt x="3464032" y="1374826"/>
                  </a:lnTo>
                  <a:lnTo>
                    <a:pt x="3464877" y="1367307"/>
                  </a:lnTo>
                  <a:lnTo>
                    <a:pt x="3465722" y="1363343"/>
                  </a:lnTo>
                  <a:lnTo>
                    <a:pt x="3466567" y="1361823"/>
                  </a:lnTo>
                  <a:lnTo>
                    <a:pt x="3467413" y="1391427"/>
                  </a:lnTo>
                  <a:lnTo>
                    <a:pt x="3468258" y="1388981"/>
                  </a:lnTo>
                  <a:lnTo>
                    <a:pt x="3469103" y="1382285"/>
                  </a:lnTo>
                  <a:lnTo>
                    <a:pt x="3469948" y="1373280"/>
                  </a:lnTo>
                  <a:lnTo>
                    <a:pt x="3470793" y="1385288"/>
                  </a:lnTo>
                  <a:lnTo>
                    <a:pt x="3471638" y="1374208"/>
                  </a:lnTo>
                  <a:lnTo>
                    <a:pt x="3472483" y="1347172"/>
                  </a:lnTo>
                  <a:lnTo>
                    <a:pt x="3473328" y="1356978"/>
                  </a:lnTo>
                  <a:lnTo>
                    <a:pt x="3474173" y="1354151"/>
                  </a:lnTo>
                  <a:lnTo>
                    <a:pt x="3475018" y="1518765"/>
                  </a:lnTo>
                  <a:lnTo>
                    <a:pt x="3475863" y="1518765"/>
                  </a:lnTo>
                  <a:lnTo>
                    <a:pt x="3476709" y="1518765"/>
                  </a:lnTo>
                  <a:lnTo>
                    <a:pt x="3477554" y="1400364"/>
                  </a:lnTo>
                  <a:lnTo>
                    <a:pt x="3478399" y="1404219"/>
                  </a:lnTo>
                  <a:lnTo>
                    <a:pt x="3479244" y="1518765"/>
                  </a:lnTo>
                  <a:lnTo>
                    <a:pt x="3480089" y="1427792"/>
                  </a:lnTo>
                  <a:lnTo>
                    <a:pt x="3480934" y="1518765"/>
                  </a:lnTo>
                  <a:lnTo>
                    <a:pt x="3481779" y="1518765"/>
                  </a:lnTo>
                  <a:lnTo>
                    <a:pt x="3482624" y="1518765"/>
                  </a:lnTo>
                  <a:lnTo>
                    <a:pt x="3483469" y="1483983"/>
                  </a:lnTo>
                  <a:lnTo>
                    <a:pt x="3484314" y="1472525"/>
                  </a:lnTo>
                  <a:lnTo>
                    <a:pt x="3485159" y="1468413"/>
                  </a:lnTo>
                  <a:lnTo>
                    <a:pt x="3486005" y="1451750"/>
                  </a:lnTo>
                  <a:lnTo>
                    <a:pt x="3486850" y="1458218"/>
                  </a:lnTo>
                  <a:lnTo>
                    <a:pt x="3487695" y="1466776"/>
                  </a:lnTo>
                  <a:lnTo>
                    <a:pt x="3488540" y="1455104"/>
                  </a:lnTo>
                  <a:lnTo>
                    <a:pt x="3489385" y="1442101"/>
                  </a:lnTo>
                  <a:lnTo>
                    <a:pt x="3490230" y="1447105"/>
                  </a:lnTo>
                  <a:lnTo>
                    <a:pt x="3491075" y="1449155"/>
                  </a:lnTo>
                  <a:lnTo>
                    <a:pt x="3491920" y="1456365"/>
                  </a:lnTo>
                  <a:lnTo>
                    <a:pt x="3492765" y="1436870"/>
                  </a:lnTo>
                  <a:lnTo>
                    <a:pt x="3493610" y="1433284"/>
                  </a:lnTo>
                  <a:lnTo>
                    <a:pt x="3494455" y="1430757"/>
                  </a:lnTo>
                  <a:lnTo>
                    <a:pt x="3495301" y="1437073"/>
                  </a:lnTo>
                  <a:lnTo>
                    <a:pt x="3496146" y="1441071"/>
                  </a:lnTo>
                  <a:lnTo>
                    <a:pt x="3496991" y="1447785"/>
                  </a:lnTo>
                  <a:lnTo>
                    <a:pt x="3497836" y="1459352"/>
                  </a:lnTo>
                  <a:lnTo>
                    <a:pt x="3498681" y="1461916"/>
                  </a:lnTo>
                  <a:lnTo>
                    <a:pt x="3499526" y="1460967"/>
                  </a:lnTo>
                  <a:lnTo>
                    <a:pt x="3500371" y="1440407"/>
                  </a:lnTo>
                  <a:lnTo>
                    <a:pt x="3501216" y="1446602"/>
                  </a:lnTo>
                  <a:lnTo>
                    <a:pt x="3502061" y="1439709"/>
                  </a:lnTo>
                  <a:lnTo>
                    <a:pt x="3502906" y="1450032"/>
                  </a:lnTo>
                  <a:lnTo>
                    <a:pt x="3503751" y="1471754"/>
                  </a:lnTo>
                  <a:lnTo>
                    <a:pt x="3504597" y="1469990"/>
                  </a:lnTo>
                  <a:lnTo>
                    <a:pt x="3505442" y="1461532"/>
                  </a:lnTo>
                  <a:lnTo>
                    <a:pt x="3506287" y="1461661"/>
                  </a:lnTo>
                  <a:lnTo>
                    <a:pt x="3507132" y="1471349"/>
                  </a:lnTo>
                  <a:lnTo>
                    <a:pt x="3507977" y="1478081"/>
                  </a:lnTo>
                  <a:lnTo>
                    <a:pt x="3508822" y="1518765"/>
                  </a:lnTo>
                  <a:lnTo>
                    <a:pt x="3509667" y="1471267"/>
                  </a:lnTo>
                  <a:lnTo>
                    <a:pt x="3510512" y="1482534"/>
                  </a:lnTo>
                  <a:lnTo>
                    <a:pt x="3511357" y="1481175"/>
                  </a:lnTo>
                  <a:lnTo>
                    <a:pt x="3512202" y="1489785"/>
                  </a:lnTo>
                  <a:lnTo>
                    <a:pt x="3513047" y="1518765"/>
                  </a:lnTo>
                  <a:lnTo>
                    <a:pt x="3513893" y="1518765"/>
                  </a:lnTo>
                  <a:lnTo>
                    <a:pt x="3514738" y="1483288"/>
                  </a:lnTo>
                  <a:lnTo>
                    <a:pt x="3515583" y="1482126"/>
                  </a:lnTo>
                  <a:lnTo>
                    <a:pt x="3516428" y="1484624"/>
                  </a:lnTo>
                  <a:lnTo>
                    <a:pt x="3517273" y="1474386"/>
                  </a:lnTo>
                  <a:lnTo>
                    <a:pt x="3518118" y="1481680"/>
                  </a:lnTo>
                  <a:lnTo>
                    <a:pt x="3518963" y="1468751"/>
                  </a:lnTo>
                  <a:lnTo>
                    <a:pt x="3519808" y="1446501"/>
                  </a:lnTo>
                  <a:lnTo>
                    <a:pt x="3520653" y="1447078"/>
                  </a:lnTo>
                  <a:lnTo>
                    <a:pt x="3521498" y="1431317"/>
                  </a:lnTo>
                  <a:lnTo>
                    <a:pt x="3522343" y="1437421"/>
                  </a:lnTo>
                  <a:lnTo>
                    <a:pt x="3523189" y="1420205"/>
                  </a:lnTo>
                  <a:lnTo>
                    <a:pt x="3524034" y="1417638"/>
                  </a:lnTo>
                  <a:lnTo>
                    <a:pt x="3524879" y="1443223"/>
                  </a:lnTo>
                  <a:lnTo>
                    <a:pt x="3525724" y="1466726"/>
                  </a:lnTo>
                  <a:lnTo>
                    <a:pt x="3526569" y="1486577"/>
                  </a:lnTo>
                  <a:lnTo>
                    <a:pt x="3527414" y="1481761"/>
                  </a:lnTo>
                  <a:lnTo>
                    <a:pt x="3528259" y="1493282"/>
                  </a:lnTo>
                  <a:lnTo>
                    <a:pt x="3529104" y="1491294"/>
                  </a:lnTo>
                  <a:lnTo>
                    <a:pt x="3529949" y="1485200"/>
                  </a:lnTo>
                  <a:lnTo>
                    <a:pt x="3530794" y="1489855"/>
                  </a:lnTo>
                  <a:lnTo>
                    <a:pt x="3531640" y="1484756"/>
                  </a:lnTo>
                  <a:lnTo>
                    <a:pt x="3532485" y="1464900"/>
                  </a:lnTo>
                  <a:lnTo>
                    <a:pt x="3533330" y="1518765"/>
                  </a:lnTo>
                  <a:lnTo>
                    <a:pt x="3534175" y="1440896"/>
                  </a:lnTo>
                  <a:lnTo>
                    <a:pt x="3535020" y="1453200"/>
                  </a:lnTo>
                  <a:lnTo>
                    <a:pt x="3535865" y="1465390"/>
                  </a:lnTo>
                  <a:lnTo>
                    <a:pt x="3536710" y="1438009"/>
                  </a:lnTo>
                  <a:lnTo>
                    <a:pt x="3537555" y="1518765"/>
                  </a:lnTo>
                  <a:lnTo>
                    <a:pt x="3538400" y="1518765"/>
                  </a:lnTo>
                  <a:lnTo>
                    <a:pt x="3539245" y="1432401"/>
                  </a:lnTo>
                  <a:lnTo>
                    <a:pt x="3540090" y="1437811"/>
                  </a:lnTo>
                  <a:lnTo>
                    <a:pt x="3540936" y="1429123"/>
                  </a:lnTo>
                  <a:lnTo>
                    <a:pt x="3541781" y="1436017"/>
                  </a:lnTo>
                  <a:lnTo>
                    <a:pt x="3542626" y="1453134"/>
                  </a:lnTo>
                  <a:lnTo>
                    <a:pt x="3543471" y="1518765"/>
                  </a:lnTo>
                  <a:lnTo>
                    <a:pt x="3544316" y="1518765"/>
                  </a:lnTo>
                  <a:lnTo>
                    <a:pt x="3545161" y="1518765"/>
                  </a:lnTo>
                  <a:lnTo>
                    <a:pt x="3546006" y="1518765"/>
                  </a:lnTo>
                  <a:lnTo>
                    <a:pt x="3546851" y="1480960"/>
                  </a:lnTo>
                  <a:lnTo>
                    <a:pt x="3547696" y="1471582"/>
                  </a:lnTo>
                  <a:lnTo>
                    <a:pt x="3548541" y="1480233"/>
                  </a:lnTo>
                  <a:lnTo>
                    <a:pt x="3549386" y="1473760"/>
                  </a:lnTo>
                  <a:lnTo>
                    <a:pt x="3550232" y="1474934"/>
                  </a:lnTo>
                  <a:lnTo>
                    <a:pt x="3551077" y="1472852"/>
                  </a:lnTo>
                  <a:lnTo>
                    <a:pt x="3551922" y="1453855"/>
                  </a:lnTo>
                  <a:lnTo>
                    <a:pt x="3552767" y="1416059"/>
                  </a:lnTo>
                  <a:lnTo>
                    <a:pt x="3553612" y="1426974"/>
                  </a:lnTo>
                  <a:lnTo>
                    <a:pt x="3554457" y="1463333"/>
                  </a:lnTo>
                  <a:lnTo>
                    <a:pt x="3555302" y="1475475"/>
                  </a:lnTo>
                  <a:lnTo>
                    <a:pt x="3556147" y="1479694"/>
                  </a:lnTo>
                  <a:lnTo>
                    <a:pt x="3556992" y="1495918"/>
                  </a:lnTo>
                  <a:lnTo>
                    <a:pt x="3557837" y="1474154"/>
                  </a:lnTo>
                  <a:lnTo>
                    <a:pt x="3558682" y="1486560"/>
                  </a:lnTo>
                  <a:lnTo>
                    <a:pt x="3559528" y="1461655"/>
                  </a:lnTo>
                  <a:lnTo>
                    <a:pt x="3560373" y="1441147"/>
                  </a:lnTo>
                  <a:lnTo>
                    <a:pt x="3561218" y="1446487"/>
                  </a:lnTo>
                  <a:lnTo>
                    <a:pt x="3562063" y="1455741"/>
                  </a:lnTo>
                  <a:lnTo>
                    <a:pt x="3562908" y="1466616"/>
                  </a:lnTo>
                  <a:lnTo>
                    <a:pt x="3563753" y="1443227"/>
                  </a:lnTo>
                  <a:lnTo>
                    <a:pt x="3564598" y="1456929"/>
                  </a:lnTo>
                  <a:lnTo>
                    <a:pt x="3565443" y="1455893"/>
                  </a:lnTo>
                  <a:lnTo>
                    <a:pt x="3566288" y="1448399"/>
                  </a:lnTo>
                  <a:lnTo>
                    <a:pt x="3567133" y="1435790"/>
                  </a:lnTo>
                  <a:lnTo>
                    <a:pt x="3567978" y="1411213"/>
                  </a:lnTo>
                  <a:lnTo>
                    <a:pt x="3568824" y="1411659"/>
                  </a:lnTo>
                  <a:lnTo>
                    <a:pt x="3569669" y="1398500"/>
                  </a:lnTo>
                  <a:lnTo>
                    <a:pt x="3570514" y="1384735"/>
                  </a:lnTo>
                  <a:lnTo>
                    <a:pt x="3571359" y="1359626"/>
                  </a:lnTo>
                  <a:lnTo>
                    <a:pt x="3572204" y="1518765"/>
                  </a:lnTo>
                  <a:lnTo>
                    <a:pt x="3573049" y="1518765"/>
                  </a:lnTo>
                  <a:lnTo>
                    <a:pt x="3573894" y="1518765"/>
                  </a:lnTo>
                  <a:lnTo>
                    <a:pt x="3574739" y="1360003"/>
                  </a:lnTo>
                  <a:lnTo>
                    <a:pt x="3575584" y="1366056"/>
                  </a:lnTo>
                  <a:lnTo>
                    <a:pt x="3576429" y="1358496"/>
                  </a:lnTo>
                  <a:lnTo>
                    <a:pt x="3577274" y="1518765"/>
                  </a:lnTo>
                  <a:lnTo>
                    <a:pt x="3578120" y="1518765"/>
                  </a:lnTo>
                  <a:lnTo>
                    <a:pt x="3578965" y="1518765"/>
                  </a:lnTo>
                  <a:lnTo>
                    <a:pt x="3579810" y="1399873"/>
                  </a:lnTo>
                  <a:lnTo>
                    <a:pt x="3580655" y="1404323"/>
                  </a:lnTo>
                  <a:lnTo>
                    <a:pt x="3581500" y="1518765"/>
                  </a:lnTo>
                  <a:lnTo>
                    <a:pt x="3582345" y="1415941"/>
                  </a:lnTo>
                  <a:lnTo>
                    <a:pt x="3583190" y="1413223"/>
                  </a:lnTo>
                  <a:lnTo>
                    <a:pt x="3584035" y="1430115"/>
                  </a:lnTo>
                  <a:lnTo>
                    <a:pt x="3584880" y="1426894"/>
                  </a:lnTo>
                  <a:lnTo>
                    <a:pt x="3585725" y="1434430"/>
                  </a:lnTo>
                  <a:lnTo>
                    <a:pt x="3586570" y="1427670"/>
                  </a:lnTo>
                  <a:lnTo>
                    <a:pt x="3587416" y="1431156"/>
                  </a:lnTo>
                  <a:lnTo>
                    <a:pt x="3588261" y="1421488"/>
                  </a:lnTo>
                  <a:lnTo>
                    <a:pt x="3589106" y="1410948"/>
                  </a:lnTo>
                  <a:lnTo>
                    <a:pt x="3589951" y="1409499"/>
                  </a:lnTo>
                  <a:lnTo>
                    <a:pt x="3590796" y="1389651"/>
                  </a:lnTo>
                  <a:lnTo>
                    <a:pt x="3591641" y="1379682"/>
                  </a:lnTo>
                  <a:lnTo>
                    <a:pt x="3592486" y="1381295"/>
                  </a:lnTo>
                  <a:lnTo>
                    <a:pt x="3593331" y="1385990"/>
                  </a:lnTo>
                  <a:lnTo>
                    <a:pt x="3594176" y="1409728"/>
                  </a:lnTo>
                  <a:lnTo>
                    <a:pt x="3595021" y="1518765"/>
                  </a:lnTo>
                  <a:lnTo>
                    <a:pt x="3595867" y="1518765"/>
                  </a:lnTo>
                  <a:lnTo>
                    <a:pt x="3596712" y="1441212"/>
                  </a:lnTo>
                  <a:lnTo>
                    <a:pt x="3597557" y="1431719"/>
                  </a:lnTo>
                  <a:lnTo>
                    <a:pt x="3598402" y="1441875"/>
                  </a:lnTo>
                  <a:lnTo>
                    <a:pt x="3599247" y="1439998"/>
                  </a:lnTo>
                  <a:lnTo>
                    <a:pt x="3600092" y="1434949"/>
                  </a:lnTo>
                  <a:lnTo>
                    <a:pt x="3600937" y="1445081"/>
                  </a:lnTo>
                  <a:lnTo>
                    <a:pt x="3601782" y="1450135"/>
                  </a:lnTo>
                  <a:lnTo>
                    <a:pt x="3602627" y="1451664"/>
                  </a:lnTo>
                  <a:lnTo>
                    <a:pt x="3603472" y="1518765"/>
                  </a:lnTo>
                  <a:lnTo>
                    <a:pt x="3604317" y="1518765"/>
                  </a:lnTo>
                  <a:lnTo>
                    <a:pt x="3605163" y="1518765"/>
                  </a:lnTo>
                  <a:lnTo>
                    <a:pt x="3606008" y="1518765"/>
                  </a:lnTo>
                  <a:lnTo>
                    <a:pt x="3606853" y="1518765"/>
                  </a:lnTo>
                  <a:lnTo>
                    <a:pt x="3607698" y="1518765"/>
                  </a:lnTo>
                  <a:lnTo>
                    <a:pt x="3608543" y="1518765"/>
                  </a:lnTo>
                  <a:lnTo>
                    <a:pt x="3609388" y="1518765"/>
                  </a:lnTo>
                  <a:lnTo>
                    <a:pt x="3610233" y="1518765"/>
                  </a:lnTo>
                  <a:lnTo>
                    <a:pt x="3611078" y="1518765"/>
                  </a:lnTo>
                  <a:lnTo>
                    <a:pt x="3611923" y="1518765"/>
                  </a:lnTo>
                  <a:lnTo>
                    <a:pt x="3612768" y="1518765"/>
                  </a:lnTo>
                  <a:lnTo>
                    <a:pt x="3613613" y="1518765"/>
                  </a:lnTo>
                  <a:lnTo>
                    <a:pt x="3614459" y="1518765"/>
                  </a:lnTo>
                  <a:lnTo>
                    <a:pt x="3615304" y="1518765"/>
                  </a:lnTo>
                  <a:lnTo>
                    <a:pt x="3616149" y="1518765"/>
                  </a:lnTo>
                  <a:lnTo>
                    <a:pt x="3616994" y="1518765"/>
                  </a:lnTo>
                  <a:lnTo>
                    <a:pt x="3617839" y="1518765"/>
                  </a:lnTo>
                  <a:lnTo>
                    <a:pt x="3618684" y="1518765"/>
                  </a:lnTo>
                  <a:lnTo>
                    <a:pt x="3619529" y="1518765"/>
                  </a:lnTo>
                  <a:lnTo>
                    <a:pt x="3620374" y="1518765"/>
                  </a:lnTo>
                  <a:lnTo>
                    <a:pt x="3621219" y="1518765"/>
                  </a:lnTo>
                  <a:lnTo>
                    <a:pt x="3622064" y="1518765"/>
                  </a:lnTo>
                  <a:lnTo>
                    <a:pt x="3622909" y="1518765"/>
                  </a:lnTo>
                  <a:lnTo>
                    <a:pt x="3623755" y="1518765"/>
                  </a:lnTo>
                  <a:lnTo>
                    <a:pt x="3624600" y="1518765"/>
                  </a:lnTo>
                  <a:lnTo>
                    <a:pt x="3625445" y="1518765"/>
                  </a:lnTo>
                  <a:lnTo>
                    <a:pt x="3626290" y="1518765"/>
                  </a:lnTo>
                  <a:lnTo>
                    <a:pt x="3627135" y="1518765"/>
                  </a:lnTo>
                  <a:lnTo>
                    <a:pt x="3627980" y="1518765"/>
                  </a:lnTo>
                  <a:lnTo>
                    <a:pt x="3628825" y="1518765"/>
                  </a:lnTo>
                  <a:lnTo>
                    <a:pt x="3629670" y="1518765"/>
                  </a:lnTo>
                  <a:lnTo>
                    <a:pt x="3630515" y="1518765"/>
                  </a:lnTo>
                  <a:lnTo>
                    <a:pt x="3631360" y="1518765"/>
                  </a:lnTo>
                  <a:lnTo>
                    <a:pt x="3632205" y="1518765"/>
                  </a:lnTo>
                  <a:lnTo>
                    <a:pt x="3633051" y="1518765"/>
                  </a:lnTo>
                  <a:lnTo>
                    <a:pt x="3633896" y="1518765"/>
                  </a:lnTo>
                  <a:lnTo>
                    <a:pt x="3634741" y="1518765"/>
                  </a:lnTo>
                  <a:lnTo>
                    <a:pt x="3635586" y="1518765"/>
                  </a:lnTo>
                  <a:lnTo>
                    <a:pt x="3636431" y="1518765"/>
                  </a:lnTo>
                  <a:lnTo>
                    <a:pt x="3637276" y="1518765"/>
                  </a:lnTo>
                  <a:lnTo>
                    <a:pt x="3638121" y="1518765"/>
                  </a:lnTo>
                  <a:lnTo>
                    <a:pt x="3638966" y="1518765"/>
                  </a:lnTo>
                  <a:lnTo>
                    <a:pt x="3639811" y="1518765"/>
                  </a:lnTo>
                  <a:lnTo>
                    <a:pt x="3640656" y="1518765"/>
                  </a:lnTo>
                  <a:lnTo>
                    <a:pt x="3641501" y="1518765"/>
                  </a:lnTo>
                  <a:lnTo>
                    <a:pt x="3642347" y="1518765"/>
                  </a:lnTo>
                  <a:lnTo>
                    <a:pt x="3643192" y="1518765"/>
                  </a:lnTo>
                  <a:lnTo>
                    <a:pt x="3644037" y="1518765"/>
                  </a:lnTo>
                  <a:lnTo>
                    <a:pt x="3644882" y="1518765"/>
                  </a:lnTo>
                  <a:lnTo>
                    <a:pt x="3645727" y="1518765"/>
                  </a:lnTo>
                  <a:lnTo>
                    <a:pt x="3646572" y="1518765"/>
                  </a:lnTo>
                  <a:lnTo>
                    <a:pt x="3647417" y="1518765"/>
                  </a:lnTo>
                  <a:lnTo>
                    <a:pt x="3648262" y="1518765"/>
                  </a:lnTo>
                  <a:lnTo>
                    <a:pt x="3649107" y="1518765"/>
                  </a:lnTo>
                  <a:lnTo>
                    <a:pt x="3649952" y="1518765"/>
                  </a:lnTo>
                  <a:lnTo>
                    <a:pt x="3650797" y="1518765"/>
                  </a:lnTo>
                  <a:lnTo>
                    <a:pt x="3651643" y="1518765"/>
                  </a:lnTo>
                  <a:lnTo>
                    <a:pt x="3652488" y="1518765"/>
                  </a:lnTo>
                  <a:lnTo>
                    <a:pt x="3653333" y="1518765"/>
                  </a:lnTo>
                  <a:lnTo>
                    <a:pt x="3654178" y="1518765"/>
                  </a:lnTo>
                  <a:lnTo>
                    <a:pt x="3655023" y="1518765"/>
                  </a:lnTo>
                  <a:lnTo>
                    <a:pt x="3655868" y="1518765"/>
                  </a:lnTo>
                  <a:lnTo>
                    <a:pt x="3656713" y="1518765"/>
                  </a:lnTo>
                  <a:lnTo>
                    <a:pt x="3657558" y="1518765"/>
                  </a:lnTo>
                  <a:lnTo>
                    <a:pt x="3658403" y="1518765"/>
                  </a:lnTo>
                  <a:lnTo>
                    <a:pt x="3659248" y="1518765"/>
                  </a:lnTo>
                  <a:lnTo>
                    <a:pt x="3660094" y="1518765"/>
                  </a:lnTo>
                  <a:lnTo>
                    <a:pt x="3660939" y="1518765"/>
                  </a:lnTo>
                  <a:lnTo>
                    <a:pt x="3661784" y="1518765"/>
                  </a:lnTo>
                  <a:lnTo>
                    <a:pt x="3662629" y="1518765"/>
                  </a:lnTo>
                  <a:lnTo>
                    <a:pt x="3663474" y="1518765"/>
                  </a:lnTo>
                  <a:lnTo>
                    <a:pt x="3664319" y="1518765"/>
                  </a:lnTo>
                  <a:lnTo>
                    <a:pt x="3665164" y="1518765"/>
                  </a:lnTo>
                  <a:lnTo>
                    <a:pt x="3666009" y="1518765"/>
                  </a:lnTo>
                  <a:lnTo>
                    <a:pt x="3666854" y="1518765"/>
                  </a:lnTo>
                  <a:lnTo>
                    <a:pt x="3667699" y="1518765"/>
                  </a:lnTo>
                  <a:lnTo>
                    <a:pt x="3668544" y="1518765"/>
                  </a:lnTo>
                  <a:lnTo>
                    <a:pt x="3669390" y="1518765"/>
                  </a:lnTo>
                  <a:lnTo>
                    <a:pt x="3670235" y="1518765"/>
                  </a:lnTo>
                  <a:lnTo>
                    <a:pt x="3671080" y="1518765"/>
                  </a:lnTo>
                  <a:lnTo>
                    <a:pt x="3671925" y="1518765"/>
                  </a:lnTo>
                  <a:lnTo>
                    <a:pt x="3672770" y="1518765"/>
                  </a:lnTo>
                  <a:lnTo>
                    <a:pt x="3673615" y="1518765"/>
                  </a:lnTo>
                  <a:lnTo>
                    <a:pt x="3674460" y="1418742"/>
                  </a:lnTo>
                  <a:lnTo>
                    <a:pt x="3675305" y="1445931"/>
                  </a:lnTo>
                  <a:lnTo>
                    <a:pt x="3676150" y="1469136"/>
                  </a:lnTo>
                  <a:lnTo>
                    <a:pt x="3676995" y="1477965"/>
                  </a:lnTo>
                  <a:lnTo>
                    <a:pt x="3677840" y="1489360"/>
                  </a:lnTo>
                  <a:lnTo>
                    <a:pt x="3678686" y="1497106"/>
                  </a:lnTo>
                  <a:lnTo>
                    <a:pt x="3679531" y="1518765"/>
                  </a:lnTo>
                  <a:lnTo>
                    <a:pt x="3680376" y="1518765"/>
                  </a:lnTo>
                  <a:lnTo>
                    <a:pt x="3681221" y="1478973"/>
                  </a:lnTo>
                  <a:lnTo>
                    <a:pt x="3682066" y="1460606"/>
                  </a:lnTo>
                  <a:lnTo>
                    <a:pt x="3682911" y="1464983"/>
                  </a:lnTo>
                  <a:lnTo>
                    <a:pt x="3683756" y="1459654"/>
                  </a:lnTo>
                  <a:lnTo>
                    <a:pt x="3684601" y="1469157"/>
                  </a:lnTo>
                  <a:lnTo>
                    <a:pt x="3685446" y="1461487"/>
                  </a:lnTo>
                  <a:lnTo>
                    <a:pt x="3686291" y="1452203"/>
                  </a:lnTo>
                  <a:lnTo>
                    <a:pt x="3687136" y="1449535"/>
                  </a:lnTo>
                  <a:lnTo>
                    <a:pt x="3687982" y="1518765"/>
                  </a:lnTo>
                  <a:lnTo>
                    <a:pt x="3688827" y="1518765"/>
                  </a:lnTo>
                  <a:lnTo>
                    <a:pt x="3689672" y="1442568"/>
                  </a:lnTo>
                  <a:lnTo>
                    <a:pt x="3690517" y="1518765"/>
                  </a:lnTo>
                  <a:lnTo>
                    <a:pt x="3691362" y="1461332"/>
                  </a:lnTo>
                  <a:lnTo>
                    <a:pt x="3692207" y="1467398"/>
                  </a:lnTo>
                  <a:lnTo>
                    <a:pt x="3693052" y="1468474"/>
                  </a:lnTo>
                  <a:lnTo>
                    <a:pt x="3693897" y="1468001"/>
                  </a:lnTo>
                  <a:lnTo>
                    <a:pt x="3694742" y="1482333"/>
                  </a:lnTo>
                  <a:lnTo>
                    <a:pt x="3695587" y="1495016"/>
                  </a:lnTo>
                  <a:lnTo>
                    <a:pt x="3696432" y="1502184"/>
                  </a:lnTo>
                  <a:lnTo>
                    <a:pt x="3697278" y="1505875"/>
                  </a:lnTo>
                  <a:lnTo>
                    <a:pt x="3698123" y="1505729"/>
                  </a:lnTo>
                  <a:lnTo>
                    <a:pt x="3698968" y="1495106"/>
                  </a:lnTo>
                  <a:lnTo>
                    <a:pt x="3699813" y="1492803"/>
                  </a:lnTo>
                  <a:lnTo>
                    <a:pt x="3700658" y="1489250"/>
                  </a:lnTo>
                  <a:lnTo>
                    <a:pt x="3701503" y="1492258"/>
                  </a:lnTo>
                  <a:lnTo>
                    <a:pt x="3702348" y="1506991"/>
                  </a:lnTo>
                  <a:lnTo>
                    <a:pt x="3703193" y="1508511"/>
                  </a:lnTo>
                  <a:lnTo>
                    <a:pt x="3704038" y="1518765"/>
                  </a:lnTo>
                  <a:lnTo>
                    <a:pt x="3704883" y="1518765"/>
                  </a:lnTo>
                  <a:lnTo>
                    <a:pt x="3705728" y="1515278"/>
                  </a:lnTo>
                  <a:lnTo>
                    <a:pt x="3706574" y="1506490"/>
                  </a:lnTo>
                  <a:lnTo>
                    <a:pt x="3707419" y="1503591"/>
                  </a:lnTo>
                  <a:lnTo>
                    <a:pt x="3708264" y="1499119"/>
                  </a:lnTo>
                  <a:lnTo>
                    <a:pt x="3709109" y="1488481"/>
                  </a:lnTo>
                  <a:lnTo>
                    <a:pt x="3709954" y="1473673"/>
                  </a:lnTo>
                  <a:lnTo>
                    <a:pt x="3710799" y="1467120"/>
                  </a:lnTo>
                  <a:lnTo>
                    <a:pt x="3711644" y="1465935"/>
                  </a:lnTo>
                  <a:lnTo>
                    <a:pt x="3712489" y="1463083"/>
                  </a:lnTo>
                  <a:lnTo>
                    <a:pt x="3713334" y="1462939"/>
                  </a:lnTo>
                  <a:lnTo>
                    <a:pt x="3714179" y="1462759"/>
                  </a:lnTo>
                  <a:lnTo>
                    <a:pt x="3715024" y="1464348"/>
                  </a:lnTo>
                  <a:lnTo>
                    <a:pt x="3715870" y="1469921"/>
                  </a:lnTo>
                  <a:lnTo>
                    <a:pt x="3716715" y="1466437"/>
                  </a:lnTo>
                  <a:lnTo>
                    <a:pt x="3717560" y="1475370"/>
                  </a:lnTo>
                  <a:lnTo>
                    <a:pt x="3718405" y="1480032"/>
                  </a:lnTo>
                  <a:lnTo>
                    <a:pt x="3719250" y="1472855"/>
                  </a:lnTo>
                  <a:lnTo>
                    <a:pt x="3720095" y="1469779"/>
                  </a:lnTo>
                  <a:lnTo>
                    <a:pt x="3720940" y="1466783"/>
                  </a:lnTo>
                  <a:lnTo>
                    <a:pt x="3721785" y="1493624"/>
                  </a:lnTo>
                  <a:lnTo>
                    <a:pt x="3722630" y="1497831"/>
                  </a:lnTo>
                  <a:lnTo>
                    <a:pt x="3723475" y="1500062"/>
                  </a:lnTo>
                  <a:lnTo>
                    <a:pt x="3724321" y="1502960"/>
                  </a:lnTo>
                  <a:lnTo>
                    <a:pt x="3725166" y="1504852"/>
                  </a:lnTo>
                  <a:lnTo>
                    <a:pt x="3726011" y="1497241"/>
                  </a:lnTo>
                  <a:lnTo>
                    <a:pt x="3726856" y="1485371"/>
                  </a:lnTo>
                  <a:lnTo>
                    <a:pt x="3727701" y="1477354"/>
                  </a:lnTo>
                  <a:lnTo>
                    <a:pt x="3728546" y="1487877"/>
                  </a:lnTo>
                  <a:lnTo>
                    <a:pt x="3729391" y="1492456"/>
                  </a:lnTo>
                  <a:lnTo>
                    <a:pt x="3730236" y="1518765"/>
                  </a:lnTo>
                  <a:lnTo>
                    <a:pt x="3731081" y="1518765"/>
                  </a:lnTo>
                  <a:lnTo>
                    <a:pt x="3731926" y="1518765"/>
                  </a:lnTo>
                  <a:lnTo>
                    <a:pt x="3732771" y="1480583"/>
                  </a:lnTo>
                  <a:lnTo>
                    <a:pt x="3733617" y="1490970"/>
                  </a:lnTo>
                  <a:lnTo>
                    <a:pt x="3734462" y="1495992"/>
                  </a:lnTo>
                  <a:lnTo>
                    <a:pt x="3735307" y="1497985"/>
                  </a:lnTo>
                  <a:lnTo>
                    <a:pt x="3736152" y="1493191"/>
                  </a:lnTo>
                  <a:lnTo>
                    <a:pt x="3736997" y="1482797"/>
                  </a:lnTo>
                  <a:lnTo>
                    <a:pt x="3737842" y="1484825"/>
                  </a:lnTo>
                  <a:lnTo>
                    <a:pt x="3738687" y="1495571"/>
                  </a:lnTo>
                  <a:lnTo>
                    <a:pt x="3739532" y="1491427"/>
                  </a:lnTo>
                  <a:lnTo>
                    <a:pt x="3740377" y="1518765"/>
                  </a:lnTo>
                  <a:lnTo>
                    <a:pt x="3741222" y="1518765"/>
                  </a:lnTo>
                  <a:lnTo>
                    <a:pt x="3742067" y="1501390"/>
                  </a:lnTo>
                  <a:lnTo>
                    <a:pt x="3742913" y="1508207"/>
                  </a:lnTo>
                  <a:lnTo>
                    <a:pt x="3743758" y="1500052"/>
                  </a:lnTo>
                  <a:lnTo>
                    <a:pt x="3744603" y="1508588"/>
                  </a:lnTo>
                  <a:lnTo>
                    <a:pt x="3745448" y="1504106"/>
                  </a:lnTo>
                  <a:lnTo>
                    <a:pt x="3746293" y="1510613"/>
                  </a:lnTo>
                  <a:lnTo>
                    <a:pt x="3747138" y="1500445"/>
                  </a:lnTo>
                  <a:lnTo>
                    <a:pt x="3747983" y="1486906"/>
                  </a:lnTo>
                  <a:lnTo>
                    <a:pt x="3748828" y="1481339"/>
                  </a:lnTo>
                  <a:lnTo>
                    <a:pt x="3749673" y="1476067"/>
                  </a:lnTo>
                  <a:lnTo>
                    <a:pt x="3750518" y="1518765"/>
                  </a:lnTo>
                  <a:lnTo>
                    <a:pt x="3751363" y="1518765"/>
                  </a:lnTo>
                  <a:lnTo>
                    <a:pt x="3752209" y="1486359"/>
                  </a:lnTo>
                  <a:lnTo>
                    <a:pt x="3753054" y="1482952"/>
                  </a:lnTo>
                  <a:lnTo>
                    <a:pt x="3753899" y="1479861"/>
                  </a:lnTo>
                  <a:lnTo>
                    <a:pt x="3754744" y="1492426"/>
                  </a:lnTo>
                  <a:lnTo>
                    <a:pt x="3755589" y="1483422"/>
                  </a:lnTo>
                  <a:lnTo>
                    <a:pt x="3756434" y="1457931"/>
                  </a:lnTo>
                  <a:lnTo>
                    <a:pt x="3757279" y="1453213"/>
                  </a:lnTo>
                  <a:lnTo>
                    <a:pt x="3758124" y="1473261"/>
                  </a:lnTo>
                  <a:lnTo>
                    <a:pt x="3758969" y="1496636"/>
                  </a:lnTo>
                  <a:lnTo>
                    <a:pt x="3759814" y="1518765"/>
                  </a:lnTo>
                  <a:lnTo>
                    <a:pt x="3760659" y="1518765"/>
                  </a:lnTo>
                  <a:lnTo>
                    <a:pt x="3761505" y="1474586"/>
                  </a:lnTo>
                  <a:lnTo>
                    <a:pt x="3762350" y="1474481"/>
                  </a:lnTo>
                  <a:lnTo>
                    <a:pt x="3763195" y="1473276"/>
                  </a:lnTo>
                  <a:lnTo>
                    <a:pt x="3764040" y="1475911"/>
                  </a:lnTo>
                  <a:lnTo>
                    <a:pt x="3764885" y="1453476"/>
                  </a:lnTo>
                  <a:lnTo>
                    <a:pt x="3765730" y="1446399"/>
                  </a:lnTo>
                  <a:lnTo>
                    <a:pt x="3766575" y="1462018"/>
                  </a:lnTo>
                  <a:lnTo>
                    <a:pt x="3767420" y="1457973"/>
                  </a:lnTo>
                  <a:lnTo>
                    <a:pt x="3768265" y="1478717"/>
                  </a:lnTo>
                  <a:lnTo>
                    <a:pt x="3769110" y="1486768"/>
                  </a:lnTo>
                  <a:lnTo>
                    <a:pt x="3769955" y="1497790"/>
                  </a:lnTo>
                  <a:lnTo>
                    <a:pt x="3770801" y="1518765"/>
                  </a:lnTo>
                  <a:lnTo>
                    <a:pt x="3771646" y="1487867"/>
                  </a:lnTo>
                  <a:lnTo>
                    <a:pt x="3772491" y="1488979"/>
                  </a:lnTo>
                  <a:lnTo>
                    <a:pt x="3773336" y="1489740"/>
                  </a:lnTo>
                  <a:lnTo>
                    <a:pt x="3774181" y="1475888"/>
                  </a:lnTo>
                  <a:lnTo>
                    <a:pt x="3775026" y="1518765"/>
                  </a:lnTo>
                  <a:lnTo>
                    <a:pt x="3775871" y="1518765"/>
                  </a:lnTo>
                  <a:lnTo>
                    <a:pt x="3776716" y="1499328"/>
                  </a:lnTo>
                  <a:lnTo>
                    <a:pt x="3777561" y="1502521"/>
                  </a:lnTo>
                  <a:lnTo>
                    <a:pt x="3778406" y="1497313"/>
                  </a:lnTo>
                  <a:lnTo>
                    <a:pt x="3779251" y="1485699"/>
                  </a:lnTo>
                  <a:lnTo>
                    <a:pt x="3780097" y="1518765"/>
                  </a:lnTo>
                  <a:lnTo>
                    <a:pt x="3780942" y="1487907"/>
                  </a:lnTo>
                  <a:lnTo>
                    <a:pt x="3781787" y="1518765"/>
                  </a:lnTo>
                  <a:lnTo>
                    <a:pt x="3782632" y="1518765"/>
                  </a:lnTo>
                  <a:lnTo>
                    <a:pt x="3783477" y="1427274"/>
                  </a:lnTo>
                  <a:lnTo>
                    <a:pt x="3784322" y="1436016"/>
                  </a:lnTo>
                  <a:lnTo>
                    <a:pt x="3785167" y="1421821"/>
                  </a:lnTo>
                  <a:lnTo>
                    <a:pt x="3786012" y="1393483"/>
                  </a:lnTo>
                  <a:lnTo>
                    <a:pt x="3786857" y="1398165"/>
                  </a:lnTo>
                  <a:lnTo>
                    <a:pt x="3787702" y="1426017"/>
                  </a:lnTo>
                  <a:lnTo>
                    <a:pt x="3788548" y="1466811"/>
                  </a:lnTo>
                  <a:lnTo>
                    <a:pt x="3789393" y="1473514"/>
                  </a:lnTo>
                  <a:lnTo>
                    <a:pt x="3790238" y="1466652"/>
                  </a:lnTo>
                  <a:lnTo>
                    <a:pt x="3791083" y="1482168"/>
                  </a:lnTo>
                  <a:lnTo>
                    <a:pt x="3791928" y="1476609"/>
                  </a:lnTo>
                  <a:lnTo>
                    <a:pt x="3792773" y="1463235"/>
                  </a:lnTo>
                  <a:lnTo>
                    <a:pt x="3793618" y="1453831"/>
                  </a:lnTo>
                  <a:lnTo>
                    <a:pt x="3794463" y="1442910"/>
                  </a:lnTo>
                  <a:lnTo>
                    <a:pt x="3795308" y="1459477"/>
                  </a:lnTo>
                  <a:lnTo>
                    <a:pt x="3796153" y="1453422"/>
                  </a:lnTo>
                  <a:lnTo>
                    <a:pt x="3796998" y="1418222"/>
                  </a:lnTo>
                  <a:lnTo>
                    <a:pt x="3797844" y="1419089"/>
                  </a:lnTo>
                  <a:lnTo>
                    <a:pt x="3798689" y="1415518"/>
                  </a:lnTo>
                  <a:lnTo>
                    <a:pt x="3799534" y="1448775"/>
                  </a:lnTo>
                  <a:lnTo>
                    <a:pt x="3800379" y="1441773"/>
                  </a:lnTo>
                  <a:lnTo>
                    <a:pt x="3801224" y="1518765"/>
                  </a:lnTo>
                  <a:lnTo>
                    <a:pt x="3802069" y="1412393"/>
                  </a:lnTo>
                  <a:lnTo>
                    <a:pt x="3802914" y="1393914"/>
                  </a:lnTo>
                  <a:lnTo>
                    <a:pt x="3803759" y="1426244"/>
                  </a:lnTo>
                  <a:lnTo>
                    <a:pt x="3804604" y="1518765"/>
                  </a:lnTo>
                  <a:lnTo>
                    <a:pt x="3805449" y="1438647"/>
                  </a:lnTo>
                  <a:lnTo>
                    <a:pt x="3806294" y="1465513"/>
                  </a:lnTo>
                  <a:lnTo>
                    <a:pt x="3807140" y="1464430"/>
                  </a:lnTo>
                  <a:lnTo>
                    <a:pt x="3807985" y="1464112"/>
                  </a:lnTo>
                  <a:lnTo>
                    <a:pt x="3808830" y="1463172"/>
                  </a:lnTo>
                  <a:lnTo>
                    <a:pt x="3809675" y="1451432"/>
                  </a:lnTo>
                  <a:lnTo>
                    <a:pt x="3810520" y="1463480"/>
                  </a:lnTo>
                  <a:lnTo>
                    <a:pt x="3811365" y="1469279"/>
                  </a:lnTo>
                  <a:lnTo>
                    <a:pt x="3812210" y="1477434"/>
                  </a:lnTo>
                  <a:lnTo>
                    <a:pt x="3813055" y="1480722"/>
                  </a:lnTo>
                  <a:lnTo>
                    <a:pt x="3813900" y="1476278"/>
                  </a:lnTo>
                  <a:lnTo>
                    <a:pt x="3814745" y="1474901"/>
                  </a:lnTo>
                  <a:lnTo>
                    <a:pt x="3815590" y="1470795"/>
                  </a:lnTo>
                  <a:lnTo>
                    <a:pt x="3816436" y="1490708"/>
                  </a:lnTo>
                  <a:lnTo>
                    <a:pt x="3817281" y="1518765"/>
                  </a:lnTo>
                  <a:lnTo>
                    <a:pt x="3818126" y="1518765"/>
                  </a:lnTo>
                  <a:lnTo>
                    <a:pt x="3818971" y="1518765"/>
                  </a:lnTo>
                  <a:lnTo>
                    <a:pt x="3819816" y="1518765"/>
                  </a:lnTo>
                  <a:lnTo>
                    <a:pt x="3820661" y="1518765"/>
                  </a:lnTo>
                  <a:lnTo>
                    <a:pt x="3821506" y="1518765"/>
                  </a:lnTo>
                  <a:lnTo>
                    <a:pt x="3822351" y="1518765"/>
                  </a:lnTo>
                  <a:lnTo>
                    <a:pt x="3823196" y="1518765"/>
                  </a:lnTo>
                  <a:lnTo>
                    <a:pt x="3824041" y="1518765"/>
                  </a:lnTo>
                  <a:lnTo>
                    <a:pt x="3824886" y="1511821"/>
                  </a:lnTo>
                  <a:lnTo>
                    <a:pt x="3825732" y="1505792"/>
                  </a:lnTo>
                  <a:lnTo>
                    <a:pt x="3826577" y="1518765"/>
                  </a:lnTo>
                  <a:lnTo>
                    <a:pt x="3827422" y="1518765"/>
                  </a:lnTo>
                  <a:lnTo>
                    <a:pt x="3828267" y="1518765"/>
                  </a:lnTo>
                  <a:lnTo>
                    <a:pt x="3829112" y="1518765"/>
                  </a:lnTo>
                  <a:lnTo>
                    <a:pt x="3829957" y="1504548"/>
                  </a:lnTo>
                  <a:lnTo>
                    <a:pt x="3830802" y="1518765"/>
                  </a:lnTo>
                  <a:lnTo>
                    <a:pt x="3831647" y="1518765"/>
                  </a:lnTo>
                  <a:lnTo>
                    <a:pt x="3832492" y="1518765"/>
                  </a:lnTo>
                  <a:lnTo>
                    <a:pt x="3833337" y="1477415"/>
                  </a:lnTo>
                  <a:lnTo>
                    <a:pt x="3834182" y="1518765"/>
                  </a:lnTo>
                  <a:lnTo>
                    <a:pt x="3835028" y="1518765"/>
                  </a:lnTo>
                  <a:lnTo>
                    <a:pt x="3835873" y="1518765"/>
                  </a:lnTo>
                  <a:lnTo>
                    <a:pt x="3836718" y="1518765"/>
                  </a:lnTo>
                  <a:lnTo>
                    <a:pt x="3837563" y="1518765"/>
                  </a:lnTo>
                  <a:lnTo>
                    <a:pt x="3838408" y="1518765"/>
                  </a:lnTo>
                  <a:lnTo>
                    <a:pt x="3839253" y="1480298"/>
                  </a:lnTo>
                  <a:lnTo>
                    <a:pt x="3840098" y="1477769"/>
                  </a:lnTo>
                  <a:lnTo>
                    <a:pt x="3840943" y="1518765"/>
                  </a:lnTo>
                  <a:lnTo>
                    <a:pt x="3841788" y="1518765"/>
                  </a:lnTo>
                  <a:lnTo>
                    <a:pt x="3842633" y="1456170"/>
                  </a:lnTo>
                  <a:lnTo>
                    <a:pt x="3843478" y="1436363"/>
                  </a:lnTo>
                  <a:lnTo>
                    <a:pt x="3844324" y="1462280"/>
                  </a:lnTo>
                  <a:lnTo>
                    <a:pt x="3845169" y="1456413"/>
                  </a:lnTo>
                  <a:lnTo>
                    <a:pt x="3846014" y="1465773"/>
                  </a:lnTo>
                  <a:lnTo>
                    <a:pt x="3846859" y="1471092"/>
                  </a:lnTo>
                  <a:lnTo>
                    <a:pt x="3847704" y="1459356"/>
                  </a:lnTo>
                  <a:lnTo>
                    <a:pt x="3848549" y="1458027"/>
                  </a:lnTo>
                  <a:lnTo>
                    <a:pt x="3849394" y="1432689"/>
                  </a:lnTo>
                  <a:lnTo>
                    <a:pt x="3850239" y="1423257"/>
                  </a:lnTo>
                  <a:lnTo>
                    <a:pt x="3851084" y="1397893"/>
                  </a:lnTo>
                  <a:lnTo>
                    <a:pt x="3851929" y="1412062"/>
                  </a:lnTo>
                  <a:lnTo>
                    <a:pt x="3852775" y="1447707"/>
                  </a:lnTo>
                  <a:lnTo>
                    <a:pt x="3853620" y="1453042"/>
                  </a:lnTo>
                  <a:lnTo>
                    <a:pt x="3854465" y="1472872"/>
                  </a:lnTo>
                  <a:lnTo>
                    <a:pt x="3855310" y="1469114"/>
                  </a:lnTo>
                  <a:lnTo>
                    <a:pt x="3856155" y="1472088"/>
                  </a:lnTo>
                  <a:lnTo>
                    <a:pt x="3857000" y="1482866"/>
                  </a:lnTo>
                  <a:lnTo>
                    <a:pt x="3857845" y="1483251"/>
                  </a:lnTo>
                  <a:lnTo>
                    <a:pt x="3858690" y="1489856"/>
                  </a:lnTo>
                  <a:lnTo>
                    <a:pt x="3859535" y="1498705"/>
                  </a:lnTo>
                  <a:lnTo>
                    <a:pt x="3860380" y="1511924"/>
                  </a:lnTo>
                  <a:lnTo>
                    <a:pt x="3861225" y="1516077"/>
                  </a:lnTo>
                  <a:lnTo>
                    <a:pt x="3862071" y="1513463"/>
                  </a:lnTo>
                  <a:lnTo>
                    <a:pt x="3862916" y="1514062"/>
                  </a:lnTo>
                  <a:lnTo>
                    <a:pt x="3863761" y="1512699"/>
                  </a:lnTo>
                  <a:lnTo>
                    <a:pt x="3864606" y="1502502"/>
                  </a:lnTo>
                  <a:lnTo>
                    <a:pt x="3865451" y="1496732"/>
                  </a:lnTo>
                  <a:lnTo>
                    <a:pt x="3866296" y="1490614"/>
                  </a:lnTo>
                  <a:lnTo>
                    <a:pt x="3867141" y="1486991"/>
                  </a:lnTo>
                  <a:lnTo>
                    <a:pt x="3867986" y="1475629"/>
                  </a:lnTo>
                  <a:lnTo>
                    <a:pt x="3868831" y="1459563"/>
                  </a:lnTo>
                  <a:lnTo>
                    <a:pt x="3869676" y="1446082"/>
                  </a:lnTo>
                  <a:lnTo>
                    <a:pt x="3870521" y="1455032"/>
                  </a:lnTo>
                  <a:lnTo>
                    <a:pt x="3871367" y="1443172"/>
                  </a:lnTo>
                  <a:lnTo>
                    <a:pt x="3872212" y="1518765"/>
                  </a:lnTo>
                  <a:lnTo>
                    <a:pt x="3873057" y="1449070"/>
                  </a:lnTo>
                  <a:lnTo>
                    <a:pt x="3873902" y="1463831"/>
                  </a:lnTo>
                  <a:lnTo>
                    <a:pt x="3874747" y="1487002"/>
                  </a:lnTo>
                  <a:lnTo>
                    <a:pt x="3875592" y="1493294"/>
                  </a:lnTo>
                  <a:lnTo>
                    <a:pt x="3876437" y="1497055"/>
                  </a:lnTo>
                  <a:lnTo>
                    <a:pt x="3877282" y="1484252"/>
                  </a:lnTo>
                  <a:lnTo>
                    <a:pt x="3878127" y="1481028"/>
                  </a:lnTo>
                  <a:lnTo>
                    <a:pt x="3878972" y="1518765"/>
                  </a:lnTo>
                  <a:lnTo>
                    <a:pt x="3879817" y="1487739"/>
                  </a:lnTo>
                  <a:lnTo>
                    <a:pt x="3880663" y="1479795"/>
                  </a:lnTo>
                  <a:lnTo>
                    <a:pt x="3881508" y="1480566"/>
                  </a:lnTo>
                  <a:lnTo>
                    <a:pt x="3882353" y="1467962"/>
                  </a:lnTo>
                  <a:lnTo>
                    <a:pt x="3883198" y="1474535"/>
                  </a:lnTo>
                  <a:lnTo>
                    <a:pt x="3884043" y="1470203"/>
                  </a:lnTo>
                  <a:lnTo>
                    <a:pt x="3884888" y="1474864"/>
                  </a:lnTo>
                  <a:lnTo>
                    <a:pt x="3885733" y="1496116"/>
                  </a:lnTo>
                  <a:lnTo>
                    <a:pt x="3886578" y="1496164"/>
                  </a:lnTo>
                  <a:lnTo>
                    <a:pt x="3887423" y="1518765"/>
                  </a:lnTo>
                  <a:lnTo>
                    <a:pt x="3888268" y="1518765"/>
                  </a:lnTo>
                  <a:lnTo>
                    <a:pt x="3889113" y="1510794"/>
                  </a:lnTo>
                  <a:lnTo>
                    <a:pt x="3889959" y="1511574"/>
                  </a:lnTo>
                  <a:lnTo>
                    <a:pt x="3890804" y="1512794"/>
                  </a:lnTo>
                  <a:lnTo>
                    <a:pt x="3891649" y="1511334"/>
                  </a:lnTo>
                  <a:lnTo>
                    <a:pt x="3892494" y="1501841"/>
                  </a:lnTo>
                  <a:lnTo>
                    <a:pt x="3893339" y="1500304"/>
                  </a:lnTo>
                  <a:lnTo>
                    <a:pt x="3894184" y="1492446"/>
                  </a:lnTo>
                  <a:lnTo>
                    <a:pt x="3895029" y="1490137"/>
                  </a:lnTo>
                  <a:lnTo>
                    <a:pt x="3895874" y="1494639"/>
                  </a:lnTo>
                  <a:lnTo>
                    <a:pt x="3896719" y="1479308"/>
                  </a:lnTo>
                  <a:lnTo>
                    <a:pt x="3897564" y="1463539"/>
                  </a:lnTo>
                  <a:lnTo>
                    <a:pt x="3898409" y="1459347"/>
                  </a:lnTo>
                  <a:lnTo>
                    <a:pt x="3899255" y="1518765"/>
                  </a:lnTo>
                  <a:lnTo>
                    <a:pt x="3900100" y="1474708"/>
                  </a:lnTo>
                  <a:lnTo>
                    <a:pt x="3900945" y="1451413"/>
                  </a:lnTo>
                  <a:lnTo>
                    <a:pt x="3901790" y="1456820"/>
                  </a:lnTo>
                  <a:lnTo>
                    <a:pt x="3902635" y="1468104"/>
                  </a:lnTo>
                  <a:lnTo>
                    <a:pt x="3903480" y="1490679"/>
                  </a:lnTo>
                  <a:lnTo>
                    <a:pt x="3904325" y="1493838"/>
                  </a:lnTo>
                  <a:lnTo>
                    <a:pt x="3905170" y="1479788"/>
                  </a:lnTo>
                  <a:lnTo>
                    <a:pt x="3906015" y="1486484"/>
                  </a:lnTo>
                  <a:lnTo>
                    <a:pt x="3906860" y="1451542"/>
                  </a:lnTo>
                  <a:lnTo>
                    <a:pt x="3907706" y="1436773"/>
                  </a:lnTo>
                  <a:lnTo>
                    <a:pt x="3908551" y="1429327"/>
                  </a:lnTo>
                  <a:lnTo>
                    <a:pt x="3909396" y="1441698"/>
                  </a:lnTo>
                  <a:lnTo>
                    <a:pt x="3910241" y="1453342"/>
                  </a:lnTo>
                  <a:lnTo>
                    <a:pt x="3911086" y="1458712"/>
                  </a:lnTo>
                  <a:lnTo>
                    <a:pt x="3911931" y="1456999"/>
                  </a:lnTo>
                  <a:lnTo>
                    <a:pt x="3912776" y="1467047"/>
                  </a:lnTo>
                  <a:lnTo>
                    <a:pt x="3913621" y="1463559"/>
                  </a:lnTo>
                  <a:lnTo>
                    <a:pt x="3914466" y="1447674"/>
                  </a:lnTo>
                  <a:lnTo>
                    <a:pt x="3915311" y="1436384"/>
                  </a:lnTo>
                  <a:lnTo>
                    <a:pt x="3916156" y="1518765"/>
                  </a:lnTo>
                  <a:lnTo>
                    <a:pt x="3917002" y="1452846"/>
                  </a:lnTo>
                  <a:lnTo>
                    <a:pt x="3917847" y="1458307"/>
                  </a:lnTo>
                  <a:lnTo>
                    <a:pt x="3918692" y="1518765"/>
                  </a:lnTo>
                  <a:lnTo>
                    <a:pt x="3919537" y="1518765"/>
                  </a:lnTo>
                  <a:lnTo>
                    <a:pt x="3920382" y="1518765"/>
                  </a:lnTo>
                  <a:lnTo>
                    <a:pt x="3921227" y="1518765"/>
                  </a:lnTo>
                  <a:lnTo>
                    <a:pt x="3922072" y="1518765"/>
                  </a:lnTo>
                  <a:lnTo>
                    <a:pt x="3922917" y="1518765"/>
                  </a:lnTo>
                  <a:lnTo>
                    <a:pt x="3923762" y="1518765"/>
                  </a:lnTo>
                  <a:lnTo>
                    <a:pt x="3924607" y="1518765"/>
                  </a:lnTo>
                  <a:lnTo>
                    <a:pt x="3925452" y="1518765"/>
                  </a:lnTo>
                  <a:lnTo>
                    <a:pt x="3926298" y="1518765"/>
                  </a:lnTo>
                  <a:lnTo>
                    <a:pt x="3927143" y="1518765"/>
                  </a:lnTo>
                  <a:lnTo>
                    <a:pt x="3927988" y="1518765"/>
                  </a:lnTo>
                  <a:lnTo>
                    <a:pt x="3928833" y="1518765"/>
                  </a:lnTo>
                  <a:lnTo>
                    <a:pt x="3929678" y="1518765"/>
                  </a:lnTo>
                  <a:lnTo>
                    <a:pt x="3930523" y="1518765"/>
                  </a:lnTo>
                  <a:lnTo>
                    <a:pt x="3931368" y="1518765"/>
                  </a:lnTo>
                  <a:lnTo>
                    <a:pt x="3932213" y="1499025"/>
                  </a:lnTo>
                  <a:lnTo>
                    <a:pt x="3933058" y="1471546"/>
                  </a:lnTo>
                  <a:lnTo>
                    <a:pt x="3933903" y="1518765"/>
                  </a:lnTo>
                  <a:lnTo>
                    <a:pt x="3934748" y="1474964"/>
                  </a:lnTo>
                  <a:lnTo>
                    <a:pt x="3935594" y="1459684"/>
                  </a:lnTo>
                  <a:lnTo>
                    <a:pt x="3936439" y="1451369"/>
                  </a:lnTo>
                  <a:lnTo>
                    <a:pt x="3937284" y="1436194"/>
                  </a:lnTo>
                  <a:lnTo>
                    <a:pt x="3938129" y="1435414"/>
                  </a:lnTo>
                  <a:lnTo>
                    <a:pt x="3938974" y="1435723"/>
                  </a:lnTo>
                  <a:lnTo>
                    <a:pt x="3939819" y="1410389"/>
                  </a:lnTo>
                  <a:lnTo>
                    <a:pt x="3940664" y="1414275"/>
                  </a:lnTo>
                  <a:lnTo>
                    <a:pt x="3941509" y="1423416"/>
                  </a:lnTo>
                  <a:lnTo>
                    <a:pt x="3942354" y="1444615"/>
                  </a:lnTo>
                  <a:lnTo>
                    <a:pt x="3943199" y="1454492"/>
                  </a:lnTo>
                  <a:lnTo>
                    <a:pt x="3944044" y="1458898"/>
                  </a:lnTo>
                  <a:lnTo>
                    <a:pt x="3944890" y="1467858"/>
                  </a:lnTo>
                  <a:lnTo>
                    <a:pt x="3945735" y="1464881"/>
                  </a:lnTo>
                  <a:lnTo>
                    <a:pt x="3946580" y="1446106"/>
                  </a:lnTo>
                  <a:lnTo>
                    <a:pt x="3947425" y="1518765"/>
                  </a:lnTo>
                  <a:lnTo>
                    <a:pt x="3948270" y="1518765"/>
                  </a:lnTo>
                  <a:lnTo>
                    <a:pt x="3949115" y="1518765"/>
                  </a:lnTo>
                  <a:lnTo>
                    <a:pt x="3949960" y="1518765"/>
                  </a:lnTo>
                  <a:lnTo>
                    <a:pt x="3950805" y="1518765"/>
                  </a:lnTo>
                  <a:lnTo>
                    <a:pt x="3951650" y="1461867"/>
                  </a:lnTo>
                  <a:lnTo>
                    <a:pt x="3952495" y="1459387"/>
                  </a:lnTo>
                  <a:lnTo>
                    <a:pt x="3953340" y="1468364"/>
                  </a:lnTo>
                  <a:lnTo>
                    <a:pt x="3954186" y="1518765"/>
                  </a:lnTo>
                  <a:lnTo>
                    <a:pt x="3955031" y="1518765"/>
                  </a:lnTo>
                  <a:lnTo>
                    <a:pt x="3955876" y="1442937"/>
                  </a:lnTo>
                  <a:lnTo>
                    <a:pt x="3956721" y="1441627"/>
                  </a:lnTo>
                  <a:lnTo>
                    <a:pt x="3957566" y="1445685"/>
                  </a:lnTo>
                  <a:lnTo>
                    <a:pt x="3958411" y="1445609"/>
                  </a:lnTo>
                  <a:lnTo>
                    <a:pt x="3959256" y="1449996"/>
                  </a:lnTo>
                  <a:lnTo>
                    <a:pt x="3960101" y="1451476"/>
                  </a:lnTo>
                  <a:lnTo>
                    <a:pt x="3960946" y="1450538"/>
                  </a:lnTo>
                  <a:lnTo>
                    <a:pt x="3961791" y="1450808"/>
                  </a:lnTo>
                  <a:lnTo>
                    <a:pt x="3962636" y="1426416"/>
                  </a:lnTo>
                  <a:lnTo>
                    <a:pt x="3963482" y="1423165"/>
                  </a:lnTo>
                  <a:lnTo>
                    <a:pt x="3964327" y="1421707"/>
                  </a:lnTo>
                  <a:lnTo>
                    <a:pt x="3965172" y="1463702"/>
                  </a:lnTo>
                  <a:lnTo>
                    <a:pt x="3966017" y="1463601"/>
                  </a:lnTo>
                  <a:lnTo>
                    <a:pt x="3966862" y="1461952"/>
                  </a:lnTo>
                  <a:lnTo>
                    <a:pt x="3967707" y="1472916"/>
                  </a:lnTo>
                  <a:lnTo>
                    <a:pt x="3968552" y="1483170"/>
                  </a:lnTo>
                  <a:lnTo>
                    <a:pt x="3969397" y="1496989"/>
                  </a:lnTo>
                  <a:lnTo>
                    <a:pt x="3970242" y="1483467"/>
                  </a:lnTo>
                  <a:lnTo>
                    <a:pt x="3971087" y="1465765"/>
                  </a:lnTo>
                  <a:lnTo>
                    <a:pt x="3971933" y="1474698"/>
                  </a:lnTo>
                  <a:lnTo>
                    <a:pt x="3972778" y="1498236"/>
                  </a:lnTo>
                  <a:lnTo>
                    <a:pt x="3973623" y="1505342"/>
                  </a:lnTo>
                  <a:lnTo>
                    <a:pt x="3974468" y="1498817"/>
                  </a:lnTo>
                  <a:lnTo>
                    <a:pt x="3975313" y="1494332"/>
                  </a:lnTo>
                  <a:lnTo>
                    <a:pt x="3976158" y="1497318"/>
                  </a:lnTo>
                  <a:lnTo>
                    <a:pt x="3977003" y="1482811"/>
                  </a:lnTo>
                  <a:lnTo>
                    <a:pt x="3977848" y="1518765"/>
                  </a:lnTo>
                  <a:lnTo>
                    <a:pt x="3978693" y="1518765"/>
                  </a:lnTo>
                  <a:lnTo>
                    <a:pt x="3979538" y="1478941"/>
                  </a:lnTo>
                  <a:lnTo>
                    <a:pt x="3980383" y="1481678"/>
                  </a:lnTo>
                  <a:lnTo>
                    <a:pt x="3981229" y="1468482"/>
                  </a:lnTo>
                  <a:lnTo>
                    <a:pt x="3982074" y="1464870"/>
                  </a:lnTo>
                  <a:lnTo>
                    <a:pt x="3982919" y="1448566"/>
                  </a:lnTo>
                  <a:lnTo>
                    <a:pt x="3983764" y="1428717"/>
                  </a:lnTo>
                  <a:lnTo>
                    <a:pt x="3984609" y="1417217"/>
                  </a:lnTo>
                  <a:lnTo>
                    <a:pt x="3985454" y="1435441"/>
                  </a:lnTo>
                  <a:lnTo>
                    <a:pt x="3986299" y="1518765"/>
                  </a:lnTo>
                  <a:lnTo>
                    <a:pt x="3987144" y="1518765"/>
                  </a:lnTo>
                  <a:lnTo>
                    <a:pt x="3987989" y="1518765"/>
                  </a:lnTo>
                  <a:lnTo>
                    <a:pt x="3988834" y="1518765"/>
                  </a:lnTo>
                  <a:lnTo>
                    <a:pt x="3989679" y="1477390"/>
                  </a:lnTo>
                  <a:lnTo>
                    <a:pt x="3990525" y="1486792"/>
                  </a:lnTo>
                  <a:lnTo>
                    <a:pt x="3991370" y="1496307"/>
                  </a:lnTo>
                  <a:lnTo>
                    <a:pt x="3992215" y="1497022"/>
                  </a:lnTo>
                  <a:lnTo>
                    <a:pt x="3993060" y="1510662"/>
                  </a:lnTo>
                  <a:lnTo>
                    <a:pt x="3993905" y="1518765"/>
                  </a:lnTo>
                  <a:lnTo>
                    <a:pt x="3994750" y="1518765"/>
                  </a:lnTo>
                  <a:lnTo>
                    <a:pt x="3995595" y="1518765"/>
                  </a:lnTo>
                  <a:lnTo>
                    <a:pt x="3996440" y="1518765"/>
                  </a:lnTo>
                  <a:lnTo>
                    <a:pt x="3997285" y="1518765"/>
                  </a:lnTo>
                  <a:lnTo>
                    <a:pt x="3998130" y="1518765"/>
                  </a:lnTo>
                  <a:lnTo>
                    <a:pt x="3998975" y="1518765"/>
                  </a:lnTo>
                  <a:lnTo>
                    <a:pt x="3999821" y="1518765"/>
                  </a:lnTo>
                  <a:lnTo>
                    <a:pt x="4000666" y="1518765"/>
                  </a:lnTo>
                  <a:lnTo>
                    <a:pt x="4001511" y="1518765"/>
                  </a:lnTo>
                  <a:lnTo>
                    <a:pt x="4002356" y="1518765"/>
                  </a:lnTo>
                  <a:lnTo>
                    <a:pt x="4003201" y="1518765"/>
                  </a:lnTo>
                  <a:lnTo>
                    <a:pt x="4004046" y="1518765"/>
                  </a:lnTo>
                  <a:lnTo>
                    <a:pt x="4004891" y="1518765"/>
                  </a:lnTo>
                  <a:lnTo>
                    <a:pt x="4005736" y="1518765"/>
                  </a:lnTo>
                  <a:lnTo>
                    <a:pt x="4006581" y="1518765"/>
                  </a:lnTo>
                  <a:lnTo>
                    <a:pt x="4007426" y="1518765"/>
                  </a:lnTo>
                  <a:lnTo>
                    <a:pt x="4008271" y="1518765"/>
                  </a:lnTo>
                  <a:lnTo>
                    <a:pt x="4009117" y="1518765"/>
                  </a:lnTo>
                  <a:lnTo>
                    <a:pt x="4009962" y="1518765"/>
                  </a:lnTo>
                  <a:lnTo>
                    <a:pt x="4010807" y="1518765"/>
                  </a:lnTo>
                  <a:lnTo>
                    <a:pt x="4011652" y="1518765"/>
                  </a:lnTo>
                  <a:lnTo>
                    <a:pt x="4012497" y="1518765"/>
                  </a:lnTo>
                  <a:lnTo>
                    <a:pt x="4013342" y="1518765"/>
                  </a:lnTo>
                  <a:lnTo>
                    <a:pt x="4014187" y="1518765"/>
                  </a:lnTo>
                  <a:lnTo>
                    <a:pt x="4015032" y="1518765"/>
                  </a:lnTo>
                  <a:lnTo>
                    <a:pt x="4015877" y="1518765"/>
                  </a:lnTo>
                  <a:lnTo>
                    <a:pt x="4016722" y="1518765"/>
                  </a:lnTo>
                  <a:lnTo>
                    <a:pt x="4017567" y="1518765"/>
                  </a:lnTo>
                  <a:lnTo>
                    <a:pt x="4018413" y="1518765"/>
                  </a:lnTo>
                  <a:lnTo>
                    <a:pt x="4019258" y="1518765"/>
                  </a:lnTo>
                  <a:lnTo>
                    <a:pt x="4020103" y="1518765"/>
                  </a:lnTo>
                  <a:lnTo>
                    <a:pt x="4020948" y="1518765"/>
                  </a:lnTo>
                  <a:lnTo>
                    <a:pt x="4021793" y="1518765"/>
                  </a:lnTo>
                  <a:lnTo>
                    <a:pt x="4022638" y="1518765"/>
                  </a:lnTo>
                  <a:lnTo>
                    <a:pt x="4023483" y="1518765"/>
                  </a:lnTo>
                  <a:lnTo>
                    <a:pt x="4024328" y="1518765"/>
                  </a:lnTo>
                  <a:lnTo>
                    <a:pt x="4025173" y="1518765"/>
                  </a:lnTo>
                  <a:lnTo>
                    <a:pt x="4026018" y="1518765"/>
                  </a:lnTo>
                  <a:lnTo>
                    <a:pt x="4026863" y="1518765"/>
                  </a:lnTo>
                  <a:lnTo>
                    <a:pt x="4027709" y="1518765"/>
                  </a:lnTo>
                  <a:lnTo>
                    <a:pt x="4028554" y="1518765"/>
                  </a:lnTo>
                  <a:lnTo>
                    <a:pt x="4029399" y="1498155"/>
                  </a:lnTo>
                  <a:lnTo>
                    <a:pt x="4030244" y="1501595"/>
                  </a:lnTo>
                  <a:lnTo>
                    <a:pt x="4031089" y="1507086"/>
                  </a:lnTo>
                  <a:lnTo>
                    <a:pt x="4031934" y="1511299"/>
                  </a:lnTo>
                  <a:lnTo>
                    <a:pt x="4032779" y="1504661"/>
                  </a:lnTo>
                  <a:lnTo>
                    <a:pt x="4033624" y="1503281"/>
                  </a:lnTo>
                  <a:lnTo>
                    <a:pt x="4034469" y="1497568"/>
                  </a:lnTo>
                  <a:lnTo>
                    <a:pt x="4035314" y="1497071"/>
                  </a:lnTo>
                  <a:lnTo>
                    <a:pt x="4036160" y="1494907"/>
                  </a:lnTo>
                  <a:lnTo>
                    <a:pt x="4037005" y="1479411"/>
                  </a:lnTo>
                  <a:lnTo>
                    <a:pt x="4037850" y="1482131"/>
                  </a:lnTo>
                  <a:lnTo>
                    <a:pt x="4038695" y="1518765"/>
                  </a:lnTo>
                  <a:lnTo>
                    <a:pt x="4039540" y="1458508"/>
                  </a:lnTo>
                  <a:lnTo>
                    <a:pt x="4040385" y="1452448"/>
                  </a:lnTo>
                  <a:lnTo>
                    <a:pt x="4041230" y="1449629"/>
                  </a:lnTo>
                  <a:lnTo>
                    <a:pt x="4042075" y="1469458"/>
                  </a:lnTo>
                  <a:lnTo>
                    <a:pt x="4042920" y="1479854"/>
                  </a:lnTo>
                  <a:lnTo>
                    <a:pt x="4043765" y="1493584"/>
                  </a:lnTo>
                  <a:lnTo>
                    <a:pt x="4044610" y="1518765"/>
                  </a:lnTo>
                  <a:lnTo>
                    <a:pt x="4045456" y="1518765"/>
                  </a:lnTo>
                  <a:lnTo>
                    <a:pt x="4046301" y="1518765"/>
                  </a:lnTo>
                  <a:lnTo>
                    <a:pt x="4047146" y="1518765"/>
                  </a:lnTo>
                  <a:lnTo>
                    <a:pt x="4047991" y="1476441"/>
                  </a:lnTo>
                  <a:lnTo>
                    <a:pt x="4048836" y="1475336"/>
                  </a:lnTo>
                  <a:lnTo>
                    <a:pt x="4049681" y="1477168"/>
                  </a:lnTo>
                  <a:lnTo>
                    <a:pt x="4050526" y="1486103"/>
                  </a:lnTo>
                  <a:lnTo>
                    <a:pt x="4051371" y="1518765"/>
                  </a:lnTo>
                  <a:lnTo>
                    <a:pt x="4052216" y="1518765"/>
                  </a:lnTo>
                  <a:lnTo>
                    <a:pt x="4053061" y="1518765"/>
                  </a:lnTo>
                  <a:lnTo>
                    <a:pt x="4053906" y="1456447"/>
                  </a:lnTo>
                  <a:lnTo>
                    <a:pt x="4054752" y="1478967"/>
                  </a:lnTo>
                  <a:lnTo>
                    <a:pt x="4055597" y="1490990"/>
                  </a:lnTo>
                  <a:lnTo>
                    <a:pt x="4056442" y="1489078"/>
                  </a:lnTo>
                  <a:lnTo>
                    <a:pt x="4057287" y="1481751"/>
                  </a:lnTo>
                  <a:lnTo>
                    <a:pt x="4058132" y="1472175"/>
                  </a:lnTo>
                  <a:lnTo>
                    <a:pt x="4058977" y="1461491"/>
                  </a:lnTo>
                  <a:lnTo>
                    <a:pt x="4059822" y="1518765"/>
                  </a:lnTo>
                  <a:lnTo>
                    <a:pt x="4060667" y="1518765"/>
                  </a:lnTo>
                  <a:lnTo>
                    <a:pt x="4061512" y="1468193"/>
                  </a:lnTo>
                  <a:lnTo>
                    <a:pt x="4062357" y="1518765"/>
                  </a:lnTo>
                  <a:lnTo>
                    <a:pt x="4063202" y="1482750"/>
                  </a:lnTo>
                  <a:lnTo>
                    <a:pt x="4064048" y="1493384"/>
                  </a:lnTo>
                  <a:lnTo>
                    <a:pt x="4064893" y="1485762"/>
                  </a:lnTo>
                  <a:lnTo>
                    <a:pt x="4065738" y="1518765"/>
                  </a:lnTo>
                  <a:lnTo>
                    <a:pt x="4066583" y="1518765"/>
                  </a:lnTo>
                  <a:lnTo>
                    <a:pt x="4067428" y="1440908"/>
                  </a:lnTo>
                  <a:lnTo>
                    <a:pt x="4068273" y="1518765"/>
                  </a:lnTo>
                  <a:lnTo>
                    <a:pt x="4069118" y="1518765"/>
                  </a:lnTo>
                  <a:lnTo>
                    <a:pt x="4069963" y="1518765"/>
                  </a:lnTo>
                  <a:lnTo>
                    <a:pt x="4070808" y="1446066"/>
                  </a:lnTo>
                  <a:lnTo>
                    <a:pt x="4071653" y="1436165"/>
                  </a:lnTo>
                  <a:lnTo>
                    <a:pt x="4072498" y="1405550"/>
                  </a:lnTo>
                  <a:lnTo>
                    <a:pt x="4073344" y="1405569"/>
                  </a:lnTo>
                  <a:lnTo>
                    <a:pt x="4074189" y="1432495"/>
                  </a:lnTo>
                  <a:lnTo>
                    <a:pt x="4075034" y="1464816"/>
                  </a:lnTo>
                  <a:lnTo>
                    <a:pt x="4075879" y="1472683"/>
                  </a:lnTo>
                  <a:lnTo>
                    <a:pt x="4076724" y="1482132"/>
                  </a:lnTo>
                  <a:lnTo>
                    <a:pt x="4077569" y="1497267"/>
                  </a:lnTo>
                  <a:lnTo>
                    <a:pt x="4078414" y="1502612"/>
                  </a:lnTo>
                  <a:lnTo>
                    <a:pt x="4079259" y="1503080"/>
                  </a:lnTo>
                  <a:lnTo>
                    <a:pt x="4080104" y="1502633"/>
                  </a:lnTo>
                  <a:lnTo>
                    <a:pt x="4080949" y="1518765"/>
                  </a:lnTo>
                  <a:lnTo>
                    <a:pt x="4081794" y="1518765"/>
                  </a:lnTo>
                  <a:lnTo>
                    <a:pt x="4082640" y="1518765"/>
                  </a:lnTo>
                  <a:lnTo>
                    <a:pt x="4083485" y="1507418"/>
                  </a:lnTo>
                  <a:lnTo>
                    <a:pt x="4084330" y="1518765"/>
                  </a:lnTo>
                  <a:lnTo>
                    <a:pt x="4085175" y="1501827"/>
                  </a:lnTo>
                  <a:lnTo>
                    <a:pt x="4086020" y="1509965"/>
                  </a:lnTo>
                  <a:lnTo>
                    <a:pt x="4086865" y="1512284"/>
                  </a:lnTo>
                  <a:lnTo>
                    <a:pt x="4087710" y="1516311"/>
                  </a:lnTo>
                  <a:lnTo>
                    <a:pt x="4088555" y="1518736"/>
                  </a:lnTo>
                  <a:lnTo>
                    <a:pt x="4089400" y="1513014"/>
                  </a:lnTo>
                  <a:lnTo>
                    <a:pt x="4090245" y="1512256"/>
                  </a:lnTo>
                  <a:lnTo>
                    <a:pt x="4091090" y="1511768"/>
                  </a:lnTo>
                  <a:lnTo>
                    <a:pt x="4091936" y="1509186"/>
                  </a:lnTo>
                  <a:lnTo>
                    <a:pt x="4092781" y="1494555"/>
                  </a:lnTo>
                  <a:lnTo>
                    <a:pt x="4093626" y="1480440"/>
                  </a:lnTo>
                  <a:lnTo>
                    <a:pt x="4094471" y="1478016"/>
                  </a:lnTo>
                  <a:lnTo>
                    <a:pt x="4095316" y="1454520"/>
                  </a:lnTo>
                  <a:lnTo>
                    <a:pt x="4096161" y="1437431"/>
                  </a:lnTo>
                  <a:lnTo>
                    <a:pt x="4097006" y="1457392"/>
                  </a:lnTo>
                  <a:lnTo>
                    <a:pt x="4097851" y="1432389"/>
                  </a:lnTo>
                  <a:lnTo>
                    <a:pt x="4098696" y="1457698"/>
                  </a:lnTo>
                  <a:lnTo>
                    <a:pt x="4099541" y="1495301"/>
                  </a:lnTo>
                  <a:lnTo>
                    <a:pt x="4100387" y="1513020"/>
                  </a:lnTo>
                  <a:lnTo>
                    <a:pt x="4101232" y="1501031"/>
                  </a:lnTo>
                  <a:lnTo>
                    <a:pt x="4102077" y="1478013"/>
                  </a:lnTo>
                  <a:lnTo>
                    <a:pt x="4102922" y="1496492"/>
                  </a:lnTo>
                  <a:lnTo>
                    <a:pt x="4103767" y="1495292"/>
                  </a:lnTo>
                  <a:lnTo>
                    <a:pt x="4104612" y="1492324"/>
                  </a:lnTo>
                  <a:lnTo>
                    <a:pt x="4105457" y="1518765"/>
                  </a:lnTo>
                  <a:lnTo>
                    <a:pt x="4106302" y="1472280"/>
                  </a:lnTo>
                  <a:lnTo>
                    <a:pt x="4107147" y="1483261"/>
                  </a:lnTo>
                  <a:lnTo>
                    <a:pt x="4107992" y="1478527"/>
                  </a:lnTo>
                  <a:lnTo>
                    <a:pt x="4108837" y="1518765"/>
                  </a:lnTo>
                  <a:lnTo>
                    <a:pt x="4109683" y="1468401"/>
                  </a:lnTo>
                  <a:lnTo>
                    <a:pt x="4110528" y="1467233"/>
                  </a:lnTo>
                  <a:lnTo>
                    <a:pt x="4111373" y="1463690"/>
                  </a:lnTo>
                  <a:lnTo>
                    <a:pt x="4112218" y="1471661"/>
                  </a:lnTo>
                  <a:lnTo>
                    <a:pt x="4113063" y="1483925"/>
                  </a:lnTo>
                  <a:lnTo>
                    <a:pt x="4113908" y="1474267"/>
                  </a:lnTo>
                  <a:lnTo>
                    <a:pt x="4114753" y="1518765"/>
                  </a:lnTo>
                  <a:lnTo>
                    <a:pt x="4115598" y="1518765"/>
                  </a:lnTo>
                  <a:lnTo>
                    <a:pt x="4116443" y="1478515"/>
                  </a:lnTo>
                  <a:lnTo>
                    <a:pt x="4117288" y="1478269"/>
                  </a:lnTo>
                  <a:lnTo>
                    <a:pt x="4118133" y="1473924"/>
                  </a:lnTo>
                  <a:lnTo>
                    <a:pt x="4118979" y="1465627"/>
                  </a:lnTo>
                  <a:lnTo>
                    <a:pt x="4119824" y="1518765"/>
                  </a:lnTo>
                  <a:lnTo>
                    <a:pt x="4120669" y="1518765"/>
                  </a:lnTo>
                  <a:lnTo>
                    <a:pt x="4121514" y="1518765"/>
                  </a:lnTo>
                  <a:lnTo>
                    <a:pt x="4122359" y="1518765"/>
                  </a:lnTo>
                  <a:lnTo>
                    <a:pt x="4123204" y="1484900"/>
                  </a:lnTo>
                  <a:lnTo>
                    <a:pt x="4124049" y="1492014"/>
                  </a:lnTo>
                  <a:lnTo>
                    <a:pt x="4124894" y="1500388"/>
                  </a:lnTo>
                  <a:lnTo>
                    <a:pt x="4125739" y="1504728"/>
                  </a:lnTo>
                  <a:lnTo>
                    <a:pt x="4126584" y="1503899"/>
                  </a:lnTo>
                  <a:lnTo>
                    <a:pt x="4127429" y="1511881"/>
                  </a:lnTo>
                  <a:lnTo>
                    <a:pt x="4128275" y="1508686"/>
                  </a:lnTo>
                  <a:lnTo>
                    <a:pt x="4129120" y="1516620"/>
                  </a:lnTo>
                  <a:lnTo>
                    <a:pt x="4129965" y="1509411"/>
                  </a:lnTo>
                  <a:lnTo>
                    <a:pt x="4130810" y="1505378"/>
                  </a:lnTo>
                  <a:lnTo>
                    <a:pt x="4131655" y="1503610"/>
                  </a:lnTo>
                  <a:lnTo>
                    <a:pt x="4132500" y="1479646"/>
                  </a:lnTo>
                  <a:lnTo>
                    <a:pt x="4133345" y="1463637"/>
                  </a:lnTo>
                  <a:lnTo>
                    <a:pt x="4134190" y="1454088"/>
                  </a:lnTo>
                  <a:lnTo>
                    <a:pt x="4135035" y="1518765"/>
                  </a:lnTo>
                  <a:lnTo>
                    <a:pt x="4135880" y="1448958"/>
                  </a:lnTo>
                  <a:lnTo>
                    <a:pt x="4136725" y="1445764"/>
                  </a:lnTo>
                  <a:lnTo>
                    <a:pt x="4137571" y="1462292"/>
                  </a:lnTo>
                  <a:lnTo>
                    <a:pt x="4138416" y="1479446"/>
                  </a:lnTo>
                  <a:lnTo>
                    <a:pt x="4139261" y="1469957"/>
                  </a:lnTo>
                  <a:lnTo>
                    <a:pt x="4140106" y="1472892"/>
                  </a:lnTo>
                  <a:lnTo>
                    <a:pt x="4140951" y="1469617"/>
                  </a:lnTo>
                  <a:lnTo>
                    <a:pt x="4141796" y="1449645"/>
                  </a:lnTo>
                  <a:lnTo>
                    <a:pt x="4142641" y="1426514"/>
                  </a:lnTo>
                  <a:lnTo>
                    <a:pt x="4143486" y="1415844"/>
                  </a:lnTo>
                  <a:lnTo>
                    <a:pt x="4144331" y="1389008"/>
                  </a:lnTo>
                  <a:lnTo>
                    <a:pt x="4145176" y="1406611"/>
                  </a:lnTo>
                  <a:lnTo>
                    <a:pt x="4146021" y="1391414"/>
                  </a:lnTo>
                  <a:lnTo>
                    <a:pt x="4146867" y="1403282"/>
                  </a:lnTo>
                  <a:lnTo>
                    <a:pt x="4147712" y="1395075"/>
                  </a:lnTo>
                  <a:lnTo>
                    <a:pt x="4148557" y="1409522"/>
                  </a:lnTo>
                  <a:lnTo>
                    <a:pt x="4149402" y="1420695"/>
                  </a:lnTo>
                  <a:lnTo>
                    <a:pt x="4150247" y="1424441"/>
                  </a:lnTo>
                  <a:lnTo>
                    <a:pt x="4151092" y="1418347"/>
                  </a:lnTo>
                  <a:lnTo>
                    <a:pt x="4151937" y="1518765"/>
                  </a:lnTo>
                  <a:lnTo>
                    <a:pt x="4152782" y="1518765"/>
                  </a:lnTo>
                  <a:lnTo>
                    <a:pt x="4153627" y="1518765"/>
                  </a:lnTo>
                  <a:lnTo>
                    <a:pt x="4154472" y="1449679"/>
                  </a:lnTo>
                  <a:lnTo>
                    <a:pt x="4155317" y="1461153"/>
                  </a:lnTo>
                  <a:lnTo>
                    <a:pt x="4156163" y="1518765"/>
                  </a:lnTo>
                  <a:lnTo>
                    <a:pt x="4157008" y="1440595"/>
                  </a:lnTo>
                  <a:lnTo>
                    <a:pt x="4157853" y="1435602"/>
                  </a:lnTo>
                  <a:lnTo>
                    <a:pt x="4158698" y="1428176"/>
                  </a:lnTo>
                  <a:lnTo>
                    <a:pt x="4159543" y="1432881"/>
                  </a:lnTo>
                  <a:lnTo>
                    <a:pt x="4160388" y="1451395"/>
                  </a:lnTo>
                  <a:lnTo>
                    <a:pt x="4161233" y="1445251"/>
                  </a:lnTo>
                  <a:lnTo>
                    <a:pt x="4162078" y="1387316"/>
                  </a:lnTo>
                  <a:lnTo>
                    <a:pt x="4162923" y="1435189"/>
                  </a:lnTo>
                  <a:lnTo>
                    <a:pt x="4163768" y="1455242"/>
                  </a:lnTo>
                  <a:lnTo>
                    <a:pt x="4164614" y="1518765"/>
                  </a:lnTo>
                  <a:lnTo>
                    <a:pt x="4165459" y="1468237"/>
                  </a:lnTo>
                  <a:lnTo>
                    <a:pt x="4166304" y="1472779"/>
                  </a:lnTo>
                  <a:lnTo>
                    <a:pt x="4167149" y="1479623"/>
                  </a:lnTo>
                  <a:lnTo>
                    <a:pt x="4167994" y="1496116"/>
                  </a:lnTo>
                  <a:lnTo>
                    <a:pt x="4168839" y="1503282"/>
                  </a:lnTo>
                  <a:lnTo>
                    <a:pt x="4169684" y="1504228"/>
                  </a:lnTo>
                  <a:lnTo>
                    <a:pt x="4170529" y="1495846"/>
                  </a:lnTo>
                  <a:lnTo>
                    <a:pt x="4171374" y="1506949"/>
                  </a:lnTo>
                  <a:lnTo>
                    <a:pt x="4172219" y="1518765"/>
                  </a:lnTo>
                  <a:lnTo>
                    <a:pt x="4173064" y="1518765"/>
                  </a:lnTo>
                  <a:lnTo>
                    <a:pt x="4173910" y="1518765"/>
                  </a:lnTo>
                  <a:lnTo>
                    <a:pt x="4174755" y="1476560"/>
                  </a:lnTo>
                  <a:lnTo>
                    <a:pt x="4175600" y="1473145"/>
                  </a:lnTo>
                  <a:lnTo>
                    <a:pt x="4176445" y="1518765"/>
                  </a:lnTo>
                  <a:lnTo>
                    <a:pt x="4177290" y="1479079"/>
                  </a:lnTo>
                  <a:lnTo>
                    <a:pt x="4178135" y="1477907"/>
                  </a:lnTo>
                  <a:lnTo>
                    <a:pt x="4178980" y="1469574"/>
                  </a:lnTo>
                  <a:lnTo>
                    <a:pt x="4179825" y="1518765"/>
                  </a:lnTo>
                  <a:lnTo>
                    <a:pt x="4180670" y="1449682"/>
                  </a:lnTo>
                  <a:lnTo>
                    <a:pt x="4181515" y="1432360"/>
                  </a:lnTo>
                  <a:lnTo>
                    <a:pt x="4182360" y="1435443"/>
                  </a:lnTo>
                  <a:lnTo>
                    <a:pt x="4183206" y="1342884"/>
                  </a:lnTo>
                  <a:lnTo>
                    <a:pt x="4184051" y="1289936"/>
                  </a:lnTo>
                  <a:lnTo>
                    <a:pt x="4184896" y="1354012"/>
                  </a:lnTo>
                  <a:lnTo>
                    <a:pt x="4185741" y="1409671"/>
                  </a:lnTo>
                  <a:lnTo>
                    <a:pt x="4186586" y="1435611"/>
                  </a:lnTo>
                  <a:lnTo>
                    <a:pt x="4187431" y="1459143"/>
                  </a:lnTo>
                  <a:lnTo>
                    <a:pt x="4188276" y="1461041"/>
                  </a:lnTo>
                  <a:lnTo>
                    <a:pt x="4189121" y="1481347"/>
                  </a:lnTo>
                  <a:lnTo>
                    <a:pt x="4189966" y="1491167"/>
                  </a:lnTo>
                  <a:lnTo>
                    <a:pt x="4190811" y="1486030"/>
                  </a:lnTo>
                  <a:lnTo>
                    <a:pt x="4191656" y="1496768"/>
                  </a:lnTo>
                  <a:lnTo>
                    <a:pt x="4192502" y="1518765"/>
                  </a:lnTo>
                  <a:lnTo>
                    <a:pt x="4193347" y="1518765"/>
                  </a:lnTo>
                  <a:lnTo>
                    <a:pt x="4194192" y="1476603"/>
                  </a:lnTo>
                  <a:lnTo>
                    <a:pt x="4195037" y="1486333"/>
                  </a:lnTo>
                  <a:lnTo>
                    <a:pt x="4195882" y="1470460"/>
                  </a:lnTo>
                  <a:lnTo>
                    <a:pt x="4196727" y="1432571"/>
                  </a:lnTo>
                  <a:lnTo>
                    <a:pt x="4197572" y="1518765"/>
                  </a:lnTo>
                  <a:lnTo>
                    <a:pt x="4198417" y="1409072"/>
                  </a:lnTo>
                  <a:lnTo>
                    <a:pt x="4199262" y="1406689"/>
                  </a:lnTo>
                  <a:lnTo>
                    <a:pt x="4200107" y="1346257"/>
                  </a:lnTo>
                  <a:lnTo>
                    <a:pt x="4200952" y="1330032"/>
                  </a:lnTo>
                  <a:lnTo>
                    <a:pt x="4201798" y="1408055"/>
                  </a:lnTo>
                  <a:lnTo>
                    <a:pt x="4202643" y="1424783"/>
                  </a:lnTo>
                  <a:lnTo>
                    <a:pt x="4203488" y="1440052"/>
                  </a:lnTo>
                  <a:lnTo>
                    <a:pt x="4204333" y="1446194"/>
                  </a:lnTo>
                  <a:lnTo>
                    <a:pt x="4205178" y="1443510"/>
                  </a:lnTo>
                  <a:lnTo>
                    <a:pt x="4206023" y="1438413"/>
                  </a:lnTo>
                  <a:lnTo>
                    <a:pt x="4206868" y="1398078"/>
                  </a:lnTo>
                  <a:lnTo>
                    <a:pt x="4207713" y="1367423"/>
                  </a:lnTo>
                  <a:lnTo>
                    <a:pt x="4208558" y="1375784"/>
                  </a:lnTo>
                  <a:lnTo>
                    <a:pt x="4209403" y="1425202"/>
                  </a:lnTo>
                  <a:lnTo>
                    <a:pt x="4210248" y="1416025"/>
                  </a:lnTo>
                  <a:lnTo>
                    <a:pt x="4211094" y="1430164"/>
                  </a:lnTo>
                  <a:lnTo>
                    <a:pt x="4211939" y="1421110"/>
                  </a:lnTo>
                  <a:lnTo>
                    <a:pt x="4212784" y="1446939"/>
                  </a:lnTo>
                  <a:lnTo>
                    <a:pt x="4213629" y="1480691"/>
                  </a:lnTo>
                  <a:lnTo>
                    <a:pt x="4214474" y="1468333"/>
                  </a:lnTo>
                  <a:lnTo>
                    <a:pt x="4215319" y="1518765"/>
                  </a:lnTo>
                  <a:lnTo>
                    <a:pt x="4216164" y="1494269"/>
                  </a:lnTo>
                  <a:lnTo>
                    <a:pt x="4217009" y="1487371"/>
                  </a:lnTo>
                  <a:lnTo>
                    <a:pt x="4217854" y="1484276"/>
                  </a:lnTo>
                  <a:lnTo>
                    <a:pt x="4218699" y="1487096"/>
                  </a:lnTo>
                  <a:lnTo>
                    <a:pt x="4219544" y="1485052"/>
                  </a:lnTo>
                  <a:lnTo>
                    <a:pt x="4220390" y="1487802"/>
                  </a:lnTo>
                  <a:lnTo>
                    <a:pt x="4221235" y="1487039"/>
                  </a:lnTo>
                  <a:lnTo>
                    <a:pt x="4222080" y="1502223"/>
                  </a:lnTo>
                  <a:lnTo>
                    <a:pt x="4222925" y="1492657"/>
                  </a:lnTo>
                  <a:lnTo>
                    <a:pt x="4223770" y="1446553"/>
                  </a:lnTo>
                  <a:lnTo>
                    <a:pt x="4224615" y="1451304"/>
                  </a:lnTo>
                  <a:lnTo>
                    <a:pt x="4225460" y="1432639"/>
                  </a:lnTo>
                  <a:lnTo>
                    <a:pt x="4226305" y="1451107"/>
                  </a:lnTo>
                  <a:lnTo>
                    <a:pt x="4227150" y="1461705"/>
                  </a:lnTo>
                  <a:lnTo>
                    <a:pt x="4227995" y="1445075"/>
                  </a:lnTo>
                  <a:lnTo>
                    <a:pt x="4228841" y="1478042"/>
                  </a:lnTo>
                  <a:lnTo>
                    <a:pt x="4229686" y="1473826"/>
                  </a:lnTo>
                  <a:lnTo>
                    <a:pt x="4230531" y="1463589"/>
                  </a:lnTo>
                  <a:lnTo>
                    <a:pt x="4231376" y="1518765"/>
                  </a:lnTo>
                  <a:lnTo>
                    <a:pt x="4232221" y="1418519"/>
                  </a:lnTo>
                  <a:lnTo>
                    <a:pt x="4233066" y="1454063"/>
                  </a:lnTo>
                  <a:lnTo>
                    <a:pt x="4233911" y="1430870"/>
                  </a:lnTo>
                  <a:lnTo>
                    <a:pt x="4234756" y="1409864"/>
                  </a:lnTo>
                  <a:lnTo>
                    <a:pt x="4235601" y="1404078"/>
                  </a:lnTo>
                  <a:lnTo>
                    <a:pt x="4236446" y="1518765"/>
                  </a:lnTo>
                  <a:lnTo>
                    <a:pt x="4237291" y="1518765"/>
                  </a:lnTo>
                  <a:lnTo>
                    <a:pt x="4238137" y="1342845"/>
                  </a:lnTo>
                  <a:lnTo>
                    <a:pt x="4238982" y="1284030"/>
                  </a:lnTo>
                  <a:lnTo>
                    <a:pt x="4239827" y="1518765"/>
                  </a:lnTo>
                  <a:lnTo>
                    <a:pt x="4240672" y="1292310"/>
                  </a:lnTo>
                  <a:lnTo>
                    <a:pt x="4241517" y="1289371"/>
                  </a:lnTo>
                  <a:lnTo>
                    <a:pt x="4242362" y="1312589"/>
                  </a:lnTo>
                  <a:lnTo>
                    <a:pt x="4243207" y="1340514"/>
                  </a:lnTo>
                  <a:lnTo>
                    <a:pt x="4244052" y="1408412"/>
                  </a:lnTo>
                  <a:lnTo>
                    <a:pt x="4244897" y="1405085"/>
                  </a:lnTo>
                  <a:lnTo>
                    <a:pt x="4245742" y="1392244"/>
                  </a:lnTo>
                  <a:lnTo>
                    <a:pt x="4246587" y="1375363"/>
                  </a:lnTo>
                  <a:lnTo>
                    <a:pt x="4247433" y="1419685"/>
                  </a:lnTo>
                  <a:lnTo>
                    <a:pt x="4248278" y="1451629"/>
                  </a:lnTo>
                  <a:lnTo>
                    <a:pt x="4249123" y="1451045"/>
                  </a:lnTo>
                  <a:lnTo>
                    <a:pt x="4249968" y="1446877"/>
                  </a:lnTo>
                  <a:lnTo>
                    <a:pt x="4250813" y="1518765"/>
                  </a:lnTo>
                  <a:lnTo>
                    <a:pt x="4251658" y="1518765"/>
                  </a:lnTo>
                  <a:lnTo>
                    <a:pt x="4252503" y="1462240"/>
                  </a:lnTo>
                  <a:lnTo>
                    <a:pt x="4253348" y="1463700"/>
                  </a:lnTo>
                  <a:lnTo>
                    <a:pt x="4254193" y="1480805"/>
                  </a:lnTo>
                  <a:lnTo>
                    <a:pt x="4255038" y="1491115"/>
                  </a:lnTo>
                  <a:lnTo>
                    <a:pt x="4255883" y="1502677"/>
                  </a:lnTo>
                  <a:lnTo>
                    <a:pt x="4256729" y="1518765"/>
                  </a:lnTo>
                  <a:lnTo>
                    <a:pt x="4257574" y="1487323"/>
                  </a:lnTo>
                  <a:lnTo>
                    <a:pt x="4258419" y="1503933"/>
                  </a:lnTo>
                  <a:lnTo>
                    <a:pt x="4259264" y="1504196"/>
                  </a:lnTo>
                  <a:lnTo>
                    <a:pt x="4260109" y="1504477"/>
                  </a:lnTo>
                  <a:lnTo>
                    <a:pt x="4260954" y="1497615"/>
                  </a:lnTo>
                  <a:lnTo>
                    <a:pt x="4261799" y="1489585"/>
                  </a:lnTo>
                  <a:lnTo>
                    <a:pt x="4262644" y="1504027"/>
                  </a:lnTo>
                  <a:lnTo>
                    <a:pt x="4263489" y="1502238"/>
                  </a:lnTo>
                  <a:lnTo>
                    <a:pt x="4264334" y="1518765"/>
                  </a:lnTo>
                  <a:lnTo>
                    <a:pt x="4265179" y="1518765"/>
                  </a:lnTo>
                  <a:lnTo>
                    <a:pt x="4266025" y="1518765"/>
                  </a:lnTo>
                  <a:lnTo>
                    <a:pt x="4266870" y="1491015"/>
                  </a:lnTo>
                  <a:lnTo>
                    <a:pt x="4267715" y="1487841"/>
                  </a:lnTo>
                  <a:lnTo>
                    <a:pt x="4268560" y="1465501"/>
                  </a:lnTo>
                  <a:lnTo>
                    <a:pt x="4269405" y="1486181"/>
                  </a:lnTo>
                  <a:lnTo>
                    <a:pt x="4270250" y="1479196"/>
                  </a:lnTo>
                  <a:lnTo>
                    <a:pt x="4271095" y="1489623"/>
                  </a:lnTo>
                  <a:lnTo>
                    <a:pt x="4271940" y="1476874"/>
                  </a:lnTo>
                  <a:lnTo>
                    <a:pt x="4272785" y="1464925"/>
                  </a:lnTo>
                  <a:lnTo>
                    <a:pt x="4273630" y="1486952"/>
                  </a:lnTo>
                  <a:lnTo>
                    <a:pt x="4274475" y="1489084"/>
                  </a:lnTo>
                  <a:lnTo>
                    <a:pt x="4275321" y="1482991"/>
                  </a:lnTo>
                  <a:lnTo>
                    <a:pt x="4276166" y="1518765"/>
                  </a:lnTo>
                  <a:lnTo>
                    <a:pt x="4277011" y="1494841"/>
                  </a:lnTo>
                  <a:lnTo>
                    <a:pt x="4277856" y="1501855"/>
                  </a:lnTo>
                  <a:lnTo>
                    <a:pt x="4278701" y="1485819"/>
                  </a:lnTo>
                  <a:lnTo>
                    <a:pt x="4279546" y="1518765"/>
                  </a:lnTo>
                  <a:lnTo>
                    <a:pt x="4280391" y="1489419"/>
                  </a:lnTo>
                  <a:lnTo>
                    <a:pt x="4281236" y="1496209"/>
                  </a:lnTo>
                  <a:lnTo>
                    <a:pt x="4282081" y="1492775"/>
                  </a:lnTo>
                  <a:lnTo>
                    <a:pt x="4282926" y="1473161"/>
                  </a:lnTo>
                  <a:lnTo>
                    <a:pt x="4283771" y="1518765"/>
                  </a:lnTo>
                  <a:lnTo>
                    <a:pt x="4284617" y="1455753"/>
                  </a:lnTo>
                  <a:lnTo>
                    <a:pt x="4285462" y="1409795"/>
                  </a:lnTo>
                  <a:lnTo>
                    <a:pt x="4286307" y="1400021"/>
                  </a:lnTo>
                  <a:lnTo>
                    <a:pt x="4287152" y="1371275"/>
                  </a:lnTo>
                  <a:lnTo>
                    <a:pt x="4287997" y="1415226"/>
                  </a:lnTo>
                  <a:lnTo>
                    <a:pt x="4288842" y="1397832"/>
                  </a:lnTo>
                  <a:lnTo>
                    <a:pt x="4289687" y="1395876"/>
                  </a:lnTo>
                  <a:lnTo>
                    <a:pt x="4290532" y="1394985"/>
                  </a:lnTo>
                  <a:lnTo>
                    <a:pt x="4291377" y="1410555"/>
                  </a:lnTo>
                  <a:lnTo>
                    <a:pt x="4292222" y="1431742"/>
                  </a:lnTo>
                  <a:lnTo>
                    <a:pt x="4293068" y="1444262"/>
                  </a:lnTo>
                  <a:lnTo>
                    <a:pt x="4293913" y="1437356"/>
                  </a:lnTo>
                  <a:lnTo>
                    <a:pt x="4294758" y="1439816"/>
                  </a:lnTo>
                  <a:lnTo>
                    <a:pt x="4295603" y="1457330"/>
                  </a:lnTo>
                  <a:lnTo>
                    <a:pt x="4296448" y="1467811"/>
                  </a:lnTo>
                  <a:lnTo>
                    <a:pt x="4297293" y="1479980"/>
                  </a:lnTo>
                  <a:lnTo>
                    <a:pt x="4298138" y="1482650"/>
                  </a:lnTo>
                  <a:lnTo>
                    <a:pt x="4298983" y="1491064"/>
                  </a:lnTo>
                  <a:lnTo>
                    <a:pt x="4299828" y="1487006"/>
                  </a:lnTo>
                  <a:lnTo>
                    <a:pt x="4300673" y="1482351"/>
                  </a:lnTo>
                  <a:lnTo>
                    <a:pt x="4301518" y="1483522"/>
                  </a:lnTo>
                  <a:lnTo>
                    <a:pt x="4302364" y="1494412"/>
                  </a:lnTo>
                  <a:lnTo>
                    <a:pt x="4303209" y="1494112"/>
                  </a:lnTo>
                  <a:lnTo>
                    <a:pt x="4304054" y="1459318"/>
                  </a:lnTo>
                  <a:lnTo>
                    <a:pt x="4304899" y="1451538"/>
                  </a:lnTo>
                  <a:lnTo>
                    <a:pt x="4305744" y="1518765"/>
                  </a:lnTo>
                  <a:lnTo>
                    <a:pt x="4306589" y="1455543"/>
                  </a:lnTo>
                  <a:lnTo>
                    <a:pt x="4307434" y="1443797"/>
                  </a:lnTo>
                  <a:lnTo>
                    <a:pt x="4308279" y="1438607"/>
                  </a:lnTo>
                  <a:lnTo>
                    <a:pt x="4309124" y="1399118"/>
                  </a:lnTo>
                  <a:lnTo>
                    <a:pt x="4309969" y="1420362"/>
                  </a:lnTo>
                  <a:lnTo>
                    <a:pt x="4310814" y="1430908"/>
                  </a:lnTo>
                  <a:lnTo>
                    <a:pt x="4311660" y="1518765"/>
                  </a:lnTo>
                  <a:lnTo>
                    <a:pt x="4312505" y="1518765"/>
                  </a:lnTo>
                  <a:lnTo>
                    <a:pt x="4313350" y="1518765"/>
                  </a:lnTo>
                  <a:lnTo>
                    <a:pt x="4314195" y="1445418"/>
                  </a:lnTo>
                  <a:lnTo>
                    <a:pt x="4315040" y="1518765"/>
                  </a:lnTo>
                  <a:lnTo>
                    <a:pt x="4315885" y="1433962"/>
                  </a:lnTo>
                  <a:lnTo>
                    <a:pt x="4316730" y="1446059"/>
                  </a:lnTo>
                  <a:lnTo>
                    <a:pt x="4317575" y="1456381"/>
                  </a:lnTo>
                  <a:lnTo>
                    <a:pt x="4318420" y="1454704"/>
                  </a:lnTo>
                  <a:lnTo>
                    <a:pt x="4319265" y="1451208"/>
                  </a:lnTo>
                  <a:lnTo>
                    <a:pt x="4320110" y="1442837"/>
                  </a:lnTo>
                  <a:lnTo>
                    <a:pt x="4320956" y="1461947"/>
                  </a:lnTo>
                  <a:lnTo>
                    <a:pt x="4321801" y="1464785"/>
                  </a:lnTo>
                  <a:lnTo>
                    <a:pt x="4322646" y="1468852"/>
                  </a:lnTo>
                  <a:lnTo>
                    <a:pt x="4323491" y="1460478"/>
                  </a:lnTo>
                  <a:lnTo>
                    <a:pt x="4324336" y="1465103"/>
                  </a:lnTo>
                  <a:lnTo>
                    <a:pt x="4325181" y="1468032"/>
                  </a:lnTo>
                  <a:lnTo>
                    <a:pt x="4326026" y="1482011"/>
                  </a:lnTo>
                  <a:lnTo>
                    <a:pt x="4326871" y="1489024"/>
                  </a:lnTo>
                  <a:lnTo>
                    <a:pt x="4327716" y="1486880"/>
                  </a:lnTo>
                  <a:lnTo>
                    <a:pt x="4328561" y="1518765"/>
                  </a:lnTo>
                  <a:lnTo>
                    <a:pt x="4329406" y="1518765"/>
                  </a:lnTo>
                  <a:lnTo>
                    <a:pt x="4330252" y="1461887"/>
                  </a:lnTo>
                  <a:lnTo>
                    <a:pt x="4331097" y="1518765"/>
                  </a:lnTo>
                  <a:lnTo>
                    <a:pt x="4331942" y="1443382"/>
                  </a:lnTo>
                  <a:lnTo>
                    <a:pt x="4332787" y="1436290"/>
                  </a:lnTo>
                  <a:lnTo>
                    <a:pt x="4333632" y="1429563"/>
                  </a:lnTo>
                  <a:lnTo>
                    <a:pt x="4334477" y="1420627"/>
                  </a:lnTo>
                  <a:lnTo>
                    <a:pt x="4335322" y="1404826"/>
                  </a:lnTo>
                  <a:lnTo>
                    <a:pt x="4336167" y="1403451"/>
                  </a:lnTo>
                  <a:lnTo>
                    <a:pt x="4337012" y="1393821"/>
                  </a:lnTo>
                  <a:lnTo>
                    <a:pt x="4337857" y="1518765"/>
                  </a:lnTo>
                  <a:lnTo>
                    <a:pt x="4338702" y="1410694"/>
                  </a:lnTo>
                  <a:lnTo>
                    <a:pt x="4339548" y="1419619"/>
                  </a:lnTo>
                  <a:lnTo>
                    <a:pt x="4340393" y="1421707"/>
                  </a:lnTo>
                  <a:lnTo>
                    <a:pt x="4341238" y="1429098"/>
                  </a:lnTo>
                  <a:lnTo>
                    <a:pt x="4342083" y="1446247"/>
                  </a:lnTo>
                  <a:lnTo>
                    <a:pt x="4342928" y="1427841"/>
                  </a:lnTo>
                  <a:lnTo>
                    <a:pt x="4343773" y="1518765"/>
                  </a:lnTo>
                  <a:lnTo>
                    <a:pt x="4344618" y="1518765"/>
                  </a:lnTo>
                  <a:lnTo>
                    <a:pt x="4345463" y="1440171"/>
                  </a:lnTo>
                  <a:lnTo>
                    <a:pt x="4346308" y="1433176"/>
                  </a:lnTo>
                  <a:lnTo>
                    <a:pt x="4347153" y="1384401"/>
                  </a:lnTo>
                  <a:lnTo>
                    <a:pt x="4347999" y="1285986"/>
                  </a:lnTo>
                  <a:lnTo>
                    <a:pt x="4348844" y="1264001"/>
                  </a:lnTo>
                  <a:lnTo>
                    <a:pt x="4349689" y="1279744"/>
                  </a:lnTo>
                  <a:lnTo>
                    <a:pt x="4350534" y="1293752"/>
                  </a:lnTo>
                  <a:lnTo>
                    <a:pt x="4351379" y="1518765"/>
                  </a:lnTo>
                  <a:lnTo>
                    <a:pt x="4352224" y="1258836"/>
                  </a:lnTo>
                  <a:lnTo>
                    <a:pt x="4353069" y="1304240"/>
                  </a:lnTo>
                  <a:lnTo>
                    <a:pt x="4353914" y="1328155"/>
                  </a:lnTo>
                  <a:lnTo>
                    <a:pt x="4354759" y="1366925"/>
                  </a:lnTo>
                  <a:lnTo>
                    <a:pt x="4355604" y="1342635"/>
                  </a:lnTo>
                  <a:lnTo>
                    <a:pt x="4356449" y="1358021"/>
                  </a:lnTo>
                  <a:lnTo>
                    <a:pt x="4357295" y="1373791"/>
                  </a:lnTo>
                  <a:lnTo>
                    <a:pt x="4358140" y="1418236"/>
                  </a:lnTo>
                  <a:lnTo>
                    <a:pt x="4358985" y="1518765"/>
                  </a:lnTo>
                  <a:lnTo>
                    <a:pt x="4359830" y="1518765"/>
                  </a:lnTo>
                  <a:lnTo>
                    <a:pt x="4360675" y="1404770"/>
                  </a:lnTo>
                  <a:lnTo>
                    <a:pt x="4361520" y="1409986"/>
                  </a:lnTo>
                  <a:lnTo>
                    <a:pt x="4362365" y="1518765"/>
                  </a:lnTo>
                  <a:lnTo>
                    <a:pt x="4363210" y="1428916"/>
                  </a:lnTo>
                  <a:lnTo>
                    <a:pt x="4364055" y="1429491"/>
                  </a:lnTo>
                  <a:lnTo>
                    <a:pt x="4364900" y="1437501"/>
                  </a:lnTo>
                  <a:lnTo>
                    <a:pt x="4365745" y="1426372"/>
                  </a:lnTo>
                  <a:lnTo>
                    <a:pt x="4366591" y="1398624"/>
                  </a:lnTo>
                  <a:lnTo>
                    <a:pt x="4367436" y="1392857"/>
                  </a:lnTo>
                  <a:lnTo>
                    <a:pt x="4368281" y="1383382"/>
                  </a:lnTo>
                  <a:lnTo>
                    <a:pt x="4369126" y="1378164"/>
                  </a:lnTo>
                  <a:lnTo>
                    <a:pt x="4369971" y="1518765"/>
                  </a:lnTo>
                  <a:lnTo>
                    <a:pt x="4370816" y="1518765"/>
                  </a:lnTo>
                  <a:lnTo>
                    <a:pt x="4371661" y="1263483"/>
                  </a:lnTo>
                  <a:lnTo>
                    <a:pt x="4372506" y="1336272"/>
                  </a:lnTo>
                  <a:lnTo>
                    <a:pt x="4373351" y="1359204"/>
                  </a:lnTo>
                  <a:lnTo>
                    <a:pt x="4374196" y="1322542"/>
                  </a:lnTo>
                  <a:lnTo>
                    <a:pt x="4375041" y="1518765"/>
                  </a:lnTo>
                  <a:lnTo>
                    <a:pt x="4375887" y="1518765"/>
                  </a:lnTo>
                  <a:lnTo>
                    <a:pt x="4376732" y="1518765"/>
                  </a:lnTo>
                  <a:lnTo>
                    <a:pt x="4377577" y="1518765"/>
                  </a:lnTo>
                  <a:lnTo>
                    <a:pt x="4378422" y="1518765"/>
                  </a:lnTo>
                  <a:lnTo>
                    <a:pt x="4379267" y="1518765"/>
                  </a:lnTo>
                  <a:lnTo>
                    <a:pt x="4380112" y="1518765"/>
                  </a:lnTo>
                  <a:lnTo>
                    <a:pt x="4380957" y="1518765"/>
                  </a:lnTo>
                  <a:lnTo>
                    <a:pt x="4381802" y="1518765"/>
                  </a:lnTo>
                  <a:lnTo>
                    <a:pt x="4382647" y="1518765"/>
                  </a:lnTo>
                  <a:lnTo>
                    <a:pt x="4383492" y="1518765"/>
                  </a:lnTo>
                  <a:lnTo>
                    <a:pt x="4384337" y="1518765"/>
                  </a:lnTo>
                  <a:lnTo>
                    <a:pt x="4385183" y="1518765"/>
                  </a:lnTo>
                  <a:lnTo>
                    <a:pt x="4386028" y="1518765"/>
                  </a:lnTo>
                  <a:lnTo>
                    <a:pt x="4386873" y="1518765"/>
                  </a:lnTo>
                  <a:lnTo>
                    <a:pt x="4387718" y="1518765"/>
                  </a:lnTo>
                  <a:lnTo>
                    <a:pt x="4388563" y="1518765"/>
                  </a:lnTo>
                  <a:lnTo>
                    <a:pt x="4389408" y="1518765"/>
                  </a:lnTo>
                  <a:lnTo>
                    <a:pt x="4390253" y="1518765"/>
                  </a:lnTo>
                  <a:lnTo>
                    <a:pt x="4391098" y="1518765"/>
                  </a:lnTo>
                  <a:lnTo>
                    <a:pt x="4391943" y="1518765"/>
                  </a:lnTo>
                  <a:lnTo>
                    <a:pt x="4392788" y="1518765"/>
                  </a:lnTo>
                  <a:lnTo>
                    <a:pt x="4393633" y="1518765"/>
                  </a:lnTo>
                  <a:lnTo>
                    <a:pt x="4394479" y="1518765"/>
                  </a:lnTo>
                  <a:lnTo>
                    <a:pt x="4395324" y="1518765"/>
                  </a:lnTo>
                  <a:lnTo>
                    <a:pt x="4396169" y="1518765"/>
                  </a:lnTo>
                  <a:lnTo>
                    <a:pt x="4397014" y="1518765"/>
                  </a:lnTo>
                  <a:lnTo>
                    <a:pt x="4397859" y="1518765"/>
                  </a:lnTo>
                  <a:lnTo>
                    <a:pt x="4398704" y="1518765"/>
                  </a:lnTo>
                  <a:lnTo>
                    <a:pt x="4399549" y="1518765"/>
                  </a:lnTo>
                  <a:lnTo>
                    <a:pt x="4400394" y="1518765"/>
                  </a:lnTo>
                  <a:lnTo>
                    <a:pt x="4401239" y="1518765"/>
                  </a:lnTo>
                  <a:lnTo>
                    <a:pt x="4402084" y="1518765"/>
                  </a:lnTo>
                  <a:lnTo>
                    <a:pt x="4402929" y="1518765"/>
                  </a:lnTo>
                  <a:lnTo>
                    <a:pt x="4403775" y="1518765"/>
                  </a:lnTo>
                  <a:lnTo>
                    <a:pt x="4404620" y="1518765"/>
                  </a:lnTo>
                  <a:lnTo>
                    <a:pt x="4405465" y="1422548"/>
                  </a:lnTo>
                  <a:lnTo>
                    <a:pt x="4406310" y="1411277"/>
                  </a:lnTo>
                  <a:lnTo>
                    <a:pt x="4407155" y="1410614"/>
                  </a:lnTo>
                  <a:lnTo>
                    <a:pt x="4408000" y="1415683"/>
                  </a:lnTo>
                  <a:lnTo>
                    <a:pt x="4408845" y="1395832"/>
                  </a:lnTo>
                  <a:lnTo>
                    <a:pt x="4409690" y="1413981"/>
                  </a:lnTo>
                  <a:lnTo>
                    <a:pt x="4410535" y="1412025"/>
                  </a:lnTo>
                  <a:lnTo>
                    <a:pt x="4411380" y="1383776"/>
                  </a:lnTo>
                  <a:lnTo>
                    <a:pt x="4412226" y="1333778"/>
                  </a:lnTo>
                  <a:lnTo>
                    <a:pt x="4413071" y="1518765"/>
                  </a:lnTo>
                  <a:lnTo>
                    <a:pt x="4413916" y="1383225"/>
                  </a:lnTo>
                  <a:lnTo>
                    <a:pt x="4414761" y="1391873"/>
                  </a:lnTo>
                  <a:lnTo>
                    <a:pt x="4415606" y="1376881"/>
                  </a:lnTo>
                  <a:lnTo>
                    <a:pt x="4416451" y="1386494"/>
                  </a:lnTo>
                  <a:lnTo>
                    <a:pt x="4417296" y="1403242"/>
                  </a:lnTo>
                  <a:lnTo>
                    <a:pt x="4418141" y="1440221"/>
                  </a:lnTo>
                  <a:lnTo>
                    <a:pt x="4418986" y="1433804"/>
                  </a:lnTo>
                  <a:lnTo>
                    <a:pt x="4419831" y="1448983"/>
                  </a:lnTo>
                  <a:lnTo>
                    <a:pt x="4420676" y="1449450"/>
                  </a:lnTo>
                  <a:lnTo>
                    <a:pt x="4421522" y="1474659"/>
                  </a:lnTo>
                  <a:lnTo>
                    <a:pt x="4422367" y="1481808"/>
                  </a:lnTo>
                  <a:lnTo>
                    <a:pt x="4423212" y="1452065"/>
                  </a:lnTo>
                  <a:lnTo>
                    <a:pt x="4424057" y="1453539"/>
                  </a:lnTo>
                  <a:lnTo>
                    <a:pt x="4424902" y="1455036"/>
                  </a:lnTo>
                  <a:lnTo>
                    <a:pt x="4425747" y="1459915"/>
                  </a:lnTo>
                  <a:lnTo>
                    <a:pt x="4426592" y="1474977"/>
                  </a:lnTo>
                  <a:lnTo>
                    <a:pt x="4427437" y="1461653"/>
                  </a:lnTo>
                  <a:lnTo>
                    <a:pt x="4428282" y="1481788"/>
                  </a:lnTo>
                  <a:lnTo>
                    <a:pt x="4429127" y="1518765"/>
                  </a:lnTo>
                  <a:lnTo>
                    <a:pt x="4429972" y="1518765"/>
                  </a:lnTo>
                  <a:lnTo>
                    <a:pt x="4430818" y="1459495"/>
                  </a:lnTo>
                  <a:lnTo>
                    <a:pt x="4431663" y="1471544"/>
                  </a:lnTo>
                  <a:lnTo>
                    <a:pt x="4432508" y="1478289"/>
                  </a:lnTo>
                  <a:lnTo>
                    <a:pt x="4433353" y="1482523"/>
                  </a:lnTo>
                  <a:lnTo>
                    <a:pt x="4434198" y="1480968"/>
                  </a:lnTo>
                  <a:lnTo>
                    <a:pt x="4435043" y="1485018"/>
                  </a:lnTo>
                  <a:lnTo>
                    <a:pt x="4435888" y="1494431"/>
                  </a:lnTo>
                  <a:lnTo>
                    <a:pt x="4436733" y="1470950"/>
                  </a:lnTo>
                  <a:lnTo>
                    <a:pt x="4437578" y="1466336"/>
                  </a:lnTo>
                  <a:lnTo>
                    <a:pt x="4438423" y="1469362"/>
                  </a:lnTo>
                  <a:lnTo>
                    <a:pt x="4439268" y="1465691"/>
                  </a:lnTo>
                  <a:lnTo>
                    <a:pt x="4440114" y="1473523"/>
                  </a:lnTo>
                  <a:lnTo>
                    <a:pt x="4440959" y="1457967"/>
                  </a:lnTo>
                  <a:lnTo>
                    <a:pt x="4441804" y="1518765"/>
                  </a:lnTo>
                  <a:lnTo>
                    <a:pt x="4442649" y="1449786"/>
                  </a:lnTo>
                  <a:lnTo>
                    <a:pt x="4443494" y="1466506"/>
                  </a:lnTo>
                  <a:lnTo>
                    <a:pt x="4444339" y="1472753"/>
                  </a:lnTo>
                  <a:lnTo>
                    <a:pt x="4445184" y="1460542"/>
                  </a:lnTo>
                  <a:lnTo>
                    <a:pt x="4446029" y="1488940"/>
                  </a:lnTo>
                  <a:lnTo>
                    <a:pt x="4446874" y="1518765"/>
                  </a:lnTo>
                  <a:lnTo>
                    <a:pt x="4447719" y="1480231"/>
                  </a:lnTo>
                  <a:lnTo>
                    <a:pt x="4448564" y="1492981"/>
                  </a:lnTo>
                  <a:lnTo>
                    <a:pt x="4449410" y="1462216"/>
                  </a:lnTo>
                  <a:lnTo>
                    <a:pt x="4450255" y="1474242"/>
                  </a:lnTo>
                  <a:lnTo>
                    <a:pt x="4451100" y="1474318"/>
                  </a:lnTo>
                  <a:lnTo>
                    <a:pt x="4451945" y="1435085"/>
                  </a:lnTo>
                  <a:lnTo>
                    <a:pt x="4452790" y="1518765"/>
                  </a:lnTo>
                  <a:lnTo>
                    <a:pt x="4453635" y="1518765"/>
                  </a:lnTo>
                  <a:lnTo>
                    <a:pt x="4454480" y="1518765"/>
                  </a:lnTo>
                  <a:lnTo>
                    <a:pt x="4455325" y="1518765"/>
                  </a:lnTo>
                  <a:lnTo>
                    <a:pt x="4456170" y="1518765"/>
                  </a:lnTo>
                  <a:lnTo>
                    <a:pt x="4457015" y="1518765"/>
                  </a:lnTo>
                  <a:lnTo>
                    <a:pt x="4457860" y="1518765"/>
                  </a:lnTo>
                  <a:lnTo>
                    <a:pt x="4458706" y="1518765"/>
                  </a:lnTo>
                  <a:lnTo>
                    <a:pt x="4459551" y="1518765"/>
                  </a:lnTo>
                  <a:lnTo>
                    <a:pt x="4460396" y="1518765"/>
                  </a:lnTo>
                  <a:lnTo>
                    <a:pt x="4461241" y="1518765"/>
                  </a:lnTo>
                  <a:lnTo>
                    <a:pt x="4462086" y="1518765"/>
                  </a:lnTo>
                  <a:lnTo>
                    <a:pt x="4462931" y="1518765"/>
                  </a:lnTo>
                  <a:lnTo>
                    <a:pt x="4463776" y="1518765"/>
                  </a:lnTo>
                  <a:lnTo>
                    <a:pt x="4464621" y="1518765"/>
                  </a:lnTo>
                  <a:lnTo>
                    <a:pt x="4465466" y="1518765"/>
                  </a:lnTo>
                  <a:lnTo>
                    <a:pt x="4466311" y="1518765"/>
                  </a:lnTo>
                  <a:lnTo>
                    <a:pt x="4467156" y="1518765"/>
                  </a:lnTo>
                  <a:lnTo>
                    <a:pt x="4468002" y="1518765"/>
                  </a:lnTo>
                  <a:lnTo>
                    <a:pt x="4468847" y="1518765"/>
                  </a:lnTo>
                  <a:lnTo>
                    <a:pt x="4469692" y="1518765"/>
                  </a:lnTo>
                  <a:lnTo>
                    <a:pt x="4470537" y="1518765"/>
                  </a:lnTo>
                  <a:lnTo>
                    <a:pt x="4471382" y="1518765"/>
                  </a:lnTo>
                  <a:lnTo>
                    <a:pt x="4472227" y="1518765"/>
                  </a:lnTo>
                  <a:lnTo>
                    <a:pt x="4473072" y="1518765"/>
                  </a:lnTo>
                  <a:lnTo>
                    <a:pt x="4473917" y="1518765"/>
                  </a:lnTo>
                  <a:lnTo>
                    <a:pt x="4474762" y="1518765"/>
                  </a:lnTo>
                  <a:lnTo>
                    <a:pt x="4475607" y="1518765"/>
                  </a:lnTo>
                  <a:lnTo>
                    <a:pt x="4476453" y="1518765"/>
                  </a:lnTo>
                  <a:lnTo>
                    <a:pt x="4477298" y="1518765"/>
                  </a:lnTo>
                  <a:lnTo>
                    <a:pt x="4478143" y="1518765"/>
                  </a:lnTo>
                  <a:lnTo>
                    <a:pt x="4478988" y="1518765"/>
                  </a:lnTo>
                  <a:lnTo>
                    <a:pt x="4479833" y="1518765"/>
                  </a:lnTo>
                  <a:lnTo>
                    <a:pt x="4480678" y="1486215"/>
                  </a:lnTo>
                  <a:lnTo>
                    <a:pt x="4481523" y="1463269"/>
                  </a:lnTo>
                  <a:lnTo>
                    <a:pt x="4482368" y="1491947"/>
                  </a:lnTo>
                  <a:lnTo>
                    <a:pt x="4483213" y="1486908"/>
                  </a:lnTo>
                  <a:lnTo>
                    <a:pt x="4484058" y="1486300"/>
                  </a:lnTo>
                  <a:lnTo>
                    <a:pt x="4484903" y="1493406"/>
                  </a:lnTo>
                  <a:lnTo>
                    <a:pt x="4485749" y="1502674"/>
                  </a:lnTo>
                  <a:lnTo>
                    <a:pt x="4486594" y="1518765"/>
                  </a:lnTo>
                  <a:lnTo>
                    <a:pt x="4487439" y="1506593"/>
                  </a:lnTo>
                  <a:lnTo>
                    <a:pt x="4488284" y="1504153"/>
                  </a:lnTo>
                  <a:lnTo>
                    <a:pt x="4489129" y="1498352"/>
                  </a:lnTo>
                  <a:lnTo>
                    <a:pt x="4489974" y="1475459"/>
                  </a:lnTo>
                  <a:lnTo>
                    <a:pt x="4490819" y="1478137"/>
                  </a:lnTo>
                  <a:lnTo>
                    <a:pt x="4491664" y="1490797"/>
                  </a:lnTo>
                  <a:lnTo>
                    <a:pt x="4492509" y="1503902"/>
                  </a:lnTo>
                  <a:lnTo>
                    <a:pt x="4493354" y="1494252"/>
                  </a:lnTo>
                  <a:lnTo>
                    <a:pt x="4494199" y="1491951"/>
                  </a:lnTo>
                  <a:lnTo>
                    <a:pt x="4495045" y="1493135"/>
                  </a:lnTo>
                  <a:lnTo>
                    <a:pt x="4495890" y="1484706"/>
                  </a:lnTo>
                  <a:lnTo>
                    <a:pt x="4496735" y="1477506"/>
                  </a:lnTo>
                  <a:lnTo>
                    <a:pt x="4497580" y="1479175"/>
                  </a:lnTo>
                  <a:lnTo>
                    <a:pt x="4498425" y="1482812"/>
                  </a:lnTo>
                  <a:lnTo>
                    <a:pt x="4499270" y="1489632"/>
                  </a:lnTo>
                  <a:lnTo>
                    <a:pt x="4500115" y="1491165"/>
                  </a:lnTo>
                  <a:lnTo>
                    <a:pt x="4500960" y="1492122"/>
                  </a:lnTo>
                  <a:lnTo>
                    <a:pt x="4501805" y="1492736"/>
                  </a:lnTo>
                  <a:lnTo>
                    <a:pt x="4502650" y="1490743"/>
                  </a:lnTo>
                  <a:lnTo>
                    <a:pt x="4503495" y="1472495"/>
                  </a:lnTo>
                  <a:lnTo>
                    <a:pt x="4504341" y="1518765"/>
                  </a:lnTo>
                  <a:lnTo>
                    <a:pt x="4505186" y="1518765"/>
                  </a:lnTo>
                  <a:lnTo>
                    <a:pt x="4506031" y="1518765"/>
                  </a:lnTo>
                  <a:lnTo>
                    <a:pt x="4506876" y="1454029"/>
                  </a:lnTo>
                  <a:lnTo>
                    <a:pt x="4507721" y="1443334"/>
                  </a:lnTo>
                  <a:lnTo>
                    <a:pt x="4508566" y="1411388"/>
                  </a:lnTo>
                  <a:lnTo>
                    <a:pt x="4509411" y="1397984"/>
                  </a:lnTo>
                  <a:lnTo>
                    <a:pt x="4510256" y="1375553"/>
                  </a:lnTo>
                  <a:lnTo>
                    <a:pt x="4511101" y="1329530"/>
                  </a:lnTo>
                  <a:lnTo>
                    <a:pt x="4511946" y="1325562"/>
                  </a:lnTo>
                  <a:lnTo>
                    <a:pt x="4512791" y="1336633"/>
                  </a:lnTo>
                  <a:lnTo>
                    <a:pt x="4513637" y="1395834"/>
                  </a:lnTo>
                  <a:lnTo>
                    <a:pt x="4514482" y="1389819"/>
                  </a:lnTo>
                  <a:lnTo>
                    <a:pt x="4515327" y="1518765"/>
                  </a:lnTo>
                  <a:lnTo>
                    <a:pt x="4516172" y="1449208"/>
                  </a:lnTo>
                  <a:lnTo>
                    <a:pt x="4517017" y="1453383"/>
                  </a:lnTo>
                  <a:lnTo>
                    <a:pt x="4517862" y="1452089"/>
                  </a:lnTo>
                  <a:lnTo>
                    <a:pt x="4518707" y="1518765"/>
                  </a:lnTo>
                  <a:lnTo>
                    <a:pt x="4519552" y="1518765"/>
                  </a:lnTo>
                  <a:lnTo>
                    <a:pt x="4520397" y="1466002"/>
                  </a:lnTo>
                  <a:lnTo>
                    <a:pt x="4521242" y="1467554"/>
                  </a:lnTo>
                  <a:lnTo>
                    <a:pt x="4522087" y="1453352"/>
                  </a:lnTo>
                  <a:lnTo>
                    <a:pt x="4522933" y="1458604"/>
                  </a:lnTo>
                  <a:lnTo>
                    <a:pt x="4523778" y="1518765"/>
                  </a:lnTo>
                  <a:lnTo>
                    <a:pt x="4524623" y="1518765"/>
                  </a:lnTo>
                  <a:lnTo>
                    <a:pt x="4525468" y="1518765"/>
                  </a:lnTo>
                  <a:lnTo>
                    <a:pt x="4526313" y="1518765"/>
                  </a:lnTo>
                  <a:lnTo>
                    <a:pt x="4527158" y="1518765"/>
                  </a:lnTo>
                  <a:lnTo>
                    <a:pt x="4528003" y="1518765"/>
                  </a:lnTo>
                  <a:lnTo>
                    <a:pt x="4528848" y="1518765"/>
                  </a:lnTo>
                  <a:lnTo>
                    <a:pt x="4529693" y="1518765"/>
                  </a:lnTo>
                  <a:lnTo>
                    <a:pt x="4530538" y="1518765"/>
                  </a:lnTo>
                  <a:lnTo>
                    <a:pt x="4531383" y="1444734"/>
                  </a:lnTo>
                  <a:lnTo>
                    <a:pt x="4532229" y="1518765"/>
                  </a:lnTo>
                  <a:lnTo>
                    <a:pt x="4533074" y="1518765"/>
                  </a:lnTo>
                  <a:lnTo>
                    <a:pt x="4533919" y="1470801"/>
                  </a:lnTo>
                  <a:lnTo>
                    <a:pt x="4534764" y="1518765"/>
                  </a:lnTo>
                  <a:lnTo>
                    <a:pt x="4535609" y="1468885"/>
                  </a:lnTo>
                  <a:lnTo>
                    <a:pt x="4536454" y="1474662"/>
                  </a:lnTo>
                  <a:lnTo>
                    <a:pt x="4537299" y="1479271"/>
                  </a:lnTo>
                  <a:lnTo>
                    <a:pt x="4538144" y="1468074"/>
                  </a:lnTo>
                  <a:lnTo>
                    <a:pt x="4538989" y="1456999"/>
                  </a:lnTo>
                  <a:lnTo>
                    <a:pt x="4539834" y="1518765"/>
                  </a:lnTo>
                  <a:lnTo>
                    <a:pt x="4540680" y="1447595"/>
                  </a:lnTo>
                  <a:lnTo>
                    <a:pt x="4541525" y="1469157"/>
                  </a:lnTo>
                  <a:lnTo>
                    <a:pt x="4542370" y="1476890"/>
                  </a:lnTo>
                  <a:lnTo>
                    <a:pt x="4543215" y="1473747"/>
                  </a:lnTo>
                  <a:lnTo>
                    <a:pt x="4544060" y="1475652"/>
                  </a:lnTo>
                  <a:lnTo>
                    <a:pt x="4544905" y="1463202"/>
                  </a:lnTo>
                  <a:lnTo>
                    <a:pt x="4545750" y="1465815"/>
                  </a:lnTo>
                  <a:lnTo>
                    <a:pt x="4546595" y="1457756"/>
                  </a:lnTo>
                  <a:lnTo>
                    <a:pt x="4547440" y="1467688"/>
                  </a:lnTo>
                  <a:lnTo>
                    <a:pt x="4548285" y="1466720"/>
                  </a:lnTo>
                  <a:lnTo>
                    <a:pt x="4549130" y="1477232"/>
                  </a:lnTo>
                  <a:lnTo>
                    <a:pt x="4549976" y="1477598"/>
                  </a:lnTo>
                  <a:lnTo>
                    <a:pt x="4550821" y="1518765"/>
                  </a:lnTo>
                  <a:lnTo>
                    <a:pt x="4551666" y="1518765"/>
                  </a:lnTo>
                  <a:lnTo>
                    <a:pt x="4552511" y="1449978"/>
                  </a:lnTo>
                  <a:lnTo>
                    <a:pt x="4553356" y="1461734"/>
                  </a:lnTo>
                  <a:lnTo>
                    <a:pt x="4554201" y="1472644"/>
                  </a:lnTo>
                  <a:lnTo>
                    <a:pt x="4555046" y="1459523"/>
                  </a:lnTo>
                  <a:lnTo>
                    <a:pt x="4555891" y="1478812"/>
                  </a:lnTo>
                  <a:lnTo>
                    <a:pt x="4556736" y="1473366"/>
                  </a:lnTo>
                  <a:lnTo>
                    <a:pt x="4557581" y="1493728"/>
                  </a:lnTo>
                  <a:lnTo>
                    <a:pt x="4558426" y="1491074"/>
                  </a:lnTo>
                  <a:lnTo>
                    <a:pt x="4559272" y="1480899"/>
                  </a:lnTo>
                  <a:lnTo>
                    <a:pt x="4560117" y="1482111"/>
                  </a:lnTo>
                  <a:lnTo>
                    <a:pt x="4560962" y="1488416"/>
                  </a:lnTo>
                  <a:lnTo>
                    <a:pt x="4561807" y="1482690"/>
                  </a:lnTo>
                  <a:lnTo>
                    <a:pt x="4562652" y="1518765"/>
                  </a:lnTo>
                  <a:lnTo>
                    <a:pt x="4563497" y="1465895"/>
                  </a:lnTo>
                  <a:lnTo>
                    <a:pt x="4564342" y="1466223"/>
                  </a:lnTo>
                  <a:lnTo>
                    <a:pt x="4565187" y="1457077"/>
                  </a:lnTo>
                  <a:lnTo>
                    <a:pt x="4566032" y="1470549"/>
                  </a:lnTo>
                  <a:lnTo>
                    <a:pt x="4566877" y="1465190"/>
                  </a:lnTo>
                  <a:lnTo>
                    <a:pt x="4567722" y="1475470"/>
                  </a:lnTo>
                  <a:lnTo>
                    <a:pt x="4568568" y="1481957"/>
                  </a:lnTo>
                  <a:lnTo>
                    <a:pt x="4569413" y="1494600"/>
                  </a:lnTo>
                  <a:lnTo>
                    <a:pt x="4570258" y="1468765"/>
                  </a:lnTo>
                  <a:lnTo>
                    <a:pt x="4571103" y="1467784"/>
                  </a:lnTo>
                  <a:lnTo>
                    <a:pt x="4571948" y="1464302"/>
                  </a:lnTo>
                  <a:lnTo>
                    <a:pt x="4572793" y="1472244"/>
                  </a:lnTo>
                  <a:lnTo>
                    <a:pt x="4573638" y="1475094"/>
                  </a:lnTo>
                  <a:lnTo>
                    <a:pt x="4574483" y="1518765"/>
                  </a:lnTo>
                  <a:lnTo>
                    <a:pt x="4575328" y="1518765"/>
                  </a:lnTo>
                  <a:lnTo>
                    <a:pt x="4576173" y="1518765"/>
                  </a:lnTo>
                  <a:lnTo>
                    <a:pt x="4577018" y="1518765"/>
                  </a:lnTo>
                  <a:lnTo>
                    <a:pt x="4577864" y="1518765"/>
                  </a:lnTo>
                  <a:lnTo>
                    <a:pt x="4578709" y="1518765"/>
                  </a:lnTo>
                  <a:lnTo>
                    <a:pt x="4579554" y="1518765"/>
                  </a:lnTo>
                  <a:lnTo>
                    <a:pt x="4580399" y="1464627"/>
                  </a:lnTo>
                  <a:lnTo>
                    <a:pt x="4581244" y="1453410"/>
                  </a:lnTo>
                  <a:lnTo>
                    <a:pt x="4582089" y="1447450"/>
                  </a:lnTo>
                  <a:lnTo>
                    <a:pt x="4582934" y="1474726"/>
                  </a:lnTo>
                  <a:lnTo>
                    <a:pt x="4583779" y="1496750"/>
                  </a:lnTo>
                  <a:lnTo>
                    <a:pt x="4584624" y="1487435"/>
                  </a:lnTo>
                  <a:lnTo>
                    <a:pt x="4585469" y="1481588"/>
                  </a:lnTo>
                  <a:lnTo>
                    <a:pt x="4586314" y="1518765"/>
                  </a:lnTo>
                  <a:lnTo>
                    <a:pt x="4587160" y="1484257"/>
                  </a:lnTo>
                  <a:lnTo>
                    <a:pt x="4588005" y="1498433"/>
                  </a:lnTo>
                  <a:lnTo>
                    <a:pt x="4588850" y="1502176"/>
                  </a:lnTo>
                  <a:lnTo>
                    <a:pt x="4589695" y="1508400"/>
                  </a:lnTo>
                  <a:lnTo>
                    <a:pt x="4590540" y="1517724"/>
                  </a:lnTo>
                  <a:lnTo>
                    <a:pt x="4591385" y="1490668"/>
                  </a:lnTo>
                  <a:lnTo>
                    <a:pt x="4592230" y="1497990"/>
                  </a:lnTo>
                  <a:lnTo>
                    <a:pt x="4593075" y="1502304"/>
                  </a:lnTo>
                  <a:lnTo>
                    <a:pt x="4593920" y="1497702"/>
                  </a:lnTo>
                  <a:lnTo>
                    <a:pt x="4594765" y="1508976"/>
                  </a:lnTo>
                  <a:lnTo>
                    <a:pt x="4595610" y="1500529"/>
                  </a:lnTo>
                  <a:lnTo>
                    <a:pt x="4596456" y="1495888"/>
                  </a:lnTo>
                  <a:lnTo>
                    <a:pt x="4597301" y="1501156"/>
                  </a:lnTo>
                  <a:lnTo>
                    <a:pt x="4598146" y="1506895"/>
                  </a:lnTo>
                  <a:lnTo>
                    <a:pt x="4598991" y="1511132"/>
                  </a:lnTo>
                  <a:lnTo>
                    <a:pt x="4599836" y="1504744"/>
                  </a:lnTo>
                  <a:lnTo>
                    <a:pt x="4600681" y="1503936"/>
                  </a:lnTo>
                  <a:lnTo>
                    <a:pt x="4601526" y="1507038"/>
                  </a:lnTo>
                  <a:lnTo>
                    <a:pt x="4602371" y="1510243"/>
                  </a:lnTo>
                  <a:lnTo>
                    <a:pt x="4603216" y="1506982"/>
                  </a:lnTo>
                  <a:lnTo>
                    <a:pt x="4604061" y="1518765"/>
                  </a:lnTo>
                  <a:lnTo>
                    <a:pt x="4604907" y="1518765"/>
                  </a:lnTo>
                  <a:lnTo>
                    <a:pt x="4605752" y="1518412"/>
                  </a:lnTo>
                  <a:lnTo>
                    <a:pt x="4606597" y="1515873"/>
                  </a:lnTo>
                  <a:lnTo>
                    <a:pt x="4607442" y="1512982"/>
                  </a:lnTo>
                  <a:lnTo>
                    <a:pt x="4608287" y="1511801"/>
                  </a:lnTo>
                  <a:lnTo>
                    <a:pt x="4609132" y="1516549"/>
                  </a:lnTo>
                  <a:lnTo>
                    <a:pt x="4609977" y="1513295"/>
                  </a:lnTo>
                  <a:lnTo>
                    <a:pt x="4610822" y="1516377"/>
                  </a:lnTo>
                  <a:lnTo>
                    <a:pt x="4611667" y="1516170"/>
                  </a:lnTo>
                  <a:lnTo>
                    <a:pt x="4612512" y="1507096"/>
                  </a:lnTo>
                  <a:lnTo>
                    <a:pt x="4613357" y="1511849"/>
                  </a:lnTo>
                  <a:lnTo>
                    <a:pt x="4614203" y="1512079"/>
                  </a:lnTo>
                  <a:lnTo>
                    <a:pt x="4615048" y="1514648"/>
                  </a:lnTo>
                  <a:lnTo>
                    <a:pt x="4615893" y="1518765"/>
                  </a:lnTo>
                  <a:lnTo>
                    <a:pt x="4616738" y="1510368"/>
                  </a:lnTo>
                  <a:lnTo>
                    <a:pt x="4617583" y="1502818"/>
                  </a:lnTo>
                  <a:lnTo>
                    <a:pt x="4618428" y="1504940"/>
                  </a:lnTo>
                  <a:lnTo>
                    <a:pt x="4619273" y="1496716"/>
                  </a:lnTo>
                  <a:lnTo>
                    <a:pt x="4620118" y="1518765"/>
                  </a:lnTo>
                  <a:lnTo>
                    <a:pt x="4620963" y="1481474"/>
                  </a:lnTo>
                  <a:lnTo>
                    <a:pt x="4621808" y="1469494"/>
                  </a:lnTo>
                  <a:lnTo>
                    <a:pt x="4622653" y="1476879"/>
                  </a:lnTo>
                  <a:lnTo>
                    <a:pt x="4623499" y="1458859"/>
                  </a:lnTo>
                  <a:lnTo>
                    <a:pt x="4624344" y="1399109"/>
                  </a:lnTo>
                  <a:lnTo>
                    <a:pt x="4625189" y="1396580"/>
                  </a:lnTo>
                  <a:lnTo>
                    <a:pt x="4626034" y="1436379"/>
                  </a:lnTo>
                  <a:lnTo>
                    <a:pt x="4626879" y="1459329"/>
                  </a:lnTo>
                  <a:lnTo>
                    <a:pt x="4627724" y="1518765"/>
                  </a:lnTo>
                  <a:lnTo>
                    <a:pt x="4628569" y="1518765"/>
                  </a:lnTo>
                  <a:lnTo>
                    <a:pt x="4629414" y="1493575"/>
                  </a:lnTo>
                  <a:lnTo>
                    <a:pt x="4630259" y="1518765"/>
                  </a:lnTo>
                  <a:lnTo>
                    <a:pt x="4631104" y="1518765"/>
                  </a:lnTo>
                  <a:lnTo>
                    <a:pt x="4631949" y="1498990"/>
                  </a:lnTo>
                  <a:lnTo>
                    <a:pt x="4632795" y="1494364"/>
                  </a:lnTo>
                  <a:lnTo>
                    <a:pt x="4633640" y="1508838"/>
                  </a:lnTo>
                  <a:lnTo>
                    <a:pt x="4634485" y="1518765"/>
                  </a:lnTo>
                  <a:lnTo>
                    <a:pt x="4635330" y="1518765"/>
                  </a:lnTo>
                  <a:lnTo>
                    <a:pt x="4636175" y="1518765"/>
                  </a:lnTo>
                  <a:lnTo>
                    <a:pt x="4637020" y="1518765"/>
                  </a:lnTo>
                  <a:lnTo>
                    <a:pt x="4637865" y="1518765"/>
                  </a:lnTo>
                  <a:lnTo>
                    <a:pt x="4638710" y="1518765"/>
                  </a:lnTo>
                  <a:lnTo>
                    <a:pt x="4639555" y="1518765"/>
                  </a:lnTo>
                  <a:lnTo>
                    <a:pt x="4640400" y="1518765"/>
                  </a:lnTo>
                  <a:lnTo>
                    <a:pt x="4641245" y="1501514"/>
                  </a:lnTo>
                  <a:lnTo>
                    <a:pt x="4642091" y="1497811"/>
                  </a:lnTo>
                  <a:lnTo>
                    <a:pt x="4642936" y="1491905"/>
                  </a:lnTo>
                  <a:lnTo>
                    <a:pt x="4643781" y="1518765"/>
                  </a:lnTo>
                  <a:lnTo>
                    <a:pt x="4644626" y="1474523"/>
                  </a:lnTo>
                  <a:lnTo>
                    <a:pt x="4645471" y="1477282"/>
                  </a:lnTo>
                  <a:lnTo>
                    <a:pt x="4646316" y="1464175"/>
                  </a:lnTo>
                  <a:lnTo>
                    <a:pt x="4647161" y="1480017"/>
                  </a:lnTo>
                  <a:lnTo>
                    <a:pt x="4648006" y="1471710"/>
                  </a:lnTo>
                  <a:lnTo>
                    <a:pt x="4648851" y="1466566"/>
                  </a:lnTo>
                  <a:lnTo>
                    <a:pt x="4649696" y="1472267"/>
                  </a:lnTo>
                  <a:lnTo>
                    <a:pt x="4650541" y="1450697"/>
                  </a:lnTo>
                  <a:lnTo>
                    <a:pt x="4651387" y="1444976"/>
                  </a:lnTo>
                  <a:lnTo>
                    <a:pt x="4652232" y="1415370"/>
                  </a:lnTo>
                  <a:lnTo>
                    <a:pt x="4653077" y="1432942"/>
                  </a:lnTo>
                  <a:lnTo>
                    <a:pt x="4653922" y="1442993"/>
                  </a:lnTo>
                  <a:lnTo>
                    <a:pt x="4654767" y="1441843"/>
                  </a:lnTo>
                  <a:lnTo>
                    <a:pt x="4655612" y="1453579"/>
                  </a:lnTo>
                  <a:lnTo>
                    <a:pt x="4656457" y="1518765"/>
                  </a:lnTo>
                  <a:lnTo>
                    <a:pt x="4657302" y="1518765"/>
                  </a:lnTo>
                  <a:lnTo>
                    <a:pt x="4658147" y="1518765"/>
                  </a:lnTo>
                  <a:lnTo>
                    <a:pt x="4658992" y="1494392"/>
                  </a:lnTo>
                  <a:lnTo>
                    <a:pt x="4659837" y="1499086"/>
                  </a:lnTo>
                  <a:lnTo>
                    <a:pt x="4660683" y="1501805"/>
                  </a:lnTo>
                  <a:lnTo>
                    <a:pt x="4661528" y="1500524"/>
                  </a:lnTo>
                  <a:lnTo>
                    <a:pt x="4662373" y="1500282"/>
                  </a:lnTo>
                  <a:lnTo>
                    <a:pt x="4663218" y="1499240"/>
                  </a:lnTo>
                  <a:lnTo>
                    <a:pt x="4664063" y="1499272"/>
                  </a:lnTo>
                  <a:lnTo>
                    <a:pt x="4664908" y="1510812"/>
                  </a:lnTo>
                  <a:lnTo>
                    <a:pt x="4665753" y="1500604"/>
                  </a:lnTo>
                  <a:lnTo>
                    <a:pt x="4666598" y="1485053"/>
                  </a:lnTo>
                  <a:lnTo>
                    <a:pt x="4667443" y="1477512"/>
                  </a:lnTo>
                  <a:lnTo>
                    <a:pt x="4668288" y="1487464"/>
                  </a:lnTo>
                  <a:lnTo>
                    <a:pt x="4669134" y="1479794"/>
                  </a:lnTo>
                  <a:lnTo>
                    <a:pt x="4669979" y="1462172"/>
                  </a:lnTo>
                  <a:lnTo>
                    <a:pt x="4670824" y="1450483"/>
                  </a:lnTo>
                  <a:lnTo>
                    <a:pt x="4671669" y="1453564"/>
                  </a:lnTo>
                  <a:lnTo>
                    <a:pt x="4672514" y="1455931"/>
                  </a:lnTo>
                  <a:lnTo>
                    <a:pt x="4673359" y="1454097"/>
                  </a:lnTo>
                  <a:lnTo>
                    <a:pt x="4674204" y="1466116"/>
                  </a:lnTo>
                  <a:lnTo>
                    <a:pt x="4675049" y="1476859"/>
                  </a:lnTo>
                  <a:lnTo>
                    <a:pt x="4675894" y="1473509"/>
                  </a:lnTo>
                  <a:lnTo>
                    <a:pt x="4676739" y="1461624"/>
                  </a:lnTo>
                  <a:lnTo>
                    <a:pt x="4677584" y="1460162"/>
                  </a:lnTo>
                  <a:lnTo>
                    <a:pt x="4678430" y="1464103"/>
                  </a:lnTo>
                  <a:lnTo>
                    <a:pt x="4679275" y="1479374"/>
                  </a:lnTo>
                  <a:lnTo>
                    <a:pt x="4680120" y="1486301"/>
                  </a:lnTo>
                  <a:lnTo>
                    <a:pt x="4680965" y="1478374"/>
                  </a:lnTo>
                  <a:lnTo>
                    <a:pt x="4681810" y="1484401"/>
                  </a:lnTo>
                  <a:lnTo>
                    <a:pt x="4682655" y="1484862"/>
                  </a:lnTo>
                  <a:lnTo>
                    <a:pt x="4683500" y="1478967"/>
                  </a:lnTo>
                  <a:lnTo>
                    <a:pt x="4684345" y="1458923"/>
                  </a:lnTo>
                  <a:lnTo>
                    <a:pt x="4685190" y="1464505"/>
                  </a:lnTo>
                  <a:lnTo>
                    <a:pt x="4686035" y="1466719"/>
                  </a:lnTo>
                  <a:lnTo>
                    <a:pt x="4686880" y="1471873"/>
                  </a:lnTo>
                  <a:lnTo>
                    <a:pt x="4687726" y="1480463"/>
                  </a:lnTo>
                  <a:lnTo>
                    <a:pt x="4688571" y="1479160"/>
                  </a:lnTo>
                  <a:lnTo>
                    <a:pt x="4689416" y="1477133"/>
                  </a:lnTo>
                  <a:lnTo>
                    <a:pt x="4690261" y="1479233"/>
                  </a:lnTo>
                  <a:lnTo>
                    <a:pt x="4691106" y="1479739"/>
                  </a:lnTo>
                  <a:lnTo>
                    <a:pt x="4691951" y="1478717"/>
                  </a:lnTo>
                  <a:lnTo>
                    <a:pt x="4692796" y="1490155"/>
                  </a:lnTo>
                  <a:lnTo>
                    <a:pt x="4693641" y="1481769"/>
                  </a:lnTo>
                  <a:lnTo>
                    <a:pt x="4694486" y="1476074"/>
                  </a:lnTo>
                  <a:lnTo>
                    <a:pt x="4695331" y="1485012"/>
                  </a:lnTo>
                  <a:lnTo>
                    <a:pt x="4696176" y="1480046"/>
                  </a:lnTo>
                  <a:lnTo>
                    <a:pt x="4697022" y="1486710"/>
                  </a:lnTo>
                  <a:lnTo>
                    <a:pt x="4697867" y="1484809"/>
                  </a:lnTo>
                  <a:lnTo>
                    <a:pt x="4698712" y="1487396"/>
                  </a:lnTo>
                  <a:lnTo>
                    <a:pt x="4699557" y="1479000"/>
                  </a:lnTo>
                  <a:lnTo>
                    <a:pt x="4700402" y="1469345"/>
                  </a:lnTo>
                  <a:lnTo>
                    <a:pt x="4701247" y="1447245"/>
                  </a:lnTo>
                  <a:lnTo>
                    <a:pt x="4702092" y="1443256"/>
                  </a:lnTo>
                  <a:lnTo>
                    <a:pt x="4702937" y="1425046"/>
                  </a:lnTo>
                  <a:lnTo>
                    <a:pt x="4703782" y="1409341"/>
                  </a:lnTo>
                  <a:lnTo>
                    <a:pt x="4704627" y="1403810"/>
                  </a:lnTo>
                  <a:lnTo>
                    <a:pt x="4705472" y="1388939"/>
                  </a:lnTo>
                  <a:lnTo>
                    <a:pt x="4706318" y="1384556"/>
                  </a:lnTo>
                  <a:lnTo>
                    <a:pt x="4707163" y="1416418"/>
                  </a:lnTo>
                  <a:lnTo>
                    <a:pt x="4708008" y="1432624"/>
                  </a:lnTo>
                  <a:lnTo>
                    <a:pt x="4708853" y="1448062"/>
                  </a:lnTo>
                  <a:lnTo>
                    <a:pt x="4709698" y="1454423"/>
                  </a:lnTo>
                  <a:lnTo>
                    <a:pt x="4710543" y="1491877"/>
                  </a:lnTo>
                  <a:lnTo>
                    <a:pt x="4711388" y="1484598"/>
                  </a:lnTo>
                  <a:lnTo>
                    <a:pt x="4712233" y="1483933"/>
                  </a:lnTo>
                  <a:lnTo>
                    <a:pt x="4713078" y="1518765"/>
                  </a:lnTo>
                  <a:lnTo>
                    <a:pt x="4713923" y="1483922"/>
                  </a:lnTo>
                  <a:lnTo>
                    <a:pt x="4714768" y="1472876"/>
                  </a:lnTo>
                  <a:lnTo>
                    <a:pt x="4715614" y="1453487"/>
                  </a:lnTo>
                  <a:lnTo>
                    <a:pt x="4716459" y="1379738"/>
                  </a:lnTo>
                  <a:lnTo>
                    <a:pt x="4717304" y="1368604"/>
                  </a:lnTo>
                  <a:lnTo>
                    <a:pt x="4718149" y="1326095"/>
                  </a:lnTo>
                  <a:lnTo>
                    <a:pt x="4718994" y="1386357"/>
                  </a:lnTo>
                  <a:lnTo>
                    <a:pt x="4719839" y="1388154"/>
                  </a:lnTo>
                  <a:lnTo>
                    <a:pt x="4720684" y="1387695"/>
                  </a:lnTo>
                  <a:lnTo>
                    <a:pt x="4721529" y="1434294"/>
                  </a:lnTo>
                  <a:lnTo>
                    <a:pt x="4722374" y="1445901"/>
                  </a:lnTo>
                  <a:lnTo>
                    <a:pt x="4723219" y="1464661"/>
                  </a:lnTo>
                  <a:lnTo>
                    <a:pt x="4724064" y="1477766"/>
                  </a:lnTo>
                  <a:lnTo>
                    <a:pt x="4724910" y="1483508"/>
                  </a:lnTo>
                  <a:lnTo>
                    <a:pt x="4725755" y="1518765"/>
                  </a:lnTo>
                  <a:lnTo>
                    <a:pt x="4726600" y="1518765"/>
                  </a:lnTo>
                  <a:lnTo>
                    <a:pt x="4727445" y="1518765"/>
                  </a:lnTo>
                  <a:lnTo>
                    <a:pt x="4728290" y="1518765"/>
                  </a:lnTo>
                  <a:lnTo>
                    <a:pt x="4729135" y="1518765"/>
                  </a:lnTo>
                  <a:lnTo>
                    <a:pt x="4729980" y="1468593"/>
                  </a:lnTo>
                  <a:lnTo>
                    <a:pt x="4730825" y="1459726"/>
                  </a:lnTo>
                  <a:lnTo>
                    <a:pt x="4731670" y="1443713"/>
                  </a:lnTo>
                  <a:lnTo>
                    <a:pt x="4732515" y="1440330"/>
                  </a:lnTo>
                  <a:lnTo>
                    <a:pt x="4733361" y="1439338"/>
                  </a:lnTo>
                  <a:lnTo>
                    <a:pt x="4734206" y="1474234"/>
                  </a:lnTo>
                  <a:lnTo>
                    <a:pt x="4735051" y="1478635"/>
                  </a:lnTo>
                  <a:lnTo>
                    <a:pt x="4735896" y="1472030"/>
                  </a:lnTo>
                  <a:lnTo>
                    <a:pt x="4736741" y="1469105"/>
                  </a:lnTo>
                  <a:lnTo>
                    <a:pt x="4737586" y="1435620"/>
                  </a:lnTo>
                  <a:lnTo>
                    <a:pt x="4738431" y="1457415"/>
                  </a:lnTo>
                  <a:lnTo>
                    <a:pt x="4739276" y="1518765"/>
                  </a:lnTo>
                  <a:lnTo>
                    <a:pt x="4740121" y="1518765"/>
                  </a:lnTo>
                  <a:lnTo>
                    <a:pt x="4740966" y="1460908"/>
                  </a:lnTo>
                  <a:lnTo>
                    <a:pt x="4741811" y="1451599"/>
                  </a:lnTo>
                  <a:lnTo>
                    <a:pt x="4742657" y="1473489"/>
                  </a:lnTo>
                  <a:lnTo>
                    <a:pt x="4743502" y="1464340"/>
                  </a:lnTo>
                  <a:lnTo>
                    <a:pt x="4744347" y="1444306"/>
                  </a:lnTo>
                  <a:lnTo>
                    <a:pt x="4745192" y="1409455"/>
                  </a:lnTo>
                  <a:lnTo>
                    <a:pt x="4746037" y="1444855"/>
                  </a:lnTo>
                  <a:lnTo>
                    <a:pt x="4746882" y="1485048"/>
                  </a:lnTo>
                  <a:lnTo>
                    <a:pt x="4747727" y="1460256"/>
                  </a:lnTo>
                  <a:lnTo>
                    <a:pt x="4748572" y="1464027"/>
                  </a:lnTo>
                  <a:lnTo>
                    <a:pt x="4749417" y="1518765"/>
                  </a:lnTo>
                  <a:lnTo>
                    <a:pt x="4750262" y="1473902"/>
                  </a:lnTo>
                  <a:lnTo>
                    <a:pt x="4751107" y="1500606"/>
                  </a:lnTo>
                  <a:lnTo>
                    <a:pt x="4751953" y="1484620"/>
                  </a:lnTo>
                  <a:lnTo>
                    <a:pt x="4752798" y="1483723"/>
                  </a:lnTo>
                  <a:lnTo>
                    <a:pt x="4753643" y="1505213"/>
                  </a:lnTo>
                  <a:lnTo>
                    <a:pt x="4754488" y="1488217"/>
                  </a:lnTo>
                  <a:lnTo>
                    <a:pt x="4755333" y="1477882"/>
                  </a:lnTo>
                  <a:lnTo>
                    <a:pt x="4756178" y="1465553"/>
                  </a:lnTo>
                  <a:lnTo>
                    <a:pt x="4757023" y="1459358"/>
                  </a:lnTo>
                  <a:lnTo>
                    <a:pt x="4757868" y="1518765"/>
                  </a:lnTo>
                  <a:lnTo>
                    <a:pt x="4758713" y="1518765"/>
                  </a:lnTo>
                  <a:lnTo>
                    <a:pt x="4759558" y="1476748"/>
                  </a:lnTo>
                  <a:lnTo>
                    <a:pt x="4760403" y="1458561"/>
                  </a:lnTo>
                  <a:lnTo>
                    <a:pt x="4761249" y="1444633"/>
                  </a:lnTo>
                  <a:lnTo>
                    <a:pt x="4762094" y="1438773"/>
                  </a:lnTo>
                  <a:lnTo>
                    <a:pt x="4762939" y="1433429"/>
                  </a:lnTo>
                  <a:lnTo>
                    <a:pt x="4763784" y="1441792"/>
                  </a:lnTo>
                  <a:lnTo>
                    <a:pt x="4764629" y="1401746"/>
                  </a:lnTo>
                  <a:lnTo>
                    <a:pt x="4765474" y="1409790"/>
                  </a:lnTo>
                  <a:lnTo>
                    <a:pt x="4766319" y="1415156"/>
                  </a:lnTo>
                  <a:lnTo>
                    <a:pt x="4767164" y="1429063"/>
                  </a:lnTo>
                  <a:lnTo>
                    <a:pt x="4768009" y="1456502"/>
                  </a:lnTo>
                  <a:lnTo>
                    <a:pt x="4768854" y="1410358"/>
                  </a:lnTo>
                  <a:lnTo>
                    <a:pt x="4769699" y="1410484"/>
                  </a:lnTo>
                  <a:lnTo>
                    <a:pt x="4770545" y="1390675"/>
                  </a:lnTo>
                  <a:lnTo>
                    <a:pt x="4771390" y="1407927"/>
                  </a:lnTo>
                  <a:lnTo>
                    <a:pt x="4772235" y="1417062"/>
                  </a:lnTo>
                  <a:lnTo>
                    <a:pt x="4773080" y="1371933"/>
                  </a:lnTo>
                  <a:lnTo>
                    <a:pt x="4773925" y="1371211"/>
                  </a:lnTo>
                  <a:lnTo>
                    <a:pt x="4774770" y="1412733"/>
                  </a:lnTo>
                  <a:lnTo>
                    <a:pt x="4775615" y="1449974"/>
                  </a:lnTo>
                  <a:lnTo>
                    <a:pt x="4776460" y="1461855"/>
                  </a:lnTo>
                  <a:lnTo>
                    <a:pt x="4777305" y="1458056"/>
                  </a:lnTo>
                  <a:lnTo>
                    <a:pt x="4778150" y="1493199"/>
                  </a:lnTo>
                  <a:lnTo>
                    <a:pt x="4778995" y="1492016"/>
                  </a:lnTo>
                  <a:lnTo>
                    <a:pt x="4779841" y="1496038"/>
                  </a:lnTo>
                  <a:lnTo>
                    <a:pt x="4780686" y="1489657"/>
                  </a:lnTo>
                  <a:lnTo>
                    <a:pt x="4781531" y="1497404"/>
                  </a:lnTo>
                  <a:lnTo>
                    <a:pt x="4782376" y="1499674"/>
                  </a:lnTo>
                  <a:lnTo>
                    <a:pt x="4783221" y="1498270"/>
                  </a:lnTo>
                  <a:lnTo>
                    <a:pt x="4784066" y="1501418"/>
                  </a:lnTo>
                  <a:lnTo>
                    <a:pt x="4784911" y="1511156"/>
                  </a:lnTo>
                  <a:lnTo>
                    <a:pt x="4785756" y="1508494"/>
                  </a:lnTo>
                  <a:lnTo>
                    <a:pt x="4786601" y="1518765"/>
                  </a:lnTo>
                  <a:lnTo>
                    <a:pt x="4787446" y="1518765"/>
                  </a:lnTo>
                  <a:lnTo>
                    <a:pt x="4788291" y="1504390"/>
                  </a:lnTo>
                  <a:lnTo>
                    <a:pt x="4789137" y="1518765"/>
                  </a:lnTo>
                  <a:lnTo>
                    <a:pt x="4789982" y="1518765"/>
                  </a:lnTo>
                  <a:lnTo>
                    <a:pt x="4790827" y="1518765"/>
                  </a:lnTo>
                  <a:lnTo>
                    <a:pt x="4791672" y="1514454"/>
                  </a:lnTo>
                  <a:lnTo>
                    <a:pt x="4792517" y="1511066"/>
                  </a:lnTo>
                  <a:lnTo>
                    <a:pt x="4793362" y="1512952"/>
                  </a:lnTo>
                  <a:lnTo>
                    <a:pt x="4794207" y="1511160"/>
                  </a:lnTo>
                  <a:lnTo>
                    <a:pt x="4795052" y="1515073"/>
                  </a:lnTo>
                  <a:lnTo>
                    <a:pt x="4795897" y="1513291"/>
                  </a:lnTo>
                  <a:lnTo>
                    <a:pt x="4796742" y="1514074"/>
                  </a:lnTo>
                  <a:lnTo>
                    <a:pt x="4797588" y="1504987"/>
                  </a:lnTo>
                  <a:lnTo>
                    <a:pt x="4798433" y="1499299"/>
                  </a:lnTo>
                  <a:lnTo>
                    <a:pt x="4799278" y="1504955"/>
                  </a:lnTo>
                  <a:lnTo>
                    <a:pt x="4800123" y="1490957"/>
                  </a:lnTo>
                  <a:lnTo>
                    <a:pt x="4800968" y="1501428"/>
                  </a:lnTo>
                  <a:lnTo>
                    <a:pt x="4801813" y="1490024"/>
                  </a:lnTo>
                  <a:lnTo>
                    <a:pt x="4802658" y="1477676"/>
                  </a:lnTo>
                  <a:lnTo>
                    <a:pt x="4803503" y="1476916"/>
                  </a:lnTo>
                  <a:lnTo>
                    <a:pt x="4804348" y="1479182"/>
                  </a:lnTo>
                  <a:lnTo>
                    <a:pt x="4805193" y="1487297"/>
                  </a:lnTo>
                  <a:lnTo>
                    <a:pt x="4806038" y="1484011"/>
                  </a:lnTo>
                  <a:lnTo>
                    <a:pt x="4806884" y="1467805"/>
                  </a:lnTo>
                  <a:lnTo>
                    <a:pt x="4807729" y="1464362"/>
                  </a:lnTo>
                  <a:lnTo>
                    <a:pt x="4808574" y="1481538"/>
                  </a:lnTo>
                  <a:lnTo>
                    <a:pt x="4809419" y="1490356"/>
                  </a:lnTo>
                  <a:lnTo>
                    <a:pt x="4810264" y="1500417"/>
                  </a:lnTo>
                  <a:lnTo>
                    <a:pt x="4811109" y="1498723"/>
                  </a:lnTo>
                  <a:lnTo>
                    <a:pt x="4811954" y="1502827"/>
                  </a:lnTo>
                  <a:lnTo>
                    <a:pt x="4812799" y="1502010"/>
                  </a:lnTo>
                  <a:lnTo>
                    <a:pt x="4813644" y="1503763"/>
                  </a:lnTo>
                  <a:lnTo>
                    <a:pt x="4814489" y="1504520"/>
                  </a:lnTo>
                  <a:lnTo>
                    <a:pt x="4815334" y="1502290"/>
                  </a:lnTo>
                  <a:lnTo>
                    <a:pt x="4816180" y="1508719"/>
                  </a:lnTo>
                  <a:lnTo>
                    <a:pt x="4817025" y="1508754"/>
                  </a:lnTo>
                  <a:lnTo>
                    <a:pt x="4817870" y="1509464"/>
                  </a:lnTo>
                  <a:lnTo>
                    <a:pt x="4818715" y="1518765"/>
                  </a:lnTo>
                  <a:lnTo>
                    <a:pt x="4819560" y="1504317"/>
                  </a:lnTo>
                  <a:lnTo>
                    <a:pt x="4820405" y="1508858"/>
                  </a:lnTo>
                  <a:lnTo>
                    <a:pt x="4821250" y="1518765"/>
                  </a:lnTo>
                  <a:lnTo>
                    <a:pt x="4822095" y="1512105"/>
                  </a:lnTo>
                  <a:lnTo>
                    <a:pt x="4822940" y="1518765"/>
                  </a:lnTo>
                  <a:lnTo>
                    <a:pt x="4823785" y="1518765"/>
                  </a:lnTo>
                  <a:lnTo>
                    <a:pt x="4824630" y="1518765"/>
                  </a:lnTo>
                  <a:lnTo>
                    <a:pt x="4825476" y="1496381"/>
                  </a:lnTo>
                  <a:lnTo>
                    <a:pt x="4826321" y="1518765"/>
                  </a:lnTo>
                  <a:lnTo>
                    <a:pt x="4827166" y="1518765"/>
                  </a:lnTo>
                  <a:lnTo>
                    <a:pt x="4828011" y="1448164"/>
                  </a:lnTo>
                  <a:lnTo>
                    <a:pt x="4828856" y="1457349"/>
                  </a:lnTo>
                  <a:lnTo>
                    <a:pt x="4829701" y="1518765"/>
                  </a:lnTo>
                  <a:lnTo>
                    <a:pt x="4830546" y="1465734"/>
                  </a:lnTo>
                  <a:lnTo>
                    <a:pt x="4831391" y="1474164"/>
                  </a:lnTo>
                  <a:lnTo>
                    <a:pt x="4832236" y="1484813"/>
                  </a:lnTo>
                  <a:lnTo>
                    <a:pt x="4833081" y="1494286"/>
                  </a:lnTo>
                  <a:lnTo>
                    <a:pt x="4833926" y="1505376"/>
                  </a:lnTo>
                  <a:lnTo>
                    <a:pt x="4834772" y="1498113"/>
                  </a:lnTo>
                  <a:lnTo>
                    <a:pt x="4835617" y="1518765"/>
                  </a:lnTo>
                  <a:lnTo>
                    <a:pt x="4836462" y="1497511"/>
                  </a:lnTo>
                  <a:lnTo>
                    <a:pt x="4837307" y="1510147"/>
                  </a:lnTo>
                  <a:lnTo>
                    <a:pt x="4838152" y="1503781"/>
                  </a:lnTo>
                  <a:lnTo>
                    <a:pt x="4838997" y="1496859"/>
                  </a:lnTo>
                  <a:lnTo>
                    <a:pt x="4839842" y="1496252"/>
                  </a:lnTo>
                  <a:lnTo>
                    <a:pt x="4840687" y="1472410"/>
                  </a:lnTo>
                  <a:lnTo>
                    <a:pt x="4841532" y="1458392"/>
                  </a:lnTo>
                  <a:lnTo>
                    <a:pt x="4842377" y="1479654"/>
                  </a:lnTo>
                  <a:lnTo>
                    <a:pt x="4843222" y="1492885"/>
                  </a:lnTo>
                  <a:lnTo>
                    <a:pt x="4844068" y="1508302"/>
                  </a:lnTo>
                  <a:lnTo>
                    <a:pt x="4844913" y="1497206"/>
                  </a:lnTo>
                  <a:lnTo>
                    <a:pt x="4845758" y="1490264"/>
                  </a:lnTo>
                  <a:lnTo>
                    <a:pt x="4846603" y="1494522"/>
                  </a:lnTo>
                  <a:lnTo>
                    <a:pt x="4847448" y="1479369"/>
                  </a:lnTo>
                  <a:lnTo>
                    <a:pt x="4848293" y="1518765"/>
                  </a:lnTo>
                  <a:lnTo>
                    <a:pt x="4849138" y="1518765"/>
                  </a:lnTo>
                  <a:lnTo>
                    <a:pt x="4849983" y="1477212"/>
                  </a:lnTo>
                  <a:lnTo>
                    <a:pt x="4850828" y="1482049"/>
                  </a:lnTo>
                  <a:lnTo>
                    <a:pt x="4851673" y="1479025"/>
                  </a:lnTo>
                  <a:lnTo>
                    <a:pt x="4852519" y="1492991"/>
                  </a:lnTo>
                  <a:lnTo>
                    <a:pt x="4853364" y="1489066"/>
                  </a:lnTo>
                  <a:lnTo>
                    <a:pt x="4854209" y="1481442"/>
                  </a:lnTo>
                  <a:lnTo>
                    <a:pt x="4855054" y="1518765"/>
                  </a:lnTo>
                  <a:lnTo>
                    <a:pt x="4855899" y="1518765"/>
                  </a:lnTo>
                  <a:lnTo>
                    <a:pt x="4856744" y="1494911"/>
                  </a:lnTo>
                  <a:lnTo>
                    <a:pt x="4857589" y="1502418"/>
                  </a:lnTo>
                  <a:lnTo>
                    <a:pt x="4858434" y="1492352"/>
                  </a:lnTo>
                  <a:lnTo>
                    <a:pt x="4859279" y="1518765"/>
                  </a:lnTo>
                  <a:lnTo>
                    <a:pt x="4860124" y="1518765"/>
                  </a:lnTo>
                  <a:lnTo>
                    <a:pt x="4860969" y="1480605"/>
                  </a:lnTo>
                  <a:lnTo>
                    <a:pt x="4861815" y="1490441"/>
                  </a:lnTo>
                  <a:lnTo>
                    <a:pt x="4862660" y="1479172"/>
                  </a:lnTo>
                  <a:lnTo>
                    <a:pt x="4863505" y="1473789"/>
                  </a:lnTo>
                  <a:lnTo>
                    <a:pt x="4864350" y="1518765"/>
                  </a:lnTo>
                  <a:lnTo>
                    <a:pt x="4865195" y="1518765"/>
                  </a:lnTo>
                  <a:lnTo>
                    <a:pt x="4866040" y="1425824"/>
                  </a:lnTo>
                  <a:lnTo>
                    <a:pt x="4866885" y="1359266"/>
                  </a:lnTo>
                  <a:lnTo>
                    <a:pt x="4867730" y="1518765"/>
                  </a:lnTo>
                  <a:lnTo>
                    <a:pt x="4868575" y="1387833"/>
                  </a:lnTo>
                  <a:lnTo>
                    <a:pt x="4869420" y="1391963"/>
                  </a:lnTo>
                  <a:lnTo>
                    <a:pt x="4870265" y="1518765"/>
                  </a:lnTo>
                  <a:lnTo>
                    <a:pt x="4871111" y="1518765"/>
                  </a:lnTo>
                  <a:lnTo>
                    <a:pt x="4871956" y="1321179"/>
                  </a:lnTo>
                  <a:lnTo>
                    <a:pt x="4872801" y="1355436"/>
                  </a:lnTo>
                  <a:lnTo>
                    <a:pt x="4873646" y="1357610"/>
                  </a:lnTo>
                  <a:lnTo>
                    <a:pt x="4874491" y="1384642"/>
                  </a:lnTo>
                  <a:lnTo>
                    <a:pt x="4875336" y="1395386"/>
                  </a:lnTo>
                  <a:lnTo>
                    <a:pt x="4876181" y="1408711"/>
                  </a:lnTo>
                  <a:lnTo>
                    <a:pt x="4877026" y="1438056"/>
                  </a:lnTo>
                  <a:lnTo>
                    <a:pt x="4877871" y="1430188"/>
                  </a:lnTo>
                  <a:lnTo>
                    <a:pt x="4878716" y="1518765"/>
                  </a:lnTo>
                  <a:lnTo>
                    <a:pt x="4879561" y="1518765"/>
                  </a:lnTo>
                  <a:lnTo>
                    <a:pt x="4880407" y="1518765"/>
                  </a:lnTo>
                  <a:lnTo>
                    <a:pt x="4881252" y="1518765"/>
                  </a:lnTo>
                  <a:lnTo>
                    <a:pt x="4882097" y="1518765"/>
                  </a:lnTo>
                  <a:lnTo>
                    <a:pt x="4882942" y="1487577"/>
                  </a:lnTo>
                  <a:lnTo>
                    <a:pt x="4883787" y="1491243"/>
                  </a:lnTo>
                  <a:lnTo>
                    <a:pt x="4884632" y="1497615"/>
                  </a:lnTo>
                  <a:lnTo>
                    <a:pt x="4885477" y="1492341"/>
                  </a:lnTo>
                  <a:lnTo>
                    <a:pt x="4886322" y="1487790"/>
                  </a:lnTo>
                  <a:lnTo>
                    <a:pt x="4887167" y="1499579"/>
                  </a:lnTo>
                  <a:lnTo>
                    <a:pt x="4888012" y="1497326"/>
                  </a:lnTo>
                  <a:lnTo>
                    <a:pt x="4888857" y="1518765"/>
                  </a:lnTo>
                  <a:lnTo>
                    <a:pt x="4889703" y="1509065"/>
                  </a:lnTo>
                  <a:lnTo>
                    <a:pt x="4890548" y="1512080"/>
                  </a:lnTo>
                  <a:lnTo>
                    <a:pt x="4891393" y="1509317"/>
                  </a:lnTo>
                  <a:lnTo>
                    <a:pt x="4892238" y="1504497"/>
                  </a:lnTo>
                  <a:lnTo>
                    <a:pt x="4893083" y="1507650"/>
                  </a:lnTo>
                  <a:lnTo>
                    <a:pt x="4893928" y="1486985"/>
                  </a:lnTo>
                  <a:lnTo>
                    <a:pt x="4894773" y="1476859"/>
                  </a:lnTo>
                  <a:lnTo>
                    <a:pt x="4895618" y="1476437"/>
                  </a:lnTo>
                  <a:lnTo>
                    <a:pt x="4896463" y="1484058"/>
                  </a:lnTo>
                  <a:lnTo>
                    <a:pt x="4897308" y="1483771"/>
                  </a:lnTo>
                  <a:lnTo>
                    <a:pt x="4898153" y="1484152"/>
                  </a:lnTo>
                  <a:lnTo>
                    <a:pt x="4898999" y="1485913"/>
                  </a:lnTo>
                  <a:lnTo>
                    <a:pt x="4899844" y="1484519"/>
                  </a:lnTo>
                  <a:lnTo>
                    <a:pt x="4900689" y="1486379"/>
                  </a:lnTo>
                  <a:lnTo>
                    <a:pt x="4901534" y="1467369"/>
                  </a:lnTo>
                  <a:lnTo>
                    <a:pt x="4902379" y="1435774"/>
                  </a:lnTo>
                  <a:lnTo>
                    <a:pt x="4903224" y="1428225"/>
                  </a:lnTo>
                  <a:lnTo>
                    <a:pt x="4904069" y="1424381"/>
                  </a:lnTo>
                  <a:lnTo>
                    <a:pt x="4904914" y="1443338"/>
                  </a:lnTo>
                  <a:lnTo>
                    <a:pt x="4905759" y="1445191"/>
                  </a:lnTo>
                  <a:lnTo>
                    <a:pt x="4906604" y="1451495"/>
                  </a:lnTo>
                  <a:lnTo>
                    <a:pt x="4907449" y="1475603"/>
                  </a:lnTo>
                  <a:lnTo>
                    <a:pt x="4908295" y="1476875"/>
                  </a:lnTo>
                  <a:lnTo>
                    <a:pt x="4909140" y="1491204"/>
                  </a:lnTo>
                  <a:lnTo>
                    <a:pt x="4909985" y="1495135"/>
                  </a:lnTo>
                  <a:lnTo>
                    <a:pt x="4910830" y="1492682"/>
                  </a:lnTo>
                  <a:lnTo>
                    <a:pt x="4911675" y="1518765"/>
                  </a:lnTo>
                  <a:lnTo>
                    <a:pt x="4912520" y="1483079"/>
                  </a:lnTo>
                  <a:lnTo>
                    <a:pt x="4913365" y="1473582"/>
                  </a:lnTo>
                  <a:lnTo>
                    <a:pt x="4914210" y="1518765"/>
                  </a:lnTo>
                  <a:lnTo>
                    <a:pt x="4915055" y="1518765"/>
                  </a:lnTo>
                  <a:lnTo>
                    <a:pt x="4915900" y="1518765"/>
                  </a:lnTo>
                  <a:lnTo>
                    <a:pt x="4916746" y="1518765"/>
                  </a:lnTo>
                  <a:lnTo>
                    <a:pt x="4917591" y="1484484"/>
                  </a:lnTo>
                  <a:lnTo>
                    <a:pt x="4918436" y="1493225"/>
                  </a:lnTo>
                  <a:lnTo>
                    <a:pt x="4919281" y="1504020"/>
                  </a:lnTo>
                  <a:lnTo>
                    <a:pt x="4920126" y="1510123"/>
                  </a:lnTo>
                  <a:lnTo>
                    <a:pt x="4920971" y="1506554"/>
                  </a:lnTo>
                  <a:lnTo>
                    <a:pt x="4921816" y="1516274"/>
                  </a:lnTo>
                  <a:lnTo>
                    <a:pt x="4922661" y="1507398"/>
                  </a:lnTo>
                  <a:lnTo>
                    <a:pt x="4923506" y="1508621"/>
                  </a:lnTo>
                  <a:lnTo>
                    <a:pt x="4924351" y="1505871"/>
                  </a:lnTo>
                  <a:lnTo>
                    <a:pt x="4925196" y="1495717"/>
                  </a:lnTo>
                  <a:lnTo>
                    <a:pt x="4926042" y="1490861"/>
                  </a:lnTo>
                  <a:lnTo>
                    <a:pt x="4926887" y="1487624"/>
                  </a:lnTo>
                  <a:lnTo>
                    <a:pt x="4927732" y="1518765"/>
                  </a:lnTo>
                  <a:lnTo>
                    <a:pt x="4928577" y="1518765"/>
                  </a:lnTo>
                  <a:lnTo>
                    <a:pt x="4929422" y="1518765"/>
                  </a:lnTo>
                  <a:lnTo>
                    <a:pt x="4930267" y="1518765"/>
                  </a:lnTo>
                  <a:lnTo>
                    <a:pt x="4931112" y="1518765"/>
                  </a:lnTo>
                  <a:lnTo>
                    <a:pt x="4931957" y="1518765"/>
                  </a:lnTo>
                  <a:lnTo>
                    <a:pt x="4932802" y="1518765"/>
                  </a:lnTo>
                  <a:lnTo>
                    <a:pt x="4933647" y="1518765"/>
                  </a:lnTo>
                  <a:lnTo>
                    <a:pt x="4934492" y="1518765"/>
                  </a:lnTo>
                  <a:lnTo>
                    <a:pt x="4935338" y="1518765"/>
                  </a:lnTo>
                  <a:lnTo>
                    <a:pt x="4936183" y="1518765"/>
                  </a:lnTo>
                  <a:lnTo>
                    <a:pt x="4937028" y="1518765"/>
                  </a:lnTo>
                  <a:lnTo>
                    <a:pt x="4937873" y="1518765"/>
                  </a:lnTo>
                  <a:lnTo>
                    <a:pt x="4938718" y="1518765"/>
                  </a:lnTo>
                  <a:lnTo>
                    <a:pt x="4939563" y="1518765"/>
                  </a:lnTo>
                  <a:lnTo>
                    <a:pt x="4940408" y="1507655"/>
                  </a:lnTo>
                  <a:lnTo>
                    <a:pt x="4941253" y="1505918"/>
                  </a:lnTo>
                  <a:lnTo>
                    <a:pt x="4942098" y="1508897"/>
                  </a:lnTo>
                  <a:lnTo>
                    <a:pt x="4942943" y="1510045"/>
                  </a:lnTo>
                  <a:lnTo>
                    <a:pt x="4943788" y="1509685"/>
                  </a:lnTo>
                  <a:lnTo>
                    <a:pt x="4944634" y="1513979"/>
                  </a:lnTo>
                  <a:lnTo>
                    <a:pt x="4945479" y="1517215"/>
                  </a:lnTo>
                  <a:lnTo>
                    <a:pt x="4946324" y="1518765"/>
                  </a:lnTo>
                  <a:lnTo>
                    <a:pt x="4947169" y="1518765"/>
                  </a:lnTo>
                  <a:lnTo>
                    <a:pt x="4948014" y="1518765"/>
                  </a:lnTo>
                  <a:lnTo>
                    <a:pt x="4948859" y="1518765"/>
                  </a:lnTo>
                  <a:lnTo>
                    <a:pt x="4949704" y="1518765"/>
                  </a:lnTo>
                  <a:lnTo>
                    <a:pt x="4950549" y="1518765"/>
                  </a:lnTo>
                  <a:lnTo>
                    <a:pt x="4951394" y="1518765"/>
                  </a:lnTo>
                  <a:lnTo>
                    <a:pt x="4952239" y="1518765"/>
                  </a:lnTo>
                  <a:lnTo>
                    <a:pt x="4953084" y="1518765"/>
                  </a:lnTo>
                  <a:lnTo>
                    <a:pt x="4953930" y="1518765"/>
                  </a:lnTo>
                  <a:lnTo>
                    <a:pt x="4954775" y="1518765"/>
                  </a:lnTo>
                  <a:lnTo>
                    <a:pt x="4955620" y="1518765"/>
                  </a:lnTo>
                  <a:lnTo>
                    <a:pt x="4956465" y="1518765"/>
                  </a:lnTo>
                  <a:lnTo>
                    <a:pt x="4957310" y="1518765"/>
                  </a:lnTo>
                  <a:lnTo>
                    <a:pt x="4958155" y="1518765"/>
                  </a:lnTo>
                  <a:lnTo>
                    <a:pt x="4959000" y="1518765"/>
                  </a:lnTo>
                  <a:lnTo>
                    <a:pt x="4959845" y="1518765"/>
                  </a:lnTo>
                  <a:lnTo>
                    <a:pt x="4960690" y="1518765"/>
                  </a:lnTo>
                  <a:lnTo>
                    <a:pt x="4961535" y="1518765"/>
                  </a:lnTo>
                  <a:lnTo>
                    <a:pt x="4962380" y="1518765"/>
                  </a:lnTo>
                  <a:lnTo>
                    <a:pt x="4963226" y="1518765"/>
                  </a:lnTo>
                  <a:lnTo>
                    <a:pt x="4964071" y="1518765"/>
                  </a:lnTo>
                  <a:lnTo>
                    <a:pt x="4964916" y="1434603"/>
                  </a:lnTo>
                  <a:lnTo>
                    <a:pt x="4965761" y="1391719"/>
                  </a:lnTo>
                  <a:lnTo>
                    <a:pt x="4966606" y="1383062"/>
                  </a:lnTo>
                  <a:lnTo>
                    <a:pt x="4967451" y="1366827"/>
                  </a:lnTo>
                  <a:lnTo>
                    <a:pt x="4968296" y="1367595"/>
                  </a:lnTo>
                  <a:lnTo>
                    <a:pt x="4969141" y="1518765"/>
                  </a:lnTo>
                  <a:lnTo>
                    <a:pt x="4969986" y="1389167"/>
                  </a:lnTo>
                  <a:lnTo>
                    <a:pt x="4970831" y="1518765"/>
                  </a:lnTo>
                  <a:lnTo>
                    <a:pt x="4971676" y="1518765"/>
                  </a:lnTo>
                  <a:lnTo>
                    <a:pt x="4972522" y="1518765"/>
                  </a:lnTo>
                  <a:lnTo>
                    <a:pt x="4973367" y="1518765"/>
                  </a:lnTo>
                  <a:lnTo>
                    <a:pt x="4974212" y="1518765"/>
                  </a:lnTo>
                  <a:lnTo>
                    <a:pt x="4975057" y="1518765"/>
                  </a:lnTo>
                  <a:lnTo>
                    <a:pt x="4975902" y="1518765"/>
                  </a:lnTo>
                  <a:lnTo>
                    <a:pt x="4976747" y="1518765"/>
                  </a:lnTo>
                  <a:lnTo>
                    <a:pt x="4977592" y="1518765"/>
                  </a:lnTo>
                  <a:lnTo>
                    <a:pt x="4978437" y="1518765"/>
                  </a:lnTo>
                  <a:lnTo>
                    <a:pt x="4979282" y="1451180"/>
                  </a:lnTo>
                  <a:lnTo>
                    <a:pt x="4980127" y="1518765"/>
                  </a:lnTo>
                  <a:lnTo>
                    <a:pt x="4980973" y="1518765"/>
                  </a:lnTo>
                  <a:lnTo>
                    <a:pt x="4981818" y="1518765"/>
                  </a:lnTo>
                  <a:lnTo>
                    <a:pt x="4982663" y="1498834"/>
                  </a:lnTo>
                  <a:lnTo>
                    <a:pt x="4983508" y="1493856"/>
                  </a:lnTo>
                  <a:lnTo>
                    <a:pt x="4984353" y="1492646"/>
                  </a:lnTo>
                  <a:lnTo>
                    <a:pt x="4985198" y="1487299"/>
                  </a:lnTo>
                  <a:lnTo>
                    <a:pt x="4986043" y="1473290"/>
                  </a:lnTo>
                  <a:lnTo>
                    <a:pt x="4986888" y="1518765"/>
                  </a:lnTo>
                  <a:lnTo>
                    <a:pt x="4987733" y="1518765"/>
                  </a:lnTo>
                  <a:lnTo>
                    <a:pt x="4988578" y="1474127"/>
                  </a:lnTo>
                  <a:lnTo>
                    <a:pt x="4989423" y="1484850"/>
                  </a:lnTo>
                  <a:lnTo>
                    <a:pt x="4990269" y="1488167"/>
                  </a:lnTo>
                  <a:lnTo>
                    <a:pt x="4991114" y="1494060"/>
                  </a:lnTo>
                  <a:lnTo>
                    <a:pt x="4991959" y="1504278"/>
                  </a:lnTo>
                  <a:lnTo>
                    <a:pt x="4992804" y="1491089"/>
                  </a:lnTo>
                  <a:lnTo>
                    <a:pt x="4993649" y="1487568"/>
                  </a:lnTo>
                  <a:lnTo>
                    <a:pt x="4994494" y="1492565"/>
                  </a:lnTo>
                  <a:lnTo>
                    <a:pt x="4995339" y="1495333"/>
                  </a:lnTo>
                  <a:lnTo>
                    <a:pt x="4996184" y="1490644"/>
                  </a:lnTo>
                  <a:lnTo>
                    <a:pt x="4997029" y="1482022"/>
                  </a:lnTo>
                  <a:lnTo>
                    <a:pt x="4997874" y="1481698"/>
                  </a:lnTo>
                  <a:lnTo>
                    <a:pt x="4998719" y="1518765"/>
                  </a:lnTo>
                  <a:lnTo>
                    <a:pt x="4999565" y="1473403"/>
                  </a:lnTo>
                  <a:lnTo>
                    <a:pt x="5000410" y="1518765"/>
                  </a:lnTo>
                  <a:lnTo>
                    <a:pt x="5001255" y="1518765"/>
                  </a:lnTo>
                  <a:lnTo>
                    <a:pt x="5002100" y="1518765"/>
                  </a:lnTo>
                  <a:lnTo>
                    <a:pt x="5002945" y="1482999"/>
                  </a:lnTo>
                  <a:lnTo>
                    <a:pt x="5003790" y="1485476"/>
                  </a:lnTo>
                  <a:lnTo>
                    <a:pt x="5004635" y="1489042"/>
                  </a:lnTo>
                  <a:lnTo>
                    <a:pt x="5005480" y="1486272"/>
                  </a:lnTo>
                  <a:lnTo>
                    <a:pt x="5006325" y="1491653"/>
                  </a:lnTo>
                  <a:lnTo>
                    <a:pt x="5007170" y="1518765"/>
                  </a:lnTo>
                  <a:lnTo>
                    <a:pt x="5008015" y="1518765"/>
                  </a:lnTo>
                  <a:lnTo>
                    <a:pt x="5008861" y="1518765"/>
                  </a:lnTo>
                  <a:lnTo>
                    <a:pt x="5009706" y="1518765"/>
                  </a:lnTo>
                  <a:lnTo>
                    <a:pt x="5010551" y="1518765"/>
                  </a:lnTo>
                  <a:lnTo>
                    <a:pt x="5011396" y="1486507"/>
                  </a:lnTo>
                  <a:lnTo>
                    <a:pt x="5012241" y="1518765"/>
                  </a:lnTo>
                  <a:lnTo>
                    <a:pt x="5013086" y="1518765"/>
                  </a:lnTo>
                  <a:lnTo>
                    <a:pt x="5013931" y="1518765"/>
                  </a:lnTo>
                  <a:lnTo>
                    <a:pt x="5014776" y="1518765"/>
                  </a:lnTo>
                  <a:lnTo>
                    <a:pt x="5015621" y="1518765"/>
                  </a:lnTo>
                  <a:lnTo>
                    <a:pt x="5016466" y="1518765"/>
                  </a:lnTo>
                  <a:lnTo>
                    <a:pt x="5017311" y="1518765"/>
                  </a:lnTo>
                  <a:lnTo>
                    <a:pt x="5018157" y="1518765"/>
                  </a:lnTo>
                  <a:lnTo>
                    <a:pt x="5019002" y="1518765"/>
                  </a:lnTo>
                  <a:lnTo>
                    <a:pt x="5019847" y="1518765"/>
                  </a:lnTo>
                  <a:lnTo>
                    <a:pt x="5020692" y="1518765"/>
                  </a:lnTo>
                  <a:lnTo>
                    <a:pt x="5021537" y="1518765"/>
                  </a:lnTo>
                  <a:lnTo>
                    <a:pt x="5022382" y="1518765"/>
                  </a:lnTo>
                  <a:lnTo>
                    <a:pt x="5023227" y="1518765"/>
                  </a:lnTo>
                  <a:lnTo>
                    <a:pt x="5024072" y="1518765"/>
                  </a:lnTo>
                  <a:lnTo>
                    <a:pt x="5024917" y="1518765"/>
                  </a:lnTo>
                  <a:lnTo>
                    <a:pt x="5025762" y="1518765"/>
                  </a:lnTo>
                  <a:lnTo>
                    <a:pt x="5026607" y="1518765"/>
                  </a:lnTo>
                  <a:lnTo>
                    <a:pt x="5027453" y="1518765"/>
                  </a:lnTo>
                  <a:lnTo>
                    <a:pt x="5028298" y="1518765"/>
                  </a:lnTo>
                  <a:lnTo>
                    <a:pt x="5029143" y="1518765"/>
                  </a:lnTo>
                  <a:lnTo>
                    <a:pt x="5029988" y="1518765"/>
                  </a:lnTo>
                  <a:lnTo>
                    <a:pt x="5030833" y="1518765"/>
                  </a:lnTo>
                  <a:lnTo>
                    <a:pt x="5031678" y="1518765"/>
                  </a:lnTo>
                  <a:lnTo>
                    <a:pt x="5032523" y="1518765"/>
                  </a:lnTo>
                  <a:lnTo>
                    <a:pt x="5033368" y="1518765"/>
                  </a:lnTo>
                  <a:lnTo>
                    <a:pt x="5034213" y="1518765"/>
                  </a:lnTo>
                  <a:lnTo>
                    <a:pt x="5035058" y="1518765"/>
                  </a:lnTo>
                  <a:lnTo>
                    <a:pt x="5035903" y="1518765"/>
                  </a:lnTo>
                  <a:lnTo>
                    <a:pt x="5036749" y="1518765"/>
                  </a:lnTo>
                  <a:lnTo>
                    <a:pt x="5037594" y="1518765"/>
                  </a:lnTo>
                  <a:lnTo>
                    <a:pt x="5038439" y="1518765"/>
                  </a:lnTo>
                  <a:lnTo>
                    <a:pt x="5039284" y="1395643"/>
                  </a:lnTo>
                  <a:lnTo>
                    <a:pt x="5040129" y="1400834"/>
                  </a:lnTo>
                  <a:lnTo>
                    <a:pt x="5040974" y="1434736"/>
                  </a:lnTo>
                  <a:lnTo>
                    <a:pt x="5041819" y="1423133"/>
                  </a:lnTo>
                  <a:lnTo>
                    <a:pt x="5042664" y="1426443"/>
                  </a:lnTo>
                  <a:lnTo>
                    <a:pt x="5043509" y="1394421"/>
                  </a:lnTo>
                  <a:lnTo>
                    <a:pt x="5044354" y="1342106"/>
                  </a:lnTo>
                  <a:lnTo>
                    <a:pt x="5045200" y="1321729"/>
                  </a:lnTo>
                  <a:lnTo>
                    <a:pt x="5046045" y="1247176"/>
                  </a:lnTo>
                  <a:lnTo>
                    <a:pt x="5046890" y="1518765"/>
                  </a:lnTo>
                  <a:lnTo>
                    <a:pt x="5047735" y="1321448"/>
                  </a:lnTo>
                  <a:lnTo>
                    <a:pt x="5048580" y="1372212"/>
                  </a:lnTo>
                  <a:lnTo>
                    <a:pt x="5049425" y="1518765"/>
                  </a:lnTo>
                  <a:lnTo>
                    <a:pt x="5050270" y="1518765"/>
                  </a:lnTo>
                  <a:lnTo>
                    <a:pt x="5051115" y="1518765"/>
                  </a:lnTo>
                  <a:lnTo>
                    <a:pt x="5051960" y="1518765"/>
                  </a:lnTo>
                  <a:lnTo>
                    <a:pt x="5052805" y="1518765"/>
                  </a:lnTo>
                  <a:lnTo>
                    <a:pt x="5053650" y="1518765"/>
                  </a:lnTo>
                  <a:lnTo>
                    <a:pt x="5054496" y="1518765"/>
                  </a:lnTo>
                  <a:lnTo>
                    <a:pt x="5055341" y="1518765"/>
                  </a:lnTo>
                  <a:lnTo>
                    <a:pt x="5056186" y="1518765"/>
                  </a:lnTo>
                  <a:lnTo>
                    <a:pt x="5057031" y="1518765"/>
                  </a:lnTo>
                  <a:lnTo>
                    <a:pt x="5057876" y="1518765"/>
                  </a:lnTo>
                  <a:lnTo>
                    <a:pt x="5058721" y="1518765"/>
                  </a:lnTo>
                  <a:lnTo>
                    <a:pt x="5059566" y="1518765"/>
                  </a:lnTo>
                  <a:lnTo>
                    <a:pt x="5060411" y="1518765"/>
                  </a:lnTo>
                  <a:lnTo>
                    <a:pt x="5061256" y="1518765"/>
                  </a:lnTo>
                  <a:lnTo>
                    <a:pt x="5062101" y="1518765"/>
                  </a:lnTo>
                  <a:lnTo>
                    <a:pt x="5062946" y="1518765"/>
                  </a:lnTo>
                  <a:lnTo>
                    <a:pt x="5063792" y="1515314"/>
                  </a:lnTo>
                  <a:lnTo>
                    <a:pt x="5064637" y="1514512"/>
                  </a:lnTo>
                  <a:lnTo>
                    <a:pt x="5065482" y="1518765"/>
                  </a:lnTo>
                  <a:lnTo>
                    <a:pt x="5066327" y="1518566"/>
                  </a:lnTo>
                  <a:lnTo>
                    <a:pt x="5067172" y="1514504"/>
                  </a:lnTo>
                  <a:lnTo>
                    <a:pt x="5068017" y="1518765"/>
                  </a:lnTo>
                  <a:lnTo>
                    <a:pt x="5068862" y="1518765"/>
                  </a:lnTo>
                  <a:lnTo>
                    <a:pt x="5069707" y="1505182"/>
                  </a:lnTo>
                  <a:lnTo>
                    <a:pt x="5070552" y="1505442"/>
                  </a:lnTo>
                  <a:lnTo>
                    <a:pt x="5071397" y="1499725"/>
                  </a:lnTo>
                  <a:lnTo>
                    <a:pt x="5072242" y="1518765"/>
                  </a:lnTo>
                  <a:lnTo>
                    <a:pt x="5073088" y="1518765"/>
                  </a:lnTo>
                  <a:lnTo>
                    <a:pt x="5073933" y="1518765"/>
                  </a:lnTo>
                  <a:lnTo>
                    <a:pt x="5074778" y="1445607"/>
                  </a:lnTo>
                  <a:lnTo>
                    <a:pt x="5075623" y="1418236"/>
                  </a:lnTo>
                  <a:lnTo>
                    <a:pt x="5076468" y="1518765"/>
                  </a:lnTo>
                  <a:lnTo>
                    <a:pt x="5077313" y="1469819"/>
                  </a:lnTo>
                  <a:lnTo>
                    <a:pt x="5078158" y="1480582"/>
                  </a:lnTo>
                  <a:lnTo>
                    <a:pt x="5079003" y="1466006"/>
                  </a:lnTo>
                  <a:lnTo>
                    <a:pt x="5079848" y="1477230"/>
                  </a:lnTo>
                  <a:lnTo>
                    <a:pt x="5080693" y="1463094"/>
                  </a:lnTo>
                  <a:lnTo>
                    <a:pt x="5081538" y="1477269"/>
                  </a:lnTo>
                  <a:lnTo>
                    <a:pt x="5082384" y="1475710"/>
                  </a:lnTo>
                  <a:lnTo>
                    <a:pt x="5083229" y="1518765"/>
                  </a:lnTo>
                  <a:lnTo>
                    <a:pt x="5084074" y="1518765"/>
                  </a:lnTo>
                  <a:lnTo>
                    <a:pt x="5084919" y="1518765"/>
                  </a:lnTo>
                  <a:lnTo>
                    <a:pt x="5085764" y="1477911"/>
                  </a:lnTo>
                  <a:lnTo>
                    <a:pt x="5086609" y="1485201"/>
                  </a:lnTo>
                  <a:lnTo>
                    <a:pt x="5087454" y="1474824"/>
                  </a:lnTo>
                  <a:lnTo>
                    <a:pt x="5088299" y="1518765"/>
                  </a:lnTo>
                  <a:lnTo>
                    <a:pt x="5089144" y="1518765"/>
                  </a:lnTo>
                  <a:lnTo>
                    <a:pt x="5089989" y="1440352"/>
                  </a:lnTo>
                  <a:lnTo>
                    <a:pt x="5090834" y="1518765"/>
                  </a:lnTo>
                  <a:lnTo>
                    <a:pt x="5091680" y="1518765"/>
                  </a:lnTo>
                  <a:lnTo>
                    <a:pt x="5092525" y="1518765"/>
                  </a:lnTo>
                  <a:lnTo>
                    <a:pt x="5093370" y="1518765"/>
                  </a:lnTo>
                  <a:lnTo>
                    <a:pt x="5094215" y="1518765"/>
                  </a:lnTo>
                  <a:lnTo>
                    <a:pt x="5095060" y="1481108"/>
                  </a:lnTo>
                  <a:lnTo>
                    <a:pt x="5095905" y="1482796"/>
                  </a:lnTo>
                  <a:lnTo>
                    <a:pt x="5096750" y="1466616"/>
                  </a:lnTo>
                  <a:lnTo>
                    <a:pt x="5097595" y="1477197"/>
                  </a:lnTo>
                  <a:lnTo>
                    <a:pt x="5098440" y="1484933"/>
                  </a:lnTo>
                  <a:lnTo>
                    <a:pt x="5099285" y="1485869"/>
                  </a:lnTo>
                  <a:lnTo>
                    <a:pt x="5100130" y="1492913"/>
                  </a:lnTo>
                  <a:lnTo>
                    <a:pt x="5100976" y="1486780"/>
                  </a:lnTo>
                  <a:lnTo>
                    <a:pt x="5101821" y="1498572"/>
                  </a:lnTo>
                  <a:lnTo>
                    <a:pt x="5102666" y="1493403"/>
                  </a:lnTo>
                  <a:lnTo>
                    <a:pt x="5103511" y="1488374"/>
                  </a:lnTo>
                  <a:lnTo>
                    <a:pt x="5104356" y="1484357"/>
                  </a:lnTo>
                  <a:lnTo>
                    <a:pt x="5105201" y="1518765"/>
                  </a:lnTo>
                  <a:lnTo>
                    <a:pt x="5106046" y="1497891"/>
                  </a:lnTo>
                  <a:lnTo>
                    <a:pt x="5106891" y="1504755"/>
                  </a:lnTo>
                  <a:lnTo>
                    <a:pt x="5107736" y="1508715"/>
                  </a:lnTo>
                  <a:lnTo>
                    <a:pt x="5108581" y="1512722"/>
                  </a:lnTo>
                  <a:lnTo>
                    <a:pt x="5109427" y="1504821"/>
                  </a:lnTo>
                  <a:lnTo>
                    <a:pt x="5110272" y="1507442"/>
                  </a:lnTo>
                  <a:lnTo>
                    <a:pt x="5111117" y="1503472"/>
                  </a:lnTo>
                  <a:lnTo>
                    <a:pt x="5111962" y="1493654"/>
                  </a:lnTo>
                  <a:lnTo>
                    <a:pt x="5112807" y="1491955"/>
                  </a:lnTo>
                  <a:lnTo>
                    <a:pt x="5113652" y="1471906"/>
                  </a:lnTo>
                  <a:lnTo>
                    <a:pt x="5114497" y="1476155"/>
                  </a:lnTo>
                  <a:lnTo>
                    <a:pt x="5115342" y="1466131"/>
                  </a:lnTo>
                  <a:lnTo>
                    <a:pt x="5116187" y="1429969"/>
                  </a:lnTo>
                  <a:lnTo>
                    <a:pt x="5117032" y="1383369"/>
                  </a:lnTo>
                  <a:lnTo>
                    <a:pt x="5117877" y="1429368"/>
                  </a:lnTo>
                  <a:lnTo>
                    <a:pt x="5118723" y="1457411"/>
                  </a:lnTo>
                  <a:lnTo>
                    <a:pt x="5119568" y="1455446"/>
                  </a:lnTo>
                  <a:lnTo>
                    <a:pt x="5120413" y="1436484"/>
                  </a:lnTo>
                  <a:lnTo>
                    <a:pt x="5121258" y="1445789"/>
                  </a:lnTo>
                  <a:lnTo>
                    <a:pt x="5122103" y="1428945"/>
                  </a:lnTo>
                  <a:lnTo>
                    <a:pt x="5122948" y="1403051"/>
                  </a:lnTo>
                  <a:lnTo>
                    <a:pt x="5123793" y="1518765"/>
                  </a:lnTo>
                  <a:lnTo>
                    <a:pt x="5124638" y="1518765"/>
                  </a:lnTo>
                  <a:lnTo>
                    <a:pt x="5125483" y="1428147"/>
                  </a:lnTo>
                  <a:lnTo>
                    <a:pt x="5126328" y="1439299"/>
                  </a:lnTo>
                  <a:lnTo>
                    <a:pt x="5127173" y="1436627"/>
                  </a:lnTo>
                  <a:lnTo>
                    <a:pt x="5128019" y="1434810"/>
                  </a:lnTo>
                  <a:lnTo>
                    <a:pt x="5128864" y="1427417"/>
                  </a:lnTo>
                  <a:lnTo>
                    <a:pt x="5129709" y="1417100"/>
                  </a:lnTo>
                  <a:lnTo>
                    <a:pt x="5130554" y="1409313"/>
                  </a:lnTo>
                  <a:lnTo>
                    <a:pt x="5131399" y="1377101"/>
                  </a:lnTo>
                  <a:lnTo>
                    <a:pt x="5132244" y="1450017"/>
                  </a:lnTo>
                  <a:lnTo>
                    <a:pt x="5133089" y="1464781"/>
                  </a:lnTo>
                  <a:lnTo>
                    <a:pt x="5133934" y="1493232"/>
                  </a:lnTo>
                  <a:lnTo>
                    <a:pt x="5134779" y="1481542"/>
                  </a:lnTo>
                  <a:lnTo>
                    <a:pt x="5135624" y="1489673"/>
                  </a:lnTo>
                  <a:lnTo>
                    <a:pt x="5136469" y="1496031"/>
                  </a:lnTo>
                  <a:lnTo>
                    <a:pt x="5137315" y="1496187"/>
                  </a:lnTo>
                  <a:lnTo>
                    <a:pt x="5138160" y="1503776"/>
                  </a:lnTo>
                  <a:lnTo>
                    <a:pt x="5139005" y="1495388"/>
                  </a:lnTo>
                  <a:lnTo>
                    <a:pt x="5139850" y="1503336"/>
                  </a:lnTo>
                  <a:lnTo>
                    <a:pt x="5140695" y="1498504"/>
                  </a:lnTo>
                  <a:lnTo>
                    <a:pt x="5141540" y="1502133"/>
                  </a:lnTo>
                  <a:lnTo>
                    <a:pt x="5142385" y="1501705"/>
                  </a:lnTo>
                  <a:lnTo>
                    <a:pt x="5143230" y="1501781"/>
                  </a:lnTo>
                  <a:lnTo>
                    <a:pt x="5144075" y="1518765"/>
                  </a:lnTo>
                  <a:lnTo>
                    <a:pt x="5144920" y="1518765"/>
                  </a:lnTo>
                  <a:lnTo>
                    <a:pt x="5145765" y="1518765"/>
                  </a:lnTo>
                  <a:lnTo>
                    <a:pt x="5146611" y="1518765"/>
                  </a:lnTo>
                  <a:lnTo>
                    <a:pt x="5147456" y="1518765"/>
                  </a:lnTo>
                  <a:lnTo>
                    <a:pt x="5148301" y="1518765"/>
                  </a:lnTo>
                  <a:lnTo>
                    <a:pt x="5149146" y="1518765"/>
                  </a:lnTo>
                  <a:lnTo>
                    <a:pt x="5149991" y="1518765"/>
                  </a:lnTo>
                  <a:lnTo>
                    <a:pt x="5150836" y="1499589"/>
                  </a:lnTo>
                  <a:lnTo>
                    <a:pt x="5151681" y="1503282"/>
                  </a:lnTo>
                  <a:lnTo>
                    <a:pt x="5152526" y="1518765"/>
                  </a:lnTo>
                  <a:lnTo>
                    <a:pt x="5153371" y="1497213"/>
                  </a:lnTo>
                  <a:lnTo>
                    <a:pt x="5154216" y="1503572"/>
                  </a:lnTo>
                  <a:lnTo>
                    <a:pt x="5155061" y="1497597"/>
                  </a:lnTo>
                  <a:lnTo>
                    <a:pt x="5155907" y="1489208"/>
                  </a:lnTo>
                  <a:lnTo>
                    <a:pt x="5156752" y="1477051"/>
                  </a:lnTo>
                  <a:lnTo>
                    <a:pt x="5157597" y="1518765"/>
                  </a:lnTo>
                  <a:lnTo>
                    <a:pt x="5158442" y="1518765"/>
                  </a:lnTo>
                  <a:lnTo>
                    <a:pt x="5159287" y="1518765"/>
                  </a:lnTo>
                  <a:lnTo>
                    <a:pt x="5160132" y="1518765"/>
                  </a:lnTo>
                  <a:lnTo>
                    <a:pt x="5160977" y="1518765"/>
                  </a:lnTo>
                  <a:lnTo>
                    <a:pt x="5161822" y="1505173"/>
                  </a:lnTo>
                  <a:lnTo>
                    <a:pt x="5162667" y="1508227"/>
                  </a:lnTo>
                  <a:lnTo>
                    <a:pt x="5163512" y="1518765"/>
                  </a:lnTo>
                  <a:lnTo>
                    <a:pt x="5164357" y="1518765"/>
                  </a:lnTo>
                  <a:lnTo>
                    <a:pt x="5165203" y="1499134"/>
                  </a:lnTo>
                  <a:lnTo>
                    <a:pt x="5166048" y="1507794"/>
                  </a:lnTo>
                  <a:lnTo>
                    <a:pt x="5166893" y="1507096"/>
                  </a:lnTo>
                  <a:lnTo>
                    <a:pt x="5167738" y="1509692"/>
                  </a:lnTo>
                  <a:lnTo>
                    <a:pt x="5168583" y="1505403"/>
                  </a:lnTo>
                  <a:lnTo>
                    <a:pt x="5169428" y="1498012"/>
                  </a:lnTo>
                  <a:lnTo>
                    <a:pt x="5170273" y="1492721"/>
                  </a:lnTo>
                  <a:lnTo>
                    <a:pt x="5171118" y="1481611"/>
                  </a:lnTo>
                  <a:lnTo>
                    <a:pt x="5171963" y="1463038"/>
                  </a:lnTo>
                  <a:lnTo>
                    <a:pt x="5172808" y="1463656"/>
                  </a:lnTo>
                  <a:lnTo>
                    <a:pt x="5173654" y="1476181"/>
                  </a:lnTo>
                  <a:lnTo>
                    <a:pt x="5174499" y="1484254"/>
                  </a:lnTo>
                  <a:lnTo>
                    <a:pt x="5175344" y="1489233"/>
                  </a:lnTo>
                  <a:lnTo>
                    <a:pt x="5176189" y="1489708"/>
                  </a:lnTo>
                  <a:lnTo>
                    <a:pt x="5177034" y="1497792"/>
                  </a:lnTo>
                  <a:lnTo>
                    <a:pt x="5177879" y="1518765"/>
                  </a:lnTo>
                  <a:lnTo>
                    <a:pt x="5178724" y="1494698"/>
                  </a:lnTo>
                  <a:lnTo>
                    <a:pt x="5179569" y="1484385"/>
                  </a:lnTo>
                  <a:lnTo>
                    <a:pt x="5180414" y="1493765"/>
                  </a:lnTo>
                  <a:lnTo>
                    <a:pt x="5181259" y="1500765"/>
                  </a:lnTo>
                  <a:lnTo>
                    <a:pt x="5182104" y="1505630"/>
                  </a:lnTo>
                  <a:lnTo>
                    <a:pt x="5182950" y="1492107"/>
                  </a:lnTo>
                  <a:lnTo>
                    <a:pt x="5183795" y="1489678"/>
                  </a:lnTo>
                  <a:lnTo>
                    <a:pt x="5184640" y="1480031"/>
                  </a:lnTo>
                  <a:lnTo>
                    <a:pt x="5185485" y="1482577"/>
                  </a:lnTo>
                  <a:lnTo>
                    <a:pt x="5186330" y="1477785"/>
                  </a:lnTo>
                  <a:lnTo>
                    <a:pt x="5187175" y="1518765"/>
                  </a:lnTo>
                  <a:lnTo>
                    <a:pt x="5188020" y="1518765"/>
                  </a:lnTo>
                  <a:lnTo>
                    <a:pt x="5188865" y="1481434"/>
                  </a:lnTo>
                  <a:lnTo>
                    <a:pt x="5189710" y="1507514"/>
                  </a:lnTo>
                  <a:lnTo>
                    <a:pt x="5190555" y="1518765"/>
                  </a:lnTo>
                  <a:lnTo>
                    <a:pt x="5191400" y="1495367"/>
                  </a:lnTo>
                  <a:lnTo>
                    <a:pt x="5192246" y="1518765"/>
                  </a:lnTo>
                  <a:lnTo>
                    <a:pt x="5193091" y="1509576"/>
                  </a:lnTo>
                  <a:lnTo>
                    <a:pt x="5193936" y="1504876"/>
                  </a:lnTo>
                  <a:lnTo>
                    <a:pt x="5194781" y="1503849"/>
                  </a:lnTo>
                  <a:lnTo>
                    <a:pt x="5195626" y="1490767"/>
                  </a:lnTo>
                  <a:lnTo>
                    <a:pt x="5196471" y="1479114"/>
                  </a:lnTo>
                  <a:lnTo>
                    <a:pt x="5197316" y="1488006"/>
                  </a:lnTo>
                  <a:lnTo>
                    <a:pt x="5198161" y="1473765"/>
                  </a:lnTo>
                  <a:lnTo>
                    <a:pt x="5199006" y="1449686"/>
                  </a:lnTo>
                  <a:lnTo>
                    <a:pt x="5199851" y="1465082"/>
                  </a:lnTo>
                  <a:lnTo>
                    <a:pt x="5200696" y="1476691"/>
                  </a:lnTo>
                  <a:lnTo>
                    <a:pt x="5201542" y="1518765"/>
                  </a:lnTo>
                  <a:lnTo>
                    <a:pt x="5202387" y="1493835"/>
                  </a:lnTo>
                  <a:lnTo>
                    <a:pt x="5203232" y="1486963"/>
                  </a:lnTo>
                  <a:lnTo>
                    <a:pt x="5204077" y="1490094"/>
                  </a:lnTo>
                  <a:lnTo>
                    <a:pt x="5204922" y="1491622"/>
                  </a:lnTo>
                  <a:lnTo>
                    <a:pt x="5205767" y="1518765"/>
                  </a:lnTo>
                  <a:lnTo>
                    <a:pt x="5206612" y="1518765"/>
                  </a:lnTo>
                  <a:lnTo>
                    <a:pt x="5207457" y="1518765"/>
                  </a:lnTo>
                  <a:lnTo>
                    <a:pt x="5208302" y="1518765"/>
                  </a:lnTo>
                  <a:lnTo>
                    <a:pt x="5209147" y="1491838"/>
                  </a:lnTo>
                  <a:lnTo>
                    <a:pt x="5209992" y="1478079"/>
                  </a:lnTo>
                  <a:lnTo>
                    <a:pt x="5210838" y="1476773"/>
                  </a:lnTo>
                  <a:lnTo>
                    <a:pt x="5211683" y="1463268"/>
                  </a:lnTo>
                  <a:lnTo>
                    <a:pt x="5212528" y="1447913"/>
                  </a:lnTo>
                  <a:lnTo>
                    <a:pt x="5213373" y="1461256"/>
                  </a:lnTo>
                  <a:lnTo>
                    <a:pt x="5214218" y="1455841"/>
                  </a:lnTo>
                  <a:lnTo>
                    <a:pt x="5215063" y="1459819"/>
                  </a:lnTo>
                  <a:lnTo>
                    <a:pt x="5215908" y="1467530"/>
                  </a:lnTo>
                  <a:lnTo>
                    <a:pt x="5216753" y="1518765"/>
                  </a:lnTo>
                  <a:lnTo>
                    <a:pt x="5217598" y="1518765"/>
                  </a:lnTo>
                  <a:lnTo>
                    <a:pt x="5218443" y="1518765"/>
                  </a:lnTo>
                  <a:lnTo>
                    <a:pt x="5219288" y="1518765"/>
                  </a:lnTo>
                  <a:lnTo>
                    <a:pt x="5220134" y="1518765"/>
                  </a:lnTo>
                  <a:lnTo>
                    <a:pt x="5220979" y="1518765"/>
                  </a:lnTo>
                  <a:lnTo>
                    <a:pt x="5221824" y="1476238"/>
                  </a:lnTo>
                  <a:lnTo>
                    <a:pt x="5222669" y="1478678"/>
                  </a:lnTo>
                  <a:lnTo>
                    <a:pt x="5223514" y="1488055"/>
                  </a:lnTo>
                  <a:lnTo>
                    <a:pt x="5224359" y="1489181"/>
                  </a:lnTo>
                  <a:lnTo>
                    <a:pt x="5225204" y="1474857"/>
                  </a:lnTo>
                  <a:lnTo>
                    <a:pt x="5226049" y="1479612"/>
                  </a:lnTo>
                  <a:lnTo>
                    <a:pt x="5226894" y="1451200"/>
                  </a:lnTo>
                  <a:lnTo>
                    <a:pt x="5227739" y="1518765"/>
                  </a:lnTo>
                  <a:lnTo>
                    <a:pt x="5228584" y="1518765"/>
                  </a:lnTo>
                  <a:lnTo>
                    <a:pt x="5229430" y="1472064"/>
                  </a:lnTo>
                  <a:lnTo>
                    <a:pt x="5230275" y="1518765"/>
                  </a:lnTo>
                  <a:lnTo>
                    <a:pt x="5231120" y="1475247"/>
                  </a:lnTo>
                  <a:lnTo>
                    <a:pt x="5231965" y="1479857"/>
                  </a:lnTo>
                  <a:lnTo>
                    <a:pt x="5232810" y="1484547"/>
                  </a:lnTo>
                  <a:lnTo>
                    <a:pt x="5233655" y="1488195"/>
                  </a:lnTo>
                  <a:lnTo>
                    <a:pt x="5234500" y="1518765"/>
                  </a:lnTo>
                  <a:lnTo>
                    <a:pt x="5235345" y="1456623"/>
                  </a:lnTo>
                  <a:lnTo>
                    <a:pt x="5236190" y="1460669"/>
                  </a:lnTo>
                  <a:lnTo>
                    <a:pt x="5237035" y="1471863"/>
                  </a:lnTo>
                  <a:lnTo>
                    <a:pt x="5237881" y="1469459"/>
                  </a:lnTo>
                  <a:lnTo>
                    <a:pt x="5238726" y="1518765"/>
                  </a:lnTo>
                  <a:lnTo>
                    <a:pt x="5239571" y="1518765"/>
                  </a:lnTo>
                  <a:lnTo>
                    <a:pt x="5240416" y="1442542"/>
                  </a:lnTo>
                  <a:lnTo>
                    <a:pt x="5241261" y="1460742"/>
                  </a:lnTo>
                  <a:lnTo>
                    <a:pt x="5242106" y="1458799"/>
                  </a:lnTo>
                  <a:lnTo>
                    <a:pt x="5242951" y="1447029"/>
                  </a:lnTo>
                  <a:lnTo>
                    <a:pt x="5243796" y="1447815"/>
                  </a:lnTo>
                  <a:lnTo>
                    <a:pt x="5244641" y="1448921"/>
                  </a:lnTo>
                  <a:lnTo>
                    <a:pt x="5245486" y="1462642"/>
                  </a:lnTo>
                  <a:lnTo>
                    <a:pt x="5246331" y="1456370"/>
                  </a:lnTo>
                  <a:lnTo>
                    <a:pt x="5247177" y="1518765"/>
                  </a:lnTo>
                  <a:lnTo>
                    <a:pt x="5248022" y="1518765"/>
                  </a:lnTo>
                  <a:lnTo>
                    <a:pt x="5248867" y="1419651"/>
                  </a:lnTo>
                  <a:lnTo>
                    <a:pt x="5249712" y="1434700"/>
                  </a:lnTo>
                  <a:lnTo>
                    <a:pt x="5250557" y="1441409"/>
                  </a:lnTo>
                  <a:lnTo>
                    <a:pt x="5251402" y="1464220"/>
                  </a:lnTo>
                  <a:lnTo>
                    <a:pt x="5252247" y="1474532"/>
                  </a:lnTo>
                  <a:lnTo>
                    <a:pt x="5253092" y="1483429"/>
                  </a:lnTo>
                  <a:lnTo>
                    <a:pt x="5253937" y="1480161"/>
                  </a:lnTo>
                  <a:lnTo>
                    <a:pt x="5254782" y="1457980"/>
                  </a:lnTo>
                  <a:lnTo>
                    <a:pt x="5255627" y="1455546"/>
                  </a:lnTo>
                  <a:lnTo>
                    <a:pt x="5256473" y="1442497"/>
                  </a:lnTo>
                  <a:lnTo>
                    <a:pt x="5257318" y="1462741"/>
                  </a:lnTo>
                  <a:lnTo>
                    <a:pt x="5258163" y="1480066"/>
                  </a:lnTo>
                  <a:lnTo>
                    <a:pt x="5259008" y="1450565"/>
                  </a:lnTo>
                  <a:lnTo>
                    <a:pt x="5259853" y="1462333"/>
                  </a:lnTo>
                  <a:lnTo>
                    <a:pt x="5260698" y="1443799"/>
                  </a:lnTo>
                  <a:lnTo>
                    <a:pt x="5261543" y="1444455"/>
                  </a:lnTo>
                  <a:lnTo>
                    <a:pt x="5262388" y="1461132"/>
                  </a:lnTo>
                  <a:lnTo>
                    <a:pt x="5263233" y="1465636"/>
                  </a:lnTo>
                  <a:lnTo>
                    <a:pt x="5264078" y="1483257"/>
                  </a:lnTo>
                  <a:lnTo>
                    <a:pt x="5264923" y="1483333"/>
                  </a:lnTo>
                  <a:lnTo>
                    <a:pt x="5265769" y="1494326"/>
                  </a:lnTo>
                  <a:lnTo>
                    <a:pt x="5266614" y="1488615"/>
                  </a:lnTo>
                  <a:lnTo>
                    <a:pt x="5267459" y="1457457"/>
                  </a:lnTo>
                  <a:lnTo>
                    <a:pt x="5268304" y="1518765"/>
                  </a:lnTo>
                  <a:lnTo>
                    <a:pt x="5269149" y="1453102"/>
                  </a:lnTo>
                  <a:lnTo>
                    <a:pt x="5269994" y="1468070"/>
                  </a:lnTo>
                  <a:lnTo>
                    <a:pt x="5270839" y="1475960"/>
                  </a:lnTo>
                  <a:lnTo>
                    <a:pt x="5271684" y="1483972"/>
                  </a:lnTo>
                  <a:lnTo>
                    <a:pt x="5272529" y="1490895"/>
                  </a:lnTo>
                  <a:lnTo>
                    <a:pt x="5273374" y="1495783"/>
                  </a:lnTo>
                  <a:lnTo>
                    <a:pt x="5274219" y="1494337"/>
                  </a:lnTo>
                  <a:lnTo>
                    <a:pt x="5275065" y="1518765"/>
                  </a:lnTo>
                  <a:lnTo>
                    <a:pt x="5275910" y="1486700"/>
                  </a:lnTo>
                  <a:lnTo>
                    <a:pt x="5276755" y="1471620"/>
                  </a:lnTo>
                  <a:lnTo>
                    <a:pt x="5277600" y="1466219"/>
                  </a:lnTo>
                  <a:lnTo>
                    <a:pt x="5278445" y="1446859"/>
                  </a:lnTo>
                  <a:lnTo>
                    <a:pt x="5279290" y="1461989"/>
                  </a:lnTo>
                  <a:lnTo>
                    <a:pt x="5280135" y="1463831"/>
                  </a:lnTo>
                  <a:lnTo>
                    <a:pt x="5280980" y="1441430"/>
                  </a:lnTo>
                  <a:lnTo>
                    <a:pt x="5281825" y="1452273"/>
                  </a:lnTo>
                  <a:lnTo>
                    <a:pt x="5282670" y="1451972"/>
                  </a:lnTo>
                  <a:lnTo>
                    <a:pt x="5283515" y="1429418"/>
                  </a:lnTo>
                  <a:lnTo>
                    <a:pt x="5284361" y="1441461"/>
                  </a:lnTo>
                  <a:lnTo>
                    <a:pt x="5285206" y="1435565"/>
                  </a:lnTo>
                  <a:lnTo>
                    <a:pt x="5286051" y="1446076"/>
                  </a:lnTo>
                  <a:lnTo>
                    <a:pt x="5286896" y="1457664"/>
                  </a:lnTo>
                  <a:lnTo>
                    <a:pt x="5287741" y="1439587"/>
                  </a:lnTo>
                  <a:lnTo>
                    <a:pt x="5288586" y="1407086"/>
                  </a:lnTo>
                  <a:lnTo>
                    <a:pt x="5289431" y="1362112"/>
                  </a:lnTo>
                  <a:lnTo>
                    <a:pt x="5290276" y="1392756"/>
                  </a:lnTo>
                  <a:lnTo>
                    <a:pt x="5291121" y="1435675"/>
                  </a:lnTo>
                  <a:lnTo>
                    <a:pt x="5291966" y="1423600"/>
                  </a:lnTo>
                  <a:lnTo>
                    <a:pt x="5292812" y="1418811"/>
                  </a:lnTo>
                  <a:lnTo>
                    <a:pt x="5293657" y="1441862"/>
                  </a:lnTo>
                  <a:lnTo>
                    <a:pt x="5294502" y="1455813"/>
                  </a:lnTo>
                  <a:lnTo>
                    <a:pt x="5295347" y="1470412"/>
                  </a:lnTo>
                  <a:lnTo>
                    <a:pt x="5296192" y="1472276"/>
                  </a:lnTo>
                  <a:lnTo>
                    <a:pt x="5297037" y="1479730"/>
                  </a:lnTo>
                  <a:lnTo>
                    <a:pt x="5297882" y="1482582"/>
                  </a:lnTo>
                  <a:lnTo>
                    <a:pt x="5298727" y="1488397"/>
                  </a:lnTo>
                  <a:lnTo>
                    <a:pt x="5299572" y="1490824"/>
                  </a:lnTo>
                  <a:lnTo>
                    <a:pt x="5300417" y="1494779"/>
                  </a:lnTo>
                  <a:lnTo>
                    <a:pt x="5301262" y="1493914"/>
                  </a:lnTo>
                  <a:lnTo>
                    <a:pt x="5302108" y="1498095"/>
                  </a:lnTo>
                  <a:lnTo>
                    <a:pt x="5302953" y="1491807"/>
                  </a:lnTo>
                  <a:lnTo>
                    <a:pt x="5303798" y="1481057"/>
                  </a:lnTo>
                  <a:lnTo>
                    <a:pt x="5304643" y="1518765"/>
                  </a:lnTo>
                  <a:lnTo>
                    <a:pt x="5305488" y="1484544"/>
                  </a:lnTo>
                  <a:lnTo>
                    <a:pt x="5306333" y="1494983"/>
                  </a:lnTo>
                  <a:lnTo>
                    <a:pt x="5307178" y="1490141"/>
                  </a:lnTo>
                  <a:lnTo>
                    <a:pt x="5308023" y="1483681"/>
                  </a:lnTo>
                  <a:lnTo>
                    <a:pt x="5308868" y="1483288"/>
                  </a:lnTo>
                  <a:lnTo>
                    <a:pt x="5309713" y="1480517"/>
                  </a:lnTo>
                  <a:lnTo>
                    <a:pt x="5310558" y="1488295"/>
                  </a:lnTo>
                  <a:lnTo>
                    <a:pt x="5311404" y="1493135"/>
                  </a:lnTo>
                  <a:lnTo>
                    <a:pt x="5312249" y="1496470"/>
                  </a:lnTo>
                  <a:lnTo>
                    <a:pt x="5313094" y="1500307"/>
                  </a:lnTo>
                  <a:lnTo>
                    <a:pt x="5313939" y="1500165"/>
                  </a:lnTo>
                  <a:lnTo>
                    <a:pt x="5314784" y="1501566"/>
                  </a:lnTo>
                  <a:lnTo>
                    <a:pt x="5315629" y="1503973"/>
                  </a:lnTo>
                  <a:lnTo>
                    <a:pt x="5316474" y="1502570"/>
                  </a:lnTo>
                  <a:lnTo>
                    <a:pt x="5317319" y="1503438"/>
                  </a:lnTo>
                  <a:lnTo>
                    <a:pt x="5318164" y="1503973"/>
                  </a:lnTo>
                  <a:lnTo>
                    <a:pt x="5319009" y="1498331"/>
                  </a:lnTo>
                  <a:lnTo>
                    <a:pt x="5319854" y="1500213"/>
                  </a:lnTo>
                  <a:lnTo>
                    <a:pt x="5320700" y="1501753"/>
                  </a:lnTo>
                  <a:lnTo>
                    <a:pt x="5321545" y="1499390"/>
                  </a:lnTo>
                  <a:lnTo>
                    <a:pt x="5322390" y="1492554"/>
                  </a:lnTo>
                  <a:lnTo>
                    <a:pt x="5323235" y="1476736"/>
                  </a:lnTo>
                  <a:lnTo>
                    <a:pt x="5324080" y="1459590"/>
                  </a:lnTo>
                  <a:lnTo>
                    <a:pt x="5324925" y="1459862"/>
                  </a:lnTo>
                  <a:lnTo>
                    <a:pt x="5325770" y="1468973"/>
                  </a:lnTo>
                  <a:lnTo>
                    <a:pt x="5326615" y="1477730"/>
                  </a:lnTo>
                  <a:lnTo>
                    <a:pt x="5327460" y="1463629"/>
                  </a:lnTo>
                  <a:lnTo>
                    <a:pt x="5328305" y="1450490"/>
                  </a:lnTo>
                  <a:lnTo>
                    <a:pt x="5329150" y="1466135"/>
                  </a:lnTo>
                  <a:lnTo>
                    <a:pt x="5329996" y="1475540"/>
                  </a:lnTo>
                  <a:lnTo>
                    <a:pt x="5330841" y="1476969"/>
                  </a:lnTo>
                  <a:lnTo>
                    <a:pt x="5331686" y="1459850"/>
                  </a:lnTo>
                  <a:lnTo>
                    <a:pt x="5332531" y="1451235"/>
                  </a:lnTo>
                  <a:lnTo>
                    <a:pt x="5333376" y="1441641"/>
                  </a:lnTo>
                  <a:lnTo>
                    <a:pt x="5334221" y="1438321"/>
                  </a:lnTo>
                  <a:lnTo>
                    <a:pt x="5335066" y="1518765"/>
                  </a:lnTo>
                  <a:lnTo>
                    <a:pt x="5335911" y="1518765"/>
                  </a:lnTo>
                  <a:lnTo>
                    <a:pt x="5336756" y="1435852"/>
                  </a:lnTo>
                  <a:lnTo>
                    <a:pt x="5337601" y="1439192"/>
                  </a:lnTo>
                  <a:lnTo>
                    <a:pt x="5338446" y="1445239"/>
                  </a:lnTo>
                  <a:lnTo>
                    <a:pt x="5339292" y="1445115"/>
                  </a:lnTo>
                  <a:lnTo>
                    <a:pt x="5340137" y="1459934"/>
                  </a:lnTo>
                  <a:lnTo>
                    <a:pt x="5340982" y="1454335"/>
                  </a:lnTo>
                  <a:lnTo>
                    <a:pt x="5341827" y="1472107"/>
                  </a:lnTo>
                  <a:lnTo>
                    <a:pt x="5342672" y="1518765"/>
                  </a:lnTo>
                  <a:lnTo>
                    <a:pt x="5343517" y="1518765"/>
                  </a:lnTo>
                  <a:lnTo>
                    <a:pt x="5344362" y="1518765"/>
                  </a:lnTo>
                  <a:lnTo>
                    <a:pt x="5345207" y="1518765"/>
                  </a:lnTo>
                  <a:lnTo>
                    <a:pt x="5346052" y="1518765"/>
                  </a:lnTo>
                  <a:lnTo>
                    <a:pt x="5346897" y="1494191"/>
                  </a:lnTo>
                  <a:lnTo>
                    <a:pt x="5347742" y="1453190"/>
                  </a:lnTo>
                  <a:lnTo>
                    <a:pt x="5348588" y="1464304"/>
                  </a:lnTo>
                  <a:lnTo>
                    <a:pt x="5349433" y="1462964"/>
                  </a:lnTo>
                  <a:lnTo>
                    <a:pt x="5350278" y="1484723"/>
                  </a:lnTo>
                  <a:lnTo>
                    <a:pt x="5351123" y="1476115"/>
                  </a:lnTo>
                  <a:lnTo>
                    <a:pt x="5351968" y="1477337"/>
                  </a:lnTo>
                  <a:lnTo>
                    <a:pt x="5352813" y="1480417"/>
                  </a:lnTo>
                  <a:lnTo>
                    <a:pt x="5353658" y="1466802"/>
                  </a:lnTo>
                  <a:lnTo>
                    <a:pt x="5354503" y="1457099"/>
                  </a:lnTo>
                  <a:lnTo>
                    <a:pt x="5355348" y="1458070"/>
                  </a:lnTo>
                  <a:lnTo>
                    <a:pt x="5356193" y="1461536"/>
                  </a:lnTo>
                  <a:lnTo>
                    <a:pt x="5357039" y="1478966"/>
                  </a:lnTo>
                  <a:lnTo>
                    <a:pt x="5357884" y="1477683"/>
                  </a:lnTo>
                  <a:lnTo>
                    <a:pt x="5358729" y="1485601"/>
                  </a:lnTo>
                  <a:lnTo>
                    <a:pt x="5359574" y="1472317"/>
                  </a:lnTo>
                  <a:lnTo>
                    <a:pt x="5360419" y="1467182"/>
                  </a:lnTo>
                  <a:lnTo>
                    <a:pt x="5361264" y="1461390"/>
                  </a:lnTo>
                  <a:lnTo>
                    <a:pt x="5362109" y="1449876"/>
                  </a:lnTo>
                  <a:lnTo>
                    <a:pt x="5362954" y="1451599"/>
                  </a:lnTo>
                  <a:lnTo>
                    <a:pt x="5363799" y="1463631"/>
                  </a:lnTo>
                  <a:lnTo>
                    <a:pt x="5364644" y="1460709"/>
                  </a:lnTo>
                  <a:lnTo>
                    <a:pt x="5365489" y="1473018"/>
                  </a:lnTo>
                  <a:lnTo>
                    <a:pt x="5366335" y="1473079"/>
                  </a:lnTo>
                  <a:lnTo>
                    <a:pt x="5367180" y="1469288"/>
                  </a:lnTo>
                  <a:lnTo>
                    <a:pt x="5368025" y="1458314"/>
                  </a:lnTo>
                  <a:lnTo>
                    <a:pt x="5368870" y="1419295"/>
                  </a:lnTo>
                  <a:lnTo>
                    <a:pt x="5369715" y="1434361"/>
                  </a:lnTo>
                  <a:lnTo>
                    <a:pt x="5370560" y="1444471"/>
                  </a:lnTo>
                  <a:lnTo>
                    <a:pt x="5371405" y="1433295"/>
                  </a:lnTo>
                  <a:lnTo>
                    <a:pt x="5372250" y="1420615"/>
                  </a:lnTo>
                  <a:lnTo>
                    <a:pt x="5373095" y="1518765"/>
                  </a:lnTo>
                  <a:lnTo>
                    <a:pt x="5373940" y="1518765"/>
                  </a:lnTo>
                  <a:lnTo>
                    <a:pt x="5374785" y="1465383"/>
                  </a:lnTo>
                  <a:lnTo>
                    <a:pt x="5375631" y="1463666"/>
                  </a:lnTo>
                  <a:lnTo>
                    <a:pt x="5376476" y="1465863"/>
                  </a:lnTo>
                  <a:lnTo>
                    <a:pt x="5377321" y="1472884"/>
                  </a:lnTo>
                  <a:lnTo>
                    <a:pt x="5378166" y="1474640"/>
                  </a:lnTo>
                  <a:lnTo>
                    <a:pt x="5379011" y="1481151"/>
                  </a:lnTo>
                  <a:lnTo>
                    <a:pt x="5379856" y="1472754"/>
                  </a:lnTo>
                  <a:lnTo>
                    <a:pt x="5380701" y="1457018"/>
                  </a:lnTo>
                  <a:lnTo>
                    <a:pt x="5381546" y="1443771"/>
                  </a:lnTo>
                  <a:lnTo>
                    <a:pt x="5382391" y="1434305"/>
                  </a:lnTo>
                  <a:lnTo>
                    <a:pt x="5383236" y="1422840"/>
                  </a:lnTo>
                  <a:lnTo>
                    <a:pt x="5384081" y="1411823"/>
                  </a:lnTo>
                  <a:lnTo>
                    <a:pt x="5384927" y="1400801"/>
                  </a:lnTo>
                  <a:lnTo>
                    <a:pt x="5385772" y="1386262"/>
                  </a:lnTo>
                  <a:lnTo>
                    <a:pt x="5386617" y="1518765"/>
                  </a:lnTo>
                  <a:lnTo>
                    <a:pt x="5387462" y="1518765"/>
                  </a:lnTo>
                  <a:lnTo>
                    <a:pt x="5388307" y="1518765"/>
                  </a:lnTo>
                  <a:lnTo>
                    <a:pt x="5389152" y="1426523"/>
                  </a:lnTo>
                  <a:lnTo>
                    <a:pt x="5389997" y="1402745"/>
                  </a:lnTo>
                  <a:lnTo>
                    <a:pt x="5390842" y="1404022"/>
                  </a:lnTo>
                  <a:lnTo>
                    <a:pt x="5391687" y="1450100"/>
                  </a:lnTo>
                  <a:lnTo>
                    <a:pt x="5392532" y="1440539"/>
                  </a:lnTo>
                  <a:lnTo>
                    <a:pt x="5393377" y="1440139"/>
                  </a:lnTo>
                  <a:lnTo>
                    <a:pt x="5394223" y="1430069"/>
                  </a:lnTo>
                  <a:lnTo>
                    <a:pt x="5395068" y="1438926"/>
                  </a:lnTo>
                  <a:lnTo>
                    <a:pt x="5395913" y="1518765"/>
                  </a:lnTo>
                  <a:lnTo>
                    <a:pt x="5396758" y="1456560"/>
                  </a:lnTo>
                  <a:lnTo>
                    <a:pt x="5397603" y="1451311"/>
                  </a:lnTo>
                  <a:lnTo>
                    <a:pt x="5398448" y="1482469"/>
                  </a:lnTo>
                  <a:lnTo>
                    <a:pt x="5399293" y="1485345"/>
                  </a:lnTo>
                  <a:lnTo>
                    <a:pt x="5400138" y="1490606"/>
                  </a:lnTo>
                  <a:lnTo>
                    <a:pt x="5400983" y="1482503"/>
                  </a:lnTo>
                  <a:lnTo>
                    <a:pt x="5401828" y="1489237"/>
                  </a:lnTo>
                  <a:lnTo>
                    <a:pt x="5402673" y="1518765"/>
                  </a:lnTo>
                  <a:lnTo>
                    <a:pt x="5403519" y="1485378"/>
                  </a:lnTo>
                  <a:lnTo>
                    <a:pt x="5404364" y="1469214"/>
                  </a:lnTo>
                  <a:lnTo>
                    <a:pt x="5405209" y="1455032"/>
                  </a:lnTo>
                  <a:lnTo>
                    <a:pt x="5406054" y="1419758"/>
                  </a:lnTo>
                  <a:lnTo>
                    <a:pt x="5406899" y="1392837"/>
                  </a:lnTo>
                  <a:lnTo>
                    <a:pt x="5407744" y="1462904"/>
                  </a:lnTo>
                  <a:lnTo>
                    <a:pt x="5408589" y="1475554"/>
                  </a:lnTo>
                  <a:lnTo>
                    <a:pt x="5409434" y="1458769"/>
                  </a:lnTo>
                  <a:lnTo>
                    <a:pt x="5410279" y="1453228"/>
                  </a:lnTo>
                  <a:lnTo>
                    <a:pt x="5411124" y="1466061"/>
                  </a:lnTo>
                  <a:lnTo>
                    <a:pt x="5411969" y="1461696"/>
                  </a:lnTo>
                  <a:lnTo>
                    <a:pt x="5412815" y="1475568"/>
                  </a:lnTo>
                  <a:lnTo>
                    <a:pt x="5413660" y="1476671"/>
                  </a:lnTo>
                  <a:lnTo>
                    <a:pt x="5414505" y="1450960"/>
                  </a:lnTo>
                  <a:lnTo>
                    <a:pt x="5415350" y="1421263"/>
                  </a:lnTo>
                  <a:lnTo>
                    <a:pt x="5416195" y="1429570"/>
                  </a:lnTo>
                  <a:lnTo>
                    <a:pt x="5417040" y="1361677"/>
                  </a:lnTo>
                  <a:lnTo>
                    <a:pt x="5417885" y="1376795"/>
                  </a:lnTo>
                  <a:lnTo>
                    <a:pt x="5418730" y="1375200"/>
                  </a:lnTo>
                  <a:lnTo>
                    <a:pt x="5419575" y="1372208"/>
                  </a:lnTo>
                  <a:lnTo>
                    <a:pt x="5420420" y="1410980"/>
                  </a:lnTo>
                  <a:lnTo>
                    <a:pt x="5421266" y="1411613"/>
                  </a:lnTo>
                  <a:lnTo>
                    <a:pt x="5422111" y="1439732"/>
                  </a:lnTo>
                  <a:lnTo>
                    <a:pt x="5422956" y="1446327"/>
                  </a:lnTo>
                  <a:lnTo>
                    <a:pt x="5423801" y="1518765"/>
                  </a:lnTo>
                  <a:lnTo>
                    <a:pt x="5424646" y="1518765"/>
                  </a:lnTo>
                  <a:lnTo>
                    <a:pt x="5425491" y="1518765"/>
                  </a:lnTo>
                  <a:lnTo>
                    <a:pt x="5426336" y="1518765"/>
                  </a:lnTo>
                  <a:lnTo>
                    <a:pt x="5427181" y="1518765"/>
                  </a:lnTo>
                  <a:lnTo>
                    <a:pt x="5428026" y="1518765"/>
                  </a:lnTo>
                  <a:lnTo>
                    <a:pt x="5428871" y="1444613"/>
                  </a:lnTo>
                  <a:lnTo>
                    <a:pt x="5429716" y="1435826"/>
                  </a:lnTo>
                  <a:lnTo>
                    <a:pt x="5430562" y="1518765"/>
                  </a:lnTo>
                  <a:lnTo>
                    <a:pt x="5431407" y="1518765"/>
                  </a:lnTo>
                  <a:lnTo>
                    <a:pt x="5432252" y="1458912"/>
                  </a:lnTo>
                  <a:lnTo>
                    <a:pt x="5433097" y="1470241"/>
                  </a:lnTo>
                  <a:lnTo>
                    <a:pt x="5433942" y="1518765"/>
                  </a:lnTo>
                  <a:lnTo>
                    <a:pt x="5434787" y="1518765"/>
                  </a:lnTo>
                  <a:lnTo>
                    <a:pt x="5435632" y="1424899"/>
                  </a:lnTo>
                  <a:lnTo>
                    <a:pt x="5436477" y="1374766"/>
                  </a:lnTo>
                  <a:lnTo>
                    <a:pt x="5437322" y="1361560"/>
                  </a:lnTo>
                  <a:lnTo>
                    <a:pt x="5438167" y="1416078"/>
                  </a:lnTo>
                  <a:lnTo>
                    <a:pt x="5439012" y="1412407"/>
                  </a:lnTo>
                  <a:lnTo>
                    <a:pt x="5439858" y="1408575"/>
                  </a:lnTo>
                  <a:lnTo>
                    <a:pt x="5440703" y="1411083"/>
                  </a:lnTo>
                  <a:lnTo>
                    <a:pt x="5441548" y="1518765"/>
                  </a:lnTo>
                  <a:lnTo>
                    <a:pt x="5442393" y="1518765"/>
                  </a:lnTo>
                  <a:lnTo>
                    <a:pt x="5443238" y="1518765"/>
                  </a:lnTo>
                  <a:lnTo>
                    <a:pt x="5444083" y="1518765"/>
                  </a:lnTo>
                  <a:lnTo>
                    <a:pt x="5444928" y="1433611"/>
                  </a:lnTo>
                  <a:lnTo>
                    <a:pt x="5445773" y="1438625"/>
                  </a:lnTo>
                  <a:lnTo>
                    <a:pt x="5446618" y="1461148"/>
                  </a:lnTo>
                  <a:lnTo>
                    <a:pt x="5447463" y="1459705"/>
                  </a:lnTo>
                  <a:lnTo>
                    <a:pt x="5448308" y="1454592"/>
                  </a:lnTo>
                  <a:lnTo>
                    <a:pt x="5449154" y="1455684"/>
                  </a:lnTo>
                  <a:lnTo>
                    <a:pt x="5449999" y="1457547"/>
                  </a:lnTo>
                  <a:lnTo>
                    <a:pt x="5450844" y="1475732"/>
                  </a:lnTo>
                  <a:lnTo>
                    <a:pt x="5451689" y="1469952"/>
                  </a:lnTo>
                  <a:lnTo>
                    <a:pt x="5452534" y="1472133"/>
                  </a:lnTo>
                  <a:lnTo>
                    <a:pt x="5453379" y="1474459"/>
                  </a:lnTo>
                  <a:lnTo>
                    <a:pt x="5454224" y="1492732"/>
                  </a:lnTo>
                  <a:lnTo>
                    <a:pt x="5455069" y="1491817"/>
                  </a:lnTo>
                  <a:lnTo>
                    <a:pt x="5455914" y="1479775"/>
                  </a:lnTo>
                  <a:lnTo>
                    <a:pt x="5456759" y="1471251"/>
                  </a:lnTo>
                  <a:lnTo>
                    <a:pt x="5457604" y="1461069"/>
                  </a:lnTo>
                  <a:lnTo>
                    <a:pt x="5458450" y="1453482"/>
                  </a:lnTo>
                  <a:lnTo>
                    <a:pt x="5459295" y="1448028"/>
                  </a:lnTo>
                  <a:lnTo>
                    <a:pt x="5460140" y="1443865"/>
                  </a:lnTo>
                  <a:lnTo>
                    <a:pt x="5460985" y="1457155"/>
                  </a:lnTo>
                  <a:lnTo>
                    <a:pt x="5461830" y="1473456"/>
                  </a:lnTo>
                  <a:lnTo>
                    <a:pt x="5462675" y="1474935"/>
                  </a:lnTo>
                  <a:lnTo>
                    <a:pt x="5463520" y="1486162"/>
                  </a:lnTo>
                  <a:lnTo>
                    <a:pt x="5464365" y="1478245"/>
                  </a:lnTo>
                  <a:lnTo>
                    <a:pt x="5465210" y="1476160"/>
                  </a:lnTo>
                  <a:lnTo>
                    <a:pt x="5466055" y="1487528"/>
                  </a:lnTo>
                  <a:lnTo>
                    <a:pt x="5466900" y="1481904"/>
                  </a:lnTo>
                  <a:lnTo>
                    <a:pt x="5467746" y="1489400"/>
                  </a:lnTo>
                  <a:lnTo>
                    <a:pt x="5468591" y="1496386"/>
                  </a:lnTo>
                  <a:lnTo>
                    <a:pt x="5469436" y="1493959"/>
                  </a:lnTo>
                  <a:lnTo>
                    <a:pt x="5470281" y="1491975"/>
                  </a:lnTo>
                  <a:lnTo>
                    <a:pt x="5471126" y="1473664"/>
                  </a:lnTo>
                  <a:lnTo>
                    <a:pt x="5471971" y="1473018"/>
                  </a:lnTo>
                  <a:lnTo>
                    <a:pt x="5472816" y="1475677"/>
                  </a:lnTo>
                  <a:lnTo>
                    <a:pt x="5473661" y="1478436"/>
                  </a:lnTo>
                  <a:lnTo>
                    <a:pt x="5474506" y="1477905"/>
                  </a:lnTo>
                  <a:lnTo>
                    <a:pt x="5475351" y="1471265"/>
                  </a:lnTo>
                  <a:lnTo>
                    <a:pt x="5476196" y="1480170"/>
                  </a:lnTo>
                  <a:lnTo>
                    <a:pt x="5477042" y="1475140"/>
                  </a:lnTo>
                  <a:lnTo>
                    <a:pt x="5477887" y="1474228"/>
                  </a:lnTo>
                  <a:lnTo>
                    <a:pt x="5478732" y="1487992"/>
                  </a:lnTo>
                  <a:lnTo>
                    <a:pt x="5479577" y="1491578"/>
                  </a:lnTo>
                  <a:lnTo>
                    <a:pt x="5480422" y="1518765"/>
                  </a:lnTo>
                  <a:lnTo>
                    <a:pt x="5481267" y="1501069"/>
                  </a:lnTo>
                  <a:lnTo>
                    <a:pt x="5482112" y="1506060"/>
                  </a:lnTo>
                  <a:lnTo>
                    <a:pt x="5482957" y="1504501"/>
                  </a:lnTo>
                  <a:lnTo>
                    <a:pt x="5483802" y="1501872"/>
                  </a:lnTo>
                  <a:lnTo>
                    <a:pt x="5484647" y="1518765"/>
                  </a:lnTo>
                  <a:lnTo>
                    <a:pt x="5485493" y="1518765"/>
                  </a:lnTo>
                  <a:lnTo>
                    <a:pt x="5486338" y="1518765"/>
                  </a:lnTo>
                  <a:lnTo>
                    <a:pt x="5487183" y="1518765"/>
                  </a:lnTo>
                  <a:lnTo>
                    <a:pt x="5488028" y="1518765"/>
                  </a:lnTo>
                  <a:lnTo>
                    <a:pt x="5488873" y="1510455"/>
                  </a:lnTo>
                  <a:lnTo>
                    <a:pt x="5489718" y="1510537"/>
                  </a:lnTo>
                  <a:lnTo>
                    <a:pt x="5490563" y="1514361"/>
                  </a:lnTo>
                  <a:lnTo>
                    <a:pt x="5491408" y="1510064"/>
                  </a:lnTo>
                  <a:lnTo>
                    <a:pt x="5492253" y="1510654"/>
                  </a:lnTo>
                  <a:lnTo>
                    <a:pt x="5493098" y="1514813"/>
                  </a:lnTo>
                  <a:lnTo>
                    <a:pt x="5493943" y="1507518"/>
                  </a:lnTo>
                  <a:lnTo>
                    <a:pt x="5494789" y="1502314"/>
                  </a:lnTo>
                  <a:lnTo>
                    <a:pt x="5495634" y="1495084"/>
                  </a:lnTo>
                  <a:lnTo>
                    <a:pt x="5496479" y="1518765"/>
                  </a:lnTo>
                  <a:lnTo>
                    <a:pt x="5497324" y="1518765"/>
                  </a:lnTo>
                  <a:lnTo>
                    <a:pt x="5498169" y="1518765"/>
                  </a:lnTo>
                  <a:lnTo>
                    <a:pt x="5499014" y="1518765"/>
                  </a:lnTo>
                  <a:lnTo>
                    <a:pt x="5499859" y="1518765"/>
                  </a:lnTo>
                  <a:lnTo>
                    <a:pt x="5500704" y="1518765"/>
                  </a:lnTo>
                  <a:lnTo>
                    <a:pt x="5501549" y="1502284"/>
                  </a:lnTo>
                  <a:lnTo>
                    <a:pt x="5502394" y="1508486"/>
                  </a:lnTo>
                  <a:lnTo>
                    <a:pt x="5503239" y="1497135"/>
                  </a:lnTo>
                  <a:lnTo>
                    <a:pt x="5504085" y="1514448"/>
                  </a:lnTo>
                  <a:lnTo>
                    <a:pt x="5504930" y="1508952"/>
                  </a:lnTo>
                  <a:lnTo>
                    <a:pt x="5505775" y="1504954"/>
                  </a:lnTo>
                  <a:lnTo>
                    <a:pt x="5506620" y="1501063"/>
                  </a:lnTo>
                  <a:lnTo>
                    <a:pt x="5507465" y="1483466"/>
                  </a:lnTo>
                  <a:lnTo>
                    <a:pt x="5508310" y="1502560"/>
                  </a:lnTo>
                  <a:lnTo>
                    <a:pt x="5509155" y="1493116"/>
                  </a:lnTo>
                  <a:lnTo>
                    <a:pt x="5510000" y="1465841"/>
                  </a:lnTo>
                  <a:lnTo>
                    <a:pt x="5510845" y="1459686"/>
                  </a:lnTo>
                  <a:lnTo>
                    <a:pt x="5511690" y="1449775"/>
                  </a:lnTo>
                  <a:lnTo>
                    <a:pt x="5512535" y="1489232"/>
                  </a:lnTo>
                  <a:lnTo>
                    <a:pt x="5513381" y="1493493"/>
                  </a:lnTo>
                  <a:lnTo>
                    <a:pt x="5514226" y="1484194"/>
                  </a:lnTo>
                  <a:lnTo>
                    <a:pt x="5515071" y="1497819"/>
                  </a:lnTo>
                  <a:lnTo>
                    <a:pt x="5515916" y="1518765"/>
                  </a:lnTo>
                  <a:lnTo>
                    <a:pt x="5516761" y="1497008"/>
                  </a:lnTo>
                  <a:lnTo>
                    <a:pt x="5517606" y="1488870"/>
                  </a:lnTo>
                  <a:lnTo>
                    <a:pt x="5518451" y="1489160"/>
                  </a:lnTo>
                  <a:lnTo>
                    <a:pt x="5519296" y="1486682"/>
                  </a:lnTo>
                  <a:lnTo>
                    <a:pt x="5520141" y="1493264"/>
                  </a:lnTo>
                  <a:lnTo>
                    <a:pt x="5520986" y="1500871"/>
                  </a:lnTo>
                  <a:lnTo>
                    <a:pt x="5521831" y="1502449"/>
                  </a:lnTo>
                  <a:lnTo>
                    <a:pt x="5522677" y="1503182"/>
                  </a:lnTo>
                  <a:lnTo>
                    <a:pt x="5523522" y="1499192"/>
                  </a:lnTo>
                  <a:lnTo>
                    <a:pt x="5524367" y="1501090"/>
                  </a:lnTo>
                  <a:lnTo>
                    <a:pt x="5525212" y="1492085"/>
                  </a:lnTo>
                  <a:lnTo>
                    <a:pt x="5526057" y="1487975"/>
                  </a:lnTo>
                  <a:lnTo>
                    <a:pt x="5526902" y="1469173"/>
                  </a:lnTo>
                  <a:lnTo>
                    <a:pt x="5527747" y="1463549"/>
                  </a:lnTo>
                  <a:lnTo>
                    <a:pt x="5528592" y="1518765"/>
                  </a:lnTo>
                  <a:lnTo>
                    <a:pt x="5529437" y="1518765"/>
                  </a:lnTo>
                  <a:lnTo>
                    <a:pt x="5530282" y="1491012"/>
                  </a:lnTo>
                  <a:lnTo>
                    <a:pt x="5531127" y="1488538"/>
                  </a:lnTo>
                  <a:lnTo>
                    <a:pt x="5531973" y="1493676"/>
                  </a:lnTo>
                  <a:lnTo>
                    <a:pt x="5532818" y="1476403"/>
                  </a:lnTo>
                  <a:lnTo>
                    <a:pt x="5533663" y="1480289"/>
                  </a:lnTo>
                  <a:lnTo>
                    <a:pt x="5534508" y="1462038"/>
                  </a:lnTo>
                  <a:lnTo>
                    <a:pt x="5535353" y="1425004"/>
                  </a:lnTo>
                  <a:lnTo>
                    <a:pt x="5536198" y="1440268"/>
                  </a:lnTo>
                  <a:lnTo>
                    <a:pt x="5537043" y="1441365"/>
                  </a:lnTo>
                  <a:lnTo>
                    <a:pt x="5537888" y="1435617"/>
                  </a:lnTo>
                  <a:lnTo>
                    <a:pt x="5538733" y="1435035"/>
                  </a:lnTo>
                  <a:lnTo>
                    <a:pt x="5539578" y="1429924"/>
                  </a:lnTo>
                  <a:lnTo>
                    <a:pt x="5540423" y="1518765"/>
                  </a:lnTo>
                  <a:lnTo>
                    <a:pt x="5541269" y="1518765"/>
                  </a:lnTo>
                  <a:lnTo>
                    <a:pt x="5542114" y="1458960"/>
                  </a:lnTo>
                  <a:lnTo>
                    <a:pt x="5542959" y="1476465"/>
                  </a:lnTo>
                  <a:lnTo>
                    <a:pt x="5543804" y="1475649"/>
                  </a:lnTo>
                  <a:lnTo>
                    <a:pt x="5544649" y="1502236"/>
                  </a:lnTo>
                  <a:lnTo>
                    <a:pt x="5545494" y="1489793"/>
                  </a:lnTo>
                  <a:lnTo>
                    <a:pt x="5546339" y="1518765"/>
                  </a:lnTo>
                  <a:lnTo>
                    <a:pt x="5547184" y="1507081"/>
                  </a:lnTo>
                  <a:lnTo>
                    <a:pt x="5548029" y="1495087"/>
                  </a:lnTo>
                  <a:lnTo>
                    <a:pt x="5548874" y="1513813"/>
                  </a:lnTo>
                  <a:lnTo>
                    <a:pt x="5549720" y="1508766"/>
                  </a:lnTo>
                  <a:lnTo>
                    <a:pt x="5550565" y="1506808"/>
                  </a:lnTo>
                  <a:lnTo>
                    <a:pt x="5551410" y="1503712"/>
                  </a:lnTo>
                  <a:lnTo>
                    <a:pt x="5552255" y="1493596"/>
                  </a:lnTo>
                  <a:lnTo>
                    <a:pt x="5553100" y="1494397"/>
                  </a:lnTo>
                  <a:lnTo>
                    <a:pt x="5553945" y="1481975"/>
                  </a:lnTo>
                  <a:lnTo>
                    <a:pt x="5554790" y="1474638"/>
                  </a:lnTo>
                  <a:lnTo>
                    <a:pt x="5555635" y="1465973"/>
                  </a:lnTo>
                  <a:lnTo>
                    <a:pt x="5556480" y="1458812"/>
                  </a:lnTo>
                  <a:lnTo>
                    <a:pt x="5557325" y="1518765"/>
                  </a:lnTo>
                  <a:lnTo>
                    <a:pt x="5558170" y="1518765"/>
                  </a:lnTo>
                  <a:lnTo>
                    <a:pt x="5559016" y="1473582"/>
                  </a:lnTo>
                  <a:lnTo>
                    <a:pt x="5559861" y="1479156"/>
                  </a:lnTo>
                  <a:lnTo>
                    <a:pt x="5560706" y="1476799"/>
                  </a:lnTo>
                  <a:lnTo>
                    <a:pt x="5561551" y="1467240"/>
                  </a:lnTo>
                  <a:lnTo>
                    <a:pt x="5562396" y="1467337"/>
                  </a:lnTo>
                  <a:lnTo>
                    <a:pt x="5563241" y="1430576"/>
                  </a:lnTo>
                  <a:lnTo>
                    <a:pt x="5564086" y="1370523"/>
                  </a:lnTo>
                  <a:lnTo>
                    <a:pt x="5564931" y="1403494"/>
                  </a:lnTo>
                  <a:lnTo>
                    <a:pt x="5565776" y="1455327"/>
                  </a:lnTo>
                  <a:lnTo>
                    <a:pt x="5566621" y="1471670"/>
                  </a:lnTo>
                  <a:lnTo>
                    <a:pt x="5567466" y="1437473"/>
                  </a:lnTo>
                  <a:lnTo>
                    <a:pt x="5568312" y="1518765"/>
                  </a:lnTo>
                  <a:lnTo>
                    <a:pt x="5569157" y="1518765"/>
                  </a:lnTo>
                  <a:lnTo>
                    <a:pt x="5570002" y="1518765"/>
                  </a:lnTo>
                  <a:lnTo>
                    <a:pt x="5570847" y="1451893"/>
                  </a:lnTo>
                  <a:lnTo>
                    <a:pt x="5571692" y="1434299"/>
                  </a:lnTo>
                  <a:lnTo>
                    <a:pt x="5572537" y="1442678"/>
                  </a:lnTo>
                  <a:lnTo>
                    <a:pt x="5573382" y="1463504"/>
                  </a:lnTo>
                  <a:lnTo>
                    <a:pt x="5574227" y="1472110"/>
                  </a:lnTo>
                  <a:lnTo>
                    <a:pt x="5575072" y="1445386"/>
                  </a:lnTo>
                  <a:lnTo>
                    <a:pt x="5575917" y="1467221"/>
                  </a:lnTo>
                  <a:lnTo>
                    <a:pt x="5576762" y="1474561"/>
                  </a:lnTo>
                  <a:lnTo>
                    <a:pt x="5577608" y="1462620"/>
                  </a:lnTo>
                  <a:lnTo>
                    <a:pt x="5578453" y="1442644"/>
                  </a:lnTo>
                  <a:lnTo>
                    <a:pt x="5579298" y="1456751"/>
                  </a:lnTo>
                  <a:lnTo>
                    <a:pt x="5580143" y="1452634"/>
                  </a:lnTo>
                  <a:lnTo>
                    <a:pt x="5580988" y="1454463"/>
                  </a:lnTo>
                  <a:lnTo>
                    <a:pt x="5581833" y="1518765"/>
                  </a:lnTo>
                  <a:lnTo>
                    <a:pt x="5582678" y="1458229"/>
                  </a:lnTo>
                  <a:lnTo>
                    <a:pt x="5583523" y="1477770"/>
                  </a:lnTo>
                  <a:lnTo>
                    <a:pt x="5584368" y="1472571"/>
                  </a:lnTo>
                  <a:lnTo>
                    <a:pt x="5585213" y="1464076"/>
                  </a:lnTo>
                  <a:lnTo>
                    <a:pt x="5586058" y="1485443"/>
                  </a:lnTo>
                  <a:lnTo>
                    <a:pt x="5586904" y="1490456"/>
                  </a:lnTo>
                  <a:lnTo>
                    <a:pt x="5587749" y="1497880"/>
                  </a:lnTo>
                  <a:lnTo>
                    <a:pt x="5588594" y="1489889"/>
                  </a:lnTo>
                  <a:lnTo>
                    <a:pt x="5589439" y="1492566"/>
                  </a:lnTo>
                  <a:lnTo>
                    <a:pt x="5590284" y="1490399"/>
                  </a:lnTo>
                  <a:lnTo>
                    <a:pt x="5591129" y="1470942"/>
                  </a:lnTo>
                  <a:lnTo>
                    <a:pt x="5591974" y="1462873"/>
                  </a:lnTo>
                  <a:lnTo>
                    <a:pt x="5592819" y="1451088"/>
                  </a:lnTo>
                  <a:lnTo>
                    <a:pt x="5593664" y="1518765"/>
                  </a:lnTo>
                  <a:lnTo>
                    <a:pt x="5594509" y="1518765"/>
                  </a:lnTo>
                  <a:lnTo>
                    <a:pt x="5595354" y="1518765"/>
                  </a:lnTo>
                  <a:lnTo>
                    <a:pt x="5596200" y="1450352"/>
                  </a:lnTo>
                  <a:lnTo>
                    <a:pt x="5597045" y="1454789"/>
                  </a:lnTo>
                  <a:lnTo>
                    <a:pt x="5597890" y="1458786"/>
                  </a:lnTo>
                  <a:lnTo>
                    <a:pt x="5598735" y="1455689"/>
                  </a:lnTo>
                  <a:lnTo>
                    <a:pt x="5599580" y="1479316"/>
                  </a:lnTo>
                  <a:lnTo>
                    <a:pt x="5600425" y="1489122"/>
                  </a:lnTo>
                  <a:lnTo>
                    <a:pt x="5601270" y="1483778"/>
                  </a:lnTo>
                  <a:lnTo>
                    <a:pt x="5602115" y="1482805"/>
                  </a:lnTo>
                  <a:lnTo>
                    <a:pt x="5602960" y="1474646"/>
                  </a:lnTo>
                  <a:lnTo>
                    <a:pt x="5603805" y="1477016"/>
                  </a:lnTo>
                  <a:lnTo>
                    <a:pt x="5604650" y="1491596"/>
                  </a:lnTo>
                  <a:lnTo>
                    <a:pt x="5605496" y="1481141"/>
                  </a:lnTo>
                  <a:lnTo>
                    <a:pt x="5606341" y="1483867"/>
                  </a:lnTo>
                  <a:lnTo>
                    <a:pt x="5607186" y="1476285"/>
                  </a:lnTo>
                  <a:lnTo>
                    <a:pt x="5608031" y="1483578"/>
                  </a:lnTo>
                  <a:lnTo>
                    <a:pt x="5608876" y="1518765"/>
                  </a:lnTo>
                  <a:lnTo>
                    <a:pt x="5609721" y="1518765"/>
                  </a:lnTo>
                  <a:lnTo>
                    <a:pt x="5610566" y="1491794"/>
                  </a:lnTo>
                  <a:lnTo>
                    <a:pt x="5611411" y="1493651"/>
                  </a:lnTo>
                  <a:lnTo>
                    <a:pt x="5612256" y="1518765"/>
                  </a:lnTo>
                  <a:lnTo>
                    <a:pt x="5613101" y="1518765"/>
                  </a:lnTo>
                  <a:lnTo>
                    <a:pt x="5613947" y="1518765"/>
                  </a:lnTo>
                  <a:lnTo>
                    <a:pt x="5614792" y="1518765"/>
                  </a:lnTo>
                  <a:lnTo>
                    <a:pt x="5615637" y="1499920"/>
                  </a:lnTo>
                  <a:lnTo>
                    <a:pt x="5616482" y="1487226"/>
                  </a:lnTo>
                  <a:lnTo>
                    <a:pt x="5617327" y="1518765"/>
                  </a:lnTo>
                  <a:lnTo>
                    <a:pt x="5618172" y="1474140"/>
                  </a:lnTo>
                  <a:lnTo>
                    <a:pt x="5619017" y="1493578"/>
                  </a:lnTo>
                  <a:lnTo>
                    <a:pt x="5619862" y="1493453"/>
                  </a:lnTo>
                  <a:lnTo>
                    <a:pt x="5620707" y="1518765"/>
                  </a:lnTo>
                  <a:lnTo>
                    <a:pt x="5621552" y="1518765"/>
                  </a:lnTo>
                  <a:lnTo>
                    <a:pt x="5622397" y="1518765"/>
                  </a:lnTo>
                  <a:lnTo>
                    <a:pt x="5623243" y="1518765"/>
                  </a:lnTo>
                  <a:lnTo>
                    <a:pt x="5624088" y="1518765"/>
                  </a:lnTo>
                  <a:lnTo>
                    <a:pt x="5624933" y="1518765"/>
                  </a:lnTo>
                  <a:lnTo>
                    <a:pt x="5625778" y="1518765"/>
                  </a:lnTo>
                  <a:lnTo>
                    <a:pt x="5626623" y="1518765"/>
                  </a:lnTo>
                  <a:lnTo>
                    <a:pt x="5627468" y="1518765"/>
                  </a:lnTo>
                  <a:lnTo>
                    <a:pt x="5628313" y="1518765"/>
                  </a:lnTo>
                  <a:lnTo>
                    <a:pt x="5629158" y="1518765"/>
                  </a:lnTo>
                  <a:lnTo>
                    <a:pt x="5630003" y="1518765"/>
                  </a:lnTo>
                  <a:lnTo>
                    <a:pt x="5630848" y="1518765"/>
                  </a:lnTo>
                  <a:lnTo>
                    <a:pt x="5631693" y="1518765"/>
                  </a:lnTo>
                  <a:lnTo>
                    <a:pt x="5632539" y="1518765"/>
                  </a:lnTo>
                  <a:lnTo>
                    <a:pt x="5633384" y="1518765"/>
                  </a:lnTo>
                  <a:lnTo>
                    <a:pt x="5634229" y="1518765"/>
                  </a:lnTo>
                  <a:lnTo>
                    <a:pt x="5635074" y="1518765"/>
                  </a:lnTo>
                  <a:lnTo>
                    <a:pt x="5635919" y="1518765"/>
                  </a:lnTo>
                  <a:lnTo>
                    <a:pt x="5636764" y="1518765"/>
                  </a:lnTo>
                  <a:lnTo>
                    <a:pt x="5637609" y="1518765"/>
                  </a:lnTo>
                  <a:lnTo>
                    <a:pt x="5638454" y="1518765"/>
                  </a:lnTo>
                  <a:lnTo>
                    <a:pt x="5639299" y="1518765"/>
                  </a:lnTo>
                  <a:lnTo>
                    <a:pt x="5640144" y="1518765"/>
                  </a:lnTo>
                  <a:lnTo>
                    <a:pt x="5640989" y="1518765"/>
                  </a:lnTo>
                  <a:lnTo>
                    <a:pt x="5641835" y="1518765"/>
                  </a:lnTo>
                  <a:lnTo>
                    <a:pt x="5642680" y="1518765"/>
                  </a:lnTo>
                  <a:lnTo>
                    <a:pt x="5643525" y="1518765"/>
                  </a:lnTo>
                  <a:lnTo>
                    <a:pt x="5644370" y="1518765"/>
                  </a:lnTo>
                  <a:lnTo>
                    <a:pt x="5645215" y="1518765"/>
                  </a:lnTo>
                  <a:lnTo>
                    <a:pt x="5646060" y="1518765"/>
                  </a:lnTo>
                  <a:lnTo>
                    <a:pt x="5646905" y="1518765"/>
                  </a:lnTo>
                  <a:lnTo>
                    <a:pt x="5647750" y="1440918"/>
                  </a:lnTo>
                  <a:lnTo>
                    <a:pt x="5648595" y="1518765"/>
                  </a:lnTo>
                  <a:lnTo>
                    <a:pt x="5649440" y="1518765"/>
                  </a:lnTo>
                  <a:lnTo>
                    <a:pt x="5650285" y="1518765"/>
                  </a:lnTo>
                  <a:lnTo>
                    <a:pt x="5651131" y="1518765"/>
                  </a:lnTo>
                  <a:lnTo>
                    <a:pt x="5651976" y="1518765"/>
                  </a:lnTo>
                  <a:lnTo>
                    <a:pt x="5652821" y="1518765"/>
                  </a:lnTo>
                  <a:lnTo>
                    <a:pt x="5653666" y="1518765"/>
                  </a:lnTo>
                  <a:lnTo>
                    <a:pt x="5654511" y="1518765"/>
                  </a:lnTo>
                  <a:lnTo>
                    <a:pt x="5655356" y="1518765"/>
                  </a:lnTo>
                  <a:lnTo>
                    <a:pt x="5656201" y="1518765"/>
                  </a:lnTo>
                  <a:lnTo>
                    <a:pt x="5657046" y="1518765"/>
                  </a:lnTo>
                  <a:lnTo>
                    <a:pt x="5657891" y="1518765"/>
                  </a:lnTo>
                  <a:lnTo>
                    <a:pt x="5658736" y="1518765"/>
                  </a:lnTo>
                  <a:lnTo>
                    <a:pt x="5659581" y="1487150"/>
                  </a:lnTo>
                  <a:lnTo>
                    <a:pt x="5660427" y="1518765"/>
                  </a:lnTo>
                  <a:lnTo>
                    <a:pt x="5661272" y="1518765"/>
                  </a:lnTo>
                  <a:lnTo>
                    <a:pt x="5662117" y="1518765"/>
                  </a:lnTo>
                  <a:lnTo>
                    <a:pt x="5662962" y="1518765"/>
                  </a:lnTo>
                  <a:lnTo>
                    <a:pt x="5663807" y="1487971"/>
                  </a:lnTo>
                  <a:lnTo>
                    <a:pt x="5664652" y="1518765"/>
                  </a:lnTo>
                  <a:lnTo>
                    <a:pt x="5665497" y="1518765"/>
                  </a:lnTo>
                  <a:lnTo>
                    <a:pt x="5666342" y="1518765"/>
                  </a:lnTo>
                  <a:lnTo>
                    <a:pt x="5667187" y="1487429"/>
                  </a:lnTo>
                  <a:lnTo>
                    <a:pt x="5668032" y="1476674"/>
                  </a:lnTo>
                  <a:lnTo>
                    <a:pt x="5668877" y="1483680"/>
                  </a:lnTo>
                  <a:lnTo>
                    <a:pt x="5669723" y="1480326"/>
                  </a:lnTo>
                  <a:lnTo>
                    <a:pt x="5670568" y="1482388"/>
                  </a:lnTo>
                  <a:lnTo>
                    <a:pt x="5671413" y="1463264"/>
                  </a:lnTo>
                  <a:lnTo>
                    <a:pt x="5672258" y="1453183"/>
                  </a:lnTo>
                  <a:lnTo>
                    <a:pt x="5673103" y="1462427"/>
                  </a:lnTo>
                  <a:lnTo>
                    <a:pt x="5673948" y="1455176"/>
                  </a:lnTo>
                  <a:lnTo>
                    <a:pt x="5674793" y="1455335"/>
                  </a:lnTo>
                  <a:lnTo>
                    <a:pt x="5675638" y="1428644"/>
                  </a:lnTo>
                  <a:lnTo>
                    <a:pt x="5676483" y="1421988"/>
                  </a:lnTo>
                  <a:lnTo>
                    <a:pt x="5677328" y="1397886"/>
                  </a:lnTo>
                  <a:lnTo>
                    <a:pt x="5678174" y="1359751"/>
                  </a:lnTo>
                  <a:lnTo>
                    <a:pt x="5679019" y="1351564"/>
                  </a:lnTo>
                  <a:lnTo>
                    <a:pt x="5679864" y="1358457"/>
                  </a:lnTo>
                  <a:lnTo>
                    <a:pt x="5680709" y="1518765"/>
                  </a:lnTo>
                  <a:lnTo>
                    <a:pt x="5681554" y="1518765"/>
                  </a:lnTo>
                  <a:lnTo>
                    <a:pt x="5682399" y="1341226"/>
                  </a:lnTo>
                  <a:lnTo>
                    <a:pt x="5683244" y="1365317"/>
                  </a:lnTo>
                  <a:lnTo>
                    <a:pt x="5684089" y="1394990"/>
                  </a:lnTo>
                  <a:lnTo>
                    <a:pt x="5684934" y="1425005"/>
                  </a:lnTo>
                  <a:lnTo>
                    <a:pt x="5685779" y="1389110"/>
                  </a:lnTo>
                  <a:lnTo>
                    <a:pt x="5686624" y="1395847"/>
                  </a:lnTo>
                  <a:lnTo>
                    <a:pt x="5687470" y="1403571"/>
                  </a:lnTo>
                  <a:lnTo>
                    <a:pt x="5688315" y="1426538"/>
                  </a:lnTo>
                  <a:lnTo>
                    <a:pt x="5689160" y="1414210"/>
                  </a:lnTo>
                  <a:lnTo>
                    <a:pt x="5690005" y="1416899"/>
                  </a:lnTo>
                  <a:lnTo>
                    <a:pt x="5690850" y="1407410"/>
                  </a:lnTo>
                  <a:lnTo>
                    <a:pt x="5691695" y="1428773"/>
                  </a:lnTo>
                  <a:lnTo>
                    <a:pt x="5692540" y="1449911"/>
                  </a:lnTo>
                  <a:lnTo>
                    <a:pt x="5693385" y="1430166"/>
                  </a:lnTo>
                  <a:lnTo>
                    <a:pt x="5694230" y="1392721"/>
                  </a:lnTo>
                  <a:lnTo>
                    <a:pt x="5695075" y="1358086"/>
                  </a:lnTo>
                  <a:lnTo>
                    <a:pt x="5695920" y="1392583"/>
                  </a:lnTo>
                  <a:lnTo>
                    <a:pt x="5696766" y="1412606"/>
                  </a:lnTo>
                  <a:lnTo>
                    <a:pt x="5697611" y="1408601"/>
                  </a:lnTo>
                  <a:lnTo>
                    <a:pt x="5698456" y="1453609"/>
                  </a:lnTo>
                  <a:lnTo>
                    <a:pt x="5699301" y="1471111"/>
                  </a:lnTo>
                  <a:lnTo>
                    <a:pt x="5700146" y="1471389"/>
                  </a:lnTo>
                  <a:lnTo>
                    <a:pt x="5700991" y="1488391"/>
                  </a:lnTo>
                  <a:lnTo>
                    <a:pt x="5701836" y="1476113"/>
                  </a:lnTo>
                  <a:lnTo>
                    <a:pt x="5702681" y="1480707"/>
                  </a:lnTo>
                  <a:lnTo>
                    <a:pt x="5703526" y="1489679"/>
                  </a:lnTo>
                  <a:lnTo>
                    <a:pt x="5704371" y="1497524"/>
                  </a:lnTo>
                  <a:lnTo>
                    <a:pt x="5705216" y="1499938"/>
                  </a:lnTo>
                  <a:lnTo>
                    <a:pt x="5706062" y="1507887"/>
                  </a:lnTo>
                  <a:lnTo>
                    <a:pt x="5706907" y="1504702"/>
                  </a:lnTo>
                  <a:lnTo>
                    <a:pt x="5707752" y="1503247"/>
                  </a:lnTo>
                  <a:lnTo>
                    <a:pt x="5708597" y="1518765"/>
                  </a:lnTo>
                  <a:lnTo>
                    <a:pt x="5709442" y="1518765"/>
                  </a:lnTo>
                  <a:lnTo>
                    <a:pt x="5710287" y="1477452"/>
                  </a:lnTo>
                  <a:lnTo>
                    <a:pt x="5711132" y="1474658"/>
                  </a:lnTo>
                  <a:lnTo>
                    <a:pt x="5711977" y="1518765"/>
                  </a:lnTo>
                  <a:lnTo>
                    <a:pt x="5712822" y="1470670"/>
                  </a:lnTo>
                  <a:lnTo>
                    <a:pt x="5713667" y="1471101"/>
                  </a:lnTo>
                  <a:lnTo>
                    <a:pt x="5714512" y="1470014"/>
                  </a:lnTo>
                  <a:lnTo>
                    <a:pt x="5715358" y="1469425"/>
                  </a:lnTo>
                  <a:lnTo>
                    <a:pt x="5716203" y="1452946"/>
                  </a:lnTo>
                  <a:lnTo>
                    <a:pt x="5717048" y="1441780"/>
                  </a:lnTo>
                  <a:lnTo>
                    <a:pt x="5717893" y="1450738"/>
                  </a:lnTo>
                  <a:lnTo>
                    <a:pt x="5718738" y="1455567"/>
                  </a:lnTo>
                  <a:lnTo>
                    <a:pt x="5719583" y="1458529"/>
                  </a:lnTo>
                  <a:lnTo>
                    <a:pt x="5720428" y="1462801"/>
                  </a:lnTo>
                  <a:lnTo>
                    <a:pt x="5721273" y="1518765"/>
                  </a:lnTo>
                  <a:lnTo>
                    <a:pt x="5722118" y="1464370"/>
                  </a:lnTo>
                  <a:lnTo>
                    <a:pt x="5722963" y="1479127"/>
                  </a:lnTo>
                  <a:lnTo>
                    <a:pt x="5723808" y="1492802"/>
                  </a:lnTo>
                  <a:lnTo>
                    <a:pt x="5724654" y="1500284"/>
                  </a:lnTo>
                  <a:lnTo>
                    <a:pt x="5725499" y="1506121"/>
                  </a:lnTo>
                  <a:lnTo>
                    <a:pt x="5726344" y="1509202"/>
                  </a:lnTo>
                  <a:lnTo>
                    <a:pt x="5727189" y="1491981"/>
                  </a:lnTo>
                  <a:lnTo>
                    <a:pt x="5728034" y="1500092"/>
                  </a:lnTo>
                  <a:lnTo>
                    <a:pt x="5728879" y="1518765"/>
                  </a:lnTo>
                  <a:lnTo>
                    <a:pt x="5729724" y="1518765"/>
                  </a:lnTo>
                  <a:lnTo>
                    <a:pt x="5730569" y="1518765"/>
                  </a:lnTo>
                  <a:lnTo>
                    <a:pt x="5731414" y="1518765"/>
                  </a:lnTo>
                  <a:lnTo>
                    <a:pt x="5732259" y="1518765"/>
                  </a:lnTo>
                  <a:lnTo>
                    <a:pt x="5733104" y="1518765"/>
                  </a:lnTo>
                  <a:lnTo>
                    <a:pt x="5733950" y="1518765"/>
                  </a:lnTo>
                  <a:lnTo>
                    <a:pt x="5734795" y="1518765"/>
                  </a:lnTo>
                  <a:lnTo>
                    <a:pt x="5735640" y="1518765"/>
                  </a:lnTo>
                  <a:lnTo>
                    <a:pt x="5736485" y="1518765"/>
                  </a:lnTo>
                  <a:lnTo>
                    <a:pt x="5737330" y="1518765"/>
                  </a:lnTo>
                  <a:lnTo>
                    <a:pt x="5738175" y="1518765"/>
                  </a:lnTo>
                  <a:lnTo>
                    <a:pt x="5739020" y="1464449"/>
                  </a:lnTo>
                  <a:lnTo>
                    <a:pt x="5739865" y="1430633"/>
                  </a:lnTo>
                  <a:lnTo>
                    <a:pt x="5740710" y="1477412"/>
                  </a:lnTo>
                  <a:lnTo>
                    <a:pt x="5741555" y="1518765"/>
                  </a:lnTo>
                  <a:lnTo>
                    <a:pt x="5742401" y="1518765"/>
                  </a:lnTo>
                  <a:lnTo>
                    <a:pt x="5743246" y="1518765"/>
                  </a:lnTo>
                  <a:lnTo>
                    <a:pt x="5744091" y="1518765"/>
                  </a:lnTo>
                  <a:lnTo>
                    <a:pt x="5744936" y="1486417"/>
                  </a:lnTo>
                  <a:lnTo>
                    <a:pt x="5745781" y="1518765"/>
                  </a:lnTo>
                  <a:lnTo>
                    <a:pt x="5746626" y="1493421"/>
                  </a:lnTo>
                  <a:lnTo>
                    <a:pt x="5747471" y="1489383"/>
                  </a:lnTo>
                  <a:lnTo>
                    <a:pt x="5748316" y="1479123"/>
                  </a:lnTo>
                  <a:lnTo>
                    <a:pt x="5749161" y="1496012"/>
                  </a:lnTo>
                  <a:lnTo>
                    <a:pt x="5750006" y="1474937"/>
                  </a:lnTo>
                  <a:lnTo>
                    <a:pt x="5750851" y="1496694"/>
                  </a:lnTo>
                  <a:lnTo>
                    <a:pt x="5751697" y="1494402"/>
                  </a:lnTo>
                  <a:lnTo>
                    <a:pt x="5752542" y="1487285"/>
                  </a:lnTo>
                  <a:lnTo>
                    <a:pt x="5753387" y="1505108"/>
                  </a:lnTo>
                  <a:lnTo>
                    <a:pt x="5754232" y="1518765"/>
                  </a:lnTo>
                  <a:lnTo>
                    <a:pt x="5755077" y="1518765"/>
                  </a:lnTo>
                  <a:lnTo>
                    <a:pt x="5755922" y="1518765"/>
                  </a:lnTo>
                  <a:lnTo>
                    <a:pt x="5756767" y="1518765"/>
                  </a:lnTo>
                  <a:lnTo>
                    <a:pt x="5757612" y="1518765"/>
                  </a:lnTo>
                  <a:lnTo>
                    <a:pt x="5758457" y="1518765"/>
                  </a:lnTo>
                  <a:lnTo>
                    <a:pt x="5759302" y="1518765"/>
                  </a:lnTo>
                  <a:lnTo>
                    <a:pt x="5760147" y="1518765"/>
                  </a:lnTo>
                  <a:lnTo>
                    <a:pt x="5760993" y="1447240"/>
                  </a:lnTo>
                  <a:lnTo>
                    <a:pt x="5761838" y="1470817"/>
                  </a:lnTo>
                  <a:lnTo>
                    <a:pt x="5762683" y="1463458"/>
                  </a:lnTo>
                  <a:lnTo>
                    <a:pt x="5763528" y="1484524"/>
                  </a:lnTo>
                  <a:lnTo>
                    <a:pt x="5764373" y="1488974"/>
                  </a:lnTo>
                  <a:lnTo>
                    <a:pt x="5765218" y="1490520"/>
                  </a:lnTo>
                  <a:lnTo>
                    <a:pt x="5766063" y="1518765"/>
                  </a:lnTo>
                  <a:lnTo>
                    <a:pt x="5766908" y="1518765"/>
                  </a:lnTo>
                  <a:lnTo>
                    <a:pt x="5767753" y="1493622"/>
                  </a:lnTo>
                  <a:lnTo>
                    <a:pt x="5768598" y="1490681"/>
                  </a:lnTo>
                  <a:lnTo>
                    <a:pt x="5769443" y="1481955"/>
                  </a:lnTo>
                  <a:lnTo>
                    <a:pt x="5770289" y="1465285"/>
                  </a:lnTo>
                  <a:lnTo>
                    <a:pt x="5771134" y="1446158"/>
                  </a:lnTo>
                  <a:lnTo>
                    <a:pt x="5771979" y="1435910"/>
                  </a:lnTo>
                  <a:lnTo>
                    <a:pt x="5772824" y="1440216"/>
                  </a:lnTo>
                  <a:lnTo>
                    <a:pt x="5773669" y="1436060"/>
                  </a:lnTo>
                  <a:lnTo>
                    <a:pt x="5774514" y="1444727"/>
                  </a:lnTo>
                  <a:lnTo>
                    <a:pt x="5775359" y="1518765"/>
                  </a:lnTo>
                  <a:lnTo>
                    <a:pt x="5776204" y="1518765"/>
                  </a:lnTo>
                  <a:lnTo>
                    <a:pt x="5777049" y="1477774"/>
                  </a:lnTo>
                  <a:lnTo>
                    <a:pt x="5777894" y="1464492"/>
                  </a:lnTo>
                  <a:lnTo>
                    <a:pt x="5778739" y="1454649"/>
                  </a:lnTo>
                  <a:lnTo>
                    <a:pt x="5779585" y="1454892"/>
                  </a:lnTo>
                  <a:lnTo>
                    <a:pt x="5780430" y="1447558"/>
                  </a:lnTo>
                  <a:lnTo>
                    <a:pt x="5781275" y="1432600"/>
                  </a:lnTo>
                  <a:lnTo>
                    <a:pt x="5782120" y="1442217"/>
                  </a:lnTo>
                  <a:lnTo>
                    <a:pt x="5782965" y="1454147"/>
                  </a:lnTo>
                  <a:lnTo>
                    <a:pt x="5783810" y="1471534"/>
                  </a:lnTo>
                  <a:lnTo>
                    <a:pt x="5784655" y="1454979"/>
                  </a:lnTo>
                  <a:lnTo>
                    <a:pt x="5785500" y="1446656"/>
                  </a:lnTo>
                  <a:lnTo>
                    <a:pt x="5786345" y="1445410"/>
                  </a:lnTo>
                  <a:lnTo>
                    <a:pt x="5787190" y="1446823"/>
                  </a:lnTo>
                  <a:lnTo>
                    <a:pt x="5788035" y="1460113"/>
                  </a:lnTo>
                  <a:lnTo>
                    <a:pt x="5788881" y="1463304"/>
                  </a:lnTo>
                  <a:lnTo>
                    <a:pt x="5789726" y="1449126"/>
                  </a:lnTo>
                  <a:lnTo>
                    <a:pt x="5790571" y="1462959"/>
                  </a:lnTo>
                  <a:lnTo>
                    <a:pt x="5791416" y="1453957"/>
                  </a:lnTo>
                  <a:lnTo>
                    <a:pt x="5792261" y="1441748"/>
                  </a:lnTo>
                  <a:lnTo>
                    <a:pt x="5793106" y="1457788"/>
                  </a:lnTo>
                  <a:lnTo>
                    <a:pt x="5793951" y="1451993"/>
                  </a:lnTo>
                  <a:lnTo>
                    <a:pt x="5794796" y="1472548"/>
                  </a:lnTo>
                  <a:lnTo>
                    <a:pt x="5795641" y="1471515"/>
                  </a:lnTo>
                  <a:lnTo>
                    <a:pt x="5796486" y="1465842"/>
                  </a:lnTo>
                  <a:lnTo>
                    <a:pt x="5797332" y="1471281"/>
                  </a:lnTo>
                  <a:lnTo>
                    <a:pt x="5798177" y="1453952"/>
                  </a:lnTo>
                  <a:lnTo>
                    <a:pt x="5799022" y="1466902"/>
                  </a:lnTo>
                  <a:lnTo>
                    <a:pt x="5799867" y="1466996"/>
                  </a:lnTo>
                  <a:lnTo>
                    <a:pt x="5800712" y="1437298"/>
                  </a:lnTo>
                  <a:lnTo>
                    <a:pt x="5801557" y="1383443"/>
                  </a:lnTo>
                  <a:lnTo>
                    <a:pt x="5802402" y="1383419"/>
                  </a:lnTo>
                  <a:lnTo>
                    <a:pt x="5803247" y="1414188"/>
                  </a:lnTo>
                  <a:lnTo>
                    <a:pt x="5804092" y="1427418"/>
                  </a:lnTo>
                  <a:lnTo>
                    <a:pt x="5804937" y="1390313"/>
                  </a:lnTo>
                  <a:lnTo>
                    <a:pt x="5805782" y="1385580"/>
                  </a:lnTo>
                  <a:lnTo>
                    <a:pt x="5806628" y="1379301"/>
                  </a:lnTo>
                  <a:lnTo>
                    <a:pt x="5807473" y="1381903"/>
                  </a:lnTo>
                  <a:lnTo>
                    <a:pt x="5808318" y="1383981"/>
                  </a:lnTo>
                  <a:lnTo>
                    <a:pt x="5809163" y="1340689"/>
                  </a:lnTo>
                  <a:lnTo>
                    <a:pt x="5810008" y="1324711"/>
                  </a:lnTo>
                  <a:lnTo>
                    <a:pt x="5810853" y="1292159"/>
                  </a:lnTo>
                  <a:lnTo>
                    <a:pt x="5811698" y="1314298"/>
                  </a:lnTo>
                  <a:lnTo>
                    <a:pt x="5812543" y="1370516"/>
                  </a:lnTo>
                  <a:lnTo>
                    <a:pt x="5813388" y="1359338"/>
                  </a:lnTo>
                  <a:lnTo>
                    <a:pt x="5814233" y="1339858"/>
                  </a:lnTo>
                  <a:lnTo>
                    <a:pt x="5815078" y="1371556"/>
                  </a:lnTo>
                  <a:lnTo>
                    <a:pt x="5815924" y="1413479"/>
                  </a:lnTo>
                  <a:lnTo>
                    <a:pt x="5816769" y="1442595"/>
                  </a:lnTo>
                  <a:lnTo>
                    <a:pt x="5817614" y="1443906"/>
                  </a:lnTo>
                  <a:lnTo>
                    <a:pt x="5818459" y="1448912"/>
                  </a:lnTo>
                  <a:lnTo>
                    <a:pt x="5819304" y="1449537"/>
                  </a:lnTo>
                  <a:lnTo>
                    <a:pt x="5820149" y="1452913"/>
                  </a:lnTo>
                  <a:lnTo>
                    <a:pt x="5820994" y="1468861"/>
                  </a:lnTo>
                  <a:lnTo>
                    <a:pt x="5821839" y="1457748"/>
                  </a:lnTo>
                  <a:lnTo>
                    <a:pt x="5822684" y="1451243"/>
                  </a:lnTo>
                  <a:lnTo>
                    <a:pt x="5823529" y="1461660"/>
                  </a:lnTo>
                  <a:lnTo>
                    <a:pt x="5824374" y="1473058"/>
                  </a:lnTo>
                  <a:lnTo>
                    <a:pt x="5825220" y="1490043"/>
                  </a:lnTo>
                  <a:lnTo>
                    <a:pt x="5826065" y="1475855"/>
                  </a:lnTo>
                  <a:lnTo>
                    <a:pt x="5826910" y="1470098"/>
                  </a:lnTo>
                  <a:lnTo>
                    <a:pt x="5827755" y="1472464"/>
                  </a:lnTo>
                  <a:lnTo>
                    <a:pt x="5828600" y="1443766"/>
                  </a:lnTo>
                  <a:lnTo>
                    <a:pt x="5829445" y="1421262"/>
                  </a:lnTo>
                  <a:lnTo>
                    <a:pt x="5830290" y="1451566"/>
                  </a:lnTo>
                  <a:lnTo>
                    <a:pt x="5831135" y="1460250"/>
                  </a:lnTo>
                  <a:lnTo>
                    <a:pt x="5831980" y="1468371"/>
                  </a:lnTo>
                  <a:lnTo>
                    <a:pt x="5832825" y="1467811"/>
                  </a:lnTo>
                  <a:lnTo>
                    <a:pt x="5833670" y="1461775"/>
                  </a:lnTo>
                  <a:lnTo>
                    <a:pt x="5834516" y="1461042"/>
                  </a:lnTo>
                  <a:lnTo>
                    <a:pt x="5835361" y="1471699"/>
                  </a:lnTo>
                  <a:lnTo>
                    <a:pt x="5836206" y="1481475"/>
                  </a:lnTo>
                  <a:lnTo>
                    <a:pt x="5837051" y="1477305"/>
                  </a:lnTo>
                  <a:lnTo>
                    <a:pt x="5837896" y="1475940"/>
                  </a:lnTo>
                  <a:lnTo>
                    <a:pt x="5838741" y="1476257"/>
                  </a:lnTo>
                  <a:lnTo>
                    <a:pt x="5839586" y="1466750"/>
                  </a:lnTo>
                  <a:lnTo>
                    <a:pt x="5840431" y="1475699"/>
                  </a:lnTo>
                  <a:lnTo>
                    <a:pt x="5841276" y="1480438"/>
                  </a:lnTo>
                  <a:lnTo>
                    <a:pt x="5842121" y="1474155"/>
                  </a:lnTo>
                  <a:lnTo>
                    <a:pt x="5842966" y="1476793"/>
                  </a:lnTo>
                  <a:lnTo>
                    <a:pt x="5843812" y="1485146"/>
                  </a:lnTo>
                  <a:lnTo>
                    <a:pt x="5844657" y="1492002"/>
                  </a:lnTo>
                  <a:lnTo>
                    <a:pt x="5845502" y="1502649"/>
                  </a:lnTo>
                  <a:lnTo>
                    <a:pt x="5846347" y="1505962"/>
                  </a:lnTo>
                  <a:lnTo>
                    <a:pt x="5847192" y="1493944"/>
                  </a:lnTo>
                  <a:lnTo>
                    <a:pt x="5848037" y="1499009"/>
                  </a:lnTo>
                  <a:lnTo>
                    <a:pt x="5848882" y="1506449"/>
                  </a:lnTo>
                  <a:lnTo>
                    <a:pt x="5849727" y="1500999"/>
                  </a:lnTo>
                  <a:lnTo>
                    <a:pt x="5850572" y="1491625"/>
                  </a:lnTo>
                  <a:lnTo>
                    <a:pt x="5851417" y="1489316"/>
                  </a:lnTo>
                  <a:lnTo>
                    <a:pt x="5852262" y="1486854"/>
                  </a:lnTo>
                  <a:lnTo>
                    <a:pt x="5853108" y="1481847"/>
                  </a:lnTo>
                  <a:lnTo>
                    <a:pt x="5853953" y="1483361"/>
                  </a:lnTo>
                  <a:lnTo>
                    <a:pt x="5854798" y="1470080"/>
                  </a:lnTo>
                  <a:lnTo>
                    <a:pt x="5855643" y="1480467"/>
                  </a:lnTo>
                  <a:lnTo>
                    <a:pt x="5856488" y="1476260"/>
                  </a:lnTo>
                  <a:lnTo>
                    <a:pt x="5857333" y="1453362"/>
                  </a:lnTo>
                  <a:lnTo>
                    <a:pt x="5858178" y="1466794"/>
                  </a:lnTo>
                  <a:lnTo>
                    <a:pt x="5859023" y="1469261"/>
                  </a:lnTo>
                  <a:lnTo>
                    <a:pt x="5859868" y="1495695"/>
                  </a:lnTo>
                  <a:lnTo>
                    <a:pt x="5860713" y="1497921"/>
                  </a:lnTo>
                  <a:lnTo>
                    <a:pt x="5861559" y="1503977"/>
                  </a:lnTo>
                  <a:lnTo>
                    <a:pt x="5862404" y="1504393"/>
                  </a:lnTo>
                  <a:lnTo>
                    <a:pt x="5863249" y="1513975"/>
                  </a:lnTo>
                  <a:lnTo>
                    <a:pt x="5864094" y="1513011"/>
                  </a:lnTo>
                  <a:lnTo>
                    <a:pt x="5864939" y="1509800"/>
                  </a:lnTo>
                  <a:lnTo>
                    <a:pt x="5865784" y="1518765"/>
                  </a:lnTo>
                  <a:lnTo>
                    <a:pt x="5866629" y="1518765"/>
                  </a:lnTo>
                  <a:lnTo>
                    <a:pt x="5867474" y="1518765"/>
                  </a:lnTo>
                  <a:lnTo>
                    <a:pt x="5868319" y="1518765"/>
                  </a:lnTo>
                  <a:lnTo>
                    <a:pt x="5869164" y="1518765"/>
                  </a:lnTo>
                  <a:lnTo>
                    <a:pt x="5870009" y="1518765"/>
                  </a:lnTo>
                  <a:lnTo>
                    <a:pt x="5870855" y="1518765"/>
                  </a:lnTo>
                  <a:lnTo>
                    <a:pt x="5871700" y="1469777"/>
                  </a:lnTo>
                  <a:lnTo>
                    <a:pt x="5872545" y="1483500"/>
                  </a:lnTo>
                  <a:lnTo>
                    <a:pt x="5873390" y="1466479"/>
                  </a:lnTo>
                  <a:lnTo>
                    <a:pt x="5874235" y="1486471"/>
                  </a:lnTo>
                  <a:lnTo>
                    <a:pt x="5875080" y="1474147"/>
                  </a:lnTo>
                  <a:lnTo>
                    <a:pt x="5875925" y="1470233"/>
                  </a:lnTo>
                  <a:lnTo>
                    <a:pt x="5876770" y="1482273"/>
                  </a:lnTo>
                  <a:lnTo>
                    <a:pt x="5877615" y="1444961"/>
                  </a:lnTo>
                  <a:lnTo>
                    <a:pt x="5878460" y="1379166"/>
                  </a:lnTo>
                  <a:lnTo>
                    <a:pt x="5879305" y="1367833"/>
                  </a:lnTo>
                  <a:lnTo>
                    <a:pt x="5880151" y="1386863"/>
                  </a:lnTo>
                  <a:lnTo>
                    <a:pt x="5880996" y="1426358"/>
                  </a:lnTo>
                  <a:lnTo>
                    <a:pt x="5881841" y="1396913"/>
                  </a:lnTo>
                  <a:lnTo>
                    <a:pt x="5882686" y="1387745"/>
                  </a:lnTo>
                  <a:lnTo>
                    <a:pt x="5883531" y="1389843"/>
                  </a:lnTo>
                  <a:lnTo>
                    <a:pt x="5884376" y="1391470"/>
                  </a:lnTo>
                  <a:lnTo>
                    <a:pt x="5885221" y="1400038"/>
                  </a:lnTo>
                  <a:lnTo>
                    <a:pt x="5886066" y="1394585"/>
                  </a:lnTo>
                  <a:lnTo>
                    <a:pt x="5886911" y="1415140"/>
                  </a:lnTo>
                  <a:lnTo>
                    <a:pt x="5887756" y="1428960"/>
                  </a:lnTo>
                  <a:lnTo>
                    <a:pt x="5888601" y="1431129"/>
                  </a:lnTo>
                  <a:lnTo>
                    <a:pt x="5889447" y="1435110"/>
                  </a:lnTo>
                  <a:lnTo>
                    <a:pt x="5890292" y="1424553"/>
                  </a:lnTo>
                  <a:lnTo>
                    <a:pt x="5891137" y="1425235"/>
                  </a:lnTo>
                  <a:lnTo>
                    <a:pt x="5891982" y="1430542"/>
                  </a:lnTo>
                  <a:lnTo>
                    <a:pt x="5892827" y="1426942"/>
                  </a:lnTo>
                  <a:lnTo>
                    <a:pt x="5893672" y="1409468"/>
                  </a:lnTo>
                  <a:lnTo>
                    <a:pt x="5894517" y="1355880"/>
                  </a:lnTo>
                  <a:lnTo>
                    <a:pt x="5895362" y="1350421"/>
                  </a:lnTo>
                  <a:lnTo>
                    <a:pt x="5896207" y="1379323"/>
                  </a:lnTo>
                  <a:lnTo>
                    <a:pt x="5897052" y="1387639"/>
                  </a:lnTo>
                  <a:lnTo>
                    <a:pt x="5897897" y="1386083"/>
                  </a:lnTo>
                  <a:lnTo>
                    <a:pt x="5898743" y="1390751"/>
                  </a:lnTo>
                  <a:lnTo>
                    <a:pt x="5899588" y="1394212"/>
                  </a:lnTo>
                  <a:lnTo>
                    <a:pt x="5900433" y="1401015"/>
                  </a:lnTo>
                  <a:lnTo>
                    <a:pt x="5901278" y="1413781"/>
                  </a:lnTo>
                  <a:lnTo>
                    <a:pt x="5902123" y="1415543"/>
                  </a:lnTo>
                  <a:lnTo>
                    <a:pt x="5902968" y="1433956"/>
                  </a:lnTo>
                  <a:lnTo>
                    <a:pt x="5903813" y="1446995"/>
                  </a:lnTo>
                  <a:lnTo>
                    <a:pt x="5904658" y="1470688"/>
                  </a:lnTo>
                  <a:lnTo>
                    <a:pt x="5905503" y="1485588"/>
                  </a:lnTo>
                  <a:lnTo>
                    <a:pt x="5906348" y="1471004"/>
                  </a:lnTo>
                  <a:lnTo>
                    <a:pt x="5907193" y="1483800"/>
                  </a:lnTo>
                  <a:lnTo>
                    <a:pt x="5908039" y="1518765"/>
                  </a:lnTo>
                  <a:lnTo>
                    <a:pt x="5908884" y="1487646"/>
                  </a:lnTo>
                  <a:lnTo>
                    <a:pt x="5909729" y="1494176"/>
                  </a:lnTo>
                  <a:lnTo>
                    <a:pt x="5910574" y="1475548"/>
                  </a:lnTo>
                  <a:lnTo>
                    <a:pt x="5911419" y="1485855"/>
                  </a:lnTo>
                  <a:lnTo>
                    <a:pt x="5912264" y="1469976"/>
                  </a:lnTo>
                  <a:lnTo>
                    <a:pt x="5913109" y="1470696"/>
                  </a:lnTo>
                  <a:lnTo>
                    <a:pt x="5913954" y="1451014"/>
                  </a:lnTo>
                  <a:lnTo>
                    <a:pt x="5914799" y="1422739"/>
                  </a:lnTo>
                  <a:lnTo>
                    <a:pt x="5915644" y="1399129"/>
                  </a:lnTo>
                  <a:lnTo>
                    <a:pt x="5916489" y="1337688"/>
                  </a:lnTo>
                  <a:lnTo>
                    <a:pt x="5917335" y="1342775"/>
                  </a:lnTo>
                  <a:lnTo>
                    <a:pt x="5918180" y="1376787"/>
                  </a:lnTo>
                  <a:lnTo>
                    <a:pt x="5919025" y="1396942"/>
                  </a:lnTo>
                  <a:lnTo>
                    <a:pt x="5919870" y="1411627"/>
                  </a:lnTo>
                  <a:lnTo>
                    <a:pt x="5920715" y="1411617"/>
                  </a:lnTo>
                  <a:lnTo>
                    <a:pt x="5921560" y="1401702"/>
                  </a:lnTo>
                  <a:lnTo>
                    <a:pt x="5922405" y="1385788"/>
                  </a:lnTo>
                  <a:lnTo>
                    <a:pt x="5923250" y="1372641"/>
                  </a:lnTo>
                  <a:lnTo>
                    <a:pt x="5924095" y="1405160"/>
                  </a:lnTo>
                  <a:lnTo>
                    <a:pt x="5924940" y="1406974"/>
                  </a:lnTo>
                  <a:lnTo>
                    <a:pt x="5925786" y="1518765"/>
                  </a:lnTo>
                  <a:lnTo>
                    <a:pt x="5926631" y="1518765"/>
                  </a:lnTo>
                  <a:lnTo>
                    <a:pt x="5927476" y="1470599"/>
                  </a:lnTo>
                  <a:lnTo>
                    <a:pt x="5928321" y="1458105"/>
                  </a:lnTo>
                  <a:lnTo>
                    <a:pt x="5929166" y="1451954"/>
                  </a:lnTo>
                  <a:lnTo>
                    <a:pt x="5930011" y="1469806"/>
                  </a:lnTo>
                  <a:lnTo>
                    <a:pt x="5930856" y="1473491"/>
                  </a:lnTo>
                  <a:lnTo>
                    <a:pt x="5931701" y="1477356"/>
                  </a:lnTo>
                  <a:lnTo>
                    <a:pt x="5932546" y="1482893"/>
                  </a:lnTo>
                  <a:lnTo>
                    <a:pt x="5933391" y="1518765"/>
                  </a:lnTo>
                  <a:lnTo>
                    <a:pt x="5934236" y="1518765"/>
                  </a:lnTo>
                  <a:lnTo>
                    <a:pt x="5935082" y="1498421"/>
                  </a:lnTo>
                  <a:lnTo>
                    <a:pt x="5935927" y="1496338"/>
                  </a:lnTo>
                  <a:lnTo>
                    <a:pt x="5936772" y="1499189"/>
                  </a:lnTo>
                  <a:lnTo>
                    <a:pt x="5937617" y="1508937"/>
                  </a:lnTo>
                  <a:lnTo>
                    <a:pt x="5938462" y="1508566"/>
                  </a:lnTo>
                  <a:lnTo>
                    <a:pt x="5939307" y="1485025"/>
                  </a:lnTo>
                  <a:lnTo>
                    <a:pt x="5940152" y="1494807"/>
                  </a:lnTo>
                  <a:lnTo>
                    <a:pt x="5940997" y="1496391"/>
                  </a:lnTo>
                  <a:lnTo>
                    <a:pt x="5941842" y="1498111"/>
                  </a:lnTo>
                  <a:lnTo>
                    <a:pt x="5942687" y="1493724"/>
                  </a:lnTo>
                  <a:lnTo>
                    <a:pt x="5943532" y="1518765"/>
                  </a:lnTo>
                  <a:lnTo>
                    <a:pt x="5944378" y="1488831"/>
                  </a:lnTo>
                  <a:lnTo>
                    <a:pt x="5945223" y="1485486"/>
                  </a:lnTo>
                  <a:lnTo>
                    <a:pt x="5946068" y="1480287"/>
                  </a:lnTo>
                  <a:lnTo>
                    <a:pt x="5946913" y="1466921"/>
                  </a:lnTo>
                  <a:lnTo>
                    <a:pt x="5947758" y="1518765"/>
                  </a:lnTo>
                  <a:lnTo>
                    <a:pt x="5948603" y="1422247"/>
                  </a:lnTo>
                  <a:lnTo>
                    <a:pt x="5949448" y="1518765"/>
                  </a:lnTo>
                  <a:lnTo>
                    <a:pt x="5950293" y="1518765"/>
                  </a:lnTo>
                  <a:lnTo>
                    <a:pt x="5951138" y="1380942"/>
                  </a:lnTo>
                  <a:lnTo>
                    <a:pt x="5951983" y="1405100"/>
                  </a:lnTo>
                  <a:lnTo>
                    <a:pt x="5952828" y="1370499"/>
                  </a:lnTo>
                  <a:lnTo>
                    <a:pt x="5953674" y="1342237"/>
                  </a:lnTo>
                  <a:lnTo>
                    <a:pt x="5954519" y="1341134"/>
                  </a:lnTo>
                  <a:lnTo>
                    <a:pt x="5955364" y="1367318"/>
                  </a:lnTo>
                  <a:lnTo>
                    <a:pt x="5956209" y="1381818"/>
                  </a:lnTo>
                  <a:lnTo>
                    <a:pt x="5957054" y="1388103"/>
                  </a:lnTo>
                  <a:lnTo>
                    <a:pt x="5957899" y="1403357"/>
                  </a:lnTo>
                  <a:lnTo>
                    <a:pt x="5958744" y="1422120"/>
                  </a:lnTo>
                  <a:lnTo>
                    <a:pt x="5959589" y="1381325"/>
                  </a:lnTo>
                  <a:lnTo>
                    <a:pt x="5960434" y="1336985"/>
                  </a:lnTo>
                  <a:lnTo>
                    <a:pt x="5961279" y="1318565"/>
                  </a:lnTo>
                  <a:lnTo>
                    <a:pt x="5962124" y="1334178"/>
                  </a:lnTo>
                  <a:lnTo>
                    <a:pt x="5962970" y="1367171"/>
                  </a:lnTo>
                  <a:lnTo>
                    <a:pt x="5963815" y="1362203"/>
                  </a:lnTo>
                  <a:lnTo>
                    <a:pt x="5964660" y="1397698"/>
                  </a:lnTo>
                  <a:lnTo>
                    <a:pt x="5965505" y="1438591"/>
                  </a:lnTo>
                  <a:lnTo>
                    <a:pt x="5966350" y="1441730"/>
                  </a:lnTo>
                  <a:lnTo>
                    <a:pt x="5967195" y="1457878"/>
                  </a:lnTo>
                  <a:lnTo>
                    <a:pt x="5968040" y="1447861"/>
                  </a:lnTo>
                  <a:lnTo>
                    <a:pt x="5968885" y="1435456"/>
                  </a:lnTo>
                  <a:lnTo>
                    <a:pt x="5969730" y="1428473"/>
                  </a:lnTo>
                  <a:lnTo>
                    <a:pt x="5970575" y="1445507"/>
                  </a:lnTo>
                  <a:lnTo>
                    <a:pt x="5971420" y="1481788"/>
                  </a:lnTo>
                  <a:lnTo>
                    <a:pt x="5972266" y="1479780"/>
                  </a:lnTo>
                  <a:lnTo>
                    <a:pt x="5973111" y="1518765"/>
                  </a:lnTo>
                  <a:lnTo>
                    <a:pt x="5973956" y="1459472"/>
                  </a:lnTo>
                  <a:lnTo>
                    <a:pt x="5974801" y="1439042"/>
                  </a:lnTo>
                  <a:lnTo>
                    <a:pt x="5975646" y="1444266"/>
                  </a:lnTo>
                  <a:lnTo>
                    <a:pt x="5976491" y="1438940"/>
                  </a:lnTo>
                  <a:lnTo>
                    <a:pt x="5977336" y="1442161"/>
                  </a:lnTo>
                  <a:lnTo>
                    <a:pt x="5978181" y="1401747"/>
                  </a:lnTo>
                  <a:lnTo>
                    <a:pt x="5979026" y="1419251"/>
                  </a:lnTo>
                  <a:lnTo>
                    <a:pt x="5979871" y="1434788"/>
                  </a:lnTo>
                  <a:lnTo>
                    <a:pt x="5980716" y="1425313"/>
                  </a:lnTo>
                  <a:lnTo>
                    <a:pt x="5981562" y="1386157"/>
                  </a:lnTo>
                  <a:lnTo>
                    <a:pt x="5982407" y="1344928"/>
                  </a:lnTo>
                  <a:lnTo>
                    <a:pt x="5983252" y="1334444"/>
                  </a:lnTo>
                  <a:lnTo>
                    <a:pt x="5984097" y="1376531"/>
                  </a:lnTo>
                  <a:lnTo>
                    <a:pt x="5984942" y="1409132"/>
                  </a:lnTo>
                  <a:lnTo>
                    <a:pt x="5985787" y="1413897"/>
                  </a:lnTo>
                  <a:lnTo>
                    <a:pt x="5986632" y="1386075"/>
                  </a:lnTo>
                  <a:lnTo>
                    <a:pt x="5987477" y="1386549"/>
                  </a:lnTo>
                  <a:lnTo>
                    <a:pt x="5988322" y="1336093"/>
                  </a:lnTo>
                  <a:lnTo>
                    <a:pt x="5989167" y="1351496"/>
                  </a:lnTo>
                  <a:lnTo>
                    <a:pt x="5990013" y="1363478"/>
                  </a:lnTo>
                  <a:lnTo>
                    <a:pt x="5990858" y="1345416"/>
                  </a:lnTo>
                  <a:lnTo>
                    <a:pt x="5991703" y="1354601"/>
                  </a:lnTo>
                  <a:lnTo>
                    <a:pt x="5992548" y="1322148"/>
                  </a:lnTo>
                  <a:lnTo>
                    <a:pt x="5993393" y="1367567"/>
                  </a:lnTo>
                  <a:lnTo>
                    <a:pt x="5994238" y="1369485"/>
                  </a:lnTo>
                  <a:lnTo>
                    <a:pt x="5995083" y="1518765"/>
                  </a:lnTo>
                  <a:lnTo>
                    <a:pt x="5995928" y="1518765"/>
                  </a:lnTo>
                  <a:lnTo>
                    <a:pt x="5996773" y="1329302"/>
                  </a:lnTo>
                  <a:lnTo>
                    <a:pt x="5997618" y="1356085"/>
                  </a:lnTo>
                  <a:lnTo>
                    <a:pt x="5998463" y="1390611"/>
                  </a:lnTo>
                  <a:lnTo>
                    <a:pt x="5999309" y="1384167"/>
                  </a:lnTo>
                  <a:lnTo>
                    <a:pt x="6000154" y="1409790"/>
                  </a:lnTo>
                  <a:lnTo>
                    <a:pt x="6000999" y="1518765"/>
                  </a:lnTo>
                  <a:lnTo>
                    <a:pt x="6001844" y="1432019"/>
                  </a:lnTo>
                  <a:lnTo>
                    <a:pt x="6002689" y="1437639"/>
                  </a:lnTo>
                  <a:lnTo>
                    <a:pt x="6003534" y="1440101"/>
                  </a:lnTo>
                  <a:lnTo>
                    <a:pt x="6004379" y="1449735"/>
                  </a:lnTo>
                  <a:lnTo>
                    <a:pt x="6005224" y="1441497"/>
                  </a:lnTo>
                  <a:lnTo>
                    <a:pt x="6006069" y="1449587"/>
                  </a:lnTo>
                  <a:lnTo>
                    <a:pt x="6006914" y="1446378"/>
                  </a:lnTo>
                  <a:lnTo>
                    <a:pt x="6007759" y="1428819"/>
                  </a:lnTo>
                  <a:lnTo>
                    <a:pt x="6008605" y="1518765"/>
                  </a:lnTo>
                  <a:lnTo>
                    <a:pt x="6009450" y="1518765"/>
                  </a:lnTo>
                  <a:lnTo>
                    <a:pt x="6010295" y="1461870"/>
                  </a:lnTo>
                  <a:lnTo>
                    <a:pt x="6011140" y="1460601"/>
                  </a:lnTo>
                  <a:lnTo>
                    <a:pt x="6011985" y="1518765"/>
                  </a:lnTo>
                  <a:lnTo>
                    <a:pt x="6012830" y="1457688"/>
                  </a:lnTo>
                  <a:lnTo>
                    <a:pt x="6013675" y="1443552"/>
                  </a:lnTo>
                  <a:lnTo>
                    <a:pt x="6014520" y="1440905"/>
                  </a:lnTo>
                  <a:lnTo>
                    <a:pt x="6015365" y="1436488"/>
                  </a:lnTo>
                  <a:lnTo>
                    <a:pt x="6016210" y="1442460"/>
                  </a:lnTo>
                  <a:lnTo>
                    <a:pt x="6017055" y="1452897"/>
                  </a:lnTo>
                  <a:lnTo>
                    <a:pt x="6017901" y="1452874"/>
                  </a:lnTo>
                  <a:lnTo>
                    <a:pt x="6018746" y="1439378"/>
                  </a:lnTo>
                  <a:lnTo>
                    <a:pt x="6019591" y="1452054"/>
                  </a:lnTo>
                  <a:lnTo>
                    <a:pt x="6020436" y="1439263"/>
                  </a:lnTo>
                  <a:lnTo>
                    <a:pt x="6021281" y="1436820"/>
                  </a:lnTo>
                  <a:lnTo>
                    <a:pt x="6022126" y="1412245"/>
                  </a:lnTo>
                  <a:lnTo>
                    <a:pt x="6022971" y="1394689"/>
                  </a:lnTo>
                  <a:lnTo>
                    <a:pt x="6023816" y="1331377"/>
                  </a:lnTo>
                  <a:lnTo>
                    <a:pt x="6024661" y="1302578"/>
                  </a:lnTo>
                  <a:lnTo>
                    <a:pt x="6025506" y="1311249"/>
                  </a:lnTo>
                  <a:lnTo>
                    <a:pt x="6026351" y="1324692"/>
                  </a:lnTo>
                  <a:lnTo>
                    <a:pt x="6027197" y="1322679"/>
                  </a:lnTo>
                  <a:lnTo>
                    <a:pt x="6028042" y="1348610"/>
                  </a:lnTo>
                  <a:lnTo>
                    <a:pt x="6028887" y="1324697"/>
                  </a:lnTo>
                  <a:lnTo>
                    <a:pt x="6029732" y="1310851"/>
                  </a:lnTo>
                  <a:lnTo>
                    <a:pt x="6030577" y="1274121"/>
                  </a:lnTo>
                  <a:lnTo>
                    <a:pt x="6031422" y="1321699"/>
                  </a:lnTo>
                  <a:lnTo>
                    <a:pt x="6032267" y="1339177"/>
                  </a:lnTo>
                  <a:lnTo>
                    <a:pt x="6033112" y="1408963"/>
                  </a:lnTo>
                  <a:lnTo>
                    <a:pt x="6033957" y="1452009"/>
                  </a:lnTo>
                  <a:lnTo>
                    <a:pt x="6034802" y="1440892"/>
                  </a:lnTo>
                  <a:lnTo>
                    <a:pt x="6035647" y="1449018"/>
                  </a:lnTo>
                  <a:lnTo>
                    <a:pt x="6036493" y="1442400"/>
                  </a:lnTo>
                  <a:lnTo>
                    <a:pt x="6037338" y="1425028"/>
                  </a:lnTo>
                  <a:lnTo>
                    <a:pt x="6038183" y="1438668"/>
                  </a:lnTo>
                  <a:lnTo>
                    <a:pt x="6039028" y="1518765"/>
                  </a:lnTo>
                  <a:lnTo>
                    <a:pt x="6039873" y="1518765"/>
                  </a:lnTo>
                  <a:lnTo>
                    <a:pt x="6040718" y="1518765"/>
                  </a:lnTo>
                  <a:lnTo>
                    <a:pt x="6041563" y="1518765"/>
                  </a:lnTo>
                  <a:lnTo>
                    <a:pt x="6042408" y="1446884"/>
                  </a:lnTo>
                  <a:lnTo>
                    <a:pt x="6043253" y="1452422"/>
                  </a:lnTo>
                  <a:lnTo>
                    <a:pt x="6044098" y="1412422"/>
                  </a:lnTo>
                  <a:lnTo>
                    <a:pt x="6044943" y="1431837"/>
                  </a:lnTo>
                  <a:lnTo>
                    <a:pt x="6045789" y="1424844"/>
                  </a:lnTo>
                  <a:lnTo>
                    <a:pt x="6046634" y="1440658"/>
                  </a:lnTo>
                  <a:lnTo>
                    <a:pt x="6047479" y="1518765"/>
                  </a:lnTo>
                  <a:lnTo>
                    <a:pt x="6048324" y="1413606"/>
                  </a:lnTo>
                  <a:lnTo>
                    <a:pt x="6049169" y="1429188"/>
                  </a:lnTo>
                  <a:lnTo>
                    <a:pt x="6050014" y="1427115"/>
                  </a:lnTo>
                  <a:lnTo>
                    <a:pt x="6050859" y="1430551"/>
                  </a:lnTo>
                  <a:lnTo>
                    <a:pt x="6051704" y="1445229"/>
                  </a:lnTo>
                  <a:lnTo>
                    <a:pt x="6052549" y="1445929"/>
                  </a:lnTo>
                  <a:lnTo>
                    <a:pt x="6053394" y="1446695"/>
                  </a:lnTo>
                  <a:lnTo>
                    <a:pt x="6054240" y="1447320"/>
                  </a:lnTo>
                  <a:lnTo>
                    <a:pt x="6055085" y="1439436"/>
                  </a:lnTo>
                  <a:lnTo>
                    <a:pt x="6055930" y="1436738"/>
                  </a:lnTo>
                  <a:lnTo>
                    <a:pt x="6056775" y="1430486"/>
                  </a:lnTo>
                  <a:lnTo>
                    <a:pt x="6057620" y="1428812"/>
                  </a:lnTo>
                  <a:lnTo>
                    <a:pt x="6058465" y="1430154"/>
                  </a:lnTo>
                  <a:lnTo>
                    <a:pt x="6059310" y="1439663"/>
                  </a:lnTo>
                  <a:lnTo>
                    <a:pt x="6060155" y="1451222"/>
                  </a:lnTo>
                  <a:lnTo>
                    <a:pt x="6061000" y="1439140"/>
                  </a:lnTo>
                  <a:lnTo>
                    <a:pt x="6061845" y="1451491"/>
                  </a:lnTo>
                  <a:lnTo>
                    <a:pt x="6062690" y="1462278"/>
                  </a:lnTo>
                  <a:lnTo>
                    <a:pt x="6063536" y="1472984"/>
                  </a:lnTo>
                  <a:lnTo>
                    <a:pt x="6064381" y="1478393"/>
                  </a:lnTo>
                  <a:lnTo>
                    <a:pt x="6065226" y="1492686"/>
                  </a:lnTo>
                  <a:lnTo>
                    <a:pt x="6066071" y="1501432"/>
                  </a:lnTo>
                  <a:lnTo>
                    <a:pt x="6066916" y="1518765"/>
                  </a:lnTo>
                  <a:lnTo>
                    <a:pt x="6067761" y="1518765"/>
                  </a:lnTo>
                  <a:lnTo>
                    <a:pt x="6068606" y="1518765"/>
                  </a:lnTo>
                  <a:lnTo>
                    <a:pt x="6069451" y="1479900"/>
                  </a:lnTo>
                  <a:lnTo>
                    <a:pt x="6070296" y="1518765"/>
                  </a:lnTo>
                  <a:lnTo>
                    <a:pt x="6071141" y="1518765"/>
                  </a:lnTo>
                  <a:lnTo>
                    <a:pt x="6071986" y="1518765"/>
                  </a:lnTo>
                  <a:lnTo>
                    <a:pt x="6072832" y="1466995"/>
                  </a:lnTo>
                  <a:lnTo>
                    <a:pt x="6073677" y="1518765"/>
                  </a:lnTo>
                  <a:lnTo>
                    <a:pt x="6074522" y="1478314"/>
                  </a:lnTo>
                  <a:lnTo>
                    <a:pt x="6075367" y="1484686"/>
                  </a:lnTo>
                  <a:lnTo>
                    <a:pt x="6076212" y="1485441"/>
                  </a:lnTo>
                  <a:lnTo>
                    <a:pt x="6077057" y="1518765"/>
                  </a:lnTo>
                  <a:lnTo>
                    <a:pt x="6077902" y="1518765"/>
                  </a:lnTo>
                  <a:lnTo>
                    <a:pt x="6078747" y="1518765"/>
                  </a:lnTo>
                  <a:lnTo>
                    <a:pt x="6079592" y="1518765"/>
                  </a:lnTo>
                  <a:lnTo>
                    <a:pt x="6080437" y="1518765"/>
                  </a:lnTo>
                  <a:lnTo>
                    <a:pt x="6081282" y="1518765"/>
                  </a:lnTo>
                  <a:lnTo>
                    <a:pt x="6082128" y="1469451"/>
                  </a:lnTo>
                  <a:lnTo>
                    <a:pt x="6082973" y="1450015"/>
                  </a:lnTo>
                  <a:lnTo>
                    <a:pt x="6083818" y="1445657"/>
                  </a:lnTo>
                  <a:lnTo>
                    <a:pt x="6084663" y="1434737"/>
                  </a:lnTo>
                  <a:lnTo>
                    <a:pt x="6085508" y="1518765"/>
                  </a:lnTo>
                  <a:lnTo>
                    <a:pt x="6086353" y="1420585"/>
                  </a:lnTo>
                  <a:lnTo>
                    <a:pt x="6087198" y="1400786"/>
                  </a:lnTo>
                  <a:lnTo>
                    <a:pt x="6088043" y="1365661"/>
                  </a:lnTo>
                  <a:lnTo>
                    <a:pt x="6088888" y="1518765"/>
                  </a:lnTo>
                  <a:lnTo>
                    <a:pt x="6089733" y="1387051"/>
                  </a:lnTo>
                  <a:lnTo>
                    <a:pt x="6090578" y="1392482"/>
                  </a:lnTo>
                  <a:lnTo>
                    <a:pt x="6091424" y="1375847"/>
                  </a:lnTo>
                  <a:lnTo>
                    <a:pt x="6092269" y="1341919"/>
                  </a:lnTo>
                  <a:lnTo>
                    <a:pt x="6093114" y="1323710"/>
                  </a:lnTo>
                  <a:lnTo>
                    <a:pt x="6093959" y="1343296"/>
                  </a:lnTo>
                  <a:lnTo>
                    <a:pt x="6094804" y="1385018"/>
                  </a:lnTo>
                  <a:lnTo>
                    <a:pt x="6095649" y="1368178"/>
                  </a:lnTo>
                  <a:lnTo>
                    <a:pt x="6096494" y="1397208"/>
                  </a:lnTo>
                  <a:lnTo>
                    <a:pt x="6097339" y="1417223"/>
                  </a:lnTo>
                  <a:lnTo>
                    <a:pt x="6098184" y="1428176"/>
                  </a:lnTo>
                  <a:lnTo>
                    <a:pt x="6099029" y="1425837"/>
                  </a:lnTo>
                  <a:lnTo>
                    <a:pt x="6099874" y="1397929"/>
                  </a:lnTo>
                  <a:lnTo>
                    <a:pt x="6100720" y="1379931"/>
                  </a:lnTo>
                  <a:lnTo>
                    <a:pt x="6101565" y="1380070"/>
                  </a:lnTo>
                  <a:lnTo>
                    <a:pt x="6102410" y="1373491"/>
                  </a:lnTo>
                  <a:lnTo>
                    <a:pt x="6103255" y="1353904"/>
                  </a:lnTo>
                  <a:lnTo>
                    <a:pt x="6104100" y="1325263"/>
                  </a:lnTo>
                  <a:lnTo>
                    <a:pt x="6104945" y="1315599"/>
                  </a:lnTo>
                  <a:lnTo>
                    <a:pt x="6105790" y="1339878"/>
                  </a:lnTo>
                  <a:lnTo>
                    <a:pt x="6106635" y="1348101"/>
                  </a:lnTo>
                  <a:lnTo>
                    <a:pt x="6107480" y="1369317"/>
                  </a:lnTo>
                  <a:lnTo>
                    <a:pt x="6108325" y="1352718"/>
                  </a:lnTo>
                  <a:lnTo>
                    <a:pt x="6109170" y="1518765"/>
                  </a:lnTo>
                  <a:lnTo>
                    <a:pt x="6110016" y="1369634"/>
                  </a:lnTo>
                  <a:lnTo>
                    <a:pt x="6110861" y="1367940"/>
                  </a:lnTo>
                  <a:lnTo>
                    <a:pt x="6111706" y="1381862"/>
                  </a:lnTo>
                  <a:lnTo>
                    <a:pt x="6112551" y="1346485"/>
                  </a:lnTo>
                  <a:lnTo>
                    <a:pt x="6113396" y="1323290"/>
                  </a:lnTo>
                  <a:lnTo>
                    <a:pt x="6114241" y="1331185"/>
                  </a:lnTo>
                  <a:lnTo>
                    <a:pt x="6115086" y="1324938"/>
                  </a:lnTo>
                  <a:lnTo>
                    <a:pt x="6115931" y="1386436"/>
                  </a:lnTo>
                  <a:lnTo>
                    <a:pt x="6116776" y="1385739"/>
                  </a:lnTo>
                  <a:lnTo>
                    <a:pt x="6117621" y="1401273"/>
                  </a:lnTo>
                  <a:lnTo>
                    <a:pt x="6118467" y="1384385"/>
                  </a:lnTo>
                  <a:lnTo>
                    <a:pt x="6119312" y="1394865"/>
                  </a:lnTo>
                  <a:lnTo>
                    <a:pt x="6120157" y="1403555"/>
                  </a:lnTo>
                  <a:lnTo>
                    <a:pt x="6121002" y="1403677"/>
                  </a:lnTo>
                  <a:lnTo>
                    <a:pt x="6121847" y="1419182"/>
                  </a:lnTo>
                  <a:lnTo>
                    <a:pt x="6122692" y="1431155"/>
                  </a:lnTo>
                  <a:lnTo>
                    <a:pt x="6123537" y="1428216"/>
                  </a:lnTo>
                  <a:lnTo>
                    <a:pt x="6124382" y="1409479"/>
                  </a:lnTo>
                  <a:lnTo>
                    <a:pt x="6125227" y="1396906"/>
                  </a:lnTo>
                  <a:lnTo>
                    <a:pt x="6126072" y="1400365"/>
                  </a:lnTo>
                  <a:lnTo>
                    <a:pt x="6126917" y="1407021"/>
                  </a:lnTo>
                  <a:lnTo>
                    <a:pt x="6127763" y="1406497"/>
                  </a:lnTo>
                  <a:lnTo>
                    <a:pt x="6128608" y="1380338"/>
                  </a:lnTo>
                  <a:lnTo>
                    <a:pt x="6129453" y="1382668"/>
                  </a:lnTo>
                  <a:lnTo>
                    <a:pt x="6130298" y="1323837"/>
                  </a:lnTo>
                  <a:lnTo>
                    <a:pt x="6131143" y="1346344"/>
                  </a:lnTo>
                  <a:lnTo>
                    <a:pt x="6131988" y="1365266"/>
                  </a:lnTo>
                  <a:lnTo>
                    <a:pt x="6132833" y="1362429"/>
                  </a:lnTo>
                  <a:lnTo>
                    <a:pt x="6133678" y="1373706"/>
                  </a:lnTo>
                  <a:lnTo>
                    <a:pt x="6134523" y="1371286"/>
                  </a:lnTo>
                  <a:lnTo>
                    <a:pt x="6135368" y="1327344"/>
                  </a:lnTo>
                  <a:lnTo>
                    <a:pt x="6136213" y="1273190"/>
                  </a:lnTo>
                  <a:lnTo>
                    <a:pt x="6137059" y="1265330"/>
                  </a:lnTo>
                  <a:lnTo>
                    <a:pt x="6137904" y="1228490"/>
                  </a:lnTo>
                  <a:lnTo>
                    <a:pt x="6138749" y="1210209"/>
                  </a:lnTo>
                  <a:lnTo>
                    <a:pt x="6139594" y="1258448"/>
                  </a:lnTo>
                  <a:lnTo>
                    <a:pt x="6140439" y="1226442"/>
                  </a:lnTo>
                  <a:lnTo>
                    <a:pt x="6141284" y="1237811"/>
                  </a:lnTo>
                  <a:lnTo>
                    <a:pt x="6142129" y="1279817"/>
                  </a:lnTo>
                  <a:lnTo>
                    <a:pt x="6142974" y="1316500"/>
                  </a:lnTo>
                  <a:lnTo>
                    <a:pt x="6143819" y="1358184"/>
                  </a:lnTo>
                  <a:lnTo>
                    <a:pt x="6144664" y="1361881"/>
                  </a:lnTo>
                  <a:lnTo>
                    <a:pt x="6145509" y="1379959"/>
                  </a:lnTo>
                  <a:lnTo>
                    <a:pt x="6146355" y="1413118"/>
                  </a:lnTo>
                  <a:lnTo>
                    <a:pt x="6147200" y="1354641"/>
                  </a:lnTo>
                  <a:lnTo>
                    <a:pt x="6148045" y="1343383"/>
                  </a:lnTo>
                  <a:lnTo>
                    <a:pt x="6148890" y="1299426"/>
                  </a:lnTo>
                  <a:lnTo>
                    <a:pt x="6149735" y="1358916"/>
                  </a:lnTo>
                  <a:lnTo>
                    <a:pt x="6150580" y="1518765"/>
                  </a:lnTo>
                  <a:lnTo>
                    <a:pt x="6151425" y="1518765"/>
                  </a:lnTo>
                  <a:lnTo>
                    <a:pt x="6152270" y="1518765"/>
                  </a:lnTo>
                  <a:lnTo>
                    <a:pt x="6153115" y="1371123"/>
                  </a:lnTo>
                  <a:lnTo>
                    <a:pt x="6153960" y="1373092"/>
                  </a:lnTo>
                  <a:lnTo>
                    <a:pt x="6154805" y="1371222"/>
                  </a:lnTo>
                  <a:lnTo>
                    <a:pt x="6155651" y="1395781"/>
                  </a:lnTo>
                  <a:lnTo>
                    <a:pt x="6156496" y="1400780"/>
                  </a:lnTo>
                  <a:lnTo>
                    <a:pt x="6157341" y="1406340"/>
                  </a:lnTo>
                  <a:lnTo>
                    <a:pt x="6158186" y="1441685"/>
                  </a:lnTo>
                  <a:lnTo>
                    <a:pt x="6159031" y="1387607"/>
                  </a:lnTo>
                  <a:lnTo>
                    <a:pt x="6159876" y="1357244"/>
                  </a:lnTo>
                  <a:lnTo>
                    <a:pt x="6160721" y="1425494"/>
                  </a:lnTo>
                  <a:lnTo>
                    <a:pt x="6161566" y="1438954"/>
                  </a:lnTo>
                  <a:lnTo>
                    <a:pt x="6162411" y="1446500"/>
                  </a:lnTo>
                  <a:lnTo>
                    <a:pt x="6163256" y="1441270"/>
                  </a:lnTo>
                  <a:lnTo>
                    <a:pt x="6164101" y="1452107"/>
                  </a:lnTo>
                  <a:lnTo>
                    <a:pt x="6164947" y="1444509"/>
                  </a:lnTo>
                  <a:lnTo>
                    <a:pt x="6165792" y="1437595"/>
                  </a:lnTo>
                  <a:lnTo>
                    <a:pt x="6166637" y="1414652"/>
                  </a:lnTo>
                  <a:lnTo>
                    <a:pt x="6167482" y="1404018"/>
                  </a:lnTo>
                  <a:lnTo>
                    <a:pt x="6168327" y="1394633"/>
                  </a:lnTo>
                  <a:lnTo>
                    <a:pt x="6169172" y="1391413"/>
                  </a:lnTo>
                  <a:lnTo>
                    <a:pt x="6170017" y="1362859"/>
                  </a:lnTo>
                  <a:lnTo>
                    <a:pt x="6170862" y="1369755"/>
                  </a:lnTo>
                  <a:lnTo>
                    <a:pt x="6171707" y="1353671"/>
                  </a:lnTo>
                  <a:lnTo>
                    <a:pt x="6172552" y="1361792"/>
                  </a:lnTo>
                  <a:lnTo>
                    <a:pt x="6173397" y="1344059"/>
                  </a:lnTo>
                  <a:lnTo>
                    <a:pt x="6174243" y="1372726"/>
                  </a:lnTo>
                  <a:lnTo>
                    <a:pt x="6175088" y="1387868"/>
                  </a:lnTo>
                  <a:lnTo>
                    <a:pt x="6175933" y="1399516"/>
                  </a:lnTo>
                  <a:lnTo>
                    <a:pt x="6176778" y="1400658"/>
                  </a:lnTo>
                  <a:lnTo>
                    <a:pt x="6177623" y="1518765"/>
                  </a:lnTo>
                  <a:lnTo>
                    <a:pt x="6178468" y="1518765"/>
                  </a:lnTo>
                  <a:lnTo>
                    <a:pt x="6179313" y="1518765"/>
                  </a:lnTo>
                  <a:lnTo>
                    <a:pt x="6180158" y="1518765"/>
                  </a:lnTo>
                  <a:lnTo>
                    <a:pt x="6181003" y="1438880"/>
                  </a:lnTo>
                  <a:lnTo>
                    <a:pt x="6181848" y="1410826"/>
                  </a:lnTo>
                  <a:lnTo>
                    <a:pt x="6182694" y="1399076"/>
                  </a:lnTo>
                  <a:lnTo>
                    <a:pt x="6183539" y="1383163"/>
                  </a:lnTo>
                  <a:lnTo>
                    <a:pt x="6184384" y="1389613"/>
                  </a:lnTo>
                  <a:lnTo>
                    <a:pt x="6185229" y="1428039"/>
                  </a:lnTo>
                  <a:lnTo>
                    <a:pt x="6186074" y="1423531"/>
                  </a:lnTo>
                  <a:lnTo>
                    <a:pt x="6186919" y="1416049"/>
                  </a:lnTo>
                  <a:lnTo>
                    <a:pt x="6187764" y="1362413"/>
                  </a:lnTo>
                  <a:lnTo>
                    <a:pt x="6188609" y="1360009"/>
                  </a:lnTo>
                  <a:lnTo>
                    <a:pt x="6189454" y="1396812"/>
                  </a:lnTo>
                  <a:lnTo>
                    <a:pt x="6190299" y="1395580"/>
                  </a:lnTo>
                  <a:lnTo>
                    <a:pt x="6191144" y="1422652"/>
                  </a:lnTo>
                  <a:lnTo>
                    <a:pt x="6191990" y="1454395"/>
                  </a:lnTo>
                  <a:lnTo>
                    <a:pt x="6192835" y="1453669"/>
                  </a:lnTo>
                  <a:lnTo>
                    <a:pt x="6193680" y="1480764"/>
                  </a:lnTo>
                  <a:lnTo>
                    <a:pt x="6194525" y="1479606"/>
                  </a:lnTo>
                  <a:lnTo>
                    <a:pt x="6195370" y="1444383"/>
                  </a:lnTo>
                  <a:lnTo>
                    <a:pt x="6196215" y="1436971"/>
                  </a:lnTo>
                  <a:lnTo>
                    <a:pt x="6197060" y="1436993"/>
                  </a:lnTo>
                  <a:lnTo>
                    <a:pt x="6197905" y="1447714"/>
                  </a:lnTo>
                  <a:lnTo>
                    <a:pt x="6198750" y="1436908"/>
                  </a:lnTo>
                  <a:lnTo>
                    <a:pt x="6199595" y="1518765"/>
                  </a:lnTo>
                  <a:lnTo>
                    <a:pt x="6200440" y="1468769"/>
                  </a:lnTo>
                  <a:lnTo>
                    <a:pt x="6201286" y="1476196"/>
                  </a:lnTo>
                  <a:lnTo>
                    <a:pt x="6202131" y="1470227"/>
                  </a:lnTo>
                  <a:lnTo>
                    <a:pt x="6202976" y="1444327"/>
                  </a:lnTo>
                  <a:lnTo>
                    <a:pt x="6203821" y="1447828"/>
                  </a:lnTo>
                  <a:lnTo>
                    <a:pt x="6204666" y="1433223"/>
                  </a:lnTo>
                  <a:lnTo>
                    <a:pt x="6205511" y="1453964"/>
                  </a:lnTo>
                  <a:lnTo>
                    <a:pt x="6206356" y="1518765"/>
                  </a:lnTo>
                  <a:lnTo>
                    <a:pt x="6207201" y="1518765"/>
                  </a:lnTo>
                  <a:lnTo>
                    <a:pt x="6208046" y="1490490"/>
                  </a:lnTo>
                  <a:lnTo>
                    <a:pt x="6208891" y="1489305"/>
                  </a:lnTo>
                  <a:lnTo>
                    <a:pt x="6209736" y="1494557"/>
                  </a:lnTo>
                  <a:lnTo>
                    <a:pt x="6210582" y="1479287"/>
                  </a:lnTo>
                  <a:lnTo>
                    <a:pt x="6211427" y="1518765"/>
                  </a:lnTo>
                  <a:lnTo>
                    <a:pt x="6212272" y="1489319"/>
                  </a:lnTo>
                  <a:lnTo>
                    <a:pt x="6213117" y="1481694"/>
                  </a:lnTo>
                  <a:lnTo>
                    <a:pt x="6213962" y="1502917"/>
                  </a:lnTo>
                  <a:lnTo>
                    <a:pt x="6214807" y="1518765"/>
                  </a:lnTo>
                  <a:lnTo>
                    <a:pt x="6215652" y="1518765"/>
                  </a:lnTo>
                  <a:lnTo>
                    <a:pt x="6216497" y="1518765"/>
                  </a:lnTo>
                  <a:lnTo>
                    <a:pt x="6217342" y="1518765"/>
                  </a:lnTo>
                  <a:lnTo>
                    <a:pt x="6218187" y="1518765"/>
                  </a:lnTo>
                  <a:lnTo>
                    <a:pt x="6219032" y="1457006"/>
                  </a:lnTo>
                  <a:lnTo>
                    <a:pt x="6219878" y="1518765"/>
                  </a:lnTo>
                  <a:lnTo>
                    <a:pt x="6220723" y="1518765"/>
                  </a:lnTo>
                  <a:lnTo>
                    <a:pt x="6221568" y="1491436"/>
                  </a:lnTo>
                  <a:lnTo>
                    <a:pt x="6222413" y="1468146"/>
                  </a:lnTo>
                  <a:lnTo>
                    <a:pt x="6223258" y="1459583"/>
                  </a:lnTo>
                  <a:lnTo>
                    <a:pt x="6224103" y="1450089"/>
                  </a:lnTo>
                  <a:lnTo>
                    <a:pt x="6224948" y="1437155"/>
                  </a:lnTo>
                  <a:lnTo>
                    <a:pt x="6225793" y="1436820"/>
                  </a:lnTo>
                  <a:lnTo>
                    <a:pt x="6226638" y="1412376"/>
                  </a:lnTo>
                  <a:lnTo>
                    <a:pt x="6227483" y="1385790"/>
                  </a:lnTo>
                  <a:lnTo>
                    <a:pt x="6228328" y="1401856"/>
                  </a:lnTo>
                  <a:lnTo>
                    <a:pt x="6229174" y="1416688"/>
                  </a:lnTo>
                  <a:lnTo>
                    <a:pt x="6230019" y="1456103"/>
                  </a:lnTo>
                  <a:lnTo>
                    <a:pt x="6230864" y="1451200"/>
                  </a:lnTo>
                  <a:lnTo>
                    <a:pt x="6231709" y="1440205"/>
                  </a:lnTo>
                  <a:lnTo>
                    <a:pt x="6232554" y="1446963"/>
                  </a:lnTo>
                  <a:lnTo>
                    <a:pt x="6233399" y="1447438"/>
                  </a:lnTo>
                  <a:lnTo>
                    <a:pt x="6234244" y="1518765"/>
                  </a:lnTo>
                  <a:lnTo>
                    <a:pt x="6235089" y="1518765"/>
                  </a:lnTo>
                  <a:lnTo>
                    <a:pt x="6235934" y="1453516"/>
                  </a:lnTo>
                  <a:lnTo>
                    <a:pt x="6236779" y="1518765"/>
                  </a:lnTo>
                  <a:lnTo>
                    <a:pt x="6237624" y="1518765"/>
                  </a:lnTo>
                  <a:lnTo>
                    <a:pt x="6238470" y="1518765"/>
                  </a:lnTo>
                  <a:lnTo>
                    <a:pt x="6239315" y="1518765"/>
                  </a:lnTo>
                  <a:lnTo>
                    <a:pt x="6240160" y="1518765"/>
                  </a:lnTo>
                  <a:lnTo>
                    <a:pt x="6241005" y="1518765"/>
                  </a:lnTo>
                  <a:lnTo>
                    <a:pt x="6241850" y="1518765"/>
                  </a:lnTo>
                  <a:lnTo>
                    <a:pt x="6242695" y="1518765"/>
                  </a:lnTo>
                  <a:lnTo>
                    <a:pt x="6243540" y="1518765"/>
                  </a:lnTo>
                  <a:lnTo>
                    <a:pt x="6244385" y="1518765"/>
                  </a:lnTo>
                  <a:lnTo>
                    <a:pt x="6245230" y="1518765"/>
                  </a:lnTo>
                  <a:lnTo>
                    <a:pt x="6246075" y="1450560"/>
                  </a:lnTo>
                  <a:lnTo>
                    <a:pt x="6246921" y="1446064"/>
                  </a:lnTo>
                  <a:lnTo>
                    <a:pt x="6247766" y="1454164"/>
                  </a:lnTo>
                  <a:lnTo>
                    <a:pt x="6248611" y="1459315"/>
                  </a:lnTo>
                  <a:lnTo>
                    <a:pt x="6249456" y="1439867"/>
                  </a:lnTo>
                  <a:lnTo>
                    <a:pt x="6250301" y="1447007"/>
                  </a:lnTo>
                  <a:lnTo>
                    <a:pt x="6251146" y="1446879"/>
                  </a:lnTo>
                  <a:lnTo>
                    <a:pt x="6251991" y="1425227"/>
                  </a:lnTo>
                  <a:lnTo>
                    <a:pt x="6252836" y="1419655"/>
                  </a:lnTo>
                  <a:lnTo>
                    <a:pt x="6253681" y="1421925"/>
                  </a:lnTo>
                  <a:lnTo>
                    <a:pt x="6254526" y="1456268"/>
                  </a:lnTo>
                  <a:lnTo>
                    <a:pt x="6255371" y="1490276"/>
                  </a:lnTo>
                  <a:lnTo>
                    <a:pt x="6256217" y="1467648"/>
                  </a:lnTo>
                  <a:lnTo>
                    <a:pt x="6257062" y="1479977"/>
                  </a:lnTo>
                  <a:lnTo>
                    <a:pt x="6257907" y="1476918"/>
                  </a:lnTo>
                  <a:lnTo>
                    <a:pt x="6258752" y="1467104"/>
                  </a:lnTo>
                  <a:lnTo>
                    <a:pt x="6259597" y="1492479"/>
                  </a:lnTo>
                  <a:lnTo>
                    <a:pt x="6260442" y="1474044"/>
                  </a:lnTo>
                  <a:lnTo>
                    <a:pt x="6261287" y="1494882"/>
                  </a:lnTo>
                  <a:lnTo>
                    <a:pt x="6262132" y="1490118"/>
                  </a:lnTo>
                  <a:lnTo>
                    <a:pt x="6262977" y="1478641"/>
                  </a:lnTo>
                  <a:lnTo>
                    <a:pt x="6263822" y="1489387"/>
                  </a:lnTo>
                  <a:lnTo>
                    <a:pt x="6264667" y="1486225"/>
                  </a:lnTo>
                  <a:lnTo>
                    <a:pt x="6265513" y="1478584"/>
                  </a:lnTo>
                  <a:lnTo>
                    <a:pt x="6266358" y="1456699"/>
                  </a:lnTo>
                  <a:lnTo>
                    <a:pt x="6267203" y="1465124"/>
                  </a:lnTo>
                  <a:lnTo>
                    <a:pt x="6268048" y="1478941"/>
                  </a:lnTo>
                  <a:lnTo>
                    <a:pt x="6268893" y="1468706"/>
                  </a:lnTo>
                  <a:lnTo>
                    <a:pt x="6269738" y="1450092"/>
                  </a:lnTo>
                  <a:lnTo>
                    <a:pt x="6270583" y="1455456"/>
                  </a:lnTo>
                  <a:lnTo>
                    <a:pt x="6271428" y="1461992"/>
                  </a:lnTo>
                  <a:lnTo>
                    <a:pt x="6272273" y="1479221"/>
                  </a:lnTo>
                  <a:lnTo>
                    <a:pt x="6273118" y="1473128"/>
                  </a:lnTo>
                  <a:lnTo>
                    <a:pt x="6273963" y="1469648"/>
                  </a:lnTo>
                  <a:lnTo>
                    <a:pt x="6274809" y="1472855"/>
                  </a:lnTo>
                  <a:lnTo>
                    <a:pt x="6275654" y="1472205"/>
                  </a:lnTo>
                  <a:lnTo>
                    <a:pt x="6276499" y="1467361"/>
                  </a:lnTo>
                  <a:lnTo>
                    <a:pt x="6277344" y="1518765"/>
                  </a:lnTo>
                  <a:lnTo>
                    <a:pt x="6278189" y="1458681"/>
                  </a:lnTo>
                  <a:lnTo>
                    <a:pt x="6279034" y="1518765"/>
                  </a:lnTo>
                  <a:lnTo>
                    <a:pt x="6279879" y="1478835"/>
                  </a:lnTo>
                  <a:lnTo>
                    <a:pt x="6280724" y="1469096"/>
                  </a:lnTo>
                  <a:lnTo>
                    <a:pt x="6281569" y="1518765"/>
                  </a:lnTo>
                  <a:lnTo>
                    <a:pt x="6282414" y="1518765"/>
                  </a:lnTo>
                  <a:lnTo>
                    <a:pt x="6283259" y="1490173"/>
                  </a:lnTo>
                  <a:lnTo>
                    <a:pt x="6284105" y="1484844"/>
                  </a:lnTo>
                  <a:lnTo>
                    <a:pt x="6284950" y="1492271"/>
                  </a:lnTo>
                  <a:lnTo>
                    <a:pt x="6285795" y="1494018"/>
                  </a:lnTo>
                  <a:lnTo>
                    <a:pt x="6286640" y="1502457"/>
                  </a:lnTo>
                  <a:lnTo>
                    <a:pt x="6287485" y="1500829"/>
                  </a:lnTo>
                  <a:lnTo>
                    <a:pt x="6288330" y="1494805"/>
                  </a:lnTo>
                  <a:lnTo>
                    <a:pt x="6289175" y="1499732"/>
                  </a:lnTo>
                  <a:lnTo>
                    <a:pt x="6290020" y="1493809"/>
                  </a:lnTo>
                  <a:lnTo>
                    <a:pt x="6290865" y="1485017"/>
                  </a:lnTo>
                  <a:lnTo>
                    <a:pt x="6291710" y="1466033"/>
                  </a:lnTo>
                  <a:lnTo>
                    <a:pt x="6292555" y="1461532"/>
                  </a:lnTo>
                  <a:lnTo>
                    <a:pt x="6293401" y="1468101"/>
                  </a:lnTo>
                  <a:lnTo>
                    <a:pt x="6294246" y="1462815"/>
                  </a:lnTo>
                  <a:lnTo>
                    <a:pt x="6295091" y="1474527"/>
                  </a:lnTo>
                  <a:lnTo>
                    <a:pt x="6295936" y="1518765"/>
                  </a:lnTo>
                  <a:lnTo>
                    <a:pt x="6296781" y="1518765"/>
                  </a:lnTo>
                  <a:lnTo>
                    <a:pt x="6297626" y="1466407"/>
                  </a:lnTo>
                  <a:lnTo>
                    <a:pt x="6298471" y="1442698"/>
                  </a:lnTo>
                  <a:lnTo>
                    <a:pt x="6299316" y="1417777"/>
                  </a:lnTo>
                  <a:lnTo>
                    <a:pt x="6300161" y="1459466"/>
                  </a:lnTo>
                  <a:lnTo>
                    <a:pt x="6301006" y="1482367"/>
                  </a:lnTo>
                  <a:lnTo>
                    <a:pt x="6301852" y="1462209"/>
                  </a:lnTo>
                  <a:lnTo>
                    <a:pt x="6302697" y="1518765"/>
                  </a:lnTo>
                  <a:lnTo>
                    <a:pt x="6303542" y="1518765"/>
                  </a:lnTo>
                  <a:lnTo>
                    <a:pt x="6304387" y="1518765"/>
                  </a:lnTo>
                  <a:lnTo>
                    <a:pt x="6305232" y="1518765"/>
                  </a:lnTo>
                  <a:lnTo>
                    <a:pt x="6306077" y="1518765"/>
                  </a:lnTo>
                  <a:lnTo>
                    <a:pt x="6306922" y="1472191"/>
                  </a:lnTo>
                  <a:lnTo>
                    <a:pt x="6307767" y="1518765"/>
                  </a:lnTo>
                  <a:lnTo>
                    <a:pt x="6308612" y="1466774"/>
                  </a:lnTo>
                  <a:lnTo>
                    <a:pt x="6309457" y="1518765"/>
                  </a:lnTo>
                  <a:lnTo>
                    <a:pt x="6310302" y="1518765"/>
                  </a:lnTo>
                  <a:lnTo>
                    <a:pt x="6311148" y="1518765"/>
                  </a:lnTo>
                  <a:lnTo>
                    <a:pt x="6311993" y="1465377"/>
                  </a:lnTo>
                  <a:lnTo>
                    <a:pt x="6312838" y="1518765"/>
                  </a:lnTo>
                  <a:lnTo>
                    <a:pt x="6313683" y="1518765"/>
                  </a:lnTo>
                  <a:lnTo>
                    <a:pt x="6314528" y="1518765"/>
                  </a:lnTo>
                  <a:lnTo>
                    <a:pt x="6315373" y="1518765"/>
                  </a:lnTo>
                  <a:lnTo>
                    <a:pt x="6316218" y="1518765"/>
                  </a:lnTo>
                  <a:lnTo>
                    <a:pt x="6317063" y="1518765"/>
                  </a:lnTo>
                  <a:lnTo>
                    <a:pt x="6317908" y="1518765"/>
                  </a:lnTo>
                  <a:lnTo>
                    <a:pt x="6318753" y="1518765"/>
                  </a:lnTo>
                  <a:lnTo>
                    <a:pt x="6319598" y="1518765"/>
                  </a:lnTo>
                  <a:lnTo>
                    <a:pt x="6320444" y="1518765"/>
                  </a:lnTo>
                  <a:lnTo>
                    <a:pt x="6321289" y="1518765"/>
                  </a:lnTo>
                  <a:lnTo>
                    <a:pt x="6322134" y="1518765"/>
                  </a:lnTo>
                  <a:lnTo>
                    <a:pt x="6322979" y="1457801"/>
                  </a:lnTo>
                  <a:lnTo>
                    <a:pt x="6323824" y="1456241"/>
                  </a:lnTo>
                  <a:lnTo>
                    <a:pt x="6324669" y="1518765"/>
                  </a:lnTo>
                  <a:lnTo>
                    <a:pt x="6325514" y="1518765"/>
                  </a:lnTo>
                  <a:lnTo>
                    <a:pt x="6326359" y="1518765"/>
                  </a:lnTo>
                  <a:lnTo>
                    <a:pt x="6327204" y="1518765"/>
                  </a:lnTo>
                  <a:lnTo>
                    <a:pt x="6328049" y="1518765"/>
                  </a:lnTo>
                  <a:lnTo>
                    <a:pt x="6328894" y="1518765"/>
                  </a:lnTo>
                  <a:lnTo>
                    <a:pt x="6329740" y="1444364"/>
                  </a:lnTo>
                  <a:lnTo>
                    <a:pt x="6330585" y="1448976"/>
                  </a:lnTo>
                  <a:lnTo>
                    <a:pt x="6331430" y="1451744"/>
                  </a:lnTo>
                  <a:lnTo>
                    <a:pt x="6332275" y="1462146"/>
                  </a:lnTo>
                  <a:lnTo>
                    <a:pt x="6333120" y="1446890"/>
                  </a:lnTo>
                  <a:lnTo>
                    <a:pt x="6333965" y="1457711"/>
                  </a:lnTo>
                  <a:lnTo>
                    <a:pt x="6334810" y="1486471"/>
                  </a:lnTo>
                  <a:lnTo>
                    <a:pt x="6335655" y="1491968"/>
                  </a:lnTo>
                  <a:lnTo>
                    <a:pt x="6336500" y="1493320"/>
                  </a:lnTo>
                  <a:lnTo>
                    <a:pt x="6337345" y="1489241"/>
                  </a:lnTo>
                  <a:lnTo>
                    <a:pt x="6338190" y="1494133"/>
                  </a:lnTo>
                  <a:lnTo>
                    <a:pt x="6339036" y="1495924"/>
                  </a:lnTo>
                  <a:lnTo>
                    <a:pt x="6339881" y="1491686"/>
                  </a:lnTo>
                  <a:lnTo>
                    <a:pt x="6340726" y="1493619"/>
                  </a:lnTo>
                  <a:lnTo>
                    <a:pt x="6341571" y="1518765"/>
                  </a:lnTo>
                  <a:lnTo>
                    <a:pt x="6342416" y="1518765"/>
                  </a:lnTo>
                  <a:lnTo>
                    <a:pt x="6343261" y="1473736"/>
                  </a:lnTo>
                  <a:lnTo>
                    <a:pt x="6344106" y="1476093"/>
                  </a:lnTo>
                  <a:lnTo>
                    <a:pt x="6344951" y="1449276"/>
                  </a:lnTo>
                  <a:lnTo>
                    <a:pt x="6345796" y="1435340"/>
                  </a:lnTo>
                  <a:lnTo>
                    <a:pt x="6346641" y="1518765"/>
                  </a:lnTo>
                  <a:lnTo>
                    <a:pt x="6347486" y="1518765"/>
                  </a:lnTo>
                  <a:lnTo>
                    <a:pt x="6348332" y="1448772"/>
                  </a:lnTo>
                  <a:lnTo>
                    <a:pt x="6349177" y="1434105"/>
                  </a:lnTo>
                  <a:lnTo>
                    <a:pt x="6350022" y="1435963"/>
                  </a:lnTo>
                  <a:lnTo>
                    <a:pt x="6350867" y="1446727"/>
                  </a:lnTo>
                  <a:lnTo>
                    <a:pt x="6351712" y="1452239"/>
                  </a:lnTo>
                  <a:lnTo>
                    <a:pt x="6352557" y="1437541"/>
                  </a:lnTo>
                  <a:lnTo>
                    <a:pt x="6353402" y="1419637"/>
                  </a:lnTo>
                  <a:lnTo>
                    <a:pt x="6354247" y="1398375"/>
                  </a:lnTo>
                  <a:lnTo>
                    <a:pt x="6355092" y="1429387"/>
                  </a:lnTo>
                  <a:lnTo>
                    <a:pt x="6355937" y="1417145"/>
                  </a:lnTo>
                  <a:lnTo>
                    <a:pt x="6356782" y="1518765"/>
                  </a:lnTo>
                  <a:lnTo>
                    <a:pt x="6357628" y="1518765"/>
                  </a:lnTo>
                  <a:lnTo>
                    <a:pt x="6358473" y="1518765"/>
                  </a:lnTo>
                  <a:lnTo>
                    <a:pt x="6359318" y="1466211"/>
                  </a:lnTo>
                  <a:lnTo>
                    <a:pt x="6360163" y="1456778"/>
                  </a:lnTo>
                  <a:lnTo>
                    <a:pt x="6361008" y="1439435"/>
                  </a:lnTo>
                  <a:lnTo>
                    <a:pt x="6361853" y="1442289"/>
                  </a:lnTo>
                  <a:lnTo>
                    <a:pt x="6362698" y="1450334"/>
                  </a:lnTo>
                  <a:lnTo>
                    <a:pt x="6363543" y="1455952"/>
                  </a:lnTo>
                  <a:lnTo>
                    <a:pt x="6364388" y="1518765"/>
                  </a:lnTo>
                  <a:lnTo>
                    <a:pt x="6365233" y="1444361"/>
                  </a:lnTo>
                  <a:lnTo>
                    <a:pt x="6366079" y="1442421"/>
                  </a:lnTo>
                  <a:lnTo>
                    <a:pt x="6366924" y="1422372"/>
                  </a:lnTo>
                  <a:lnTo>
                    <a:pt x="6367769" y="1425688"/>
                  </a:lnTo>
                  <a:lnTo>
                    <a:pt x="6368614" y="1419279"/>
                  </a:lnTo>
                  <a:lnTo>
                    <a:pt x="6369459" y="1416849"/>
                  </a:lnTo>
                  <a:lnTo>
                    <a:pt x="6370304" y="1425416"/>
                  </a:lnTo>
                  <a:lnTo>
                    <a:pt x="6371149" y="1415395"/>
                  </a:lnTo>
                  <a:lnTo>
                    <a:pt x="6371994" y="1426726"/>
                  </a:lnTo>
                  <a:lnTo>
                    <a:pt x="6372839" y="1430131"/>
                  </a:lnTo>
                  <a:lnTo>
                    <a:pt x="6373684" y="1444163"/>
                  </a:lnTo>
                  <a:lnTo>
                    <a:pt x="6374529" y="1458172"/>
                  </a:lnTo>
                  <a:lnTo>
                    <a:pt x="6375375" y="1478154"/>
                  </a:lnTo>
                  <a:lnTo>
                    <a:pt x="6376220" y="1488167"/>
                  </a:lnTo>
                  <a:lnTo>
                    <a:pt x="6377065" y="1481350"/>
                  </a:lnTo>
                  <a:lnTo>
                    <a:pt x="6377910" y="1486184"/>
                  </a:lnTo>
                  <a:lnTo>
                    <a:pt x="6378755" y="1518765"/>
                  </a:lnTo>
                  <a:lnTo>
                    <a:pt x="6379600" y="1518765"/>
                  </a:lnTo>
                  <a:lnTo>
                    <a:pt x="6380445" y="1445197"/>
                  </a:lnTo>
                  <a:lnTo>
                    <a:pt x="6381290" y="1437835"/>
                  </a:lnTo>
                  <a:lnTo>
                    <a:pt x="6382135" y="1518765"/>
                  </a:lnTo>
                  <a:lnTo>
                    <a:pt x="6382980" y="1518765"/>
                  </a:lnTo>
                  <a:lnTo>
                    <a:pt x="6383825" y="1418774"/>
                  </a:lnTo>
                  <a:lnTo>
                    <a:pt x="6384671" y="1425153"/>
                  </a:lnTo>
                  <a:lnTo>
                    <a:pt x="6385516" y="1387801"/>
                  </a:lnTo>
                  <a:lnTo>
                    <a:pt x="6386361" y="1427229"/>
                  </a:lnTo>
                  <a:lnTo>
                    <a:pt x="6387206" y="1420884"/>
                  </a:lnTo>
                  <a:lnTo>
                    <a:pt x="6388051" y="1416252"/>
                  </a:lnTo>
                  <a:lnTo>
                    <a:pt x="6388896" y="1419869"/>
                  </a:lnTo>
                  <a:lnTo>
                    <a:pt x="6389741" y="1419104"/>
                  </a:lnTo>
                  <a:lnTo>
                    <a:pt x="6390586" y="1518765"/>
                  </a:lnTo>
                  <a:lnTo>
                    <a:pt x="6391431" y="1518765"/>
                  </a:lnTo>
                  <a:lnTo>
                    <a:pt x="6392276" y="1401324"/>
                  </a:lnTo>
                  <a:lnTo>
                    <a:pt x="6393121" y="1402876"/>
                  </a:lnTo>
                  <a:lnTo>
                    <a:pt x="6393967" y="1518765"/>
                  </a:lnTo>
                  <a:lnTo>
                    <a:pt x="6394812" y="1518765"/>
                  </a:lnTo>
                  <a:lnTo>
                    <a:pt x="6395657" y="1416990"/>
                  </a:lnTo>
                  <a:lnTo>
                    <a:pt x="6396502" y="1407911"/>
                  </a:lnTo>
                  <a:lnTo>
                    <a:pt x="6397347" y="1347701"/>
                  </a:lnTo>
                  <a:lnTo>
                    <a:pt x="6398192" y="1335732"/>
                  </a:lnTo>
                  <a:lnTo>
                    <a:pt x="6399037" y="1381546"/>
                  </a:lnTo>
                  <a:lnTo>
                    <a:pt x="6399882" y="1425436"/>
                  </a:lnTo>
                  <a:lnTo>
                    <a:pt x="6400727" y="1437256"/>
                  </a:lnTo>
                  <a:lnTo>
                    <a:pt x="6401572" y="1438511"/>
                  </a:lnTo>
                  <a:lnTo>
                    <a:pt x="6402417" y="1439389"/>
                  </a:lnTo>
                  <a:lnTo>
                    <a:pt x="6403263" y="1428159"/>
                  </a:lnTo>
                  <a:lnTo>
                    <a:pt x="6404108" y="1448565"/>
                  </a:lnTo>
                  <a:lnTo>
                    <a:pt x="6404953" y="1452277"/>
                  </a:lnTo>
                  <a:lnTo>
                    <a:pt x="6405798" y="1471572"/>
                  </a:lnTo>
                  <a:lnTo>
                    <a:pt x="6406643" y="1471620"/>
                  </a:lnTo>
                  <a:lnTo>
                    <a:pt x="6407488" y="1467522"/>
                  </a:lnTo>
                  <a:lnTo>
                    <a:pt x="6408333" y="1487253"/>
                  </a:lnTo>
                  <a:lnTo>
                    <a:pt x="6409178" y="1437517"/>
                  </a:lnTo>
                  <a:lnTo>
                    <a:pt x="6410023" y="1412559"/>
                  </a:lnTo>
                  <a:lnTo>
                    <a:pt x="6410868" y="1399415"/>
                  </a:lnTo>
                  <a:lnTo>
                    <a:pt x="6411713" y="1441292"/>
                  </a:lnTo>
                  <a:lnTo>
                    <a:pt x="6412559" y="1487460"/>
                  </a:lnTo>
                  <a:lnTo>
                    <a:pt x="6413404" y="1446843"/>
                  </a:lnTo>
                  <a:lnTo>
                    <a:pt x="6414249" y="1475293"/>
                  </a:lnTo>
                  <a:lnTo>
                    <a:pt x="6415094" y="1486263"/>
                  </a:lnTo>
                  <a:lnTo>
                    <a:pt x="6415939" y="1478951"/>
                  </a:lnTo>
                  <a:lnTo>
                    <a:pt x="6416784" y="1507440"/>
                  </a:lnTo>
                  <a:lnTo>
                    <a:pt x="6417629" y="1471119"/>
                  </a:lnTo>
                  <a:lnTo>
                    <a:pt x="6418474" y="1464953"/>
                  </a:lnTo>
                  <a:lnTo>
                    <a:pt x="6419319" y="1518765"/>
                  </a:lnTo>
                  <a:lnTo>
                    <a:pt x="6420164" y="1518765"/>
                  </a:lnTo>
                  <a:lnTo>
                    <a:pt x="6421009" y="1443732"/>
                  </a:lnTo>
                  <a:lnTo>
                    <a:pt x="6421855" y="1418781"/>
                  </a:lnTo>
                  <a:lnTo>
                    <a:pt x="6422700" y="1518765"/>
                  </a:lnTo>
                  <a:lnTo>
                    <a:pt x="6423545" y="1518765"/>
                  </a:lnTo>
                  <a:lnTo>
                    <a:pt x="6424390" y="1518765"/>
                  </a:lnTo>
                  <a:lnTo>
                    <a:pt x="6425235" y="1518765"/>
                  </a:lnTo>
                  <a:lnTo>
                    <a:pt x="6426080" y="1518765"/>
                  </a:lnTo>
                  <a:lnTo>
                    <a:pt x="6426925" y="1423046"/>
                  </a:lnTo>
                  <a:lnTo>
                    <a:pt x="6427770" y="1445160"/>
                  </a:lnTo>
                  <a:lnTo>
                    <a:pt x="6428615" y="1457132"/>
                  </a:lnTo>
                  <a:lnTo>
                    <a:pt x="6429460" y="1453782"/>
                  </a:lnTo>
                  <a:lnTo>
                    <a:pt x="6430306" y="1433103"/>
                  </a:lnTo>
                  <a:lnTo>
                    <a:pt x="6431151" y="1422361"/>
                  </a:lnTo>
                  <a:lnTo>
                    <a:pt x="6431996" y="1409475"/>
                  </a:lnTo>
                  <a:lnTo>
                    <a:pt x="6432841" y="1518765"/>
                  </a:lnTo>
                  <a:lnTo>
                    <a:pt x="6433686" y="1518765"/>
                  </a:lnTo>
                  <a:lnTo>
                    <a:pt x="6434531" y="1518765"/>
                  </a:lnTo>
                  <a:lnTo>
                    <a:pt x="6435376" y="1394567"/>
                  </a:lnTo>
                  <a:lnTo>
                    <a:pt x="6436221" y="1386815"/>
                  </a:lnTo>
                  <a:lnTo>
                    <a:pt x="6437066" y="1352484"/>
                  </a:lnTo>
                  <a:lnTo>
                    <a:pt x="6437911" y="1307921"/>
                  </a:lnTo>
                  <a:lnTo>
                    <a:pt x="6438756" y="1322962"/>
                  </a:lnTo>
                  <a:lnTo>
                    <a:pt x="6439602" y="1336707"/>
                  </a:lnTo>
                  <a:lnTo>
                    <a:pt x="6440447" y="1353694"/>
                  </a:lnTo>
                  <a:lnTo>
                    <a:pt x="6441292" y="1347175"/>
                  </a:lnTo>
                  <a:lnTo>
                    <a:pt x="6442137" y="1271057"/>
                  </a:lnTo>
                  <a:lnTo>
                    <a:pt x="6442982" y="1272096"/>
                  </a:lnTo>
                  <a:lnTo>
                    <a:pt x="6443827" y="1266793"/>
                  </a:lnTo>
                  <a:lnTo>
                    <a:pt x="6444672" y="1290940"/>
                  </a:lnTo>
                  <a:lnTo>
                    <a:pt x="6445517" y="1262090"/>
                  </a:lnTo>
                  <a:lnTo>
                    <a:pt x="6446362" y="1312125"/>
                  </a:lnTo>
                  <a:lnTo>
                    <a:pt x="6447207" y="1356174"/>
                  </a:lnTo>
                  <a:lnTo>
                    <a:pt x="6448052" y="1376810"/>
                  </a:lnTo>
                  <a:lnTo>
                    <a:pt x="6448898" y="1400693"/>
                  </a:lnTo>
                  <a:lnTo>
                    <a:pt x="6449743" y="1418854"/>
                  </a:lnTo>
                  <a:lnTo>
                    <a:pt x="6450588" y="1452705"/>
                  </a:lnTo>
                  <a:lnTo>
                    <a:pt x="6451433" y="1451467"/>
                  </a:lnTo>
                  <a:lnTo>
                    <a:pt x="6452278" y="1463386"/>
                  </a:lnTo>
                  <a:lnTo>
                    <a:pt x="6453123" y="1518765"/>
                  </a:lnTo>
                  <a:lnTo>
                    <a:pt x="6453968" y="1461251"/>
                  </a:lnTo>
                  <a:lnTo>
                    <a:pt x="6454813" y="1455422"/>
                  </a:lnTo>
                  <a:lnTo>
                    <a:pt x="6455658" y="1434395"/>
                  </a:lnTo>
                  <a:lnTo>
                    <a:pt x="6456503" y="1395617"/>
                  </a:lnTo>
                  <a:lnTo>
                    <a:pt x="6457348" y="1378460"/>
                  </a:lnTo>
                  <a:lnTo>
                    <a:pt x="6458194" y="1393162"/>
                  </a:lnTo>
                  <a:lnTo>
                    <a:pt x="6459039" y="1518765"/>
                  </a:lnTo>
                  <a:lnTo>
                    <a:pt x="6459884" y="1518765"/>
                  </a:lnTo>
                  <a:lnTo>
                    <a:pt x="6460729" y="1425939"/>
                  </a:lnTo>
                  <a:lnTo>
                    <a:pt x="6461574" y="1420303"/>
                  </a:lnTo>
                  <a:lnTo>
                    <a:pt x="6462419" y="1416479"/>
                  </a:lnTo>
                  <a:lnTo>
                    <a:pt x="6463264" y="1384523"/>
                  </a:lnTo>
                  <a:lnTo>
                    <a:pt x="6464109" y="1392538"/>
                  </a:lnTo>
                  <a:lnTo>
                    <a:pt x="6464954" y="1408329"/>
                  </a:lnTo>
                  <a:lnTo>
                    <a:pt x="6465799" y="1518765"/>
                  </a:lnTo>
                  <a:lnTo>
                    <a:pt x="6466644" y="1436422"/>
                  </a:lnTo>
                  <a:lnTo>
                    <a:pt x="6467490" y="1448766"/>
                  </a:lnTo>
                  <a:lnTo>
                    <a:pt x="6468335" y="1467723"/>
                  </a:lnTo>
                  <a:lnTo>
                    <a:pt x="6469180" y="1480547"/>
                  </a:lnTo>
                  <a:lnTo>
                    <a:pt x="6470025" y="1489207"/>
                  </a:lnTo>
                  <a:lnTo>
                    <a:pt x="6470870" y="1518765"/>
                  </a:lnTo>
                  <a:lnTo>
                    <a:pt x="6471715" y="1474964"/>
                  </a:lnTo>
                  <a:lnTo>
                    <a:pt x="6472560" y="1518765"/>
                  </a:lnTo>
                  <a:lnTo>
                    <a:pt x="6473405" y="1468351"/>
                  </a:lnTo>
                  <a:lnTo>
                    <a:pt x="6474250" y="1462428"/>
                  </a:lnTo>
                  <a:lnTo>
                    <a:pt x="6475095" y="1518765"/>
                  </a:lnTo>
                  <a:lnTo>
                    <a:pt x="6475940" y="1416053"/>
                  </a:lnTo>
                  <a:lnTo>
                    <a:pt x="6476786" y="1518765"/>
                  </a:lnTo>
                  <a:lnTo>
                    <a:pt x="6477631" y="1518765"/>
                  </a:lnTo>
                  <a:lnTo>
                    <a:pt x="6478476" y="1518765"/>
                  </a:lnTo>
                  <a:lnTo>
                    <a:pt x="6479321" y="1518765"/>
                  </a:lnTo>
                  <a:lnTo>
                    <a:pt x="6480166" y="1518765"/>
                  </a:lnTo>
                  <a:lnTo>
                    <a:pt x="6481011" y="1518765"/>
                  </a:lnTo>
                  <a:lnTo>
                    <a:pt x="6481856" y="1518765"/>
                  </a:lnTo>
                  <a:lnTo>
                    <a:pt x="6482701" y="1471556"/>
                  </a:lnTo>
                  <a:lnTo>
                    <a:pt x="6483546" y="1480103"/>
                  </a:lnTo>
                  <a:lnTo>
                    <a:pt x="6484391" y="1469753"/>
                  </a:lnTo>
                  <a:lnTo>
                    <a:pt x="6485236" y="1469865"/>
                  </a:lnTo>
                  <a:lnTo>
                    <a:pt x="6486082" y="1458834"/>
                  </a:lnTo>
                  <a:lnTo>
                    <a:pt x="6486927" y="1458455"/>
                  </a:lnTo>
                  <a:lnTo>
                    <a:pt x="6487772" y="1447403"/>
                  </a:lnTo>
                  <a:lnTo>
                    <a:pt x="6488617" y="1430891"/>
                  </a:lnTo>
                  <a:lnTo>
                    <a:pt x="6489462" y="1518765"/>
                  </a:lnTo>
                  <a:lnTo>
                    <a:pt x="6490307" y="1518765"/>
                  </a:lnTo>
                  <a:lnTo>
                    <a:pt x="6491152" y="1414784"/>
                  </a:lnTo>
                  <a:lnTo>
                    <a:pt x="6491997" y="1391303"/>
                  </a:lnTo>
                  <a:lnTo>
                    <a:pt x="6492842" y="1352962"/>
                  </a:lnTo>
                  <a:lnTo>
                    <a:pt x="6493687" y="1340165"/>
                  </a:lnTo>
                  <a:lnTo>
                    <a:pt x="6494533" y="1518765"/>
                  </a:lnTo>
                  <a:lnTo>
                    <a:pt x="6495378" y="1392605"/>
                  </a:lnTo>
                  <a:lnTo>
                    <a:pt x="6496223" y="1407477"/>
                  </a:lnTo>
                  <a:lnTo>
                    <a:pt x="6497068" y="1401915"/>
                  </a:lnTo>
                  <a:lnTo>
                    <a:pt x="6497913" y="1388111"/>
                  </a:lnTo>
                  <a:lnTo>
                    <a:pt x="6498758" y="1369754"/>
                  </a:lnTo>
                  <a:lnTo>
                    <a:pt x="6499603" y="1379777"/>
                  </a:lnTo>
                  <a:lnTo>
                    <a:pt x="6500448" y="1414357"/>
                  </a:lnTo>
                  <a:lnTo>
                    <a:pt x="6501293" y="1423706"/>
                  </a:lnTo>
                  <a:lnTo>
                    <a:pt x="6502138" y="1423277"/>
                  </a:lnTo>
                  <a:lnTo>
                    <a:pt x="6502983" y="1518765"/>
                  </a:lnTo>
                  <a:lnTo>
                    <a:pt x="6503829" y="1415211"/>
                  </a:lnTo>
                  <a:lnTo>
                    <a:pt x="6504674" y="1426991"/>
                  </a:lnTo>
                  <a:lnTo>
                    <a:pt x="6505519" y="1425304"/>
                  </a:lnTo>
                  <a:lnTo>
                    <a:pt x="6506364" y="1408386"/>
                  </a:lnTo>
                  <a:lnTo>
                    <a:pt x="6507209" y="1400765"/>
                  </a:lnTo>
                  <a:lnTo>
                    <a:pt x="6508054" y="1424929"/>
                  </a:lnTo>
                  <a:lnTo>
                    <a:pt x="6508899" y="1413932"/>
                  </a:lnTo>
                  <a:lnTo>
                    <a:pt x="6509744" y="1395340"/>
                  </a:lnTo>
                  <a:lnTo>
                    <a:pt x="6510589" y="1518765"/>
                  </a:lnTo>
                  <a:lnTo>
                    <a:pt x="6511434" y="1518765"/>
                  </a:lnTo>
                  <a:lnTo>
                    <a:pt x="6512279" y="1336284"/>
                  </a:lnTo>
                  <a:lnTo>
                    <a:pt x="6513125" y="1329509"/>
                  </a:lnTo>
                  <a:lnTo>
                    <a:pt x="6513970" y="1518765"/>
                  </a:lnTo>
                  <a:lnTo>
                    <a:pt x="6514815" y="1518765"/>
                  </a:lnTo>
                  <a:lnTo>
                    <a:pt x="6515660" y="1425011"/>
                  </a:lnTo>
                  <a:lnTo>
                    <a:pt x="6516505" y="1437010"/>
                  </a:lnTo>
                  <a:lnTo>
                    <a:pt x="6517350" y="1446420"/>
                  </a:lnTo>
                  <a:lnTo>
                    <a:pt x="6518195" y="1435259"/>
                  </a:lnTo>
                  <a:lnTo>
                    <a:pt x="6519040" y="1424463"/>
                  </a:lnTo>
                  <a:lnTo>
                    <a:pt x="6519885" y="1428685"/>
                  </a:lnTo>
                  <a:lnTo>
                    <a:pt x="6520730" y="1442718"/>
                  </a:lnTo>
                  <a:lnTo>
                    <a:pt x="6521575" y="1460515"/>
                  </a:lnTo>
                  <a:lnTo>
                    <a:pt x="6522421" y="1452912"/>
                  </a:lnTo>
                  <a:lnTo>
                    <a:pt x="6523266" y="1450260"/>
                  </a:lnTo>
                  <a:lnTo>
                    <a:pt x="6524111" y="1444910"/>
                  </a:lnTo>
                  <a:lnTo>
                    <a:pt x="6524956" y="1433985"/>
                  </a:lnTo>
                  <a:lnTo>
                    <a:pt x="6525801" y="1395172"/>
                  </a:lnTo>
                  <a:lnTo>
                    <a:pt x="6526646" y="1352574"/>
                  </a:lnTo>
                  <a:lnTo>
                    <a:pt x="6527491" y="1342580"/>
                  </a:lnTo>
                  <a:lnTo>
                    <a:pt x="6528336" y="1351724"/>
                  </a:lnTo>
                  <a:lnTo>
                    <a:pt x="6529181" y="1316611"/>
                  </a:lnTo>
                  <a:lnTo>
                    <a:pt x="6530026" y="1281836"/>
                  </a:lnTo>
                  <a:lnTo>
                    <a:pt x="6530871" y="1340443"/>
                  </a:lnTo>
                  <a:lnTo>
                    <a:pt x="6531717" y="1362622"/>
                  </a:lnTo>
                  <a:lnTo>
                    <a:pt x="6532562" y="1384495"/>
                  </a:lnTo>
                  <a:lnTo>
                    <a:pt x="6533407" y="1293202"/>
                  </a:lnTo>
                  <a:lnTo>
                    <a:pt x="6534252" y="1329055"/>
                  </a:lnTo>
                  <a:lnTo>
                    <a:pt x="6535097" y="1370454"/>
                  </a:lnTo>
                  <a:lnTo>
                    <a:pt x="6535942" y="1400411"/>
                  </a:lnTo>
                  <a:lnTo>
                    <a:pt x="6536787" y="1395801"/>
                  </a:lnTo>
                  <a:lnTo>
                    <a:pt x="6537632" y="1346170"/>
                  </a:lnTo>
                  <a:lnTo>
                    <a:pt x="6538477" y="1518765"/>
                  </a:lnTo>
                  <a:lnTo>
                    <a:pt x="6539322" y="1518765"/>
                  </a:lnTo>
                  <a:lnTo>
                    <a:pt x="6540167" y="1350369"/>
                  </a:lnTo>
                  <a:lnTo>
                    <a:pt x="6541013" y="1358438"/>
                  </a:lnTo>
                  <a:lnTo>
                    <a:pt x="6541858" y="1518765"/>
                  </a:lnTo>
                  <a:lnTo>
                    <a:pt x="6542703" y="1518765"/>
                  </a:lnTo>
                  <a:lnTo>
                    <a:pt x="6543548" y="1437058"/>
                  </a:lnTo>
                  <a:lnTo>
                    <a:pt x="6544393" y="1436852"/>
                  </a:lnTo>
                  <a:lnTo>
                    <a:pt x="6545238" y="1435212"/>
                  </a:lnTo>
                  <a:lnTo>
                    <a:pt x="6546083" y="1420986"/>
                  </a:lnTo>
                  <a:lnTo>
                    <a:pt x="6546928" y="1427572"/>
                  </a:lnTo>
                  <a:lnTo>
                    <a:pt x="6547773" y="1393991"/>
                  </a:lnTo>
                  <a:lnTo>
                    <a:pt x="6548618" y="1518765"/>
                  </a:lnTo>
                  <a:lnTo>
                    <a:pt x="6549463" y="1518765"/>
                  </a:lnTo>
                  <a:lnTo>
                    <a:pt x="6550309" y="1400152"/>
                  </a:lnTo>
                  <a:lnTo>
                    <a:pt x="6551154" y="1384410"/>
                  </a:lnTo>
                  <a:lnTo>
                    <a:pt x="6551999" y="1370519"/>
                  </a:lnTo>
                  <a:lnTo>
                    <a:pt x="6552844" y="1392585"/>
                  </a:lnTo>
                  <a:lnTo>
                    <a:pt x="6553689" y="1419552"/>
                  </a:lnTo>
                  <a:lnTo>
                    <a:pt x="6554534" y="1420942"/>
                  </a:lnTo>
                  <a:lnTo>
                    <a:pt x="6555379" y="1429903"/>
                  </a:lnTo>
                  <a:lnTo>
                    <a:pt x="6556224" y="1437598"/>
                  </a:lnTo>
                  <a:lnTo>
                    <a:pt x="6557069" y="1410606"/>
                  </a:lnTo>
                  <a:lnTo>
                    <a:pt x="6557914" y="1392864"/>
                  </a:lnTo>
                  <a:lnTo>
                    <a:pt x="6558760" y="1411434"/>
                  </a:lnTo>
                  <a:lnTo>
                    <a:pt x="6559605" y="1436234"/>
                  </a:lnTo>
                  <a:lnTo>
                    <a:pt x="6560450" y="1451176"/>
                  </a:lnTo>
                  <a:lnTo>
                    <a:pt x="6561295" y="1424364"/>
                  </a:lnTo>
                  <a:lnTo>
                    <a:pt x="6562140" y="1428091"/>
                  </a:lnTo>
                  <a:lnTo>
                    <a:pt x="6562985" y="1401279"/>
                  </a:lnTo>
                  <a:lnTo>
                    <a:pt x="6563830" y="1384912"/>
                  </a:lnTo>
                  <a:lnTo>
                    <a:pt x="6564675" y="1360618"/>
                  </a:lnTo>
                  <a:lnTo>
                    <a:pt x="6565520" y="1327379"/>
                  </a:lnTo>
                  <a:lnTo>
                    <a:pt x="6566365" y="1292393"/>
                  </a:lnTo>
                  <a:lnTo>
                    <a:pt x="6567210" y="1256050"/>
                  </a:lnTo>
                  <a:lnTo>
                    <a:pt x="6568056" y="1281290"/>
                  </a:lnTo>
                  <a:lnTo>
                    <a:pt x="6568901" y="1290295"/>
                  </a:lnTo>
                  <a:lnTo>
                    <a:pt x="6569746" y="1268002"/>
                  </a:lnTo>
                  <a:lnTo>
                    <a:pt x="6570591" y="1248198"/>
                  </a:lnTo>
                  <a:lnTo>
                    <a:pt x="6571436" y="1265372"/>
                  </a:lnTo>
                  <a:lnTo>
                    <a:pt x="6572281" y="1300461"/>
                  </a:lnTo>
                  <a:lnTo>
                    <a:pt x="6573126" y="1274503"/>
                  </a:lnTo>
                  <a:lnTo>
                    <a:pt x="6573971" y="1257759"/>
                  </a:lnTo>
                  <a:lnTo>
                    <a:pt x="6574816" y="1279429"/>
                  </a:lnTo>
                  <a:lnTo>
                    <a:pt x="6575661" y="1353223"/>
                  </a:lnTo>
                  <a:lnTo>
                    <a:pt x="6576506" y="1385773"/>
                  </a:lnTo>
                  <a:lnTo>
                    <a:pt x="6577352" y="1392130"/>
                  </a:lnTo>
                  <a:lnTo>
                    <a:pt x="6578197" y="1385012"/>
                  </a:lnTo>
                  <a:lnTo>
                    <a:pt x="6579042" y="1401024"/>
                  </a:lnTo>
                  <a:lnTo>
                    <a:pt x="6579887" y="1416916"/>
                  </a:lnTo>
                  <a:lnTo>
                    <a:pt x="6580732" y="1396847"/>
                  </a:lnTo>
                  <a:lnTo>
                    <a:pt x="6581577" y="1407542"/>
                  </a:lnTo>
                  <a:lnTo>
                    <a:pt x="6582422" y="1380854"/>
                  </a:lnTo>
                  <a:lnTo>
                    <a:pt x="6583267" y="1380064"/>
                  </a:lnTo>
                  <a:lnTo>
                    <a:pt x="6584112" y="1382718"/>
                  </a:lnTo>
                  <a:lnTo>
                    <a:pt x="6584957" y="1339132"/>
                  </a:lnTo>
                  <a:lnTo>
                    <a:pt x="6585802" y="1296466"/>
                  </a:lnTo>
                  <a:lnTo>
                    <a:pt x="6586648" y="1308199"/>
                  </a:lnTo>
                  <a:lnTo>
                    <a:pt x="6587493" y="1350614"/>
                  </a:lnTo>
                  <a:lnTo>
                    <a:pt x="6588338" y="1384453"/>
                  </a:lnTo>
                  <a:lnTo>
                    <a:pt x="6589183" y="1323371"/>
                  </a:lnTo>
                  <a:lnTo>
                    <a:pt x="6590028" y="1293709"/>
                  </a:lnTo>
                  <a:lnTo>
                    <a:pt x="6590873" y="1351108"/>
                  </a:lnTo>
                  <a:lnTo>
                    <a:pt x="6591718" y="1371002"/>
                  </a:lnTo>
                  <a:lnTo>
                    <a:pt x="6592563" y="1384441"/>
                  </a:lnTo>
                  <a:lnTo>
                    <a:pt x="6593408" y="1296988"/>
                  </a:lnTo>
                  <a:lnTo>
                    <a:pt x="6594253" y="1315497"/>
                  </a:lnTo>
                  <a:lnTo>
                    <a:pt x="6595098" y="1395657"/>
                  </a:lnTo>
                  <a:lnTo>
                    <a:pt x="6595944" y="1418245"/>
                  </a:lnTo>
                  <a:lnTo>
                    <a:pt x="6596789" y="1417620"/>
                  </a:lnTo>
                  <a:lnTo>
                    <a:pt x="6597634" y="1410514"/>
                  </a:lnTo>
                  <a:lnTo>
                    <a:pt x="6598479" y="1403605"/>
                  </a:lnTo>
                  <a:lnTo>
                    <a:pt x="6599324" y="1407102"/>
                  </a:lnTo>
                  <a:lnTo>
                    <a:pt x="6600169" y="1408930"/>
                  </a:lnTo>
                  <a:lnTo>
                    <a:pt x="6601014" y="1413075"/>
                  </a:lnTo>
                  <a:lnTo>
                    <a:pt x="6601859" y="1411178"/>
                  </a:lnTo>
                  <a:lnTo>
                    <a:pt x="6602704" y="1430489"/>
                  </a:lnTo>
                  <a:lnTo>
                    <a:pt x="6603549" y="1437559"/>
                  </a:lnTo>
                  <a:lnTo>
                    <a:pt x="6604394" y="1464061"/>
                  </a:lnTo>
                  <a:lnTo>
                    <a:pt x="6605240" y="1480725"/>
                  </a:lnTo>
                  <a:lnTo>
                    <a:pt x="6606085" y="1451069"/>
                  </a:lnTo>
                  <a:lnTo>
                    <a:pt x="6606930" y="1437543"/>
                  </a:lnTo>
                  <a:lnTo>
                    <a:pt x="6607775" y="1427577"/>
                  </a:lnTo>
                  <a:lnTo>
                    <a:pt x="6608620" y="1446938"/>
                  </a:lnTo>
                  <a:lnTo>
                    <a:pt x="6609465" y="1442457"/>
                  </a:lnTo>
                  <a:lnTo>
                    <a:pt x="6610310" y="1420969"/>
                  </a:lnTo>
                  <a:lnTo>
                    <a:pt x="6611155" y="1518765"/>
                  </a:lnTo>
                  <a:lnTo>
                    <a:pt x="6612000" y="1392789"/>
                  </a:lnTo>
                  <a:lnTo>
                    <a:pt x="6612845" y="1518765"/>
                  </a:lnTo>
                  <a:lnTo>
                    <a:pt x="6613690" y="1452601"/>
                  </a:lnTo>
                  <a:lnTo>
                    <a:pt x="6614536" y="1436954"/>
                  </a:lnTo>
                  <a:lnTo>
                    <a:pt x="6615381" y="1468474"/>
                  </a:lnTo>
                  <a:lnTo>
                    <a:pt x="6616226" y="1454698"/>
                  </a:lnTo>
                  <a:lnTo>
                    <a:pt x="6617071" y="1425769"/>
                  </a:lnTo>
                  <a:lnTo>
                    <a:pt x="6617916" y="1424623"/>
                  </a:lnTo>
                  <a:lnTo>
                    <a:pt x="6618761" y="1409694"/>
                  </a:lnTo>
                  <a:lnTo>
                    <a:pt x="6619606" y="1407885"/>
                  </a:lnTo>
                  <a:lnTo>
                    <a:pt x="6620451" y="1413791"/>
                  </a:lnTo>
                  <a:lnTo>
                    <a:pt x="6621296" y="1431976"/>
                  </a:lnTo>
                  <a:lnTo>
                    <a:pt x="6622141" y="1430358"/>
                  </a:lnTo>
                  <a:lnTo>
                    <a:pt x="6622987" y="1518765"/>
                  </a:lnTo>
                  <a:lnTo>
                    <a:pt x="6623832" y="1438808"/>
                  </a:lnTo>
                  <a:lnTo>
                    <a:pt x="6624677" y="1518765"/>
                  </a:lnTo>
                  <a:lnTo>
                    <a:pt x="6625522" y="1518765"/>
                  </a:lnTo>
                  <a:lnTo>
                    <a:pt x="6626367" y="1399337"/>
                  </a:lnTo>
                  <a:lnTo>
                    <a:pt x="6627212" y="1403204"/>
                  </a:lnTo>
                  <a:lnTo>
                    <a:pt x="6628057" y="1386547"/>
                  </a:lnTo>
                  <a:lnTo>
                    <a:pt x="6628902" y="1387343"/>
                  </a:lnTo>
                  <a:lnTo>
                    <a:pt x="6629747" y="1405810"/>
                  </a:lnTo>
                  <a:lnTo>
                    <a:pt x="6630592" y="1397640"/>
                  </a:lnTo>
                  <a:lnTo>
                    <a:pt x="6631437" y="1425748"/>
                  </a:lnTo>
                  <a:lnTo>
                    <a:pt x="6632283" y="1413721"/>
                  </a:lnTo>
                  <a:lnTo>
                    <a:pt x="6633128" y="1415826"/>
                  </a:lnTo>
                  <a:lnTo>
                    <a:pt x="6633973" y="1432485"/>
                  </a:lnTo>
                  <a:lnTo>
                    <a:pt x="6634818" y="1411845"/>
                  </a:lnTo>
                  <a:lnTo>
                    <a:pt x="6635663" y="1346153"/>
                  </a:lnTo>
                  <a:lnTo>
                    <a:pt x="6636508" y="1375928"/>
                  </a:lnTo>
                  <a:lnTo>
                    <a:pt x="6637353" y="1392627"/>
                  </a:lnTo>
                  <a:lnTo>
                    <a:pt x="6638198" y="1415289"/>
                  </a:lnTo>
                  <a:lnTo>
                    <a:pt x="6639043" y="1394228"/>
                  </a:lnTo>
                  <a:lnTo>
                    <a:pt x="6639888" y="1392222"/>
                  </a:lnTo>
                  <a:lnTo>
                    <a:pt x="6640733" y="1373809"/>
                  </a:lnTo>
                  <a:lnTo>
                    <a:pt x="6641579" y="1383139"/>
                  </a:lnTo>
                  <a:lnTo>
                    <a:pt x="6642424" y="1394093"/>
                  </a:lnTo>
                  <a:lnTo>
                    <a:pt x="6643269" y="1333837"/>
                  </a:lnTo>
                  <a:lnTo>
                    <a:pt x="6644114" y="1335906"/>
                  </a:lnTo>
                  <a:lnTo>
                    <a:pt x="6644959" y="1331562"/>
                  </a:lnTo>
                  <a:lnTo>
                    <a:pt x="6645804" y="1392418"/>
                  </a:lnTo>
                  <a:lnTo>
                    <a:pt x="6646649" y="1377671"/>
                  </a:lnTo>
                  <a:lnTo>
                    <a:pt x="6647494" y="1392459"/>
                  </a:lnTo>
                  <a:lnTo>
                    <a:pt x="6648339" y="1399968"/>
                  </a:lnTo>
                  <a:lnTo>
                    <a:pt x="6649184" y="1408296"/>
                  </a:lnTo>
                  <a:lnTo>
                    <a:pt x="6650029" y="1393954"/>
                  </a:lnTo>
                  <a:lnTo>
                    <a:pt x="6650875" y="1378351"/>
                  </a:lnTo>
                  <a:lnTo>
                    <a:pt x="6651720" y="1391577"/>
                  </a:lnTo>
                  <a:lnTo>
                    <a:pt x="6652565" y="1399443"/>
                  </a:lnTo>
                  <a:lnTo>
                    <a:pt x="6653410" y="1406380"/>
                  </a:lnTo>
                  <a:lnTo>
                    <a:pt x="6654255" y="1393064"/>
                  </a:lnTo>
                  <a:lnTo>
                    <a:pt x="6655100" y="1422299"/>
                  </a:lnTo>
                  <a:lnTo>
                    <a:pt x="6655945" y="1431779"/>
                  </a:lnTo>
                  <a:lnTo>
                    <a:pt x="6656790" y="1412688"/>
                  </a:lnTo>
                  <a:lnTo>
                    <a:pt x="6657635" y="1371270"/>
                  </a:lnTo>
                  <a:lnTo>
                    <a:pt x="6658480" y="1362481"/>
                  </a:lnTo>
                  <a:lnTo>
                    <a:pt x="6659325" y="1373926"/>
                  </a:lnTo>
                  <a:lnTo>
                    <a:pt x="6660171" y="1347627"/>
                  </a:lnTo>
                  <a:lnTo>
                    <a:pt x="6661016" y="1312062"/>
                  </a:lnTo>
                  <a:lnTo>
                    <a:pt x="6661861" y="1285779"/>
                  </a:lnTo>
                  <a:lnTo>
                    <a:pt x="6662706" y="1305380"/>
                  </a:lnTo>
                  <a:lnTo>
                    <a:pt x="6663551" y="1518765"/>
                  </a:lnTo>
                  <a:lnTo>
                    <a:pt x="6664396" y="1335721"/>
                  </a:lnTo>
                  <a:lnTo>
                    <a:pt x="6665241" y="1338294"/>
                  </a:lnTo>
                  <a:lnTo>
                    <a:pt x="6666086" y="1328616"/>
                  </a:lnTo>
                  <a:lnTo>
                    <a:pt x="6666931" y="1331964"/>
                  </a:lnTo>
                  <a:lnTo>
                    <a:pt x="6667776" y="1297222"/>
                  </a:lnTo>
                  <a:lnTo>
                    <a:pt x="6668621" y="1259428"/>
                  </a:lnTo>
                  <a:lnTo>
                    <a:pt x="6669467" y="1518765"/>
                  </a:lnTo>
                  <a:lnTo>
                    <a:pt x="6670312" y="1518765"/>
                  </a:lnTo>
                  <a:lnTo>
                    <a:pt x="6671157" y="1223754"/>
                  </a:lnTo>
                  <a:lnTo>
                    <a:pt x="6672002" y="1205152"/>
                  </a:lnTo>
                  <a:lnTo>
                    <a:pt x="6672847" y="1191326"/>
                  </a:lnTo>
                  <a:lnTo>
                    <a:pt x="6673692" y="1174676"/>
                  </a:lnTo>
                  <a:lnTo>
                    <a:pt x="6674537" y="1175188"/>
                  </a:lnTo>
                  <a:lnTo>
                    <a:pt x="6675382" y="1203506"/>
                  </a:lnTo>
                  <a:lnTo>
                    <a:pt x="6676227" y="1244694"/>
                  </a:lnTo>
                  <a:lnTo>
                    <a:pt x="6677072" y="1273434"/>
                  </a:lnTo>
                  <a:lnTo>
                    <a:pt x="6677917" y="1276155"/>
                  </a:lnTo>
                  <a:lnTo>
                    <a:pt x="6678763" y="1236062"/>
                  </a:lnTo>
                  <a:lnTo>
                    <a:pt x="6679608" y="1284205"/>
                  </a:lnTo>
                  <a:lnTo>
                    <a:pt x="6680453" y="1254899"/>
                  </a:lnTo>
                  <a:lnTo>
                    <a:pt x="6681298" y="1312418"/>
                  </a:lnTo>
                  <a:lnTo>
                    <a:pt x="6682143" y="1312821"/>
                  </a:lnTo>
                  <a:lnTo>
                    <a:pt x="6682988" y="1271230"/>
                  </a:lnTo>
                  <a:lnTo>
                    <a:pt x="6683833" y="1286341"/>
                  </a:lnTo>
                  <a:lnTo>
                    <a:pt x="6684678" y="1288023"/>
                  </a:lnTo>
                  <a:lnTo>
                    <a:pt x="6685523" y="1341632"/>
                  </a:lnTo>
                  <a:lnTo>
                    <a:pt x="6686368" y="1360483"/>
                  </a:lnTo>
                  <a:lnTo>
                    <a:pt x="6687214" y="1333281"/>
                  </a:lnTo>
                  <a:lnTo>
                    <a:pt x="6688059" y="1328078"/>
                  </a:lnTo>
                  <a:lnTo>
                    <a:pt x="6688904" y="1317773"/>
                  </a:lnTo>
                  <a:lnTo>
                    <a:pt x="6689749" y="1290322"/>
                  </a:lnTo>
                  <a:lnTo>
                    <a:pt x="6690594" y="1518765"/>
                  </a:lnTo>
                  <a:lnTo>
                    <a:pt x="6691439" y="1286765"/>
                  </a:lnTo>
                  <a:lnTo>
                    <a:pt x="6692284" y="1320091"/>
                  </a:lnTo>
                  <a:lnTo>
                    <a:pt x="6693129" y="1320844"/>
                  </a:lnTo>
                  <a:lnTo>
                    <a:pt x="6693974" y="1317489"/>
                  </a:lnTo>
                  <a:lnTo>
                    <a:pt x="6694819" y="1347138"/>
                  </a:lnTo>
                  <a:lnTo>
                    <a:pt x="6695664" y="1324799"/>
                  </a:lnTo>
                  <a:lnTo>
                    <a:pt x="6696510" y="1518765"/>
                  </a:lnTo>
                  <a:lnTo>
                    <a:pt x="6697355" y="1518765"/>
                  </a:lnTo>
                  <a:lnTo>
                    <a:pt x="6698200" y="1518765"/>
                  </a:lnTo>
                  <a:lnTo>
                    <a:pt x="6699045" y="1383860"/>
                  </a:lnTo>
                  <a:lnTo>
                    <a:pt x="6699890" y="1405545"/>
                  </a:lnTo>
                  <a:lnTo>
                    <a:pt x="6700735" y="1418308"/>
                  </a:lnTo>
                  <a:lnTo>
                    <a:pt x="6701580" y="1518765"/>
                  </a:lnTo>
                  <a:lnTo>
                    <a:pt x="6702425" y="1518765"/>
                  </a:lnTo>
                  <a:lnTo>
                    <a:pt x="6703270" y="1426406"/>
                  </a:lnTo>
                  <a:lnTo>
                    <a:pt x="6704115" y="1518765"/>
                  </a:lnTo>
                  <a:lnTo>
                    <a:pt x="6704960" y="1441124"/>
                  </a:lnTo>
                  <a:lnTo>
                    <a:pt x="6705806" y="1443325"/>
                  </a:lnTo>
                  <a:lnTo>
                    <a:pt x="6706651" y="1456950"/>
                  </a:lnTo>
                  <a:lnTo>
                    <a:pt x="6707496" y="1518765"/>
                  </a:lnTo>
                  <a:lnTo>
                    <a:pt x="6708341" y="1445322"/>
                  </a:lnTo>
                  <a:lnTo>
                    <a:pt x="6709186" y="1459358"/>
                  </a:lnTo>
                  <a:lnTo>
                    <a:pt x="6710031" y="1464630"/>
                  </a:lnTo>
                  <a:lnTo>
                    <a:pt x="6710876" y="1485736"/>
                  </a:lnTo>
                  <a:lnTo>
                    <a:pt x="6711721" y="1488414"/>
                  </a:lnTo>
                  <a:lnTo>
                    <a:pt x="6712566" y="1486977"/>
                  </a:lnTo>
                  <a:lnTo>
                    <a:pt x="6713411" y="1518765"/>
                  </a:lnTo>
                  <a:lnTo>
                    <a:pt x="6714256" y="1459200"/>
                  </a:lnTo>
                  <a:lnTo>
                    <a:pt x="6715102" y="1452411"/>
                  </a:lnTo>
                  <a:lnTo>
                    <a:pt x="6715947" y="1425889"/>
                  </a:lnTo>
                  <a:lnTo>
                    <a:pt x="6716792" y="1407212"/>
                  </a:lnTo>
                  <a:lnTo>
                    <a:pt x="6717637" y="1406431"/>
                  </a:lnTo>
                  <a:lnTo>
                    <a:pt x="6718482" y="1391923"/>
                  </a:lnTo>
                  <a:lnTo>
                    <a:pt x="6719327" y="1407159"/>
                  </a:lnTo>
                  <a:lnTo>
                    <a:pt x="6720172" y="1348912"/>
                  </a:lnTo>
                  <a:lnTo>
                    <a:pt x="6721017" y="1312581"/>
                  </a:lnTo>
                  <a:lnTo>
                    <a:pt x="6721862" y="1323016"/>
                  </a:lnTo>
                  <a:lnTo>
                    <a:pt x="6722707" y="1368981"/>
                  </a:lnTo>
                  <a:lnTo>
                    <a:pt x="6723552" y="1367937"/>
                  </a:lnTo>
                  <a:lnTo>
                    <a:pt x="6724398" y="1381687"/>
                  </a:lnTo>
                  <a:lnTo>
                    <a:pt x="6725243" y="1388380"/>
                  </a:lnTo>
                  <a:lnTo>
                    <a:pt x="6726088" y="1385315"/>
                  </a:lnTo>
                  <a:lnTo>
                    <a:pt x="6726933" y="1409336"/>
                  </a:lnTo>
                  <a:lnTo>
                    <a:pt x="6727778" y="1397035"/>
                  </a:lnTo>
                  <a:lnTo>
                    <a:pt x="6728623" y="1385713"/>
                  </a:lnTo>
                  <a:lnTo>
                    <a:pt x="6729468" y="1364114"/>
                  </a:lnTo>
                  <a:lnTo>
                    <a:pt x="6730313" y="1518765"/>
                  </a:lnTo>
                  <a:lnTo>
                    <a:pt x="6731158" y="1434950"/>
                  </a:lnTo>
                  <a:lnTo>
                    <a:pt x="6732003" y="1518765"/>
                  </a:lnTo>
                  <a:lnTo>
                    <a:pt x="6732848" y="1518765"/>
                  </a:lnTo>
                  <a:lnTo>
                    <a:pt x="6733694" y="1518765"/>
                  </a:lnTo>
                  <a:lnTo>
                    <a:pt x="6734539" y="1518765"/>
                  </a:lnTo>
                  <a:lnTo>
                    <a:pt x="6735384" y="1518765"/>
                  </a:lnTo>
                  <a:lnTo>
                    <a:pt x="6736229" y="1518765"/>
                  </a:lnTo>
                  <a:lnTo>
                    <a:pt x="6737074" y="1518765"/>
                  </a:lnTo>
                  <a:lnTo>
                    <a:pt x="6737919" y="1518765"/>
                  </a:lnTo>
                  <a:lnTo>
                    <a:pt x="6738764" y="1518765"/>
                  </a:lnTo>
                  <a:lnTo>
                    <a:pt x="6739609" y="1518765"/>
                  </a:lnTo>
                  <a:lnTo>
                    <a:pt x="6740454" y="1442905"/>
                  </a:lnTo>
                  <a:lnTo>
                    <a:pt x="6741299" y="1446414"/>
                  </a:lnTo>
                  <a:lnTo>
                    <a:pt x="6742145" y="1452619"/>
                  </a:lnTo>
                  <a:lnTo>
                    <a:pt x="6742990" y="1463170"/>
                  </a:lnTo>
                  <a:lnTo>
                    <a:pt x="6743835" y="1478447"/>
                  </a:lnTo>
                  <a:lnTo>
                    <a:pt x="6744680" y="1478017"/>
                  </a:lnTo>
                  <a:lnTo>
                    <a:pt x="6745525" y="1481152"/>
                  </a:lnTo>
                  <a:lnTo>
                    <a:pt x="6746370" y="1478673"/>
                  </a:lnTo>
                  <a:lnTo>
                    <a:pt x="6747215" y="1484574"/>
                  </a:lnTo>
                  <a:lnTo>
                    <a:pt x="6748060" y="1496570"/>
                  </a:lnTo>
                  <a:lnTo>
                    <a:pt x="6748905" y="1480622"/>
                  </a:lnTo>
                  <a:lnTo>
                    <a:pt x="6749750" y="1490384"/>
                  </a:lnTo>
                  <a:lnTo>
                    <a:pt x="6750595" y="1494585"/>
                  </a:lnTo>
                  <a:lnTo>
                    <a:pt x="6751441" y="1498978"/>
                  </a:lnTo>
                  <a:lnTo>
                    <a:pt x="6752286" y="1494107"/>
                  </a:lnTo>
                  <a:lnTo>
                    <a:pt x="6753131" y="1483391"/>
                  </a:lnTo>
                  <a:lnTo>
                    <a:pt x="6753976" y="1490228"/>
                  </a:lnTo>
                  <a:lnTo>
                    <a:pt x="6754821" y="1475943"/>
                  </a:lnTo>
                  <a:lnTo>
                    <a:pt x="6755666" y="1474583"/>
                  </a:lnTo>
                  <a:lnTo>
                    <a:pt x="6756511" y="1458117"/>
                  </a:lnTo>
                  <a:lnTo>
                    <a:pt x="6757356" y="1460281"/>
                  </a:lnTo>
                  <a:lnTo>
                    <a:pt x="6758201" y="1443032"/>
                  </a:lnTo>
                  <a:lnTo>
                    <a:pt x="6759046" y="1423910"/>
                  </a:lnTo>
                  <a:lnTo>
                    <a:pt x="6759891" y="1352226"/>
                  </a:lnTo>
                  <a:lnTo>
                    <a:pt x="6760737" y="1327090"/>
                  </a:lnTo>
                  <a:lnTo>
                    <a:pt x="6761582" y="1340600"/>
                  </a:lnTo>
                  <a:lnTo>
                    <a:pt x="6762427" y="1518765"/>
                  </a:lnTo>
                  <a:lnTo>
                    <a:pt x="6763272" y="1369006"/>
                  </a:lnTo>
                  <a:lnTo>
                    <a:pt x="6764117" y="1401769"/>
                  </a:lnTo>
                  <a:lnTo>
                    <a:pt x="6764962" y="1416455"/>
                  </a:lnTo>
                  <a:lnTo>
                    <a:pt x="6765807" y="1518765"/>
                  </a:lnTo>
                  <a:lnTo>
                    <a:pt x="6766652" y="1410585"/>
                  </a:lnTo>
                  <a:lnTo>
                    <a:pt x="6767497" y="1518765"/>
                  </a:lnTo>
                  <a:lnTo>
                    <a:pt x="6768342" y="1518765"/>
                  </a:lnTo>
                  <a:lnTo>
                    <a:pt x="6769187" y="1417800"/>
                  </a:lnTo>
                  <a:lnTo>
                    <a:pt x="6770033" y="1424664"/>
                  </a:lnTo>
                  <a:lnTo>
                    <a:pt x="6770878" y="1436347"/>
                  </a:lnTo>
                  <a:lnTo>
                    <a:pt x="6771723" y="1518765"/>
                  </a:lnTo>
                  <a:lnTo>
                    <a:pt x="6772568" y="1441280"/>
                  </a:lnTo>
                  <a:lnTo>
                    <a:pt x="6773413" y="1518765"/>
                  </a:lnTo>
                  <a:lnTo>
                    <a:pt x="6774258" y="1518765"/>
                  </a:lnTo>
                  <a:lnTo>
                    <a:pt x="6775103" y="1518765"/>
                  </a:lnTo>
                  <a:lnTo>
                    <a:pt x="6775948" y="1377813"/>
                  </a:lnTo>
                  <a:lnTo>
                    <a:pt x="6776793" y="1373965"/>
                  </a:lnTo>
                  <a:lnTo>
                    <a:pt x="6777638" y="1518765"/>
                  </a:lnTo>
                  <a:lnTo>
                    <a:pt x="6778483" y="1381507"/>
                  </a:lnTo>
                  <a:lnTo>
                    <a:pt x="6779329" y="1384670"/>
                  </a:lnTo>
                  <a:lnTo>
                    <a:pt x="6780174" y="1518765"/>
                  </a:lnTo>
                  <a:lnTo>
                    <a:pt x="6781019" y="1297873"/>
                  </a:lnTo>
                  <a:lnTo>
                    <a:pt x="6781864" y="1313506"/>
                  </a:lnTo>
                  <a:lnTo>
                    <a:pt x="6782709" y="1344662"/>
                  </a:lnTo>
                  <a:lnTo>
                    <a:pt x="6783554" y="1346581"/>
                  </a:lnTo>
                  <a:lnTo>
                    <a:pt x="6784399" y="1518765"/>
                  </a:lnTo>
                  <a:lnTo>
                    <a:pt x="6785244" y="1518765"/>
                  </a:lnTo>
                  <a:lnTo>
                    <a:pt x="6786089" y="1271085"/>
                  </a:lnTo>
                  <a:lnTo>
                    <a:pt x="6786934" y="1276339"/>
                  </a:lnTo>
                  <a:lnTo>
                    <a:pt x="6787779" y="1303481"/>
                  </a:lnTo>
                  <a:lnTo>
                    <a:pt x="6788625" y="1321509"/>
                  </a:lnTo>
                  <a:lnTo>
                    <a:pt x="6789470" y="1343741"/>
                  </a:lnTo>
                  <a:lnTo>
                    <a:pt x="6790315" y="1314121"/>
                  </a:lnTo>
                  <a:lnTo>
                    <a:pt x="6791160" y="1299403"/>
                  </a:lnTo>
                  <a:lnTo>
                    <a:pt x="6792005" y="1271110"/>
                  </a:lnTo>
                  <a:lnTo>
                    <a:pt x="6792850" y="1259995"/>
                  </a:lnTo>
                  <a:lnTo>
                    <a:pt x="6793695" y="1239472"/>
                  </a:lnTo>
                  <a:lnTo>
                    <a:pt x="6794540" y="1230235"/>
                  </a:lnTo>
                  <a:lnTo>
                    <a:pt x="6795385" y="1212716"/>
                  </a:lnTo>
                  <a:lnTo>
                    <a:pt x="6796230" y="1250182"/>
                  </a:lnTo>
                  <a:lnTo>
                    <a:pt x="6797075" y="1259195"/>
                  </a:lnTo>
                  <a:lnTo>
                    <a:pt x="6797921" y="1304100"/>
                  </a:lnTo>
                  <a:lnTo>
                    <a:pt x="6798766" y="1325440"/>
                  </a:lnTo>
                  <a:lnTo>
                    <a:pt x="6799611" y="1322903"/>
                  </a:lnTo>
                  <a:lnTo>
                    <a:pt x="6800456" y="1367521"/>
                  </a:lnTo>
                  <a:lnTo>
                    <a:pt x="6801301" y="1372981"/>
                  </a:lnTo>
                  <a:lnTo>
                    <a:pt x="6802146" y="1387071"/>
                  </a:lnTo>
                  <a:lnTo>
                    <a:pt x="6802991" y="1398484"/>
                  </a:lnTo>
                  <a:lnTo>
                    <a:pt x="6803836" y="1405045"/>
                  </a:lnTo>
                  <a:lnTo>
                    <a:pt x="6804681" y="1434514"/>
                  </a:lnTo>
                  <a:lnTo>
                    <a:pt x="6805526" y="1424267"/>
                  </a:lnTo>
                  <a:lnTo>
                    <a:pt x="6806372" y="1518765"/>
                  </a:lnTo>
                  <a:lnTo>
                    <a:pt x="6807217" y="1423712"/>
                  </a:lnTo>
                  <a:lnTo>
                    <a:pt x="6808062" y="1424979"/>
                  </a:lnTo>
                  <a:lnTo>
                    <a:pt x="6808907" y="1427998"/>
                  </a:lnTo>
                  <a:lnTo>
                    <a:pt x="6809752" y="1414335"/>
                  </a:lnTo>
                  <a:lnTo>
                    <a:pt x="6810597" y="1365332"/>
                  </a:lnTo>
                  <a:lnTo>
                    <a:pt x="6811442" y="1336929"/>
                  </a:lnTo>
                  <a:lnTo>
                    <a:pt x="6812287" y="1518765"/>
                  </a:lnTo>
                  <a:lnTo>
                    <a:pt x="6813132" y="1341388"/>
                  </a:lnTo>
                  <a:lnTo>
                    <a:pt x="6813977" y="1518765"/>
                  </a:lnTo>
                  <a:lnTo>
                    <a:pt x="6814822" y="1368822"/>
                  </a:lnTo>
                  <a:lnTo>
                    <a:pt x="6815668" y="1518765"/>
                  </a:lnTo>
                  <a:lnTo>
                    <a:pt x="6816513" y="1390482"/>
                  </a:lnTo>
                  <a:lnTo>
                    <a:pt x="6817358" y="1387233"/>
                  </a:lnTo>
                  <a:lnTo>
                    <a:pt x="6818203" y="1409767"/>
                  </a:lnTo>
                  <a:lnTo>
                    <a:pt x="6819048" y="1408147"/>
                  </a:lnTo>
                  <a:lnTo>
                    <a:pt x="6819893" y="1446828"/>
                  </a:lnTo>
                  <a:lnTo>
                    <a:pt x="6820738" y="1437137"/>
                  </a:lnTo>
                  <a:lnTo>
                    <a:pt x="6821583" y="1446496"/>
                  </a:lnTo>
                  <a:lnTo>
                    <a:pt x="6822428" y="1432705"/>
                  </a:lnTo>
                  <a:lnTo>
                    <a:pt x="6823273" y="1428658"/>
                  </a:lnTo>
                  <a:lnTo>
                    <a:pt x="6824118" y="1518765"/>
                  </a:lnTo>
                  <a:lnTo>
                    <a:pt x="6824964" y="1390675"/>
                  </a:lnTo>
                  <a:lnTo>
                    <a:pt x="6825809" y="1413238"/>
                  </a:lnTo>
                  <a:lnTo>
                    <a:pt x="6826654" y="1366382"/>
                  </a:lnTo>
                  <a:lnTo>
                    <a:pt x="6827499" y="1518765"/>
                  </a:lnTo>
                  <a:lnTo>
                    <a:pt x="6828344" y="1518765"/>
                  </a:lnTo>
                  <a:lnTo>
                    <a:pt x="6829189" y="1518765"/>
                  </a:lnTo>
                  <a:lnTo>
                    <a:pt x="6830034" y="1518765"/>
                  </a:lnTo>
                  <a:lnTo>
                    <a:pt x="6830879" y="1518765"/>
                  </a:lnTo>
                  <a:lnTo>
                    <a:pt x="6831724" y="1415721"/>
                  </a:lnTo>
                  <a:lnTo>
                    <a:pt x="6832569" y="1435390"/>
                  </a:lnTo>
                  <a:lnTo>
                    <a:pt x="6833414" y="1428059"/>
                  </a:lnTo>
                  <a:lnTo>
                    <a:pt x="6834260" y="1518765"/>
                  </a:lnTo>
                  <a:lnTo>
                    <a:pt x="6835105" y="1419265"/>
                  </a:lnTo>
                  <a:lnTo>
                    <a:pt x="6835950" y="1518765"/>
                  </a:lnTo>
                  <a:lnTo>
                    <a:pt x="6836795" y="1351554"/>
                  </a:lnTo>
                  <a:lnTo>
                    <a:pt x="6837640" y="1300904"/>
                  </a:lnTo>
                  <a:lnTo>
                    <a:pt x="6838485" y="1255186"/>
                  </a:lnTo>
                  <a:lnTo>
                    <a:pt x="6839330" y="1222402"/>
                  </a:lnTo>
                  <a:lnTo>
                    <a:pt x="6840175" y="1223272"/>
                  </a:lnTo>
                  <a:lnTo>
                    <a:pt x="6841020" y="1205971"/>
                  </a:lnTo>
                  <a:lnTo>
                    <a:pt x="6841865" y="1224767"/>
                  </a:lnTo>
                  <a:lnTo>
                    <a:pt x="6842710" y="1200030"/>
                  </a:lnTo>
                  <a:lnTo>
                    <a:pt x="6843556" y="1193562"/>
                  </a:lnTo>
                  <a:lnTo>
                    <a:pt x="6844401" y="1229651"/>
                  </a:lnTo>
                  <a:lnTo>
                    <a:pt x="6845246" y="1211610"/>
                  </a:lnTo>
                  <a:lnTo>
                    <a:pt x="6846091" y="1222778"/>
                  </a:lnTo>
                  <a:lnTo>
                    <a:pt x="6846936" y="1239245"/>
                  </a:lnTo>
                  <a:lnTo>
                    <a:pt x="6847781" y="1272668"/>
                  </a:lnTo>
                  <a:lnTo>
                    <a:pt x="6848626" y="1339352"/>
                  </a:lnTo>
                  <a:lnTo>
                    <a:pt x="6849471" y="1518765"/>
                  </a:lnTo>
                  <a:lnTo>
                    <a:pt x="6850316" y="1340628"/>
                  </a:lnTo>
                  <a:lnTo>
                    <a:pt x="6851161" y="1355124"/>
                  </a:lnTo>
                  <a:lnTo>
                    <a:pt x="6852006" y="1365502"/>
                  </a:lnTo>
                  <a:lnTo>
                    <a:pt x="6852852" y="1347782"/>
                  </a:lnTo>
                  <a:lnTo>
                    <a:pt x="6853697" y="1268635"/>
                  </a:lnTo>
                  <a:lnTo>
                    <a:pt x="6854542" y="1254419"/>
                  </a:lnTo>
                  <a:lnTo>
                    <a:pt x="6855387" y="1214431"/>
                  </a:lnTo>
                  <a:lnTo>
                    <a:pt x="6856232" y="1214010"/>
                  </a:lnTo>
                  <a:lnTo>
                    <a:pt x="6857077" y="1216220"/>
                  </a:lnTo>
                  <a:lnTo>
                    <a:pt x="6857922" y="1178643"/>
                  </a:lnTo>
                  <a:lnTo>
                    <a:pt x="6858767" y="1271782"/>
                  </a:lnTo>
                  <a:lnTo>
                    <a:pt x="6859612" y="1355562"/>
                  </a:lnTo>
                  <a:lnTo>
                    <a:pt x="6860457" y="1365229"/>
                  </a:lnTo>
                  <a:lnTo>
                    <a:pt x="6861302" y="1378581"/>
                  </a:lnTo>
                  <a:lnTo>
                    <a:pt x="6862148" y="1362136"/>
                  </a:lnTo>
                  <a:lnTo>
                    <a:pt x="6862993" y="1389511"/>
                  </a:lnTo>
                  <a:lnTo>
                    <a:pt x="6863838" y="1353659"/>
                  </a:lnTo>
                  <a:lnTo>
                    <a:pt x="6864683" y="1356124"/>
                  </a:lnTo>
                  <a:lnTo>
                    <a:pt x="6865528" y="1360914"/>
                  </a:lnTo>
                  <a:lnTo>
                    <a:pt x="6866373" y="1518765"/>
                  </a:lnTo>
                  <a:lnTo>
                    <a:pt x="6867218" y="1518765"/>
                  </a:lnTo>
                  <a:lnTo>
                    <a:pt x="6868063" y="1518765"/>
                  </a:lnTo>
                  <a:lnTo>
                    <a:pt x="6868908" y="1237731"/>
                  </a:lnTo>
                  <a:lnTo>
                    <a:pt x="6869753" y="1206058"/>
                  </a:lnTo>
                  <a:lnTo>
                    <a:pt x="6870599" y="1226483"/>
                  </a:lnTo>
                  <a:lnTo>
                    <a:pt x="6871444" y="1191487"/>
                  </a:lnTo>
                  <a:lnTo>
                    <a:pt x="6872289" y="1250310"/>
                  </a:lnTo>
                  <a:lnTo>
                    <a:pt x="6873134" y="1284317"/>
                  </a:lnTo>
                  <a:lnTo>
                    <a:pt x="6873979" y="1315578"/>
                  </a:lnTo>
                  <a:lnTo>
                    <a:pt x="6874824" y="1326783"/>
                  </a:lnTo>
                  <a:lnTo>
                    <a:pt x="6875669" y="1301022"/>
                  </a:lnTo>
                  <a:lnTo>
                    <a:pt x="6876514" y="1313308"/>
                  </a:lnTo>
                  <a:lnTo>
                    <a:pt x="6877359" y="1298354"/>
                  </a:lnTo>
                  <a:lnTo>
                    <a:pt x="6878204" y="1318176"/>
                  </a:lnTo>
                  <a:lnTo>
                    <a:pt x="6879049" y="1330700"/>
                  </a:lnTo>
                  <a:lnTo>
                    <a:pt x="6879895" y="1294113"/>
                  </a:lnTo>
                  <a:lnTo>
                    <a:pt x="6880740" y="1229783"/>
                  </a:lnTo>
                  <a:lnTo>
                    <a:pt x="6881585" y="1518765"/>
                  </a:lnTo>
                  <a:lnTo>
                    <a:pt x="6882430" y="1518765"/>
                  </a:lnTo>
                  <a:lnTo>
                    <a:pt x="6883275" y="1192197"/>
                  </a:lnTo>
                  <a:lnTo>
                    <a:pt x="6884120" y="1142680"/>
                  </a:lnTo>
                  <a:lnTo>
                    <a:pt x="6884965" y="1140975"/>
                  </a:lnTo>
                  <a:lnTo>
                    <a:pt x="6885810" y="1126318"/>
                  </a:lnTo>
                  <a:lnTo>
                    <a:pt x="6886655" y="1157947"/>
                  </a:lnTo>
                  <a:lnTo>
                    <a:pt x="6887500" y="1171463"/>
                  </a:lnTo>
                  <a:lnTo>
                    <a:pt x="6888345" y="1196859"/>
                  </a:lnTo>
                  <a:lnTo>
                    <a:pt x="6889191" y="1233111"/>
                  </a:lnTo>
                  <a:lnTo>
                    <a:pt x="6890036" y="1303882"/>
                  </a:lnTo>
                  <a:lnTo>
                    <a:pt x="6890881" y="1334790"/>
                  </a:lnTo>
                  <a:lnTo>
                    <a:pt x="6891726" y="1310593"/>
                  </a:lnTo>
                  <a:lnTo>
                    <a:pt x="6892571" y="1289711"/>
                  </a:lnTo>
                  <a:lnTo>
                    <a:pt x="6893416" y="1323574"/>
                  </a:lnTo>
                  <a:lnTo>
                    <a:pt x="6894261" y="1352553"/>
                  </a:lnTo>
                  <a:lnTo>
                    <a:pt x="6895106" y="1341679"/>
                  </a:lnTo>
                  <a:lnTo>
                    <a:pt x="6895951" y="1329563"/>
                  </a:lnTo>
                  <a:lnTo>
                    <a:pt x="6896796" y="1354595"/>
                  </a:lnTo>
                  <a:lnTo>
                    <a:pt x="6897641" y="1340765"/>
                  </a:lnTo>
                  <a:lnTo>
                    <a:pt x="6898487" y="1298277"/>
                  </a:lnTo>
                  <a:lnTo>
                    <a:pt x="6899332" y="1297438"/>
                  </a:lnTo>
                  <a:lnTo>
                    <a:pt x="6900177" y="1350250"/>
                  </a:lnTo>
                  <a:lnTo>
                    <a:pt x="6901022" y="1389309"/>
                  </a:lnTo>
                  <a:lnTo>
                    <a:pt x="6901867" y="1518765"/>
                  </a:lnTo>
                  <a:lnTo>
                    <a:pt x="6902712" y="1518765"/>
                  </a:lnTo>
                  <a:lnTo>
                    <a:pt x="6903557" y="1358555"/>
                  </a:lnTo>
                  <a:lnTo>
                    <a:pt x="6904402" y="1375981"/>
                  </a:lnTo>
                  <a:lnTo>
                    <a:pt x="6905247" y="1373769"/>
                  </a:lnTo>
                  <a:lnTo>
                    <a:pt x="6906092" y="1360345"/>
                  </a:lnTo>
                  <a:lnTo>
                    <a:pt x="6906937" y="1353140"/>
                  </a:lnTo>
                  <a:lnTo>
                    <a:pt x="6907783" y="1346499"/>
                  </a:lnTo>
                  <a:lnTo>
                    <a:pt x="6908628" y="1328919"/>
                  </a:lnTo>
                  <a:lnTo>
                    <a:pt x="6909473" y="1329726"/>
                  </a:lnTo>
                  <a:lnTo>
                    <a:pt x="6910318" y="1313052"/>
                  </a:lnTo>
                  <a:lnTo>
                    <a:pt x="6911163" y="1290965"/>
                  </a:lnTo>
                  <a:lnTo>
                    <a:pt x="6912008" y="1314772"/>
                  </a:lnTo>
                  <a:lnTo>
                    <a:pt x="6912853" y="1349566"/>
                  </a:lnTo>
                  <a:lnTo>
                    <a:pt x="6913698" y="1337309"/>
                  </a:lnTo>
                  <a:lnTo>
                    <a:pt x="6914543" y="1333682"/>
                  </a:lnTo>
                  <a:lnTo>
                    <a:pt x="6915388" y="1518765"/>
                  </a:lnTo>
                  <a:lnTo>
                    <a:pt x="6916233" y="1281285"/>
                  </a:lnTo>
                  <a:lnTo>
                    <a:pt x="6917079" y="1518765"/>
                  </a:lnTo>
                  <a:lnTo>
                    <a:pt x="6917924" y="1313321"/>
                  </a:lnTo>
                  <a:lnTo>
                    <a:pt x="6918769" y="1321890"/>
                  </a:lnTo>
                  <a:lnTo>
                    <a:pt x="6919614" y="1339496"/>
                  </a:lnTo>
                  <a:lnTo>
                    <a:pt x="6920459" y="1302296"/>
                  </a:lnTo>
                  <a:lnTo>
                    <a:pt x="6921304" y="1275567"/>
                  </a:lnTo>
                  <a:lnTo>
                    <a:pt x="6922149" y="1247608"/>
                  </a:lnTo>
                  <a:lnTo>
                    <a:pt x="6922994" y="1228611"/>
                  </a:lnTo>
                  <a:lnTo>
                    <a:pt x="6923839" y="1256739"/>
                  </a:lnTo>
                  <a:lnTo>
                    <a:pt x="6924684" y="1326388"/>
                  </a:lnTo>
                  <a:lnTo>
                    <a:pt x="6925529" y="1316977"/>
                  </a:lnTo>
                  <a:lnTo>
                    <a:pt x="6926375" y="1305750"/>
                  </a:lnTo>
                  <a:lnTo>
                    <a:pt x="6927220" y="1268440"/>
                  </a:lnTo>
                  <a:lnTo>
                    <a:pt x="6928065" y="1257593"/>
                  </a:lnTo>
                  <a:lnTo>
                    <a:pt x="6928910" y="1274801"/>
                  </a:lnTo>
                  <a:lnTo>
                    <a:pt x="6929755" y="1279333"/>
                  </a:lnTo>
                  <a:lnTo>
                    <a:pt x="6930600" y="1273039"/>
                  </a:lnTo>
                  <a:lnTo>
                    <a:pt x="6931445" y="1518765"/>
                  </a:lnTo>
                  <a:lnTo>
                    <a:pt x="6932290" y="1518765"/>
                  </a:lnTo>
                  <a:lnTo>
                    <a:pt x="6933135" y="1518765"/>
                  </a:lnTo>
                  <a:lnTo>
                    <a:pt x="6933980" y="1370148"/>
                  </a:lnTo>
                  <a:lnTo>
                    <a:pt x="6934826" y="1377995"/>
                  </a:lnTo>
                  <a:lnTo>
                    <a:pt x="6935671" y="1395376"/>
                  </a:lnTo>
                  <a:lnTo>
                    <a:pt x="6936516" y="1518765"/>
                  </a:lnTo>
                  <a:lnTo>
                    <a:pt x="6937361" y="1518765"/>
                  </a:lnTo>
                  <a:lnTo>
                    <a:pt x="6938206" y="1419277"/>
                  </a:lnTo>
                  <a:lnTo>
                    <a:pt x="6939051" y="1392208"/>
                  </a:lnTo>
                  <a:lnTo>
                    <a:pt x="6939896" y="1378659"/>
                  </a:lnTo>
                  <a:lnTo>
                    <a:pt x="6940741" y="1378957"/>
                  </a:lnTo>
                  <a:lnTo>
                    <a:pt x="6941586" y="1518765"/>
                  </a:lnTo>
                  <a:lnTo>
                    <a:pt x="6942431" y="1518765"/>
                  </a:lnTo>
                  <a:lnTo>
                    <a:pt x="6943276" y="1518765"/>
                  </a:lnTo>
                  <a:lnTo>
                    <a:pt x="6944122" y="1202606"/>
                  </a:lnTo>
                  <a:lnTo>
                    <a:pt x="6944967" y="1172237"/>
                  </a:lnTo>
                  <a:lnTo>
                    <a:pt x="6945812" y="1196953"/>
                  </a:lnTo>
                  <a:lnTo>
                    <a:pt x="6946657" y="1209631"/>
                  </a:lnTo>
                  <a:lnTo>
                    <a:pt x="6947502" y="1224459"/>
                  </a:lnTo>
                  <a:lnTo>
                    <a:pt x="6948347" y="1264109"/>
                  </a:lnTo>
                  <a:lnTo>
                    <a:pt x="6949192" y="1302793"/>
                  </a:lnTo>
                  <a:lnTo>
                    <a:pt x="6950037" y="1283072"/>
                  </a:lnTo>
                  <a:lnTo>
                    <a:pt x="6950882" y="1214593"/>
                  </a:lnTo>
                  <a:lnTo>
                    <a:pt x="6951727" y="1182316"/>
                  </a:lnTo>
                  <a:lnTo>
                    <a:pt x="6952572" y="1190826"/>
                  </a:lnTo>
                  <a:lnTo>
                    <a:pt x="6953418" y="1239658"/>
                  </a:lnTo>
                  <a:lnTo>
                    <a:pt x="6954263" y="1251656"/>
                  </a:lnTo>
                  <a:lnTo>
                    <a:pt x="6955108" y="1201104"/>
                  </a:lnTo>
                  <a:lnTo>
                    <a:pt x="6955953" y="1214602"/>
                  </a:lnTo>
                  <a:lnTo>
                    <a:pt x="6956798" y="1153085"/>
                  </a:lnTo>
                  <a:lnTo>
                    <a:pt x="6957643" y="1170391"/>
                  </a:lnTo>
                  <a:lnTo>
                    <a:pt x="6958488" y="1129123"/>
                  </a:lnTo>
                  <a:lnTo>
                    <a:pt x="6959333" y="1102257"/>
                  </a:lnTo>
                  <a:lnTo>
                    <a:pt x="6960178" y="1120289"/>
                  </a:lnTo>
                  <a:lnTo>
                    <a:pt x="6961023" y="1132752"/>
                  </a:lnTo>
                  <a:lnTo>
                    <a:pt x="6961868" y="1117842"/>
                  </a:lnTo>
                  <a:lnTo>
                    <a:pt x="6962714" y="1177944"/>
                  </a:lnTo>
                  <a:lnTo>
                    <a:pt x="6963559" y="1235831"/>
                  </a:lnTo>
                  <a:lnTo>
                    <a:pt x="6964404" y="1294442"/>
                  </a:lnTo>
                  <a:lnTo>
                    <a:pt x="6965249" y="1518765"/>
                  </a:lnTo>
                  <a:lnTo>
                    <a:pt x="6966094" y="1337299"/>
                  </a:lnTo>
                  <a:lnTo>
                    <a:pt x="6966939" y="1357783"/>
                  </a:lnTo>
                  <a:lnTo>
                    <a:pt x="6967784" y="1359934"/>
                  </a:lnTo>
                  <a:lnTo>
                    <a:pt x="6968629" y="1376691"/>
                  </a:lnTo>
                  <a:lnTo>
                    <a:pt x="6969474" y="1368354"/>
                  </a:lnTo>
                  <a:lnTo>
                    <a:pt x="6970319" y="1401813"/>
                  </a:lnTo>
                  <a:lnTo>
                    <a:pt x="6971164" y="1410377"/>
                  </a:lnTo>
                  <a:lnTo>
                    <a:pt x="6972010" y="1441748"/>
                  </a:lnTo>
                  <a:lnTo>
                    <a:pt x="6972855" y="1441749"/>
                  </a:lnTo>
                  <a:lnTo>
                    <a:pt x="6973700" y="1422894"/>
                  </a:lnTo>
                  <a:lnTo>
                    <a:pt x="6974545" y="1429582"/>
                  </a:lnTo>
                  <a:lnTo>
                    <a:pt x="6975390" y="1399775"/>
                  </a:lnTo>
                  <a:lnTo>
                    <a:pt x="6976235" y="1440557"/>
                  </a:lnTo>
                  <a:lnTo>
                    <a:pt x="6977080" y="1518765"/>
                  </a:lnTo>
                  <a:lnTo>
                    <a:pt x="6977925" y="1518765"/>
                  </a:lnTo>
                  <a:lnTo>
                    <a:pt x="6978770" y="1518765"/>
                  </a:lnTo>
                  <a:lnTo>
                    <a:pt x="6979615" y="1408534"/>
                  </a:lnTo>
                  <a:lnTo>
                    <a:pt x="6980460" y="1393208"/>
                  </a:lnTo>
                  <a:lnTo>
                    <a:pt x="6981306" y="1387098"/>
                  </a:lnTo>
                  <a:lnTo>
                    <a:pt x="6982151" y="1368779"/>
                  </a:lnTo>
                  <a:lnTo>
                    <a:pt x="6982996" y="1347481"/>
                  </a:lnTo>
                  <a:lnTo>
                    <a:pt x="6983841" y="1333110"/>
                  </a:lnTo>
                  <a:lnTo>
                    <a:pt x="6984686" y="1274798"/>
                  </a:lnTo>
                  <a:lnTo>
                    <a:pt x="6985531" y="1220322"/>
                  </a:lnTo>
                  <a:lnTo>
                    <a:pt x="6986376" y="1186072"/>
                  </a:lnTo>
                  <a:lnTo>
                    <a:pt x="6987221" y="1186180"/>
                  </a:lnTo>
                  <a:lnTo>
                    <a:pt x="6988066" y="1173612"/>
                  </a:lnTo>
                  <a:lnTo>
                    <a:pt x="6988911" y="1214585"/>
                  </a:lnTo>
                  <a:lnTo>
                    <a:pt x="6989756" y="1247217"/>
                  </a:lnTo>
                  <a:lnTo>
                    <a:pt x="6990602" y="1284707"/>
                  </a:lnTo>
                  <a:lnTo>
                    <a:pt x="6991447" y="1315584"/>
                  </a:lnTo>
                  <a:lnTo>
                    <a:pt x="6992292" y="1325987"/>
                  </a:lnTo>
                  <a:lnTo>
                    <a:pt x="6993137" y="1345035"/>
                  </a:lnTo>
                  <a:lnTo>
                    <a:pt x="6993982" y="1518765"/>
                  </a:lnTo>
                  <a:lnTo>
                    <a:pt x="6994827" y="1354366"/>
                  </a:lnTo>
                  <a:lnTo>
                    <a:pt x="6995672" y="1378554"/>
                  </a:lnTo>
                  <a:lnTo>
                    <a:pt x="6996517" y="1384835"/>
                  </a:lnTo>
                  <a:lnTo>
                    <a:pt x="6997362" y="1384878"/>
                  </a:lnTo>
                  <a:lnTo>
                    <a:pt x="6998207" y="1335902"/>
                  </a:lnTo>
                  <a:lnTo>
                    <a:pt x="6999053" y="1337653"/>
                  </a:lnTo>
                  <a:lnTo>
                    <a:pt x="6999898" y="1371461"/>
                  </a:lnTo>
                  <a:lnTo>
                    <a:pt x="7000743" y="1382042"/>
                  </a:lnTo>
                  <a:lnTo>
                    <a:pt x="7001588" y="1518765"/>
                  </a:lnTo>
                  <a:lnTo>
                    <a:pt x="7002433" y="1518765"/>
                  </a:lnTo>
                  <a:lnTo>
                    <a:pt x="7003278" y="1323837"/>
                  </a:lnTo>
                  <a:lnTo>
                    <a:pt x="7004123" y="1369037"/>
                  </a:lnTo>
                  <a:lnTo>
                    <a:pt x="7004968" y="1375115"/>
                  </a:lnTo>
                  <a:lnTo>
                    <a:pt x="7005813" y="1518765"/>
                  </a:lnTo>
                  <a:lnTo>
                    <a:pt x="7006658" y="1518765"/>
                  </a:lnTo>
                  <a:lnTo>
                    <a:pt x="7007503" y="1340170"/>
                  </a:lnTo>
                  <a:lnTo>
                    <a:pt x="7008349" y="1347784"/>
                  </a:lnTo>
                  <a:lnTo>
                    <a:pt x="7009194" y="1287906"/>
                  </a:lnTo>
                  <a:lnTo>
                    <a:pt x="7010039" y="1233604"/>
                  </a:lnTo>
                  <a:lnTo>
                    <a:pt x="7010884" y="1203954"/>
                  </a:lnTo>
                  <a:lnTo>
                    <a:pt x="7011729" y="1155512"/>
                  </a:lnTo>
                  <a:lnTo>
                    <a:pt x="7012574" y="1152984"/>
                  </a:lnTo>
                  <a:lnTo>
                    <a:pt x="7013419" y="1144927"/>
                  </a:lnTo>
                  <a:lnTo>
                    <a:pt x="7014264" y="1171896"/>
                  </a:lnTo>
                  <a:lnTo>
                    <a:pt x="7015109" y="1200692"/>
                  </a:lnTo>
                  <a:lnTo>
                    <a:pt x="7015954" y="1188046"/>
                  </a:lnTo>
                  <a:lnTo>
                    <a:pt x="7016799" y="1198681"/>
                  </a:lnTo>
                  <a:lnTo>
                    <a:pt x="7017645" y="1203552"/>
                  </a:lnTo>
                  <a:lnTo>
                    <a:pt x="7018490" y="1286840"/>
                  </a:lnTo>
                  <a:lnTo>
                    <a:pt x="7019335" y="1306199"/>
                  </a:lnTo>
                  <a:lnTo>
                    <a:pt x="7020180" y="1300256"/>
                  </a:lnTo>
                  <a:lnTo>
                    <a:pt x="7021025" y="1222084"/>
                  </a:lnTo>
                  <a:lnTo>
                    <a:pt x="7021870" y="1277752"/>
                  </a:lnTo>
                  <a:lnTo>
                    <a:pt x="7022715" y="1241808"/>
                  </a:lnTo>
                  <a:lnTo>
                    <a:pt x="7023560" y="1267532"/>
                  </a:lnTo>
                  <a:lnTo>
                    <a:pt x="7024405" y="1232797"/>
                  </a:lnTo>
                  <a:lnTo>
                    <a:pt x="7025250" y="1280528"/>
                  </a:lnTo>
                  <a:lnTo>
                    <a:pt x="7026095" y="1352303"/>
                  </a:lnTo>
                  <a:lnTo>
                    <a:pt x="7026941" y="1313116"/>
                  </a:lnTo>
                  <a:lnTo>
                    <a:pt x="7027786" y="1518765"/>
                  </a:lnTo>
                  <a:lnTo>
                    <a:pt x="7028631" y="1244077"/>
                  </a:lnTo>
                  <a:lnTo>
                    <a:pt x="7029476" y="1518765"/>
                  </a:lnTo>
                  <a:lnTo>
                    <a:pt x="7030321" y="1293047"/>
                  </a:lnTo>
                  <a:lnTo>
                    <a:pt x="7031166" y="1270883"/>
                  </a:lnTo>
                  <a:lnTo>
                    <a:pt x="7032011" y="1518765"/>
                  </a:lnTo>
                  <a:lnTo>
                    <a:pt x="7032856" y="1220102"/>
                  </a:lnTo>
                  <a:lnTo>
                    <a:pt x="7033701" y="1518765"/>
                  </a:lnTo>
                  <a:lnTo>
                    <a:pt x="7034546" y="1221666"/>
                  </a:lnTo>
                  <a:lnTo>
                    <a:pt x="7035391" y="1189349"/>
                  </a:lnTo>
                  <a:lnTo>
                    <a:pt x="7036237" y="1193126"/>
                  </a:lnTo>
                  <a:lnTo>
                    <a:pt x="7037082" y="1227105"/>
                  </a:lnTo>
                  <a:lnTo>
                    <a:pt x="7037927" y="1202097"/>
                  </a:lnTo>
                  <a:lnTo>
                    <a:pt x="7038772" y="1183200"/>
                  </a:lnTo>
                  <a:lnTo>
                    <a:pt x="7039617" y="1214242"/>
                  </a:lnTo>
                  <a:lnTo>
                    <a:pt x="7040462" y="1245964"/>
                  </a:lnTo>
                  <a:lnTo>
                    <a:pt x="7041307" y="1302502"/>
                  </a:lnTo>
                  <a:lnTo>
                    <a:pt x="7042152" y="1314427"/>
                  </a:lnTo>
                  <a:lnTo>
                    <a:pt x="7042997" y="1327111"/>
                  </a:lnTo>
                  <a:lnTo>
                    <a:pt x="7043842" y="1355160"/>
                  </a:lnTo>
                  <a:lnTo>
                    <a:pt x="7044687" y="1518765"/>
                  </a:lnTo>
                  <a:lnTo>
                    <a:pt x="7045533" y="1518765"/>
                  </a:lnTo>
                  <a:lnTo>
                    <a:pt x="7046378" y="1366841"/>
                  </a:lnTo>
                  <a:lnTo>
                    <a:pt x="7047223" y="1518765"/>
                  </a:lnTo>
                  <a:lnTo>
                    <a:pt x="7048068" y="1518765"/>
                  </a:lnTo>
                  <a:lnTo>
                    <a:pt x="7048913" y="1518765"/>
                  </a:lnTo>
                  <a:lnTo>
                    <a:pt x="7049758" y="1518765"/>
                  </a:lnTo>
                  <a:lnTo>
                    <a:pt x="7050603" y="1196572"/>
                  </a:lnTo>
                  <a:lnTo>
                    <a:pt x="7051448" y="1247963"/>
                  </a:lnTo>
                  <a:lnTo>
                    <a:pt x="7052293" y="1307077"/>
                  </a:lnTo>
                  <a:lnTo>
                    <a:pt x="7053138" y="1518765"/>
                  </a:lnTo>
                  <a:lnTo>
                    <a:pt x="7053983" y="1309615"/>
                  </a:lnTo>
                  <a:lnTo>
                    <a:pt x="7054829" y="1320939"/>
                  </a:lnTo>
                  <a:lnTo>
                    <a:pt x="7055674" y="1342910"/>
                  </a:lnTo>
                  <a:lnTo>
                    <a:pt x="7056519" y="1309344"/>
                  </a:lnTo>
                  <a:lnTo>
                    <a:pt x="7057364" y="1322543"/>
                  </a:lnTo>
                  <a:lnTo>
                    <a:pt x="7058209" y="1377713"/>
                  </a:lnTo>
                  <a:lnTo>
                    <a:pt x="7059054" y="1401833"/>
                  </a:lnTo>
                  <a:lnTo>
                    <a:pt x="7059899" y="1518765"/>
                  </a:lnTo>
                  <a:lnTo>
                    <a:pt x="7060744" y="1518765"/>
                  </a:lnTo>
                  <a:lnTo>
                    <a:pt x="7061589" y="1431279"/>
                  </a:lnTo>
                  <a:lnTo>
                    <a:pt x="7062434" y="1442276"/>
                  </a:lnTo>
                  <a:lnTo>
                    <a:pt x="7063280" y="1439188"/>
                  </a:lnTo>
                  <a:lnTo>
                    <a:pt x="7064125" y="1423461"/>
                  </a:lnTo>
                  <a:lnTo>
                    <a:pt x="7064970" y="1439680"/>
                  </a:lnTo>
                  <a:lnTo>
                    <a:pt x="7065815" y="1444297"/>
                  </a:lnTo>
                  <a:lnTo>
                    <a:pt x="7066660" y="1426292"/>
                  </a:lnTo>
                  <a:lnTo>
                    <a:pt x="7067505" y="1386696"/>
                  </a:lnTo>
                  <a:lnTo>
                    <a:pt x="7068350" y="1389417"/>
                  </a:lnTo>
                  <a:lnTo>
                    <a:pt x="7069195" y="1375675"/>
                  </a:lnTo>
                  <a:lnTo>
                    <a:pt x="7070040" y="1365452"/>
                  </a:lnTo>
                  <a:lnTo>
                    <a:pt x="7070885" y="1346546"/>
                  </a:lnTo>
                  <a:lnTo>
                    <a:pt x="7071730" y="1518765"/>
                  </a:lnTo>
                  <a:lnTo>
                    <a:pt x="7072576" y="1353998"/>
                  </a:lnTo>
                  <a:lnTo>
                    <a:pt x="7073421" y="1346649"/>
                  </a:lnTo>
                  <a:lnTo>
                    <a:pt x="7074266" y="1330826"/>
                  </a:lnTo>
                  <a:lnTo>
                    <a:pt x="7075111" y="1315375"/>
                  </a:lnTo>
                  <a:lnTo>
                    <a:pt x="7075956" y="1518765"/>
                  </a:lnTo>
                  <a:lnTo>
                    <a:pt x="7076801" y="1270872"/>
                  </a:lnTo>
                  <a:lnTo>
                    <a:pt x="7077646" y="1264519"/>
                  </a:lnTo>
                  <a:lnTo>
                    <a:pt x="7078491" y="1300803"/>
                  </a:lnTo>
                  <a:lnTo>
                    <a:pt x="7079336" y="1368383"/>
                  </a:lnTo>
                  <a:lnTo>
                    <a:pt x="7080181" y="1375304"/>
                  </a:lnTo>
                  <a:lnTo>
                    <a:pt x="7081026" y="1378251"/>
                  </a:lnTo>
                  <a:lnTo>
                    <a:pt x="7081872" y="1411394"/>
                  </a:lnTo>
                  <a:lnTo>
                    <a:pt x="7082717" y="1417411"/>
                  </a:lnTo>
                  <a:lnTo>
                    <a:pt x="7083562" y="1424525"/>
                  </a:lnTo>
                  <a:lnTo>
                    <a:pt x="7084407" y="1391612"/>
                  </a:lnTo>
                  <a:lnTo>
                    <a:pt x="7085252" y="1400092"/>
                  </a:lnTo>
                  <a:lnTo>
                    <a:pt x="7086097" y="1391770"/>
                  </a:lnTo>
                  <a:lnTo>
                    <a:pt x="7086942" y="1367236"/>
                  </a:lnTo>
                  <a:lnTo>
                    <a:pt x="7087787" y="1341666"/>
                  </a:lnTo>
                  <a:lnTo>
                    <a:pt x="7088632" y="1351402"/>
                  </a:lnTo>
                  <a:lnTo>
                    <a:pt x="7089477" y="1411658"/>
                  </a:lnTo>
                  <a:lnTo>
                    <a:pt x="7090322" y="1431893"/>
                  </a:lnTo>
                  <a:lnTo>
                    <a:pt x="7091168" y="1429167"/>
                  </a:lnTo>
                  <a:lnTo>
                    <a:pt x="7092013" y="1457549"/>
                  </a:lnTo>
                  <a:lnTo>
                    <a:pt x="7092858" y="1451753"/>
                  </a:lnTo>
                  <a:lnTo>
                    <a:pt x="7093703" y="1439397"/>
                  </a:lnTo>
                  <a:lnTo>
                    <a:pt x="7094548" y="1518765"/>
                  </a:lnTo>
                  <a:lnTo>
                    <a:pt x="7095393" y="1432850"/>
                  </a:lnTo>
                  <a:lnTo>
                    <a:pt x="7096238" y="1417757"/>
                  </a:lnTo>
                  <a:lnTo>
                    <a:pt x="7097083" y="1518765"/>
                  </a:lnTo>
                  <a:lnTo>
                    <a:pt x="7097928" y="1418954"/>
                  </a:lnTo>
                  <a:lnTo>
                    <a:pt x="7098773" y="1408618"/>
                  </a:lnTo>
                  <a:lnTo>
                    <a:pt x="7099618" y="1422344"/>
                  </a:lnTo>
                  <a:lnTo>
                    <a:pt x="7100464" y="1518765"/>
                  </a:lnTo>
                  <a:lnTo>
                    <a:pt x="7101309" y="1518765"/>
                  </a:lnTo>
                  <a:lnTo>
                    <a:pt x="7102154" y="1407510"/>
                  </a:lnTo>
                  <a:lnTo>
                    <a:pt x="7102999" y="1407497"/>
                  </a:lnTo>
                  <a:lnTo>
                    <a:pt x="7103844" y="1421356"/>
                  </a:lnTo>
                  <a:lnTo>
                    <a:pt x="7104689" y="1410544"/>
                  </a:lnTo>
                  <a:lnTo>
                    <a:pt x="7105534" y="1435353"/>
                  </a:lnTo>
                  <a:lnTo>
                    <a:pt x="7106379" y="1432528"/>
                  </a:lnTo>
                  <a:lnTo>
                    <a:pt x="7107224" y="1400242"/>
                  </a:lnTo>
                  <a:lnTo>
                    <a:pt x="7108069" y="1518765"/>
                  </a:lnTo>
                  <a:lnTo>
                    <a:pt x="7108914" y="1418476"/>
                  </a:lnTo>
                  <a:lnTo>
                    <a:pt x="7109760" y="1429220"/>
                  </a:lnTo>
                  <a:lnTo>
                    <a:pt x="7110605" y="1417345"/>
                  </a:lnTo>
                  <a:lnTo>
                    <a:pt x="7111450" y="1407840"/>
                  </a:lnTo>
                  <a:lnTo>
                    <a:pt x="7112295" y="1424990"/>
                  </a:lnTo>
                  <a:lnTo>
                    <a:pt x="7113140" y="1427920"/>
                  </a:lnTo>
                  <a:lnTo>
                    <a:pt x="7113985" y="1431456"/>
                  </a:lnTo>
                  <a:lnTo>
                    <a:pt x="7114830" y="1518765"/>
                  </a:lnTo>
                  <a:lnTo>
                    <a:pt x="7115675" y="1426656"/>
                  </a:lnTo>
                  <a:lnTo>
                    <a:pt x="7116520" y="1430753"/>
                  </a:lnTo>
                  <a:lnTo>
                    <a:pt x="7117365" y="1423499"/>
                  </a:lnTo>
                  <a:lnTo>
                    <a:pt x="7118210" y="1398545"/>
                  </a:lnTo>
                  <a:lnTo>
                    <a:pt x="7119056" y="1351344"/>
                  </a:lnTo>
                  <a:lnTo>
                    <a:pt x="7119901" y="1359482"/>
                  </a:lnTo>
                  <a:lnTo>
                    <a:pt x="7120746" y="1332493"/>
                  </a:lnTo>
                  <a:lnTo>
                    <a:pt x="7121591" y="1332310"/>
                  </a:lnTo>
                  <a:lnTo>
                    <a:pt x="7122436" y="1335514"/>
                  </a:lnTo>
                  <a:lnTo>
                    <a:pt x="7123281" y="1332547"/>
                  </a:lnTo>
                  <a:lnTo>
                    <a:pt x="7124126" y="1362217"/>
                  </a:lnTo>
                  <a:lnTo>
                    <a:pt x="7124971" y="1296718"/>
                  </a:lnTo>
                  <a:lnTo>
                    <a:pt x="7125816" y="1319593"/>
                  </a:lnTo>
                  <a:lnTo>
                    <a:pt x="7126661" y="1310899"/>
                  </a:lnTo>
                  <a:lnTo>
                    <a:pt x="7127507" y="1360858"/>
                  </a:lnTo>
                  <a:lnTo>
                    <a:pt x="7128352" y="1518765"/>
                  </a:lnTo>
                  <a:lnTo>
                    <a:pt x="7129197" y="1388207"/>
                  </a:lnTo>
                  <a:lnTo>
                    <a:pt x="7130042" y="1416196"/>
                  </a:lnTo>
                  <a:lnTo>
                    <a:pt x="7130887" y="1446366"/>
                  </a:lnTo>
                  <a:lnTo>
                    <a:pt x="7131732" y="1448227"/>
                  </a:lnTo>
                  <a:lnTo>
                    <a:pt x="7132577" y="1518765"/>
                  </a:lnTo>
                  <a:lnTo>
                    <a:pt x="7133422" y="1518765"/>
                  </a:lnTo>
                  <a:lnTo>
                    <a:pt x="7134267" y="1466464"/>
                  </a:lnTo>
                  <a:lnTo>
                    <a:pt x="7135112" y="1482651"/>
                  </a:lnTo>
                  <a:lnTo>
                    <a:pt x="7135957" y="1486501"/>
                  </a:lnTo>
                  <a:lnTo>
                    <a:pt x="7136803" y="1518765"/>
                  </a:lnTo>
                  <a:lnTo>
                    <a:pt x="7137648" y="1518765"/>
                  </a:lnTo>
                  <a:lnTo>
                    <a:pt x="7138493" y="1518765"/>
                  </a:lnTo>
                  <a:lnTo>
                    <a:pt x="7139338" y="1518765"/>
                  </a:lnTo>
                  <a:lnTo>
                    <a:pt x="7140183" y="1448504"/>
                  </a:lnTo>
                  <a:lnTo>
                    <a:pt x="7141028" y="1425823"/>
                  </a:lnTo>
                  <a:lnTo>
                    <a:pt x="7141873" y="1397319"/>
                  </a:lnTo>
                  <a:lnTo>
                    <a:pt x="7142718" y="1386879"/>
                  </a:lnTo>
                  <a:lnTo>
                    <a:pt x="7143563" y="1348896"/>
                  </a:lnTo>
                  <a:lnTo>
                    <a:pt x="7144408" y="1304836"/>
                  </a:lnTo>
                  <a:lnTo>
                    <a:pt x="7145253" y="1302863"/>
                  </a:lnTo>
                  <a:lnTo>
                    <a:pt x="7146099" y="1353553"/>
                  </a:lnTo>
                  <a:lnTo>
                    <a:pt x="7146944" y="1373503"/>
                  </a:lnTo>
                  <a:lnTo>
                    <a:pt x="7147789" y="1340235"/>
                  </a:lnTo>
                  <a:lnTo>
                    <a:pt x="7148634" y="1350304"/>
                  </a:lnTo>
                  <a:lnTo>
                    <a:pt x="7149479" y="1339198"/>
                  </a:lnTo>
                  <a:lnTo>
                    <a:pt x="7150324" y="1368137"/>
                  </a:lnTo>
                  <a:lnTo>
                    <a:pt x="7151169" y="1373053"/>
                  </a:lnTo>
                  <a:lnTo>
                    <a:pt x="7152014" y="1349532"/>
                  </a:lnTo>
                  <a:lnTo>
                    <a:pt x="7152859" y="1518765"/>
                  </a:lnTo>
                  <a:lnTo>
                    <a:pt x="7153704" y="1518765"/>
                  </a:lnTo>
                  <a:lnTo>
                    <a:pt x="7154549" y="1411452"/>
                  </a:lnTo>
                  <a:lnTo>
                    <a:pt x="7155395" y="1399943"/>
                  </a:lnTo>
                  <a:lnTo>
                    <a:pt x="7156240" y="1394610"/>
                  </a:lnTo>
                  <a:lnTo>
                    <a:pt x="7157085" y="1355946"/>
                  </a:lnTo>
                  <a:lnTo>
                    <a:pt x="7157930" y="1360043"/>
                  </a:lnTo>
                  <a:lnTo>
                    <a:pt x="7158775" y="1340197"/>
                  </a:lnTo>
                  <a:lnTo>
                    <a:pt x="7159620" y="1264773"/>
                  </a:lnTo>
                  <a:lnTo>
                    <a:pt x="7160465" y="1266301"/>
                  </a:lnTo>
                  <a:lnTo>
                    <a:pt x="7161310" y="1287174"/>
                  </a:lnTo>
                  <a:lnTo>
                    <a:pt x="7162155" y="1351631"/>
                  </a:lnTo>
                  <a:lnTo>
                    <a:pt x="7163000" y="1348595"/>
                  </a:lnTo>
                  <a:lnTo>
                    <a:pt x="7163845" y="1343115"/>
                  </a:lnTo>
                  <a:lnTo>
                    <a:pt x="7164691" y="1351837"/>
                  </a:lnTo>
                  <a:lnTo>
                    <a:pt x="7165536" y="1337801"/>
                  </a:lnTo>
                  <a:lnTo>
                    <a:pt x="7166381" y="1347160"/>
                  </a:lnTo>
                  <a:lnTo>
                    <a:pt x="7167226" y="1282436"/>
                  </a:lnTo>
                  <a:lnTo>
                    <a:pt x="7168071" y="1285032"/>
                  </a:lnTo>
                  <a:lnTo>
                    <a:pt x="7168916" y="1327688"/>
                  </a:lnTo>
                  <a:lnTo>
                    <a:pt x="7169761" y="1518765"/>
                  </a:lnTo>
                  <a:lnTo>
                    <a:pt x="7170606" y="1373803"/>
                  </a:lnTo>
                  <a:lnTo>
                    <a:pt x="7171451" y="1346635"/>
                  </a:lnTo>
                  <a:lnTo>
                    <a:pt x="7172296" y="1390207"/>
                  </a:lnTo>
                  <a:lnTo>
                    <a:pt x="7173141" y="1406024"/>
                  </a:lnTo>
                  <a:lnTo>
                    <a:pt x="7173987" y="1393485"/>
                  </a:lnTo>
                  <a:lnTo>
                    <a:pt x="7174832" y="1389291"/>
                  </a:lnTo>
                  <a:lnTo>
                    <a:pt x="7175677" y="1407142"/>
                  </a:lnTo>
                  <a:lnTo>
                    <a:pt x="7176522" y="1518765"/>
                  </a:lnTo>
                  <a:lnTo>
                    <a:pt x="7177367" y="1518765"/>
                  </a:lnTo>
                  <a:lnTo>
                    <a:pt x="7178212" y="1518765"/>
                  </a:lnTo>
                  <a:lnTo>
                    <a:pt x="7179057" y="1518765"/>
                  </a:lnTo>
                  <a:lnTo>
                    <a:pt x="7179902" y="1518765"/>
                  </a:lnTo>
                  <a:lnTo>
                    <a:pt x="7180747" y="1518765"/>
                  </a:lnTo>
                  <a:lnTo>
                    <a:pt x="7181592" y="1518765"/>
                  </a:lnTo>
                  <a:lnTo>
                    <a:pt x="7182437" y="1518765"/>
                  </a:lnTo>
                  <a:lnTo>
                    <a:pt x="7183283" y="1419989"/>
                  </a:lnTo>
                  <a:lnTo>
                    <a:pt x="7184128" y="1431720"/>
                  </a:lnTo>
                  <a:lnTo>
                    <a:pt x="7184973" y="1455605"/>
                  </a:lnTo>
                  <a:lnTo>
                    <a:pt x="7185818" y="1446162"/>
                  </a:lnTo>
                  <a:lnTo>
                    <a:pt x="7186663" y="1459670"/>
                  </a:lnTo>
                  <a:lnTo>
                    <a:pt x="7187508" y="1444764"/>
                  </a:lnTo>
                  <a:lnTo>
                    <a:pt x="7188353" y="1444907"/>
                  </a:lnTo>
                  <a:lnTo>
                    <a:pt x="7189198" y="1424800"/>
                  </a:lnTo>
                  <a:lnTo>
                    <a:pt x="7190043" y="1518765"/>
                  </a:lnTo>
                  <a:lnTo>
                    <a:pt x="7190888" y="1518765"/>
                  </a:lnTo>
                  <a:lnTo>
                    <a:pt x="7191734" y="1377319"/>
                  </a:lnTo>
                  <a:lnTo>
                    <a:pt x="7192579" y="1416303"/>
                  </a:lnTo>
                  <a:lnTo>
                    <a:pt x="7193424" y="1439228"/>
                  </a:lnTo>
                  <a:lnTo>
                    <a:pt x="7194269" y="1518765"/>
                  </a:lnTo>
                  <a:lnTo>
                    <a:pt x="7195114" y="1518765"/>
                  </a:lnTo>
                  <a:lnTo>
                    <a:pt x="7195959" y="1518765"/>
                  </a:lnTo>
                  <a:lnTo>
                    <a:pt x="7196804" y="1426596"/>
                  </a:lnTo>
                  <a:lnTo>
                    <a:pt x="7197649" y="1412198"/>
                  </a:lnTo>
                  <a:lnTo>
                    <a:pt x="7198494" y="1518765"/>
                  </a:lnTo>
                  <a:lnTo>
                    <a:pt x="7199339" y="1518765"/>
                  </a:lnTo>
                  <a:lnTo>
                    <a:pt x="7200184" y="1426871"/>
                  </a:lnTo>
                  <a:lnTo>
                    <a:pt x="7201030" y="1432863"/>
                  </a:lnTo>
                  <a:lnTo>
                    <a:pt x="7201875" y="1436633"/>
                  </a:lnTo>
                  <a:lnTo>
                    <a:pt x="7202720" y="1425073"/>
                  </a:lnTo>
                  <a:lnTo>
                    <a:pt x="7203565" y="1401057"/>
                  </a:lnTo>
                  <a:lnTo>
                    <a:pt x="7204410" y="1379342"/>
                  </a:lnTo>
                  <a:lnTo>
                    <a:pt x="7205255" y="1381955"/>
                  </a:lnTo>
                  <a:lnTo>
                    <a:pt x="7206100" y="1370795"/>
                  </a:lnTo>
                  <a:lnTo>
                    <a:pt x="7206945" y="1518765"/>
                  </a:lnTo>
                  <a:lnTo>
                    <a:pt x="7207790" y="1376823"/>
                  </a:lnTo>
                  <a:lnTo>
                    <a:pt x="7208635" y="1348197"/>
                  </a:lnTo>
                  <a:lnTo>
                    <a:pt x="7209480" y="1518765"/>
                  </a:lnTo>
                  <a:lnTo>
                    <a:pt x="7210326" y="1518765"/>
                  </a:lnTo>
                  <a:lnTo>
                    <a:pt x="7211171" y="1237206"/>
                  </a:lnTo>
                  <a:lnTo>
                    <a:pt x="7212016" y="1216039"/>
                  </a:lnTo>
                  <a:lnTo>
                    <a:pt x="7212861" y="1197210"/>
                  </a:lnTo>
                  <a:lnTo>
                    <a:pt x="7213706" y="1144948"/>
                  </a:lnTo>
                  <a:lnTo>
                    <a:pt x="7214551" y="1214541"/>
                  </a:lnTo>
                  <a:lnTo>
                    <a:pt x="7215396" y="1261014"/>
                  </a:lnTo>
                  <a:lnTo>
                    <a:pt x="7216241" y="1518765"/>
                  </a:lnTo>
                  <a:lnTo>
                    <a:pt x="7217086" y="1518765"/>
                  </a:lnTo>
                  <a:lnTo>
                    <a:pt x="7217931" y="1317567"/>
                  </a:lnTo>
                  <a:lnTo>
                    <a:pt x="7218776" y="1352547"/>
                  </a:lnTo>
                  <a:lnTo>
                    <a:pt x="7219622" y="1355871"/>
                  </a:lnTo>
                  <a:lnTo>
                    <a:pt x="7220467" y="1365097"/>
                  </a:lnTo>
                  <a:lnTo>
                    <a:pt x="7221312" y="1372248"/>
                  </a:lnTo>
                  <a:lnTo>
                    <a:pt x="7222157" y="1333236"/>
                  </a:lnTo>
                  <a:lnTo>
                    <a:pt x="7223002" y="1305275"/>
                  </a:lnTo>
                  <a:lnTo>
                    <a:pt x="7223847" y="1339470"/>
                  </a:lnTo>
                  <a:lnTo>
                    <a:pt x="7224692" y="1358544"/>
                  </a:lnTo>
                  <a:lnTo>
                    <a:pt x="7225537" y="1360329"/>
                  </a:lnTo>
                  <a:lnTo>
                    <a:pt x="7226382" y="1304806"/>
                  </a:lnTo>
                  <a:lnTo>
                    <a:pt x="7227227" y="1518765"/>
                  </a:lnTo>
                  <a:lnTo>
                    <a:pt x="7228072" y="1335352"/>
                  </a:lnTo>
                  <a:lnTo>
                    <a:pt x="7228918" y="1518765"/>
                  </a:lnTo>
                  <a:lnTo>
                    <a:pt x="7229763" y="1253894"/>
                  </a:lnTo>
                  <a:lnTo>
                    <a:pt x="7230608" y="1189258"/>
                  </a:lnTo>
                  <a:lnTo>
                    <a:pt x="7231453" y="1215140"/>
                  </a:lnTo>
                  <a:lnTo>
                    <a:pt x="7232298" y="1261502"/>
                  </a:lnTo>
                  <a:lnTo>
                    <a:pt x="7233143" y="1262505"/>
                  </a:lnTo>
                  <a:lnTo>
                    <a:pt x="7233988" y="1274718"/>
                  </a:lnTo>
                  <a:lnTo>
                    <a:pt x="7234833" y="1252043"/>
                  </a:lnTo>
                  <a:lnTo>
                    <a:pt x="7235678" y="1518765"/>
                  </a:lnTo>
                  <a:lnTo>
                    <a:pt x="7236523" y="1518765"/>
                  </a:lnTo>
                  <a:lnTo>
                    <a:pt x="7237368" y="1172939"/>
                  </a:lnTo>
                  <a:lnTo>
                    <a:pt x="7238214" y="1217783"/>
                  </a:lnTo>
                  <a:lnTo>
                    <a:pt x="7239059" y="1289815"/>
                  </a:lnTo>
                  <a:lnTo>
                    <a:pt x="7239904" y="1269237"/>
                  </a:lnTo>
                  <a:lnTo>
                    <a:pt x="7240749" y="1234037"/>
                  </a:lnTo>
                  <a:lnTo>
                    <a:pt x="7241594" y="1242401"/>
                  </a:lnTo>
                  <a:lnTo>
                    <a:pt x="7242439" y="1288853"/>
                  </a:lnTo>
                  <a:lnTo>
                    <a:pt x="7243284" y="1327255"/>
                  </a:lnTo>
                  <a:lnTo>
                    <a:pt x="7244129" y="1357785"/>
                  </a:lnTo>
                  <a:lnTo>
                    <a:pt x="7244974" y="1329020"/>
                  </a:lnTo>
                  <a:lnTo>
                    <a:pt x="7245819" y="1330162"/>
                  </a:lnTo>
                  <a:lnTo>
                    <a:pt x="7246665" y="1335142"/>
                  </a:lnTo>
                  <a:lnTo>
                    <a:pt x="7247510" y="1318603"/>
                  </a:lnTo>
                  <a:lnTo>
                    <a:pt x="7248355" y="1329980"/>
                  </a:lnTo>
                  <a:lnTo>
                    <a:pt x="7249200" y="1314950"/>
                  </a:lnTo>
                  <a:lnTo>
                    <a:pt x="7250045" y="1263664"/>
                  </a:lnTo>
                  <a:lnTo>
                    <a:pt x="7250890" y="1289357"/>
                  </a:lnTo>
                  <a:lnTo>
                    <a:pt x="7251735" y="1211543"/>
                  </a:lnTo>
                  <a:lnTo>
                    <a:pt x="7252580" y="1156224"/>
                  </a:lnTo>
                  <a:lnTo>
                    <a:pt x="7253425" y="1195122"/>
                  </a:lnTo>
                  <a:lnTo>
                    <a:pt x="7254270" y="1257621"/>
                  </a:lnTo>
                  <a:lnTo>
                    <a:pt x="7255115" y="1302527"/>
                  </a:lnTo>
                  <a:lnTo>
                    <a:pt x="7255961" y="1518765"/>
                  </a:lnTo>
                  <a:lnTo>
                    <a:pt x="7256806" y="1315730"/>
                  </a:lnTo>
                  <a:lnTo>
                    <a:pt x="7257651" y="1273174"/>
                  </a:lnTo>
                  <a:lnTo>
                    <a:pt x="7258496" y="1229189"/>
                  </a:lnTo>
                  <a:lnTo>
                    <a:pt x="7259341" y="1518765"/>
                  </a:lnTo>
                  <a:lnTo>
                    <a:pt x="7260186" y="1518765"/>
                  </a:lnTo>
                  <a:lnTo>
                    <a:pt x="7261031" y="1216485"/>
                  </a:lnTo>
                  <a:lnTo>
                    <a:pt x="7261876" y="1244662"/>
                  </a:lnTo>
                  <a:lnTo>
                    <a:pt x="7262721" y="1222570"/>
                  </a:lnTo>
                  <a:lnTo>
                    <a:pt x="7263566" y="1222537"/>
                  </a:lnTo>
                  <a:lnTo>
                    <a:pt x="7264411" y="1196591"/>
                  </a:lnTo>
                  <a:lnTo>
                    <a:pt x="7265257" y="1126473"/>
                  </a:lnTo>
                  <a:lnTo>
                    <a:pt x="7266102" y="1084617"/>
                  </a:lnTo>
                  <a:lnTo>
                    <a:pt x="7266947" y="1094339"/>
                  </a:lnTo>
                  <a:lnTo>
                    <a:pt x="7267792" y="1108314"/>
                  </a:lnTo>
                  <a:lnTo>
                    <a:pt x="7268637" y="1201462"/>
                  </a:lnTo>
                  <a:lnTo>
                    <a:pt x="7269482" y="1186766"/>
                  </a:lnTo>
                  <a:lnTo>
                    <a:pt x="7270327" y="1186174"/>
                  </a:lnTo>
                  <a:lnTo>
                    <a:pt x="7271172" y="1184717"/>
                  </a:lnTo>
                  <a:lnTo>
                    <a:pt x="7272017" y="1189112"/>
                  </a:lnTo>
                  <a:lnTo>
                    <a:pt x="7272862" y="1253347"/>
                  </a:lnTo>
                  <a:lnTo>
                    <a:pt x="7273707" y="1316723"/>
                  </a:lnTo>
                  <a:lnTo>
                    <a:pt x="7274553" y="1322224"/>
                  </a:lnTo>
                  <a:lnTo>
                    <a:pt x="7275398" y="1262027"/>
                  </a:lnTo>
                  <a:lnTo>
                    <a:pt x="7276243" y="1212573"/>
                  </a:lnTo>
                  <a:lnTo>
                    <a:pt x="7277088" y="1266140"/>
                  </a:lnTo>
                  <a:lnTo>
                    <a:pt x="7277933" y="1300389"/>
                  </a:lnTo>
                  <a:lnTo>
                    <a:pt x="7278778" y="1264291"/>
                  </a:lnTo>
                  <a:lnTo>
                    <a:pt x="7279623" y="1196881"/>
                  </a:lnTo>
                  <a:lnTo>
                    <a:pt x="7280468" y="1216379"/>
                  </a:lnTo>
                  <a:lnTo>
                    <a:pt x="7281313" y="1277869"/>
                  </a:lnTo>
                  <a:lnTo>
                    <a:pt x="7282158" y="1293250"/>
                  </a:lnTo>
                  <a:lnTo>
                    <a:pt x="7283003" y="1263143"/>
                  </a:lnTo>
                  <a:lnTo>
                    <a:pt x="7283849" y="1157262"/>
                  </a:lnTo>
                  <a:lnTo>
                    <a:pt x="7284694" y="1170661"/>
                  </a:lnTo>
                  <a:lnTo>
                    <a:pt x="7285539" y="1246384"/>
                  </a:lnTo>
                  <a:lnTo>
                    <a:pt x="7286384" y="1225301"/>
                  </a:lnTo>
                  <a:lnTo>
                    <a:pt x="7287229" y="1115410"/>
                  </a:lnTo>
                  <a:lnTo>
                    <a:pt x="7288074" y="1067526"/>
                  </a:lnTo>
                  <a:lnTo>
                    <a:pt x="7288919" y="1079364"/>
                  </a:lnTo>
                  <a:lnTo>
                    <a:pt x="7289764" y="1099306"/>
                  </a:lnTo>
                  <a:lnTo>
                    <a:pt x="7290609" y="1117399"/>
                  </a:lnTo>
                  <a:lnTo>
                    <a:pt x="7291454" y="1085261"/>
                  </a:lnTo>
                  <a:lnTo>
                    <a:pt x="7292299" y="1131875"/>
                  </a:lnTo>
                  <a:lnTo>
                    <a:pt x="7293145" y="1086612"/>
                  </a:lnTo>
                  <a:lnTo>
                    <a:pt x="7293990" y="1100928"/>
                  </a:lnTo>
                  <a:lnTo>
                    <a:pt x="7294835" y="1065519"/>
                  </a:lnTo>
                  <a:lnTo>
                    <a:pt x="7295680" y="1024768"/>
                  </a:lnTo>
                  <a:lnTo>
                    <a:pt x="7296525" y="1108807"/>
                  </a:lnTo>
                  <a:lnTo>
                    <a:pt x="7297370" y="1209696"/>
                  </a:lnTo>
                  <a:lnTo>
                    <a:pt x="7298215" y="1229272"/>
                  </a:lnTo>
                  <a:lnTo>
                    <a:pt x="7299060" y="1187483"/>
                  </a:lnTo>
                  <a:lnTo>
                    <a:pt x="7299905" y="1103284"/>
                  </a:lnTo>
                  <a:lnTo>
                    <a:pt x="7300750" y="1153926"/>
                  </a:lnTo>
                  <a:lnTo>
                    <a:pt x="7301595" y="1242541"/>
                  </a:lnTo>
                  <a:lnTo>
                    <a:pt x="7302441" y="1308210"/>
                  </a:lnTo>
                  <a:lnTo>
                    <a:pt x="7303286" y="1273581"/>
                  </a:lnTo>
                  <a:lnTo>
                    <a:pt x="7304131" y="1311610"/>
                  </a:lnTo>
                  <a:lnTo>
                    <a:pt x="7304976" y="1325714"/>
                  </a:lnTo>
                  <a:lnTo>
                    <a:pt x="7305821" y="1322711"/>
                  </a:lnTo>
                  <a:lnTo>
                    <a:pt x="7306666" y="1232217"/>
                  </a:lnTo>
                  <a:lnTo>
                    <a:pt x="7307511" y="1113392"/>
                  </a:lnTo>
                  <a:lnTo>
                    <a:pt x="7308356" y="1049213"/>
                  </a:lnTo>
                  <a:lnTo>
                    <a:pt x="7309201" y="996961"/>
                  </a:lnTo>
                  <a:lnTo>
                    <a:pt x="7310046" y="1006148"/>
                  </a:lnTo>
                  <a:lnTo>
                    <a:pt x="7310892" y="948388"/>
                  </a:lnTo>
                  <a:lnTo>
                    <a:pt x="7311737" y="947724"/>
                  </a:lnTo>
                  <a:lnTo>
                    <a:pt x="7312582" y="1518765"/>
                  </a:lnTo>
                  <a:lnTo>
                    <a:pt x="7313427" y="940884"/>
                  </a:lnTo>
                  <a:lnTo>
                    <a:pt x="7314272" y="972471"/>
                  </a:lnTo>
                  <a:lnTo>
                    <a:pt x="7315117" y="957625"/>
                  </a:lnTo>
                  <a:lnTo>
                    <a:pt x="7315962" y="969228"/>
                  </a:lnTo>
                  <a:lnTo>
                    <a:pt x="7316807" y="981208"/>
                  </a:lnTo>
                  <a:lnTo>
                    <a:pt x="7317652" y="966934"/>
                  </a:lnTo>
                  <a:lnTo>
                    <a:pt x="7318497" y="1057209"/>
                  </a:lnTo>
                  <a:lnTo>
                    <a:pt x="7319342" y="1182479"/>
                  </a:lnTo>
                  <a:lnTo>
                    <a:pt x="7320188" y="1208325"/>
                  </a:lnTo>
                  <a:lnTo>
                    <a:pt x="7321033" y="1518765"/>
                  </a:lnTo>
                  <a:lnTo>
                    <a:pt x="7321878" y="1247049"/>
                  </a:lnTo>
                  <a:lnTo>
                    <a:pt x="7322723" y="1276063"/>
                  </a:lnTo>
                  <a:lnTo>
                    <a:pt x="7323568" y="1253516"/>
                  </a:lnTo>
                  <a:lnTo>
                    <a:pt x="7324413" y="1205809"/>
                  </a:lnTo>
                  <a:lnTo>
                    <a:pt x="7325258" y="1116607"/>
                  </a:lnTo>
                  <a:lnTo>
                    <a:pt x="7326103" y="1071252"/>
                  </a:lnTo>
                  <a:lnTo>
                    <a:pt x="7326948" y="1055864"/>
                  </a:lnTo>
                  <a:lnTo>
                    <a:pt x="7327793" y="1103690"/>
                  </a:lnTo>
                  <a:lnTo>
                    <a:pt x="7328638" y="1518765"/>
                  </a:lnTo>
                  <a:lnTo>
                    <a:pt x="7329484" y="1518765"/>
                  </a:lnTo>
                  <a:lnTo>
                    <a:pt x="7330329" y="1056455"/>
                  </a:lnTo>
                  <a:lnTo>
                    <a:pt x="7331174" y="1016168"/>
                  </a:lnTo>
                  <a:lnTo>
                    <a:pt x="7332019" y="1056251"/>
                  </a:lnTo>
                  <a:lnTo>
                    <a:pt x="7332864" y="1066352"/>
                  </a:lnTo>
                  <a:lnTo>
                    <a:pt x="7333709" y="1132491"/>
                  </a:lnTo>
                  <a:lnTo>
                    <a:pt x="7334554" y="1199249"/>
                  </a:lnTo>
                  <a:lnTo>
                    <a:pt x="7335399" y="1187695"/>
                  </a:lnTo>
                  <a:lnTo>
                    <a:pt x="7336244" y="1177006"/>
                  </a:lnTo>
                  <a:lnTo>
                    <a:pt x="7337089" y="1152752"/>
                  </a:lnTo>
                  <a:lnTo>
                    <a:pt x="7337934" y="1201293"/>
                  </a:lnTo>
                  <a:lnTo>
                    <a:pt x="7338780" y="1518765"/>
                  </a:lnTo>
                  <a:lnTo>
                    <a:pt x="7339625" y="1518765"/>
                  </a:lnTo>
                  <a:lnTo>
                    <a:pt x="7340470" y="1518765"/>
                  </a:lnTo>
                  <a:lnTo>
                    <a:pt x="7341315" y="1014229"/>
                  </a:lnTo>
                  <a:lnTo>
                    <a:pt x="7342160" y="997765"/>
                  </a:lnTo>
                  <a:lnTo>
                    <a:pt x="7343005" y="1044545"/>
                  </a:lnTo>
                  <a:lnTo>
                    <a:pt x="7343850" y="1118352"/>
                  </a:lnTo>
                  <a:lnTo>
                    <a:pt x="7344695" y="1105065"/>
                  </a:lnTo>
                  <a:lnTo>
                    <a:pt x="7345540" y="1104715"/>
                  </a:lnTo>
                  <a:lnTo>
                    <a:pt x="7346385" y="1072584"/>
                  </a:lnTo>
                  <a:lnTo>
                    <a:pt x="7347230" y="1086156"/>
                  </a:lnTo>
                  <a:lnTo>
                    <a:pt x="7348076" y="1179036"/>
                  </a:lnTo>
                  <a:lnTo>
                    <a:pt x="7348921" y="1232238"/>
                  </a:lnTo>
                  <a:lnTo>
                    <a:pt x="7349766" y="1518765"/>
                  </a:lnTo>
                  <a:lnTo>
                    <a:pt x="7350611" y="1229071"/>
                  </a:lnTo>
                  <a:lnTo>
                    <a:pt x="7351456" y="1221119"/>
                  </a:lnTo>
                  <a:lnTo>
                    <a:pt x="7352301" y="1235205"/>
                  </a:lnTo>
                  <a:lnTo>
                    <a:pt x="7353146" y="1158827"/>
                  </a:lnTo>
                  <a:lnTo>
                    <a:pt x="7353991" y="1136350"/>
                  </a:lnTo>
                  <a:lnTo>
                    <a:pt x="7354836" y="1062345"/>
                  </a:lnTo>
                  <a:lnTo>
                    <a:pt x="7355681" y="1074645"/>
                  </a:lnTo>
                  <a:lnTo>
                    <a:pt x="7356526" y="1042601"/>
                  </a:lnTo>
                  <a:lnTo>
                    <a:pt x="7357372" y="924663"/>
                  </a:lnTo>
                  <a:lnTo>
                    <a:pt x="7358217" y="879797"/>
                  </a:lnTo>
                  <a:lnTo>
                    <a:pt x="7359062" y="841239"/>
                  </a:lnTo>
                  <a:lnTo>
                    <a:pt x="7359907" y="910313"/>
                  </a:lnTo>
                  <a:lnTo>
                    <a:pt x="7360752" y="930513"/>
                  </a:lnTo>
                  <a:lnTo>
                    <a:pt x="7361597" y="870293"/>
                  </a:lnTo>
                  <a:lnTo>
                    <a:pt x="7362442" y="836795"/>
                  </a:lnTo>
                  <a:lnTo>
                    <a:pt x="7363287" y="864300"/>
                  </a:lnTo>
                  <a:lnTo>
                    <a:pt x="7364132" y="905968"/>
                  </a:lnTo>
                  <a:lnTo>
                    <a:pt x="7364977" y="899088"/>
                  </a:lnTo>
                  <a:lnTo>
                    <a:pt x="7365822" y="838275"/>
                  </a:lnTo>
                  <a:lnTo>
                    <a:pt x="7366668" y="880155"/>
                  </a:lnTo>
                  <a:lnTo>
                    <a:pt x="7367513" y="978060"/>
                  </a:lnTo>
                  <a:lnTo>
                    <a:pt x="7368358" y="1013308"/>
                  </a:lnTo>
                  <a:lnTo>
                    <a:pt x="7369203" y="1051524"/>
                  </a:lnTo>
                  <a:lnTo>
                    <a:pt x="7370048" y="961834"/>
                  </a:lnTo>
                  <a:lnTo>
                    <a:pt x="7370893" y="995408"/>
                  </a:lnTo>
                  <a:lnTo>
                    <a:pt x="7371738" y="1031129"/>
                  </a:lnTo>
                  <a:lnTo>
                    <a:pt x="7372583" y="1009546"/>
                  </a:lnTo>
                  <a:lnTo>
                    <a:pt x="7373428" y="1039065"/>
                  </a:lnTo>
                  <a:lnTo>
                    <a:pt x="7374273" y="1047424"/>
                  </a:lnTo>
                  <a:lnTo>
                    <a:pt x="7375119" y="1122407"/>
                  </a:lnTo>
                  <a:lnTo>
                    <a:pt x="7375964" y="1129048"/>
                  </a:lnTo>
                  <a:lnTo>
                    <a:pt x="7376809" y="1221393"/>
                  </a:lnTo>
                  <a:lnTo>
                    <a:pt x="7377654" y="1170529"/>
                  </a:lnTo>
                  <a:lnTo>
                    <a:pt x="7378499" y="1103225"/>
                  </a:lnTo>
                  <a:lnTo>
                    <a:pt x="7379344" y="1003979"/>
                  </a:lnTo>
                  <a:lnTo>
                    <a:pt x="7380189" y="1518765"/>
                  </a:lnTo>
                  <a:lnTo>
                    <a:pt x="7381034" y="1518765"/>
                  </a:lnTo>
                  <a:lnTo>
                    <a:pt x="7381879" y="1518765"/>
                  </a:lnTo>
                  <a:lnTo>
                    <a:pt x="7382724" y="944809"/>
                  </a:lnTo>
                  <a:lnTo>
                    <a:pt x="7383569" y="981443"/>
                  </a:lnTo>
                  <a:lnTo>
                    <a:pt x="7384415" y="1112037"/>
                  </a:lnTo>
                  <a:lnTo>
                    <a:pt x="7385260" y="1216065"/>
                  </a:lnTo>
                  <a:lnTo>
                    <a:pt x="7386105" y="1144898"/>
                  </a:lnTo>
                  <a:lnTo>
                    <a:pt x="7386950" y="1059351"/>
                  </a:lnTo>
                  <a:lnTo>
                    <a:pt x="7387795" y="991517"/>
                  </a:lnTo>
                  <a:lnTo>
                    <a:pt x="7388640" y="956584"/>
                  </a:lnTo>
                  <a:lnTo>
                    <a:pt x="7389485" y="856943"/>
                  </a:lnTo>
                  <a:lnTo>
                    <a:pt x="7390330" y="954399"/>
                  </a:lnTo>
                  <a:lnTo>
                    <a:pt x="7391175" y="993926"/>
                  </a:lnTo>
                  <a:lnTo>
                    <a:pt x="7392020" y="1066044"/>
                  </a:lnTo>
                  <a:lnTo>
                    <a:pt x="7392865" y="1071199"/>
                  </a:lnTo>
                  <a:lnTo>
                    <a:pt x="7393711" y="976211"/>
                  </a:lnTo>
                  <a:lnTo>
                    <a:pt x="7394556" y="959761"/>
                  </a:lnTo>
                  <a:lnTo>
                    <a:pt x="7395401" y="1518765"/>
                  </a:lnTo>
                  <a:lnTo>
                    <a:pt x="7396246" y="1518765"/>
                  </a:lnTo>
                  <a:lnTo>
                    <a:pt x="7397091" y="1518765"/>
                  </a:lnTo>
                  <a:lnTo>
                    <a:pt x="7397936" y="885474"/>
                  </a:lnTo>
                  <a:lnTo>
                    <a:pt x="7398781" y="898908"/>
                  </a:lnTo>
                  <a:lnTo>
                    <a:pt x="7399626" y="785034"/>
                  </a:lnTo>
                  <a:lnTo>
                    <a:pt x="7400471" y="834725"/>
                  </a:lnTo>
                  <a:lnTo>
                    <a:pt x="7401316" y="902800"/>
                  </a:lnTo>
                  <a:lnTo>
                    <a:pt x="7402161" y="1003860"/>
                  </a:lnTo>
                  <a:lnTo>
                    <a:pt x="7403007" y="1098617"/>
                  </a:lnTo>
                  <a:lnTo>
                    <a:pt x="7403852" y="1124535"/>
                  </a:lnTo>
                  <a:lnTo>
                    <a:pt x="7404697" y="1127080"/>
                  </a:lnTo>
                  <a:lnTo>
                    <a:pt x="7405542" y="1040097"/>
                  </a:lnTo>
                  <a:lnTo>
                    <a:pt x="7406387" y="873346"/>
                  </a:lnTo>
                  <a:lnTo>
                    <a:pt x="7407232" y="811736"/>
                  </a:lnTo>
                  <a:lnTo>
                    <a:pt x="7408077" y="788201"/>
                  </a:lnTo>
                  <a:lnTo>
                    <a:pt x="7408922" y="945505"/>
                  </a:lnTo>
                  <a:lnTo>
                    <a:pt x="7409767" y="924400"/>
                  </a:lnTo>
                  <a:lnTo>
                    <a:pt x="7410612" y="940580"/>
                  </a:lnTo>
                  <a:lnTo>
                    <a:pt x="7411457" y="841674"/>
                  </a:lnTo>
                  <a:lnTo>
                    <a:pt x="7412303" y="748800"/>
                  </a:lnTo>
                  <a:lnTo>
                    <a:pt x="7413148" y="694512"/>
                  </a:lnTo>
                  <a:lnTo>
                    <a:pt x="7413993" y="661240"/>
                  </a:lnTo>
                  <a:lnTo>
                    <a:pt x="7414838" y="556194"/>
                  </a:lnTo>
                  <a:lnTo>
                    <a:pt x="7415683" y="549397"/>
                  </a:lnTo>
                  <a:lnTo>
                    <a:pt x="7416528" y="586676"/>
                  </a:lnTo>
                  <a:lnTo>
                    <a:pt x="7417373" y="622453"/>
                  </a:lnTo>
                  <a:lnTo>
                    <a:pt x="7418218" y="532761"/>
                  </a:lnTo>
                  <a:lnTo>
                    <a:pt x="7419063" y="541232"/>
                  </a:lnTo>
                  <a:lnTo>
                    <a:pt x="7419908" y="522342"/>
                  </a:lnTo>
                  <a:lnTo>
                    <a:pt x="7420753" y="557931"/>
                  </a:lnTo>
                  <a:lnTo>
                    <a:pt x="7421599" y="535463"/>
                  </a:lnTo>
                  <a:lnTo>
                    <a:pt x="7422444" y="487404"/>
                  </a:lnTo>
                  <a:lnTo>
                    <a:pt x="7423289" y="619042"/>
                  </a:lnTo>
                  <a:lnTo>
                    <a:pt x="7424134" y="643321"/>
                  </a:lnTo>
                  <a:lnTo>
                    <a:pt x="7424979" y="652106"/>
                  </a:lnTo>
                  <a:lnTo>
                    <a:pt x="7425824" y="559987"/>
                  </a:lnTo>
                  <a:lnTo>
                    <a:pt x="7426669" y="507327"/>
                  </a:lnTo>
                  <a:lnTo>
                    <a:pt x="7427514" y="501681"/>
                  </a:lnTo>
                  <a:lnTo>
                    <a:pt x="7428359" y="452822"/>
                  </a:lnTo>
                  <a:lnTo>
                    <a:pt x="7429204" y="428710"/>
                  </a:lnTo>
                  <a:lnTo>
                    <a:pt x="7430049" y="309411"/>
                  </a:lnTo>
                  <a:lnTo>
                    <a:pt x="7430895" y="376224"/>
                  </a:lnTo>
                  <a:lnTo>
                    <a:pt x="7431740" y="329614"/>
                  </a:lnTo>
                  <a:lnTo>
                    <a:pt x="7432585" y="284733"/>
                  </a:lnTo>
                  <a:lnTo>
                    <a:pt x="7433430" y="283677"/>
                  </a:lnTo>
                  <a:lnTo>
                    <a:pt x="7434275" y="281509"/>
                  </a:lnTo>
                  <a:lnTo>
                    <a:pt x="7435120" y="237096"/>
                  </a:lnTo>
                  <a:lnTo>
                    <a:pt x="7435965" y="267974"/>
                  </a:lnTo>
                  <a:lnTo>
                    <a:pt x="7436810" y="226294"/>
                  </a:lnTo>
                  <a:lnTo>
                    <a:pt x="7437655" y="153425"/>
                  </a:lnTo>
                  <a:lnTo>
                    <a:pt x="7438500" y="240685"/>
                  </a:lnTo>
                  <a:lnTo>
                    <a:pt x="7439346" y="169436"/>
                  </a:lnTo>
                  <a:lnTo>
                    <a:pt x="7440191" y="274764"/>
                  </a:lnTo>
                  <a:lnTo>
                    <a:pt x="7441036" y="243032"/>
                  </a:lnTo>
                  <a:lnTo>
                    <a:pt x="7441881" y="381138"/>
                  </a:lnTo>
                  <a:lnTo>
                    <a:pt x="7442726" y="523298"/>
                  </a:lnTo>
                  <a:lnTo>
                    <a:pt x="7443571" y="421579"/>
                  </a:lnTo>
                  <a:lnTo>
                    <a:pt x="7444416" y="348804"/>
                  </a:lnTo>
                  <a:lnTo>
                    <a:pt x="7445261" y="179651"/>
                  </a:lnTo>
                  <a:lnTo>
                    <a:pt x="7446106" y="115150"/>
                  </a:lnTo>
                  <a:lnTo>
                    <a:pt x="7446951" y="222333"/>
                  </a:lnTo>
                  <a:lnTo>
                    <a:pt x="7447796" y="263741"/>
                  </a:lnTo>
                  <a:lnTo>
                    <a:pt x="7448642" y="134710"/>
                  </a:lnTo>
                  <a:lnTo>
                    <a:pt x="7449487" y="198560"/>
                  </a:lnTo>
                  <a:lnTo>
                    <a:pt x="7450332" y="253033"/>
                  </a:lnTo>
                  <a:lnTo>
                    <a:pt x="7451177" y="215852"/>
                  </a:lnTo>
                  <a:lnTo>
                    <a:pt x="7452022" y="225531"/>
                  </a:lnTo>
                  <a:lnTo>
                    <a:pt x="7452867" y="211595"/>
                  </a:lnTo>
                  <a:lnTo>
                    <a:pt x="7453712" y="181760"/>
                  </a:lnTo>
                  <a:lnTo>
                    <a:pt x="7454557" y="192956"/>
                  </a:lnTo>
                  <a:lnTo>
                    <a:pt x="7455402" y="156302"/>
                  </a:lnTo>
                  <a:lnTo>
                    <a:pt x="7456247" y="162768"/>
                  </a:lnTo>
                  <a:lnTo>
                    <a:pt x="7457092" y="186976"/>
                  </a:lnTo>
                  <a:lnTo>
                    <a:pt x="7457938" y="184304"/>
                  </a:lnTo>
                  <a:lnTo>
                    <a:pt x="7458783" y="135097"/>
                  </a:lnTo>
                  <a:lnTo>
                    <a:pt x="7459628" y="120073"/>
                  </a:lnTo>
                  <a:lnTo>
                    <a:pt x="7460473" y="133343"/>
                  </a:lnTo>
                  <a:lnTo>
                    <a:pt x="7461318" y="140046"/>
                  </a:lnTo>
                  <a:lnTo>
                    <a:pt x="7462163" y="153746"/>
                  </a:lnTo>
                  <a:lnTo>
                    <a:pt x="7463008" y="165805"/>
                  </a:lnTo>
                  <a:lnTo>
                    <a:pt x="7463853" y="255514"/>
                  </a:lnTo>
                  <a:lnTo>
                    <a:pt x="7464698" y="254726"/>
                  </a:lnTo>
                  <a:lnTo>
                    <a:pt x="7465543" y="283297"/>
                  </a:lnTo>
                  <a:lnTo>
                    <a:pt x="7466388" y="267419"/>
                  </a:lnTo>
                  <a:lnTo>
                    <a:pt x="7467234" y="255658"/>
                  </a:lnTo>
                  <a:lnTo>
                    <a:pt x="7468079" y="237548"/>
                  </a:lnTo>
                  <a:lnTo>
                    <a:pt x="7468924" y="232690"/>
                  </a:lnTo>
                  <a:lnTo>
                    <a:pt x="7469769" y="244842"/>
                  </a:lnTo>
                  <a:lnTo>
                    <a:pt x="7470614" y="215385"/>
                  </a:lnTo>
                  <a:lnTo>
                    <a:pt x="7471459" y="200816"/>
                  </a:lnTo>
                  <a:lnTo>
                    <a:pt x="7472304" y="186666"/>
                  </a:lnTo>
                  <a:lnTo>
                    <a:pt x="7473149" y="208222"/>
                  </a:lnTo>
                  <a:lnTo>
                    <a:pt x="7473994" y="182637"/>
                  </a:lnTo>
                  <a:lnTo>
                    <a:pt x="7474839" y="95438"/>
                  </a:lnTo>
                  <a:lnTo>
                    <a:pt x="7475684" y="128112"/>
                  </a:lnTo>
                  <a:lnTo>
                    <a:pt x="7476530" y="155443"/>
                  </a:lnTo>
                  <a:lnTo>
                    <a:pt x="7477375" y="188366"/>
                  </a:lnTo>
                  <a:lnTo>
                    <a:pt x="7478220" y="187050"/>
                  </a:lnTo>
                  <a:lnTo>
                    <a:pt x="7479065" y="224276"/>
                  </a:lnTo>
                  <a:lnTo>
                    <a:pt x="7479910" y="1518765"/>
                  </a:lnTo>
                  <a:lnTo>
                    <a:pt x="7480755" y="298947"/>
                  </a:lnTo>
                  <a:lnTo>
                    <a:pt x="7481600" y="435520"/>
                  </a:lnTo>
                  <a:lnTo>
                    <a:pt x="7482445" y="582537"/>
                  </a:lnTo>
                  <a:lnTo>
                    <a:pt x="7483290" y="1518765"/>
                  </a:lnTo>
                  <a:lnTo>
                    <a:pt x="7484135" y="462292"/>
                  </a:lnTo>
                  <a:lnTo>
                    <a:pt x="7484980" y="352365"/>
                  </a:lnTo>
                  <a:lnTo>
                    <a:pt x="7485826" y="372611"/>
                  </a:lnTo>
                  <a:lnTo>
                    <a:pt x="7486671" y="411496"/>
                  </a:lnTo>
                  <a:lnTo>
                    <a:pt x="7487516" y="325925"/>
                  </a:lnTo>
                  <a:lnTo>
                    <a:pt x="7488361" y="304769"/>
                  </a:lnTo>
                  <a:lnTo>
                    <a:pt x="7489206" y="345774"/>
                  </a:lnTo>
                  <a:lnTo>
                    <a:pt x="7490051" y="384804"/>
                  </a:lnTo>
                  <a:lnTo>
                    <a:pt x="7490896" y="410622"/>
                  </a:lnTo>
                  <a:lnTo>
                    <a:pt x="7491741" y="378562"/>
                  </a:lnTo>
                  <a:lnTo>
                    <a:pt x="7492586" y="431855"/>
                  </a:lnTo>
                  <a:lnTo>
                    <a:pt x="7493431" y="432013"/>
                  </a:lnTo>
                  <a:lnTo>
                    <a:pt x="7494276" y="462451"/>
                  </a:lnTo>
                  <a:lnTo>
                    <a:pt x="7495122" y="473018"/>
                  </a:lnTo>
                  <a:lnTo>
                    <a:pt x="7495967" y="481427"/>
                  </a:lnTo>
                  <a:lnTo>
                    <a:pt x="7496812" y="510688"/>
                  </a:lnTo>
                  <a:lnTo>
                    <a:pt x="7497657" y="476425"/>
                  </a:lnTo>
                  <a:lnTo>
                    <a:pt x="7498502" y="553827"/>
                  </a:lnTo>
                  <a:lnTo>
                    <a:pt x="7499347" y="489156"/>
                  </a:lnTo>
                  <a:lnTo>
                    <a:pt x="7500192" y="499361"/>
                  </a:lnTo>
                  <a:lnTo>
                    <a:pt x="7501037" y="504925"/>
                  </a:lnTo>
                  <a:lnTo>
                    <a:pt x="7501882" y="528253"/>
                  </a:lnTo>
                  <a:lnTo>
                    <a:pt x="7502727" y="584674"/>
                  </a:lnTo>
                  <a:lnTo>
                    <a:pt x="7503573" y="600296"/>
                  </a:lnTo>
                  <a:lnTo>
                    <a:pt x="7504418" y="593041"/>
                  </a:lnTo>
                  <a:lnTo>
                    <a:pt x="7505263" y="628010"/>
                  </a:lnTo>
                  <a:lnTo>
                    <a:pt x="7506108" y="626753"/>
                  </a:lnTo>
                  <a:lnTo>
                    <a:pt x="7506953" y="1518765"/>
                  </a:lnTo>
                  <a:lnTo>
                    <a:pt x="7507798" y="1518765"/>
                  </a:lnTo>
                  <a:lnTo>
                    <a:pt x="7508643" y="984617"/>
                  </a:lnTo>
                  <a:lnTo>
                    <a:pt x="7509488" y="958586"/>
                  </a:lnTo>
                  <a:lnTo>
                    <a:pt x="7510333" y="904158"/>
                  </a:lnTo>
                  <a:lnTo>
                    <a:pt x="7511178" y="808094"/>
                  </a:lnTo>
                  <a:lnTo>
                    <a:pt x="7512023" y="801560"/>
                  </a:lnTo>
                  <a:lnTo>
                    <a:pt x="7512869" y="785347"/>
                  </a:lnTo>
                  <a:lnTo>
                    <a:pt x="7513714" y="845387"/>
                  </a:lnTo>
                  <a:lnTo>
                    <a:pt x="7514559" y="878763"/>
                  </a:lnTo>
                  <a:lnTo>
                    <a:pt x="7515404" y="857903"/>
                  </a:lnTo>
                  <a:lnTo>
                    <a:pt x="7516249" y="868739"/>
                  </a:lnTo>
                  <a:lnTo>
                    <a:pt x="7517094" y="1008230"/>
                  </a:lnTo>
                  <a:lnTo>
                    <a:pt x="7517939" y="1076057"/>
                  </a:lnTo>
                  <a:lnTo>
                    <a:pt x="7518784" y="1148250"/>
                  </a:lnTo>
                  <a:lnTo>
                    <a:pt x="7519629" y="1141288"/>
                  </a:lnTo>
                  <a:lnTo>
                    <a:pt x="7520474" y="1066990"/>
                  </a:lnTo>
                  <a:lnTo>
                    <a:pt x="7521319" y="1023481"/>
                  </a:lnTo>
                  <a:lnTo>
                    <a:pt x="7522165" y="1058460"/>
                  </a:lnTo>
                  <a:lnTo>
                    <a:pt x="7523010" y="1097633"/>
                  </a:lnTo>
                  <a:lnTo>
                    <a:pt x="7523855" y="1105413"/>
                  </a:lnTo>
                  <a:lnTo>
                    <a:pt x="7524700" y="1124297"/>
                  </a:lnTo>
                  <a:lnTo>
                    <a:pt x="7525545" y="1101297"/>
                  </a:lnTo>
                  <a:lnTo>
                    <a:pt x="7526390" y="1024052"/>
                  </a:lnTo>
                  <a:lnTo>
                    <a:pt x="7527235" y="1018502"/>
                  </a:lnTo>
                  <a:lnTo>
                    <a:pt x="7528080" y="1058481"/>
                  </a:lnTo>
                  <a:lnTo>
                    <a:pt x="7528925" y="1146779"/>
                  </a:lnTo>
                  <a:lnTo>
                    <a:pt x="7529770" y="1244845"/>
                  </a:lnTo>
                  <a:lnTo>
                    <a:pt x="7530615" y="1256606"/>
                  </a:lnTo>
                  <a:lnTo>
                    <a:pt x="7531461" y="1266381"/>
                  </a:lnTo>
                  <a:lnTo>
                    <a:pt x="7532306" y="1295654"/>
                  </a:lnTo>
                  <a:lnTo>
                    <a:pt x="7533151" y="1258709"/>
                  </a:lnTo>
                  <a:lnTo>
                    <a:pt x="7533996" y="1268198"/>
                  </a:lnTo>
                  <a:lnTo>
                    <a:pt x="7534841" y="1331921"/>
                  </a:lnTo>
                  <a:lnTo>
                    <a:pt x="7535686" y="1351051"/>
                  </a:lnTo>
                  <a:lnTo>
                    <a:pt x="7536531" y="1366406"/>
                  </a:lnTo>
                  <a:lnTo>
                    <a:pt x="7537376" y="1518765"/>
                  </a:lnTo>
                  <a:lnTo>
                    <a:pt x="7538221" y="1399379"/>
                  </a:lnTo>
                  <a:lnTo>
                    <a:pt x="7539066" y="1366095"/>
                  </a:lnTo>
                  <a:lnTo>
                    <a:pt x="7539911" y="1518765"/>
                  </a:lnTo>
                  <a:lnTo>
                    <a:pt x="7540757" y="1518765"/>
                  </a:lnTo>
                  <a:lnTo>
                    <a:pt x="7541602" y="1383772"/>
                  </a:lnTo>
                  <a:lnTo>
                    <a:pt x="7542447" y="1359469"/>
                  </a:lnTo>
                  <a:lnTo>
                    <a:pt x="7543292" y="1270615"/>
                  </a:lnTo>
                  <a:lnTo>
                    <a:pt x="7544137" y="1301479"/>
                  </a:lnTo>
                  <a:lnTo>
                    <a:pt x="7544982" y="1278127"/>
                  </a:lnTo>
                  <a:lnTo>
                    <a:pt x="7545827" y="1201946"/>
                  </a:lnTo>
                  <a:lnTo>
                    <a:pt x="7546672" y="1146411"/>
                  </a:lnTo>
                  <a:lnTo>
                    <a:pt x="7547517" y="1107402"/>
                  </a:lnTo>
                  <a:lnTo>
                    <a:pt x="7548362" y="1183602"/>
                  </a:lnTo>
                  <a:lnTo>
                    <a:pt x="7549207" y="1190713"/>
                  </a:lnTo>
                  <a:lnTo>
                    <a:pt x="7550053" y="1258774"/>
                  </a:lnTo>
                  <a:lnTo>
                    <a:pt x="7550898" y="1232473"/>
                  </a:lnTo>
                  <a:lnTo>
                    <a:pt x="7551743" y="1216994"/>
                  </a:lnTo>
                  <a:lnTo>
                    <a:pt x="7552588" y="1202872"/>
                  </a:lnTo>
                  <a:lnTo>
                    <a:pt x="7553433" y="1172599"/>
                  </a:lnTo>
                  <a:lnTo>
                    <a:pt x="7554278" y="1107557"/>
                  </a:lnTo>
                  <a:lnTo>
                    <a:pt x="7555123" y="990799"/>
                  </a:lnTo>
                  <a:lnTo>
                    <a:pt x="7555968" y="1011499"/>
                  </a:lnTo>
                  <a:lnTo>
                    <a:pt x="7556813" y="1052009"/>
                  </a:lnTo>
                  <a:lnTo>
                    <a:pt x="7557658" y="1003800"/>
                  </a:lnTo>
                  <a:lnTo>
                    <a:pt x="7558503" y="1078444"/>
                  </a:lnTo>
                  <a:lnTo>
                    <a:pt x="7559349" y="1084167"/>
                  </a:lnTo>
                  <a:lnTo>
                    <a:pt x="7560194" y="1035847"/>
                  </a:lnTo>
                  <a:lnTo>
                    <a:pt x="7561039" y="1029488"/>
                  </a:lnTo>
                  <a:lnTo>
                    <a:pt x="7561884" y="1044529"/>
                  </a:lnTo>
                  <a:lnTo>
                    <a:pt x="7562729" y="1112340"/>
                  </a:lnTo>
                  <a:lnTo>
                    <a:pt x="7563574" y="1091262"/>
                  </a:lnTo>
                  <a:lnTo>
                    <a:pt x="7564419" y="1053052"/>
                  </a:lnTo>
                  <a:lnTo>
                    <a:pt x="7565264" y="1015207"/>
                  </a:lnTo>
                  <a:lnTo>
                    <a:pt x="7566109" y="1009484"/>
                  </a:lnTo>
                  <a:lnTo>
                    <a:pt x="7566954" y="1087403"/>
                  </a:lnTo>
                  <a:lnTo>
                    <a:pt x="7567800" y="1518765"/>
                  </a:lnTo>
                  <a:lnTo>
                    <a:pt x="7568645" y="1116577"/>
                  </a:lnTo>
                  <a:lnTo>
                    <a:pt x="7569490" y="1150457"/>
                  </a:lnTo>
                  <a:lnTo>
                    <a:pt x="7570335" y="1089937"/>
                  </a:lnTo>
                  <a:lnTo>
                    <a:pt x="7571180" y="1109559"/>
                  </a:lnTo>
                  <a:lnTo>
                    <a:pt x="7572025" y="1117202"/>
                  </a:lnTo>
                  <a:lnTo>
                    <a:pt x="7572870" y="1029562"/>
                  </a:lnTo>
                  <a:lnTo>
                    <a:pt x="7573715" y="1096416"/>
                  </a:lnTo>
                  <a:lnTo>
                    <a:pt x="7574560" y="1142048"/>
                  </a:lnTo>
                  <a:lnTo>
                    <a:pt x="7575405" y="1220348"/>
                  </a:lnTo>
                  <a:lnTo>
                    <a:pt x="7576250" y="1281077"/>
                  </a:lnTo>
                  <a:lnTo>
                    <a:pt x="7577096" y="1237006"/>
                  </a:lnTo>
                  <a:lnTo>
                    <a:pt x="7577941" y="1303532"/>
                  </a:lnTo>
                  <a:lnTo>
                    <a:pt x="7578786" y="1282825"/>
                  </a:lnTo>
                  <a:lnTo>
                    <a:pt x="7579631" y="1248433"/>
                  </a:lnTo>
                  <a:lnTo>
                    <a:pt x="7580476" y="1228856"/>
                  </a:lnTo>
                  <a:lnTo>
                    <a:pt x="7581321" y="1176665"/>
                  </a:lnTo>
                  <a:lnTo>
                    <a:pt x="7582166" y="1156033"/>
                  </a:lnTo>
                  <a:lnTo>
                    <a:pt x="7583011" y="1146764"/>
                  </a:lnTo>
                  <a:lnTo>
                    <a:pt x="7583856" y="1143052"/>
                  </a:lnTo>
                  <a:lnTo>
                    <a:pt x="7584701" y="1131997"/>
                  </a:lnTo>
                  <a:lnTo>
                    <a:pt x="7585546" y="1059646"/>
                  </a:lnTo>
                  <a:lnTo>
                    <a:pt x="7586392" y="1096795"/>
                  </a:lnTo>
                  <a:lnTo>
                    <a:pt x="7587237" y="1091419"/>
                  </a:lnTo>
                  <a:lnTo>
                    <a:pt x="7588082" y="1095575"/>
                  </a:lnTo>
                  <a:lnTo>
                    <a:pt x="7588927" y="1518765"/>
                  </a:lnTo>
                  <a:lnTo>
                    <a:pt x="7589772" y="1080973"/>
                  </a:lnTo>
                  <a:lnTo>
                    <a:pt x="7590617" y="1113389"/>
                  </a:lnTo>
                  <a:lnTo>
                    <a:pt x="7591462" y="1200488"/>
                  </a:lnTo>
                  <a:lnTo>
                    <a:pt x="7592307" y="1227208"/>
                  </a:lnTo>
                  <a:lnTo>
                    <a:pt x="7593152" y="1205965"/>
                  </a:lnTo>
                  <a:lnTo>
                    <a:pt x="7593997" y="1518765"/>
                  </a:lnTo>
                  <a:lnTo>
                    <a:pt x="7594842" y="1518765"/>
                  </a:lnTo>
                  <a:lnTo>
                    <a:pt x="7595688" y="1518765"/>
                  </a:lnTo>
                  <a:lnTo>
                    <a:pt x="7596533" y="1518765"/>
                  </a:lnTo>
                  <a:lnTo>
                    <a:pt x="7597378" y="1293186"/>
                  </a:lnTo>
                  <a:lnTo>
                    <a:pt x="7598223" y="1276006"/>
                  </a:lnTo>
                  <a:lnTo>
                    <a:pt x="7599068" y="1518765"/>
                  </a:lnTo>
                  <a:lnTo>
                    <a:pt x="7599913" y="1192713"/>
                  </a:lnTo>
                  <a:lnTo>
                    <a:pt x="7600758" y="1164187"/>
                  </a:lnTo>
                  <a:lnTo>
                    <a:pt x="7601603" y="1518765"/>
                  </a:lnTo>
                  <a:lnTo>
                    <a:pt x="7602448" y="1214770"/>
                  </a:lnTo>
                  <a:lnTo>
                    <a:pt x="7603293" y="1223225"/>
                  </a:lnTo>
                  <a:lnTo>
                    <a:pt x="7604138" y="1225306"/>
                  </a:lnTo>
                  <a:lnTo>
                    <a:pt x="7604984" y="1125271"/>
                  </a:lnTo>
                  <a:lnTo>
                    <a:pt x="7605829" y="1095259"/>
                  </a:lnTo>
                  <a:lnTo>
                    <a:pt x="7606674" y="1128962"/>
                  </a:lnTo>
                  <a:lnTo>
                    <a:pt x="7607519" y="1147392"/>
                  </a:lnTo>
                  <a:lnTo>
                    <a:pt x="7608364" y="1216341"/>
                  </a:lnTo>
                  <a:lnTo>
                    <a:pt x="7609209" y="1256792"/>
                  </a:lnTo>
                  <a:lnTo>
                    <a:pt x="7610054" y="1518765"/>
                  </a:lnTo>
                  <a:lnTo>
                    <a:pt x="7610899" y="1308281"/>
                  </a:lnTo>
                  <a:lnTo>
                    <a:pt x="7611744" y="1356988"/>
                  </a:lnTo>
                  <a:lnTo>
                    <a:pt x="7612589" y="1359724"/>
                  </a:lnTo>
                  <a:lnTo>
                    <a:pt x="7613434" y="1518765"/>
                  </a:lnTo>
                  <a:lnTo>
                    <a:pt x="7614280" y="1355899"/>
                  </a:lnTo>
                  <a:lnTo>
                    <a:pt x="7615125" y="1518765"/>
                  </a:lnTo>
                  <a:lnTo>
                    <a:pt x="7615970" y="1518765"/>
                  </a:lnTo>
                  <a:lnTo>
                    <a:pt x="7616815" y="1333433"/>
                  </a:lnTo>
                  <a:lnTo>
                    <a:pt x="7617660" y="1325803"/>
                  </a:lnTo>
                  <a:lnTo>
                    <a:pt x="7618505" y="1316793"/>
                  </a:lnTo>
                  <a:lnTo>
                    <a:pt x="7619350" y="1282340"/>
                  </a:lnTo>
                  <a:lnTo>
                    <a:pt x="7620195" y="1215883"/>
                  </a:lnTo>
                  <a:lnTo>
                    <a:pt x="7621040" y="1263345"/>
                  </a:lnTo>
                  <a:lnTo>
                    <a:pt x="7621885" y="1302371"/>
                  </a:lnTo>
                  <a:lnTo>
                    <a:pt x="7622730" y="1312490"/>
                  </a:lnTo>
                  <a:lnTo>
                    <a:pt x="7623576" y="1286936"/>
                  </a:lnTo>
                  <a:lnTo>
                    <a:pt x="7624421" y="1316177"/>
                  </a:lnTo>
                  <a:lnTo>
                    <a:pt x="7625266" y="1289403"/>
                  </a:lnTo>
                  <a:lnTo>
                    <a:pt x="7626111" y="1282463"/>
                  </a:lnTo>
                  <a:lnTo>
                    <a:pt x="7626956" y="1209831"/>
                  </a:lnTo>
                  <a:lnTo>
                    <a:pt x="7627801" y="1089016"/>
                  </a:lnTo>
                  <a:lnTo>
                    <a:pt x="7628646" y="1043200"/>
                  </a:lnTo>
                  <a:lnTo>
                    <a:pt x="7629491" y="969768"/>
                  </a:lnTo>
                  <a:lnTo>
                    <a:pt x="7630336" y="974200"/>
                  </a:lnTo>
                  <a:lnTo>
                    <a:pt x="7631181" y="929679"/>
                  </a:lnTo>
                  <a:lnTo>
                    <a:pt x="7632027" y="948940"/>
                  </a:lnTo>
                  <a:lnTo>
                    <a:pt x="7632872" y="954958"/>
                  </a:lnTo>
                  <a:lnTo>
                    <a:pt x="7633717" y="958360"/>
                  </a:lnTo>
                  <a:lnTo>
                    <a:pt x="7634562" y="1074562"/>
                  </a:lnTo>
                  <a:lnTo>
                    <a:pt x="7635407" y="1186869"/>
                  </a:lnTo>
                  <a:lnTo>
                    <a:pt x="7636252" y="1259940"/>
                  </a:lnTo>
                  <a:lnTo>
                    <a:pt x="7637097" y="1518765"/>
                  </a:lnTo>
                  <a:lnTo>
                    <a:pt x="7637942" y="1311549"/>
                  </a:lnTo>
                  <a:lnTo>
                    <a:pt x="7638787" y="1366312"/>
                  </a:lnTo>
                  <a:lnTo>
                    <a:pt x="7639632" y="1390640"/>
                  </a:lnTo>
                  <a:lnTo>
                    <a:pt x="7640477" y="1411390"/>
                  </a:lnTo>
                  <a:lnTo>
                    <a:pt x="7641323" y="1411857"/>
                  </a:lnTo>
                  <a:lnTo>
                    <a:pt x="7642168" y="1433054"/>
                  </a:lnTo>
                  <a:lnTo>
                    <a:pt x="7643013" y="1421614"/>
                  </a:lnTo>
                  <a:lnTo>
                    <a:pt x="7643858" y="1417820"/>
                  </a:lnTo>
                  <a:lnTo>
                    <a:pt x="7644703" y="1402600"/>
                  </a:lnTo>
                  <a:lnTo>
                    <a:pt x="7645548" y="1376390"/>
                  </a:lnTo>
                  <a:lnTo>
                    <a:pt x="7646393" y="1394162"/>
                  </a:lnTo>
                  <a:lnTo>
                    <a:pt x="7647238" y="1382165"/>
                  </a:lnTo>
                  <a:lnTo>
                    <a:pt x="7648083" y="1364048"/>
                  </a:lnTo>
                  <a:lnTo>
                    <a:pt x="7648928" y="1354068"/>
                  </a:lnTo>
                  <a:lnTo>
                    <a:pt x="7649773" y="1518765"/>
                  </a:lnTo>
                  <a:lnTo>
                    <a:pt x="7650619" y="1258311"/>
                  </a:lnTo>
                  <a:lnTo>
                    <a:pt x="7651464" y="1285183"/>
                  </a:lnTo>
                  <a:lnTo>
                    <a:pt x="7652309" y="1347670"/>
                  </a:lnTo>
                  <a:lnTo>
                    <a:pt x="7653154" y="1367142"/>
                  </a:lnTo>
                  <a:lnTo>
                    <a:pt x="7653999" y="1363604"/>
                  </a:lnTo>
                  <a:lnTo>
                    <a:pt x="7654844" y="1334264"/>
                  </a:lnTo>
                  <a:lnTo>
                    <a:pt x="7655689" y="1373761"/>
                  </a:lnTo>
                  <a:lnTo>
                    <a:pt x="7656534" y="1341202"/>
                  </a:lnTo>
                  <a:lnTo>
                    <a:pt x="7657379" y="1333086"/>
                  </a:lnTo>
                  <a:lnTo>
                    <a:pt x="7658224" y="1282121"/>
                  </a:lnTo>
                  <a:lnTo>
                    <a:pt x="7659069" y="1152816"/>
                  </a:lnTo>
                  <a:lnTo>
                    <a:pt x="7659915" y="1230539"/>
                  </a:lnTo>
                  <a:lnTo>
                    <a:pt x="7660760" y="1232832"/>
                  </a:lnTo>
                  <a:lnTo>
                    <a:pt x="7661605" y="1275537"/>
                  </a:lnTo>
                  <a:lnTo>
                    <a:pt x="7662450" y="1282614"/>
                  </a:lnTo>
                  <a:lnTo>
                    <a:pt x="7663295" y="1281203"/>
                  </a:lnTo>
                  <a:lnTo>
                    <a:pt x="7664140" y="1308894"/>
                  </a:lnTo>
                  <a:lnTo>
                    <a:pt x="7664985" y="1281344"/>
                  </a:lnTo>
                  <a:lnTo>
                    <a:pt x="7665830" y="1307007"/>
                  </a:lnTo>
                  <a:lnTo>
                    <a:pt x="7666675" y="1227191"/>
                  </a:lnTo>
                  <a:lnTo>
                    <a:pt x="7667520" y="1224516"/>
                  </a:lnTo>
                  <a:lnTo>
                    <a:pt x="7668365" y="1284992"/>
                  </a:lnTo>
                  <a:lnTo>
                    <a:pt x="7669211" y="1282210"/>
                  </a:lnTo>
                  <a:lnTo>
                    <a:pt x="7670056" y="1291771"/>
                  </a:lnTo>
                  <a:lnTo>
                    <a:pt x="7670901" y="1212059"/>
                  </a:lnTo>
                  <a:lnTo>
                    <a:pt x="7671746" y="1198619"/>
                  </a:lnTo>
                  <a:lnTo>
                    <a:pt x="7672591" y="1166109"/>
                  </a:lnTo>
                  <a:lnTo>
                    <a:pt x="7673436" y="1207330"/>
                  </a:lnTo>
                  <a:lnTo>
                    <a:pt x="7674281" y="1261820"/>
                  </a:lnTo>
                  <a:lnTo>
                    <a:pt x="7675126" y="1225858"/>
                  </a:lnTo>
                  <a:lnTo>
                    <a:pt x="7675971" y="1518765"/>
                  </a:lnTo>
                  <a:lnTo>
                    <a:pt x="7676816" y="1178653"/>
                  </a:lnTo>
                  <a:lnTo>
                    <a:pt x="7677661" y="1518765"/>
                  </a:lnTo>
                  <a:lnTo>
                    <a:pt x="7678507" y="1228861"/>
                  </a:lnTo>
                  <a:lnTo>
                    <a:pt x="7679352" y="1299106"/>
                  </a:lnTo>
                  <a:lnTo>
                    <a:pt x="7680197" y="1518765"/>
                  </a:lnTo>
                  <a:lnTo>
                    <a:pt x="7681042" y="1308111"/>
                  </a:lnTo>
                  <a:lnTo>
                    <a:pt x="7681887" y="1332887"/>
                  </a:lnTo>
                  <a:lnTo>
                    <a:pt x="7682732" y="1350827"/>
                  </a:lnTo>
                  <a:lnTo>
                    <a:pt x="7683577" y="1387150"/>
                  </a:lnTo>
                  <a:lnTo>
                    <a:pt x="7684422" y="1320974"/>
                  </a:lnTo>
                  <a:lnTo>
                    <a:pt x="7685267" y="1314137"/>
                  </a:lnTo>
                  <a:lnTo>
                    <a:pt x="7686112" y="1258667"/>
                  </a:lnTo>
                  <a:lnTo>
                    <a:pt x="7686957" y="1221924"/>
                  </a:lnTo>
                  <a:lnTo>
                    <a:pt x="7687803" y="1245118"/>
                  </a:lnTo>
                  <a:lnTo>
                    <a:pt x="7688648" y="1249402"/>
                  </a:lnTo>
                  <a:lnTo>
                    <a:pt x="7689493" y="1326906"/>
                  </a:lnTo>
                  <a:lnTo>
                    <a:pt x="7690338" y="1319505"/>
                  </a:lnTo>
                  <a:lnTo>
                    <a:pt x="7691183" y="1318048"/>
                  </a:lnTo>
                  <a:lnTo>
                    <a:pt x="7692028" y="1336489"/>
                  </a:lnTo>
                  <a:lnTo>
                    <a:pt x="7692873" y="1333451"/>
                  </a:lnTo>
                  <a:lnTo>
                    <a:pt x="7693718" y="1329153"/>
                  </a:lnTo>
                  <a:lnTo>
                    <a:pt x="7694563" y="1343211"/>
                  </a:lnTo>
                  <a:lnTo>
                    <a:pt x="7695408" y="1355520"/>
                  </a:lnTo>
                  <a:lnTo>
                    <a:pt x="7696254" y="1367921"/>
                  </a:lnTo>
                  <a:lnTo>
                    <a:pt x="7697099" y="1300501"/>
                  </a:lnTo>
                  <a:lnTo>
                    <a:pt x="7697944" y="1518765"/>
                  </a:lnTo>
                  <a:lnTo>
                    <a:pt x="7698789" y="1518765"/>
                  </a:lnTo>
                  <a:lnTo>
                    <a:pt x="7699634" y="1227791"/>
                  </a:lnTo>
                  <a:lnTo>
                    <a:pt x="7700479" y="1215754"/>
                  </a:lnTo>
                  <a:lnTo>
                    <a:pt x="7701324" y="1175812"/>
                  </a:lnTo>
                  <a:lnTo>
                    <a:pt x="7702169" y="1216378"/>
                  </a:lnTo>
                  <a:lnTo>
                    <a:pt x="7703014" y="1227699"/>
                  </a:lnTo>
                  <a:lnTo>
                    <a:pt x="7703859" y="1263202"/>
                  </a:lnTo>
                  <a:lnTo>
                    <a:pt x="7704704" y="1287080"/>
                  </a:lnTo>
                  <a:lnTo>
                    <a:pt x="7705550" y="1326395"/>
                  </a:lnTo>
                  <a:lnTo>
                    <a:pt x="7706395" y="1367914"/>
                  </a:lnTo>
                  <a:lnTo>
                    <a:pt x="7707240" y="1366112"/>
                  </a:lnTo>
                  <a:lnTo>
                    <a:pt x="7708085" y="1367210"/>
                  </a:lnTo>
                  <a:lnTo>
                    <a:pt x="7708930" y="1315204"/>
                  </a:lnTo>
                  <a:lnTo>
                    <a:pt x="7709775" y="1303680"/>
                  </a:lnTo>
                  <a:lnTo>
                    <a:pt x="7710620" y="1261180"/>
                  </a:lnTo>
                  <a:lnTo>
                    <a:pt x="7711465" y="1227077"/>
                  </a:lnTo>
                  <a:lnTo>
                    <a:pt x="7712310" y="1243837"/>
                  </a:lnTo>
                  <a:lnTo>
                    <a:pt x="7713155" y="1250947"/>
                  </a:lnTo>
                  <a:lnTo>
                    <a:pt x="7714000" y="1348590"/>
                  </a:lnTo>
                  <a:lnTo>
                    <a:pt x="7714846" y="1335309"/>
                  </a:lnTo>
                  <a:lnTo>
                    <a:pt x="7715691" y="1339675"/>
                  </a:lnTo>
                  <a:lnTo>
                    <a:pt x="7716536" y="1338113"/>
                  </a:lnTo>
                  <a:lnTo>
                    <a:pt x="7717381" y="1340083"/>
                  </a:lnTo>
                  <a:lnTo>
                    <a:pt x="7718226" y="1334502"/>
                  </a:lnTo>
                  <a:lnTo>
                    <a:pt x="7719071" y="1340881"/>
                  </a:lnTo>
                  <a:lnTo>
                    <a:pt x="7719916" y="1349024"/>
                  </a:lnTo>
                  <a:lnTo>
                    <a:pt x="7720761" y="1390492"/>
                  </a:lnTo>
                  <a:lnTo>
                    <a:pt x="7721606" y="1365109"/>
                  </a:lnTo>
                  <a:lnTo>
                    <a:pt x="7722451" y="1321561"/>
                  </a:lnTo>
                  <a:lnTo>
                    <a:pt x="7723296" y="1336801"/>
                  </a:lnTo>
                  <a:lnTo>
                    <a:pt x="7724142" y="1307194"/>
                  </a:lnTo>
                  <a:lnTo>
                    <a:pt x="7724987" y="1518765"/>
                  </a:lnTo>
                  <a:lnTo>
                    <a:pt x="7725832" y="1518765"/>
                  </a:lnTo>
                  <a:lnTo>
                    <a:pt x="7726677" y="1319477"/>
                  </a:lnTo>
                  <a:lnTo>
                    <a:pt x="7727522" y="1330796"/>
                  </a:lnTo>
                  <a:lnTo>
                    <a:pt x="7728367" y="1328504"/>
                  </a:lnTo>
                  <a:lnTo>
                    <a:pt x="7729212" y="1518765"/>
                  </a:lnTo>
                  <a:lnTo>
                    <a:pt x="7730057" y="1305834"/>
                  </a:lnTo>
                  <a:lnTo>
                    <a:pt x="7730902" y="1267884"/>
                  </a:lnTo>
                  <a:lnTo>
                    <a:pt x="7731747" y="1243926"/>
                  </a:lnTo>
                  <a:lnTo>
                    <a:pt x="7732592" y="1174165"/>
                  </a:lnTo>
                  <a:lnTo>
                    <a:pt x="7733438" y="1167112"/>
                  </a:lnTo>
                  <a:lnTo>
                    <a:pt x="7734283" y="1141587"/>
                  </a:lnTo>
                  <a:lnTo>
                    <a:pt x="7735128" y="1140228"/>
                  </a:lnTo>
                  <a:lnTo>
                    <a:pt x="7735973" y="1151523"/>
                  </a:lnTo>
                  <a:lnTo>
                    <a:pt x="7736818" y="1090214"/>
                  </a:lnTo>
                  <a:lnTo>
                    <a:pt x="7737663" y="1173467"/>
                  </a:lnTo>
                  <a:lnTo>
                    <a:pt x="7738508" y="1241858"/>
                  </a:lnTo>
                  <a:lnTo>
                    <a:pt x="7739353" y="1261232"/>
                  </a:lnTo>
                  <a:lnTo>
                    <a:pt x="7740198" y="1289767"/>
                  </a:lnTo>
                  <a:lnTo>
                    <a:pt x="7741043" y="1518765"/>
                  </a:lnTo>
                  <a:lnTo>
                    <a:pt x="7741888" y="1306412"/>
                  </a:lnTo>
                  <a:lnTo>
                    <a:pt x="7742734" y="1320480"/>
                  </a:lnTo>
                  <a:lnTo>
                    <a:pt x="7743579" y="1332328"/>
                  </a:lnTo>
                  <a:lnTo>
                    <a:pt x="7744424" y="1332143"/>
                  </a:lnTo>
                  <a:lnTo>
                    <a:pt x="7745269" y="1333139"/>
                  </a:lnTo>
                  <a:lnTo>
                    <a:pt x="7746114" y="1317480"/>
                  </a:lnTo>
                  <a:lnTo>
                    <a:pt x="7746959" y="1303581"/>
                  </a:lnTo>
                  <a:lnTo>
                    <a:pt x="7747804" y="1272230"/>
                  </a:lnTo>
                  <a:lnTo>
                    <a:pt x="7748649" y="1256824"/>
                  </a:lnTo>
                  <a:lnTo>
                    <a:pt x="7749494" y="1245195"/>
                  </a:lnTo>
                  <a:lnTo>
                    <a:pt x="7750339" y="1286724"/>
                  </a:lnTo>
                  <a:lnTo>
                    <a:pt x="7751185" y="1518765"/>
                  </a:lnTo>
                  <a:lnTo>
                    <a:pt x="7752030" y="1518765"/>
                  </a:lnTo>
                  <a:lnTo>
                    <a:pt x="7752875" y="1518765"/>
                  </a:lnTo>
                  <a:lnTo>
                    <a:pt x="7753720" y="1205592"/>
                  </a:lnTo>
                  <a:lnTo>
                    <a:pt x="7754565" y="1170873"/>
                  </a:lnTo>
                  <a:lnTo>
                    <a:pt x="7755410" y="1195355"/>
                  </a:lnTo>
                  <a:lnTo>
                    <a:pt x="7756255" y="1221782"/>
                  </a:lnTo>
                  <a:lnTo>
                    <a:pt x="7757100" y="1250340"/>
                  </a:lnTo>
                  <a:lnTo>
                    <a:pt x="7757945" y="1221775"/>
                  </a:lnTo>
                  <a:lnTo>
                    <a:pt x="7758790" y="1158551"/>
                  </a:lnTo>
                  <a:lnTo>
                    <a:pt x="7759635" y="1150435"/>
                  </a:lnTo>
                  <a:lnTo>
                    <a:pt x="7760481" y="1153867"/>
                  </a:lnTo>
                  <a:lnTo>
                    <a:pt x="7761326" y="1111860"/>
                  </a:lnTo>
                  <a:lnTo>
                    <a:pt x="7762171" y="1063767"/>
                  </a:lnTo>
                  <a:lnTo>
                    <a:pt x="7763016" y="1087539"/>
                  </a:lnTo>
                  <a:lnTo>
                    <a:pt x="7763861" y="1117912"/>
                  </a:lnTo>
                  <a:lnTo>
                    <a:pt x="7764706" y="1119339"/>
                  </a:lnTo>
                  <a:lnTo>
                    <a:pt x="7765551" y="1166202"/>
                  </a:lnTo>
                  <a:lnTo>
                    <a:pt x="7766396" y="1185495"/>
                  </a:lnTo>
                  <a:lnTo>
                    <a:pt x="7767241" y="1243285"/>
                  </a:lnTo>
                  <a:lnTo>
                    <a:pt x="7768086" y="1210379"/>
                  </a:lnTo>
                  <a:lnTo>
                    <a:pt x="7768931" y="1127255"/>
                  </a:lnTo>
                  <a:lnTo>
                    <a:pt x="7769777" y="1158519"/>
                  </a:lnTo>
                  <a:lnTo>
                    <a:pt x="7770622" y="1176174"/>
                  </a:lnTo>
                  <a:lnTo>
                    <a:pt x="7771467" y="1159851"/>
                  </a:lnTo>
                  <a:lnTo>
                    <a:pt x="7772312" y="1099730"/>
                  </a:lnTo>
                  <a:lnTo>
                    <a:pt x="7773157" y="1104032"/>
                  </a:lnTo>
                  <a:lnTo>
                    <a:pt x="7774002" y="1128071"/>
                  </a:lnTo>
                  <a:lnTo>
                    <a:pt x="7774847" y="1210590"/>
                  </a:lnTo>
                  <a:lnTo>
                    <a:pt x="7775692" y="1236002"/>
                  </a:lnTo>
                  <a:lnTo>
                    <a:pt x="7776537" y="1238265"/>
                  </a:lnTo>
                  <a:lnTo>
                    <a:pt x="7777382" y="1202958"/>
                  </a:lnTo>
                  <a:lnTo>
                    <a:pt x="7778227" y="1153562"/>
                  </a:lnTo>
                  <a:lnTo>
                    <a:pt x="7779073" y="1137532"/>
                  </a:lnTo>
                  <a:lnTo>
                    <a:pt x="7779918" y="1048161"/>
                  </a:lnTo>
                  <a:lnTo>
                    <a:pt x="7780763" y="1084713"/>
                  </a:lnTo>
                  <a:lnTo>
                    <a:pt x="7781608" y="1036462"/>
                  </a:lnTo>
                  <a:lnTo>
                    <a:pt x="7782453" y="1075327"/>
                  </a:lnTo>
                  <a:lnTo>
                    <a:pt x="7783298" y="1029889"/>
                  </a:lnTo>
                  <a:lnTo>
                    <a:pt x="7784143" y="1518765"/>
                  </a:lnTo>
                  <a:lnTo>
                    <a:pt x="7784988" y="1061235"/>
                  </a:lnTo>
                  <a:lnTo>
                    <a:pt x="7785833" y="1143267"/>
                  </a:lnTo>
                  <a:lnTo>
                    <a:pt x="7786678" y="1131737"/>
                  </a:lnTo>
                  <a:lnTo>
                    <a:pt x="7787523" y="1118742"/>
                  </a:lnTo>
                  <a:lnTo>
                    <a:pt x="7788369" y="1024953"/>
                  </a:lnTo>
                  <a:lnTo>
                    <a:pt x="7789214" y="1046532"/>
                  </a:lnTo>
                  <a:lnTo>
                    <a:pt x="7790059" y="1008817"/>
                  </a:lnTo>
                  <a:lnTo>
                    <a:pt x="7790904" y="1025231"/>
                  </a:lnTo>
                  <a:lnTo>
                    <a:pt x="7791749" y="994260"/>
                  </a:lnTo>
                  <a:lnTo>
                    <a:pt x="7792594" y="996407"/>
                  </a:lnTo>
                  <a:lnTo>
                    <a:pt x="7793439" y="1028217"/>
                  </a:lnTo>
                  <a:lnTo>
                    <a:pt x="7794284" y="1021574"/>
                  </a:lnTo>
                  <a:lnTo>
                    <a:pt x="7795129" y="1067396"/>
                  </a:lnTo>
                  <a:lnTo>
                    <a:pt x="7795974" y="1107498"/>
                  </a:lnTo>
                  <a:lnTo>
                    <a:pt x="7796819" y="1172592"/>
                  </a:lnTo>
                  <a:lnTo>
                    <a:pt x="7797665" y="1157619"/>
                  </a:lnTo>
                  <a:lnTo>
                    <a:pt x="7798510" y="1130757"/>
                  </a:lnTo>
                  <a:lnTo>
                    <a:pt x="7799355" y="1139923"/>
                  </a:lnTo>
                  <a:lnTo>
                    <a:pt x="7800200" y="1139933"/>
                  </a:lnTo>
                  <a:lnTo>
                    <a:pt x="7801045" y="1097421"/>
                  </a:lnTo>
                  <a:lnTo>
                    <a:pt x="7801890" y="1149747"/>
                  </a:lnTo>
                  <a:lnTo>
                    <a:pt x="7802735" y="1184595"/>
                  </a:lnTo>
                  <a:lnTo>
                    <a:pt x="7803580" y="1150588"/>
                  </a:lnTo>
                  <a:lnTo>
                    <a:pt x="7804425" y="1140448"/>
                  </a:lnTo>
                  <a:lnTo>
                    <a:pt x="7805270" y="1165888"/>
                  </a:lnTo>
                  <a:lnTo>
                    <a:pt x="7806115" y="1194928"/>
                  </a:lnTo>
                  <a:lnTo>
                    <a:pt x="7806961" y="1198229"/>
                  </a:lnTo>
                  <a:lnTo>
                    <a:pt x="7807806" y="1190914"/>
                  </a:lnTo>
                  <a:lnTo>
                    <a:pt x="7808651" y="1136103"/>
                  </a:lnTo>
                  <a:lnTo>
                    <a:pt x="7809496" y="1154996"/>
                  </a:lnTo>
                  <a:lnTo>
                    <a:pt x="7810341" y="1114484"/>
                  </a:lnTo>
                  <a:lnTo>
                    <a:pt x="7811186" y="1111925"/>
                  </a:lnTo>
                  <a:lnTo>
                    <a:pt x="7812031" y="1086104"/>
                  </a:lnTo>
                  <a:lnTo>
                    <a:pt x="7812876" y="1076339"/>
                  </a:lnTo>
                  <a:lnTo>
                    <a:pt x="7813721" y="1116613"/>
                  </a:lnTo>
                  <a:lnTo>
                    <a:pt x="7814566" y="1126480"/>
                  </a:lnTo>
                  <a:lnTo>
                    <a:pt x="7815412" y="1134365"/>
                  </a:lnTo>
                  <a:lnTo>
                    <a:pt x="7816257" y="1212494"/>
                  </a:lnTo>
                  <a:lnTo>
                    <a:pt x="7817102" y="1317101"/>
                  </a:lnTo>
                  <a:lnTo>
                    <a:pt x="7817947" y="1348698"/>
                  </a:lnTo>
                  <a:lnTo>
                    <a:pt x="7818792" y="1358969"/>
                  </a:lnTo>
                  <a:lnTo>
                    <a:pt x="7819637" y="1320023"/>
                  </a:lnTo>
                  <a:lnTo>
                    <a:pt x="7820482" y="1355960"/>
                  </a:lnTo>
                  <a:lnTo>
                    <a:pt x="7821327" y="1518765"/>
                  </a:lnTo>
                  <a:lnTo>
                    <a:pt x="7822172" y="1518765"/>
                  </a:lnTo>
                  <a:lnTo>
                    <a:pt x="7823017" y="1356448"/>
                  </a:lnTo>
                  <a:lnTo>
                    <a:pt x="7823862" y="1382489"/>
                  </a:lnTo>
                  <a:lnTo>
                    <a:pt x="7824708" y="1401767"/>
                  </a:lnTo>
                  <a:lnTo>
                    <a:pt x="7825553" y="1518765"/>
                  </a:lnTo>
                  <a:lnTo>
                    <a:pt x="7826398" y="1518765"/>
                  </a:lnTo>
                  <a:lnTo>
                    <a:pt x="7827243" y="1360394"/>
                  </a:lnTo>
                  <a:lnTo>
                    <a:pt x="7828088" y="1345173"/>
                  </a:lnTo>
                  <a:lnTo>
                    <a:pt x="7828933" y="1328119"/>
                  </a:lnTo>
                  <a:lnTo>
                    <a:pt x="7829778" y="1303986"/>
                  </a:lnTo>
                  <a:lnTo>
                    <a:pt x="7830623" y="1314001"/>
                  </a:lnTo>
                  <a:lnTo>
                    <a:pt x="7831468" y="1313185"/>
                  </a:lnTo>
                  <a:lnTo>
                    <a:pt x="7832313" y="1260614"/>
                  </a:lnTo>
                  <a:lnTo>
                    <a:pt x="7833158" y="1168199"/>
                  </a:lnTo>
                  <a:lnTo>
                    <a:pt x="7834004" y="1144644"/>
                  </a:lnTo>
                  <a:lnTo>
                    <a:pt x="7834849" y="1126431"/>
                  </a:lnTo>
                  <a:lnTo>
                    <a:pt x="7835694" y="1130009"/>
                  </a:lnTo>
                  <a:lnTo>
                    <a:pt x="7836539" y="1518765"/>
                  </a:lnTo>
                  <a:lnTo>
                    <a:pt x="7837384" y="1518765"/>
                  </a:lnTo>
                  <a:lnTo>
                    <a:pt x="7838229" y="1062308"/>
                  </a:lnTo>
                  <a:lnTo>
                    <a:pt x="7839074" y="1018011"/>
                  </a:lnTo>
                  <a:lnTo>
                    <a:pt x="7839919" y="1049179"/>
                  </a:lnTo>
                  <a:lnTo>
                    <a:pt x="7840764" y="1518765"/>
                  </a:lnTo>
                  <a:lnTo>
                    <a:pt x="7841609" y="1518765"/>
                  </a:lnTo>
                  <a:lnTo>
                    <a:pt x="7842454" y="1109420"/>
                  </a:lnTo>
                  <a:lnTo>
                    <a:pt x="7843300" y="1175503"/>
                  </a:lnTo>
                  <a:lnTo>
                    <a:pt x="7844145" y="1175399"/>
                  </a:lnTo>
                  <a:lnTo>
                    <a:pt x="7844990" y="1156750"/>
                  </a:lnTo>
                  <a:lnTo>
                    <a:pt x="7845835" y="1165950"/>
                  </a:lnTo>
                  <a:lnTo>
                    <a:pt x="7846680" y="1518765"/>
                  </a:lnTo>
                  <a:lnTo>
                    <a:pt x="7847525" y="1260259"/>
                  </a:lnTo>
                  <a:lnTo>
                    <a:pt x="7848370" y="1274611"/>
                  </a:lnTo>
                  <a:lnTo>
                    <a:pt x="7849215" y="1283117"/>
                  </a:lnTo>
                  <a:lnTo>
                    <a:pt x="7850060" y="1295310"/>
                  </a:lnTo>
                  <a:lnTo>
                    <a:pt x="7850905" y="1209940"/>
                  </a:lnTo>
                  <a:lnTo>
                    <a:pt x="7851750" y="1232095"/>
                  </a:lnTo>
                  <a:lnTo>
                    <a:pt x="7852596" y="1257986"/>
                  </a:lnTo>
                  <a:lnTo>
                    <a:pt x="7853441" y="1258783"/>
                  </a:lnTo>
                  <a:lnTo>
                    <a:pt x="7854286" y="1321693"/>
                  </a:lnTo>
                  <a:lnTo>
                    <a:pt x="7855131" y="1321284"/>
                  </a:lnTo>
                  <a:lnTo>
                    <a:pt x="7855976" y="1329213"/>
                  </a:lnTo>
                  <a:lnTo>
                    <a:pt x="7856821" y="1371097"/>
                  </a:lnTo>
                  <a:lnTo>
                    <a:pt x="7857666" y="1518765"/>
                  </a:lnTo>
                  <a:lnTo>
                    <a:pt x="7858511" y="1406206"/>
                  </a:lnTo>
                  <a:lnTo>
                    <a:pt x="7859356" y="1429722"/>
                  </a:lnTo>
                  <a:lnTo>
                    <a:pt x="7860201" y="1411728"/>
                  </a:lnTo>
                  <a:lnTo>
                    <a:pt x="7861046" y="1414191"/>
                  </a:lnTo>
                  <a:lnTo>
                    <a:pt x="7861892" y="1419430"/>
                  </a:lnTo>
                  <a:lnTo>
                    <a:pt x="7862737" y="1422795"/>
                  </a:lnTo>
                  <a:lnTo>
                    <a:pt x="7863582" y="1443523"/>
                  </a:lnTo>
                  <a:lnTo>
                    <a:pt x="7864427" y="1397459"/>
                  </a:lnTo>
                  <a:lnTo>
                    <a:pt x="7865272" y="1388144"/>
                  </a:lnTo>
                  <a:lnTo>
                    <a:pt x="7866117" y="1366089"/>
                  </a:lnTo>
                  <a:lnTo>
                    <a:pt x="7866962" y="1342085"/>
                  </a:lnTo>
                  <a:lnTo>
                    <a:pt x="7867807" y="1374630"/>
                  </a:lnTo>
                  <a:lnTo>
                    <a:pt x="7868652" y="1518765"/>
                  </a:lnTo>
                  <a:lnTo>
                    <a:pt x="7869497" y="1518765"/>
                  </a:lnTo>
                  <a:lnTo>
                    <a:pt x="7870342" y="1411204"/>
                  </a:lnTo>
                  <a:lnTo>
                    <a:pt x="7871188" y="1387782"/>
                  </a:lnTo>
                  <a:lnTo>
                    <a:pt x="7872033" y="1415740"/>
                  </a:lnTo>
                  <a:lnTo>
                    <a:pt x="7872878" y="1375305"/>
                  </a:lnTo>
                  <a:lnTo>
                    <a:pt x="7873723" y="1365903"/>
                  </a:lnTo>
                  <a:lnTo>
                    <a:pt x="7874568" y="1364822"/>
                  </a:lnTo>
                  <a:lnTo>
                    <a:pt x="7875413" y="1365366"/>
                  </a:lnTo>
                  <a:lnTo>
                    <a:pt x="7876258" y="1404292"/>
                  </a:lnTo>
                  <a:lnTo>
                    <a:pt x="7877103" y="1382373"/>
                  </a:lnTo>
                  <a:lnTo>
                    <a:pt x="7877948" y="1369548"/>
                  </a:lnTo>
                  <a:lnTo>
                    <a:pt x="7878793" y="1518765"/>
                  </a:lnTo>
                  <a:lnTo>
                    <a:pt x="7879639" y="1518765"/>
                  </a:lnTo>
                  <a:lnTo>
                    <a:pt x="7880484" y="1355951"/>
                  </a:lnTo>
                  <a:lnTo>
                    <a:pt x="7881329" y="1316359"/>
                  </a:lnTo>
                  <a:lnTo>
                    <a:pt x="7882174" y="1518765"/>
                  </a:lnTo>
                  <a:lnTo>
                    <a:pt x="7883019" y="1236446"/>
                  </a:lnTo>
                  <a:lnTo>
                    <a:pt x="7883864" y="1307796"/>
                  </a:lnTo>
                  <a:lnTo>
                    <a:pt x="7884709" y="1326266"/>
                  </a:lnTo>
                  <a:lnTo>
                    <a:pt x="7885554" y="1518765"/>
                  </a:lnTo>
                  <a:lnTo>
                    <a:pt x="7886399" y="1306260"/>
                  </a:lnTo>
                  <a:lnTo>
                    <a:pt x="7887244" y="1271433"/>
                  </a:lnTo>
                  <a:lnTo>
                    <a:pt x="7888089" y="1298952"/>
                  </a:lnTo>
                  <a:lnTo>
                    <a:pt x="7888935" y="1313643"/>
                  </a:lnTo>
                  <a:lnTo>
                    <a:pt x="7889780" y="1357638"/>
                  </a:lnTo>
                  <a:lnTo>
                    <a:pt x="7890625" y="1360515"/>
                  </a:lnTo>
                  <a:lnTo>
                    <a:pt x="7891470" y="1518765"/>
                  </a:lnTo>
                  <a:lnTo>
                    <a:pt x="7892315" y="1518765"/>
                  </a:lnTo>
                  <a:lnTo>
                    <a:pt x="7893160" y="1518765"/>
                  </a:lnTo>
                  <a:lnTo>
                    <a:pt x="7894005" y="1358611"/>
                  </a:lnTo>
                  <a:lnTo>
                    <a:pt x="7894850" y="1316705"/>
                  </a:lnTo>
                  <a:lnTo>
                    <a:pt x="7895695" y="1317181"/>
                  </a:lnTo>
                  <a:lnTo>
                    <a:pt x="7896540" y="1306838"/>
                  </a:lnTo>
                  <a:lnTo>
                    <a:pt x="7897385" y="1271395"/>
                  </a:lnTo>
                  <a:lnTo>
                    <a:pt x="7898231" y="1287676"/>
                  </a:lnTo>
                  <a:lnTo>
                    <a:pt x="7899076" y="1374999"/>
                  </a:lnTo>
                  <a:lnTo>
                    <a:pt x="7899921" y="1309136"/>
                  </a:lnTo>
                  <a:lnTo>
                    <a:pt x="7900766" y="1336023"/>
                  </a:lnTo>
                  <a:lnTo>
                    <a:pt x="7901611" y="1327603"/>
                  </a:lnTo>
                  <a:lnTo>
                    <a:pt x="7902456" y="1314887"/>
                  </a:lnTo>
                  <a:lnTo>
                    <a:pt x="7903301" y="1280040"/>
                  </a:lnTo>
                  <a:lnTo>
                    <a:pt x="7904146" y="1242381"/>
                  </a:lnTo>
                  <a:lnTo>
                    <a:pt x="7904991" y="1228704"/>
                  </a:lnTo>
                  <a:lnTo>
                    <a:pt x="7905836" y="1231635"/>
                  </a:lnTo>
                  <a:lnTo>
                    <a:pt x="7906681" y="1233721"/>
                  </a:lnTo>
                  <a:lnTo>
                    <a:pt x="7907527" y="1234288"/>
                  </a:lnTo>
                  <a:lnTo>
                    <a:pt x="7908372" y="1274134"/>
                  </a:lnTo>
                  <a:lnTo>
                    <a:pt x="7909217" y="1279479"/>
                  </a:lnTo>
                  <a:lnTo>
                    <a:pt x="7910062" y="1314688"/>
                  </a:lnTo>
                  <a:lnTo>
                    <a:pt x="7910907" y="1300065"/>
                  </a:lnTo>
                  <a:lnTo>
                    <a:pt x="7911752" y="1264775"/>
                  </a:lnTo>
                  <a:lnTo>
                    <a:pt x="7912597" y="1229024"/>
                  </a:lnTo>
                  <a:lnTo>
                    <a:pt x="7913442" y="1208871"/>
                  </a:lnTo>
                  <a:lnTo>
                    <a:pt x="7914287" y="1296945"/>
                  </a:lnTo>
                  <a:lnTo>
                    <a:pt x="7915132" y="1274405"/>
                  </a:lnTo>
                  <a:lnTo>
                    <a:pt x="7915977" y="1291127"/>
                  </a:lnTo>
                  <a:lnTo>
                    <a:pt x="7916823" y="1518765"/>
                  </a:lnTo>
                  <a:lnTo>
                    <a:pt x="7917668" y="1291164"/>
                  </a:lnTo>
                  <a:lnTo>
                    <a:pt x="7918513" y="1518765"/>
                  </a:lnTo>
                  <a:lnTo>
                    <a:pt x="7919358" y="1518765"/>
                  </a:lnTo>
                  <a:lnTo>
                    <a:pt x="7920203" y="1518765"/>
                  </a:lnTo>
                  <a:lnTo>
                    <a:pt x="7921048" y="1286378"/>
                  </a:lnTo>
                  <a:lnTo>
                    <a:pt x="7921893" y="1205416"/>
                  </a:lnTo>
                  <a:lnTo>
                    <a:pt x="7922738" y="1164159"/>
                  </a:lnTo>
                  <a:lnTo>
                    <a:pt x="7923583" y="1135734"/>
                  </a:lnTo>
                  <a:lnTo>
                    <a:pt x="7924428" y="1154494"/>
                  </a:lnTo>
                  <a:lnTo>
                    <a:pt x="7925273" y="1107699"/>
                  </a:lnTo>
                  <a:lnTo>
                    <a:pt x="7926119" y="1518765"/>
                  </a:lnTo>
                  <a:lnTo>
                    <a:pt x="7926964" y="1059456"/>
                  </a:lnTo>
                  <a:lnTo>
                    <a:pt x="7927809" y="1057027"/>
                  </a:lnTo>
                  <a:lnTo>
                    <a:pt x="7928654" y="1052890"/>
                  </a:lnTo>
                  <a:lnTo>
                    <a:pt x="7929499" y="1087396"/>
                  </a:lnTo>
                  <a:lnTo>
                    <a:pt x="7930344" y="1084271"/>
                  </a:lnTo>
                  <a:lnTo>
                    <a:pt x="7931189" y="1102319"/>
                  </a:lnTo>
                  <a:lnTo>
                    <a:pt x="7932034" y="1145920"/>
                  </a:lnTo>
                  <a:lnTo>
                    <a:pt x="7932879" y="1172085"/>
                  </a:lnTo>
                  <a:lnTo>
                    <a:pt x="7933724" y="1195301"/>
                  </a:lnTo>
                  <a:lnTo>
                    <a:pt x="7934569" y="1142182"/>
                  </a:lnTo>
                  <a:lnTo>
                    <a:pt x="7935415" y="1158055"/>
                  </a:lnTo>
                  <a:lnTo>
                    <a:pt x="7936260" y="1127326"/>
                  </a:lnTo>
                  <a:lnTo>
                    <a:pt x="7937105" y="1142076"/>
                  </a:lnTo>
                  <a:lnTo>
                    <a:pt x="7937950" y="1199693"/>
                  </a:lnTo>
                  <a:lnTo>
                    <a:pt x="7938795" y="1197572"/>
                  </a:lnTo>
                  <a:lnTo>
                    <a:pt x="7939640" y="1221530"/>
                  </a:lnTo>
                  <a:lnTo>
                    <a:pt x="7940485" y="1255077"/>
                  </a:lnTo>
                  <a:lnTo>
                    <a:pt x="7941330" y="1284109"/>
                  </a:lnTo>
                  <a:lnTo>
                    <a:pt x="7942175" y="1316056"/>
                  </a:lnTo>
                  <a:lnTo>
                    <a:pt x="7943020" y="1260808"/>
                  </a:lnTo>
                  <a:lnTo>
                    <a:pt x="7943866" y="1215256"/>
                  </a:lnTo>
                  <a:lnTo>
                    <a:pt x="7944711" y="1238238"/>
                  </a:lnTo>
                  <a:lnTo>
                    <a:pt x="7945556" y="1233133"/>
                  </a:lnTo>
                  <a:lnTo>
                    <a:pt x="7946401" y="1236275"/>
                  </a:lnTo>
                  <a:lnTo>
                    <a:pt x="7947246" y="1253241"/>
                  </a:lnTo>
                  <a:lnTo>
                    <a:pt x="7948091" y="1288522"/>
                  </a:lnTo>
                  <a:lnTo>
                    <a:pt x="7948936" y="1302163"/>
                  </a:lnTo>
                  <a:lnTo>
                    <a:pt x="7949781" y="1271085"/>
                  </a:lnTo>
                  <a:lnTo>
                    <a:pt x="7950626" y="1239915"/>
                  </a:lnTo>
                  <a:lnTo>
                    <a:pt x="7951471" y="1228283"/>
                  </a:lnTo>
                  <a:lnTo>
                    <a:pt x="7952316" y="1237309"/>
                  </a:lnTo>
                  <a:lnTo>
                    <a:pt x="7953162" y="1281725"/>
                  </a:lnTo>
                  <a:lnTo>
                    <a:pt x="7954007" y="1276269"/>
                  </a:lnTo>
                  <a:lnTo>
                    <a:pt x="7954852" y="1336051"/>
                  </a:lnTo>
                  <a:lnTo>
                    <a:pt x="7955697" y="1378635"/>
                  </a:lnTo>
                  <a:lnTo>
                    <a:pt x="7956542" y="1345417"/>
                  </a:lnTo>
                  <a:lnTo>
                    <a:pt x="7957387" y="1332149"/>
                  </a:lnTo>
                  <a:lnTo>
                    <a:pt x="7958232" y="1360699"/>
                  </a:lnTo>
                  <a:lnTo>
                    <a:pt x="7959077" y="1379077"/>
                  </a:lnTo>
                  <a:lnTo>
                    <a:pt x="7959922" y="1518765"/>
                  </a:lnTo>
                  <a:lnTo>
                    <a:pt x="7960767" y="1518765"/>
                  </a:lnTo>
                  <a:lnTo>
                    <a:pt x="7961612" y="1415862"/>
                  </a:lnTo>
                  <a:lnTo>
                    <a:pt x="7962458" y="1518765"/>
                  </a:lnTo>
                  <a:lnTo>
                    <a:pt x="7963303" y="1518765"/>
                  </a:lnTo>
                  <a:lnTo>
                    <a:pt x="7964148" y="1388734"/>
                  </a:lnTo>
                  <a:lnTo>
                    <a:pt x="7964993" y="1401422"/>
                  </a:lnTo>
                  <a:lnTo>
                    <a:pt x="7965838" y="1518765"/>
                  </a:lnTo>
                  <a:lnTo>
                    <a:pt x="7966683" y="1401232"/>
                  </a:lnTo>
                  <a:lnTo>
                    <a:pt x="7967528" y="1394943"/>
                  </a:lnTo>
                  <a:lnTo>
                    <a:pt x="7968373" y="1378111"/>
                  </a:lnTo>
                  <a:lnTo>
                    <a:pt x="7969218" y="1385682"/>
                  </a:lnTo>
                  <a:lnTo>
                    <a:pt x="7970063" y="1384009"/>
                  </a:lnTo>
                  <a:lnTo>
                    <a:pt x="7970908" y="1352785"/>
                  </a:lnTo>
                  <a:lnTo>
                    <a:pt x="7971754" y="1331642"/>
                  </a:lnTo>
                  <a:lnTo>
                    <a:pt x="7972599" y="1288151"/>
                  </a:lnTo>
                  <a:lnTo>
                    <a:pt x="7973444" y="1267989"/>
                  </a:lnTo>
                  <a:lnTo>
                    <a:pt x="7974289" y="1243880"/>
                  </a:lnTo>
                  <a:lnTo>
                    <a:pt x="7975134" y="1235140"/>
                  </a:lnTo>
                  <a:lnTo>
                    <a:pt x="7975979" y="1190178"/>
                  </a:lnTo>
                  <a:lnTo>
                    <a:pt x="7976824" y="1226093"/>
                  </a:lnTo>
                  <a:lnTo>
                    <a:pt x="7977669" y="1245329"/>
                  </a:lnTo>
                  <a:lnTo>
                    <a:pt x="7978514" y="1270209"/>
                  </a:lnTo>
                  <a:lnTo>
                    <a:pt x="7979359" y="1268087"/>
                  </a:lnTo>
                  <a:lnTo>
                    <a:pt x="7980204" y="1251761"/>
                  </a:lnTo>
                  <a:lnTo>
                    <a:pt x="7981050" y="1208639"/>
                  </a:lnTo>
                  <a:lnTo>
                    <a:pt x="7981895" y="1518765"/>
                  </a:lnTo>
                  <a:lnTo>
                    <a:pt x="7982740" y="1214459"/>
                  </a:lnTo>
                  <a:lnTo>
                    <a:pt x="7983585" y="1214509"/>
                  </a:lnTo>
                  <a:lnTo>
                    <a:pt x="7984430" y="1243871"/>
                  </a:lnTo>
                  <a:lnTo>
                    <a:pt x="7985275" y="1274453"/>
                  </a:lnTo>
                  <a:lnTo>
                    <a:pt x="7986120" y="1278898"/>
                  </a:lnTo>
                  <a:lnTo>
                    <a:pt x="7986965" y="1207715"/>
                  </a:lnTo>
                  <a:lnTo>
                    <a:pt x="7987810" y="1231420"/>
                  </a:lnTo>
                  <a:lnTo>
                    <a:pt x="7988655" y="1209111"/>
                  </a:lnTo>
                  <a:lnTo>
                    <a:pt x="7989500" y="1292468"/>
                  </a:lnTo>
                  <a:lnTo>
                    <a:pt x="7990346" y="1320114"/>
                  </a:lnTo>
                  <a:lnTo>
                    <a:pt x="7991191" y="1301698"/>
                  </a:lnTo>
                  <a:lnTo>
                    <a:pt x="7992036" y="1234251"/>
                  </a:lnTo>
                  <a:lnTo>
                    <a:pt x="7992881" y="1518765"/>
                  </a:lnTo>
                  <a:lnTo>
                    <a:pt x="7993726" y="1124029"/>
                  </a:lnTo>
                  <a:lnTo>
                    <a:pt x="7994571" y="1128873"/>
                  </a:lnTo>
                  <a:lnTo>
                    <a:pt x="7995416" y="1086956"/>
                  </a:lnTo>
                  <a:lnTo>
                    <a:pt x="7996261" y="1081295"/>
                  </a:lnTo>
                  <a:lnTo>
                    <a:pt x="7997106" y="1027465"/>
                  </a:lnTo>
                  <a:lnTo>
                    <a:pt x="7997951" y="1025657"/>
                  </a:lnTo>
                  <a:lnTo>
                    <a:pt x="7998796" y="1070049"/>
                  </a:lnTo>
                  <a:lnTo>
                    <a:pt x="7999642" y="1036583"/>
                  </a:lnTo>
                  <a:lnTo>
                    <a:pt x="8000487" y="1039091"/>
                  </a:lnTo>
                  <a:lnTo>
                    <a:pt x="8001332" y="1036492"/>
                  </a:lnTo>
                  <a:lnTo>
                    <a:pt x="8002177" y="1076197"/>
                  </a:lnTo>
                  <a:lnTo>
                    <a:pt x="8003022" y="1518765"/>
                  </a:lnTo>
                  <a:lnTo>
                    <a:pt x="8003867" y="1518765"/>
                  </a:lnTo>
                  <a:lnTo>
                    <a:pt x="8004712" y="1150831"/>
                  </a:lnTo>
                  <a:lnTo>
                    <a:pt x="8005557" y="1518765"/>
                  </a:lnTo>
                  <a:lnTo>
                    <a:pt x="8006402" y="1250921"/>
                  </a:lnTo>
                  <a:lnTo>
                    <a:pt x="8007247" y="1234736"/>
                  </a:lnTo>
                  <a:lnTo>
                    <a:pt x="8008093" y="1166907"/>
                  </a:lnTo>
                  <a:lnTo>
                    <a:pt x="8008938" y="1176028"/>
                  </a:lnTo>
                  <a:lnTo>
                    <a:pt x="8009783" y="1219953"/>
                  </a:lnTo>
                  <a:lnTo>
                    <a:pt x="8010628" y="1518765"/>
                  </a:lnTo>
                  <a:lnTo>
                    <a:pt x="8011473" y="1258108"/>
                  </a:lnTo>
                  <a:lnTo>
                    <a:pt x="8012318" y="1259508"/>
                  </a:lnTo>
                  <a:lnTo>
                    <a:pt x="8013163" y="1276923"/>
                  </a:lnTo>
                  <a:lnTo>
                    <a:pt x="8014008" y="1304067"/>
                  </a:lnTo>
                  <a:lnTo>
                    <a:pt x="8014853" y="1286583"/>
                  </a:lnTo>
                  <a:lnTo>
                    <a:pt x="8015698" y="1197862"/>
                  </a:lnTo>
                  <a:lnTo>
                    <a:pt x="8016543" y="1240584"/>
                  </a:lnTo>
                  <a:lnTo>
                    <a:pt x="8017389" y="1249315"/>
                  </a:lnTo>
                  <a:lnTo>
                    <a:pt x="8018234" y="1232054"/>
                  </a:lnTo>
                  <a:lnTo>
                    <a:pt x="8019079" y="1234883"/>
                  </a:lnTo>
                  <a:lnTo>
                    <a:pt x="8019924" y="1289814"/>
                  </a:lnTo>
                  <a:lnTo>
                    <a:pt x="8020769" y="1518765"/>
                  </a:lnTo>
                  <a:lnTo>
                    <a:pt x="8021614" y="1314373"/>
                  </a:lnTo>
                  <a:lnTo>
                    <a:pt x="8022459" y="1518765"/>
                  </a:lnTo>
                  <a:lnTo>
                    <a:pt x="8023304" y="1295652"/>
                  </a:lnTo>
                  <a:lnTo>
                    <a:pt x="8024149" y="1518765"/>
                  </a:lnTo>
                  <a:lnTo>
                    <a:pt x="8024994" y="1518765"/>
                  </a:lnTo>
                  <a:lnTo>
                    <a:pt x="8025839" y="1291191"/>
                  </a:lnTo>
                  <a:lnTo>
                    <a:pt x="8026685" y="1295987"/>
                  </a:lnTo>
                  <a:lnTo>
                    <a:pt x="8027530" y="1232550"/>
                  </a:lnTo>
                  <a:lnTo>
                    <a:pt x="8028375" y="1206650"/>
                  </a:lnTo>
                  <a:lnTo>
                    <a:pt x="8029220" y="1122592"/>
                  </a:lnTo>
                  <a:lnTo>
                    <a:pt x="8030065" y="1112245"/>
                  </a:lnTo>
                  <a:lnTo>
                    <a:pt x="8030910" y="1146655"/>
                  </a:lnTo>
                  <a:lnTo>
                    <a:pt x="8031755" y="1518765"/>
                  </a:lnTo>
                  <a:lnTo>
                    <a:pt x="8032600" y="1518765"/>
                  </a:lnTo>
                  <a:lnTo>
                    <a:pt x="8033445" y="1165701"/>
                  </a:lnTo>
                  <a:lnTo>
                    <a:pt x="8034290" y="1176415"/>
                  </a:lnTo>
                  <a:lnTo>
                    <a:pt x="8035135" y="1198104"/>
                  </a:lnTo>
                  <a:lnTo>
                    <a:pt x="8035981" y="1185960"/>
                  </a:lnTo>
                  <a:lnTo>
                    <a:pt x="8036826" y="1140144"/>
                  </a:lnTo>
                  <a:lnTo>
                    <a:pt x="8037671" y="1181330"/>
                  </a:lnTo>
                  <a:lnTo>
                    <a:pt x="8038516" y="1518765"/>
                  </a:lnTo>
                  <a:lnTo>
                    <a:pt x="8039361" y="1518765"/>
                  </a:lnTo>
                  <a:lnTo>
                    <a:pt x="8040206" y="1518765"/>
                  </a:lnTo>
                  <a:lnTo>
                    <a:pt x="8041051" y="1518765"/>
                  </a:lnTo>
                  <a:lnTo>
                    <a:pt x="8041896" y="1144429"/>
                  </a:lnTo>
                  <a:lnTo>
                    <a:pt x="8042741" y="1139829"/>
                  </a:lnTo>
                  <a:lnTo>
                    <a:pt x="8043586" y="1134712"/>
                  </a:lnTo>
                  <a:lnTo>
                    <a:pt x="8044431" y="1175691"/>
                  </a:lnTo>
                  <a:lnTo>
                    <a:pt x="8045277" y="1201888"/>
                  </a:lnTo>
                  <a:lnTo>
                    <a:pt x="8046122" y="1244052"/>
                  </a:lnTo>
                  <a:lnTo>
                    <a:pt x="8046967" y="1518765"/>
                  </a:lnTo>
                  <a:lnTo>
                    <a:pt x="8047812" y="1237575"/>
                  </a:lnTo>
                  <a:lnTo>
                    <a:pt x="8048657" y="1257467"/>
                  </a:lnTo>
                  <a:lnTo>
                    <a:pt x="8049502" y="1205753"/>
                  </a:lnTo>
                  <a:lnTo>
                    <a:pt x="8050347" y="1174409"/>
                  </a:lnTo>
                  <a:lnTo>
                    <a:pt x="8051192" y="1209423"/>
                  </a:lnTo>
                  <a:lnTo>
                    <a:pt x="8052037" y="1295400"/>
                  </a:lnTo>
                  <a:lnTo>
                    <a:pt x="8052882" y="1274620"/>
                  </a:lnTo>
                  <a:lnTo>
                    <a:pt x="8053727" y="1266920"/>
                  </a:lnTo>
                  <a:lnTo>
                    <a:pt x="8054573" y="1271522"/>
                  </a:lnTo>
                  <a:lnTo>
                    <a:pt x="8055418" y="1518765"/>
                  </a:lnTo>
                  <a:lnTo>
                    <a:pt x="8056263" y="1237837"/>
                  </a:lnTo>
                  <a:lnTo>
                    <a:pt x="8057108" y="1241572"/>
                  </a:lnTo>
                  <a:lnTo>
                    <a:pt x="8057953" y="1246774"/>
                  </a:lnTo>
                  <a:lnTo>
                    <a:pt x="8058798" y="1263615"/>
                  </a:lnTo>
                  <a:lnTo>
                    <a:pt x="8059643" y="1270185"/>
                  </a:lnTo>
                  <a:lnTo>
                    <a:pt x="8060488" y="1287808"/>
                  </a:lnTo>
                  <a:lnTo>
                    <a:pt x="8061333" y="1518765"/>
                  </a:lnTo>
                  <a:lnTo>
                    <a:pt x="8062178" y="1518765"/>
                  </a:lnTo>
                  <a:lnTo>
                    <a:pt x="8063023" y="1373143"/>
                  </a:lnTo>
                  <a:lnTo>
                    <a:pt x="8063869" y="1395484"/>
                  </a:lnTo>
                  <a:lnTo>
                    <a:pt x="8064714" y="1427580"/>
                  </a:lnTo>
                  <a:lnTo>
                    <a:pt x="8065559" y="1416945"/>
                  </a:lnTo>
                  <a:lnTo>
                    <a:pt x="8066404" y="1453551"/>
                  </a:lnTo>
                  <a:lnTo>
                    <a:pt x="8067249" y="1472616"/>
                  </a:lnTo>
                  <a:lnTo>
                    <a:pt x="8068094" y="1518765"/>
                  </a:lnTo>
                  <a:lnTo>
                    <a:pt x="8068939" y="1373694"/>
                  </a:lnTo>
                  <a:lnTo>
                    <a:pt x="8069784" y="1389210"/>
                  </a:lnTo>
                  <a:lnTo>
                    <a:pt x="8070629" y="1402940"/>
                  </a:lnTo>
                  <a:lnTo>
                    <a:pt x="8071474" y="1378129"/>
                  </a:lnTo>
                  <a:lnTo>
                    <a:pt x="8072320" y="1384204"/>
                  </a:lnTo>
                  <a:lnTo>
                    <a:pt x="8073165" y="1380827"/>
                  </a:lnTo>
                  <a:lnTo>
                    <a:pt x="8074010" y="1378242"/>
                  </a:lnTo>
                  <a:lnTo>
                    <a:pt x="8074855" y="1401089"/>
                  </a:lnTo>
                  <a:lnTo>
                    <a:pt x="8075700" y="1377499"/>
                  </a:lnTo>
                  <a:lnTo>
                    <a:pt x="8076545" y="1378563"/>
                  </a:lnTo>
                  <a:lnTo>
                    <a:pt x="8077390" y="1354314"/>
                  </a:lnTo>
                  <a:lnTo>
                    <a:pt x="8078235" y="1348907"/>
                  </a:lnTo>
                  <a:lnTo>
                    <a:pt x="8079080" y="1341789"/>
                  </a:lnTo>
                  <a:lnTo>
                    <a:pt x="8079925" y="1316918"/>
                  </a:lnTo>
                  <a:lnTo>
                    <a:pt x="8080770" y="1346662"/>
                  </a:lnTo>
                  <a:lnTo>
                    <a:pt x="8081616" y="1329738"/>
                  </a:lnTo>
                  <a:lnTo>
                    <a:pt x="8082461" y="1300285"/>
                  </a:lnTo>
                  <a:lnTo>
                    <a:pt x="8083306" y="1299275"/>
                  </a:lnTo>
                  <a:lnTo>
                    <a:pt x="8084151" y="1307054"/>
                  </a:lnTo>
                  <a:lnTo>
                    <a:pt x="8084996" y="1317998"/>
                  </a:lnTo>
                  <a:lnTo>
                    <a:pt x="8085841" y="1303205"/>
                  </a:lnTo>
                  <a:lnTo>
                    <a:pt x="8086686" y="1314469"/>
                  </a:lnTo>
                  <a:lnTo>
                    <a:pt x="8087531" y="1347900"/>
                  </a:lnTo>
                  <a:lnTo>
                    <a:pt x="8088376" y="1307901"/>
                  </a:lnTo>
                  <a:lnTo>
                    <a:pt x="8089221" y="1330956"/>
                  </a:lnTo>
                  <a:lnTo>
                    <a:pt x="8090066" y="1313367"/>
                  </a:lnTo>
                  <a:lnTo>
                    <a:pt x="8090912" y="1333282"/>
                  </a:lnTo>
                  <a:lnTo>
                    <a:pt x="8091757" y="1319509"/>
                  </a:lnTo>
                  <a:lnTo>
                    <a:pt x="8092602" y="1320550"/>
                  </a:lnTo>
                  <a:lnTo>
                    <a:pt x="8093447" y="1340103"/>
                  </a:lnTo>
                  <a:lnTo>
                    <a:pt x="8094292" y="1334418"/>
                  </a:lnTo>
                  <a:lnTo>
                    <a:pt x="8095137" y="1318762"/>
                  </a:lnTo>
                  <a:lnTo>
                    <a:pt x="8095982" y="1244108"/>
                  </a:lnTo>
                  <a:lnTo>
                    <a:pt x="8096827" y="1518765"/>
                  </a:lnTo>
                  <a:lnTo>
                    <a:pt x="8097672" y="1257561"/>
                  </a:lnTo>
                  <a:lnTo>
                    <a:pt x="8098517" y="1235399"/>
                  </a:lnTo>
                  <a:lnTo>
                    <a:pt x="8099362" y="1233612"/>
                  </a:lnTo>
                  <a:lnTo>
                    <a:pt x="8100208" y="1178097"/>
                  </a:lnTo>
                  <a:lnTo>
                    <a:pt x="8101053" y="1185073"/>
                  </a:lnTo>
                  <a:lnTo>
                    <a:pt x="8101898" y="1166123"/>
                  </a:lnTo>
                  <a:lnTo>
                    <a:pt x="8102743" y="1178862"/>
                  </a:lnTo>
                  <a:lnTo>
                    <a:pt x="8103588" y="1199269"/>
                  </a:lnTo>
                  <a:lnTo>
                    <a:pt x="8104433" y="1518765"/>
                  </a:lnTo>
                  <a:lnTo>
                    <a:pt x="8105278" y="1518765"/>
                  </a:lnTo>
                  <a:lnTo>
                    <a:pt x="8106123" y="1219775"/>
                  </a:lnTo>
                  <a:lnTo>
                    <a:pt x="8106968" y="1239583"/>
                  </a:lnTo>
                  <a:lnTo>
                    <a:pt x="8107813" y="1207606"/>
                  </a:lnTo>
                  <a:lnTo>
                    <a:pt x="8108658" y="1208873"/>
                  </a:lnTo>
                  <a:lnTo>
                    <a:pt x="8109504" y="1246878"/>
                  </a:lnTo>
                  <a:lnTo>
                    <a:pt x="8110349" y="1518765"/>
                  </a:lnTo>
                  <a:lnTo>
                    <a:pt x="8111194" y="1518765"/>
                  </a:lnTo>
                  <a:lnTo>
                    <a:pt x="8112039" y="1518765"/>
                  </a:lnTo>
                  <a:lnTo>
                    <a:pt x="8112884" y="1366428"/>
                  </a:lnTo>
                  <a:lnTo>
                    <a:pt x="8113729" y="1362088"/>
                  </a:lnTo>
                  <a:lnTo>
                    <a:pt x="8114574" y="1373847"/>
                  </a:lnTo>
                  <a:lnTo>
                    <a:pt x="8115419" y="1382681"/>
                  </a:lnTo>
                  <a:lnTo>
                    <a:pt x="8116264" y="1518765"/>
                  </a:lnTo>
                  <a:lnTo>
                    <a:pt x="8117109" y="1388007"/>
                  </a:lnTo>
                  <a:lnTo>
                    <a:pt x="8117954" y="1376301"/>
                  </a:lnTo>
                  <a:lnTo>
                    <a:pt x="8118800" y="1369469"/>
                  </a:lnTo>
                  <a:lnTo>
                    <a:pt x="8119645" y="1371543"/>
                  </a:lnTo>
                  <a:lnTo>
                    <a:pt x="8120490" y="1518765"/>
                  </a:lnTo>
                  <a:lnTo>
                    <a:pt x="8121335" y="1518765"/>
                  </a:lnTo>
                  <a:lnTo>
                    <a:pt x="8122180" y="1518765"/>
                  </a:lnTo>
                  <a:lnTo>
                    <a:pt x="8123025" y="1301814"/>
                  </a:lnTo>
                  <a:lnTo>
                    <a:pt x="8123870" y="1302235"/>
                  </a:lnTo>
                  <a:lnTo>
                    <a:pt x="8124715" y="1518765"/>
                  </a:lnTo>
                  <a:lnTo>
                    <a:pt x="8125560" y="1518765"/>
                  </a:lnTo>
                  <a:lnTo>
                    <a:pt x="8126405" y="1254352"/>
                  </a:lnTo>
                  <a:lnTo>
                    <a:pt x="8127250" y="1228947"/>
                  </a:lnTo>
                  <a:lnTo>
                    <a:pt x="8128096" y="1244126"/>
                  </a:lnTo>
                  <a:lnTo>
                    <a:pt x="8128941" y="1249378"/>
                  </a:lnTo>
                  <a:lnTo>
                    <a:pt x="8129786" y="1271949"/>
                  </a:lnTo>
                  <a:lnTo>
                    <a:pt x="8130631" y="1222032"/>
                  </a:lnTo>
                  <a:lnTo>
                    <a:pt x="8131476" y="1208908"/>
                  </a:lnTo>
                  <a:lnTo>
                    <a:pt x="8132321" y="1209706"/>
                  </a:lnTo>
                  <a:lnTo>
                    <a:pt x="8133166" y="1225805"/>
                  </a:lnTo>
                  <a:lnTo>
                    <a:pt x="8134011" y="1518765"/>
                  </a:lnTo>
                  <a:lnTo>
                    <a:pt x="8134856" y="1518765"/>
                  </a:lnTo>
                  <a:lnTo>
                    <a:pt x="8135701" y="1197914"/>
                  </a:lnTo>
                  <a:lnTo>
                    <a:pt x="8136547" y="1200343"/>
                  </a:lnTo>
                  <a:lnTo>
                    <a:pt x="8137392" y="1235250"/>
                  </a:lnTo>
                  <a:lnTo>
                    <a:pt x="8138237" y="1236092"/>
                  </a:lnTo>
                  <a:lnTo>
                    <a:pt x="8139082" y="1212646"/>
                  </a:lnTo>
                  <a:lnTo>
                    <a:pt x="8139927" y="1226910"/>
                  </a:lnTo>
                  <a:lnTo>
                    <a:pt x="8140772" y="1285810"/>
                  </a:lnTo>
                  <a:lnTo>
                    <a:pt x="8141617" y="1518765"/>
                  </a:lnTo>
                  <a:lnTo>
                    <a:pt x="8142462" y="1518765"/>
                  </a:lnTo>
                  <a:lnTo>
                    <a:pt x="8143307" y="1243008"/>
                  </a:lnTo>
                  <a:lnTo>
                    <a:pt x="8144152" y="1265013"/>
                  </a:lnTo>
                  <a:lnTo>
                    <a:pt x="8144997" y="1278150"/>
                  </a:lnTo>
                  <a:lnTo>
                    <a:pt x="8145843" y="1240547"/>
                  </a:lnTo>
                  <a:lnTo>
                    <a:pt x="8146688" y="1245287"/>
                  </a:lnTo>
                  <a:lnTo>
                    <a:pt x="8147533" y="1251856"/>
                  </a:lnTo>
                  <a:lnTo>
                    <a:pt x="8148378" y="1286039"/>
                  </a:lnTo>
                  <a:lnTo>
                    <a:pt x="8149223" y="1293828"/>
                  </a:lnTo>
                  <a:lnTo>
                    <a:pt x="8150068" y="1262296"/>
                  </a:lnTo>
                  <a:lnTo>
                    <a:pt x="8150913" y="1296991"/>
                  </a:lnTo>
                  <a:lnTo>
                    <a:pt x="8151758" y="1518765"/>
                  </a:lnTo>
                  <a:lnTo>
                    <a:pt x="8152603" y="1374746"/>
                  </a:lnTo>
                  <a:lnTo>
                    <a:pt x="8153448" y="1518765"/>
                  </a:lnTo>
                  <a:lnTo>
                    <a:pt x="8154293" y="1423800"/>
                  </a:lnTo>
                  <a:lnTo>
                    <a:pt x="8155139" y="1432171"/>
                  </a:lnTo>
                  <a:lnTo>
                    <a:pt x="8155984" y="1416573"/>
                  </a:lnTo>
                  <a:lnTo>
                    <a:pt x="8156829" y="1414757"/>
                  </a:lnTo>
                  <a:lnTo>
                    <a:pt x="8157674" y="1518765"/>
                  </a:lnTo>
                  <a:lnTo>
                    <a:pt x="8158519" y="1370681"/>
                  </a:lnTo>
                  <a:lnTo>
                    <a:pt x="8159364" y="1337160"/>
                  </a:lnTo>
                  <a:lnTo>
                    <a:pt x="8160209" y="1359133"/>
                  </a:lnTo>
                  <a:lnTo>
                    <a:pt x="8161054" y="1353004"/>
                  </a:lnTo>
                  <a:lnTo>
                    <a:pt x="8161899" y="1323994"/>
                  </a:lnTo>
                  <a:lnTo>
                    <a:pt x="8162744" y="1274040"/>
                  </a:lnTo>
                  <a:lnTo>
                    <a:pt x="8163589" y="1263921"/>
                  </a:lnTo>
                  <a:lnTo>
                    <a:pt x="8164435" y="1518765"/>
                  </a:lnTo>
                  <a:lnTo>
                    <a:pt x="8165280" y="1518765"/>
                  </a:lnTo>
                  <a:lnTo>
                    <a:pt x="8166125" y="1518765"/>
                  </a:lnTo>
                  <a:lnTo>
                    <a:pt x="8166970" y="1249229"/>
                  </a:lnTo>
                  <a:lnTo>
                    <a:pt x="8167815" y="1258857"/>
                  </a:lnTo>
                  <a:lnTo>
                    <a:pt x="8168660" y="1263007"/>
                  </a:lnTo>
                  <a:lnTo>
                    <a:pt x="8169505" y="1232559"/>
                  </a:lnTo>
                  <a:lnTo>
                    <a:pt x="8170350" y="1222384"/>
                  </a:lnTo>
                  <a:lnTo>
                    <a:pt x="8171195" y="1208522"/>
                  </a:lnTo>
                  <a:lnTo>
                    <a:pt x="8172040" y="1261218"/>
                  </a:lnTo>
                  <a:lnTo>
                    <a:pt x="8172885" y="1289579"/>
                  </a:lnTo>
                  <a:lnTo>
                    <a:pt x="8173731" y="1286217"/>
                  </a:lnTo>
                  <a:lnTo>
                    <a:pt x="8174576" y="1238194"/>
                  </a:lnTo>
                  <a:lnTo>
                    <a:pt x="8175421" y="1272508"/>
                  </a:lnTo>
                  <a:lnTo>
                    <a:pt x="8176266" y="1232631"/>
                  </a:lnTo>
                  <a:lnTo>
                    <a:pt x="8177111" y="1265385"/>
                  </a:lnTo>
                  <a:lnTo>
                    <a:pt x="8177956" y="1240669"/>
                  </a:lnTo>
                  <a:lnTo>
                    <a:pt x="8178801" y="1243312"/>
                  </a:lnTo>
                  <a:lnTo>
                    <a:pt x="8179646" y="1247928"/>
                  </a:lnTo>
                  <a:lnTo>
                    <a:pt x="8180491" y="1276469"/>
                  </a:lnTo>
                  <a:lnTo>
                    <a:pt x="8181336" y="1302345"/>
                  </a:lnTo>
                  <a:lnTo>
                    <a:pt x="8182181" y="1294294"/>
                  </a:lnTo>
                  <a:lnTo>
                    <a:pt x="8183027" y="1267612"/>
                  </a:lnTo>
                  <a:lnTo>
                    <a:pt x="8183872" y="1281179"/>
                  </a:lnTo>
                  <a:lnTo>
                    <a:pt x="8184717" y="1317848"/>
                  </a:lnTo>
                  <a:lnTo>
                    <a:pt x="8185562" y="1343861"/>
                  </a:lnTo>
                  <a:lnTo>
                    <a:pt x="8186407" y="1331672"/>
                  </a:lnTo>
                  <a:lnTo>
                    <a:pt x="8187252" y="1292007"/>
                  </a:lnTo>
                  <a:lnTo>
                    <a:pt x="8188097" y="1315703"/>
                  </a:lnTo>
                  <a:lnTo>
                    <a:pt x="8188942" y="1329821"/>
                  </a:lnTo>
                  <a:lnTo>
                    <a:pt x="8189787" y="1518765"/>
                  </a:lnTo>
                  <a:lnTo>
                    <a:pt x="8190632" y="1518765"/>
                  </a:lnTo>
                  <a:lnTo>
                    <a:pt x="8191478" y="1289978"/>
                  </a:lnTo>
                  <a:lnTo>
                    <a:pt x="8192323" y="1321860"/>
                  </a:lnTo>
                  <a:lnTo>
                    <a:pt x="8193168" y="1327700"/>
                  </a:lnTo>
                  <a:lnTo>
                    <a:pt x="8194013" y="1309885"/>
                  </a:lnTo>
                  <a:lnTo>
                    <a:pt x="8194858" y="1351576"/>
                  </a:lnTo>
                  <a:lnTo>
                    <a:pt x="8195703" y="1359374"/>
                  </a:lnTo>
                  <a:lnTo>
                    <a:pt x="8196548" y="1344010"/>
                  </a:lnTo>
                  <a:lnTo>
                    <a:pt x="8197393" y="1369001"/>
                  </a:lnTo>
                  <a:lnTo>
                    <a:pt x="8198238" y="1364710"/>
                  </a:lnTo>
                  <a:lnTo>
                    <a:pt x="8199083" y="1422689"/>
                  </a:lnTo>
                  <a:lnTo>
                    <a:pt x="8199928" y="1422879"/>
                  </a:lnTo>
                  <a:lnTo>
                    <a:pt x="8200774" y="1398463"/>
                  </a:lnTo>
                  <a:lnTo>
                    <a:pt x="8201619" y="1368323"/>
                  </a:lnTo>
                  <a:lnTo>
                    <a:pt x="8202464" y="1379912"/>
                  </a:lnTo>
                  <a:lnTo>
                    <a:pt x="8203309" y="1410769"/>
                  </a:lnTo>
                  <a:lnTo>
                    <a:pt x="8204154" y="1390569"/>
                  </a:lnTo>
                  <a:lnTo>
                    <a:pt x="8204999" y="1380968"/>
                  </a:lnTo>
                  <a:lnTo>
                    <a:pt x="8205844" y="1412105"/>
                  </a:lnTo>
                  <a:lnTo>
                    <a:pt x="8206689" y="1372232"/>
                  </a:lnTo>
                  <a:lnTo>
                    <a:pt x="8207534" y="1372832"/>
                  </a:lnTo>
                  <a:lnTo>
                    <a:pt x="8208379" y="1343808"/>
                  </a:lnTo>
                  <a:lnTo>
                    <a:pt x="8209224" y="1369328"/>
                  </a:lnTo>
                  <a:lnTo>
                    <a:pt x="8210070" y="1390425"/>
                  </a:lnTo>
                  <a:lnTo>
                    <a:pt x="8210915" y="1348887"/>
                  </a:lnTo>
                  <a:lnTo>
                    <a:pt x="8211760" y="1372503"/>
                  </a:lnTo>
                  <a:lnTo>
                    <a:pt x="8212605" y="1387116"/>
                  </a:lnTo>
                  <a:lnTo>
                    <a:pt x="8213450" y="1394034"/>
                  </a:lnTo>
                  <a:lnTo>
                    <a:pt x="8214295" y="1380325"/>
                  </a:lnTo>
                  <a:lnTo>
                    <a:pt x="8215140" y="1401915"/>
                  </a:lnTo>
                  <a:lnTo>
                    <a:pt x="8215985" y="1445468"/>
                  </a:lnTo>
                  <a:lnTo>
                    <a:pt x="8216830" y="1441755"/>
                  </a:lnTo>
                  <a:lnTo>
                    <a:pt x="8217675" y="1420610"/>
                  </a:lnTo>
                  <a:lnTo>
                    <a:pt x="8218520" y="1405565"/>
                  </a:lnTo>
                  <a:lnTo>
                    <a:pt x="8219366" y="1406368"/>
                  </a:lnTo>
                  <a:lnTo>
                    <a:pt x="8220211" y="1438727"/>
                  </a:lnTo>
                  <a:lnTo>
                    <a:pt x="8221056" y="1518765"/>
                  </a:lnTo>
                  <a:lnTo>
                    <a:pt x="8221901" y="1518765"/>
                  </a:lnTo>
                  <a:lnTo>
                    <a:pt x="8222746" y="1337648"/>
                  </a:lnTo>
                  <a:lnTo>
                    <a:pt x="8223591" y="1358130"/>
                  </a:lnTo>
                  <a:lnTo>
                    <a:pt x="8224436" y="1373625"/>
                  </a:lnTo>
                  <a:lnTo>
                    <a:pt x="8225281" y="1323084"/>
                  </a:lnTo>
                  <a:lnTo>
                    <a:pt x="8226126" y="1324557"/>
                  </a:lnTo>
                  <a:lnTo>
                    <a:pt x="8226971" y="1362171"/>
                  </a:lnTo>
                  <a:lnTo>
                    <a:pt x="8227816" y="1518765"/>
                  </a:lnTo>
                  <a:lnTo>
                    <a:pt x="8228662" y="1380976"/>
                  </a:lnTo>
                  <a:lnTo>
                    <a:pt x="8229507" y="1374207"/>
                  </a:lnTo>
                  <a:lnTo>
                    <a:pt x="8230352" y="1390562"/>
                  </a:lnTo>
                  <a:lnTo>
                    <a:pt x="8231197" y="1518765"/>
                  </a:lnTo>
                  <a:lnTo>
                    <a:pt x="8232042" y="1404931"/>
                  </a:lnTo>
                  <a:lnTo>
                    <a:pt x="8232887" y="1390557"/>
                  </a:lnTo>
                  <a:lnTo>
                    <a:pt x="8233732" y="1518765"/>
                  </a:lnTo>
                  <a:lnTo>
                    <a:pt x="8234577" y="1412145"/>
                  </a:lnTo>
                  <a:lnTo>
                    <a:pt x="8235422" y="1409654"/>
                  </a:lnTo>
                  <a:lnTo>
                    <a:pt x="8236267" y="1414708"/>
                  </a:lnTo>
                  <a:lnTo>
                    <a:pt x="8237112" y="1410734"/>
                  </a:lnTo>
                  <a:lnTo>
                    <a:pt x="8237958" y="1449975"/>
                  </a:lnTo>
                  <a:lnTo>
                    <a:pt x="8238803" y="1435401"/>
                  </a:lnTo>
                  <a:lnTo>
                    <a:pt x="8239648" y="1428692"/>
                  </a:lnTo>
                  <a:lnTo>
                    <a:pt x="8240493" y="1425351"/>
                  </a:lnTo>
                  <a:lnTo>
                    <a:pt x="8241338" y="1438893"/>
                  </a:lnTo>
                  <a:lnTo>
                    <a:pt x="8242183" y="1463619"/>
                  </a:lnTo>
                  <a:lnTo>
                    <a:pt x="8243028" y="1518765"/>
                  </a:lnTo>
                  <a:lnTo>
                    <a:pt x="8243873" y="1453962"/>
                  </a:lnTo>
                  <a:lnTo>
                    <a:pt x="8244718" y="1470205"/>
                  </a:lnTo>
                  <a:lnTo>
                    <a:pt x="8245563" y="1458594"/>
                  </a:lnTo>
                  <a:lnTo>
                    <a:pt x="8246408" y="1485486"/>
                  </a:lnTo>
                  <a:lnTo>
                    <a:pt x="8247254" y="1504321"/>
                  </a:lnTo>
                  <a:lnTo>
                    <a:pt x="8248099" y="1508581"/>
                  </a:lnTo>
                  <a:lnTo>
                    <a:pt x="8248944" y="1495706"/>
                  </a:lnTo>
                  <a:lnTo>
                    <a:pt x="8249789" y="1518765"/>
                  </a:lnTo>
                  <a:lnTo>
                    <a:pt x="8250634" y="1518765"/>
                  </a:lnTo>
                  <a:lnTo>
                    <a:pt x="8251479" y="1503917"/>
                  </a:lnTo>
                  <a:lnTo>
                    <a:pt x="8252324" y="1495568"/>
                  </a:lnTo>
                  <a:lnTo>
                    <a:pt x="8253169" y="1506392"/>
                  </a:lnTo>
                  <a:lnTo>
                    <a:pt x="8254014" y="1518765"/>
                  </a:lnTo>
                  <a:lnTo>
                    <a:pt x="8254859" y="1518765"/>
                  </a:lnTo>
                  <a:lnTo>
                    <a:pt x="8255705" y="1518765"/>
                  </a:lnTo>
                  <a:lnTo>
                    <a:pt x="8256550" y="1478077"/>
                  </a:lnTo>
                  <a:lnTo>
                    <a:pt x="8257395" y="1518765"/>
                  </a:lnTo>
                  <a:lnTo>
                    <a:pt x="8258240" y="1518765"/>
                  </a:lnTo>
                  <a:lnTo>
                    <a:pt x="8259085" y="1518765"/>
                  </a:lnTo>
                  <a:lnTo>
                    <a:pt x="8259930" y="1494530"/>
                  </a:lnTo>
                  <a:lnTo>
                    <a:pt x="8260775" y="1481836"/>
                  </a:lnTo>
                  <a:lnTo>
                    <a:pt x="8261620" y="1481667"/>
                  </a:lnTo>
                  <a:lnTo>
                    <a:pt x="8262465" y="1518765"/>
                  </a:lnTo>
                  <a:lnTo>
                    <a:pt x="8263310" y="1518765"/>
                  </a:lnTo>
                  <a:lnTo>
                    <a:pt x="8264155" y="1518765"/>
                  </a:lnTo>
                  <a:lnTo>
                    <a:pt x="8265001" y="1518765"/>
                  </a:lnTo>
                  <a:lnTo>
                    <a:pt x="8265846" y="1484388"/>
                  </a:lnTo>
                  <a:lnTo>
                    <a:pt x="8266691" y="1518765"/>
                  </a:lnTo>
                  <a:lnTo>
                    <a:pt x="8267536" y="1518765"/>
                  </a:lnTo>
                  <a:lnTo>
                    <a:pt x="8268381" y="1484821"/>
                  </a:lnTo>
                  <a:lnTo>
                    <a:pt x="8269226" y="1518765"/>
                  </a:lnTo>
                  <a:lnTo>
                    <a:pt x="8270071" y="1518765"/>
                  </a:lnTo>
                  <a:lnTo>
                    <a:pt x="8270916" y="1518765"/>
                  </a:lnTo>
                  <a:lnTo>
                    <a:pt x="8271761" y="1411139"/>
                  </a:lnTo>
                  <a:lnTo>
                    <a:pt x="8272606" y="1518765"/>
                  </a:lnTo>
                  <a:lnTo>
                    <a:pt x="8273451" y="1415016"/>
                  </a:lnTo>
                  <a:lnTo>
                    <a:pt x="8274297" y="1429159"/>
                  </a:lnTo>
                  <a:lnTo>
                    <a:pt x="8275142" y="1424429"/>
                  </a:lnTo>
                  <a:lnTo>
                    <a:pt x="8275987" y="1418725"/>
                  </a:lnTo>
                  <a:lnTo>
                    <a:pt x="8276832" y="1428985"/>
                  </a:lnTo>
                  <a:lnTo>
                    <a:pt x="8277677" y="1387459"/>
                  </a:lnTo>
                  <a:lnTo>
                    <a:pt x="8278522" y="1422980"/>
                  </a:lnTo>
                  <a:lnTo>
                    <a:pt x="8279367" y="1518765"/>
                  </a:lnTo>
                  <a:lnTo>
                    <a:pt x="8280212" y="1518765"/>
                  </a:lnTo>
                  <a:lnTo>
                    <a:pt x="8281057" y="1423392"/>
                  </a:lnTo>
                  <a:lnTo>
                    <a:pt x="8281902" y="1403825"/>
                  </a:lnTo>
                  <a:lnTo>
                    <a:pt x="8282747" y="1419177"/>
                  </a:lnTo>
                  <a:lnTo>
                    <a:pt x="8283593" y="1518765"/>
                  </a:lnTo>
                  <a:lnTo>
                    <a:pt x="8284438" y="1408694"/>
                  </a:lnTo>
                  <a:lnTo>
                    <a:pt x="8285283" y="1421233"/>
                  </a:lnTo>
                  <a:lnTo>
                    <a:pt x="8286128" y="1518765"/>
                  </a:lnTo>
                  <a:lnTo>
                    <a:pt x="8286973" y="1518765"/>
                  </a:lnTo>
                  <a:lnTo>
                    <a:pt x="8287818" y="1518765"/>
                  </a:lnTo>
                  <a:lnTo>
                    <a:pt x="8288663" y="1518765"/>
                  </a:lnTo>
                  <a:lnTo>
                    <a:pt x="8289508" y="1518765"/>
                  </a:lnTo>
                  <a:lnTo>
                    <a:pt x="8290353" y="1500380"/>
                  </a:lnTo>
                  <a:lnTo>
                    <a:pt x="8291198" y="1518765"/>
                  </a:lnTo>
                  <a:lnTo>
                    <a:pt x="8292043" y="1518765"/>
                  </a:lnTo>
                  <a:lnTo>
                    <a:pt x="8292889" y="1518765"/>
                  </a:lnTo>
                  <a:lnTo>
                    <a:pt x="8293734" y="1518765"/>
                  </a:lnTo>
                  <a:lnTo>
                    <a:pt x="8294579" y="1518765"/>
                  </a:lnTo>
                  <a:lnTo>
                    <a:pt x="8295424" y="1518765"/>
                  </a:lnTo>
                  <a:lnTo>
                    <a:pt x="8296269" y="1518765"/>
                  </a:lnTo>
                  <a:lnTo>
                    <a:pt x="8297114" y="1518765"/>
                  </a:lnTo>
                  <a:lnTo>
                    <a:pt x="8297959" y="1518765"/>
                  </a:lnTo>
                  <a:lnTo>
                    <a:pt x="8298804" y="1506365"/>
                  </a:lnTo>
                  <a:lnTo>
                    <a:pt x="8299649" y="1483992"/>
                  </a:lnTo>
                  <a:lnTo>
                    <a:pt x="8300494" y="1499742"/>
                  </a:lnTo>
                  <a:lnTo>
                    <a:pt x="8301339" y="1513689"/>
                  </a:lnTo>
                  <a:lnTo>
                    <a:pt x="8302185" y="1497713"/>
                  </a:lnTo>
                  <a:lnTo>
                    <a:pt x="8303030" y="1502662"/>
                  </a:lnTo>
                  <a:lnTo>
                    <a:pt x="8303875" y="1518765"/>
                  </a:lnTo>
                  <a:lnTo>
                    <a:pt x="8304720" y="1518765"/>
                  </a:lnTo>
                  <a:lnTo>
                    <a:pt x="8303875" y="1518765"/>
                  </a:lnTo>
                  <a:lnTo>
                    <a:pt x="8303030" y="1518765"/>
                  </a:lnTo>
                  <a:lnTo>
                    <a:pt x="8302185" y="1518765"/>
                  </a:lnTo>
                  <a:lnTo>
                    <a:pt x="8301339" y="1518765"/>
                  </a:lnTo>
                  <a:lnTo>
                    <a:pt x="8300494" y="1518765"/>
                  </a:lnTo>
                  <a:lnTo>
                    <a:pt x="8299649" y="1518765"/>
                  </a:lnTo>
                  <a:lnTo>
                    <a:pt x="8298804" y="1518765"/>
                  </a:lnTo>
                  <a:lnTo>
                    <a:pt x="8297959" y="1518765"/>
                  </a:lnTo>
                  <a:lnTo>
                    <a:pt x="8297114" y="1518765"/>
                  </a:lnTo>
                  <a:lnTo>
                    <a:pt x="8296269" y="1518765"/>
                  </a:lnTo>
                  <a:lnTo>
                    <a:pt x="8295424" y="1518765"/>
                  </a:lnTo>
                  <a:lnTo>
                    <a:pt x="8294579" y="1518765"/>
                  </a:lnTo>
                  <a:lnTo>
                    <a:pt x="8293734" y="1518765"/>
                  </a:lnTo>
                  <a:lnTo>
                    <a:pt x="8292889" y="1518765"/>
                  </a:lnTo>
                  <a:lnTo>
                    <a:pt x="8292043" y="1518765"/>
                  </a:lnTo>
                  <a:lnTo>
                    <a:pt x="8291198" y="1518765"/>
                  </a:lnTo>
                  <a:lnTo>
                    <a:pt x="8290353" y="1518765"/>
                  </a:lnTo>
                  <a:lnTo>
                    <a:pt x="8289508" y="1518765"/>
                  </a:lnTo>
                  <a:lnTo>
                    <a:pt x="8288663" y="1518765"/>
                  </a:lnTo>
                  <a:lnTo>
                    <a:pt x="8287818" y="1518765"/>
                  </a:lnTo>
                  <a:lnTo>
                    <a:pt x="8286973" y="1518765"/>
                  </a:lnTo>
                  <a:lnTo>
                    <a:pt x="8286128" y="1518765"/>
                  </a:lnTo>
                  <a:lnTo>
                    <a:pt x="8285283" y="1518765"/>
                  </a:lnTo>
                  <a:lnTo>
                    <a:pt x="8284438" y="1518765"/>
                  </a:lnTo>
                  <a:lnTo>
                    <a:pt x="8283593" y="1518765"/>
                  </a:lnTo>
                  <a:lnTo>
                    <a:pt x="8282747" y="1518765"/>
                  </a:lnTo>
                  <a:lnTo>
                    <a:pt x="8281902" y="1518765"/>
                  </a:lnTo>
                  <a:lnTo>
                    <a:pt x="8281057" y="1518765"/>
                  </a:lnTo>
                  <a:lnTo>
                    <a:pt x="8280212" y="1518765"/>
                  </a:lnTo>
                  <a:lnTo>
                    <a:pt x="8279367" y="1518765"/>
                  </a:lnTo>
                  <a:lnTo>
                    <a:pt x="8278522" y="1518765"/>
                  </a:lnTo>
                  <a:lnTo>
                    <a:pt x="8277677" y="1518765"/>
                  </a:lnTo>
                  <a:lnTo>
                    <a:pt x="8276832" y="1518765"/>
                  </a:lnTo>
                  <a:lnTo>
                    <a:pt x="8275987" y="1518765"/>
                  </a:lnTo>
                  <a:lnTo>
                    <a:pt x="8275142" y="1518765"/>
                  </a:lnTo>
                  <a:lnTo>
                    <a:pt x="8274297" y="1518765"/>
                  </a:lnTo>
                  <a:lnTo>
                    <a:pt x="8273451" y="1518765"/>
                  </a:lnTo>
                  <a:lnTo>
                    <a:pt x="8272606" y="1518765"/>
                  </a:lnTo>
                  <a:lnTo>
                    <a:pt x="8271761" y="1518765"/>
                  </a:lnTo>
                  <a:lnTo>
                    <a:pt x="8270916" y="1518765"/>
                  </a:lnTo>
                  <a:lnTo>
                    <a:pt x="8270071" y="1518765"/>
                  </a:lnTo>
                  <a:lnTo>
                    <a:pt x="8269226" y="1518765"/>
                  </a:lnTo>
                  <a:lnTo>
                    <a:pt x="8268381" y="1518765"/>
                  </a:lnTo>
                  <a:lnTo>
                    <a:pt x="8267536" y="1518765"/>
                  </a:lnTo>
                  <a:lnTo>
                    <a:pt x="8266691" y="1518765"/>
                  </a:lnTo>
                  <a:lnTo>
                    <a:pt x="8265846" y="1518765"/>
                  </a:lnTo>
                  <a:lnTo>
                    <a:pt x="8265001" y="1518765"/>
                  </a:lnTo>
                  <a:lnTo>
                    <a:pt x="8264155" y="1518765"/>
                  </a:lnTo>
                  <a:lnTo>
                    <a:pt x="8263310" y="1518765"/>
                  </a:lnTo>
                  <a:lnTo>
                    <a:pt x="8262465" y="1518765"/>
                  </a:lnTo>
                  <a:lnTo>
                    <a:pt x="8261620" y="1518765"/>
                  </a:lnTo>
                  <a:lnTo>
                    <a:pt x="8260775" y="1518765"/>
                  </a:lnTo>
                  <a:lnTo>
                    <a:pt x="8259930" y="1518765"/>
                  </a:lnTo>
                  <a:lnTo>
                    <a:pt x="8259085" y="1518765"/>
                  </a:lnTo>
                  <a:lnTo>
                    <a:pt x="8258240" y="1518765"/>
                  </a:lnTo>
                  <a:lnTo>
                    <a:pt x="8257395" y="1518765"/>
                  </a:lnTo>
                  <a:lnTo>
                    <a:pt x="8256550" y="1518765"/>
                  </a:lnTo>
                  <a:lnTo>
                    <a:pt x="8255705" y="1518765"/>
                  </a:lnTo>
                  <a:lnTo>
                    <a:pt x="8254859" y="1518765"/>
                  </a:lnTo>
                  <a:lnTo>
                    <a:pt x="8254014" y="1518765"/>
                  </a:lnTo>
                  <a:lnTo>
                    <a:pt x="8253169" y="1518765"/>
                  </a:lnTo>
                  <a:lnTo>
                    <a:pt x="8252324" y="1518765"/>
                  </a:lnTo>
                  <a:lnTo>
                    <a:pt x="8251479" y="1518765"/>
                  </a:lnTo>
                  <a:lnTo>
                    <a:pt x="8250634" y="1518765"/>
                  </a:lnTo>
                  <a:lnTo>
                    <a:pt x="8249789" y="1518765"/>
                  </a:lnTo>
                  <a:lnTo>
                    <a:pt x="8248944" y="1518765"/>
                  </a:lnTo>
                  <a:lnTo>
                    <a:pt x="8248099" y="1518765"/>
                  </a:lnTo>
                  <a:lnTo>
                    <a:pt x="8247254" y="1518765"/>
                  </a:lnTo>
                  <a:lnTo>
                    <a:pt x="8246408" y="1518765"/>
                  </a:lnTo>
                  <a:lnTo>
                    <a:pt x="8245563" y="1518765"/>
                  </a:lnTo>
                  <a:lnTo>
                    <a:pt x="8244718" y="1518765"/>
                  </a:lnTo>
                  <a:lnTo>
                    <a:pt x="8243873" y="1518765"/>
                  </a:lnTo>
                  <a:lnTo>
                    <a:pt x="8243028" y="1518765"/>
                  </a:lnTo>
                  <a:lnTo>
                    <a:pt x="8242183" y="1518765"/>
                  </a:lnTo>
                  <a:lnTo>
                    <a:pt x="8241338" y="1518765"/>
                  </a:lnTo>
                  <a:lnTo>
                    <a:pt x="8240493" y="1518765"/>
                  </a:lnTo>
                  <a:lnTo>
                    <a:pt x="8239648" y="1518765"/>
                  </a:lnTo>
                  <a:lnTo>
                    <a:pt x="8238803" y="1518765"/>
                  </a:lnTo>
                  <a:lnTo>
                    <a:pt x="8237958" y="1518765"/>
                  </a:lnTo>
                  <a:lnTo>
                    <a:pt x="8237112" y="1518765"/>
                  </a:lnTo>
                  <a:lnTo>
                    <a:pt x="8236267" y="1518765"/>
                  </a:lnTo>
                  <a:lnTo>
                    <a:pt x="8235422" y="1518765"/>
                  </a:lnTo>
                  <a:lnTo>
                    <a:pt x="8234577" y="1518765"/>
                  </a:lnTo>
                  <a:lnTo>
                    <a:pt x="8233732" y="1518765"/>
                  </a:lnTo>
                  <a:lnTo>
                    <a:pt x="8232887" y="1518765"/>
                  </a:lnTo>
                  <a:lnTo>
                    <a:pt x="8232042" y="1518765"/>
                  </a:lnTo>
                  <a:lnTo>
                    <a:pt x="8231197" y="1518765"/>
                  </a:lnTo>
                  <a:lnTo>
                    <a:pt x="8230352" y="1518765"/>
                  </a:lnTo>
                  <a:lnTo>
                    <a:pt x="8229507" y="1518765"/>
                  </a:lnTo>
                  <a:lnTo>
                    <a:pt x="8228662" y="1518765"/>
                  </a:lnTo>
                  <a:lnTo>
                    <a:pt x="8227816" y="1518765"/>
                  </a:lnTo>
                  <a:lnTo>
                    <a:pt x="8226971" y="1518765"/>
                  </a:lnTo>
                  <a:lnTo>
                    <a:pt x="8226126" y="1518765"/>
                  </a:lnTo>
                  <a:lnTo>
                    <a:pt x="8225281" y="1518765"/>
                  </a:lnTo>
                  <a:lnTo>
                    <a:pt x="8224436" y="1518765"/>
                  </a:lnTo>
                  <a:lnTo>
                    <a:pt x="8223591" y="1518765"/>
                  </a:lnTo>
                  <a:lnTo>
                    <a:pt x="8222746" y="1518765"/>
                  </a:lnTo>
                  <a:lnTo>
                    <a:pt x="8221901" y="1518765"/>
                  </a:lnTo>
                  <a:lnTo>
                    <a:pt x="8221056" y="1518765"/>
                  </a:lnTo>
                  <a:lnTo>
                    <a:pt x="8220211" y="1518765"/>
                  </a:lnTo>
                  <a:lnTo>
                    <a:pt x="8219366" y="1518765"/>
                  </a:lnTo>
                  <a:lnTo>
                    <a:pt x="8218520" y="1518765"/>
                  </a:lnTo>
                  <a:lnTo>
                    <a:pt x="8217675" y="1518765"/>
                  </a:lnTo>
                  <a:lnTo>
                    <a:pt x="8216830" y="1518765"/>
                  </a:lnTo>
                  <a:lnTo>
                    <a:pt x="8215985" y="1518765"/>
                  </a:lnTo>
                  <a:lnTo>
                    <a:pt x="8215140" y="1518765"/>
                  </a:lnTo>
                  <a:lnTo>
                    <a:pt x="8214295" y="1518765"/>
                  </a:lnTo>
                  <a:lnTo>
                    <a:pt x="8213450" y="1518765"/>
                  </a:lnTo>
                  <a:lnTo>
                    <a:pt x="8212605" y="1518765"/>
                  </a:lnTo>
                  <a:lnTo>
                    <a:pt x="8211760" y="1518765"/>
                  </a:lnTo>
                  <a:lnTo>
                    <a:pt x="8210915" y="1518765"/>
                  </a:lnTo>
                  <a:lnTo>
                    <a:pt x="8210070" y="1518765"/>
                  </a:lnTo>
                  <a:lnTo>
                    <a:pt x="8209224" y="1518765"/>
                  </a:lnTo>
                  <a:lnTo>
                    <a:pt x="8208379" y="1518765"/>
                  </a:lnTo>
                  <a:lnTo>
                    <a:pt x="8207534" y="1518765"/>
                  </a:lnTo>
                  <a:lnTo>
                    <a:pt x="8206689" y="1518765"/>
                  </a:lnTo>
                  <a:lnTo>
                    <a:pt x="8205844" y="1518765"/>
                  </a:lnTo>
                  <a:lnTo>
                    <a:pt x="8204999" y="1518765"/>
                  </a:lnTo>
                  <a:lnTo>
                    <a:pt x="8204154" y="1518765"/>
                  </a:lnTo>
                  <a:lnTo>
                    <a:pt x="8203309" y="1518765"/>
                  </a:lnTo>
                  <a:lnTo>
                    <a:pt x="8202464" y="1518765"/>
                  </a:lnTo>
                  <a:lnTo>
                    <a:pt x="8201619" y="1518765"/>
                  </a:lnTo>
                  <a:lnTo>
                    <a:pt x="8200774" y="1518765"/>
                  </a:lnTo>
                  <a:lnTo>
                    <a:pt x="8199928" y="1518765"/>
                  </a:lnTo>
                  <a:lnTo>
                    <a:pt x="8199083" y="1518765"/>
                  </a:lnTo>
                  <a:lnTo>
                    <a:pt x="8198238" y="1518765"/>
                  </a:lnTo>
                  <a:lnTo>
                    <a:pt x="8197393" y="1518765"/>
                  </a:lnTo>
                  <a:lnTo>
                    <a:pt x="8196548" y="1518765"/>
                  </a:lnTo>
                  <a:lnTo>
                    <a:pt x="8195703" y="1518765"/>
                  </a:lnTo>
                  <a:lnTo>
                    <a:pt x="8194858" y="1518765"/>
                  </a:lnTo>
                  <a:lnTo>
                    <a:pt x="8194013" y="1518765"/>
                  </a:lnTo>
                  <a:lnTo>
                    <a:pt x="8193168" y="1518765"/>
                  </a:lnTo>
                  <a:lnTo>
                    <a:pt x="8192323" y="1518765"/>
                  </a:lnTo>
                  <a:lnTo>
                    <a:pt x="8191478" y="1518765"/>
                  </a:lnTo>
                  <a:lnTo>
                    <a:pt x="8190632" y="1518765"/>
                  </a:lnTo>
                  <a:lnTo>
                    <a:pt x="8189787" y="1518765"/>
                  </a:lnTo>
                  <a:lnTo>
                    <a:pt x="8188942" y="1518765"/>
                  </a:lnTo>
                  <a:lnTo>
                    <a:pt x="8188097" y="1518765"/>
                  </a:lnTo>
                  <a:lnTo>
                    <a:pt x="8187252" y="1518765"/>
                  </a:lnTo>
                  <a:lnTo>
                    <a:pt x="8186407" y="1518765"/>
                  </a:lnTo>
                  <a:lnTo>
                    <a:pt x="8185562" y="1518765"/>
                  </a:lnTo>
                  <a:lnTo>
                    <a:pt x="8184717" y="1518765"/>
                  </a:lnTo>
                  <a:lnTo>
                    <a:pt x="8183872" y="1518765"/>
                  </a:lnTo>
                  <a:lnTo>
                    <a:pt x="8183027" y="1518765"/>
                  </a:lnTo>
                  <a:lnTo>
                    <a:pt x="8182181" y="1518765"/>
                  </a:lnTo>
                  <a:lnTo>
                    <a:pt x="8181336" y="1518765"/>
                  </a:lnTo>
                  <a:lnTo>
                    <a:pt x="8180491" y="1518765"/>
                  </a:lnTo>
                  <a:lnTo>
                    <a:pt x="8179646" y="1518765"/>
                  </a:lnTo>
                  <a:lnTo>
                    <a:pt x="8178801" y="1518765"/>
                  </a:lnTo>
                  <a:lnTo>
                    <a:pt x="8177956" y="1518765"/>
                  </a:lnTo>
                  <a:lnTo>
                    <a:pt x="8177111" y="1518765"/>
                  </a:lnTo>
                  <a:lnTo>
                    <a:pt x="8176266" y="1518765"/>
                  </a:lnTo>
                  <a:lnTo>
                    <a:pt x="8175421" y="1518765"/>
                  </a:lnTo>
                  <a:lnTo>
                    <a:pt x="8174576" y="1518765"/>
                  </a:lnTo>
                  <a:lnTo>
                    <a:pt x="8173731" y="1518765"/>
                  </a:lnTo>
                  <a:lnTo>
                    <a:pt x="8172885" y="1518765"/>
                  </a:lnTo>
                  <a:lnTo>
                    <a:pt x="8172040" y="1518765"/>
                  </a:lnTo>
                  <a:lnTo>
                    <a:pt x="8171195" y="1518765"/>
                  </a:lnTo>
                  <a:lnTo>
                    <a:pt x="8170350" y="1518765"/>
                  </a:lnTo>
                  <a:lnTo>
                    <a:pt x="8169505" y="1518765"/>
                  </a:lnTo>
                  <a:lnTo>
                    <a:pt x="8168660" y="1518765"/>
                  </a:lnTo>
                  <a:lnTo>
                    <a:pt x="8167815" y="1518765"/>
                  </a:lnTo>
                  <a:lnTo>
                    <a:pt x="8166970" y="1518765"/>
                  </a:lnTo>
                  <a:lnTo>
                    <a:pt x="8166125" y="1518765"/>
                  </a:lnTo>
                  <a:lnTo>
                    <a:pt x="8165280" y="1518765"/>
                  </a:lnTo>
                  <a:lnTo>
                    <a:pt x="8164435" y="1518765"/>
                  </a:lnTo>
                  <a:lnTo>
                    <a:pt x="8163589" y="1518765"/>
                  </a:lnTo>
                  <a:lnTo>
                    <a:pt x="8162744" y="1518765"/>
                  </a:lnTo>
                  <a:lnTo>
                    <a:pt x="8161899" y="1518765"/>
                  </a:lnTo>
                  <a:lnTo>
                    <a:pt x="8161054" y="1518765"/>
                  </a:lnTo>
                  <a:lnTo>
                    <a:pt x="8160209" y="1518765"/>
                  </a:lnTo>
                  <a:lnTo>
                    <a:pt x="8159364" y="1518765"/>
                  </a:lnTo>
                  <a:lnTo>
                    <a:pt x="8158519" y="1518765"/>
                  </a:lnTo>
                  <a:lnTo>
                    <a:pt x="8157674" y="1518765"/>
                  </a:lnTo>
                  <a:lnTo>
                    <a:pt x="8156829" y="1518765"/>
                  </a:lnTo>
                  <a:lnTo>
                    <a:pt x="8155984" y="1518765"/>
                  </a:lnTo>
                  <a:lnTo>
                    <a:pt x="8155139" y="1518765"/>
                  </a:lnTo>
                  <a:lnTo>
                    <a:pt x="8154293" y="1518765"/>
                  </a:lnTo>
                  <a:lnTo>
                    <a:pt x="8153448" y="1518765"/>
                  </a:lnTo>
                  <a:lnTo>
                    <a:pt x="8152603" y="1518765"/>
                  </a:lnTo>
                  <a:lnTo>
                    <a:pt x="8151758" y="1518765"/>
                  </a:lnTo>
                  <a:lnTo>
                    <a:pt x="8150913" y="1518765"/>
                  </a:lnTo>
                  <a:lnTo>
                    <a:pt x="8150068" y="1518765"/>
                  </a:lnTo>
                  <a:lnTo>
                    <a:pt x="8149223" y="1518765"/>
                  </a:lnTo>
                  <a:lnTo>
                    <a:pt x="8148378" y="1518765"/>
                  </a:lnTo>
                  <a:lnTo>
                    <a:pt x="8147533" y="1518765"/>
                  </a:lnTo>
                  <a:lnTo>
                    <a:pt x="8146688" y="1518765"/>
                  </a:lnTo>
                  <a:lnTo>
                    <a:pt x="8145843" y="1518765"/>
                  </a:lnTo>
                  <a:lnTo>
                    <a:pt x="8144997" y="1518765"/>
                  </a:lnTo>
                  <a:lnTo>
                    <a:pt x="8144152" y="1518765"/>
                  </a:lnTo>
                  <a:lnTo>
                    <a:pt x="8143307" y="1518765"/>
                  </a:lnTo>
                  <a:lnTo>
                    <a:pt x="8142462" y="1518765"/>
                  </a:lnTo>
                  <a:lnTo>
                    <a:pt x="8141617" y="1518765"/>
                  </a:lnTo>
                  <a:lnTo>
                    <a:pt x="8140772" y="1518765"/>
                  </a:lnTo>
                  <a:lnTo>
                    <a:pt x="8139927" y="1518765"/>
                  </a:lnTo>
                  <a:lnTo>
                    <a:pt x="8139082" y="1518765"/>
                  </a:lnTo>
                  <a:lnTo>
                    <a:pt x="8138237" y="1518765"/>
                  </a:lnTo>
                  <a:lnTo>
                    <a:pt x="8137392" y="1518765"/>
                  </a:lnTo>
                  <a:lnTo>
                    <a:pt x="8136547" y="1518765"/>
                  </a:lnTo>
                  <a:lnTo>
                    <a:pt x="8135701" y="1518765"/>
                  </a:lnTo>
                  <a:lnTo>
                    <a:pt x="8134856" y="1518765"/>
                  </a:lnTo>
                  <a:lnTo>
                    <a:pt x="8134011" y="1518765"/>
                  </a:lnTo>
                  <a:lnTo>
                    <a:pt x="8133166" y="1518765"/>
                  </a:lnTo>
                  <a:lnTo>
                    <a:pt x="8132321" y="1518765"/>
                  </a:lnTo>
                  <a:lnTo>
                    <a:pt x="8131476" y="1518765"/>
                  </a:lnTo>
                  <a:lnTo>
                    <a:pt x="8130631" y="1518765"/>
                  </a:lnTo>
                  <a:lnTo>
                    <a:pt x="8129786" y="1518765"/>
                  </a:lnTo>
                  <a:lnTo>
                    <a:pt x="8128941" y="1518765"/>
                  </a:lnTo>
                  <a:lnTo>
                    <a:pt x="8128096" y="1518765"/>
                  </a:lnTo>
                  <a:lnTo>
                    <a:pt x="8127250" y="1518765"/>
                  </a:lnTo>
                  <a:lnTo>
                    <a:pt x="8126405" y="1518765"/>
                  </a:lnTo>
                  <a:lnTo>
                    <a:pt x="8125560" y="1518765"/>
                  </a:lnTo>
                  <a:lnTo>
                    <a:pt x="8124715" y="1518765"/>
                  </a:lnTo>
                  <a:lnTo>
                    <a:pt x="8123870" y="1518765"/>
                  </a:lnTo>
                  <a:lnTo>
                    <a:pt x="8123025" y="1518765"/>
                  </a:lnTo>
                  <a:lnTo>
                    <a:pt x="8122180" y="1518765"/>
                  </a:lnTo>
                  <a:lnTo>
                    <a:pt x="8121335" y="1518765"/>
                  </a:lnTo>
                  <a:lnTo>
                    <a:pt x="8120490" y="1518765"/>
                  </a:lnTo>
                  <a:lnTo>
                    <a:pt x="8119645" y="1518765"/>
                  </a:lnTo>
                  <a:lnTo>
                    <a:pt x="8118800" y="1518765"/>
                  </a:lnTo>
                  <a:lnTo>
                    <a:pt x="8117954" y="1518765"/>
                  </a:lnTo>
                  <a:lnTo>
                    <a:pt x="8117109" y="1518765"/>
                  </a:lnTo>
                  <a:lnTo>
                    <a:pt x="8116264" y="1518765"/>
                  </a:lnTo>
                  <a:lnTo>
                    <a:pt x="8115419" y="1518765"/>
                  </a:lnTo>
                  <a:lnTo>
                    <a:pt x="8114574" y="1518765"/>
                  </a:lnTo>
                  <a:lnTo>
                    <a:pt x="8113729" y="1518765"/>
                  </a:lnTo>
                  <a:lnTo>
                    <a:pt x="8112884" y="1518765"/>
                  </a:lnTo>
                  <a:lnTo>
                    <a:pt x="8112039" y="1518765"/>
                  </a:lnTo>
                  <a:lnTo>
                    <a:pt x="8111194" y="1518765"/>
                  </a:lnTo>
                  <a:lnTo>
                    <a:pt x="8110349" y="1518765"/>
                  </a:lnTo>
                  <a:lnTo>
                    <a:pt x="8109504" y="1518765"/>
                  </a:lnTo>
                  <a:lnTo>
                    <a:pt x="8108658" y="1518765"/>
                  </a:lnTo>
                  <a:lnTo>
                    <a:pt x="8107813" y="1518765"/>
                  </a:lnTo>
                  <a:lnTo>
                    <a:pt x="8106968" y="1518765"/>
                  </a:lnTo>
                  <a:lnTo>
                    <a:pt x="8106123" y="1518765"/>
                  </a:lnTo>
                  <a:lnTo>
                    <a:pt x="8105278" y="1518765"/>
                  </a:lnTo>
                  <a:lnTo>
                    <a:pt x="8104433" y="1518765"/>
                  </a:lnTo>
                  <a:lnTo>
                    <a:pt x="8103588" y="1518765"/>
                  </a:lnTo>
                  <a:lnTo>
                    <a:pt x="8102743" y="1518765"/>
                  </a:lnTo>
                  <a:lnTo>
                    <a:pt x="8101898" y="1518765"/>
                  </a:lnTo>
                  <a:lnTo>
                    <a:pt x="8101053" y="1518765"/>
                  </a:lnTo>
                  <a:lnTo>
                    <a:pt x="8100208" y="1518765"/>
                  </a:lnTo>
                  <a:lnTo>
                    <a:pt x="8099362" y="1518765"/>
                  </a:lnTo>
                  <a:lnTo>
                    <a:pt x="8098517" y="1518765"/>
                  </a:lnTo>
                  <a:lnTo>
                    <a:pt x="8097672" y="1518765"/>
                  </a:lnTo>
                  <a:lnTo>
                    <a:pt x="8096827" y="1518765"/>
                  </a:lnTo>
                  <a:lnTo>
                    <a:pt x="8095982" y="1518765"/>
                  </a:lnTo>
                  <a:lnTo>
                    <a:pt x="8095137" y="1518765"/>
                  </a:lnTo>
                  <a:lnTo>
                    <a:pt x="8094292" y="1518765"/>
                  </a:lnTo>
                  <a:lnTo>
                    <a:pt x="8093447" y="1518765"/>
                  </a:lnTo>
                  <a:lnTo>
                    <a:pt x="8092602" y="1518765"/>
                  </a:lnTo>
                  <a:lnTo>
                    <a:pt x="8091757" y="1518765"/>
                  </a:lnTo>
                  <a:lnTo>
                    <a:pt x="8090912" y="1518765"/>
                  </a:lnTo>
                  <a:lnTo>
                    <a:pt x="8090066" y="1518765"/>
                  </a:lnTo>
                  <a:lnTo>
                    <a:pt x="8089221" y="1518765"/>
                  </a:lnTo>
                  <a:lnTo>
                    <a:pt x="8088376" y="1518765"/>
                  </a:lnTo>
                  <a:lnTo>
                    <a:pt x="8087531" y="1518765"/>
                  </a:lnTo>
                  <a:lnTo>
                    <a:pt x="8086686" y="1518765"/>
                  </a:lnTo>
                  <a:lnTo>
                    <a:pt x="8085841" y="1518765"/>
                  </a:lnTo>
                  <a:lnTo>
                    <a:pt x="8084996" y="1518765"/>
                  </a:lnTo>
                  <a:lnTo>
                    <a:pt x="8084151" y="1518765"/>
                  </a:lnTo>
                  <a:lnTo>
                    <a:pt x="8083306" y="1518765"/>
                  </a:lnTo>
                  <a:lnTo>
                    <a:pt x="8082461" y="1518765"/>
                  </a:lnTo>
                  <a:lnTo>
                    <a:pt x="8081616" y="1518765"/>
                  </a:lnTo>
                  <a:lnTo>
                    <a:pt x="8080770" y="1518765"/>
                  </a:lnTo>
                  <a:lnTo>
                    <a:pt x="8079925" y="1518765"/>
                  </a:lnTo>
                  <a:lnTo>
                    <a:pt x="8079080" y="1518765"/>
                  </a:lnTo>
                  <a:lnTo>
                    <a:pt x="8078235" y="1518765"/>
                  </a:lnTo>
                  <a:lnTo>
                    <a:pt x="8077390" y="1518765"/>
                  </a:lnTo>
                  <a:lnTo>
                    <a:pt x="8076545" y="1518765"/>
                  </a:lnTo>
                  <a:lnTo>
                    <a:pt x="8075700" y="1518765"/>
                  </a:lnTo>
                  <a:lnTo>
                    <a:pt x="8074855" y="1518765"/>
                  </a:lnTo>
                  <a:lnTo>
                    <a:pt x="8074010" y="1518765"/>
                  </a:lnTo>
                  <a:lnTo>
                    <a:pt x="8073165" y="1518765"/>
                  </a:lnTo>
                  <a:lnTo>
                    <a:pt x="8072320" y="1518765"/>
                  </a:lnTo>
                  <a:lnTo>
                    <a:pt x="8071474" y="1518765"/>
                  </a:lnTo>
                  <a:lnTo>
                    <a:pt x="8070629" y="1518765"/>
                  </a:lnTo>
                  <a:lnTo>
                    <a:pt x="8069784" y="1518765"/>
                  </a:lnTo>
                  <a:lnTo>
                    <a:pt x="8068939" y="1518765"/>
                  </a:lnTo>
                  <a:lnTo>
                    <a:pt x="8068094" y="1518765"/>
                  </a:lnTo>
                  <a:lnTo>
                    <a:pt x="8067249" y="1518765"/>
                  </a:lnTo>
                  <a:lnTo>
                    <a:pt x="8066404" y="1518765"/>
                  </a:lnTo>
                  <a:lnTo>
                    <a:pt x="8065559" y="1518765"/>
                  </a:lnTo>
                  <a:lnTo>
                    <a:pt x="8064714" y="1518765"/>
                  </a:lnTo>
                  <a:lnTo>
                    <a:pt x="8063869" y="1518765"/>
                  </a:lnTo>
                  <a:lnTo>
                    <a:pt x="8063023" y="1518765"/>
                  </a:lnTo>
                  <a:lnTo>
                    <a:pt x="8062178" y="1518765"/>
                  </a:lnTo>
                  <a:lnTo>
                    <a:pt x="8061333" y="1518765"/>
                  </a:lnTo>
                  <a:lnTo>
                    <a:pt x="8060488" y="1518765"/>
                  </a:lnTo>
                  <a:lnTo>
                    <a:pt x="8059643" y="1518765"/>
                  </a:lnTo>
                  <a:lnTo>
                    <a:pt x="8058798" y="1518765"/>
                  </a:lnTo>
                  <a:lnTo>
                    <a:pt x="8057953" y="1518765"/>
                  </a:lnTo>
                  <a:lnTo>
                    <a:pt x="8057108" y="1518765"/>
                  </a:lnTo>
                  <a:lnTo>
                    <a:pt x="8056263" y="1518765"/>
                  </a:lnTo>
                  <a:lnTo>
                    <a:pt x="8055418" y="1518765"/>
                  </a:lnTo>
                  <a:lnTo>
                    <a:pt x="8054573" y="1518765"/>
                  </a:lnTo>
                  <a:lnTo>
                    <a:pt x="8053727" y="1518765"/>
                  </a:lnTo>
                  <a:lnTo>
                    <a:pt x="8052882" y="1518765"/>
                  </a:lnTo>
                  <a:lnTo>
                    <a:pt x="8052037" y="1518765"/>
                  </a:lnTo>
                  <a:lnTo>
                    <a:pt x="8051192" y="1518765"/>
                  </a:lnTo>
                  <a:lnTo>
                    <a:pt x="8050347" y="1518765"/>
                  </a:lnTo>
                  <a:lnTo>
                    <a:pt x="8049502" y="1518765"/>
                  </a:lnTo>
                  <a:lnTo>
                    <a:pt x="8048657" y="1518765"/>
                  </a:lnTo>
                  <a:lnTo>
                    <a:pt x="8047812" y="1518765"/>
                  </a:lnTo>
                  <a:lnTo>
                    <a:pt x="8046967" y="1518765"/>
                  </a:lnTo>
                  <a:lnTo>
                    <a:pt x="8046122" y="1518765"/>
                  </a:lnTo>
                  <a:lnTo>
                    <a:pt x="8045277" y="1518765"/>
                  </a:lnTo>
                  <a:lnTo>
                    <a:pt x="8044431" y="1518765"/>
                  </a:lnTo>
                  <a:lnTo>
                    <a:pt x="8043586" y="1518765"/>
                  </a:lnTo>
                  <a:lnTo>
                    <a:pt x="8042741" y="1518765"/>
                  </a:lnTo>
                  <a:lnTo>
                    <a:pt x="8041896" y="1518765"/>
                  </a:lnTo>
                  <a:lnTo>
                    <a:pt x="8041051" y="1518765"/>
                  </a:lnTo>
                  <a:lnTo>
                    <a:pt x="8040206" y="1518765"/>
                  </a:lnTo>
                  <a:lnTo>
                    <a:pt x="8039361" y="1518765"/>
                  </a:lnTo>
                  <a:lnTo>
                    <a:pt x="8038516" y="1518765"/>
                  </a:lnTo>
                  <a:lnTo>
                    <a:pt x="8037671" y="1518765"/>
                  </a:lnTo>
                  <a:lnTo>
                    <a:pt x="8036826" y="1518765"/>
                  </a:lnTo>
                  <a:lnTo>
                    <a:pt x="8035981" y="1518765"/>
                  </a:lnTo>
                  <a:lnTo>
                    <a:pt x="8035135" y="1518765"/>
                  </a:lnTo>
                  <a:lnTo>
                    <a:pt x="8034290" y="1518765"/>
                  </a:lnTo>
                  <a:lnTo>
                    <a:pt x="8033445" y="1518765"/>
                  </a:lnTo>
                  <a:lnTo>
                    <a:pt x="8032600" y="1518765"/>
                  </a:lnTo>
                  <a:lnTo>
                    <a:pt x="8031755" y="1518765"/>
                  </a:lnTo>
                  <a:lnTo>
                    <a:pt x="8030910" y="1518765"/>
                  </a:lnTo>
                  <a:lnTo>
                    <a:pt x="8030065" y="1518765"/>
                  </a:lnTo>
                  <a:lnTo>
                    <a:pt x="8029220" y="1518765"/>
                  </a:lnTo>
                  <a:lnTo>
                    <a:pt x="8028375" y="1518765"/>
                  </a:lnTo>
                  <a:lnTo>
                    <a:pt x="8027530" y="1518765"/>
                  </a:lnTo>
                  <a:lnTo>
                    <a:pt x="8026685" y="1518765"/>
                  </a:lnTo>
                  <a:lnTo>
                    <a:pt x="8025839" y="1518765"/>
                  </a:lnTo>
                  <a:lnTo>
                    <a:pt x="8024994" y="1518765"/>
                  </a:lnTo>
                  <a:lnTo>
                    <a:pt x="8024149" y="1518765"/>
                  </a:lnTo>
                  <a:lnTo>
                    <a:pt x="8023304" y="1518765"/>
                  </a:lnTo>
                  <a:lnTo>
                    <a:pt x="8022459" y="1518765"/>
                  </a:lnTo>
                  <a:lnTo>
                    <a:pt x="8021614" y="1518765"/>
                  </a:lnTo>
                  <a:lnTo>
                    <a:pt x="8020769" y="1518765"/>
                  </a:lnTo>
                  <a:lnTo>
                    <a:pt x="8019924" y="1518765"/>
                  </a:lnTo>
                  <a:lnTo>
                    <a:pt x="8019079" y="1518765"/>
                  </a:lnTo>
                  <a:lnTo>
                    <a:pt x="8018234" y="1518765"/>
                  </a:lnTo>
                  <a:lnTo>
                    <a:pt x="8017389" y="1518765"/>
                  </a:lnTo>
                  <a:lnTo>
                    <a:pt x="8016543" y="1518765"/>
                  </a:lnTo>
                  <a:lnTo>
                    <a:pt x="8015698" y="1518765"/>
                  </a:lnTo>
                  <a:lnTo>
                    <a:pt x="8014853" y="1518765"/>
                  </a:lnTo>
                  <a:lnTo>
                    <a:pt x="8014008" y="1518765"/>
                  </a:lnTo>
                  <a:lnTo>
                    <a:pt x="8013163" y="1518765"/>
                  </a:lnTo>
                  <a:lnTo>
                    <a:pt x="8012318" y="1518765"/>
                  </a:lnTo>
                  <a:lnTo>
                    <a:pt x="8011473" y="1518765"/>
                  </a:lnTo>
                  <a:lnTo>
                    <a:pt x="8010628" y="1518765"/>
                  </a:lnTo>
                  <a:lnTo>
                    <a:pt x="8009783" y="1518765"/>
                  </a:lnTo>
                  <a:lnTo>
                    <a:pt x="8008938" y="1518765"/>
                  </a:lnTo>
                  <a:lnTo>
                    <a:pt x="8008093" y="1518765"/>
                  </a:lnTo>
                  <a:lnTo>
                    <a:pt x="8007247" y="1518765"/>
                  </a:lnTo>
                  <a:lnTo>
                    <a:pt x="8006402" y="1518765"/>
                  </a:lnTo>
                  <a:lnTo>
                    <a:pt x="8005557" y="1518765"/>
                  </a:lnTo>
                  <a:lnTo>
                    <a:pt x="8004712" y="1518765"/>
                  </a:lnTo>
                  <a:lnTo>
                    <a:pt x="8003867" y="1518765"/>
                  </a:lnTo>
                  <a:lnTo>
                    <a:pt x="8003022" y="1518765"/>
                  </a:lnTo>
                  <a:lnTo>
                    <a:pt x="8002177" y="1518765"/>
                  </a:lnTo>
                  <a:lnTo>
                    <a:pt x="8001332" y="1518765"/>
                  </a:lnTo>
                  <a:lnTo>
                    <a:pt x="8000487" y="1518765"/>
                  </a:lnTo>
                  <a:lnTo>
                    <a:pt x="7999642" y="1518765"/>
                  </a:lnTo>
                  <a:lnTo>
                    <a:pt x="7998796" y="1518765"/>
                  </a:lnTo>
                  <a:lnTo>
                    <a:pt x="7997951" y="1518765"/>
                  </a:lnTo>
                  <a:lnTo>
                    <a:pt x="7997106" y="1518765"/>
                  </a:lnTo>
                  <a:lnTo>
                    <a:pt x="7996261" y="1518765"/>
                  </a:lnTo>
                  <a:lnTo>
                    <a:pt x="7995416" y="1518765"/>
                  </a:lnTo>
                  <a:lnTo>
                    <a:pt x="7994571" y="1518765"/>
                  </a:lnTo>
                  <a:lnTo>
                    <a:pt x="7993726" y="1518765"/>
                  </a:lnTo>
                  <a:lnTo>
                    <a:pt x="7992881" y="1518765"/>
                  </a:lnTo>
                  <a:lnTo>
                    <a:pt x="7992036" y="1518765"/>
                  </a:lnTo>
                  <a:lnTo>
                    <a:pt x="7991191" y="1518765"/>
                  </a:lnTo>
                  <a:lnTo>
                    <a:pt x="7990346" y="1518765"/>
                  </a:lnTo>
                  <a:lnTo>
                    <a:pt x="7989500" y="1518765"/>
                  </a:lnTo>
                  <a:lnTo>
                    <a:pt x="7988655" y="1518765"/>
                  </a:lnTo>
                  <a:lnTo>
                    <a:pt x="7987810" y="1518765"/>
                  </a:lnTo>
                  <a:lnTo>
                    <a:pt x="7986965" y="1518765"/>
                  </a:lnTo>
                  <a:lnTo>
                    <a:pt x="7986120" y="1518765"/>
                  </a:lnTo>
                  <a:lnTo>
                    <a:pt x="7985275" y="1518765"/>
                  </a:lnTo>
                  <a:lnTo>
                    <a:pt x="7984430" y="1518765"/>
                  </a:lnTo>
                  <a:lnTo>
                    <a:pt x="7983585" y="1518765"/>
                  </a:lnTo>
                  <a:lnTo>
                    <a:pt x="7982740" y="1518765"/>
                  </a:lnTo>
                  <a:lnTo>
                    <a:pt x="7981895" y="1518765"/>
                  </a:lnTo>
                  <a:lnTo>
                    <a:pt x="7981050" y="1518765"/>
                  </a:lnTo>
                  <a:lnTo>
                    <a:pt x="7980204" y="1518765"/>
                  </a:lnTo>
                  <a:lnTo>
                    <a:pt x="7979359" y="1518765"/>
                  </a:lnTo>
                  <a:lnTo>
                    <a:pt x="7978514" y="1518765"/>
                  </a:lnTo>
                  <a:lnTo>
                    <a:pt x="7977669" y="1518765"/>
                  </a:lnTo>
                  <a:lnTo>
                    <a:pt x="7976824" y="1518765"/>
                  </a:lnTo>
                  <a:lnTo>
                    <a:pt x="7975979" y="1518765"/>
                  </a:lnTo>
                  <a:lnTo>
                    <a:pt x="7975134" y="1518765"/>
                  </a:lnTo>
                  <a:lnTo>
                    <a:pt x="7974289" y="1518765"/>
                  </a:lnTo>
                  <a:lnTo>
                    <a:pt x="7973444" y="1518765"/>
                  </a:lnTo>
                  <a:lnTo>
                    <a:pt x="7972599" y="1518765"/>
                  </a:lnTo>
                  <a:lnTo>
                    <a:pt x="7971754" y="1518765"/>
                  </a:lnTo>
                  <a:lnTo>
                    <a:pt x="7970908" y="1518765"/>
                  </a:lnTo>
                  <a:lnTo>
                    <a:pt x="7970063" y="1518765"/>
                  </a:lnTo>
                  <a:lnTo>
                    <a:pt x="7969218" y="1518765"/>
                  </a:lnTo>
                  <a:lnTo>
                    <a:pt x="7968373" y="1518765"/>
                  </a:lnTo>
                  <a:lnTo>
                    <a:pt x="7967528" y="1518765"/>
                  </a:lnTo>
                  <a:lnTo>
                    <a:pt x="7966683" y="1518765"/>
                  </a:lnTo>
                  <a:lnTo>
                    <a:pt x="7965838" y="1518765"/>
                  </a:lnTo>
                  <a:lnTo>
                    <a:pt x="7964993" y="1518765"/>
                  </a:lnTo>
                  <a:lnTo>
                    <a:pt x="7964148" y="1518765"/>
                  </a:lnTo>
                  <a:lnTo>
                    <a:pt x="7963303" y="1518765"/>
                  </a:lnTo>
                  <a:lnTo>
                    <a:pt x="7962458" y="1518765"/>
                  </a:lnTo>
                  <a:lnTo>
                    <a:pt x="7961612" y="1518765"/>
                  </a:lnTo>
                  <a:lnTo>
                    <a:pt x="7960767" y="1518765"/>
                  </a:lnTo>
                  <a:lnTo>
                    <a:pt x="7959922" y="1518765"/>
                  </a:lnTo>
                  <a:lnTo>
                    <a:pt x="7959077" y="1518765"/>
                  </a:lnTo>
                  <a:lnTo>
                    <a:pt x="7958232" y="1518765"/>
                  </a:lnTo>
                  <a:lnTo>
                    <a:pt x="7957387" y="1518765"/>
                  </a:lnTo>
                  <a:lnTo>
                    <a:pt x="7956542" y="1518765"/>
                  </a:lnTo>
                  <a:lnTo>
                    <a:pt x="7955697" y="1518765"/>
                  </a:lnTo>
                  <a:lnTo>
                    <a:pt x="7954852" y="1518765"/>
                  </a:lnTo>
                  <a:lnTo>
                    <a:pt x="7954007" y="1518765"/>
                  </a:lnTo>
                  <a:lnTo>
                    <a:pt x="7953162" y="1518765"/>
                  </a:lnTo>
                  <a:lnTo>
                    <a:pt x="7952316" y="1518765"/>
                  </a:lnTo>
                  <a:lnTo>
                    <a:pt x="7951471" y="1518765"/>
                  </a:lnTo>
                  <a:lnTo>
                    <a:pt x="7950626" y="1518765"/>
                  </a:lnTo>
                  <a:lnTo>
                    <a:pt x="7949781" y="1518765"/>
                  </a:lnTo>
                  <a:lnTo>
                    <a:pt x="7948936" y="1518765"/>
                  </a:lnTo>
                  <a:lnTo>
                    <a:pt x="7948091" y="1518765"/>
                  </a:lnTo>
                  <a:lnTo>
                    <a:pt x="7947246" y="1518765"/>
                  </a:lnTo>
                  <a:lnTo>
                    <a:pt x="7946401" y="1518765"/>
                  </a:lnTo>
                  <a:lnTo>
                    <a:pt x="7945556" y="1518765"/>
                  </a:lnTo>
                  <a:lnTo>
                    <a:pt x="7944711" y="1518765"/>
                  </a:lnTo>
                  <a:lnTo>
                    <a:pt x="7943866" y="1518765"/>
                  </a:lnTo>
                  <a:lnTo>
                    <a:pt x="7943020" y="1518765"/>
                  </a:lnTo>
                  <a:lnTo>
                    <a:pt x="7942175" y="1518765"/>
                  </a:lnTo>
                  <a:lnTo>
                    <a:pt x="7941330" y="1518765"/>
                  </a:lnTo>
                  <a:lnTo>
                    <a:pt x="7940485" y="1518765"/>
                  </a:lnTo>
                  <a:lnTo>
                    <a:pt x="7939640" y="1518765"/>
                  </a:lnTo>
                  <a:lnTo>
                    <a:pt x="7938795" y="1518765"/>
                  </a:lnTo>
                  <a:lnTo>
                    <a:pt x="7937950" y="1518765"/>
                  </a:lnTo>
                  <a:lnTo>
                    <a:pt x="7937105" y="1518765"/>
                  </a:lnTo>
                  <a:lnTo>
                    <a:pt x="7936260" y="1518765"/>
                  </a:lnTo>
                  <a:lnTo>
                    <a:pt x="7935415" y="1518765"/>
                  </a:lnTo>
                  <a:lnTo>
                    <a:pt x="7934569" y="1518765"/>
                  </a:lnTo>
                  <a:lnTo>
                    <a:pt x="7933724" y="1518765"/>
                  </a:lnTo>
                  <a:lnTo>
                    <a:pt x="7932879" y="1518765"/>
                  </a:lnTo>
                  <a:lnTo>
                    <a:pt x="7932034" y="1518765"/>
                  </a:lnTo>
                  <a:lnTo>
                    <a:pt x="7931189" y="1518765"/>
                  </a:lnTo>
                  <a:lnTo>
                    <a:pt x="7930344" y="1518765"/>
                  </a:lnTo>
                  <a:lnTo>
                    <a:pt x="7929499" y="1518765"/>
                  </a:lnTo>
                  <a:lnTo>
                    <a:pt x="7928654" y="1518765"/>
                  </a:lnTo>
                  <a:lnTo>
                    <a:pt x="7927809" y="1518765"/>
                  </a:lnTo>
                  <a:lnTo>
                    <a:pt x="7926964" y="1518765"/>
                  </a:lnTo>
                  <a:lnTo>
                    <a:pt x="7926119" y="1518765"/>
                  </a:lnTo>
                  <a:lnTo>
                    <a:pt x="7925273" y="1518765"/>
                  </a:lnTo>
                  <a:lnTo>
                    <a:pt x="7924428" y="1518765"/>
                  </a:lnTo>
                  <a:lnTo>
                    <a:pt x="7923583" y="1518765"/>
                  </a:lnTo>
                  <a:lnTo>
                    <a:pt x="7922738" y="1518765"/>
                  </a:lnTo>
                  <a:lnTo>
                    <a:pt x="7921893" y="1518765"/>
                  </a:lnTo>
                  <a:lnTo>
                    <a:pt x="7921048" y="1518765"/>
                  </a:lnTo>
                  <a:lnTo>
                    <a:pt x="7920203" y="1518765"/>
                  </a:lnTo>
                  <a:lnTo>
                    <a:pt x="7919358" y="1518765"/>
                  </a:lnTo>
                  <a:lnTo>
                    <a:pt x="7918513" y="1518765"/>
                  </a:lnTo>
                  <a:lnTo>
                    <a:pt x="7917668" y="1518765"/>
                  </a:lnTo>
                  <a:lnTo>
                    <a:pt x="7916823" y="1518765"/>
                  </a:lnTo>
                  <a:lnTo>
                    <a:pt x="7915977" y="1518765"/>
                  </a:lnTo>
                  <a:lnTo>
                    <a:pt x="7915132" y="1518765"/>
                  </a:lnTo>
                  <a:lnTo>
                    <a:pt x="7914287" y="1518765"/>
                  </a:lnTo>
                  <a:lnTo>
                    <a:pt x="7913442" y="1518765"/>
                  </a:lnTo>
                  <a:lnTo>
                    <a:pt x="7912597" y="1518765"/>
                  </a:lnTo>
                  <a:lnTo>
                    <a:pt x="7911752" y="1518765"/>
                  </a:lnTo>
                  <a:lnTo>
                    <a:pt x="7910907" y="1518765"/>
                  </a:lnTo>
                  <a:lnTo>
                    <a:pt x="7910062" y="1518765"/>
                  </a:lnTo>
                  <a:lnTo>
                    <a:pt x="7909217" y="1518765"/>
                  </a:lnTo>
                  <a:lnTo>
                    <a:pt x="7908372" y="1518765"/>
                  </a:lnTo>
                  <a:lnTo>
                    <a:pt x="7907527" y="1518765"/>
                  </a:lnTo>
                  <a:lnTo>
                    <a:pt x="7906681" y="1518765"/>
                  </a:lnTo>
                  <a:lnTo>
                    <a:pt x="7905836" y="1518765"/>
                  </a:lnTo>
                  <a:lnTo>
                    <a:pt x="7904991" y="1518765"/>
                  </a:lnTo>
                  <a:lnTo>
                    <a:pt x="7904146" y="1518765"/>
                  </a:lnTo>
                  <a:lnTo>
                    <a:pt x="7903301" y="1518765"/>
                  </a:lnTo>
                  <a:lnTo>
                    <a:pt x="7902456" y="1518765"/>
                  </a:lnTo>
                  <a:lnTo>
                    <a:pt x="7901611" y="1518765"/>
                  </a:lnTo>
                  <a:lnTo>
                    <a:pt x="7900766" y="1518765"/>
                  </a:lnTo>
                  <a:lnTo>
                    <a:pt x="7899921" y="1518765"/>
                  </a:lnTo>
                  <a:lnTo>
                    <a:pt x="7899076" y="1518765"/>
                  </a:lnTo>
                  <a:lnTo>
                    <a:pt x="7898231" y="1518765"/>
                  </a:lnTo>
                  <a:lnTo>
                    <a:pt x="7897385" y="1518765"/>
                  </a:lnTo>
                  <a:lnTo>
                    <a:pt x="7896540" y="1518765"/>
                  </a:lnTo>
                  <a:lnTo>
                    <a:pt x="7895695" y="1518765"/>
                  </a:lnTo>
                  <a:lnTo>
                    <a:pt x="7894850" y="1518765"/>
                  </a:lnTo>
                  <a:lnTo>
                    <a:pt x="7894005" y="1518765"/>
                  </a:lnTo>
                  <a:lnTo>
                    <a:pt x="7893160" y="1518765"/>
                  </a:lnTo>
                  <a:lnTo>
                    <a:pt x="7892315" y="1518765"/>
                  </a:lnTo>
                  <a:lnTo>
                    <a:pt x="7891470" y="1518765"/>
                  </a:lnTo>
                  <a:lnTo>
                    <a:pt x="7890625" y="1518765"/>
                  </a:lnTo>
                  <a:lnTo>
                    <a:pt x="7889780" y="1518765"/>
                  </a:lnTo>
                  <a:lnTo>
                    <a:pt x="7888935" y="1518765"/>
                  </a:lnTo>
                  <a:lnTo>
                    <a:pt x="7888089" y="1518765"/>
                  </a:lnTo>
                  <a:lnTo>
                    <a:pt x="7887244" y="1518765"/>
                  </a:lnTo>
                  <a:lnTo>
                    <a:pt x="7886399" y="1518765"/>
                  </a:lnTo>
                  <a:lnTo>
                    <a:pt x="7885554" y="1518765"/>
                  </a:lnTo>
                  <a:lnTo>
                    <a:pt x="7884709" y="1518765"/>
                  </a:lnTo>
                  <a:lnTo>
                    <a:pt x="7883864" y="1518765"/>
                  </a:lnTo>
                  <a:lnTo>
                    <a:pt x="7883019" y="1518765"/>
                  </a:lnTo>
                  <a:lnTo>
                    <a:pt x="7882174" y="1518765"/>
                  </a:lnTo>
                  <a:lnTo>
                    <a:pt x="7881329" y="1518765"/>
                  </a:lnTo>
                  <a:lnTo>
                    <a:pt x="7880484" y="1518765"/>
                  </a:lnTo>
                  <a:lnTo>
                    <a:pt x="7879639" y="1518765"/>
                  </a:lnTo>
                  <a:lnTo>
                    <a:pt x="7878793" y="1518765"/>
                  </a:lnTo>
                  <a:lnTo>
                    <a:pt x="7877948" y="1518765"/>
                  </a:lnTo>
                  <a:lnTo>
                    <a:pt x="7877103" y="1518765"/>
                  </a:lnTo>
                  <a:lnTo>
                    <a:pt x="7876258" y="1518765"/>
                  </a:lnTo>
                  <a:lnTo>
                    <a:pt x="7875413" y="1518765"/>
                  </a:lnTo>
                  <a:lnTo>
                    <a:pt x="7874568" y="1518765"/>
                  </a:lnTo>
                  <a:lnTo>
                    <a:pt x="7873723" y="1518765"/>
                  </a:lnTo>
                  <a:lnTo>
                    <a:pt x="7872878" y="1518765"/>
                  </a:lnTo>
                  <a:lnTo>
                    <a:pt x="7872033" y="1518765"/>
                  </a:lnTo>
                  <a:lnTo>
                    <a:pt x="7871188" y="1518765"/>
                  </a:lnTo>
                  <a:lnTo>
                    <a:pt x="7870342" y="1518765"/>
                  </a:lnTo>
                  <a:lnTo>
                    <a:pt x="7869497" y="1518765"/>
                  </a:lnTo>
                  <a:lnTo>
                    <a:pt x="7868652" y="1518765"/>
                  </a:lnTo>
                  <a:lnTo>
                    <a:pt x="7867807" y="1518765"/>
                  </a:lnTo>
                  <a:lnTo>
                    <a:pt x="7866962" y="1518765"/>
                  </a:lnTo>
                  <a:lnTo>
                    <a:pt x="7866117" y="1518765"/>
                  </a:lnTo>
                  <a:lnTo>
                    <a:pt x="7865272" y="1518765"/>
                  </a:lnTo>
                  <a:lnTo>
                    <a:pt x="7864427" y="1518765"/>
                  </a:lnTo>
                  <a:lnTo>
                    <a:pt x="7863582" y="1518765"/>
                  </a:lnTo>
                  <a:lnTo>
                    <a:pt x="7862737" y="1518765"/>
                  </a:lnTo>
                  <a:lnTo>
                    <a:pt x="7861892" y="1518765"/>
                  </a:lnTo>
                  <a:lnTo>
                    <a:pt x="7861046" y="1518765"/>
                  </a:lnTo>
                  <a:lnTo>
                    <a:pt x="7860201" y="1518765"/>
                  </a:lnTo>
                  <a:lnTo>
                    <a:pt x="7859356" y="1518765"/>
                  </a:lnTo>
                  <a:lnTo>
                    <a:pt x="7858511" y="1518765"/>
                  </a:lnTo>
                  <a:lnTo>
                    <a:pt x="7857666" y="1518765"/>
                  </a:lnTo>
                  <a:lnTo>
                    <a:pt x="7856821" y="1518765"/>
                  </a:lnTo>
                  <a:lnTo>
                    <a:pt x="7855976" y="1518765"/>
                  </a:lnTo>
                  <a:lnTo>
                    <a:pt x="7855131" y="1518765"/>
                  </a:lnTo>
                  <a:lnTo>
                    <a:pt x="7854286" y="1518765"/>
                  </a:lnTo>
                  <a:lnTo>
                    <a:pt x="7853441" y="1518765"/>
                  </a:lnTo>
                  <a:lnTo>
                    <a:pt x="7852596" y="1518765"/>
                  </a:lnTo>
                  <a:lnTo>
                    <a:pt x="7851750" y="1518765"/>
                  </a:lnTo>
                  <a:lnTo>
                    <a:pt x="7850905" y="1518765"/>
                  </a:lnTo>
                  <a:lnTo>
                    <a:pt x="7850060" y="1518765"/>
                  </a:lnTo>
                  <a:lnTo>
                    <a:pt x="7849215" y="1518765"/>
                  </a:lnTo>
                  <a:lnTo>
                    <a:pt x="7848370" y="1518765"/>
                  </a:lnTo>
                  <a:lnTo>
                    <a:pt x="7847525" y="1518765"/>
                  </a:lnTo>
                  <a:lnTo>
                    <a:pt x="7846680" y="1518765"/>
                  </a:lnTo>
                  <a:lnTo>
                    <a:pt x="7845835" y="1518765"/>
                  </a:lnTo>
                  <a:lnTo>
                    <a:pt x="7844990" y="1518765"/>
                  </a:lnTo>
                  <a:lnTo>
                    <a:pt x="7844145" y="1518765"/>
                  </a:lnTo>
                  <a:lnTo>
                    <a:pt x="7843300" y="1518765"/>
                  </a:lnTo>
                  <a:lnTo>
                    <a:pt x="7842454" y="1518765"/>
                  </a:lnTo>
                  <a:lnTo>
                    <a:pt x="7841609" y="1518765"/>
                  </a:lnTo>
                  <a:lnTo>
                    <a:pt x="7840764" y="1518765"/>
                  </a:lnTo>
                  <a:lnTo>
                    <a:pt x="7839919" y="1518765"/>
                  </a:lnTo>
                  <a:lnTo>
                    <a:pt x="7839074" y="1518765"/>
                  </a:lnTo>
                  <a:lnTo>
                    <a:pt x="7838229" y="1518765"/>
                  </a:lnTo>
                  <a:lnTo>
                    <a:pt x="7837384" y="1518765"/>
                  </a:lnTo>
                  <a:lnTo>
                    <a:pt x="7836539" y="1518765"/>
                  </a:lnTo>
                  <a:lnTo>
                    <a:pt x="7835694" y="1518765"/>
                  </a:lnTo>
                  <a:lnTo>
                    <a:pt x="7834849" y="1518765"/>
                  </a:lnTo>
                  <a:lnTo>
                    <a:pt x="7834004" y="1518765"/>
                  </a:lnTo>
                  <a:lnTo>
                    <a:pt x="7833158" y="1518765"/>
                  </a:lnTo>
                  <a:lnTo>
                    <a:pt x="7832313" y="1518765"/>
                  </a:lnTo>
                  <a:lnTo>
                    <a:pt x="7831468" y="1518765"/>
                  </a:lnTo>
                  <a:lnTo>
                    <a:pt x="7830623" y="1518765"/>
                  </a:lnTo>
                  <a:lnTo>
                    <a:pt x="7829778" y="1518765"/>
                  </a:lnTo>
                  <a:lnTo>
                    <a:pt x="7828933" y="1518765"/>
                  </a:lnTo>
                  <a:lnTo>
                    <a:pt x="7828088" y="1518765"/>
                  </a:lnTo>
                  <a:lnTo>
                    <a:pt x="7827243" y="1518765"/>
                  </a:lnTo>
                  <a:lnTo>
                    <a:pt x="7826398" y="1518765"/>
                  </a:lnTo>
                  <a:lnTo>
                    <a:pt x="7825553" y="1518765"/>
                  </a:lnTo>
                  <a:lnTo>
                    <a:pt x="7824708" y="1518765"/>
                  </a:lnTo>
                  <a:lnTo>
                    <a:pt x="7823862" y="1518765"/>
                  </a:lnTo>
                  <a:lnTo>
                    <a:pt x="7823017" y="1518765"/>
                  </a:lnTo>
                  <a:lnTo>
                    <a:pt x="7822172" y="1518765"/>
                  </a:lnTo>
                  <a:lnTo>
                    <a:pt x="7821327" y="1518765"/>
                  </a:lnTo>
                  <a:lnTo>
                    <a:pt x="7820482" y="1518765"/>
                  </a:lnTo>
                  <a:lnTo>
                    <a:pt x="7819637" y="1518765"/>
                  </a:lnTo>
                  <a:lnTo>
                    <a:pt x="7818792" y="1518765"/>
                  </a:lnTo>
                  <a:lnTo>
                    <a:pt x="7817947" y="1518765"/>
                  </a:lnTo>
                  <a:lnTo>
                    <a:pt x="7817102" y="1518765"/>
                  </a:lnTo>
                  <a:lnTo>
                    <a:pt x="7816257" y="1518765"/>
                  </a:lnTo>
                  <a:lnTo>
                    <a:pt x="7815412" y="1518765"/>
                  </a:lnTo>
                  <a:lnTo>
                    <a:pt x="7814566" y="1518765"/>
                  </a:lnTo>
                  <a:lnTo>
                    <a:pt x="7813721" y="1518765"/>
                  </a:lnTo>
                  <a:lnTo>
                    <a:pt x="7812876" y="1518765"/>
                  </a:lnTo>
                  <a:lnTo>
                    <a:pt x="7812031" y="1518765"/>
                  </a:lnTo>
                  <a:lnTo>
                    <a:pt x="7811186" y="1518765"/>
                  </a:lnTo>
                  <a:lnTo>
                    <a:pt x="7810341" y="1518765"/>
                  </a:lnTo>
                  <a:lnTo>
                    <a:pt x="7809496" y="1518765"/>
                  </a:lnTo>
                  <a:lnTo>
                    <a:pt x="7808651" y="1518765"/>
                  </a:lnTo>
                  <a:lnTo>
                    <a:pt x="7807806" y="1518765"/>
                  </a:lnTo>
                  <a:lnTo>
                    <a:pt x="7806961" y="1518765"/>
                  </a:lnTo>
                  <a:lnTo>
                    <a:pt x="7806115" y="1518765"/>
                  </a:lnTo>
                  <a:lnTo>
                    <a:pt x="7805270" y="1518765"/>
                  </a:lnTo>
                  <a:lnTo>
                    <a:pt x="7804425" y="1518765"/>
                  </a:lnTo>
                  <a:lnTo>
                    <a:pt x="7803580" y="1518765"/>
                  </a:lnTo>
                  <a:lnTo>
                    <a:pt x="7802735" y="1518765"/>
                  </a:lnTo>
                  <a:lnTo>
                    <a:pt x="7801890" y="1518765"/>
                  </a:lnTo>
                  <a:lnTo>
                    <a:pt x="7801045" y="1518765"/>
                  </a:lnTo>
                  <a:lnTo>
                    <a:pt x="7800200" y="1518765"/>
                  </a:lnTo>
                  <a:lnTo>
                    <a:pt x="7799355" y="1518765"/>
                  </a:lnTo>
                  <a:lnTo>
                    <a:pt x="7798510" y="1518765"/>
                  </a:lnTo>
                  <a:lnTo>
                    <a:pt x="7797665" y="1518765"/>
                  </a:lnTo>
                  <a:lnTo>
                    <a:pt x="7796819" y="1518765"/>
                  </a:lnTo>
                  <a:lnTo>
                    <a:pt x="7795974" y="1518765"/>
                  </a:lnTo>
                  <a:lnTo>
                    <a:pt x="7795129" y="1518765"/>
                  </a:lnTo>
                  <a:lnTo>
                    <a:pt x="7794284" y="1518765"/>
                  </a:lnTo>
                  <a:lnTo>
                    <a:pt x="7793439" y="1518765"/>
                  </a:lnTo>
                  <a:lnTo>
                    <a:pt x="7792594" y="1518765"/>
                  </a:lnTo>
                  <a:lnTo>
                    <a:pt x="7791749" y="1518765"/>
                  </a:lnTo>
                  <a:lnTo>
                    <a:pt x="7790904" y="1518765"/>
                  </a:lnTo>
                  <a:lnTo>
                    <a:pt x="7790059" y="1518765"/>
                  </a:lnTo>
                  <a:lnTo>
                    <a:pt x="7789214" y="1518765"/>
                  </a:lnTo>
                  <a:lnTo>
                    <a:pt x="7788369" y="1518765"/>
                  </a:lnTo>
                  <a:lnTo>
                    <a:pt x="7787523" y="1518765"/>
                  </a:lnTo>
                  <a:lnTo>
                    <a:pt x="7786678" y="1518765"/>
                  </a:lnTo>
                  <a:lnTo>
                    <a:pt x="7785833" y="1518765"/>
                  </a:lnTo>
                  <a:lnTo>
                    <a:pt x="7784988" y="1518765"/>
                  </a:lnTo>
                  <a:lnTo>
                    <a:pt x="7784143" y="1518765"/>
                  </a:lnTo>
                  <a:lnTo>
                    <a:pt x="7783298" y="1518765"/>
                  </a:lnTo>
                  <a:lnTo>
                    <a:pt x="7782453" y="1518765"/>
                  </a:lnTo>
                  <a:lnTo>
                    <a:pt x="7781608" y="1518765"/>
                  </a:lnTo>
                  <a:lnTo>
                    <a:pt x="7780763" y="1518765"/>
                  </a:lnTo>
                  <a:lnTo>
                    <a:pt x="7779918" y="1518765"/>
                  </a:lnTo>
                  <a:lnTo>
                    <a:pt x="7779073" y="1518765"/>
                  </a:lnTo>
                  <a:lnTo>
                    <a:pt x="7778227" y="1518765"/>
                  </a:lnTo>
                  <a:lnTo>
                    <a:pt x="7777382" y="1518765"/>
                  </a:lnTo>
                  <a:lnTo>
                    <a:pt x="7776537" y="1518765"/>
                  </a:lnTo>
                  <a:lnTo>
                    <a:pt x="7775692" y="1518765"/>
                  </a:lnTo>
                  <a:lnTo>
                    <a:pt x="7774847" y="1518765"/>
                  </a:lnTo>
                  <a:lnTo>
                    <a:pt x="7774002" y="1518765"/>
                  </a:lnTo>
                  <a:lnTo>
                    <a:pt x="7773157" y="1518765"/>
                  </a:lnTo>
                  <a:lnTo>
                    <a:pt x="7772312" y="1518765"/>
                  </a:lnTo>
                  <a:lnTo>
                    <a:pt x="7771467" y="1518765"/>
                  </a:lnTo>
                  <a:lnTo>
                    <a:pt x="7770622" y="1518765"/>
                  </a:lnTo>
                  <a:lnTo>
                    <a:pt x="7769777" y="1518765"/>
                  </a:lnTo>
                  <a:lnTo>
                    <a:pt x="7768931" y="1518765"/>
                  </a:lnTo>
                  <a:lnTo>
                    <a:pt x="7768086" y="1518765"/>
                  </a:lnTo>
                  <a:lnTo>
                    <a:pt x="7767241" y="1518765"/>
                  </a:lnTo>
                  <a:lnTo>
                    <a:pt x="7766396" y="1518765"/>
                  </a:lnTo>
                  <a:lnTo>
                    <a:pt x="7765551" y="1518765"/>
                  </a:lnTo>
                  <a:lnTo>
                    <a:pt x="7764706" y="1518765"/>
                  </a:lnTo>
                  <a:lnTo>
                    <a:pt x="7763861" y="1518765"/>
                  </a:lnTo>
                  <a:lnTo>
                    <a:pt x="7763016" y="1518765"/>
                  </a:lnTo>
                  <a:lnTo>
                    <a:pt x="7762171" y="1518765"/>
                  </a:lnTo>
                  <a:lnTo>
                    <a:pt x="7761326" y="1518765"/>
                  </a:lnTo>
                  <a:lnTo>
                    <a:pt x="7760481" y="1518765"/>
                  </a:lnTo>
                  <a:lnTo>
                    <a:pt x="7759635" y="1518765"/>
                  </a:lnTo>
                  <a:lnTo>
                    <a:pt x="7758790" y="1518765"/>
                  </a:lnTo>
                  <a:lnTo>
                    <a:pt x="7757945" y="1518765"/>
                  </a:lnTo>
                  <a:lnTo>
                    <a:pt x="7757100" y="1518765"/>
                  </a:lnTo>
                  <a:lnTo>
                    <a:pt x="7756255" y="1518765"/>
                  </a:lnTo>
                  <a:lnTo>
                    <a:pt x="7755410" y="1518765"/>
                  </a:lnTo>
                  <a:lnTo>
                    <a:pt x="7754565" y="1518765"/>
                  </a:lnTo>
                  <a:lnTo>
                    <a:pt x="7753720" y="1518765"/>
                  </a:lnTo>
                  <a:lnTo>
                    <a:pt x="7752875" y="1518765"/>
                  </a:lnTo>
                  <a:lnTo>
                    <a:pt x="7752030" y="1518765"/>
                  </a:lnTo>
                  <a:lnTo>
                    <a:pt x="7751185" y="1518765"/>
                  </a:lnTo>
                  <a:lnTo>
                    <a:pt x="7750339" y="1518765"/>
                  </a:lnTo>
                  <a:lnTo>
                    <a:pt x="7749494" y="1518765"/>
                  </a:lnTo>
                  <a:lnTo>
                    <a:pt x="7748649" y="1518765"/>
                  </a:lnTo>
                  <a:lnTo>
                    <a:pt x="7747804" y="1518765"/>
                  </a:lnTo>
                  <a:lnTo>
                    <a:pt x="7746959" y="1518765"/>
                  </a:lnTo>
                  <a:lnTo>
                    <a:pt x="7746114" y="1518765"/>
                  </a:lnTo>
                  <a:lnTo>
                    <a:pt x="7745269" y="1518765"/>
                  </a:lnTo>
                  <a:lnTo>
                    <a:pt x="7744424" y="1518765"/>
                  </a:lnTo>
                  <a:lnTo>
                    <a:pt x="7743579" y="1518765"/>
                  </a:lnTo>
                  <a:lnTo>
                    <a:pt x="7742734" y="1518765"/>
                  </a:lnTo>
                  <a:lnTo>
                    <a:pt x="7741888" y="1518765"/>
                  </a:lnTo>
                  <a:lnTo>
                    <a:pt x="7741043" y="1518765"/>
                  </a:lnTo>
                  <a:lnTo>
                    <a:pt x="7740198" y="1518765"/>
                  </a:lnTo>
                  <a:lnTo>
                    <a:pt x="7739353" y="1518765"/>
                  </a:lnTo>
                  <a:lnTo>
                    <a:pt x="7738508" y="1518765"/>
                  </a:lnTo>
                  <a:lnTo>
                    <a:pt x="7737663" y="1518765"/>
                  </a:lnTo>
                  <a:lnTo>
                    <a:pt x="7736818" y="1518765"/>
                  </a:lnTo>
                  <a:lnTo>
                    <a:pt x="7735973" y="1518765"/>
                  </a:lnTo>
                  <a:lnTo>
                    <a:pt x="7735128" y="1518765"/>
                  </a:lnTo>
                  <a:lnTo>
                    <a:pt x="7734283" y="1518765"/>
                  </a:lnTo>
                  <a:lnTo>
                    <a:pt x="7733438" y="1518765"/>
                  </a:lnTo>
                  <a:lnTo>
                    <a:pt x="7732592" y="1518765"/>
                  </a:lnTo>
                  <a:lnTo>
                    <a:pt x="7731747" y="1518765"/>
                  </a:lnTo>
                  <a:lnTo>
                    <a:pt x="7730902" y="1518765"/>
                  </a:lnTo>
                  <a:lnTo>
                    <a:pt x="7730057" y="1518765"/>
                  </a:lnTo>
                  <a:lnTo>
                    <a:pt x="7729212" y="1518765"/>
                  </a:lnTo>
                  <a:lnTo>
                    <a:pt x="7728367" y="1518765"/>
                  </a:lnTo>
                  <a:lnTo>
                    <a:pt x="7727522" y="1518765"/>
                  </a:lnTo>
                  <a:lnTo>
                    <a:pt x="7726677" y="1518765"/>
                  </a:lnTo>
                  <a:lnTo>
                    <a:pt x="7725832" y="1518765"/>
                  </a:lnTo>
                  <a:lnTo>
                    <a:pt x="7724987" y="1518765"/>
                  </a:lnTo>
                  <a:lnTo>
                    <a:pt x="7724142" y="1518765"/>
                  </a:lnTo>
                  <a:lnTo>
                    <a:pt x="7723296" y="1518765"/>
                  </a:lnTo>
                  <a:lnTo>
                    <a:pt x="7722451" y="1518765"/>
                  </a:lnTo>
                  <a:lnTo>
                    <a:pt x="7721606" y="1518765"/>
                  </a:lnTo>
                  <a:lnTo>
                    <a:pt x="7720761" y="1518765"/>
                  </a:lnTo>
                  <a:lnTo>
                    <a:pt x="7719916" y="1518765"/>
                  </a:lnTo>
                  <a:lnTo>
                    <a:pt x="7719071" y="1518765"/>
                  </a:lnTo>
                  <a:lnTo>
                    <a:pt x="7718226" y="1518765"/>
                  </a:lnTo>
                  <a:lnTo>
                    <a:pt x="7717381" y="1518765"/>
                  </a:lnTo>
                  <a:lnTo>
                    <a:pt x="7716536" y="1518765"/>
                  </a:lnTo>
                  <a:lnTo>
                    <a:pt x="7715691" y="1518765"/>
                  </a:lnTo>
                  <a:lnTo>
                    <a:pt x="7714846" y="1518765"/>
                  </a:lnTo>
                  <a:lnTo>
                    <a:pt x="7714000" y="1518765"/>
                  </a:lnTo>
                  <a:lnTo>
                    <a:pt x="7713155" y="1518765"/>
                  </a:lnTo>
                  <a:lnTo>
                    <a:pt x="7712310" y="1518765"/>
                  </a:lnTo>
                  <a:lnTo>
                    <a:pt x="7711465" y="1518765"/>
                  </a:lnTo>
                  <a:lnTo>
                    <a:pt x="7710620" y="1518765"/>
                  </a:lnTo>
                  <a:lnTo>
                    <a:pt x="7709775" y="1518765"/>
                  </a:lnTo>
                  <a:lnTo>
                    <a:pt x="7708930" y="1518765"/>
                  </a:lnTo>
                  <a:lnTo>
                    <a:pt x="7708085" y="1518765"/>
                  </a:lnTo>
                  <a:lnTo>
                    <a:pt x="7707240" y="1518765"/>
                  </a:lnTo>
                  <a:lnTo>
                    <a:pt x="7706395" y="1518765"/>
                  </a:lnTo>
                  <a:lnTo>
                    <a:pt x="7705550" y="1518765"/>
                  </a:lnTo>
                  <a:lnTo>
                    <a:pt x="7704704" y="1518765"/>
                  </a:lnTo>
                  <a:lnTo>
                    <a:pt x="7703859" y="1518765"/>
                  </a:lnTo>
                  <a:lnTo>
                    <a:pt x="7703014" y="1518765"/>
                  </a:lnTo>
                  <a:lnTo>
                    <a:pt x="7702169" y="1518765"/>
                  </a:lnTo>
                  <a:lnTo>
                    <a:pt x="7701324" y="1518765"/>
                  </a:lnTo>
                  <a:lnTo>
                    <a:pt x="7700479" y="1518765"/>
                  </a:lnTo>
                  <a:lnTo>
                    <a:pt x="7699634" y="1518765"/>
                  </a:lnTo>
                  <a:lnTo>
                    <a:pt x="7698789" y="1518765"/>
                  </a:lnTo>
                  <a:lnTo>
                    <a:pt x="7697944" y="1518765"/>
                  </a:lnTo>
                  <a:lnTo>
                    <a:pt x="7697099" y="1518765"/>
                  </a:lnTo>
                  <a:lnTo>
                    <a:pt x="7696254" y="1518765"/>
                  </a:lnTo>
                  <a:lnTo>
                    <a:pt x="7695408" y="1518765"/>
                  </a:lnTo>
                  <a:lnTo>
                    <a:pt x="7694563" y="1518765"/>
                  </a:lnTo>
                  <a:lnTo>
                    <a:pt x="7693718" y="1518765"/>
                  </a:lnTo>
                  <a:lnTo>
                    <a:pt x="7692873" y="1518765"/>
                  </a:lnTo>
                  <a:lnTo>
                    <a:pt x="7692028" y="1518765"/>
                  </a:lnTo>
                  <a:lnTo>
                    <a:pt x="7691183" y="1518765"/>
                  </a:lnTo>
                  <a:lnTo>
                    <a:pt x="7690338" y="1518765"/>
                  </a:lnTo>
                  <a:lnTo>
                    <a:pt x="7689493" y="1518765"/>
                  </a:lnTo>
                  <a:lnTo>
                    <a:pt x="7688648" y="1518765"/>
                  </a:lnTo>
                  <a:lnTo>
                    <a:pt x="7687803" y="1518765"/>
                  </a:lnTo>
                  <a:lnTo>
                    <a:pt x="7686957" y="1518765"/>
                  </a:lnTo>
                  <a:lnTo>
                    <a:pt x="7686112" y="1518765"/>
                  </a:lnTo>
                  <a:lnTo>
                    <a:pt x="7685267" y="1518765"/>
                  </a:lnTo>
                  <a:lnTo>
                    <a:pt x="7684422" y="1518765"/>
                  </a:lnTo>
                  <a:lnTo>
                    <a:pt x="7683577" y="1518765"/>
                  </a:lnTo>
                  <a:lnTo>
                    <a:pt x="7682732" y="1518765"/>
                  </a:lnTo>
                  <a:lnTo>
                    <a:pt x="7681887" y="1518765"/>
                  </a:lnTo>
                  <a:lnTo>
                    <a:pt x="7681042" y="1518765"/>
                  </a:lnTo>
                  <a:lnTo>
                    <a:pt x="7680197" y="1518765"/>
                  </a:lnTo>
                  <a:lnTo>
                    <a:pt x="7679352" y="1518765"/>
                  </a:lnTo>
                  <a:lnTo>
                    <a:pt x="7678507" y="1518765"/>
                  </a:lnTo>
                  <a:lnTo>
                    <a:pt x="7677661" y="1518765"/>
                  </a:lnTo>
                  <a:lnTo>
                    <a:pt x="7676816" y="1518765"/>
                  </a:lnTo>
                  <a:lnTo>
                    <a:pt x="7675971" y="1518765"/>
                  </a:lnTo>
                  <a:lnTo>
                    <a:pt x="7675126" y="1518765"/>
                  </a:lnTo>
                  <a:lnTo>
                    <a:pt x="7674281" y="1518765"/>
                  </a:lnTo>
                  <a:lnTo>
                    <a:pt x="7673436" y="1518765"/>
                  </a:lnTo>
                  <a:lnTo>
                    <a:pt x="7672591" y="1518765"/>
                  </a:lnTo>
                  <a:lnTo>
                    <a:pt x="7671746" y="1518765"/>
                  </a:lnTo>
                  <a:lnTo>
                    <a:pt x="7670901" y="1518765"/>
                  </a:lnTo>
                  <a:lnTo>
                    <a:pt x="7670056" y="1518765"/>
                  </a:lnTo>
                  <a:lnTo>
                    <a:pt x="7669211" y="1518765"/>
                  </a:lnTo>
                  <a:lnTo>
                    <a:pt x="7668365" y="1518765"/>
                  </a:lnTo>
                  <a:lnTo>
                    <a:pt x="7667520" y="1518765"/>
                  </a:lnTo>
                  <a:lnTo>
                    <a:pt x="7666675" y="1518765"/>
                  </a:lnTo>
                  <a:lnTo>
                    <a:pt x="7665830" y="1518765"/>
                  </a:lnTo>
                  <a:lnTo>
                    <a:pt x="7664985" y="1518765"/>
                  </a:lnTo>
                  <a:lnTo>
                    <a:pt x="7664140" y="1518765"/>
                  </a:lnTo>
                  <a:lnTo>
                    <a:pt x="7663295" y="1518765"/>
                  </a:lnTo>
                  <a:lnTo>
                    <a:pt x="7662450" y="1518765"/>
                  </a:lnTo>
                  <a:lnTo>
                    <a:pt x="7661605" y="1518765"/>
                  </a:lnTo>
                  <a:lnTo>
                    <a:pt x="7660760" y="1518765"/>
                  </a:lnTo>
                  <a:lnTo>
                    <a:pt x="7659915" y="1518765"/>
                  </a:lnTo>
                  <a:lnTo>
                    <a:pt x="7659069" y="1518765"/>
                  </a:lnTo>
                  <a:lnTo>
                    <a:pt x="7658224" y="1518765"/>
                  </a:lnTo>
                  <a:lnTo>
                    <a:pt x="7657379" y="1518765"/>
                  </a:lnTo>
                  <a:lnTo>
                    <a:pt x="7656534" y="1518765"/>
                  </a:lnTo>
                  <a:lnTo>
                    <a:pt x="7655689" y="1518765"/>
                  </a:lnTo>
                  <a:lnTo>
                    <a:pt x="7654844" y="1518765"/>
                  </a:lnTo>
                  <a:lnTo>
                    <a:pt x="7653999" y="1518765"/>
                  </a:lnTo>
                  <a:lnTo>
                    <a:pt x="7653154" y="1518765"/>
                  </a:lnTo>
                  <a:lnTo>
                    <a:pt x="7652309" y="1518765"/>
                  </a:lnTo>
                  <a:lnTo>
                    <a:pt x="7651464" y="1518765"/>
                  </a:lnTo>
                  <a:lnTo>
                    <a:pt x="7650619" y="1518765"/>
                  </a:lnTo>
                  <a:lnTo>
                    <a:pt x="7649773" y="1518765"/>
                  </a:lnTo>
                  <a:lnTo>
                    <a:pt x="7648928" y="1518765"/>
                  </a:lnTo>
                  <a:lnTo>
                    <a:pt x="7648083" y="1518765"/>
                  </a:lnTo>
                  <a:lnTo>
                    <a:pt x="7647238" y="1518765"/>
                  </a:lnTo>
                  <a:lnTo>
                    <a:pt x="7646393" y="1518765"/>
                  </a:lnTo>
                  <a:lnTo>
                    <a:pt x="7645548" y="1518765"/>
                  </a:lnTo>
                  <a:lnTo>
                    <a:pt x="7644703" y="1518765"/>
                  </a:lnTo>
                  <a:lnTo>
                    <a:pt x="7643858" y="1518765"/>
                  </a:lnTo>
                  <a:lnTo>
                    <a:pt x="7643013" y="1518765"/>
                  </a:lnTo>
                  <a:lnTo>
                    <a:pt x="7642168" y="1518765"/>
                  </a:lnTo>
                  <a:lnTo>
                    <a:pt x="7641323" y="1518765"/>
                  </a:lnTo>
                  <a:lnTo>
                    <a:pt x="7640477" y="1518765"/>
                  </a:lnTo>
                  <a:lnTo>
                    <a:pt x="7639632" y="1518765"/>
                  </a:lnTo>
                  <a:lnTo>
                    <a:pt x="7638787" y="1518765"/>
                  </a:lnTo>
                  <a:lnTo>
                    <a:pt x="7637942" y="1518765"/>
                  </a:lnTo>
                  <a:lnTo>
                    <a:pt x="7637097" y="1518765"/>
                  </a:lnTo>
                  <a:lnTo>
                    <a:pt x="7636252" y="1518765"/>
                  </a:lnTo>
                  <a:lnTo>
                    <a:pt x="7635407" y="1518765"/>
                  </a:lnTo>
                  <a:lnTo>
                    <a:pt x="7634562" y="1518765"/>
                  </a:lnTo>
                  <a:lnTo>
                    <a:pt x="7633717" y="1518765"/>
                  </a:lnTo>
                  <a:lnTo>
                    <a:pt x="7632872" y="1518765"/>
                  </a:lnTo>
                  <a:lnTo>
                    <a:pt x="7632027" y="1518765"/>
                  </a:lnTo>
                  <a:lnTo>
                    <a:pt x="7631181" y="1518765"/>
                  </a:lnTo>
                  <a:lnTo>
                    <a:pt x="7630336" y="1518765"/>
                  </a:lnTo>
                  <a:lnTo>
                    <a:pt x="7629491" y="1518765"/>
                  </a:lnTo>
                  <a:lnTo>
                    <a:pt x="7628646" y="1518765"/>
                  </a:lnTo>
                  <a:lnTo>
                    <a:pt x="7627801" y="1518765"/>
                  </a:lnTo>
                  <a:lnTo>
                    <a:pt x="7626956" y="1518765"/>
                  </a:lnTo>
                  <a:lnTo>
                    <a:pt x="7626111" y="1518765"/>
                  </a:lnTo>
                  <a:lnTo>
                    <a:pt x="7625266" y="1518765"/>
                  </a:lnTo>
                  <a:lnTo>
                    <a:pt x="7624421" y="1518765"/>
                  </a:lnTo>
                  <a:lnTo>
                    <a:pt x="7623576" y="1518765"/>
                  </a:lnTo>
                  <a:lnTo>
                    <a:pt x="7622730" y="1518765"/>
                  </a:lnTo>
                  <a:lnTo>
                    <a:pt x="7621885" y="1518765"/>
                  </a:lnTo>
                  <a:lnTo>
                    <a:pt x="7621040" y="1518765"/>
                  </a:lnTo>
                  <a:lnTo>
                    <a:pt x="7620195" y="1518765"/>
                  </a:lnTo>
                  <a:lnTo>
                    <a:pt x="7619350" y="1518765"/>
                  </a:lnTo>
                  <a:lnTo>
                    <a:pt x="7618505" y="1518765"/>
                  </a:lnTo>
                  <a:lnTo>
                    <a:pt x="7617660" y="1518765"/>
                  </a:lnTo>
                  <a:lnTo>
                    <a:pt x="7616815" y="1518765"/>
                  </a:lnTo>
                  <a:lnTo>
                    <a:pt x="7615970" y="1518765"/>
                  </a:lnTo>
                  <a:lnTo>
                    <a:pt x="7615125" y="1518765"/>
                  </a:lnTo>
                  <a:lnTo>
                    <a:pt x="7614280" y="1518765"/>
                  </a:lnTo>
                  <a:lnTo>
                    <a:pt x="7613434" y="1518765"/>
                  </a:lnTo>
                  <a:lnTo>
                    <a:pt x="7612589" y="1518765"/>
                  </a:lnTo>
                  <a:lnTo>
                    <a:pt x="7611744" y="1518765"/>
                  </a:lnTo>
                  <a:lnTo>
                    <a:pt x="7610899" y="1518765"/>
                  </a:lnTo>
                  <a:lnTo>
                    <a:pt x="7610054" y="1518765"/>
                  </a:lnTo>
                  <a:lnTo>
                    <a:pt x="7609209" y="1518765"/>
                  </a:lnTo>
                  <a:lnTo>
                    <a:pt x="7608364" y="1518765"/>
                  </a:lnTo>
                  <a:lnTo>
                    <a:pt x="7607519" y="1518765"/>
                  </a:lnTo>
                  <a:lnTo>
                    <a:pt x="7606674" y="1518765"/>
                  </a:lnTo>
                  <a:lnTo>
                    <a:pt x="7605829" y="1518765"/>
                  </a:lnTo>
                  <a:lnTo>
                    <a:pt x="7604984" y="1518765"/>
                  </a:lnTo>
                  <a:lnTo>
                    <a:pt x="7604138" y="1518765"/>
                  </a:lnTo>
                  <a:lnTo>
                    <a:pt x="7603293" y="1518765"/>
                  </a:lnTo>
                  <a:lnTo>
                    <a:pt x="7602448" y="1518765"/>
                  </a:lnTo>
                  <a:lnTo>
                    <a:pt x="7601603" y="1518765"/>
                  </a:lnTo>
                  <a:lnTo>
                    <a:pt x="7600758" y="1518765"/>
                  </a:lnTo>
                  <a:lnTo>
                    <a:pt x="7599913" y="1518765"/>
                  </a:lnTo>
                  <a:lnTo>
                    <a:pt x="7599068" y="1518765"/>
                  </a:lnTo>
                  <a:lnTo>
                    <a:pt x="7598223" y="1518765"/>
                  </a:lnTo>
                  <a:lnTo>
                    <a:pt x="7597378" y="1518765"/>
                  </a:lnTo>
                  <a:lnTo>
                    <a:pt x="7596533" y="1518765"/>
                  </a:lnTo>
                  <a:lnTo>
                    <a:pt x="7595688" y="1518765"/>
                  </a:lnTo>
                  <a:lnTo>
                    <a:pt x="7594842" y="1518765"/>
                  </a:lnTo>
                  <a:lnTo>
                    <a:pt x="7593997" y="1518765"/>
                  </a:lnTo>
                  <a:lnTo>
                    <a:pt x="7593152" y="1518765"/>
                  </a:lnTo>
                  <a:lnTo>
                    <a:pt x="7592307" y="1518765"/>
                  </a:lnTo>
                  <a:lnTo>
                    <a:pt x="7591462" y="1518765"/>
                  </a:lnTo>
                  <a:lnTo>
                    <a:pt x="7590617" y="1518765"/>
                  </a:lnTo>
                  <a:lnTo>
                    <a:pt x="7589772" y="1518765"/>
                  </a:lnTo>
                  <a:lnTo>
                    <a:pt x="7588927" y="1518765"/>
                  </a:lnTo>
                  <a:lnTo>
                    <a:pt x="7588082" y="1518765"/>
                  </a:lnTo>
                  <a:lnTo>
                    <a:pt x="7587237" y="1518765"/>
                  </a:lnTo>
                  <a:lnTo>
                    <a:pt x="7586392" y="1518765"/>
                  </a:lnTo>
                  <a:lnTo>
                    <a:pt x="7585546" y="1518765"/>
                  </a:lnTo>
                  <a:lnTo>
                    <a:pt x="7584701" y="1518765"/>
                  </a:lnTo>
                  <a:lnTo>
                    <a:pt x="7583856" y="1518765"/>
                  </a:lnTo>
                  <a:lnTo>
                    <a:pt x="7583011" y="1518765"/>
                  </a:lnTo>
                  <a:lnTo>
                    <a:pt x="7582166" y="1518765"/>
                  </a:lnTo>
                  <a:lnTo>
                    <a:pt x="7581321" y="1518765"/>
                  </a:lnTo>
                  <a:lnTo>
                    <a:pt x="7580476" y="1518765"/>
                  </a:lnTo>
                  <a:lnTo>
                    <a:pt x="7579631" y="1518765"/>
                  </a:lnTo>
                  <a:lnTo>
                    <a:pt x="7578786" y="1518765"/>
                  </a:lnTo>
                  <a:lnTo>
                    <a:pt x="7577941" y="1518765"/>
                  </a:lnTo>
                  <a:lnTo>
                    <a:pt x="7577096" y="1518765"/>
                  </a:lnTo>
                  <a:lnTo>
                    <a:pt x="7576250" y="1518765"/>
                  </a:lnTo>
                  <a:lnTo>
                    <a:pt x="7575405" y="1518765"/>
                  </a:lnTo>
                  <a:lnTo>
                    <a:pt x="7574560" y="1518765"/>
                  </a:lnTo>
                  <a:lnTo>
                    <a:pt x="7573715" y="1518765"/>
                  </a:lnTo>
                  <a:lnTo>
                    <a:pt x="7572870" y="1518765"/>
                  </a:lnTo>
                  <a:lnTo>
                    <a:pt x="7572025" y="1518765"/>
                  </a:lnTo>
                  <a:lnTo>
                    <a:pt x="7571180" y="1518765"/>
                  </a:lnTo>
                  <a:lnTo>
                    <a:pt x="7570335" y="1518765"/>
                  </a:lnTo>
                  <a:lnTo>
                    <a:pt x="7569490" y="1518765"/>
                  </a:lnTo>
                  <a:lnTo>
                    <a:pt x="7568645" y="1518765"/>
                  </a:lnTo>
                  <a:lnTo>
                    <a:pt x="7567800" y="1518765"/>
                  </a:lnTo>
                  <a:lnTo>
                    <a:pt x="7566954" y="1518765"/>
                  </a:lnTo>
                  <a:lnTo>
                    <a:pt x="7566109" y="1518765"/>
                  </a:lnTo>
                  <a:lnTo>
                    <a:pt x="7565264" y="1518765"/>
                  </a:lnTo>
                  <a:lnTo>
                    <a:pt x="7564419" y="1518765"/>
                  </a:lnTo>
                  <a:lnTo>
                    <a:pt x="7563574" y="1518765"/>
                  </a:lnTo>
                  <a:lnTo>
                    <a:pt x="7562729" y="1518765"/>
                  </a:lnTo>
                  <a:lnTo>
                    <a:pt x="7561884" y="1518765"/>
                  </a:lnTo>
                  <a:lnTo>
                    <a:pt x="7561039" y="1518765"/>
                  </a:lnTo>
                  <a:lnTo>
                    <a:pt x="7560194" y="1518765"/>
                  </a:lnTo>
                  <a:lnTo>
                    <a:pt x="7559349" y="1518765"/>
                  </a:lnTo>
                  <a:lnTo>
                    <a:pt x="7558503" y="1518765"/>
                  </a:lnTo>
                  <a:lnTo>
                    <a:pt x="7557658" y="1518765"/>
                  </a:lnTo>
                  <a:lnTo>
                    <a:pt x="7556813" y="1518765"/>
                  </a:lnTo>
                  <a:lnTo>
                    <a:pt x="7555968" y="1518765"/>
                  </a:lnTo>
                  <a:lnTo>
                    <a:pt x="7555123" y="1518765"/>
                  </a:lnTo>
                  <a:lnTo>
                    <a:pt x="7554278" y="1518765"/>
                  </a:lnTo>
                  <a:lnTo>
                    <a:pt x="7553433" y="1518765"/>
                  </a:lnTo>
                  <a:lnTo>
                    <a:pt x="7552588" y="1518765"/>
                  </a:lnTo>
                  <a:lnTo>
                    <a:pt x="7551743" y="1518765"/>
                  </a:lnTo>
                  <a:lnTo>
                    <a:pt x="7550898" y="1518765"/>
                  </a:lnTo>
                  <a:lnTo>
                    <a:pt x="7550053" y="1518765"/>
                  </a:lnTo>
                  <a:lnTo>
                    <a:pt x="7549207" y="1518765"/>
                  </a:lnTo>
                  <a:lnTo>
                    <a:pt x="7548362" y="1518765"/>
                  </a:lnTo>
                  <a:lnTo>
                    <a:pt x="7547517" y="1518765"/>
                  </a:lnTo>
                  <a:lnTo>
                    <a:pt x="7546672" y="1518765"/>
                  </a:lnTo>
                  <a:lnTo>
                    <a:pt x="7545827" y="1518765"/>
                  </a:lnTo>
                  <a:lnTo>
                    <a:pt x="7544982" y="1518765"/>
                  </a:lnTo>
                  <a:lnTo>
                    <a:pt x="7544137" y="1518765"/>
                  </a:lnTo>
                  <a:lnTo>
                    <a:pt x="7543292" y="1518765"/>
                  </a:lnTo>
                  <a:lnTo>
                    <a:pt x="7542447" y="1518765"/>
                  </a:lnTo>
                  <a:lnTo>
                    <a:pt x="7541602" y="1518765"/>
                  </a:lnTo>
                  <a:lnTo>
                    <a:pt x="7540757" y="1518765"/>
                  </a:lnTo>
                  <a:lnTo>
                    <a:pt x="7539911" y="1518765"/>
                  </a:lnTo>
                  <a:lnTo>
                    <a:pt x="7539066" y="1518765"/>
                  </a:lnTo>
                  <a:lnTo>
                    <a:pt x="7538221" y="1518765"/>
                  </a:lnTo>
                  <a:lnTo>
                    <a:pt x="7537376" y="1518765"/>
                  </a:lnTo>
                  <a:lnTo>
                    <a:pt x="7536531" y="1518765"/>
                  </a:lnTo>
                  <a:lnTo>
                    <a:pt x="7535686" y="1518765"/>
                  </a:lnTo>
                  <a:lnTo>
                    <a:pt x="7534841" y="1518765"/>
                  </a:lnTo>
                  <a:lnTo>
                    <a:pt x="7533996" y="1518765"/>
                  </a:lnTo>
                  <a:lnTo>
                    <a:pt x="7533151" y="1518765"/>
                  </a:lnTo>
                  <a:lnTo>
                    <a:pt x="7532306" y="1518765"/>
                  </a:lnTo>
                  <a:lnTo>
                    <a:pt x="7531461" y="1518765"/>
                  </a:lnTo>
                  <a:lnTo>
                    <a:pt x="7530615" y="1518765"/>
                  </a:lnTo>
                  <a:lnTo>
                    <a:pt x="7529770" y="1518765"/>
                  </a:lnTo>
                  <a:lnTo>
                    <a:pt x="7528925" y="1518765"/>
                  </a:lnTo>
                  <a:lnTo>
                    <a:pt x="7528080" y="1518765"/>
                  </a:lnTo>
                  <a:lnTo>
                    <a:pt x="7527235" y="1518765"/>
                  </a:lnTo>
                  <a:lnTo>
                    <a:pt x="7526390" y="1518765"/>
                  </a:lnTo>
                  <a:lnTo>
                    <a:pt x="7525545" y="1518765"/>
                  </a:lnTo>
                  <a:lnTo>
                    <a:pt x="7524700" y="1518765"/>
                  </a:lnTo>
                  <a:lnTo>
                    <a:pt x="7523855" y="1518765"/>
                  </a:lnTo>
                  <a:lnTo>
                    <a:pt x="7523010" y="1518765"/>
                  </a:lnTo>
                  <a:lnTo>
                    <a:pt x="7522165" y="1518765"/>
                  </a:lnTo>
                  <a:lnTo>
                    <a:pt x="7521319" y="1518765"/>
                  </a:lnTo>
                  <a:lnTo>
                    <a:pt x="7520474" y="1518765"/>
                  </a:lnTo>
                  <a:lnTo>
                    <a:pt x="7519629" y="1518765"/>
                  </a:lnTo>
                  <a:lnTo>
                    <a:pt x="7518784" y="1518765"/>
                  </a:lnTo>
                  <a:lnTo>
                    <a:pt x="7517939" y="1518765"/>
                  </a:lnTo>
                  <a:lnTo>
                    <a:pt x="7517094" y="1518765"/>
                  </a:lnTo>
                  <a:lnTo>
                    <a:pt x="7516249" y="1518765"/>
                  </a:lnTo>
                  <a:lnTo>
                    <a:pt x="7515404" y="1518765"/>
                  </a:lnTo>
                  <a:lnTo>
                    <a:pt x="7514559" y="1518765"/>
                  </a:lnTo>
                  <a:lnTo>
                    <a:pt x="7513714" y="1518765"/>
                  </a:lnTo>
                  <a:lnTo>
                    <a:pt x="7512869" y="1518765"/>
                  </a:lnTo>
                  <a:lnTo>
                    <a:pt x="7512023" y="1518765"/>
                  </a:lnTo>
                  <a:lnTo>
                    <a:pt x="7511178" y="1518765"/>
                  </a:lnTo>
                  <a:lnTo>
                    <a:pt x="7510333" y="1518765"/>
                  </a:lnTo>
                  <a:lnTo>
                    <a:pt x="7509488" y="1518765"/>
                  </a:lnTo>
                  <a:lnTo>
                    <a:pt x="7508643" y="1518765"/>
                  </a:lnTo>
                  <a:lnTo>
                    <a:pt x="7507798" y="1518765"/>
                  </a:lnTo>
                  <a:lnTo>
                    <a:pt x="7506953" y="1518765"/>
                  </a:lnTo>
                  <a:lnTo>
                    <a:pt x="7506108" y="1518765"/>
                  </a:lnTo>
                  <a:lnTo>
                    <a:pt x="7505263" y="1518765"/>
                  </a:lnTo>
                  <a:lnTo>
                    <a:pt x="7504418" y="1518765"/>
                  </a:lnTo>
                  <a:lnTo>
                    <a:pt x="7503573" y="1518765"/>
                  </a:lnTo>
                  <a:lnTo>
                    <a:pt x="7502727" y="1518765"/>
                  </a:lnTo>
                  <a:lnTo>
                    <a:pt x="7501882" y="1518765"/>
                  </a:lnTo>
                  <a:lnTo>
                    <a:pt x="7501037" y="1518765"/>
                  </a:lnTo>
                  <a:lnTo>
                    <a:pt x="7500192" y="1518765"/>
                  </a:lnTo>
                  <a:lnTo>
                    <a:pt x="7499347" y="1518765"/>
                  </a:lnTo>
                  <a:lnTo>
                    <a:pt x="7498502" y="1518765"/>
                  </a:lnTo>
                  <a:lnTo>
                    <a:pt x="7497657" y="1518765"/>
                  </a:lnTo>
                  <a:lnTo>
                    <a:pt x="7496812" y="1518765"/>
                  </a:lnTo>
                  <a:lnTo>
                    <a:pt x="7495967" y="1518765"/>
                  </a:lnTo>
                  <a:lnTo>
                    <a:pt x="7495122" y="1518765"/>
                  </a:lnTo>
                  <a:lnTo>
                    <a:pt x="7494276" y="1518765"/>
                  </a:lnTo>
                  <a:lnTo>
                    <a:pt x="7493431" y="1518765"/>
                  </a:lnTo>
                  <a:lnTo>
                    <a:pt x="7492586" y="1518765"/>
                  </a:lnTo>
                  <a:lnTo>
                    <a:pt x="7491741" y="1518765"/>
                  </a:lnTo>
                  <a:lnTo>
                    <a:pt x="7490896" y="1518765"/>
                  </a:lnTo>
                  <a:lnTo>
                    <a:pt x="7490051" y="1518765"/>
                  </a:lnTo>
                  <a:lnTo>
                    <a:pt x="7489206" y="1518765"/>
                  </a:lnTo>
                  <a:lnTo>
                    <a:pt x="7488361" y="1518765"/>
                  </a:lnTo>
                  <a:lnTo>
                    <a:pt x="7487516" y="1518765"/>
                  </a:lnTo>
                  <a:lnTo>
                    <a:pt x="7486671" y="1518765"/>
                  </a:lnTo>
                  <a:lnTo>
                    <a:pt x="7485826" y="1518765"/>
                  </a:lnTo>
                  <a:lnTo>
                    <a:pt x="7484980" y="1518765"/>
                  </a:lnTo>
                  <a:lnTo>
                    <a:pt x="7484135" y="1518765"/>
                  </a:lnTo>
                  <a:lnTo>
                    <a:pt x="7483290" y="1518765"/>
                  </a:lnTo>
                  <a:lnTo>
                    <a:pt x="7482445" y="1518765"/>
                  </a:lnTo>
                  <a:lnTo>
                    <a:pt x="7481600" y="1518765"/>
                  </a:lnTo>
                  <a:lnTo>
                    <a:pt x="7480755" y="1518765"/>
                  </a:lnTo>
                  <a:lnTo>
                    <a:pt x="7479910" y="1518765"/>
                  </a:lnTo>
                  <a:lnTo>
                    <a:pt x="7479065" y="1518765"/>
                  </a:lnTo>
                  <a:lnTo>
                    <a:pt x="7478220" y="1518765"/>
                  </a:lnTo>
                  <a:lnTo>
                    <a:pt x="7477375" y="1518765"/>
                  </a:lnTo>
                  <a:lnTo>
                    <a:pt x="7476530" y="1518765"/>
                  </a:lnTo>
                  <a:lnTo>
                    <a:pt x="7475684" y="1518765"/>
                  </a:lnTo>
                  <a:lnTo>
                    <a:pt x="7474839" y="1518765"/>
                  </a:lnTo>
                  <a:lnTo>
                    <a:pt x="7473994" y="1518765"/>
                  </a:lnTo>
                  <a:lnTo>
                    <a:pt x="7473149" y="1518765"/>
                  </a:lnTo>
                  <a:lnTo>
                    <a:pt x="7472304" y="1518765"/>
                  </a:lnTo>
                  <a:lnTo>
                    <a:pt x="7471459" y="1518765"/>
                  </a:lnTo>
                  <a:lnTo>
                    <a:pt x="7470614" y="1518765"/>
                  </a:lnTo>
                  <a:lnTo>
                    <a:pt x="7469769" y="1518765"/>
                  </a:lnTo>
                  <a:lnTo>
                    <a:pt x="7468924" y="1518765"/>
                  </a:lnTo>
                  <a:lnTo>
                    <a:pt x="7468079" y="1518765"/>
                  </a:lnTo>
                  <a:lnTo>
                    <a:pt x="7467234" y="1518765"/>
                  </a:lnTo>
                  <a:lnTo>
                    <a:pt x="7466388" y="1518765"/>
                  </a:lnTo>
                  <a:lnTo>
                    <a:pt x="7465543" y="1518765"/>
                  </a:lnTo>
                  <a:lnTo>
                    <a:pt x="7464698" y="1518765"/>
                  </a:lnTo>
                  <a:lnTo>
                    <a:pt x="7463853" y="1518765"/>
                  </a:lnTo>
                  <a:lnTo>
                    <a:pt x="7463008" y="1518765"/>
                  </a:lnTo>
                  <a:lnTo>
                    <a:pt x="7462163" y="1518765"/>
                  </a:lnTo>
                  <a:lnTo>
                    <a:pt x="7461318" y="1518765"/>
                  </a:lnTo>
                  <a:lnTo>
                    <a:pt x="7460473" y="1518765"/>
                  </a:lnTo>
                  <a:lnTo>
                    <a:pt x="7459628" y="1518765"/>
                  </a:lnTo>
                  <a:lnTo>
                    <a:pt x="7458783" y="1518765"/>
                  </a:lnTo>
                  <a:lnTo>
                    <a:pt x="7457938" y="1518765"/>
                  </a:lnTo>
                  <a:lnTo>
                    <a:pt x="7457092" y="1518765"/>
                  </a:lnTo>
                  <a:lnTo>
                    <a:pt x="7456247" y="1518765"/>
                  </a:lnTo>
                  <a:lnTo>
                    <a:pt x="7455402" y="1518765"/>
                  </a:lnTo>
                  <a:lnTo>
                    <a:pt x="7454557" y="1518765"/>
                  </a:lnTo>
                  <a:lnTo>
                    <a:pt x="7453712" y="1518765"/>
                  </a:lnTo>
                  <a:lnTo>
                    <a:pt x="7452867" y="1518765"/>
                  </a:lnTo>
                  <a:lnTo>
                    <a:pt x="7452022" y="1518765"/>
                  </a:lnTo>
                  <a:lnTo>
                    <a:pt x="7451177" y="1518765"/>
                  </a:lnTo>
                  <a:lnTo>
                    <a:pt x="7450332" y="1518765"/>
                  </a:lnTo>
                  <a:lnTo>
                    <a:pt x="7449487" y="1518765"/>
                  </a:lnTo>
                  <a:lnTo>
                    <a:pt x="7448642" y="1518765"/>
                  </a:lnTo>
                  <a:lnTo>
                    <a:pt x="7447796" y="1518765"/>
                  </a:lnTo>
                  <a:lnTo>
                    <a:pt x="7446951" y="1518765"/>
                  </a:lnTo>
                  <a:lnTo>
                    <a:pt x="7446106" y="1518765"/>
                  </a:lnTo>
                  <a:lnTo>
                    <a:pt x="7445261" y="1518765"/>
                  </a:lnTo>
                  <a:lnTo>
                    <a:pt x="7444416" y="1518765"/>
                  </a:lnTo>
                  <a:lnTo>
                    <a:pt x="7443571" y="1518765"/>
                  </a:lnTo>
                  <a:lnTo>
                    <a:pt x="7442726" y="1518765"/>
                  </a:lnTo>
                  <a:lnTo>
                    <a:pt x="7441881" y="1518765"/>
                  </a:lnTo>
                  <a:lnTo>
                    <a:pt x="7441036" y="1518765"/>
                  </a:lnTo>
                  <a:lnTo>
                    <a:pt x="7440191" y="1518765"/>
                  </a:lnTo>
                  <a:lnTo>
                    <a:pt x="7439346" y="1518765"/>
                  </a:lnTo>
                  <a:lnTo>
                    <a:pt x="7438500" y="1518765"/>
                  </a:lnTo>
                  <a:lnTo>
                    <a:pt x="7437655" y="1518765"/>
                  </a:lnTo>
                  <a:lnTo>
                    <a:pt x="7436810" y="1518765"/>
                  </a:lnTo>
                  <a:lnTo>
                    <a:pt x="7435965" y="1518765"/>
                  </a:lnTo>
                  <a:lnTo>
                    <a:pt x="7435120" y="1518765"/>
                  </a:lnTo>
                  <a:lnTo>
                    <a:pt x="7434275" y="1518765"/>
                  </a:lnTo>
                  <a:lnTo>
                    <a:pt x="7433430" y="1518765"/>
                  </a:lnTo>
                  <a:lnTo>
                    <a:pt x="7432585" y="1518765"/>
                  </a:lnTo>
                  <a:lnTo>
                    <a:pt x="7431740" y="1518765"/>
                  </a:lnTo>
                  <a:lnTo>
                    <a:pt x="7430895" y="1518765"/>
                  </a:lnTo>
                  <a:lnTo>
                    <a:pt x="7430049" y="1518765"/>
                  </a:lnTo>
                  <a:lnTo>
                    <a:pt x="7429204" y="1518765"/>
                  </a:lnTo>
                  <a:lnTo>
                    <a:pt x="7428359" y="1518765"/>
                  </a:lnTo>
                  <a:lnTo>
                    <a:pt x="7427514" y="1518765"/>
                  </a:lnTo>
                  <a:lnTo>
                    <a:pt x="7426669" y="1518765"/>
                  </a:lnTo>
                  <a:lnTo>
                    <a:pt x="7425824" y="1518765"/>
                  </a:lnTo>
                  <a:lnTo>
                    <a:pt x="7424979" y="1518765"/>
                  </a:lnTo>
                  <a:lnTo>
                    <a:pt x="7424134" y="1518765"/>
                  </a:lnTo>
                  <a:lnTo>
                    <a:pt x="7423289" y="1518765"/>
                  </a:lnTo>
                  <a:lnTo>
                    <a:pt x="7422444" y="1518765"/>
                  </a:lnTo>
                  <a:lnTo>
                    <a:pt x="7421599" y="1518765"/>
                  </a:lnTo>
                  <a:lnTo>
                    <a:pt x="7420753" y="1518765"/>
                  </a:lnTo>
                  <a:lnTo>
                    <a:pt x="7419908" y="1518765"/>
                  </a:lnTo>
                  <a:lnTo>
                    <a:pt x="7419063" y="1518765"/>
                  </a:lnTo>
                  <a:lnTo>
                    <a:pt x="7418218" y="1518765"/>
                  </a:lnTo>
                  <a:lnTo>
                    <a:pt x="7417373" y="1518765"/>
                  </a:lnTo>
                  <a:lnTo>
                    <a:pt x="7416528" y="1518765"/>
                  </a:lnTo>
                  <a:lnTo>
                    <a:pt x="7415683" y="1518765"/>
                  </a:lnTo>
                  <a:lnTo>
                    <a:pt x="7414838" y="1518765"/>
                  </a:lnTo>
                  <a:lnTo>
                    <a:pt x="7413993" y="1518765"/>
                  </a:lnTo>
                  <a:lnTo>
                    <a:pt x="7413148" y="1518765"/>
                  </a:lnTo>
                  <a:lnTo>
                    <a:pt x="7412303" y="1518765"/>
                  </a:lnTo>
                  <a:lnTo>
                    <a:pt x="7411457" y="1518765"/>
                  </a:lnTo>
                  <a:lnTo>
                    <a:pt x="7410612" y="1518765"/>
                  </a:lnTo>
                  <a:lnTo>
                    <a:pt x="7409767" y="1518765"/>
                  </a:lnTo>
                  <a:lnTo>
                    <a:pt x="7408922" y="1518765"/>
                  </a:lnTo>
                  <a:lnTo>
                    <a:pt x="7408077" y="1518765"/>
                  </a:lnTo>
                  <a:lnTo>
                    <a:pt x="7407232" y="1518765"/>
                  </a:lnTo>
                  <a:lnTo>
                    <a:pt x="7406387" y="1518765"/>
                  </a:lnTo>
                  <a:lnTo>
                    <a:pt x="7405542" y="1518765"/>
                  </a:lnTo>
                  <a:lnTo>
                    <a:pt x="7404697" y="1518765"/>
                  </a:lnTo>
                  <a:lnTo>
                    <a:pt x="7403852" y="1518765"/>
                  </a:lnTo>
                  <a:lnTo>
                    <a:pt x="7403007" y="1518765"/>
                  </a:lnTo>
                  <a:lnTo>
                    <a:pt x="7402161" y="1518765"/>
                  </a:lnTo>
                  <a:lnTo>
                    <a:pt x="7401316" y="1518765"/>
                  </a:lnTo>
                  <a:lnTo>
                    <a:pt x="7400471" y="1518765"/>
                  </a:lnTo>
                  <a:lnTo>
                    <a:pt x="7399626" y="1518765"/>
                  </a:lnTo>
                  <a:lnTo>
                    <a:pt x="7398781" y="1518765"/>
                  </a:lnTo>
                  <a:lnTo>
                    <a:pt x="7397936" y="1518765"/>
                  </a:lnTo>
                  <a:lnTo>
                    <a:pt x="7397091" y="1518765"/>
                  </a:lnTo>
                  <a:lnTo>
                    <a:pt x="7396246" y="1518765"/>
                  </a:lnTo>
                  <a:lnTo>
                    <a:pt x="7395401" y="1518765"/>
                  </a:lnTo>
                  <a:lnTo>
                    <a:pt x="7394556" y="1518765"/>
                  </a:lnTo>
                  <a:lnTo>
                    <a:pt x="7393711" y="1518765"/>
                  </a:lnTo>
                  <a:lnTo>
                    <a:pt x="7392865" y="1518765"/>
                  </a:lnTo>
                  <a:lnTo>
                    <a:pt x="7392020" y="1518765"/>
                  </a:lnTo>
                  <a:lnTo>
                    <a:pt x="7391175" y="1518765"/>
                  </a:lnTo>
                  <a:lnTo>
                    <a:pt x="7390330" y="1518765"/>
                  </a:lnTo>
                  <a:lnTo>
                    <a:pt x="7389485" y="1518765"/>
                  </a:lnTo>
                  <a:lnTo>
                    <a:pt x="7388640" y="1518765"/>
                  </a:lnTo>
                  <a:lnTo>
                    <a:pt x="7387795" y="1518765"/>
                  </a:lnTo>
                  <a:lnTo>
                    <a:pt x="7386950" y="1518765"/>
                  </a:lnTo>
                  <a:lnTo>
                    <a:pt x="7386105" y="1518765"/>
                  </a:lnTo>
                  <a:lnTo>
                    <a:pt x="7385260" y="1518765"/>
                  </a:lnTo>
                  <a:lnTo>
                    <a:pt x="7384415" y="1518765"/>
                  </a:lnTo>
                  <a:lnTo>
                    <a:pt x="7383569" y="1518765"/>
                  </a:lnTo>
                  <a:lnTo>
                    <a:pt x="7382724" y="1518765"/>
                  </a:lnTo>
                  <a:lnTo>
                    <a:pt x="7381879" y="1518765"/>
                  </a:lnTo>
                  <a:lnTo>
                    <a:pt x="7381034" y="1518765"/>
                  </a:lnTo>
                  <a:lnTo>
                    <a:pt x="7380189" y="1518765"/>
                  </a:lnTo>
                  <a:lnTo>
                    <a:pt x="7379344" y="1518765"/>
                  </a:lnTo>
                  <a:lnTo>
                    <a:pt x="7378499" y="1518765"/>
                  </a:lnTo>
                  <a:lnTo>
                    <a:pt x="7377654" y="1518765"/>
                  </a:lnTo>
                  <a:lnTo>
                    <a:pt x="7376809" y="1518765"/>
                  </a:lnTo>
                  <a:lnTo>
                    <a:pt x="7375964" y="1518765"/>
                  </a:lnTo>
                  <a:lnTo>
                    <a:pt x="7375119" y="1518765"/>
                  </a:lnTo>
                  <a:lnTo>
                    <a:pt x="7374273" y="1518765"/>
                  </a:lnTo>
                  <a:lnTo>
                    <a:pt x="7373428" y="1518765"/>
                  </a:lnTo>
                  <a:lnTo>
                    <a:pt x="7372583" y="1518765"/>
                  </a:lnTo>
                  <a:lnTo>
                    <a:pt x="7371738" y="1518765"/>
                  </a:lnTo>
                  <a:lnTo>
                    <a:pt x="7370893" y="1518765"/>
                  </a:lnTo>
                  <a:lnTo>
                    <a:pt x="7370048" y="1518765"/>
                  </a:lnTo>
                  <a:lnTo>
                    <a:pt x="7369203" y="1518765"/>
                  </a:lnTo>
                  <a:lnTo>
                    <a:pt x="7368358" y="1518765"/>
                  </a:lnTo>
                  <a:lnTo>
                    <a:pt x="7367513" y="1518765"/>
                  </a:lnTo>
                  <a:lnTo>
                    <a:pt x="7366668" y="1518765"/>
                  </a:lnTo>
                  <a:lnTo>
                    <a:pt x="7365822" y="1518765"/>
                  </a:lnTo>
                  <a:lnTo>
                    <a:pt x="7364977" y="1518765"/>
                  </a:lnTo>
                  <a:lnTo>
                    <a:pt x="7364132" y="1518765"/>
                  </a:lnTo>
                  <a:lnTo>
                    <a:pt x="7363287" y="1518765"/>
                  </a:lnTo>
                  <a:lnTo>
                    <a:pt x="7362442" y="1518765"/>
                  </a:lnTo>
                  <a:lnTo>
                    <a:pt x="7361597" y="1518765"/>
                  </a:lnTo>
                  <a:lnTo>
                    <a:pt x="7360752" y="1518765"/>
                  </a:lnTo>
                  <a:lnTo>
                    <a:pt x="7359907" y="1518765"/>
                  </a:lnTo>
                  <a:lnTo>
                    <a:pt x="7359062" y="1518765"/>
                  </a:lnTo>
                  <a:lnTo>
                    <a:pt x="7358217" y="1518765"/>
                  </a:lnTo>
                  <a:lnTo>
                    <a:pt x="7357372" y="1518765"/>
                  </a:lnTo>
                  <a:lnTo>
                    <a:pt x="7356526" y="1518765"/>
                  </a:lnTo>
                  <a:lnTo>
                    <a:pt x="7355681" y="1518765"/>
                  </a:lnTo>
                  <a:lnTo>
                    <a:pt x="7354836" y="1518765"/>
                  </a:lnTo>
                  <a:lnTo>
                    <a:pt x="7353991" y="1518765"/>
                  </a:lnTo>
                  <a:lnTo>
                    <a:pt x="7353146" y="1518765"/>
                  </a:lnTo>
                  <a:lnTo>
                    <a:pt x="7352301" y="1518765"/>
                  </a:lnTo>
                  <a:lnTo>
                    <a:pt x="7351456" y="1518765"/>
                  </a:lnTo>
                  <a:lnTo>
                    <a:pt x="7350611" y="1518765"/>
                  </a:lnTo>
                  <a:lnTo>
                    <a:pt x="7349766" y="1518765"/>
                  </a:lnTo>
                  <a:lnTo>
                    <a:pt x="7348921" y="1518765"/>
                  </a:lnTo>
                  <a:lnTo>
                    <a:pt x="7348076" y="1518765"/>
                  </a:lnTo>
                  <a:lnTo>
                    <a:pt x="7347230" y="1518765"/>
                  </a:lnTo>
                  <a:lnTo>
                    <a:pt x="7346385" y="1518765"/>
                  </a:lnTo>
                  <a:lnTo>
                    <a:pt x="7345540" y="1518765"/>
                  </a:lnTo>
                  <a:lnTo>
                    <a:pt x="7344695" y="1518765"/>
                  </a:lnTo>
                  <a:lnTo>
                    <a:pt x="7343850" y="1518765"/>
                  </a:lnTo>
                  <a:lnTo>
                    <a:pt x="7343005" y="1518765"/>
                  </a:lnTo>
                  <a:lnTo>
                    <a:pt x="7342160" y="1518765"/>
                  </a:lnTo>
                  <a:lnTo>
                    <a:pt x="7341315" y="1518765"/>
                  </a:lnTo>
                  <a:lnTo>
                    <a:pt x="7340470" y="1518765"/>
                  </a:lnTo>
                  <a:lnTo>
                    <a:pt x="7339625" y="1518765"/>
                  </a:lnTo>
                  <a:lnTo>
                    <a:pt x="7338780" y="1518765"/>
                  </a:lnTo>
                  <a:lnTo>
                    <a:pt x="7337934" y="1518765"/>
                  </a:lnTo>
                  <a:lnTo>
                    <a:pt x="7337089" y="1518765"/>
                  </a:lnTo>
                  <a:lnTo>
                    <a:pt x="7336244" y="1518765"/>
                  </a:lnTo>
                  <a:lnTo>
                    <a:pt x="7335399" y="1518765"/>
                  </a:lnTo>
                  <a:lnTo>
                    <a:pt x="7334554" y="1518765"/>
                  </a:lnTo>
                  <a:lnTo>
                    <a:pt x="7333709" y="1518765"/>
                  </a:lnTo>
                  <a:lnTo>
                    <a:pt x="7332864" y="1518765"/>
                  </a:lnTo>
                  <a:lnTo>
                    <a:pt x="7332019" y="1518765"/>
                  </a:lnTo>
                  <a:lnTo>
                    <a:pt x="7331174" y="1518765"/>
                  </a:lnTo>
                  <a:lnTo>
                    <a:pt x="7330329" y="1518765"/>
                  </a:lnTo>
                  <a:lnTo>
                    <a:pt x="7329484" y="1518765"/>
                  </a:lnTo>
                  <a:lnTo>
                    <a:pt x="7328638" y="1518765"/>
                  </a:lnTo>
                  <a:lnTo>
                    <a:pt x="7327793" y="1518765"/>
                  </a:lnTo>
                  <a:lnTo>
                    <a:pt x="7326948" y="1518765"/>
                  </a:lnTo>
                  <a:lnTo>
                    <a:pt x="7326103" y="1518765"/>
                  </a:lnTo>
                  <a:lnTo>
                    <a:pt x="7325258" y="1518765"/>
                  </a:lnTo>
                  <a:lnTo>
                    <a:pt x="7324413" y="1518765"/>
                  </a:lnTo>
                  <a:lnTo>
                    <a:pt x="7323568" y="1518765"/>
                  </a:lnTo>
                  <a:lnTo>
                    <a:pt x="7322723" y="1518765"/>
                  </a:lnTo>
                  <a:lnTo>
                    <a:pt x="7321878" y="1518765"/>
                  </a:lnTo>
                  <a:lnTo>
                    <a:pt x="7321033" y="1518765"/>
                  </a:lnTo>
                  <a:lnTo>
                    <a:pt x="7320188" y="1518765"/>
                  </a:lnTo>
                  <a:lnTo>
                    <a:pt x="7319342" y="1518765"/>
                  </a:lnTo>
                  <a:lnTo>
                    <a:pt x="7318497" y="1518765"/>
                  </a:lnTo>
                  <a:lnTo>
                    <a:pt x="7317652" y="1518765"/>
                  </a:lnTo>
                  <a:lnTo>
                    <a:pt x="7316807" y="1518765"/>
                  </a:lnTo>
                  <a:lnTo>
                    <a:pt x="7315962" y="1518765"/>
                  </a:lnTo>
                  <a:lnTo>
                    <a:pt x="7315117" y="1518765"/>
                  </a:lnTo>
                  <a:lnTo>
                    <a:pt x="7314272" y="1518765"/>
                  </a:lnTo>
                  <a:lnTo>
                    <a:pt x="7313427" y="1518765"/>
                  </a:lnTo>
                  <a:lnTo>
                    <a:pt x="7312582" y="1518765"/>
                  </a:lnTo>
                  <a:lnTo>
                    <a:pt x="7311737" y="1518765"/>
                  </a:lnTo>
                  <a:lnTo>
                    <a:pt x="7310892" y="1518765"/>
                  </a:lnTo>
                  <a:lnTo>
                    <a:pt x="7310046" y="1518765"/>
                  </a:lnTo>
                  <a:lnTo>
                    <a:pt x="7309201" y="1518765"/>
                  </a:lnTo>
                  <a:lnTo>
                    <a:pt x="7308356" y="1518765"/>
                  </a:lnTo>
                  <a:lnTo>
                    <a:pt x="7307511" y="1518765"/>
                  </a:lnTo>
                  <a:lnTo>
                    <a:pt x="7306666" y="1518765"/>
                  </a:lnTo>
                  <a:lnTo>
                    <a:pt x="7305821" y="1518765"/>
                  </a:lnTo>
                  <a:lnTo>
                    <a:pt x="7304976" y="1518765"/>
                  </a:lnTo>
                  <a:lnTo>
                    <a:pt x="7304131" y="1518765"/>
                  </a:lnTo>
                  <a:lnTo>
                    <a:pt x="7303286" y="1518765"/>
                  </a:lnTo>
                  <a:lnTo>
                    <a:pt x="7302441" y="1518765"/>
                  </a:lnTo>
                  <a:lnTo>
                    <a:pt x="7301595" y="1518765"/>
                  </a:lnTo>
                  <a:lnTo>
                    <a:pt x="7300750" y="1518765"/>
                  </a:lnTo>
                  <a:lnTo>
                    <a:pt x="7299905" y="1518765"/>
                  </a:lnTo>
                  <a:lnTo>
                    <a:pt x="7299060" y="1518765"/>
                  </a:lnTo>
                  <a:lnTo>
                    <a:pt x="7298215" y="1518765"/>
                  </a:lnTo>
                  <a:lnTo>
                    <a:pt x="7297370" y="1518765"/>
                  </a:lnTo>
                  <a:lnTo>
                    <a:pt x="7296525" y="1518765"/>
                  </a:lnTo>
                  <a:lnTo>
                    <a:pt x="7295680" y="1518765"/>
                  </a:lnTo>
                  <a:lnTo>
                    <a:pt x="7294835" y="1518765"/>
                  </a:lnTo>
                  <a:lnTo>
                    <a:pt x="7293990" y="1518765"/>
                  </a:lnTo>
                  <a:lnTo>
                    <a:pt x="7293145" y="1518765"/>
                  </a:lnTo>
                  <a:lnTo>
                    <a:pt x="7292299" y="1518765"/>
                  </a:lnTo>
                  <a:lnTo>
                    <a:pt x="7291454" y="1518765"/>
                  </a:lnTo>
                  <a:lnTo>
                    <a:pt x="7290609" y="1518765"/>
                  </a:lnTo>
                  <a:lnTo>
                    <a:pt x="7289764" y="1518765"/>
                  </a:lnTo>
                  <a:lnTo>
                    <a:pt x="7288919" y="1518765"/>
                  </a:lnTo>
                  <a:lnTo>
                    <a:pt x="7288074" y="1518765"/>
                  </a:lnTo>
                  <a:lnTo>
                    <a:pt x="7287229" y="1518765"/>
                  </a:lnTo>
                  <a:lnTo>
                    <a:pt x="7286384" y="1518765"/>
                  </a:lnTo>
                  <a:lnTo>
                    <a:pt x="7285539" y="1518765"/>
                  </a:lnTo>
                  <a:lnTo>
                    <a:pt x="7284694" y="1518765"/>
                  </a:lnTo>
                  <a:lnTo>
                    <a:pt x="7283849" y="1518765"/>
                  </a:lnTo>
                  <a:lnTo>
                    <a:pt x="7283003" y="1518765"/>
                  </a:lnTo>
                  <a:lnTo>
                    <a:pt x="7282158" y="1518765"/>
                  </a:lnTo>
                  <a:lnTo>
                    <a:pt x="7281313" y="1518765"/>
                  </a:lnTo>
                  <a:lnTo>
                    <a:pt x="7280468" y="1518765"/>
                  </a:lnTo>
                  <a:lnTo>
                    <a:pt x="7279623" y="1518765"/>
                  </a:lnTo>
                  <a:lnTo>
                    <a:pt x="7278778" y="1518765"/>
                  </a:lnTo>
                  <a:lnTo>
                    <a:pt x="7277933" y="1518765"/>
                  </a:lnTo>
                  <a:lnTo>
                    <a:pt x="7277088" y="1518765"/>
                  </a:lnTo>
                  <a:lnTo>
                    <a:pt x="7276243" y="1518765"/>
                  </a:lnTo>
                  <a:lnTo>
                    <a:pt x="7275398" y="1518765"/>
                  </a:lnTo>
                  <a:lnTo>
                    <a:pt x="7274553" y="1518765"/>
                  </a:lnTo>
                  <a:lnTo>
                    <a:pt x="7273707" y="1518765"/>
                  </a:lnTo>
                  <a:lnTo>
                    <a:pt x="7272862" y="1518765"/>
                  </a:lnTo>
                  <a:lnTo>
                    <a:pt x="7272017" y="1518765"/>
                  </a:lnTo>
                  <a:lnTo>
                    <a:pt x="7271172" y="1518765"/>
                  </a:lnTo>
                  <a:lnTo>
                    <a:pt x="7270327" y="1518765"/>
                  </a:lnTo>
                  <a:lnTo>
                    <a:pt x="7269482" y="1518765"/>
                  </a:lnTo>
                  <a:lnTo>
                    <a:pt x="7268637" y="1518765"/>
                  </a:lnTo>
                  <a:lnTo>
                    <a:pt x="7267792" y="1518765"/>
                  </a:lnTo>
                  <a:lnTo>
                    <a:pt x="7266947" y="1518765"/>
                  </a:lnTo>
                  <a:lnTo>
                    <a:pt x="7266102" y="1518765"/>
                  </a:lnTo>
                  <a:lnTo>
                    <a:pt x="7265257" y="1518765"/>
                  </a:lnTo>
                  <a:lnTo>
                    <a:pt x="7264411" y="1518765"/>
                  </a:lnTo>
                  <a:lnTo>
                    <a:pt x="7263566" y="1518765"/>
                  </a:lnTo>
                  <a:lnTo>
                    <a:pt x="7262721" y="1518765"/>
                  </a:lnTo>
                  <a:lnTo>
                    <a:pt x="7261876" y="1518765"/>
                  </a:lnTo>
                  <a:lnTo>
                    <a:pt x="7261031" y="1518765"/>
                  </a:lnTo>
                  <a:lnTo>
                    <a:pt x="7260186" y="1518765"/>
                  </a:lnTo>
                  <a:lnTo>
                    <a:pt x="7259341" y="1518765"/>
                  </a:lnTo>
                  <a:lnTo>
                    <a:pt x="7258496" y="1518765"/>
                  </a:lnTo>
                  <a:lnTo>
                    <a:pt x="7257651" y="1518765"/>
                  </a:lnTo>
                  <a:lnTo>
                    <a:pt x="7256806" y="1518765"/>
                  </a:lnTo>
                  <a:lnTo>
                    <a:pt x="7255961" y="1518765"/>
                  </a:lnTo>
                  <a:lnTo>
                    <a:pt x="7255115" y="1518765"/>
                  </a:lnTo>
                  <a:lnTo>
                    <a:pt x="7254270" y="1518765"/>
                  </a:lnTo>
                  <a:lnTo>
                    <a:pt x="7253425" y="1518765"/>
                  </a:lnTo>
                  <a:lnTo>
                    <a:pt x="7252580" y="1518765"/>
                  </a:lnTo>
                  <a:lnTo>
                    <a:pt x="7251735" y="1518765"/>
                  </a:lnTo>
                  <a:lnTo>
                    <a:pt x="7250890" y="1518765"/>
                  </a:lnTo>
                  <a:lnTo>
                    <a:pt x="7250045" y="1518765"/>
                  </a:lnTo>
                  <a:lnTo>
                    <a:pt x="7249200" y="1518765"/>
                  </a:lnTo>
                  <a:lnTo>
                    <a:pt x="7248355" y="1518765"/>
                  </a:lnTo>
                  <a:lnTo>
                    <a:pt x="7247510" y="1518765"/>
                  </a:lnTo>
                  <a:lnTo>
                    <a:pt x="7246665" y="1518765"/>
                  </a:lnTo>
                  <a:lnTo>
                    <a:pt x="7245819" y="1518765"/>
                  </a:lnTo>
                  <a:lnTo>
                    <a:pt x="7244974" y="1518765"/>
                  </a:lnTo>
                  <a:lnTo>
                    <a:pt x="7244129" y="1518765"/>
                  </a:lnTo>
                  <a:lnTo>
                    <a:pt x="7243284" y="1518765"/>
                  </a:lnTo>
                  <a:lnTo>
                    <a:pt x="7242439" y="1518765"/>
                  </a:lnTo>
                  <a:lnTo>
                    <a:pt x="7241594" y="1518765"/>
                  </a:lnTo>
                  <a:lnTo>
                    <a:pt x="7240749" y="1518765"/>
                  </a:lnTo>
                  <a:lnTo>
                    <a:pt x="7239904" y="1518765"/>
                  </a:lnTo>
                  <a:lnTo>
                    <a:pt x="7239059" y="1518765"/>
                  </a:lnTo>
                  <a:lnTo>
                    <a:pt x="7238214" y="1518765"/>
                  </a:lnTo>
                  <a:lnTo>
                    <a:pt x="7237368" y="1518765"/>
                  </a:lnTo>
                  <a:lnTo>
                    <a:pt x="7236523" y="1518765"/>
                  </a:lnTo>
                  <a:lnTo>
                    <a:pt x="7235678" y="1518765"/>
                  </a:lnTo>
                  <a:lnTo>
                    <a:pt x="7234833" y="1518765"/>
                  </a:lnTo>
                  <a:lnTo>
                    <a:pt x="7233988" y="1518765"/>
                  </a:lnTo>
                  <a:lnTo>
                    <a:pt x="7233143" y="1518765"/>
                  </a:lnTo>
                  <a:lnTo>
                    <a:pt x="7232298" y="1518765"/>
                  </a:lnTo>
                  <a:lnTo>
                    <a:pt x="7231453" y="1518765"/>
                  </a:lnTo>
                  <a:lnTo>
                    <a:pt x="7230608" y="1518765"/>
                  </a:lnTo>
                  <a:lnTo>
                    <a:pt x="7229763" y="1518765"/>
                  </a:lnTo>
                  <a:lnTo>
                    <a:pt x="7228918" y="1518765"/>
                  </a:lnTo>
                  <a:lnTo>
                    <a:pt x="7228072" y="1518765"/>
                  </a:lnTo>
                  <a:lnTo>
                    <a:pt x="7227227" y="1518765"/>
                  </a:lnTo>
                  <a:lnTo>
                    <a:pt x="7226382" y="1518765"/>
                  </a:lnTo>
                  <a:lnTo>
                    <a:pt x="7225537" y="1518765"/>
                  </a:lnTo>
                  <a:lnTo>
                    <a:pt x="7224692" y="1518765"/>
                  </a:lnTo>
                  <a:lnTo>
                    <a:pt x="7223847" y="1518765"/>
                  </a:lnTo>
                  <a:lnTo>
                    <a:pt x="7223002" y="1518765"/>
                  </a:lnTo>
                  <a:lnTo>
                    <a:pt x="7222157" y="1518765"/>
                  </a:lnTo>
                  <a:lnTo>
                    <a:pt x="7221312" y="1518765"/>
                  </a:lnTo>
                  <a:lnTo>
                    <a:pt x="7220467" y="1518765"/>
                  </a:lnTo>
                  <a:lnTo>
                    <a:pt x="7219622" y="1518765"/>
                  </a:lnTo>
                  <a:lnTo>
                    <a:pt x="7218776" y="1518765"/>
                  </a:lnTo>
                  <a:lnTo>
                    <a:pt x="7217931" y="1518765"/>
                  </a:lnTo>
                  <a:lnTo>
                    <a:pt x="7217086" y="1518765"/>
                  </a:lnTo>
                  <a:lnTo>
                    <a:pt x="7216241" y="1518765"/>
                  </a:lnTo>
                  <a:lnTo>
                    <a:pt x="7215396" y="1518765"/>
                  </a:lnTo>
                  <a:lnTo>
                    <a:pt x="7214551" y="1518765"/>
                  </a:lnTo>
                  <a:lnTo>
                    <a:pt x="7213706" y="1518765"/>
                  </a:lnTo>
                  <a:lnTo>
                    <a:pt x="7212861" y="1518765"/>
                  </a:lnTo>
                  <a:lnTo>
                    <a:pt x="7212016" y="1518765"/>
                  </a:lnTo>
                  <a:lnTo>
                    <a:pt x="7211171" y="1518765"/>
                  </a:lnTo>
                  <a:lnTo>
                    <a:pt x="7210326" y="1518765"/>
                  </a:lnTo>
                  <a:lnTo>
                    <a:pt x="7209480" y="1518765"/>
                  </a:lnTo>
                  <a:lnTo>
                    <a:pt x="7208635" y="1518765"/>
                  </a:lnTo>
                  <a:lnTo>
                    <a:pt x="7207790" y="1518765"/>
                  </a:lnTo>
                  <a:lnTo>
                    <a:pt x="7206945" y="1518765"/>
                  </a:lnTo>
                  <a:lnTo>
                    <a:pt x="7206100" y="1518765"/>
                  </a:lnTo>
                  <a:lnTo>
                    <a:pt x="7205255" y="1518765"/>
                  </a:lnTo>
                  <a:lnTo>
                    <a:pt x="7204410" y="1518765"/>
                  </a:lnTo>
                  <a:lnTo>
                    <a:pt x="7203565" y="1518765"/>
                  </a:lnTo>
                  <a:lnTo>
                    <a:pt x="7202720" y="1518765"/>
                  </a:lnTo>
                  <a:lnTo>
                    <a:pt x="7201875" y="1518765"/>
                  </a:lnTo>
                  <a:lnTo>
                    <a:pt x="7201030" y="1518765"/>
                  </a:lnTo>
                  <a:lnTo>
                    <a:pt x="7200184" y="1518765"/>
                  </a:lnTo>
                  <a:lnTo>
                    <a:pt x="7199339" y="1518765"/>
                  </a:lnTo>
                  <a:lnTo>
                    <a:pt x="7198494" y="1518765"/>
                  </a:lnTo>
                  <a:lnTo>
                    <a:pt x="7197649" y="1518765"/>
                  </a:lnTo>
                  <a:lnTo>
                    <a:pt x="7196804" y="1518765"/>
                  </a:lnTo>
                  <a:lnTo>
                    <a:pt x="7195959" y="1518765"/>
                  </a:lnTo>
                  <a:lnTo>
                    <a:pt x="7195114" y="1518765"/>
                  </a:lnTo>
                  <a:lnTo>
                    <a:pt x="7194269" y="1518765"/>
                  </a:lnTo>
                  <a:lnTo>
                    <a:pt x="7193424" y="1518765"/>
                  </a:lnTo>
                  <a:lnTo>
                    <a:pt x="7192579" y="1518765"/>
                  </a:lnTo>
                  <a:lnTo>
                    <a:pt x="7191734" y="1518765"/>
                  </a:lnTo>
                  <a:lnTo>
                    <a:pt x="7190888" y="1518765"/>
                  </a:lnTo>
                  <a:lnTo>
                    <a:pt x="7190043" y="1518765"/>
                  </a:lnTo>
                  <a:lnTo>
                    <a:pt x="7189198" y="1518765"/>
                  </a:lnTo>
                  <a:lnTo>
                    <a:pt x="7188353" y="1518765"/>
                  </a:lnTo>
                  <a:lnTo>
                    <a:pt x="7187508" y="1518765"/>
                  </a:lnTo>
                  <a:lnTo>
                    <a:pt x="7186663" y="1518765"/>
                  </a:lnTo>
                  <a:lnTo>
                    <a:pt x="7185818" y="1518765"/>
                  </a:lnTo>
                  <a:lnTo>
                    <a:pt x="7184973" y="1518765"/>
                  </a:lnTo>
                  <a:lnTo>
                    <a:pt x="7184128" y="1518765"/>
                  </a:lnTo>
                  <a:lnTo>
                    <a:pt x="7183283" y="1518765"/>
                  </a:lnTo>
                  <a:lnTo>
                    <a:pt x="7182437" y="1518765"/>
                  </a:lnTo>
                  <a:lnTo>
                    <a:pt x="7181592" y="1518765"/>
                  </a:lnTo>
                  <a:lnTo>
                    <a:pt x="7180747" y="1518765"/>
                  </a:lnTo>
                  <a:lnTo>
                    <a:pt x="7179902" y="1518765"/>
                  </a:lnTo>
                  <a:lnTo>
                    <a:pt x="7179057" y="1518765"/>
                  </a:lnTo>
                  <a:lnTo>
                    <a:pt x="7178212" y="1518765"/>
                  </a:lnTo>
                  <a:lnTo>
                    <a:pt x="7177367" y="1518765"/>
                  </a:lnTo>
                  <a:lnTo>
                    <a:pt x="7176522" y="1518765"/>
                  </a:lnTo>
                  <a:lnTo>
                    <a:pt x="7175677" y="1518765"/>
                  </a:lnTo>
                  <a:lnTo>
                    <a:pt x="7174832" y="1518765"/>
                  </a:lnTo>
                  <a:lnTo>
                    <a:pt x="7173987" y="1518765"/>
                  </a:lnTo>
                  <a:lnTo>
                    <a:pt x="7173141" y="1518765"/>
                  </a:lnTo>
                  <a:lnTo>
                    <a:pt x="7172296" y="1518765"/>
                  </a:lnTo>
                  <a:lnTo>
                    <a:pt x="7171451" y="1518765"/>
                  </a:lnTo>
                  <a:lnTo>
                    <a:pt x="7170606" y="1518765"/>
                  </a:lnTo>
                  <a:lnTo>
                    <a:pt x="7169761" y="1518765"/>
                  </a:lnTo>
                  <a:lnTo>
                    <a:pt x="7168916" y="1518765"/>
                  </a:lnTo>
                  <a:lnTo>
                    <a:pt x="7168071" y="1518765"/>
                  </a:lnTo>
                  <a:lnTo>
                    <a:pt x="7167226" y="1518765"/>
                  </a:lnTo>
                  <a:lnTo>
                    <a:pt x="7166381" y="1518765"/>
                  </a:lnTo>
                  <a:lnTo>
                    <a:pt x="7165536" y="1518765"/>
                  </a:lnTo>
                  <a:lnTo>
                    <a:pt x="7164691" y="1518765"/>
                  </a:lnTo>
                  <a:lnTo>
                    <a:pt x="7163845" y="1518765"/>
                  </a:lnTo>
                  <a:lnTo>
                    <a:pt x="7163000" y="1518765"/>
                  </a:lnTo>
                  <a:lnTo>
                    <a:pt x="7162155" y="1518765"/>
                  </a:lnTo>
                  <a:lnTo>
                    <a:pt x="7161310" y="1518765"/>
                  </a:lnTo>
                  <a:lnTo>
                    <a:pt x="7160465" y="1518765"/>
                  </a:lnTo>
                  <a:lnTo>
                    <a:pt x="7159620" y="1518765"/>
                  </a:lnTo>
                  <a:lnTo>
                    <a:pt x="7158775" y="1518765"/>
                  </a:lnTo>
                  <a:lnTo>
                    <a:pt x="7157930" y="1518765"/>
                  </a:lnTo>
                  <a:lnTo>
                    <a:pt x="7157085" y="1518765"/>
                  </a:lnTo>
                  <a:lnTo>
                    <a:pt x="7156240" y="1518765"/>
                  </a:lnTo>
                  <a:lnTo>
                    <a:pt x="7155395" y="1518765"/>
                  </a:lnTo>
                  <a:lnTo>
                    <a:pt x="7154549" y="1518765"/>
                  </a:lnTo>
                  <a:lnTo>
                    <a:pt x="7153704" y="1518765"/>
                  </a:lnTo>
                  <a:lnTo>
                    <a:pt x="7152859" y="1518765"/>
                  </a:lnTo>
                  <a:lnTo>
                    <a:pt x="7152014" y="1518765"/>
                  </a:lnTo>
                  <a:lnTo>
                    <a:pt x="7151169" y="1518765"/>
                  </a:lnTo>
                  <a:lnTo>
                    <a:pt x="7150324" y="1518765"/>
                  </a:lnTo>
                  <a:lnTo>
                    <a:pt x="7149479" y="1518765"/>
                  </a:lnTo>
                  <a:lnTo>
                    <a:pt x="7148634" y="1518765"/>
                  </a:lnTo>
                  <a:lnTo>
                    <a:pt x="7147789" y="1518765"/>
                  </a:lnTo>
                  <a:lnTo>
                    <a:pt x="7146944" y="1518765"/>
                  </a:lnTo>
                  <a:lnTo>
                    <a:pt x="7146099" y="1518765"/>
                  </a:lnTo>
                  <a:lnTo>
                    <a:pt x="7145253" y="1518765"/>
                  </a:lnTo>
                  <a:lnTo>
                    <a:pt x="7144408" y="1518765"/>
                  </a:lnTo>
                  <a:lnTo>
                    <a:pt x="7143563" y="1518765"/>
                  </a:lnTo>
                  <a:lnTo>
                    <a:pt x="7142718" y="1518765"/>
                  </a:lnTo>
                  <a:lnTo>
                    <a:pt x="7141873" y="1518765"/>
                  </a:lnTo>
                  <a:lnTo>
                    <a:pt x="7141028" y="1518765"/>
                  </a:lnTo>
                  <a:lnTo>
                    <a:pt x="7140183" y="1518765"/>
                  </a:lnTo>
                  <a:lnTo>
                    <a:pt x="7139338" y="1518765"/>
                  </a:lnTo>
                  <a:lnTo>
                    <a:pt x="7138493" y="1518765"/>
                  </a:lnTo>
                  <a:lnTo>
                    <a:pt x="7137648" y="1518765"/>
                  </a:lnTo>
                  <a:lnTo>
                    <a:pt x="7136803" y="1518765"/>
                  </a:lnTo>
                  <a:lnTo>
                    <a:pt x="7135957" y="1518765"/>
                  </a:lnTo>
                  <a:lnTo>
                    <a:pt x="7135112" y="1518765"/>
                  </a:lnTo>
                  <a:lnTo>
                    <a:pt x="7134267" y="1518765"/>
                  </a:lnTo>
                  <a:lnTo>
                    <a:pt x="7133422" y="1518765"/>
                  </a:lnTo>
                  <a:lnTo>
                    <a:pt x="7132577" y="1518765"/>
                  </a:lnTo>
                  <a:lnTo>
                    <a:pt x="7131732" y="1518765"/>
                  </a:lnTo>
                  <a:lnTo>
                    <a:pt x="7130887" y="1518765"/>
                  </a:lnTo>
                  <a:lnTo>
                    <a:pt x="7130042" y="1518765"/>
                  </a:lnTo>
                  <a:lnTo>
                    <a:pt x="7129197" y="1518765"/>
                  </a:lnTo>
                  <a:lnTo>
                    <a:pt x="7128352" y="1518765"/>
                  </a:lnTo>
                  <a:lnTo>
                    <a:pt x="7127507" y="1518765"/>
                  </a:lnTo>
                  <a:lnTo>
                    <a:pt x="7126661" y="1518765"/>
                  </a:lnTo>
                  <a:lnTo>
                    <a:pt x="7125816" y="1518765"/>
                  </a:lnTo>
                  <a:lnTo>
                    <a:pt x="7124971" y="1518765"/>
                  </a:lnTo>
                  <a:lnTo>
                    <a:pt x="7124126" y="1518765"/>
                  </a:lnTo>
                  <a:lnTo>
                    <a:pt x="7123281" y="1518765"/>
                  </a:lnTo>
                  <a:lnTo>
                    <a:pt x="7122436" y="1518765"/>
                  </a:lnTo>
                  <a:lnTo>
                    <a:pt x="7121591" y="1518765"/>
                  </a:lnTo>
                  <a:lnTo>
                    <a:pt x="7120746" y="1518765"/>
                  </a:lnTo>
                  <a:lnTo>
                    <a:pt x="7119901" y="1518765"/>
                  </a:lnTo>
                  <a:lnTo>
                    <a:pt x="7119056" y="1518765"/>
                  </a:lnTo>
                  <a:lnTo>
                    <a:pt x="7118210" y="1518765"/>
                  </a:lnTo>
                  <a:lnTo>
                    <a:pt x="7117365" y="1518765"/>
                  </a:lnTo>
                  <a:lnTo>
                    <a:pt x="7116520" y="1518765"/>
                  </a:lnTo>
                  <a:lnTo>
                    <a:pt x="7115675" y="1518765"/>
                  </a:lnTo>
                  <a:lnTo>
                    <a:pt x="7114830" y="1518765"/>
                  </a:lnTo>
                  <a:lnTo>
                    <a:pt x="7113985" y="1518765"/>
                  </a:lnTo>
                  <a:lnTo>
                    <a:pt x="7113140" y="1518765"/>
                  </a:lnTo>
                  <a:lnTo>
                    <a:pt x="7112295" y="1518765"/>
                  </a:lnTo>
                  <a:lnTo>
                    <a:pt x="7111450" y="1518765"/>
                  </a:lnTo>
                  <a:lnTo>
                    <a:pt x="7110605" y="1518765"/>
                  </a:lnTo>
                  <a:lnTo>
                    <a:pt x="7109760" y="1518765"/>
                  </a:lnTo>
                  <a:lnTo>
                    <a:pt x="7108914" y="1518765"/>
                  </a:lnTo>
                  <a:lnTo>
                    <a:pt x="7108069" y="1518765"/>
                  </a:lnTo>
                  <a:lnTo>
                    <a:pt x="7107224" y="1518765"/>
                  </a:lnTo>
                  <a:lnTo>
                    <a:pt x="7106379" y="1518765"/>
                  </a:lnTo>
                  <a:lnTo>
                    <a:pt x="7105534" y="1518765"/>
                  </a:lnTo>
                  <a:lnTo>
                    <a:pt x="7104689" y="1518765"/>
                  </a:lnTo>
                  <a:lnTo>
                    <a:pt x="7103844" y="1518765"/>
                  </a:lnTo>
                  <a:lnTo>
                    <a:pt x="7102999" y="1518765"/>
                  </a:lnTo>
                  <a:lnTo>
                    <a:pt x="7102154" y="1518765"/>
                  </a:lnTo>
                  <a:lnTo>
                    <a:pt x="7101309" y="1518765"/>
                  </a:lnTo>
                  <a:lnTo>
                    <a:pt x="7100464" y="1518765"/>
                  </a:lnTo>
                  <a:lnTo>
                    <a:pt x="7099618" y="1518765"/>
                  </a:lnTo>
                  <a:lnTo>
                    <a:pt x="7098773" y="1518765"/>
                  </a:lnTo>
                  <a:lnTo>
                    <a:pt x="7097928" y="1518765"/>
                  </a:lnTo>
                  <a:lnTo>
                    <a:pt x="7097083" y="1518765"/>
                  </a:lnTo>
                  <a:lnTo>
                    <a:pt x="7096238" y="1518765"/>
                  </a:lnTo>
                  <a:lnTo>
                    <a:pt x="7095393" y="1518765"/>
                  </a:lnTo>
                  <a:lnTo>
                    <a:pt x="7094548" y="1518765"/>
                  </a:lnTo>
                  <a:lnTo>
                    <a:pt x="7093703" y="1518765"/>
                  </a:lnTo>
                  <a:lnTo>
                    <a:pt x="7092858" y="1518765"/>
                  </a:lnTo>
                  <a:lnTo>
                    <a:pt x="7092013" y="1518765"/>
                  </a:lnTo>
                  <a:lnTo>
                    <a:pt x="7091168" y="1518765"/>
                  </a:lnTo>
                  <a:lnTo>
                    <a:pt x="7090322" y="1518765"/>
                  </a:lnTo>
                  <a:lnTo>
                    <a:pt x="7089477" y="1518765"/>
                  </a:lnTo>
                  <a:lnTo>
                    <a:pt x="7088632" y="1518765"/>
                  </a:lnTo>
                  <a:lnTo>
                    <a:pt x="7087787" y="1518765"/>
                  </a:lnTo>
                  <a:lnTo>
                    <a:pt x="7086942" y="1518765"/>
                  </a:lnTo>
                  <a:lnTo>
                    <a:pt x="7086097" y="1518765"/>
                  </a:lnTo>
                  <a:lnTo>
                    <a:pt x="7085252" y="1518765"/>
                  </a:lnTo>
                  <a:lnTo>
                    <a:pt x="7084407" y="1518765"/>
                  </a:lnTo>
                  <a:lnTo>
                    <a:pt x="7083562" y="1518765"/>
                  </a:lnTo>
                  <a:lnTo>
                    <a:pt x="7082717" y="1518765"/>
                  </a:lnTo>
                  <a:lnTo>
                    <a:pt x="7081872" y="1518765"/>
                  </a:lnTo>
                  <a:lnTo>
                    <a:pt x="7081026" y="1518765"/>
                  </a:lnTo>
                  <a:lnTo>
                    <a:pt x="7080181" y="1518765"/>
                  </a:lnTo>
                  <a:lnTo>
                    <a:pt x="7079336" y="1518765"/>
                  </a:lnTo>
                  <a:lnTo>
                    <a:pt x="7078491" y="1518765"/>
                  </a:lnTo>
                  <a:lnTo>
                    <a:pt x="7077646" y="1518765"/>
                  </a:lnTo>
                  <a:lnTo>
                    <a:pt x="7076801" y="1518765"/>
                  </a:lnTo>
                  <a:lnTo>
                    <a:pt x="7075956" y="1518765"/>
                  </a:lnTo>
                  <a:lnTo>
                    <a:pt x="7075111" y="1518765"/>
                  </a:lnTo>
                  <a:lnTo>
                    <a:pt x="7074266" y="1518765"/>
                  </a:lnTo>
                  <a:lnTo>
                    <a:pt x="7073421" y="1518765"/>
                  </a:lnTo>
                  <a:lnTo>
                    <a:pt x="7072576" y="1518765"/>
                  </a:lnTo>
                  <a:lnTo>
                    <a:pt x="7071730" y="1518765"/>
                  </a:lnTo>
                  <a:lnTo>
                    <a:pt x="7070885" y="1518765"/>
                  </a:lnTo>
                  <a:lnTo>
                    <a:pt x="7070040" y="1518765"/>
                  </a:lnTo>
                  <a:lnTo>
                    <a:pt x="7069195" y="1518765"/>
                  </a:lnTo>
                  <a:lnTo>
                    <a:pt x="7068350" y="1518765"/>
                  </a:lnTo>
                  <a:lnTo>
                    <a:pt x="7067505" y="1518765"/>
                  </a:lnTo>
                  <a:lnTo>
                    <a:pt x="7066660" y="1518765"/>
                  </a:lnTo>
                  <a:lnTo>
                    <a:pt x="7065815" y="1518765"/>
                  </a:lnTo>
                  <a:lnTo>
                    <a:pt x="7064970" y="1518765"/>
                  </a:lnTo>
                  <a:lnTo>
                    <a:pt x="7064125" y="1518765"/>
                  </a:lnTo>
                  <a:lnTo>
                    <a:pt x="7063280" y="1518765"/>
                  </a:lnTo>
                  <a:lnTo>
                    <a:pt x="7062434" y="1518765"/>
                  </a:lnTo>
                  <a:lnTo>
                    <a:pt x="7061589" y="1518765"/>
                  </a:lnTo>
                  <a:lnTo>
                    <a:pt x="7060744" y="1518765"/>
                  </a:lnTo>
                  <a:lnTo>
                    <a:pt x="7059899" y="1518765"/>
                  </a:lnTo>
                  <a:lnTo>
                    <a:pt x="7059054" y="1518765"/>
                  </a:lnTo>
                  <a:lnTo>
                    <a:pt x="7058209" y="1518765"/>
                  </a:lnTo>
                  <a:lnTo>
                    <a:pt x="7057364" y="1518765"/>
                  </a:lnTo>
                  <a:lnTo>
                    <a:pt x="7056519" y="1518765"/>
                  </a:lnTo>
                  <a:lnTo>
                    <a:pt x="7055674" y="1518765"/>
                  </a:lnTo>
                  <a:lnTo>
                    <a:pt x="7054829" y="1518765"/>
                  </a:lnTo>
                  <a:lnTo>
                    <a:pt x="7053983" y="1518765"/>
                  </a:lnTo>
                  <a:lnTo>
                    <a:pt x="7053138" y="1518765"/>
                  </a:lnTo>
                  <a:lnTo>
                    <a:pt x="7052293" y="1518765"/>
                  </a:lnTo>
                  <a:lnTo>
                    <a:pt x="7051448" y="1518765"/>
                  </a:lnTo>
                  <a:lnTo>
                    <a:pt x="7050603" y="1518765"/>
                  </a:lnTo>
                  <a:lnTo>
                    <a:pt x="7049758" y="1518765"/>
                  </a:lnTo>
                  <a:lnTo>
                    <a:pt x="7048913" y="1518765"/>
                  </a:lnTo>
                  <a:lnTo>
                    <a:pt x="7048068" y="1518765"/>
                  </a:lnTo>
                  <a:lnTo>
                    <a:pt x="7047223" y="1518765"/>
                  </a:lnTo>
                  <a:lnTo>
                    <a:pt x="7046378" y="1518765"/>
                  </a:lnTo>
                  <a:lnTo>
                    <a:pt x="7045533" y="1518765"/>
                  </a:lnTo>
                  <a:lnTo>
                    <a:pt x="7044687" y="1518765"/>
                  </a:lnTo>
                  <a:lnTo>
                    <a:pt x="7043842" y="1518765"/>
                  </a:lnTo>
                  <a:lnTo>
                    <a:pt x="7042997" y="1518765"/>
                  </a:lnTo>
                  <a:lnTo>
                    <a:pt x="7042152" y="1518765"/>
                  </a:lnTo>
                  <a:lnTo>
                    <a:pt x="7041307" y="1518765"/>
                  </a:lnTo>
                  <a:lnTo>
                    <a:pt x="7040462" y="1518765"/>
                  </a:lnTo>
                  <a:lnTo>
                    <a:pt x="7039617" y="1518765"/>
                  </a:lnTo>
                  <a:lnTo>
                    <a:pt x="7038772" y="1518765"/>
                  </a:lnTo>
                  <a:lnTo>
                    <a:pt x="7037927" y="1518765"/>
                  </a:lnTo>
                  <a:lnTo>
                    <a:pt x="7037082" y="1518765"/>
                  </a:lnTo>
                  <a:lnTo>
                    <a:pt x="7036237" y="1518765"/>
                  </a:lnTo>
                  <a:lnTo>
                    <a:pt x="7035391" y="1518765"/>
                  </a:lnTo>
                  <a:lnTo>
                    <a:pt x="7034546" y="1518765"/>
                  </a:lnTo>
                  <a:lnTo>
                    <a:pt x="7033701" y="1518765"/>
                  </a:lnTo>
                  <a:lnTo>
                    <a:pt x="7032856" y="1518765"/>
                  </a:lnTo>
                  <a:lnTo>
                    <a:pt x="7032011" y="1518765"/>
                  </a:lnTo>
                  <a:lnTo>
                    <a:pt x="7031166" y="1518765"/>
                  </a:lnTo>
                  <a:lnTo>
                    <a:pt x="7030321" y="1518765"/>
                  </a:lnTo>
                  <a:lnTo>
                    <a:pt x="7029476" y="1518765"/>
                  </a:lnTo>
                  <a:lnTo>
                    <a:pt x="7028631" y="1518765"/>
                  </a:lnTo>
                  <a:lnTo>
                    <a:pt x="7027786" y="1518765"/>
                  </a:lnTo>
                  <a:lnTo>
                    <a:pt x="7026941" y="1518765"/>
                  </a:lnTo>
                  <a:lnTo>
                    <a:pt x="7026095" y="1518765"/>
                  </a:lnTo>
                  <a:lnTo>
                    <a:pt x="7025250" y="1518765"/>
                  </a:lnTo>
                  <a:lnTo>
                    <a:pt x="7024405" y="1518765"/>
                  </a:lnTo>
                  <a:lnTo>
                    <a:pt x="7023560" y="1518765"/>
                  </a:lnTo>
                  <a:lnTo>
                    <a:pt x="7022715" y="1518765"/>
                  </a:lnTo>
                  <a:lnTo>
                    <a:pt x="7021870" y="1518765"/>
                  </a:lnTo>
                  <a:lnTo>
                    <a:pt x="7021025" y="1518765"/>
                  </a:lnTo>
                  <a:lnTo>
                    <a:pt x="7020180" y="1518765"/>
                  </a:lnTo>
                  <a:lnTo>
                    <a:pt x="7019335" y="1518765"/>
                  </a:lnTo>
                  <a:lnTo>
                    <a:pt x="7018490" y="1518765"/>
                  </a:lnTo>
                  <a:lnTo>
                    <a:pt x="7017645" y="1518765"/>
                  </a:lnTo>
                  <a:lnTo>
                    <a:pt x="7016799" y="1518765"/>
                  </a:lnTo>
                  <a:lnTo>
                    <a:pt x="7015954" y="1518765"/>
                  </a:lnTo>
                  <a:lnTo>
                    <a:pt x="7015109" y="1518765"/>
                  </a:lnTo>
                  <a:lnTo>
                    <a:pt x="7014264" y="1518765"/>
                  </a:lnTo>
                  <a:lnTo>
                    <a:pt x="7013419" y="1518765"/>
                  </a:lnTo>
                  <a:lnTo>
                    <a:pt x="7012574" y="1518765"/>
                  </a:lnTo>
                  <a:lnTo>
                    <a:pt x="7011729" y="1518765"/>
                  </a:lnTo>
                  <a:lnTo>
                    <a:pt x="7010884" y="1518765"/>
                  </a:lnTo>
                  <a:lnTo>
                    <a:pt x="7010039" y="1518765"/>
                  </a:lnTo>
                  <a:lnTo>
                    <a:pt x="7009194" y="1518765"/>
                  </a:lnTo>
                  <a:lnTo>
                    <a:pt x="7008349" y="1518765"/>
                  </a:lnTo>
                  <a:lnTo>
                    <a:pt x="7007503" y="1518765"/>
                  </a:lnTo>
                  <a:lnTo>
                    <a:pt x="7006658" y="1518765"/>
                  </a:lnTo>
                  <a:lnTo>
                    <a:pt x="7005813" y="1518765"/>
                  </a:lnTo>
                  <a:lnTo>
                    <a:pt x="7004968" y="1518765"/>
                  </a:lnTo>
                  <a:lnTo>
                    <a:pt x="7004123" y="1518765"/>
                  </a:lnTo>
                  <a:lnTo>
                    <a:pt x="7003278" y="1518765"/>
                  </a:lnTo>
                  <a:lnTo>
                    <a:pt x="7002433" y="1518765"/>
                  </a:lnTo>
                  <a:lnTo>
                    <a:pt x="7001588" y="1518765"/>
                  </a:lnTo>
                  <a:lnTo>
                    <a:pt x="7000743" y="1518765"/>
                  </a:lnTo>
                  <a:lnTo>
                    <a:pt x="6999898" y="1518765"/>
                  </a:lnTo>
                  <a:lnTo>
                    <a:pt x="6999053" y="1518765"/>
                  </a:lnTo>
                  <a:lnTo>
                    <a:pt x="6998207" y="1518765"/>
                  </a:lnTo>
                  <a:lnTo>
                    <a:pt x="6997362" y="1518765"/>
                  </a:lnTo>
                  <a:lnTo>
                    <a:pt x="6996517" y="1518765"/>
                  </a:lnTo>
                  <a:lnTo>
                    <a:pt x="6995672" y="1518765"/>
                  </a:lnTo>
                  <a:lnTo>
                    <a:pt x="6994827" y="1518765"/>
                  </a:lnTo>
                  <a:lnTo>
                    <a:pt x="6993982" y="1518765"/>
                  </a:lnTo>
                  <a:lnTo>
                    <a:pt x="6993137" y="1518765"/>
                  </a:lnTo>
                  <a:lnTo>
                    <a:pt x="6992292" y="1518765"/>
                  </a:lnTo>
                  <a:lnTo>
                    <a:pt x="6991447" y="1518765"/>
                  </a:lnTo>
                  <a:lnTo>
                    <a:pt x="6990602" y="1518765"/>
                  </a:lnTo>
                  <a:lnTo>
                    <a:pt x="6989756" y="1518765"/>
                  </a:lnTo>
                  <a:lnTo>
                    <a:pt x="6988911" y="1518765"/>
                  </a:lnTo>
                  <a:lnTo>
                    <a:pt x="6988066" y="1518765"/>
                  </a:lnTo>
                  <a:lnTo>
                    <a:pt x="6987221" y="1518765"/>
                  </a:lnTo>
                  <a:lnTo>
                    <a:pt x="6986376" y="1518765"/>
                  </a:lnTo>
                  <a:lnTo>
                    <a:pt x="6985531" y="1518765"/>
                  </a:lnTo>
                  <a:lnTo>
                    <a:pt x="6984686" y="1518765"/>
                  </a:lnTo>
                  <a:lnTo>
                    <a:pt x="6983841" y="1518765"/>
                  </a:lnTo>
                  <a:lnTo>
                    <a:pt x="6982996" y="1518765"/>
                  </a:lnTo>
                  <a:lnTo>
                    <a:pt x="6982151" y="1518765"/>
                  </a:lnTo>
                  <a:lnTo>
                    <a:pt x="6981306" y="1518765"/>
                  </a:lnTo>
                  <a:lnTo>
                    <a:pt x="6980460" y="1518765"/>
                  </a:lnTo>
                  <a:lnTo>
                    <a:pt x="6979615" y="1518765"/>
                  </a:lnTo>
                  <a:lnTo>
                    <a:pt x="6978770" y="1518765"/>
                  </a:lnTo>
                  <a:lnTo>
                    <a:pt x="6977925" y="1518765"/>
                  </a:lnTo>
                  <a:lnTo>
                    <a:pt x="6977080" y="1518765"/>
                  </a:lnTo>
                  <a:lnTo>
                    <a:pt x="6976235" y="1518765"/>
                  </a:lnTo>
                  <a:lnTo>
                    <a:pt x="6975390" y="1518765"/>
                  </a:lnTo>
                  <a:lnTo>
                    <a:pt x="6974545" y="1518765"/>
                  </a:lnTo>
                  <a:lnTo>
                    <a:pt x="6973700" y="1518765"/>
                  </a:lnTo>
                  <a:lnTo>
                    <a:pt x="6972855" y="1518765"/>
                  </a:lnTo>
                  <a:lnTo>
                    <a:pt x="6972010" y="1518765"/>
                  </a:lnTo>
                  <a:lnTo>
                    <a:pt x="6971164" y="1518765"/>
                  </a:lnTo>
                  <a:lnTo>
                    <a:pt x="6970319" y="1518765"/>
                  </a:lnTo>
                  <a:lnTo>
                    <a:pt x="6969474" y="1518765"/>
                  </a:lnTo>
                  <a:lnTo>
                    <a:pt x="6968629" y="1518765"/>
                  </a:lnTo>
                  <a:lnTo>
                    <a:pt x="6967784" y="1518765"/>
                  </a:lnTo>
                  <a:lnTo>
                    <a:pt x="6966939" y="1518765"/>
                  </a:lnTo>
                  <a:lnTo>
                    <a:pt x="6966094" y="1518765"/>
                  </a:lnTo>
                  <a:lnTo>
                    <a:pt x="6965249" y="1518765"/>
                  </a:lnTo>
                  <a:lnTo>
                    <a:pt x="6964404" y="1518765"/>
                  </a:lnTo>
                  <a:lnTo>
                    <a:pt x="6963559" y="1518765"/>
                  </a:lnTo>
                  <a:lnTo>
                    <a:pt x="6962714" y="1518765"/>
                  </a:lnTo>
                  <a:lnTo>
                    <a:pt x="6961868" y="1518765"/>
                  </a:lnTo>
                  <a:lnTo>
                    <a:pt x="6961023" y="1518765"/>
                  </a:lnTo>
                  <a:lnTo>
                    <a:pt x="6960178" y="1518765"/>
                  </a:lnTo>
                  <a:lnTo>
                    <a:pt x="6959333" y="1518765"/>
                  </a:lnTo>
                  <a:lnTo>
                    <a:pt x="6958488" y="1518765"/>
                  </a:lnTo>
                  <a:lnTo>
                    <a:pt x="6957643" y="1518765"/>
                  </a:lnTo>
                  <a:lnTo>
                    <a:pt x="6956798" y="1518765"/>
                  </a:lnTo>
                  <a:lnTo>
                    <a:pt x="6955953" y="1518765"/>
                  </a:lnTo>
                  <a:lnTo>
                    <a:pt x="6955108" y="1518765"/>
                  </a:lnTo>
                  <a:lnTo>
                    <a:pt x="6954263" y="1518765"/>
                  </a:lnTo>
                  <a:lnTo>
                    <a:pt x="6953418" y="1518765"/>
                  </a:lnTo>
                  <a:lnTo>
                    <a:pt x="6952572" y="1518765"/>
                  </a:lnTo>
                  <a:lnTo>
                    <a:pt x="6951727" y="1518765"/>
                  </a:lnTo>
                  <a:lnTo>
                    <a:pt x="6950882" y="1518765"/>
                  </a:lnTo>
                  <a:lnTo>
                    <a:pt x="6950037" y="1518765"/>
                  </a:lnTo>
                  <a:lnTo>
                    <a:pt x="6949192" y="1518765"/>
                  </a:lnTo>
                  <a:lnTo>
                    <a:pt x="6948347" y="1518765"/>
                  </a:lnTo>
                  <a:lnTo>
                    <a:pt x="6947502" y="1518765"/>
                  </a:lnTo>
                  <a:lnTo>
                    <a:pt x="6946657" y="1518765"/>
                  </a:lnTo>
                  <a:lnTo>
                    <a:pt x="6945812" y="1518765"/>
                  </a:lnTo>
                  <a:lnTo>
                    <a:pt x="6944967" y="1518765"/>
                  </a:lnTo>
                  <a:lnTo>
                    <a:pt x="6944122" y="1518765"/>
                  </a:lnTo>
                  <a:lnTo>
                    <a:pt x="6943276" y="1518765"/>
                  </a:lnTo>
                  <a:lnTo>
                    <a:pt x="6942431" y="1518765"/>
                  </a:lnTo>
                  <a:lnTo>
                    <a:pt x="6941586" y="1518765"/>
                  </a:lnTo>
                  <a:lnTo>
                    <a:pt x="6940741" y="1518765"/>
                  </a:lnTo>
                  <a:lnTo>
                    <a:pt x="6939896" y="1518765"/>
                  </a:lnTo>
                  <a:lnTo>
                    <a:pt x="6939051" y="1518765"/>
                  </a:lnTo>
                  <a:lnTo>
                    <a:pt x="6938206" y="1518765"/>
                  </a:lnTo>
                  <a:lnTo>
                    <a:pt x="6937361" y="1518765"/>
                  </a:lnTo>
                  <a:lnTo>
                    <a:pt x="6936516" y="1518765"/>
                  </a:lnTo>
                  <a:lnTo>
                    <a:pt x="6935671" y="1518765"/>
                  </a:lnTo>
                  <a:lnTo>
                    <a:pt x="6934826" y="1518765"/>
                  </a:lnTo>
                  <a:lnTo>
                    <a:pt x="6933980" y="1518765"/>
                  </a:lnTo>
                  <a:lnTo>
                    <a:pt x="6933135" y="1518765"/>
                  </a:lnTo>
                  <a:lnTo>
                    <a:pt x="6932290" y="1518765"/>
                  </a:lnTo>
                  <a:lnTo>
                    <a:pt x="6931445" y="1518765"/>
                  </a:lnTo>
                  <a:lnTo>
                    <a:pt x="6930600" y="1518765"/>
                  </a:lnTo>
                  <a:lnTo>
                    <a:pt x="6929755" y="1518765"/>
                  </a:lnTo>
                  <a:lnTo>
                    <a:pt x="6928910" y="1518765"/>
                  </a:lnTo>
                  <a:lnTo>
                    <a:pt x="6928065" y="1518765"/>
                  </a:lnTo>
                  <a:lnTo>
                    <a:pt x="6927220" y="1518765"/>
                  </a:lnTo>
                  <a:lnTo>
                    <a:pt x="6926375" y="1518765"/>
                  </a:lnTo>
                  <a:lnTo>
                    <a:pt x="6925529" y="1518765"/>
                  </a:lnTo>
                  <a:lnTo>
                    <a:pt x="6924684" y="1518765"/>
                  </a:lnTo>
                  <a:lnTo>
                    <a:pt x="6923839" y="1518765"/>
                  </a:lnTo>
                  <a:lnTo>
                    <a:pt x="6922994" y="1518765"/>
                  </a:lnTo>
                  <a:lnTo>
                    <a:pt x="6922149" y="1518765"/>
                  </a:lnTo>
                  <a:lnTo>
                    <a:pt x="6921304" y="1518765"/>
                  </a:lnTo>
                  <a:lnTo>
                    <a:pt x="6920459" y="1518765"/>
                  </a:lnTo>
                  <a:lnTo>
                    <a:pt x="6919614" y="1518765"/>
                  </a:lnTo>
                  <a:lnTo>
                    <a:pt x="6918769" y="1518765"/>
                  </a:lnTo>
                  <a:lnTo>
                    <a:pt x="6917924" y="1518765"/>
                  </a:lnTo>
                  <a:lnTo>
                    <a:pt x="6917079" y="1518765"/>
                  </a:lnTo>
                  <a:lnTo>
                    <a:pt x="6916233" y="1518765"/>
                  </a:lnTo>
                  <a:lnTo>
                    <a:pt x="6915388" y="1518765"/>
                  </a:lnTo>
                  <a:lnTo>
                    <a:pt x="6914543" y="1518765"/>
                  </a:lnTo>
                  <a:lnTo>
                    <a:pt x="6913698" y="1518765"/>
                  </a:lnTo>
                  <a:lnTo>
                    <a:pt x="6912853" y="1518765"/>
                  </a:lnTo>
                  <a:lnTo>
                    <a:pt x="6912008" y="1518765"/>
                  </a:lnTo>
                  <a:lnTo>
                    <a:pt x="6911163" y="1518765"/>
                  </a:lnTo>
                  <a:lnTo>
                    <a:pt x="6910318" y="1518765"/>
                  </a:lnTo>
                  <a:lnTo>
                    <a:pt x="6909473" y="1518765"/>
                  </a:lnTo>
                  <a:lnTo>
                    <a:pt x="6908628" y="1518765"/>
                  </a:lnTo>
                  <a:lnTo>
                    <a:pt x="6907783" y="1518765"/>
                  </a:lnTo>
                  <a:lnTo>
                    <a:pt x="6906937" y="1518765"/>
                  </a:lnTo>
                  <a:lnTo>
                    <a:pt x="6906092" y="1518765"/>
                  </a:lnTo>
                  <a:lnTo>
                    <a:pt x="6905247" y="1518765"/>
                  </a:lnTo>
                  <a:lnTo>
                    <a:pt x="6904402" y="1518765"/>
                  </a:lnTo>
                  <a:lnTo>
                    <a:pt x="6903557" y="1518765"/>
                  </a:lnTo>
                  <a:lnTo>
                    <a:pt x="6902712" y="1518765"/>
                  </a:lnTo>
                  <a:lnTo>
                    <a:pt x="6901867" y="1518765"/>
                  </a:lnTo>
                  <a:lnTo>
                    <a:pt x="6901022" y="1518765"/>
                  </a:lnTo>
                  <a:lnTo>
                    <a:pt x="6900177" y="1518765"/>
                  </a:lnTo>
                  <a:lnTo>
                    <a:pt x="6899332" y="1518765"/>
                  </a:lnTo>
                  <a:lnTo>
                    <a:pt x="6898487" y="1518765"/>
                  </a:lnTo>
                  <a:lnTo>
                    <a:pt x="6897641" y="1518765"/>
                  </a:lnTo>
                  <a:lnTo>
                    <a:pt x="6896796" y="1518765"/>
                  </a:lnTo>
                  <a:lnTo>
                    <a:pt x="6895951" y="1518765"/>
                  </a:lnTo>
                  <a:lnTo>
                    <a:pt x="6895106" y="1518765"/>
                  </a:lnTo>
                  <a:lnTo>
                    <a:pt x="6894261" y="1518765"/>
                  </a:lnTo>
                  <a:lnTo>
                    <a:pt x="6893416" y="1518765"/>
                  </a:lnTo>
                  <a:lnTo>
                    <a:pt x="6892571" y="1518765"/>
                  </a:lnTo>
                  <a:lnTo>
                    <a:pt x="6891726" y="1518765"/>
                  </a:lnTo>
                  <a:lnTo>
                    <a:pt x="6890881" y="1518765"/>
                  </a:lnTo>
                  <a:lnTo>
                    <a:pt x="6890036" y="1518765"/>
                  </a:lnTo>
                  <a:lnTo>
                    <a:pt x="6889191" y="1518765"/>
                  </a:lnTo>
                  <a:lnTo>
                    <a:pt x="6888345" y="1518765"/>
                  </a:lnTo>
                  <a:lnTo>
                    <a:pt x="6887500" y="1518765"/>
                  </a:lnTo>
                  <a:lnTo>
                    <a:pt x="6886655" y="1518765"/>
                  </a:lnTo>
                  <a:lnTo>
                    <a:pt x="6885810" y="1518765"/>
                  </a:lnTo>
                  <a:lnTo>
                    <a:pt x="6884965" y="1518765"/>
                  </a:lnTo>
                  <a:lnTo>
                    <a:pt x="6884120" y="1518765"/>
                  </a:lnTo>
                  <a:lnTo>
                    <a:pt x="6883275" y="1518765"/>
                  </a:lnTo>
                  <a:lnTo>
                    <a:pt x="6882430" y="1518765"/>
                  </a:lnTo>
                  <a:lnTo>
                    <a:pt x="6881585" y="1518765"/>
                  </a:lnTo>
                  <a:lnTo>
                    <a:pt x="6880740" y="1518765"/>
                  </a:lnTo>
                  <a:lnTo>
                    <a:pt x="6879895" y="1518765"/>
                  </a:lnTo>
                  <a:lnTo>
                    <a:pt x="6879049" y="1518765"/>
                  </a:lnTo>
                  <a:lnTo>
                    <a:pt x="6878204" y="1518765"/>
                  </a:lnTo>
                  <a:lnTo>
                    <a:pt x="6877359" y="1518765"/>
                  </a:lnTo>
                  <a:lnTo>
                    <a:pt x="6876514" y="1518765"/>
                  </a:lnTo>
                  <a:lnTo>
                    <a:pt x="6875669" y="1518765"/>
                  </a:lnTo>
                  <a:lnTo>
                    <a:pt x="6874824" y="1518765"/>
                  </a:lnTo>
                  <a:lnTo>
                    <a:pt x="6873979" y="1518765"/>
                  </a:lnTo>
                  <a:lnTo>
                    <a:pt x="6873134" y="1518765"/>
                  </a:lnTo>
                  <a:lnTo>
                    <a:pt x="6872289" y="1518765"/>
                  </a:lnTo>
                  <a:lnTo>
                    <a:pt x="6871444" y="1518765"/>
                  </a:lnTo>
                  <a:lnTo>
                    <a:pt x="6870599" y="1518765"/>
                  </a:lnTo>
                  <a:lnTo>
                    <a:pt x="6869753" y="1518765"/>
                  </a:lnTo>
                  <a:lnTo>
                    <a:pt x="6868908" y="1518765"/>
                  </a:lnTo>
                  <a:lnTo>
                    <a:pt x="6868063" y="1518765"/>
                  </a:lnTo>
                  <a:lnTo>
                    <a:pt x="6867218" y="1518765"/>
                  </a:lnTo>
                  <a:lnTo>
                    <a:pt x="6866373" y="1518765"/>
                  </a:lnTo>
                  <a:lnTo>
                    <a:pt x="6865528" y="1518765"/>
                  </a:lnTo>
                  <a:lnTo>
                    <a:pt x="6864683" y="1518765"/>
                  </a:lnTo>
                  <a:lnTo>
                    <a:pt x="6863838" y="1518765"/>
                  </a:lnTo>
                  <a:lnTo>
                    <a:pt x="6862993" y="1518765"/>
                  </a:lnTo>
                  <a:lnTo>
                    <a:pt x="6862148" y="1518765"/>
                  </a:lnTo>
                  <a:lnTo>
                    <a:pt x="6861302" y="1518765"/>
                  </a:lnTo>
                  <a:lnTo>
                    <a:pt x="6860457" y="1518765"/>
                  </a:lnTo>
                  <a:lnTo>
                    <a:pt x="6859612" y="1518765"/>
                  </a:lnTo>
                  <a:lnTo>
                    <a:pt x="6858767" y="1518765"/>
                  </a:lnTo>
                  <a:lnTo>
                    <a:pt x="6857922" y="1518765"/>
                  </a:lnTo>
                  <a:lnTo>
                    <a:pt x="6857077" y="1518765"/>
                  </a:lnTo>
                  <a:lnTo>
                    <a:pt x="6856232" y="1518765"/>
                  </a:lnTo>
                  <a:lnTo>
                    <a:pt x="6855387" y="1518765"/>
                  </a:lnTo>
                  <a:lnTo>
                    <a:pt x="6854542" y="1518765"/>
                  </a:lnTo>
                  <a:lnTo>
                    <a:pt x="6853697" y="1518765"/>
                  </a:lnTo>
                  <a:lnTo>
                    <a:pt x="6852852" y="1518765"/>
                  </a:lnTo>
                  <a:lnTo>
                    <a:pt x="6852006" y="1518765"/>
                  </a:lnTo>
                  <a:lnTo>
                    <a:pt x="6851161" y="1518765"/>
                  </a:lnTo>
                  <a:lnTo>
                    <a:pt x="6850316" y="1518765"/>
                  </a:lnTo>
                  <a:lnTo>
                    <a:pt x="6849471" y="1518765"/>
                  </a:lnTo>
                  <a:lnTo>
                    <a:pt x="6848626" y="1518765"/>
                  </a:lnTo>
                  <a:lnTo>
                    <a:pt x="6847781" y="1518765"/>
                  </a:lnTo>
                  <a:lnTo>
                    <a:pt x="6846936" y="1518765"/>
                  </a:lnTo>
                  <a:lnTo>
                    <a:pt x="6846091" y="1518765"/>
                  </a:lnTo>
                  <a:lnTo>
                    <a:pt x="6845246" y="1518765"/>
                  </a:lnTo>
                  <a:lnTo>
                    <a:pt x="6844401" y="1518765"/>
                  </a:lnTo>
                  <a:lnTo>
                    <a:pt x="6843556" y="1518765"/>
                  </a:lnTo>
                  <a:lnTo>
                    <a:pt x="6842710" y="1518765"/>
                  </a:lnTo>
                  <a:lnTo>
                    <a:pt x="6841865" y="1518765"/>
                  </a:lnTo>
                  <a:lnTo>
                    <a:pt x="6841020" y="1518765"/>
                  </a:lnTo>
                  <a:lnTo>
                    <a:pt x="6840175" y="1518765"/>
                  </a:lnTo>
                  <a:lnTo>
                    <a:pt x="6839330" y="1518765"/>
                  </a:lnTo>
                  <a:lnTo>
                    <a:pt x="6838485" y="1518765"/>
                  </a:lnTo>
                  <a:lnTo>
                    <a:pt x="6837640" y="1518765"/>
                  </a:lnTo>
                  <a:lnTo>
                    <a:pt x="6836795" y="1518765"/>
                  </a:lnTo>
                  <a:lnTo>
                    <a:pt x="6835950" y="1518765"/>
                  </a:lnTo>
                  <a:lnTo>
                    <a:pt x="6835105" y="1518765"/>
                  </a:lnTo>
                  <a:lnTo>
                    <a:pt x="6834260" y="1518765"/>
                  </a:lnTo>
                  <a:lnTo>
                    <a:pt x="6833414" y="1518765"/>
                  </a:lnTo>
                  <a:lnTo>
                    <a:pt x="6832569" y="1518765"/>
                  </a:lnTo>
                  <a:lnTo>
                    <a:pt x="6831724" y="1518765"/>
                  </a:lnTo>
                  <a:lnTo>
                    <a:pt x="6830879" y="1518765"/>
                  </a:lnTo>
                  <a:lnTo>
                    <a:pt x="6830034" y="1518765"/>
                  </a:lnTo>
                  <a:lnTo>
                    <a:pt x="6829189" y="1518765"/>
                  </a:lnTo>
                  <a:lnTo>
                    <a:pt x="6828344" y="1518765"/>
                  </a:lnTo>
                  <a:lnTo>
                    <a:pt x="6827499" y="1518765"/>
                  </a:lnTo>
                  <a:lnTo>
                    <a:pt x="6826654" y="1518765"/>
                  </a:lnTo>
                  <a:lnTo>
                    <a:pt x="6825809" y="1518765"/>
                  </a:lnTo>
                  <a:lnTo>
                    <a:pt x="6824964" y="1518765"/>
                  </a:lnTo>
                  <a:lnTo>
                    <a:pt x="6824118" y="1518765"/>
                  </a:lnTo>
                  <a:lnTo>
                    <a:pt x="6823273" y="1518765"/>
                  </a:lnTo>
                  <a:lnTo>
                    <a:pt x="6822428" y="1518765"/>
                  </a:lnTo>
                  <a:lnTo>
                    <a:pt x="6821583" y="1518765"/>
                  </a:lnTo>
                  <a:lnTo>
                    <a:pt x="6820738" y="1518765"/>
                  </a:lnTo>
                  <a:lnTo>
                    <a:pt x="6819893" y="1518765"/>
                  </a:lnTo>
                  <a:lnTo>
                    <a:pt x="6819048" y="1518765"/>
                  </a:lnTo>
                  <a:lnTo>
                    <a:pt x="6818203" y="1518765"/>
                  </a:lnTo>
                  <a:lnTo>
                    <a:pt x="6817358" y="1518765"/>
                  </a:lnTo>
                  <a:lnTo>
                    <a:pt x="6816513" y="1518765"/>
                  </a:lnTo>
                  <a:lnTo>
                    <a:pt x="6815668" y="1518765"/>
                  </a:lnTo>
                  <a:lnTo>
                    <a:pt x="6814822" y="1518765"/>
                  </a:lnTo>
                  <a:lnTo>
                    <a:pt x="6813977" y="1518765"/>
                  </a:lnTo>
                  <a:lnTo>
                    <a:pt x="6813132" y="1518765"/>
                  </a:lnTo>
                  <a:lnTo>
                    <a:pt x="6812287" y="1518765"/>
                  </a:lnTo>
                  <a:lnTo>
                    <a:pt x="6811442" y="1518765"/>
                  </a:lnTo>
                  <a:lnTo>
                    <a:pt x="6810597" y="1518765"/>
                  </a:lnTo>
                  <a:lnTo>
                    <a:pt x="6809752" y="1518765"/>
                  </a:lnTo>
                  <a:lnTo>
                    <a:pt x="6808907" y="1518765"/>
                  </a:lnTo>
                  <a:lnTo>
                    <a:pt x="6808062" y="1518765"/>
                  </a:lnTo>
                  <a:lnTo>
                    <a:pt x="6807217" y="1518765"/>
                  </a:lnTo>
                  <a:lnTo>
                    <a:pt x="6806372" y="1518765"/>
                  </a:lnTo>
                  <a:lnTo>
                    <a:pt x="6805526" y="1518765"/>
                  </a:lnTo>
                  <a:lnTo>
                    <a:pt x="6804681" y="1518765"/>
                  </a:lnTo>
                  <a:lnTo>
                    <a:pt x="6803836" y="1518765"/>
                  </a:lnTo>
                  <a:lnTo>
                    <a:pt x="6802991" y="1518765"/>
                  </a:lnTo>
                  <a:lnTo>
                    <a:pt x="6802146" y="1518765"/>
                  </a:lnTo>
                  <a:lnTo>
                    <a:pt x="6801301" y="1518765"/>
                  </a:lnTo>
                  <a:lnTo>
                    <a:pt x="6800456" y="1518765"/>
                  </a:lnTo>
                  <a:lnTo>
                    <a:pt x="6799611" y="1518765"/>
                  </a:lnTo>
                  <a:lnTo>
                    <a:pt x="6798766" y="1518765"/>
                  </a:lnTo>
                  <a:lnTo>
                    <a:pt x="6797921" y="1518765"/>
                  </a:lnTo>
                  <a:lnTo>
                    <a:pt x="6797075" y="1518765"/>
                  </a:lnTo>
                  <a:lnTo>
                    <a:pt x="6796230" y="1518765"/>
                  </a:lnTo>
                  <a:lnTo>
                    <a:pt x="6795385" y="1518765"/>
                  </a:lnTo>
                  <a:lnTo>
                    <a:pt x="6794540" y="1518765"/>
                  </a:lnTo>
                  <a:lnTo>
                    <a:pt x="6793695" y="1518765"/>
                  </a:lnTo>
                  <a:lnTo>
                    <a:pt x="6792850" y="1518765"/>
                  </a:lnTo>
                  <a:lnTo>
                    <a:pt x="6792005" y="1518765"/>
                  </a:lnTo>
                  <a:lnTo>
                    <a:pt x="6791160" y="1518765"/>
                  </a:lnTo>
                  <a:lnTo>
                    <a:pt x="6790315" y="1518765"/>
                  </a:lnTo>
                  <a:lnTo>
                    <a:pt x="6789470" y="1518765"/>
                  </a:lnTo>
                  <a:lnTo>
                    <a:pt x="6788625" y="1518765"/>
                  </a:lnTo>
                  <a:lnTo>
                    <a:pt x="6787779" y="1518765"/>
                  </a:lnTo>
                  <a:lnTo>
                    <a:pt x="6786934" y="1518765"/>
                  </a:lnTo>
                  <a:lnTo>
                    <a:pt x="6786089" y="1518765"/>
                  </a:lnTo>
                  <a:lnTo>
                    <a:pt x="6785244" y="1518765"/>
                  </a:lnTo>
                  <a:lnTo>
                    <a:pt x="6784399" y="1518765"/>
                  </a:lnTo>
                  <a:lnTo>
                    <a:pt x="6783554" y="1518765"/>
                  </a:lnTo>
                  <a:lnTo>
                    <a:pt x="6782709" y="1518765"/>
                  </a:lnTo>
                  <a:lnTo>
                    <a:pt x="6781864" y="1518765"/>
                  </a:lnTo>
                  <a:lnTo>
                    <a:pt x="6781019" y="1518765"/>
                  </a:lnTo>
                  <a:lnTo>
                    <a:pt x="6780174" y="1518765"/>
                  </a:lnTo>
                  <a:lnTo>
                    <a:pt x="6779329" y="1518765"/>
                  </a:lnTo>
                  <a:lnTo>
                    <a:pt x="6778483" y="1518765"/>
                  </a:lnTo>
                  <a:lnTo>
                    <a:pt x="6777638" y="1518765"/>
                  </a:lnTo>
                  <a:lnTo>
                    <a:pt x="6776793" y="1518765"/>
                  </a:lnTo>
                  <a:lnTo>
                    <a:pt x="6775948" y="1518765"/>
                  </a:lnTo>
                  <a:lnTo>
                    <a:pt x="6775103" y="1518765"/>
                  </a:lnTo>
                  <a:lnTo>
                    <a:pt x="6774258" y="1518765"/>
                  </a:lnTo>
                  <a:lnTo>
                    <a:pt x="6773413" y="1518765"/>
                  </a:lnTo>
                  <a:lnTo>
                    <a:pt x="6772568" y="1518765"/>
                  </a:lnTo>
                  <a:lnTo>
                    <a:pt x="6771723" y="1518765"/>
                  </a:lnTo>
                  <a:lnTo>
                    <a:pt x="6770878" y="1518765"/>
                  </a:lnTo>
                  <a:lnTo>
                    <a:pt x="6770033" y="1518765"/>
                  </a:lnTo>
                  <a:lnTo>
                    <a:pt x="6769187" y="1518765"/>
                  </a:lnTo>
                  <a:lnTo>
                    <a:pt x="6768342" y="1518765"/>
                  </a:lnTo>
                  <a:lnTo>
                    <a:pt x="6767497" y="1518765"/>
                  </a:lnTo>
                  <a:lnTo>
                    <a:pt x="6766652" y="1518765"/>
                  </a:lnTo>
                  <a:lnTo>
                    <a:pt x="6765807" y="1518765"/>
                  </a:lnTo>
                  <a:lnTo>
                    <a:pt x="6764962" y="1518765"/>
                  </a:lnTo>
                  <a:lnTo>
                    <a:pt x="6764117" y="1518765"/>
                  </a:lnTo>
                  <a:lnTo>
                    <a:pt x="6763272" y="1518765"/>
                  </a:lnTo>
                  <a:lnTo>
                    <a:pt x="6762427" y="1518765"/>
                  </a:lnTo>
                  <a:lnTo>
                    <a:pt x="6761582" y="1518765"/>
                  </a:lnTo>
                  <a:lnTo>
                    <a:pt x="6760737" y="1518765"/>
                  </a:lnTo>
                  <a:lnTo>
                    <a:pt x="6759891" y="1518765"/>
                  </a:lnTo>
                  <a:lnTo>
                    <a:pt x="6759046" y="1518765"/>
                  </a:lnTo>
                  <a:lnTo>
                    <a:pt x="6758201" y="1518765"/>
                  </a:lnTo>
                  <a:lnTo>
                    <a:pt x="6757356" y="1518765"/>
                  </a:lnTo>
                  <a:lnTo>
                    <a:pt x="6756511" y="1518765"/>
                  </a:lnTo>
                  <a:lnTo>
                    <a:pt x="6755666" y="1518765"/>
                  </a:lnTo>
                  <a:lnTo>
                    <a:pt x="6754821" y="1518765"/>
                  </a:lnTo>
                  <a:lnTo>
                    <a:pt x="6753976" y="1518765"/>
                  </a:lnTo>
                  <a:lnTo>
                    <a:pt x="6753131" y="1518765"/>
                  </a:lnTo>
                  <a:lnTo>
                    <a:pt x="6752286" y="1518765"/>
                  </a:lnTo>
                  <a:lnTo>
                    <a:pt x="6751441" y="1518765"/>
                  </a:lnTo>
                  <a:lnTo>
                    <a:pt x="6750595" y="1518765"/>
                  </a:lnTo>
                  <a:lnTo>
                    <a:pt x="6749750" y="1518765"/>
                  </a:lnTo>
                  <a:lnTo>
                    <a:pt x="6748905" y="1518765"/>
                  </a:lnTo>
                  <a:lnTo>
                    <a:pt x="6748060" y="1518765"/>
                  </a:lnTo>
                  <a:lnTo>
                    <a:pt x="6747215" y="1518765"/>
                  </a:lnTo>
                  <a:lnTo>
                    <a:pt x="6746370" y="1518765"/>
                  </a:lnTo>
                  <a:lnTo>
                    <a:pt x="6745525" y="1518765"/>
                  </a:lnTo>
                  <a:lnTo>
                    <a:pt x="6744680" y="1518765"/>
                  </a:lnTo>
                  <a:lnTo>
                    <a:pt x="6743835" y="1518765"/>
                  </a:lnTo>
                  <a:lnTo>
                    <a:pt x="6742990" y="1518765"/>
                  </a:lnTo>
                  <a:lnTo>
                    <a:pt x="6742145" y="1518765"/>
                  </a:lnTo>
                  <a:lnTo>
                    <a:pt x="6741299" y="1518765"/>
                  </a:lnTo>
                  <a:lnTo>
                    <a:pt x="6740454" y="1518765"/>
                  </a:lnTo>
                  <a:lnTo>
                    <a:pt x="6739609" y="1518765"/>
                  </a:lnTo>
                  <a:lnTo>
                    <a:pt x="6738764" y="1518765"/>
                  </a:lnTo>
                  <a:lnTo>
                    <a:pt x="6737919" y="1518765"/>
                  </a:lnTo>
                  <a:lnTo>
                    <a:pt x="6737074" y="1518765"/>
                  </a:lnTo>
                  <a:lnTo>
                    <a:pt x="6736229" y="1518765"/>
                  </a:lnTo>
                  <a:lnTo>
                    <a:pt x="6735384" y="1518765"/>
                  </a:lnTo>
                  <a:lnTo>
                    <a:pt x="6734539" y="1518765"/>
                  </a:lnTo>
                  <a:lnTo>
                    <a:pt x="6733694" y="1518765"/>
                  </a:lnTo>
                  <a:lnTo>
                    <a:pt x="6732848" y="1518765"/>
                  </a:lnTo>
                  <a:lnTo>
                    <a:pt x="6732003" y="1518765"/>
                  </a:lnTo>
                  <a:lnTo>
                    <a:pt x="6731158" y="1518765"/>
                  </a:lnTo>
                  <a:lnTo>
                    <a:pt x="6730313" y="1518765"/>
                  </a:lnTo>
                  <a:lnTo>
                    <a:pt x="6729468" y="1518765"/>
                  </a:lnTo>
                  <a:lnTo>
                    <a:pt x="6728623" y="1518765"/>
                  </a:lnTo>
                  <a:lnTo>
                    <a:pt x="6727778" y="1518765"/>
                  </a:lnTo>
                  <a:lnTo>
                    <a:pt x="6726933" y="1518765"/>
                  </a:lnTo>
                  <a:lnTo>
                    <a:pt x="6726088" y="1518765"/>
                  </a:lnTo>
                  <a:lnTo>
                    <a:pt x="6725243" y="1518765"/>
                  </a:lnTo>
                  <a:lnTo>
                    <a:pt x="6724398" y="1518765"/>
                  </a:lnTo>
                  <a:lnTo>
                    <a:pt x="6723552" y="1518765"/>
                  </a:lnTo>
                  <a:lnTo>
                    <a:pt x="6722707" y="1518765"/>
                  </a:lnTo>
                  <a:lnTo>
                    <a:pt x="6721862" y="1518765"/>
                  </a:lnTo>
                  <a:lnTo>
                    <a:pt x="6721017" y="1518765"/>
                  </a:lnTo>
                  <a:lnTo>
                    <a:pt x="6720172" y="1518765"/>
                  </a:lnTo>
                  <a:lnTo>
                    <a:pt x="6719327" y="1518765"/>
                  </a:lnTo>
                  <a:lnTo>
                    <a:pt x="6718482" y="1518765"/>
                  </a:lnTo>
                  <a:lnTo>
                    <a:pt x="6717637" y="1518765"/>
                  </a:lnTo>
                  <a:lnTo>
                    <a:pt x="6716792" y="1518765"/>
                  </a:lnTo>
                  <a:lnTo>
                    <a:pt x="6715947" y="1518765"/>
                  </a:lnTo>
                  <a:lnTo>
                    <a:pt x="6715102" y="1518765"/>
                  </a:lnTo>
                  <a:lnTo>
                    <a:pt x="6714256" y="1518765"/>
                  </a:lnTo>
                  <a:lnTo>
                    <a:pt x="6713411" y="1518765"/>
                  </a:lnTo>
                  <a:lnTo>
                    <a:pt x="6712566" y="1518765"/>
                  </a:lnTo>
                  <a:lnTo>
                    <a:pt x="6711721" y="1518765"/>
                  </a:lnTo>
                  <a:lnTo>
                    <a:pt x="6710876" y="1518765"/>
                  </a:lnTo>
                  <a:lnTo>
                    <a:pt x="6710031" y="1518765"/>
                  </a:lnTo>
                  <a:lnTo>
                    <a:pt x="6709186" y="1518765"/>
                  </a:lnTo>
                  <a:lnTo>
                    <a:pt x="6708341" y="1518765"/>
                  </a:lnTo>
                  <a:lnTo>
                    <a:pt x="6707496" y="1518765"/>
                  </a:lnTo>
                  <a:lnTo>
                    <a:pt x="6706651" y="1518765"/>
                  </a:lnTo>
                  <a:lnTo>
                    <a:pt x="6705806" y="1518765"/>
                  </a:lnTo>
                  <a:lnTo>
                    <a:pt x="6704960" y="1518765"/>
                  </a:lnTo>
                  <a:lnTo>
                    <a:pt x="6704115" y="1518765"/>
                  </a:lnTo>
                  <a:lnTo>
                    <a:pt x="6703270" y="1518765"/>
                  </a:lnTo>
                  <a:lnTo>
                    <a:pt x="6702425" y="1518765"/>
                  </a:lnTo>
                  <a:lnTo>
                    <a:pt x="6701580" y="1518765"/>
                  </a:lnTo>
                  <a:lnTo>
                    <a:pt x="6700735" y="1518765"/>
                  </a:lnTo>
                  <a:lnTo>
                    <a:pt x="6699890" y="1518765"/>
                  </a:lnTo>
                  <a:lnTo>
                    <a:pt x="6699045" y="1518765"/>
                  </a:lnTo>
                  <a:lnTo>
                    <a:pt x="6698200" y="1518765"/>
                  </a:lnTo>
                  <a:lnTo>
                    <a:pt x="6697355" y="1518765"/>
                  </a:lnTo>
                  <a:lnTo>
                    <a:pt x="6696510" y="1518765"/>
                  </a:lnTo>
                  <a:lnTo>
                    <a:pt x="6695664" y="1518765"/>
                  </a:lnTo>
                  <a:lnTo>
                    <a:pt x="6694819" y="1518765"/>
                  </a:lnTo>
                  <a:lnTo>
                    <a:pt x="6693974" y="1518765"/>
                  </a:lnTo>
                  <a:lnTo>
                    <a:pt x="6693129" y="1518765"/>
                  </a:lnTo>
                  <a:lnTo>
                    <a:pt x="6692284" y="1518765"/>
                  </a:lnTo>
                  <a:lnTo>
                    <a:pt x="6691439" y="1518765"/>
                  </a:lnTo>
                  <a:lnTo>
                    <a:pt x="6690594" y="1518765"/>
                  </a:lnTo>
                  <a:lnTo>
                    <a:pt x="6689749" y="1518765"/>
                  </a:lnTo>
                  <a:lnTo>
                    <a:pt x="6688904" y="1518765"/>
                  </a:lnTo>
                  <a:lnTo>
                    <a:pt x="6688059" y="1518765"/>
                  </a:lnTo>
                  <a:lnTo>
                    <a:pt x="6687214" y="1518765"/>
                  </a:lnTo>
                  <a:lnTo>
                    <a:pt x="6686368" y="1518765"/>
                  </a:lnTo>
                  <a:lnTo>
                    <a:pt x="6685523" y="1518765"/>
                  </a:lnTo>
                  <a:lnTo>
                    <a:pt x="6684678" y="1518765"/>
                  </a:lnTo>
                  <a:lnTo>
                    <a:pt x="6683833" y="1518765"/>
                  </a:lnTo>
                  <a:lnTo>
                    <a:pt x="6682988" y="1518765"/>
                  </a:lnTo>
                  <a:lnTo>
                    <a:pt x="6682143" y="1518765"/>
                  </a:lnTo>
                  <a:lnTo>
                    <a:pt x="6681298" y="1518765"/>
                  </a:lnTo>
                  <a:lnTo>
                    <a:pt x="6680453" y="1518765"/>
                  </a:lnTo>
                  <a:lnTo>
                    <a:pt x="6679608" y="1518765"/>
                  </a:lnTo>
                  <a:lnTo>
                    <a:pt x="6678763" y="1518765"/>
                  </a:lnTo>
                  <a:lnTo>
                    <a:pt x="6677917" y="1518765"/>
                  </a:lnTo>
                  <a:lnTo>
                    <a:pt x="6677072" y="1518765"/>
                  </a:lnTo>
                  <a:lnTo>
                    <a:pt x="6676227" y="1518765"/>
                  </a:lnTo>
                  <a:lnTo>
                    <a:pt x="6675382" y="1518765"/>
                  </a:lnTo>
                  <a:lnTo>
                    <a:pt x="6674537" y="1518765"/>
                  </a:lnTo>
                  <a:lnTo>
                    <a:pt x="6673692" y="1518765"/>
                  </a:lnTo>
                  <a:lnTo>
                    <a:pt x="6672847" y="1518765"/>
                  </a:lnTo>
                  <a:lnTo>
                    <a:pt x="6672002" y="1518765"/>
                  </a:lnTo>
                  <a:lnTo>
                    <a:pt x="6671157" y="1518765"/>
                  </a:lnTo>
                  <a:lnTo>
                    <a:pt x="6670312" y="1518765"/>
                  </a:lnTo>
                  <a:lnTo>
                    <a:pt x="6669467" y="1518765"/>
                  </a:lnTo>
                  <a:lnTo>
                    <a:pt x="6668621" y="1518765"/>
                  </a:lnTo>
                  <a:lnTo>
                    <a:pt x="6667776" y="1518765"/>
                  </a:lnTo>
                  <a:lnTo>
                    <a:pt x="6666931" y="1518765"/>
                  </a:lnTo>
                  <a:lnTo>
                    <a:pt x="6666086" y="1518765"/>
                  </a:lnTo>
                  <a:lnTo>
                    <a:pt x="6665241" y="1518765"/>
                  </a:lnTo>
                  <a:lnTo>
                    <a:pt x="6664396" y="1518765"/>
                  </a:lnTo>
                  <a:lnTo>
                    <a:pt x="6663551" y="1518765"/>
                  </a:lnTo>
                  <a:lnTo>
                    <a:pt x="6662706" y="1518765"/>
                  </a:lnTo>
                  <a:lnTo>
                    <a:pt x="6661861" y="1518765"/>
                  </a:lnTo>
                  <a:lnTo>
                    <a:pt x="6661016" y="1518765"/>
                  </a:lnTo>
                  <a:lnTo>
                    <a:pt x="6660171" y="1518765"/>
                  </a:lnTo>
                  <a:lnTo>
                    <a:pt x="6659325" y="1518765"/>
                  </a:lnTo>
                  <a:lnTo>
                    <a:pt x="6658480" y="1518765"/>
                  </a:lnTo>
                  <a:lnTo>
                    <a:pt x="6657635" y="1518765"/>
                  </a:lnTo>
                  <a:lnTo>
                    <a:pt x="6656790" y="1518765"/>
                  </a:lnTo>
                  <a:lnTo>
                    <a:pt x="6655945" y="1518765"/>
                  </a:lnTo>
                  <a:lnTo>
                    <a:pt x="6655100" y="1518765"/>
                  </a:lnTo>
                  <a:lnTo>
                    <a:pt x="6654255" y="1518765"/>
                  </a:lnTo>
                  <a:lnTo>
                    <a:pt x="6653410" y="1518765"/>
                  </a:lnTo>
                  <a:lnTo>
                    <a:pt x="6652565" y="1518765"/>
                  </a:lnTo>
                  <a:lnTo>
                    <a:pt x="6651720" y="1518765"/>
                  </a:lnTo>
                  <a:lnTo>
                    <a:pt x="6650875" y="1518765"/>
                  </a:lnTo>
                  <a:lnTo>
                    <a:pt x="6650029" y="1518765"/>
                  </a:lnTo>
                  <a:lnTo>
                    <a:pt x="6649184" y="1518765"/>
                  </a:lnTo>
                  <a:lnTo>
                    <a:pt x="6648339" y="1518765"/>
                  </a:lnTo>
                  <a:lnTo>
                    <a:pt x="6647494" y="1518765"/>
                  </a:lnTo>
                  <a:lnTo>
                    <a:pt x="6646649" y="1518765"/>
                  </a:lnTo>
                  <a:lnTo>
                    <a:pt x="6645804" y="1518765"/>
                  </a:lnTo>
                  <a:lnTo>
                    <a:pt x="6644959" y="1518765"/>
                  </a:lnTo>
                  <a:lnTo>
                    <a:pt x="6644114" y="1518765"/>
                  </a:lnTo>
                  <a:lnTo>
                    <a:pt x="6643269" y="1518765"/>
                  </a:lnTo>
                  <a:lnTo>
                    <a:pt x="6642424" y="1518765"/>
                  </a:lnTo>
                  <a:lnTo>
                    <a:pt x="6641579" y="1518765"/>
                  </a:lnTo>
                  <a:lnTo>
                    <a:pt x="6640733" y="1518765"/>
                  </a:lnTo>
                  <a:lnTo>
                    <a:pt x="6639888" y="1518765"/>
                  </a:lnTo>
                  <a:lnTo>
                    <a:pt x="6639043" y="1518765"/>
                  </a:lnTo>
                  <a:lnTo>
                    <a:pt x="6638198" y="1518765"/>
                  </a:lnTo>
                  <a:lnTo>
                    <a:pt x="6637353" y="1518765"/>
                  </a:lnTo>
                  <a:lnTo>
                    <a:pt x="6636508" y="1518765"/>
                  </a:lnTo>
                  <a:lnTo>
                    <a:pt x="6635663" y="1518765"/>
                  </a:lnTo>
                  <a:lnTo>
                    <a:pt x="6634818" y="1518765"/>
                  </a:lnTo>
                  <a:lnTo>
                    <a:pt x="6633973" y="1518765"/>
                  </a:lnTo>
                  <a:lnTo>
                    <a:pt x="6633128" y="1518765"/>
                  </a:lnTo>
                  <a:lnTo>
                    <a:pt x="6632283" y="1518765"/>
                  </a:lnTo>
                  <a:lnTo>
                    <a:pt x="6631437" y="1518765"/>
                  </a:lnTo>
                  <a:lnTo>
                    <a:pt x="6630592" y="1518765"/>
                  </a:lnTo>
                  <a:lnTo>
                    <a:pt x="6629747" y="1518765"/>
                  </a:lnTo>
                  <a:lnTo>
                    <a:pt x="6628902" y="1518765"/>
                  </a:lnTo>
                  <a:lnTo>
                    <a:pt x="6628057" y="1518765"/>
                  </a:lnTo>
                  <a:lnTo>
                    <a:pt x="6627212" y="1518765"/>
                  </a:lnTo>
                  <a:lnTo>
                    <a:pt x="6626367" y="1518765"/>
                  </a:lnTo>
                  <a:lnTo>
                    <a:pt x="6625522" y="1518765"/>
                  </a:lnTo>
                  <a:lnTo>
                    <a:pt x="6624677" y="1518765"/>
                  </a:lnTo>
                  <a:lnTo>
                    <a:pt x="6623832" y="1518765"/>
                  </a:lnTo>
                  <a:lnTo>
                    <a:pt x="6622987" y="1518765"/>
                  </a:lnTo>
                  <a:lnTo>
                    <a:pt x="6622141" y="1518765"/>
                  </a:lnTo>
                  <a:lnTo>
                    <a:pt x="6621296" y="1518765"/>
                  </a:lnTo>
                  <a:lnTo>
                    <a:pt x="6620451" y="1518765"/>
                  </a:lnTo>
                  <a:lnTo>
                    <a:pt x="6619606" y="1518765"/>
                  </a:lnTo>
                  <a:lnTo>
                    <a:pt x="6618761" y="1518765"/>
                  </a:lnTo>
                  <a:lnTo>
                    <a:pt x="6617916" y="1518765"/>
                  </a:lnTo>
                  <a:lnTo>
                    <a:pt x="6617071" y="1518765"/>
                  </a:lnTo>
                  <a:lnTo>
                    <a:pt x="6616226" y="1518765"/>
                  </a:lnTo>
                  <a:lnTo>
                    <a:pt x="6615381" y="1518765"/>
                  </a:lnTo>
                  <a:lnTo>
                    <a:pt x="6614536" y="1518765"/>
                  </a:lnTo>
                  <a:lnTo>
                    <a:pt x="6613690" y="1518765"/>
                  </a:lnTo>
                  <a:lnTo>
                    <a:pt x="6612845" y="1518765"/>
                  </a:lnTo>
                  <a:lnTo>
                    <a:pt x="6612000" y="1518765"/>
                  </a:lnTo>
                  <a:lnTo>
                    <a:pt x="6611155" y="1518765"/>
                  </a:lnTo>
                  <a:lnTo>
                    <a:pt x="6610310" y="1518765"/>
                  </a:lnTo>
                  <a:lnTo>
                    <a:pt x="6609465" y="1518765"/>
                  </a:lnTo>
                  <a:lnTo>
                    <a:pt x="6608620" y="1518765"/>
                  </a:lnTo>
                  <a:lnTo>
                    <a:pt x="6607775" y="1518765"/>
                  </a:lnTo>
                  <a:lnTo>
                    <a:pt x="6606930" y="1518765"/>
                  </a:lnTo>
                  <a:lnTo>
                    <a:pt x="6606085" y="1518765"/>
                  </a:lnTo>
                  <a:lnTo>
                    <a:pt x="6605240" y="1518765"/>
                  </a:lnTo>
                  <a:lnTo>
                    <a:pt x="6604394" y="1518765"/>
                  </a:lnTo>
                  <a:lnTo>
                    <a:pt x="6603549" y="1518765"/>
                  </a:lnTo>
                  <a:lnTo>
                    <a:pt x="6602704" y="1518765"/>
                  </a:lnTo>
                  <a:lnTo>
                    <a:pt x="6601859" y="1518765"/>
                  </a:lnTo>
                  <a:lnTo>
                    <a:pt x="6601014" y="1518765"/>
                  </a:lnTo>
                  <a:lnTo>
                    <a:pt x="6600169" y="1518765"/>
                  </a:lnTo>
                  <a:lnTo>
                    <a:pt x="6599324" y="1518765"/>
                  </a:lnTo>
                  <a:lnTo>
                    <a:pt x="6598479" y="1518765"/>
                  </a:lnTo>
                  <a:lnTo>
                    <a:pt x="6597634" y="1518765"/>
                  </a:lnTo>
                  <a:lnTo>
                    <a:pt x="6596789" y="1518765"/>
                  </a:lnTo>
                  <a:lnTo>
                    <a:pt x="6595944" y="1518765"/>
                  </a:lnTo>
                  <a:lnTo>
                    <a:pt x="6595098" y="1518765"/>
                  </a:lnTo>
                  <a:lnTo>
                    <a:pt x="6594253" y="1518765"/>
                  </a:lnTo>
                  <a:lnTo>
                    <a:pt x="6593408" y="1518765"/>
                  </a:lnTo>
                  <a:lnTo>
                    <a:pt x="6592563" y="1518765"/>
                  </a:lnTo>
                  <a:lnTo>
                    <a:pt x="6591718" y="1518765"/>
                  </a:lnTo>
                  <a:lnTo>
                    <a:pt x="6590873" y="1518765"/>
                  </a:lnTo>
                  <a:lnTo>
                    <a:pt x="6590028" y="1518765"/>
                  </a:lnTo>
                  <a:lnTo>
                    <a:pt x="6589183" y="1518765"/>
                  </a:lnTo>
                  <a:lnTo>
                    <a:pt x="6588338" y="1518765"/>
                  </a:lnTo>
                  <a:lnTo>
                    <a:pt x="6587493" y="1518765"/>
                  </a:lnTo>
                  <a:lnTo>
                    <a:pt x="6586648" y="1518765"/>
                  </a:lnTo>
                  <a:lnTo>
                    <a:pt x="6585802" y="1518765"/>
                  </a:lnTo>
                  <a:lnTo>
                    <a:pt x="6584957" y="1518765"/>
                  </a:lnTo>
                  <a:lnTo>
                    <a:pt x="6584112" y="1518765"/>
                  </a:lnTo>
                  <a:lnTo>
                    <a:pt x="6583267" y="1518765"/>
                  </a:lnTo>
                  <a:lnTo>
                    <a:pt x="6582422" y="1518765"/>
                  </a:lnTo>
                  <a:lnTo>
                    <a:pt x="6581577" y="1518765"/>
                  </a:lnTo>
                  <a:lnTo>
                    <a:pt x="6580732" y="1518765"/>
                  </a:lnTo>
                  <a:lnTo>
                    <a:pt x="6579887" y="1518765"/>
                  </a:lnTo>
                  <a:lnTo>
                    <a:pt x="6579042" y="1518765"/>
                  </a:lnTo>
                  <a:lnTo>
                    <a:pt x="6578197" y="1518765"/>
                  </a:lnTo>
                  <a:lnTo>
                    <a:pt x="6577352" y="1518765"/>
                  </a:lnTo>
                  <a:lnTo>
                    <a:pt x="6576506" y="1518765"/>
                  </a:lnTo>
                  <a:lnTo>
                    <a:pt x="6575661" y="1518765"/>
                  </a:lnTo>
                  <a:lnTo>
                    <a:pt x="6574816" y="1518765"/>
                  </a:lnTo>
                  <a:lnTo>
                    <a:pt x="6573971" y="1518765"/>
                  </a:lnTo>
                  <a:lnTo>
                    <a:pt x="6573126" y="1518765"/>
                  </a:lnTo>
                  <a:lnTo>
                    <a:pt x="6572281" y="1518765"/>
                  </a:lnTo>
                  <a:lnTo>
                    <a:pt x="6571436" y="1518765"/>
                  </a:lnTo>
                  <a:lnTo>
                    <a:pt x="6570591" y="1518765"/>
                  </a:lnTo>
                  <a:lnTo>
                    <a:pt x="6569746" y="1518765"/>
                  </a:lnTo>
                  <a:lnTo>
                    <a:pt x="6568901" y="1518765"/>
                  </a:lnTo>
                  <a:lnTo>
                    <a:pt x="6568056" y="1518765"/>
                  </a:lnTo>
                  <a:lnTo>
                    <a:pt x="6567210" y="1518765"/>
                  </a:lnTo>
                  <a:lnTo>
                    <a:pt x="6566365" y="1518765"/>
                  </a:lnTo>
                  <a:lnTo>
                    <a:pt x="6565520" y="1518765"/>
                  </a:lnTo>
                  <a:lnTo>
                    <a:pt x="6564675" y="1518765"/>
                  </a:lnTo>
                  <a:lnTo>
                    <a:pt x="6563830" y="1518765"/>
                  </a:lnTo>
                  <a:lnTo>
                    <a:pt x="6562985" y="1518765"/>
                  </a:lnTo>
                  <a:lnTo>
                    <a:pt x="6562140" y="1518765"/>
                  </a:lnTo>
                  <a:lnTo>
                    <a:pt x="6561295" y="1518765"/>
                  </a:lnTo>
                  <a:lnTo>
                    <a:pt x="6560450" y="1518765"/>
                  </a:lnTo>
                  <a:lnTo>
                    <a:pt x="6559605" y="1518765"/>
                  </a:lnTo>
                  <a:lnTo>
                    <a:pt x="6558760" y="1518765"/>
                  </a:lnTo>
                  <a:lnTo>
                    <a:pt x="6557914" y="1518765"/>
                  </a:lnTo>
                  <a:lnTo>
                    <a:pt x="6557069" y="1518765"/>
                  </a:lnTo>
                  <a:lnTo>
                    <a:pt x="6556224" y="1518765"/>
                  </a:lnTo>
                  <a:lnTo>
                    <a:pt x="6555379" y="1518765"/>
                  </a:lnTo>
                  <a:lnTo>
                    <a:pt x="6554534" y="1518765"/>
                  </a:lnTo>
                  <a:lnTo>
                    <a:pt x="6553689" y="1518765"/>
                  </a:lnTo>
                  <a:lnTo>
                    <a:pt x="6552844" y="1518765"/>
                  </a:lnTo>
                  <a:lnTo>
                    <a:pt x="6551999" y="1518765"/>
                  </a:lnTo>
                  <a:lnTo>
                    <a:pt x="6551154" y="1518765"/>
                  </a:lnTo>
                  <a:lnTo>
                    <a:pt x="6550309" y="1518765"/>
                  </a:lnTo>
                  <a:lnTo>
                    <a:pt x="6549463" y="1518765"/>
                  </a:lnTo>
                  <a:lnTo>
                    <a:pt x="6548618" y="1518765"/>
                  </a:lnTo>
                  <a:lnTo>
                    <a:pt x="6547773" y="1518765"/>
                  </a:lnTo>
                  <a:lnTo>
                    <a:pt x="6546928" y="1518765"/>
                  </a:lnTo>
                  <a:lnTo>
                    <a:pt x="6546083" y="1518765"/>
                  </a:lnTo>
                  <a:lnTo>
                    <a:pt x="6545238" y="1518765"/>
                  </a:lnTo>
                  <a:lnTo>
                    <a:pt x="6544393" y="1518765"/>
                  </a:lnTo>
                  <a:lnTo>
                    <a:pt x="6543548" y="1518765"/>
                  </a:lnTo>
                  <a:lnTo>
                    <a:pt x="6542703" y="1518765"/>
                  </a:lnTo>
                  <a:lnTo>
                    <a:pt x="6541858" y="1518765"/>
                  </a:lnTo>
                  <a:lnTo>
                    <a:pt x="6541013" y="1518765"/>
                  </a:lnTo>
                  <a:lnTo>
                    <a:pt x="6540167" y="1518765"/>
                  </a:lnTo>
                  <a:lnTo>
                    <a:pt x="6539322" y="1518765"/>
                  </a:lnTo>
                  <a:lnTo>
                    <a:pt x="6538477" y="1518765"/>
                  </a:lnTo>
                  <a:lnTo>
                    <a:pt x="6537632" y="1518765"/>
                  </a:lnTo>
                  <a:lnTo>
                    <a:pt x="6536787" y="1518765"/>
                  </a:lnTo>
                  <a:lnTo>
                    <a:pt x="6535942" y="1518765"/>
                  </a:lnTo>
                  <a:lnTo>
                    <a:pt x="6535097" y="1518765"/>
                  </a:lnTo>
                  <a:lnTo>
                    <a:pt x="6534252" y="1518765"/>
                  </a:lnTo>
                  <a:lnTo>
                    <a:pt x="6533407" y="1518765"/>
                  </a:lnTo>
                  <a:lnTo>
                    <a:pt x="6532562" y="1518765"/>
                  </a:lnTo>
                  <a:lnTo>
                    <a:pt x="6531717" y="1518765"/>
                  </a:lnTo>
                  <a:lnTo>
                    <a:pt x="6530871" y="1518765"/>
                  </a:lnTo>
                  <a:lnTo>
                    <a:pt x="6530026" y="1518765"/>
                  </a:lnTo>
                  <a:lnTo>
                    <a:pt x="6529181" y="1518765"/>
                  </a:lnTo>
                  <a:lnTo>
                    <a:pt x="6528336" y="1518765"/>
                  </a:lnTo>
                  <a:lnTo>
                    <a:pt x="6527491" y="1518765"/>
                  </a:lnTo>
                  <a:lnTo>
                    <a:pt x="6526646" y="1518765"/>
                  </a:lnTo>
                  <a:lnTo>
                    <a:pt x="6525801" y="1518765"/>
                  </a:lnTo>
                  <a:lnTo>
                    <a:pt x="6524956" y="1518765"/>
                  </a:lnTo>
                  <a:lnTo>
                    <a:pt x="6524111" y="1518765"/>
                  </a:lnTo>
                  <a:lnTo>
                    <a:pt x="6523266" y="1518765"/>
                  </a:lnTo>
                  <a:lnTo>
                    <a:pt x="6522421" y="1518765"/>
                  </a:lnTo>
                  <a:lnTo>
                    <a:pt x="6521575" y="1518765"/>
                  </a:lnTo>
                  <a:lnTo>
                    <a:pt x="6520730" y="1518765"/>
                  </a:lnTo>
                  <a:lnTo>
                    <a:pt x="6519885" y="1518765"/>
                  </a:lnTo>
                  <a:lnTo>
                    <a:pt x="6519040" y="1518765"/>
                  </a:lnTo>
                  <a:lnTo>
                    <a:pt x="6518195" y="1518765"/>
                  </a:lnTo>
                  <a:lnTo>
                    <a:pt x="6517350" y="1518765"/>
                  </a:lnTo>
                  <a:lnTo>
                    <a:pt x="6516505" y="1518765"/>
                  </a:lnTo>
                  <a:lnTo>
                    <a:pt x="6515660" y="1518765"/>
                  </a:lnTo>
                  <a:lnTo>
                    <a:pt x="6514815" y="1518765"/>
                  </a:lnTo>
                  <a:lnTo>
                    <a:pt x="6513970" y="1518765"/>
                  </a:lnTo>
                  <a:lnTo>
                    <a:pt x="6513125" y="1518765"/>
                  </a:lnTo>
                  <a:lnTo>
                    <a:pt x="6512279" y="1518765"/>
                  </a:lnTo>
                  <a:lnTo>
                    <a:pt x="6511434" y="1518765"/>
                  </a:lnTo>
                  <a:lnTo>
                    <a:pt x="6510589" y="1518765"/>
                  </a:lnTo>
                  <a:lnTo>
                    <a:pt x="6509744" y="1518765"/>
                  </a:lnTo>
                  <a:lnTo>
                    <a:pt x="6508899" y="1518765"/>
                  </a:lnTo>
                  <a:lnTo>
                    <a:pt x="6508054" y="1518765"/>
                  </a:lnTo>
                  <a:lnTo>
                    <a:pt x="6507209" y="1518765"/>
                  </a:lnTo>
                  <a:lnTo>
                    <a:pt x="6506364" y="1518765"/>
                  </a:lnTo>
                  <a:lnTo>
                    <a:pt x="6505519" y="1518765"/>
                  </a:lnTo>
                  <a:lnTo>
                    <a:pt x="6504674" y="1518765"/>
                  </a:lnTo>
                  <a:lnTo>
                    <a:pt x="6503829" y="1518765"/>
                  </a:lnTo>
                  <a:lnTo>
                    <a:pt x="6502983" y="1518765"/>
                  </a:lnTo>
                  <a:lnTo>
                    <a:pt x="6502138" y="1518765"/>
                  </a:lnTo>
                  <a:lnTo>
                    <a:pt x="6501293" y="1518765"/>
                  </a:lnTo>
                  <a:lnTo>
                    <a:pt x="6500448" y="1518765"/>
                  </a:lnTo>
                  <a:lnTo>
                    <a:pt x="6499603" y="1518765"/>
                  </a:lnTo>
                  <a:lnTo>
                    <a:pt x="6498758" y="1518765"/>
                  </a:lnTo>
                  <a:lnTo>
                    <a:pt x="6497913" y="1518765"/>
                  </a:lnTo>
                  <a:lnTo>
                    <a:pt x="6497068" y="1518765"/>
                  </a:lnTo>
                  <a:lnTo>
                    <a:pt x="6496223" y="1518765"/>
                  </a:lnTo>
                  <a:lnTo>
                    <a:pt x="6495378" y="1518765"/>
                  </a:lnTo>
                  <a:lnTo>
                    <a:pt x="6494533" y="1518765"/>
                  </a:lnTo>
                  <a:lnTo>
                    <a:pt x="6493687" y="1518765"/>
                  </a:lnTo>
                  <a:lnTo>
                    <a:pt x="6492842" y="1518765"/>
                  </a:lnTo>
                  <a:lnTo>
                    <a:pt x="6491997" y="1518765"/>
                  </a:lnTo>
                  <a:lnTo>
                    <a:pt x="6491152" y="1518765"/>
                  </a:lnTo>
                  <a:lnTo>
                    <a:pt x="6490307" y="1518765"/>
                  </a:lnTo>
                  <a:lnTo>
                    <a:pt x="6489462" y="1518765"/>
                  </a:lnTo>
                  <a:lnTo>
                    <a:pt x="6488617" y="1518765"/>
                  </a:lnTo>
                  <a:lnTo>
                    <a:pt x="6487772" y="1518765"/>
                  </a:lnTo>
                  <a:lnTo>
                    <a:pt x="6486927" y="1518765"/>
                  </a:lnTo>
                  <a:lnTo>
                    <a:pt x="6486082" y="1518765"/>
                  </a:lnTo>
                  <a:lnTo>
                    <a:pt x="6485236" y="1518765"/>
                  </a:lnTo>
                  <a:lnTo>
                    <a:pt x="6484391" y="1518765"/>
                  </a:lnTo>
                  <a:lnTo>
                    <a:pt x="6483546" y="1518765"/>
                  </a:lnTo>
                  <a:lnTo>
                    <a:pt x="6482701" y="1518765"/>
                  </a:lnTo>
                  <a:lnTo>
                    <a:pt x="6481856" y="1518765"/>
                  </a:lnTo>
                  <a:lnTo>
                    <a:pt x="6481011" y="1518765"/>
                  </a:lnTo>
                  <a:lnTo>
                    <a:pt x="6480166" y="1518765"/>
                  </a:lnTo>
                  <a:lnTo>
                    <a:pt x="6479321" y="1518765"/>
                  </a:lnTo>
                  <a:lnTo>
                    <a:pt x="6478476" y="1518765"/>
                  </a:lnTo>
                  <a:lnTo>
                    <a:pt x="6477631" y="1518765"/>
                  </a:lnTo>
                  <a:lnTo>
                    <a:pt x="6476786" y="1518765"/>
                  </a:lnTo>
                  <a:lnTo>
                    <a:pt x="6475940" y="1518765"/>
                  </a:lnTo>
                  <a:lnTo>
                    <a:pt x="6475095" y="1518765"/>
                  </a:lnTo>
                  <a:lnTo>
                    <a:pt x="6474250" y="1518765"/>
                  </a:lnTo>
                  <a:lnTo>
                    <a:pt x="6473405" y="1518765"/>
                  </a:lnTo>
                  <a:lnTo>
                    <a:pt x="6472560" y="1518765"/>
                  </a:lnTo>
                  <a:lnTo>
                    <a:pt x="6471715" y="1518765"/>
                  </a:lnTo>
                  <a:lnTo>
                    <a:pt x="6470870" y="1518765"/>
                  </a:lnTo>
                  <a:lnTo>
                    <a:pt x="6470025" y="1518765"/>
                  </a:lnTo>
                  <a:lnTo>
                    <a:pt x="6469180" y="1518765"/>
                  </a:lnTo>
                  <a:lnTo>
                    <a:pt x="6468335" y="1518765"/>
                  </a:lnTo>
                  <a:lnTo>
                    <a:pt x="6467490" y="1518765"/>
                  </a:lnTo>
                  <a:lnTo>
                    <a:pt x="6466644" y="1518765"/>
                  </a:lnTo>
                  <a:lnTo>
                    <a:pt x="6465799" y="1518765"/>
                  </a:lnTo>
                  <a:lnTo>
                    <a:pt x="6464954" y="1518765"/>
                  </a:lnTo>
                  <a:lnTo>
                    <a:pt x="6464109" y="1518765"/>
                  </a:lnTo>
                  <a:lnTo>
                    <a:pt x="6463264" y="1518765"/>
                  </a:lnTo>
                  <a:lnTo>
                    <a:pt x="6462419" y="1518765"/>
                  </a:lnTo>
                  <a:lnTo>
                    <a:pt x="6461574" y="1518765"/>
                  </a:lnTo>
                  <a:lnTo>
                    <a:pt x="6460729" y="1518765"/>
                  </a:lnTo>
                  <a:lnTo>
                    <a:pt x="6459884" y="1518765"/>
                  </a:lnTo>
                  <a:lnTo>
                    <a:pt x="6459039" y="1518765"/>
                  </a:lnTo>
                  <a:lnTo>
                    <a:pt x="6458194" y="1518765"/>
                  </a:lnTo>
                  <a:lnTo>
                    <a:pt x="6457348" y="1518765"/>
                  </a:lnTo>
                  <a:lnTo>
                    <a:pt x="6456503" y="1518765"/>
                  </a:lnTo>
                  <a:lnTo>
                    <a:pt x="6455658" y="1518765"/>
                  </a:lnTo>
                  <a:lnTo>
                    <a:pt x="6454813" y="1518765"/>
                  </a:lnTo>
                  <a:lnTo>
                    <a:pt x="6453968" y="1518765"/>
                  </a:lnTo>
                  <a:lnTo>
                    <a:pt x="6453123" y="1518765"/>
                  </a:lnTo>
                  <a:lnTo>
                    <a:pt x="6452278" y="1518765"/>
                  </a:lnTo>
                  <a:lnTo>
                    <a:pt x="6451433" y="1518765"/>
                  </a:lnTo>
                  <a:lnTo>
                    <a:pt x="6450588" y="1518765"/>
                  </a:lnTo>
                  <a:lnTo>
                    <a:pt x="6449743" y="1518765"/>
                  </a:lnTo>
                  <a:lnTo>
                    <a:pt x="6448898" y="1518765"/>
                  </a:lnTo>
                  <a:lnTo>
                    <a:pt x="6448052" y="1518765"/>
                  </a:lnTo>
                  <a:lnTo>
                    <a:pt x="6447207" y="1518765"/>
                  </a:lnTo>
                  <a:lnTo>
                    <a:pt x="6446362" y="1518765"/>
                  </a:lnTo>
                  <a:lnTo>
                    <a:pt x="6445517" y="1518765"/>
                  </a:lnTo>
                  <a:lnTo>
                    <a:pt x="6444672" y="1518765"/>
                  </a:lnTo>
                  <a:lnTo>
                    <a:pt x="6443827" y="1518765"/>
                  </a:lnTo>
                  <a:lnTo>
                    <a:pt x="6442982" y="1518765"/>
                  </a:lnTo>
                  <a:lnTo>
                    <a:pt x="6442137" y="1518765"/>
                  </a:lnTo>
                  <a:lnTo>
                    <a:pt x="6441292" y="1518765"/>
                  </a:lnTo>
                  <a:lnTo>
                    <a:pt x="6440447" y="1518765"/>
                  </a:lnTo>
                  <a:lnTo>
                    <a:pt x="6439602" y="1518765"/>
                  </a:lnTo>
                  <a:lnTo>
                    <a:pt x="6438756" y="1518765"/>
                  </a:lnTo>
                  <a:lnTo>
                    <a:pt x="6437911" y="1518765"/>
                  </a:lnTo>
                  <a:lnTo>
                    <a:pt x="6437066" y="1518765"/>
                  </a:lnTo>
                  <a:lnTo>
                    <a:pt x="6436221" y="1518765"/>
                  </a:lnTo>
                  <a:lnTo>
                    <a:pt x="6435376" y="1518765"/>
                  </a:lnTo>
                  <a:lnTo>
                    <a:pt x="6434531" y="1518765"/>
                  </a:lnTo>
                  <a:lnTo>
                    <a:pt x="6433686" y="1518765"/>
                  </a:lnTo>
                  <a:lnTo>
                    <a:pt x="6432841" y="1518765"/>
                  </a:lnTo>
                  <a:lnTo>
                    <a:pt x="6431996" y="1518765"/>
                  </a:lnTo>
                  <a:lnTo>
                    <a:pt x="6431151" y="1518765"/>
                  </a:lnTo>
                  <a:lnTo>
                    <a:pt x="6430306" y="1518765"/>
                  </a:lnTo>
                  <a:lnTo>
                    <a:pt x="6429460" y="1518765"/>
                  </a:lnTo>
                  <a:lnTo>
                    <a:pt x="6428615" y="1518765"/>
                  </a:lnTo>
                  <a:lnTo>
                    <a:pt x="6427770" y="1518765"/>
                  </a:lnTo>
                  <a:lnTo>
                    <a:pt x="6426925" y="1518765"/>
                  </a:lnTo>
                  <a:lnTo>
                    <a:pt x="6426080" y="1518765"/>
                  </a:lnTo>
                  <a:lnTo>
                    <a:pt x="6425235" y="1518765"/>
                  </a:lnTo>
                  <a:lnTo>
                    <a:pt x="6424390" y="1518765"/>
                  </a:lnTo>
                  <a:lnTo>
                    <a:pt x="6423545" y="1518765"/>
                  </a:lnTo>
                  <a:lnTo>
                    <a:pt x="6422700" y="1518765"/>
                  </a:lnTo>
                  <a:lnTo>
                    <a:pt x="6421855" y="1518765"/>
                  </a:lnTo>
                  <a:lnTo>
                    <a:pt x="6421009" y="1518765"/>
                  </a:lnTo>
                  <a:lnTo>
                    <a:pt x="6420164" y="1518765"/>
                  </a:lnTo>
                  <a:lnTo>
                    <a:pt x="6419319" y="1518765"/>
                  </a:lnTo>
                  <a:lnTo>
                    <a:pt x="6418474" y="1518765"/>
                  </a:lnTo>
                  <a:lnTo>
                    <a:pt x="6417629" y="1518765"/>
                  </a:lnTo>
                  <a:lnTo>
                    <a:pt x="6416784" y="1518765"/>
                  </a:lnTo>
                  <a:lnTo>
                    <a:pt x="6415939" y="1518765"/>
                  </a:lnTo>
                  <a:lnTo>
                    <a:pt x="6415094" y="1518765"/>
                  </a:lnTo>
                  <a:lnTo>
                    <a:pt x="6414249" y="1518765"/>
                  </a:lnTo>
                  <a:lnTo>
                    <a:pt x="6413404" y="1518765"/>
                  </a:lnTo>
                  <a:lnTo>
                    <a:pt x="6412559" y="1518765"/>
                  </a:lnTo>
                  <a:lnTo>
                    <a:pt x="6411713" y="1518765"/>
                  </a:lnTo>
                  <a:lnTo>
                    <a:pt x="6410868" y="1518765"/>
                  </a:lnTo>
                  <a:lnTo>
                    <a:pt x="6410023" y="1518765"/>
                  </a:lnTo>
                  <a:lnTo>
                    <a:pt x="6409178" y="1518765"/>
                  </a:lnTo>
                  <a:lnTo>
                    <a:pt x="6408333" y="1518765"/>
                  </a:lnTo>
                  <a:lnTo>
                    <a:pt x="6407488" y="1518765"/>
                  </a:lnTo>
                  <a:lnTo>
                    <a:pt x="6406643" y="1518765"/>
                  </a:lnTo>
                  <a:lnTo>
                    <a:pt x="6405798" y="1518765"/>
                  </a:lnTo>
                  <a:lnTo>
                    <a:pt x="6404953" y="1518765"/>
                  </a:lnTo>
                  <a:lnTo>
                    <a:pt x="6404108" y="1518765"/>
                  </a:lnTo>
                  <a:lnTo>
                    <a:pt x="6403263" y="1518765"/>
                  </a:lnTo>
                  <a:lnTo>
                    <a:pt x="6402417" y="1518765"/>
                  </a:lnTo>
                  <a:lnTo>
                    <a:pt x="6401572" y="1518765"/>
                  </a:lnTo>
                  <a:lnTo>
                    <a:pt x="6400727" y="1518765"/>
                  </a:lnTo>
                  <a:lnTo>
                    <a:pt x="6399882" y="1518765"/>
                  </a:lnTo>
                  <a:lnTo>
                    <a:pt x="6399037" y="1518765"/>
                  </a:lnTo>
                  <a:lnTo>
                    <a:pt x="6398192" y="1518765"/>
                  </a:lnTo>
                  <a:lnTo>
                    <a:pt x="6397347" y="1518765"/>
                  </a:lnTo>
                  <a:lnTo>
                    <a:pt x="6396502" y="1518765"/>
                  </a:lnTo>
                  <a:lnTo>
                    <a:pt x="6395657" y="1518765"/>
                  </a:lnTo>
                  <a:lnTo>
                    <a:pt x="6394812" y="1518765"/>
                  </a:lnTo>
                  <a:lnTo>
                    <a:pt x="6393967" y="1518765"/>
                  </a:lnTo>
                  <a:lnTo>
                    <a:pt x="6393121" y="1518765"/>
                  </a:lnTo>
                  <a:lnTo>
                    <a:pt x="6392276" y="1518765"/>
                  </a:lnTo>
                  <a:lnTo>
                    <a:pt x="6391431" y="1518765"/>
                  </a:lnTo>
                  <a:lnTo>
                    <a:pt x="6390586" y="1518765"/>
                  </a:lnTo>
                  <a:lnTo>
                    <a:pt x="6389741" y="1518765"/>
                  </a:lnTo>
                  <a:lnTo>
                    <a:pt x="6388896" y="1518765"/>
                  </a:lnTo>
                  <a:lnTo>
                    <a:pt x="6388051" y="1518765"/>
                  </a:lnTo>
                  <a:lnTo>
                    <a:pt x="6387206" y="1518765"/>
                  </a:lnTo>
                  <a:lnTo>
                    <a:pt x="6386361" y="1518765"/>
                  </a:lnTo>
                  <a:lnTo>
                    <a:pt x="6385516" y="1518765"/>
                  </a:lnTo>
                  <a:lnTo>
                    <a:pt x="6384671" y="1518765"/>
                  </a:lnTo>
                  <a:lnTo>
                    <a:pt x="6383825" y="1518765"/>
                  </a:lnTo>
                  <a:lnTo>
                    <a:pt x="6382980" y="1518765"/>
                  </a:lnTo>
                  <a:lnTo>
                    <a:pt x="6382135" y="1518765"/>
                  </a:lnTo>
                  <a:lnTo>
                    <a:pt x="6381290" y="1518765"/>
                  </a:lnTo>
                  <a:lnTo>
                    <a:pt x="6380445" y="1518765"/>
                  </a:lnTo>
                  <a:lnTo>
                    <a:pt x="6379600" y="1518765"/>
                  </a:lnTo>
                  <a:lnTo>
                    <a:pt x="6378755" y="1518765"/>
                  </a:lnTo>
                  <a:lnTo>
                    <a:pt x="6377910" y="1518765"/>
                  </a:lnTo>
                  <a:lnTo>
                    <a:pt x="6377065" y="1518765"/>
                  </a:lnTo>
                  <a:lnTo>
                    <a:pt x="6376220" y="1518765"/>
                  </a:lnTo>
                  <a:lnTo>
                    <a:pt x="6375375" y="1518765"/>
                  </a:lnTo>
                  <a:lnTo>
                    <a:pt x="6374529" y="1518765"/>
                  </a:lnTo>
                  <a:lnTo>
                    <a:pt x="6373684" y="1518765"/>
                  </a:lnTo>
                  <a:lnTo>
                    <a:pt x="6372839" y="1518765"/>
                  </a:lnTo>
                  <a:lnTo>
                    <a:pt x="6371994" y="1518765"/>
                  </a:lnTo>
                  <a:lnTo>
                    <a:pt x="6371149" y="1518765"/>
                  </a:lnTo>
                  <a:lnTo>
                    <a:pt x="6370304" y="1518765"/>
                  </a:lnTo>
                  <a:lnTo>
                    <a:pt x="6369459" y="1518765"/>
                  </a:lnTo>
                  <a:lnTo>
                    <a:pt x="6368614" y="1518765"/>
                  </a:lnTo>
                  <a:lnTo>
                    <a:pt x="6367769" y="1518765"/>
                  </a:lnTo>
                  <a:lnTo>
                    <a:pt x="6366924" y="1518765"/>
                  </a:lnTo>
                  <a:lnTo>
                    <a:pt x="6366079" y="1518765"/>
                  </a:lnTo>
                  <a:lnTo>
                    <a:pt x="6365233" y="1518765"/>
                  </a:lnTo>
                  <a:lnTo>
                    <a:pt x="6364388" y="1518765"/>
                  </a:lnTo>
                  <a:lnTo>
                    <a:pt x="6363543" y="1518765"/>
                  </a:lnTo>
                  <a:lnTo>
                    <a:pt x="6362698" y="1518765"/>
                  </a:lnTo>
                  <a:lnTo>
                    <a:pt x="6361853" y="1518765"/>
                  </a:lnTo>
                  <a:lnTo>
                    <a:pt x="6361008" y="1518765"/>
                  </a:lnTo>
                  <a:lnTo>
                    <a:pt x="6360163" y="1518765"/>
                  </a:lnTo>
                  <a:lnTo>
                    <a:pt x="6359318" y="1518765"/>
                  </a:lnTo>
                  <a:lnTo>
                    <a:pt x="6358473" y="1518765"/>
                  </a:lnTo>
                  <a:lnTo>
                    <a:pt x="6357628" y="1518765"/>
                  </a:lnTo>
                  <a:lnTo>
                    <a:pt x="6356782" y="1518765"/>
                  </a:lnTo>
                  <a:lnTo>
                    <a:pt x="6355937" y="1518765"/>
                  </a:lnTo>
                  <a:lnTo>
                    <a:pt x="6355092" y="1518765"/>
                  </a:lnTo>
                  <a:lnTo>
                    <a:pt x="6354247" y="1518765"/>
                  </a:lnTo>
                  <a:lnTo>
                    <a:pt x="6353402" y="1518765"/>
                  </a:lnTo>
                  <a:lnTo>
                    <a:pt x="6352557" y="1518765"/>
                  </a:lnTo>
                  <a:lnTo>
                    <a:pt x="6351712" y="1518765"/>
                  </a:lnTo>
                  <a:lnTo>
                    <a:pt x="6350867" y="1518765"/>
                  </a:lnTo>
                  <a:lnTo>
                    <a:pt x="6350022" y="1518765"/>
                  </a:lnTo>
                  <a:lnTo>
                    <a:pt x="6349177" y="1518765"/>
                  </a:lnTo>
                  <a:lnTo>
                    <a:pt x="6348332" y="1518765"/>
                  </a:lnTo>
                  <a:lnTo>
                    <a:pt x="6347486" y="1518765"/>
                  </a:lnTo>
                  <a:lnTo>
                    <a:pt x="6346641" y="1518765"/>
                  </a:lnTo>
                  <a:lnTo>
                    <a:pt x="6345796" y="1518765"/>
                  </a:lnTo>
                  <a:lnTo>
                    <a:pt x="6344951" y="1518765"/>
                  </a:lnTo>
                  <a:lnTo>
                    <a:pt x="6344106" y="1518765"/>
                  </a:lnTo>
                  <a:lnTo>
                    <a:pt x="6343261" y="1518765"/>
                  </a:lnTo>
                  <a:lnTo>
                    <a:pt x="6342416" y="1518765"/>
                  </a:lnTo>
                  <a:lnTo>
                    <a:pt x="6341571" y="1518765"/>
                  </a:lnTo>
                  <a:lnTo>
                    <a:pt x="6340726" y="1518765"/>
                  </a:lnTo>
                  <a:lnTo>
                    <a:pt x="6339881" y="1518765"/>
                  </a:lnTo>
                  <a:lnTo>
                    <a:pt x="6339036" y="1518765"/>
                  </a:lnTo>
                  <a:lnTo>
                    <a:pt x="6338190" y="1518765"/>
                  </a:lnTo>
                  <a:lnTo>
                    <a:pt x="6337345" y="1518765"/>
                  </a:lnTo>
                  <a:lnTo>
                    <a:pt x="6336500" y="1518765"/>
                  </a:lnTo>
                  <a:lnTo>
                    <a:pt x="6335655" y="1518765"/>
                  </a:lnTo>
                  <a:lnTo>
                    <a:pt x="6334810" y="1518765"/>
                  </a:lnTo>
                  <a:lnTo>
                    <a:pt x="6333965" y="1518765"/>
                  </a:lnTo>
                  <a:lnTo>
                    <a:pt x="6333120" y="1518765"/>
                  </a:lnTo>
                  <a:lnTo>
                    <a:pt x="6332275" y="1518765"/>
                  </a:lnTo>
                  <a:lnTo>
                    <a:pt x="6331430" y="1518765"/>
                  </a:lnTo>
                  <a:lnTo>
                    <a:pt x="6330585" y="1518765"/>
                  </a:lnTo>
                  <a:lnTo>
                    <a:pt x="6329740" y="1518765"/>
                  </a:lnTo>
                  <a:lnTo>
                    <a:pt x="6328894" y="1518765"/>
                  </a:lnTo>
                  <a:lnTo>
                    <a:pt x="6328049" y="1518765"/>
                  </a:lnTo>
                  <a:lnTo>
                    <a:pt x="6327204" y="1518765"/>
                  </a:lnTo>
                  <a:lnTo>
                    <a:pt x="6326359" y="1518765"/>
                  </a:lnTo>
                  <a:lnTo>
                    <a:pt x="6325514" y="1518765"/>
                  </a:lnTo>
                  <a:lnTo>
                    <a:pt x="6324669" y="1518765"/>
                  </a:lnTo>
                  <a:lnTo>
                    <a:pt x="6323824" y="1518765"/>
                  </a:lnTo>
                  <a:lnTo>
                    <a:pt x="6322979" y="1518765"/>
                  </a:lnTo>
                  <a:lnTo>
                    <a:pt x="6322134" y="1518765"/>
                  </a:lnTo>
                  <a:lnTo>
                    <a:pt x="6321289" y="1518765"/>
                  </a:lnTo>
                  <a:lnTo>
                    <a:pt x="6320444" y="1518765"/>
                  </a:lnTo>
                  <a:lnTo>
                    <a:pt x="6319598" y="1518765"/>
                  </a:lnTo>
                  <a:lnTo>
                    <a:pt x="6318753" y="1518765"/>
                  </a:lnTo>
                  <a:lnTo>
                    <a:pt x="6317908" y="1518765"/>
                  </a:lnTo>
                  <a:lnTo>
                    <a:pt x="6317063" y="1518765"/>
                  </a:lnTo>
                  <a:lnTo>
                    <a:pt x="6316218" y="1518765"/>
                  </a:lnTo>
                  <a:lnTo>
                    <a:pt x="6315373" y="1518765"/>
                  </a:lnTo>
                  <a:lnTo>
                    <a:pt x="6314528" y="1518765"/>
                  </a:lnTo>
                  <a:lnTo>
                    <a:pt x="6313683" y="1518765"/>
                  </a:lnTo>
                  <a:lnTo>
                    <a:pt x="6312838" y="1518765"/>
                  </a:lnTo>
                  <a:lnTo>
                    <a:pt x="6311993" y="1518765"/>
                  </a:lnTo>
                  <a:lnTo>
                    <a:pt x="6311148" y="1518765"/>
                  </a:lnTo>
                  <a:lnTo>
                    <a:pt x="6310302" y="1518765"/>
                  </a:lnTo>
                  <a:lnTo>
                    <a:pt x="6309457" y="1518765"/>
                  </a:lnTo>
                  <a:lnTo>
                    <a:pt x="6308612" y="1518765"/>
                  </a:lnTo>
                  <a:lnTo>
                    <a:pt x="6307767" y="1518765"/>
                  </a:lnTo>
                  <a:lnTo>
                    <a:pt x="6306922" y="1518765"/>
                  </a:lnTo>
                  <a:lnTo>
                    <a:pt x="6306077" y="1518765"/>
                  </a:lnTo>
                  <a:lnTo>
                    <a:pt x="6305232" y="1518765"/>
                  </a:lnTo>
                  <a:lnTo>
                    <a:pt x="6304387" y="1518765"/>
                  </a:lnTo>
                  <a:lnTo>
                    <a:pt x="6303542" y="1518765"/>
                  </a:lnTo>
                  <a:lnTo>
                    <a:pt x="6302697" y="1518765"/>
                  </a:lnTo>
                  <a:lnTo>
                    <a:pt x="6301852" y="1518765"/>
                  </a:lnTo>
                  <a:lnTo>
                    <a:pt x="6301006" y="1518765"/>
                  </a:lnTo>
                  <a:lnTo>
                    <a:pt x="6300161" y="1518765"/>
                  </a:lnTo>
                  <a:lnTo>
                    <a:pt x="6299316" y="1518765"/>
                  </a:lnTo>
                  <a:lnTo>
                    <a:pt x="6298471" y="1518765"/>
                  </a:lnTo>
                  <a:lnTo>
                    <a:pt x="6297626" y="1518765"/>
                  </a:lnTo>
                  <a:lnTo>
                    <a:pt x="6296781" y="1518765"/>
                  </a:lnTo>
                  <a:lnTo>
                    <a:pt x="6295936" y="1518765"/>
                  </a:lnTo>
                  <a:lnTo>
                    <a:pt x="6295091" y="1518765"/>
                  </a:lnTo>
                  <a:lnTo>
                    <a:pt x="6294246" y="1518765"/>
                  </a:lnTo>
                  <a:lnTo>
                    <a:pt x="6293401" y="1518765"/>
                  </a:lnTo>
                  <a:lnTo>
                    <a:pt x="6292555" y="1518765"/>
                  </a:lnTo>
                  <a:lnTo>
                    <a:pt x="6291710" y="1518765"/>
                  </a:lnTo>
                  <a:lnTo>
                    <a:pt x="6290865" y="1518765"/>
                  </a:lnTo>
                  <a:lnTo>
                    <a:pt x="6290020" y="1518765"/>
                  </a:lnTo>
                  <a:lnTo>
                    <a:pt x="6289175" y="1518765"/>
                  </a:lnTo>
                  <a:lnTo>
                    <a:pt x="6288330" y="1518765"/>
                  </a:lnTo>
                  <a:lnTo>
                    <a:pt x="6287485" y="1518765"/>
                  </a:lnTo>
                  <a:lnTo>
                    <a:pt x="6286640" y="1518765"/>
                  </a:lnTo>
                  <a:lnTo>
                    <a:pt x="6285795" y="1518765"/>
                  </a:lnTo>
                  <a:lnTo>
                    <a:pt x="6284950" y="1518765"/>
                  </a:lnTo>
                  <a:lnTo>
                    <a:pt x="6284105" y="1518765"/>
                  </a:lnTo>
                  <a:lnTo>
                    <a:pt x="6283259" y="1518765"/>
                  </a:lnTo>
                  <a:lnTo>
                    <a:pt x="6282414" y="1518765"/>
                  </a:lnTo>
                  <a:lnTo>
                    <a:pt x="6281569" y="1518765"/>
                  </a:lnTo>
                  <a:lnTo>
                    <a:pt x="6280724" y="1518765"/>
                  </a:lnTo>
                  <a:lnTo>
                    <a:pt x="6279879" y="1518765"/>
                  </a:lnTo>
                  <a:lnTo>
                    <a:pt x="6279034" y="1518765"/>
                  </a:lnTo>
                  <a:lnTo>
                    <a:pt x="6278189" y="1518765"/>
                  </a:lnTo>
                  <a:lnTo>
                    <a:pt x="6277344" y="1518765"/>
                  </a:lnTo>
                  <a:lnTo>
                    <a:pt x="6276499" y="1518765"/>
                  </a:lnTo>
                  <a:lnTo>
                    <a:pt x="6275654" y="1518765"/>
                  </a:lnTo>
                  <a:lnTo>
                    <a:pt x="6274809" y="1518765"/>
                  </a:lnTo>
                  <a:lnTo>
                    <a:pt x="6273963" y="1518765"/>
                  </a:lnTo>
                  <a:lnTo>
                    <a:pt x="6273118" y="1518765"/>
                  </a:lnTo>
                  <a:lnTo>
                    <a:pt x="6272273" y="1518765"/>
                  </a:lnTo>
                  <a:lnTo>
                    <a:pt x="6271428" y="1518765"/>
                  </a:lnTo>
                  <a:lnTo>
                    <a:pt x="6270583" y="1518765"/>
                  </a:lnTo>
                  <a:lnTo>
                    <a:pt x="6269738" y="1518765"/>
                  </a:lnTo>
                  <a:lnTo>
                    <a:pt x="6268893" y="1518765"/>
                  </a:lnTo>
                  <a:lnTo>
                    <a:pt x="6268048" y="1518765"/>
                  </a:lnTo>
                  <a:lnTo>
                    <a:pt x="6267203" y="1518765"/>
                  </a:lnTo>
                  <a:lnTo>
                    <a:pt x="6266358" y="1518765"/>
                  </a:lnTo>
                  <a:lnTo>
                    <a:pt x="6265513" y="1518765"/>
                  </a:lnTo>
                  <a:lnTo>
                    <a:pt x="6264667" y="1518765"/>
                  </a:lnTo>
                  <a:lnTo>
                    <a:pt x="6263822" y="1518765"/>
                  </a:lnTo>
                  <a:lnTo>
                    <a:pt x="6262977" y="1518765"/>
                  </a:lnTo>
                  <a:lnTo>
                    <a:pt x="6262132" y="1518765"/>
                  </a:lnTo>
                  <a:lnTo>
                    <a:pt x="6261287" y="1518765"/>
                  </a:lnTo>
                  <a:lnTo>
                    <a:pt x="6260442" y="1518765"/>
                  </a:lnTo>
                  <a:lnTo>
                    <a:pt x="6259597" y="1518765"/>
                  </a:lnTo>
                  <a:lnTo>
                    <a:pt x="6258752" y="1518765"/>
                  </a:lnTo>
                  <a:lnTo>
                    <a:pt x="6257907" y="1518765"/>
                  </a:lnTo>
                  <a:lnTo>
                    <a:pt x="6257062" y="1518765"/>
                  </a:lnTo>
                  <a:lnTo>
                    <a:pt x="6256217" y="1518765"/>
                  </a:lnTo>
                  <a:lnTo>
                    <a:pt x="6255371" y="1518765"/>
                  </a:lnTo>
                  <a:lnTo>
                    <a:pt x="6254526" y="1518765"/>
                  </a:lnTo>
                  <a:lnTo>
                    <a:pt x="6253681" y="1518765"/>
                  </a:lnTo>
                  <a:lnTo>
                    <a:pt x="6252836" y="1518765"/>
                  </a:lnTo>
                  <a:lnTo>
                    <a:pt x="6251991" y="1518765"/>
                  </a:lnTo>
                  <a:lnTo>
                    <a:pt x="6251146" y="1518765"/>
                  </a:lnTo>
                  <a:lnTo>
                    <a:pt x="6250301" y="1518765"/>
                  </a:lnTo>
                  <a:lnTo>
                    <a:pt x="6249456" y="1518765"/>
                  </a:lnTo>
                  <a:lnTo>
                    <a:pt x="6248611" y="1518765"/>
                  </a:lnTo>
                  <a:lnTo>
                    <a:pt x="6247766" y="1518765"/>
                  </a:lnTo>
                  <a:lnTo>
                    <a:pt x="6246921" y="1518765"/>
                  </a:lnTo>
                  <a:lnTo>
                    <a:pt x="6246075" y="1518765"/>
                  </a:lnTo>
                  <a:lnTo>
                    <a:pt x="6245230" y="1518765"/>
                  </a:lnTo>
                  <a:lnTo>
                    <a:pt x="6244385" y="1518765"/>
                  </a:lnTo>
                  <a:lnTo>
                    <a:pt x="6243540" y="1518765"/>
                  </a:lnTo>
                  <a:lnTo>
                    <a:pt x="6242695" y="1518765"/>
                  </a:lnTo>
                  <a:lnTo>
                    <a:pt x="6241850" y="1518765"/>
                  </a:lnTo>
                  <a:lnTo>
                    <a:pt x="6241005" y="1518765"/>
                  </a:lnTo>
                  <a:lnTo>
                    <a:pt x="6240160" y="1518765"/>
                  </a:lnTo>
                  <a:lnTo>
                    <a:pt x="6239315" y="1518765"/>
                  </a:lnTo>
                  <a:lnTo>
                    <a:pt x="6238470" y="1518765"/>
                  </a:lnTo>
                  <a:lnTo>
                    <a:pt x="6237624" y="1518765"/>
                  </a:lnTo>
                  <a:lnTo>
                    <a:pt x="6236779" y="1518765"/>
                  </a:lnTo>
                  <a:lnTo>
                    <a:pt x="6235934" y="1518765"/>
                  </a:lnTo>
                  <a:lnTo>
                    <a:pt x="6235089" y="1518765"/>
                  </a:lnTo>
                  <a:lnTo>
                    <a:pt x="6234244" y="1518765"/>
                  </a:lnTo>
                  <a:lnTo>
                    <a:pt x="6233399" y="1518765"/>
                  </a:lnTo>
                  <a:lnTo>
                    <a:pt x="6232554" y="1518765"/>
                  </a:lnTo>
                  <a:lnTo>
                    <a:pt x="6231709" y="1518765"/>
                  </a:lnTo>
                  <a:lnTo>
                    <a:pt x="6230864" y="1518765"/>
                  </a:lnTo>
                  <a:lnTo>
                    <a:pt x="6230019" y="1518765"/>
                  </a:lnTo>
                  <a:lnTo>
                    <a:pt x="6229174" y="1518765"/>
                  </a:lnTo>
                  <a:lnTo>
                    <a:pt x="6228328" y="1518765"/>
                  </a:lnTo>
                  <a:lnTo>
                    <a:pt x="6227483" y="1518765"/>
                  </a:lnTo>
                  <a:lnTo>
                    <a:pt x="6226638" y="1518765"/>
                  </a:lnTo>
                  <a:lnTo>
                    <a:pt x="6225793" y="1518765"/>
                  </a:lnTo>
                  <a:lnTo>
                    <a:pt x="6224948" y="1518765"/>
                  </a:lnTo>
                  <a:lnTo>
                    <a:pt x="6224103" y="1518765"/>
                  </a:lnTo>
                  <a:lnTo>
                    <a:pt x="6223258" y="1518765"/>
                  </a:lnTo>
                  <a:lnTo>
                    <a:pt x="6222413" y="1518765"/>
                  </a:lnTo>
                  <a:lnTo>
                    <a:pt x="6221568" y="1518765"/>
                  </a:lnTo>
                  <a:lnTo>
                    <a:pt x="6220723" y="1518765"/>
                  </a:lnTo>
                  <a:lnTo>
                    <a:pt x="6219878" y="1518765"/>
                  </a:lnTo>
                  <a:lnTo>
                    <a:pt x="6219032" y="1518765"/>
                  </a:lnTo>
                  <a:lnTo>
                    <a:pt x="6218187" y="1518765"/>
                  </a:lnTo>
                  <a:lnTo>
                    <a:pt x="6217342" y="1518765"/>
                  </a:lnTo>
                  <a:lnTo>
                    <a:pt x="6216497" y="1518765"/>
                  </a:lnTo>
                  <a:lnTo>
                    <a:pt x="6215652" y="1518765"/>
                  </a:lnTo>
                  <a:lnTo>
                    <a:pt x="6214807" y="1518765"/>
                  </a:lnTo>
                  <a:lnTo>
                    <a:pt x="6213962" y="1518765"/>
                  </a:lnTo>
                  <a:lnTo>
                    <a:pt x="6213117" y="1518765"/>
                  </a:lnTo>
                  <a:lnTo>
                    <a:pt x="6212272" y="1518765"/>
                  </a:lnTo>
                  <a:lnTo>
                    <a:pt x="6211427" y="1518765"/>
                  </a:lnTo>
                  <a:lnTo>
                    <a:pt x="6210582" y="1518765"/>
                  </a:lnTo>
                  <a:lnTo>
                    <a:pt x="6209736" y="1518765"/>
                  </a:lnTo>
                  <a:lnTo>
                    <a:pt x="6208891" y="1518765"/>
                  </a:lnTo>
                  <a:lnTo>
                    <a:pt x="6208046" y="1518765"/>
                  </a:lnTo>
                  <a:lnTo>
                    <a:pt x="6207201" y="1518765"/>
                  </a:lnTo>
                  <a:lnTo>
                    <a:pt x="6206356" y="1518765"/>
                  </a:lnTo>
                  <a:lnTo>
                    <a:pt x="6205511" y="1518765"/>
                  </a:lnTo>
                  <a:lnTo>
                    <a:pt x="6204666" y="1518765"/>
                  </a:lnTo>
                  <a:lnTo>
                    <a:pt x="6203821" y="1518765"/>
                  </a:lnTo>
                  <a:lnTo>
                    <a:pt x="6202976" y="1518765"/>
                  </a:lnTo>
                  <a:lnTo>
                    <a:pt x="6202131" y="1518765"/>
                  </a:lnTo>
                  <a:lnTo>
                    <a:pt x="6201286" y="1518765"/>
                  </a:lnTo>
                  <a:lnTo>
                    <a:pt x="6200440" y="1518765"/>
                  </a:lnTo>
                  <a:lnTo>
                    <a:pt x="6199595" y="1518765"/>
                  </a:lnTo>
                  <a:lnTo>
                    <a:pt x="6198750" y="1518765"/>
                  </a:lnTo>
                  <a:lnTo>
                    <a:pt x="6197905" y="1518765"/>
                  </a:lnTo>
                  <a:lnTo>
                    <a:pt x="6197060" y="1518765"/>
                  </a:lnTo>
                  <a:lnTo>
                    <a:pt x="6196215" y="1518765"/>
                  </a:lnTo>
                  <a:lnTo>
                    <a:pt x="6195370" y="1518765"/>
                  </a:lnTo>
                  <a:lnTo>
                    <a:pt x="6194525" y="1518765"/>
                  </a:lnTo>
                  <a:lnTo>
                    <a:pt x="6193680" y="1518765"/>
                  </a:lnTo>
                  <a:lnTo>
                    <a:pt x="6192835" y="1518765"/>
                  </a:lnTo>
                  <a:lnTo>
                    <a:pt x="6191990" y="1518765"/>
                  </a:lnTo>
                  <a:lnTo>
                    <a:pt x="6191144" y="1518765"/>
                  </a:lnTo>
                  <a:lnTo>
                    <a:pt x="6190299" y="1518765"/>
                  </a:lnTo>
                  <a:lnTo>
                    <a:pt x="6189454" y="1518765"/>
                  </a:lnTo>
                  <a:lnTo>
                    <a:pt x="6188609" y="1518765"/>
                  </a:lnTo>
                  <a:lnTo>
                    <a:pt x="6187764" y="1518765"/>
                  </a:lnTo>
                  <a:lnTo>
                    <a:pt x="6186919" y="1518765"/>
                  </a:lnTo>
                  <a:lnTo>
                    <a:pt x="6186074" y="1518765"/>
                  </a:lnTo>
                  <a:lnTo>
                    <a:pt x="6185229" y="1518765"/>
                  </a:lnTo>
                  <a:lnTo>
                    <a:pt x="6184384" y="1518765"/>
                  </a:lnTo>
                  <a:lnTo>
                    <a:pt x="6183539" y="1518765"/>
                  </a:lnTo>
                  <a:lnTo>
                    <a:pt x="6182694" y="1518765"/>
                  </a:lnTo>
                  <a:lnTo>
                    <a:pt x="6181848" y="1518765"/>
                  </a:lnTo>
                  <a:lnTo>
                    <a:pt x="6181003" y="1518765"/>
                  </a:lnTo>
                  <a:lnTo>
                    <a:pt x="6180158" y="1518765"/>
                  </a:lnTo>
                  <a:lnTo>
                    <a:pt x="6179313" y="1518765"/>
                  </a:lnTo>
                  <a:lnTo>
                    <a:pt x="6178468" y="1518765"/>
                  </a:lnTo>
                  <a:lnTo>
                    <a:pt x="6177623" y="1518765"/>
                  </a:lnTo>
                  <a:lnTo>
                    <a:pt x="6176778" y="1518765"/>
                  </a:lnTo>
                  <a:lnTo>
                    <a:pt x="6175933" y="1518765"/>
                  </a:lnTo>
                  <a:lnTo>
                    <a:pt x="6175088" y="1518765"/>
                  </a:lnTo>
                  <a:lnTo>
                    <a:pt x="6174243" y="1518765"/>
                  </a:lnTo>
                  <a:lnTo>
                    <a:pt x="6173397" y="1518765"/>
                  </a:lnTo>
                  <a:lnTo>
                    <a:pt x="6172552" y="1518765"/>
                  </a:lnTo>
                  <a:lnTo>
                    <a:pt x="6171707" y="1518765"/>
                  </a:lnTo>
                  <a:lnTo>
                    <a:pt x="6170862" y="1518765"/>
                  </a:lnTo>
                  <a:lnTo>
                    <a:pt x="6170017" y="1518765"/>
                  </a:lnTo>
                  <a:lnTo>
                    <a:pt x="6169172" y="1518765"/>
                  </a:lnTo>
                  <a:lnTo>
                    <a:pt x="6168327" y="1518765"/>
                  </a:lnTo>
                  <a:lnTo>
                    <a:pt x="6167482" y="1518765"/>
                  </a:lnTo>
                  <a:lnTo>
                    <a:pt x="6166637" y="1518765"/>
                  </a:lnTo>
                  <a:lnTo>
                    <a:pt x="6165792" y="1518765"/>
                  </a:lnTo>
                  <a:lnTo>
                    <a:pt x="6164947" y="1518765"/>
                  </a:lnTo>
                  <a:lnTo>
                    <a:pt x="6164101" y="1518765"/>
                  </a:lnTo>
                  <a:lnTo>
                    <a:pt x="6163256" y="1518765"/>
                  </a:lnTo>
                  <a:lnTo>
                    <a:pt x="6162411" y="1518765"/>
                  </a:lnTo>
                  <a:lnTo>
                    <a:pt x="6161566" y="1518765"/>
                  </a:lnTo>
                  <a:lnTo>
                    <a:pt x="6160721" y="1518765"/>
                  </a:lnTo>
                  <a:lnTo>
                    <a:pt x="6159876" y="1518765"/>
                  </a:lnTo>
                  <a:lnTo>
                    <a:pt x="6159031" y="1518765"/>
                  </a:lnTo>
                  <a:lnTo>
                    <a:pt x="6158186" y="1518765"/>
                  </a:lnTo>
                  <a:lnTo>
                    <a:pt x="6157341" y="1518765"/>
                  </a:lnTo>
                  <a:lnTo>
                    <a:pt x="6156496" y="1518765"/>
                  </a:lnTo>
                  <a:lnTo>
                    <a:pt x="6155651" y="1518765"/>
                  </a:lnTo>
                  <a:lnTo>
                    <a:pt x="6154805" y="1518765"/>
                  </a:lnTo>
                  <a:lnTo>
                    <a:pt x="6153960" y="1518765"/>
                  </a:lnTo>
                  <a:lnTo>
                    <a:pt x="6153115" y="1518765"/>
                  </a:lnTo>
                  <a:lnTo>
                    <a:pt x="6152270" y="1518765"/>
                  </a:lnTo>
                  <a:lnTo>
                    <a:pt x="6151425" y="1518765"/>
                  </a:lnTo>
                  <a:lnTo>
                    <a:pt x="6150580" y="1518765"/>
                  </a:lnTo>
                  <a:lnTo>
                    <a:pt x="6149735" y="1518765"/>
                  </a:lnTo>
                  <a:lnTo>
                    <a:pt x="6148890" y="1518765"/>
                  </a:lnTo>
                  <a:lnTo>
                    <a:pt x="6148045" y="1518765"/>
                  </a:lnTo>
                  <a:lnTo>
                    <a:pt x="6147200" y="1518765"/>
                  </a:lnTo>
                  <a:lnTo>
                    <a:pt x="6146355" y="1518765"/>
                  </a:lnTo>
                  <a:lnTo>
                    <a:pt x="6145509" y="1518765"/>
                  </a:lnTo>
                  <a:lnTo>
                    <a:pt x="6144664" y="1518765"/>
                  </a:lnTo>
                  <a:lnTo>
                    <a:pt x="6143819" y="1518765"/>
                  </a:lnTo>
                  <a:lnTo>
                    <a:pt x="6142974" y="1518765"/>
                  </a:lnTo>
                  <a:lnTo>
                    <a:pt x="6142129" y="1518765"/>
                  </a:lnTo>
                  <a:lnTo>
                    <a:pt x="6141284" y="1518765"/>
                  </a:lnTo>
                  <a:lnTo>
                    <a:pt x="6140439" y="1518765"/>
                  </a:lnTo>
                  <a:lnTo>
                    <a:pt x="6139594" y="1518765"/>
                  </a:lnTo>
                  <a:lnTo>
                    <a:pt x="6138749" y="1518765"/>
                  </a:lnTo>
                  <a:lnTo>
                    <a:pt x="6137904" y="1518765"/>
                  </a:lnTo>
                  <a:lnTo>
                    <a:pt x="6137059" y="1518765"/>
                  </a:lnTo>
                  <a:lnTo>
                    <a:pt x="6136213" y="1518765"/>
                  </a:lnTo>
                  <a:lnTo>
                    <a:pt x="6135368" y="1518765"/>
                  </a:lnTo>
                  <a:lnTo>
                    <a:pt x="6134523" y="1518765"/>
                  </a:lnTo>
                  <a:lnTo>
                    <a:pt x="6133678" y="1518765"/>
                  </a:lnTo>
                  <a:lnTo>
                    <a:pt x="6132833" y="1518765"/>
                  </a:lnTo>
                  <a:lnTo>
                    <a:pt x="6131988" y="1518765"/>
                  </a:lnTo>
                  <a:lnTo>
                    <a:pt x="6131143" y="1518765"/>
                  </a:lnTo>
                  <a:lnTo>
                    <a:pt x="6130298" y="1518765"/>
                  </a:lnTo>
                  <a:lnTo>
                    <a:pt x="6129453" y="1518765"/>
                  </a:lnTo>
                  <a:lnTo>
                    <a:pt x="6128608" y="1518765"/>
                  </a:lnTo>
                  <a:lnTo>
                    <a:pt x="6127763" y="1518765"/>
                  </a:lnTo>
                  <a:lnTo>
                    <a:pt x="6126917" y="1518765"/>
                  </a:lnTo>
                  <a:lnTo>
                    <a:pt x="6126072" y="1518765"/>
                  </a:lnTo>
                  <a:lnTo>
                    <a:pt x="6125227" y="1518765"/>
                  </a:lnTo>
                  <a:lnTo>
                    <a:pt x="6124382" y="1518765"/>
                  </a:lnTo>
                  <a:lnTo>
                    <a:pt x="6123537" y="1518765"/>
                  </a:lnTo>
                  <a:lnTo>
                    <a:pt x="6122692" y="1518765"/>
                  </a:lnTo>
                  <a:lnTo>
                    <a:pt x="6121847" y="1518765"/>
                  </a:lnTo>
                  <a:lnTo>
                    <a:pt x="6121002" y="1518765"/>
                  </a:lnTo>
                  <a:lnTo>
                    <a:pt x="6120157" y="1518765"/>
                  </a:lnTo>
                  <a:lnTo>
                    <a:pt x="6119312" y="1518765"/>
                  </a:lnTo>
                  <a:lnTo>
                    <a:pt x="6118467" y="1518765"/>
                  </a:lnTo>
                  <a:lnTo>
                    <a:pt x="6117621" y="1518765"/>
                  </a:lnTo>
                  <a:lnTo>
                    <a:pt x="6116776" y="1518765"/>
                  </a:lnTo>
                  <a:lnTo>
                    <a:pt x="6115931" y="1518765"/>
                  </a:lnTo>
                  <a:lnTo>
                    <a:pt x="6115086" y="1518765"/>
                  </a:lnTo>
                  <a:lnTo>
                    <a:pt x="6114241" y="1518765"/>
                  </a:lnTo>
                  <a:lnTo>
                    <a:pt x="6113396" y="1518765"/>
                  </a:lnTo>
                  <a:lnTo>
                    <a:pt x="6112551" y="1518765"/>
                  </a:lnTo>
                  <a:lnTo>
                    <a:pt x="6111706" y="1518765"/>
                  </a:lnTo>
                  <a:lnTo>
                    <a:pt x="6110861" y="1518765"/>
                  </a:lnTo>
                  <a:lnTo>
                    <a:pt x="6110016" y="1518765"/>
                  </a:lnTo>
                  <a:lnTo>
                    <a:pt x="6109170" y="1518765"/>
                  </a:lnTo>
                  <a:lnTo>
                    <a:pt x="6108325" y="1518765"/>
                  </a:lnTo>
                  <a:lnTo>
                    <a:pt x="6107480" y="1518765"/>
                  </a:lnTo>
                  <a:lnTo>
                    <a:pt x="6106635" y="1518765"/>
                  </a:lnTo>
                  <a:lnTo>
                    <a:pt x="6105790" y="1518765"/>
                  </a:lnTo>
                  <a:lnTo>
                    <a:pt x="6104945" y="1518765"/>
                  </a:lnTo>
                  <a:lnTo>
                    <a:pt x="6104100" y="1518765"/>
                  </a:lnTo>
                  <a:lnTo>
                    <a:pt x="6103255" y="1518765"/>
                  </a:lnTo>
                  <a:lnTo>
                    <a:pt x="6102410" y="1518765"/>
                  </a:lnTo>
                  <a:lnTo>
                    <a:pt x="6101565" y="1518765"/>
                  </a:lnTo>
                  <a:lnTo>
                    <a:pt x="6100720" y="1518765"/>
                  </a:lnTo>
                  <a:lnTo>
                    <a:pt x="6099874" y="1518765"/>
                  </a:lnTo>
                  <a:lnTo>
                    <a:pt x="6099029" y="1518765"/>
                  </a:lnTo>
                  <a:lnTo>
                    <a:pt x="6098184" y="1518765"/>
                  </a:lnTo>
                  <a:lnTo>
                    <a:pt x="6097339" y="1518765"/>
                  </a:lnTo>
                  <a:lnTo>
                    <a:pt x="6096494" y="1518765"/>
                  </a:lnTo>
                  <a:lnTo>
                    <a:pt x="6095649" y="1518765"/>
                  </a:lnTo>
                  <a:lnTo>
                    <a:pt x="6094804" y="1518765"/>
                  </a:lnTo>
                  <a:lnTo>
                    <a:pt x="6093959" y="1518765"/>
                  </a:lnTo>
                  <a:lnTo>
                    <a:pt x="6093114" y="1518765"/>
                  </a:lnTo>
                  <a:lnTo>
                    <a:pt x="6092269" y="1518765"/>
                  </a:lnTo>
                  <a:lnTo>
                    <a:pt x="6091424" y="1518765"/>
                  </a:lnTo>
                  <a:lnTo>
                    <a:pt x="6090578" y="1518765"/>
                  </a:lnTo>
                  <a:lnTo>
                    <a:pt x="6089733" y="1518765"/>
                  </a:lnTo>
                  <a:lnTo>
                    <a:pt x="6088888" y="1518765"/>
                  </a:lnTo>
                  <a:lnTo>
                    <a:pt x="6088043" y="1518765"/>
                  </a:lnTo>
                  <a:lnTo>
                    <a:pt x="6087198" y="1518765"/>
                  </a:lnTo>
                  <a:lnTo>
                    <a:pt x="6086353" y="1518765"/>
                  </a:lnTo>
                  <a:lnTo>
                    <a:pt x="6085508" y="1518765"/>
                  </a:lnTo>
                  <a:lnTo>
                    <a:pt x="6084663" y="1518765"/>
                  </a:lnTo>
                  <a:lnTo>
                    <a:pt x="6083818" y="1518765"/>
                  </a:lnTo>
                  <a:lnTo>
                    <a:pt x="6082973" y="1518765"/>
                  </a:lnTo>
                  <a:lnTo>
                    <a:pt x="6082128" y="1518765"/>
                  </a:lnTo>
                  <a:lnTo>
                    <a:pt x="6081282" y="1518765"/>
                  </a:lnTo>
                  <a:lnTo>
                    <a:pt x="6080437" y="1518765"/>
                  </a:lnTo>
                  <a:lnTo>
                    <a:pt x="6079592" y="1518765"/>
                  </a:lnTo>
                  <a:lnTo>
                    <a:pt x="6078747" y="1518765"/>
                  </a:lnTo>
                  <a:lnTo>
                    <a:pt x="6077902" y="1518765"/>
                  </a:lnTo>
                  <a:lnTo>
                    <a:pt x="6077057" y="1518765"/>
                  </a:lnTo>
                  <a:lnTo>
                    <a:pt x="6076212" y="1518765"/>
                  </a:lnTo>
                  <a:lnTo>
                    <a:pt x="6075367" y="1518765"/>
                  </a:lnTo>
                  <a:lnTo>
                    <a:pt x="6074522" y="1518765"/>
                  </a:lnTo>
                  <a:lnTo>
                    <a:pt x="6073677" y="1518765"/>
                  </a:lnTo>
                  <a:lnTo>
                    <a:pt x="6072832" y="1518765"/>
                  </a:lnTo>
                  <a:lnTo>
                    <a:pt x="6071986" y="1518765"/>
                  </a:lnTo>
                  <a:lnTo>
                    <a:pt x="6071141" y="1518765"/>
                  </a:lnTo>
                  <a:lnTo>
                    <a:pt x="6070296" y="1518765"/>
                  </a:lnTo>
                  <a:lnTo>
                    <a:pt x="6069451" y="1518765"/>
                  </a:lnTo>
                  <a:lnTo>
                    <a:pt x="6068606" y="1518765"/>
                  </a:lnTo>
                  <a:lnTo>
                    <a:pt x="6067761" y="1518765"/>
                  </a:lnTo>
                  <a:lnTo>
                    <a:pt x="6066916" y="1518765"/>
                  </a:lnTo>
                  <a:lnTo>
                    <a:pt x="6066071" y="1518765"/>
                  </a:lnTo>
                  <a:lnTo>
                    <a:pt x="6065226" y="1518765"/>
                  </a:lnTo>
                  <a:lnTo>
                    <a:pt x="6064381" y="1518765"/>
                  </a:lnTo>
                  <a:lnTo>
                    <a:pt x="6063536" y="1518765"/>
                  </a:lnTo>
                  <a:lnTo>
                    <a:pt x="6062690" y="1518765"/>
                  </a:lnTo>
                  <a:lnTo>
                    <a:pt x="6061845" y="1518765"/>
                  </a:lnTo>
                  <a:lnTo>
                    <a:pt x="6061000" y="1518765"/>
                  </a:lnTo>
                  <a:lnTo>
                    <a:pt x="6060155" y="1518765"/>
                  </a:lnTo>
                  <a:lnTo>
                    <a:pt x="6059310" y="1518765"/>
                  </a:lnTo>
                  <a:lnTo>
                    <a:pt x="6058465" y="1518765"/>
                  </a:lnTo>
                  <a:lnTo>
                    <a:pt x="6057620" y="1518765"/>
                  </a:lnTo>
                  <a:lnTo>
                    <a:pt x="6056775" y="1518765"/>
                  </a:lnTo>
                  <a:lnTo>
                    <a:pt x="6055930" y="1518765"/>
                  </a:lnTo>
                  <a:lnTo>
                    <a:pt x="6055085" y="1518765"/>
                  </a:lnTo>
                  <a:lnTo>
                    <a:pt x="6054240" y="1518765"/>
                  </a:lnTo>
                  <a:lnTo>
                    <a:pt x="6053394" y="1518765"/>
                  </a:lnTo>
                  <a:lnTo>
                    <a:pt x="6052549" y="1518765"/>
                  </a:lnTo>
                  <a:lnTo>
                    <a:pt x="6051704" y="1518765"/>
                  </a:lnTo>
                  <a:lnTo>
                    <a:pt x="6050859" y="1518765"/>
                  </a:lnTo>
                  <a:lnTo>
                    <a:pt x="6050014" y="1518765"/>
                  </a:lnTo>
                  <a:lnTo>
                    <a:pt x="6049169" y="1518765"/>
                  </a:lnTo>
                  <a:lnTo>
                    <a:pt x="6048324" y="1518765"/>
                  </a:lnTo>
                  <a:lnTo>
                    <a:pt x="6047479" y="1518765"/>
                  </a:lnTo>
                  <a:lnTo>
                    <a:pt x="6046634" y="1518765"/>
                  </a:lnTo>
                  <a:lnTo>
                    <a:pt x="6045789" y="1518765"/>
                  </a:lnTo>
                  <a:lnTo>
                    <a:pt x="6044943" y="1518765"/>
                  </a:lnTo>
                  <a:lnTo>
                    <a:pt x="6044098" y="1518765"/>
                  </a:lnTo>
                  <a:lnTo>
                    <a:pt x="6043253" y="1518765"/>
                  </a:lnTo>
                  <a:lnTo>
                    <a:pt x="6042408" y="1518765"/>
                  </a:lnTo>
                  <a:lnTo>
                    <a:pt x="6041563" y="1518765"/>
                  </a:lnTo>
                  <a:lnTo>
                    <a:pt x="6040718" y="1518765"/>
                  </a:lnTo>
                  <a:lnTo>
                    <a:pt x="6039873" y="1518765"/>
                  </a:lnTo>
                  <a:lnTo>
                    <a:pt x="6039028" y="1518765"/>
                  </a:lnTo>
                  <a:lnTo>
                    <a:pt x="6038183" y="1518765"/>
                  </a:lnTo>
                  <a:lnTo>
                    <a:pt x="6037338" y="1518765"/>
                  </a:lnTo>
                  <a:lnTo>
                    <a:pt x="6036493" y="1518765"/>
                  </a:lnTo>
                  <a:lnTo>
                    <a:pt x="6035647" y="1518765"/>
                  </a:lnTo>
                  <a:lnTo>
                    <a:pt x="6034802" y="1518765"/>
                  </a:lnTo>
                  <a:lnTo>
                    <a:pt x="6033957" y="1518765"/>
                  </a:lnTo>
                  <a:lnTo>
                    <a:pt x="6033112" y="1518765"/>
                  </a:lnTo>
                  <a:lnTo>
                    <a:pt x="6032267" y="1518765"/>
                  </a:lnTo>
                  <a:lnTo>
                    <a:pt x="6031422" y="1518765"/>
                  </a:lnTo>
                  <a:lnTo>
                    <a:pt x="6030577" y="1518765"/>
                  </a:lnTo>
                  <a:lnTo>
                    <a:pt x="6029732" y="1518765"/>
                  </a:lnTo>
                  <a:lnTo>
                    <a:pt x="6028887" y="1518765"/>
                  </a:lnTo>
                  <a:lnTo>
                    <a:pt x="6028042" y="1518765"/>
                  </a:lnTo>
                  <a:lnTo>
                    <a:pt x="6027197" y="1518765"/>
                  </a:lnTo>
                  <a:lnTo>
                    <a:pt x="6026351" y="1518765"/>
                  </a:lnTo>
                  <a:lnTo>
                    <a:pt x="6025506" y="1518765"/>
                  </a:lnTo>
                  <a:lnTo>
                    <a:pt x="6024661" y="1518765"/>
                  </a:lnTo>
                  <a:lnTo>
                    <a:pt x="6023816" y="1518765"/>
                  </a:lnTo>
                  <a:lnTo>
                    <a:pt x="6022971" y="1518765"/>
                  </a:lnTo>
                  <a:lnTo>
                    <a:pt x="6022126" y="1518765"/>
                  </a:lnTo>
                  <a:lnTo>
                    <a:pt x="6021281" y="1518765"/>
                  </a:lnTo>
                  <a:lnTo>
                    <a:pt x="6020436" y="1518765"/>
                  </a:lnTo>
                  <a:lnTo>
                    <a:pt x="6019591" y="1518765"/>
                  </a:lnTo>
                  <a:lnTo>
                    <a:pt x="6018746" y="1518765"/>
                  </a:lnTo>
                  <a:lnTo>
                    <a:pt x="6017901" y="1518765"/>
                  </a:lnTo>
                  <a:lnTo>
                    <a:pt x="6017055" y="1518765"/>
                  </a:lnTo>
                  <a:lnTo>
                    <a:pt x="6016210" y="1518765"/>
                  </a:lnTo>
                  <a:lnTo>
                    <a:pt x="6015365" y="1518765"/>
                  </a:lnTo>
                  <a:lnTo>
                    <a:pt x="6014520" y="1518765"/>
                  </a:lnTo>
                  <a:lnTo>
                    <a:pt x="6013675" y="1518765"/>
                  </a:lnTo>
                  <a:lnTo>
                    <a:pt x="6012830" y="1518765"/>
                  </a:lnTo>
                  <a:lnTo>
                    <a:pt x="6011985" y="1518765"/>
                  </a:lnTo>
                  <a:lnTo>
                    <a:pt x="6011140" y="1518765"/>
                  </a:lnTo>
                  <a:lnTo>
                    <a:pt x="6010295" y="1518765"/>
                  </a:lnTo>
                  <a:lnTo>
                    <a:pt x="6009450" y="1518765"/>
                  </a:lnTo>
                  <a:lnTo>
                    <a:pt x="6008605" y="1518765"/>
                  </a:lnTo>
                  <a:lnTo>
                    <a:pt x="6007759" y="1518765"/>
                  </a:lnTo>
                  <a:lnTo>
                    <a:pt x="6006914" y="1518765"/>
                  </a:lnTo>
                  <a:lnTo>
                    <a:pt x="6006069" y="1518765"/>
                  </a:lnTo>
                  <a:lnTo>
                    <a:pt x="6005224" y="1518765"/>
                  </a:lnTo>
                  <a:lnTo>
                    <a:pt x="6004379" y="1518765"/>
                  </a:lnTo>
                  <a:lnTo>
                    <a:pt x="6003534" y="1518765"/>
                  </a:lnTo>
                  <a:lnTo>
                    <a:pt x="6002689" y="1518765"/>
                  </a:lnTo>
                  <a:lnTo>
                    <a:pt x="6001844" y="1518765"/>
                  </a:lnTo>
                  <a:lnTo>
                    <a:pt x="6000999" y="1518765"/>
                  </a:lnTo>
                  <a:lnTo>
                    <a:pt x="6000154" y="1518765"/>
                  </a:lnTo>
                  <a:lnTo>
                    <a:pt x="5999309" y="1518765"/>
                  </a:lnTo>
                  <a:lnTo>
                    <a:pt x="5998463" y="1518765"/>
                  </a:lnTo>
                  <a:lnTo>
                    <a:pt x="5997618" y="1518765"/>
                  </a:lnTo>
                  <a:lnTo>
                    <a:pt x="5996773" y="1518765"/>
                  </a:lnTo>
                  <a:lnTo>
                    <a:pt x="5995928" y="1518765"/>
                  </a:lnTo>
                  <a:lnTo>
                    <a:pt x="5995083" y="1518765"/>
                  </a:lnTo>
                  <a:lnTo>
                    <a:pt x="5994238" y="1518765"/>
                  </a:lnTo>
                  <a:lnTo>
                    <a:pt x="5993393" y="1518765"/>
                  </a:lnTo>
                  <a:lnTo>
                    <a:pt x="5992548" y="1518765"/>
                  </a:lnTo>
                  <a:lnTo>
                    <a:pt x="5991703" y="1518765"/>
                  </a:lnTo>
                  <a:lnTo>
                    <a:pt x="5990858" y="1518765"/>
                  </a:lnTo>
                  <a:lnTo>
                    <a:pt x="5990013" y="1518765"/>
                  </a:lnTo>
                  <a:lnTo>
                    <a:pt x="5989167" y="1518765"/>
                  </a:lnTo>
                  <a:lnTo>
                    <a:pt x="5988322" y="1518765"/>
                  </a:lnTo>
                  <a:lnTo>
                    <a:pt x="5987477" y="1518765"/>
                  </a:lnTo>
                  <a:lnTo>
                    <a:pt x="5986632" y="1518765"/>
                  </a:lnTo>
                  <a:lnTo>
                    <a:pt x="5985787" y="1518765"/>
                  </a:lnTo>
                  <a:lnTo>
                    <a:pt x="5984942" y="1518765"/>
                  </a:lnTo>
                  <a:lnTo>
                    <a:pt x="5984097" y="1518765"/>
                  </a:lnTo>
                  <a:lnTo>
                    <a:pt x="5983252" y="1518765"/>
                  </a:lnTo>
                  <a:lnTo>
                    <a:pt x="5982407" y="1518765"/>
                  </a:lnTo>
                  <a:lnTo>
                    <a:pt x="5981562" y="1518765"/>
                  </a:lnTo>
                  <a:lnTo>
                    <a:pt x="5980716" y="1518765"/>
                  </a:lnTo>
                  <a:lnTo>
                    <a:pt x="5979871" y="1518765"/>
                  </a:lnTo>
                  <a:lnTo>
                    <a:pt x="5979026" y="1518765"/>
                  </a:lnTo>
                  <a:lnTo>
                    <a:pt x="5978181" y="1518765"/>
                  </a:lnTo>
                  <a:lnTo>
                    <a:pt x="5977336" y="1518765"/>
                  </a:lnTo>
                  <a:lnTo>
                    <a:pt x="5976491" y="1518765"/>
                  </a:lnTo>
                  <a:lnTo>
                    <a:pt x="5975646" y="1518765"/>
                  </a:lnTo>
                  <a:lnTo>
                    <a:pt x="5974801" y="1518765"/>
                  </a:lnTo>
                  <a:lnTo>
                    <a:pt x="5973956" y="1518765"/>
                  </a:lnTo>
                  <a:lnTo>
                    <a:pt x="5973111" y="1518765"/>
                  </a:lnTo>
                  <a:lnTo>
                    <a:pt x="5972266" y="1518765"/>
                  </a:lnTo>
                  <a:lnTo>
                    <a:pt x="5971420" y="1518765"/>
                  </a:lnTo>
                  <a:lnTo>
                    <a:pt x="5970575" y="1518765"/>
                  </a:lnTo>
                  <a:lnTo>
                    <a:pt x="5969730" y="1518765"/>
                  </a:lnTo>
                  <a:lnTo>
                    <a:pt x="5968885" y="1518765"/>
                  </a:lnTo>
                  <a:lnTo>
                    <a:pt x="5968040" y="1518765"/>
                  </a:lnTo>
                  <a:lnTo>
                    <a:pt x="5967195" y="1518765"/>
                  </a:lnTo>
                  <a:lnTo>
                    <a:pt x="5966350" y="1518765"/>
                  </a:lnTo>
                  <a:lnTo>
                    <a:pt x="5965505" y="1518765"/>
                  </a:lnTo>
                  <a:lnTo>
                    <a:pt x="5964660" y="1518765"/>
                  </a:lnTo>
                  <a:lnTo>
                    <a:pt x="5963815" y="1518765"/>
                  </a:lnTo>
                  <a:lnTo>
                    <a:pt x="5962970" y="1518765"/>
                  </a:lnTo>
                  <a:lnTo>
                    <a:pt x="5962124" y="1518765"/>
                  </a:lnTo>
                  <a:lnTo>
                    <a:pt x="5961279" y="1518765"/>
                  </a:lnTo>
                  <a:lnTo>
                    <a:pt x="5960434" y="1518765"/>
                  </a:lnTo>
                  <a:lnTo>
                    <a:pt x="5959589" y="1518765"/>
                  </a:lnTo>
                  <a:lnTo>
                    <a:pt x="5958744" y="1518765"/>
                  </a:lnTo>
                  <a:lnTo>
                    <a:pt x="5957899" y="1518765"/>
                  </a:lnTo>
                  <a:lnTo>
                    <a:pt x="5957054" y="1518765"/>
                  </a:lnTo>
                  <a:lnTo>
                    <a:pt x="5956209" y="1518765"/>
                  </a:lnTo>
                  <a:lnTo>
                    <a:pt x="5955364" y="1518765"/>
                  </a:lnTo>
                  <a:lnTo>
                    <a:pt x="5954519" y="1518765"/>
                  </a:lnTo>
                  <a:lnTo>
                    <a:pt x="5953674" y="1518765"/>
                  </a:lnTo>
                  <a:lnTo>
                    <a:pt x="5952828" y="1518765"/>
                  </a:lnTo>
                  <a:lnTo>
                    <a:pt x="5951983" y="1518765"/>
                  </a:lnTo>
                  <a:lnTo>
                    <a:pt x="5951138" y="1518765"/>
                  </a:lnTo>
                  <a:lnTo>
                    <a:pt x="5950293" y="1518765"/>
                  </a:lnTo>
                  <a:lnTo>
                    <a:pt x="5949448" y="1518765"/>
                  </a:lnTo>
                  <a:lnTo>
                    <a:pt x="5948603" y="1518765"/>
                  </a:lnTo>
                  <a:lnTo>
                    <a:pt x="5947758" y="1518765"/>
                  </a:lnTo>
                  <a:lnTo>
                    <a:pt x="5946913" y="1518765"/>
                  </a:lnTo>
                  <a:lnTo>
                    <a:pt x="5946068" y="1518765"/>
                  </a:lnTo>
                  <a:lnTo>
                    <a:pt x="5945223" y="1518765"/>
                  </a:lnTo>
                  <a:lnTo>
                    <a:pt x="5944378" y="1518765"/>
                  </a:lnTo>
                  <a:lnTo>
                    <a:pt x="5943532" y="1518765"/>
                  </a:lnTo>
                  <a:lnTo>
                    <a:pt x="5942687" y="1518765"/>
                  </a:lnTo>
                  <a:lnTo>
                    <a:pt x="5941842" y="1518765"/>
                  </a:lnTo>
                  <a:lnTo>
                    <a:pt x="5940997" y="1518765"/>
                  </a:lnTo>
                  <a:lnTo>
                    <a:pt x="5940152" y="1518765"/>
                  </a:lnTo>
                  <a:lnTo>
                    <a:pt x="5939307" y="1518765"/>
                  </a:lnTo>
                  <a:lnTo>
                    <a:pt x="5938462" y="1518765"/>
                  </a:lnTo>
                  <a:lnTo>
                    <a:pt x="5937617" y="1518765"/>
                  </a:lnTo>
                  <a:lnTo>
                    <a:pt x="5936772" y="1518765"/>
                  </a:lnTo>
                  <a:lnTo>
                    <a:pt x="5935927" y="1518765"/>
                  </a:lnTo>
                  <a:lnTo>
                    <a:pt x="5935082" y="1518765"/>
                  </a:lnTo>
                  <a:lnTo>
                    <a:pt x="5934236" y="1518765"/>
                  </a:lnTo>
                  <a:lnTo>
                    <a:pt x="5933391" y="1518765"/>
                  </a:lnTo>
                  <a:lnTo>
                    <a:pt x="5932546" y="1518765"/>
                  </a:lnTo>
                  <a:lnTo>
                    <a:pt x="5931701" y="1518765"/>
                  </a:lnTo>
                  <a:lnTo>
                    <a:pt x="5930856" y="1518765"/>
                  </a:lnTo>
                  <a:lnTo>
                    <a:pt x="5930011" y="1518765"/>
                  </a:lnTo>
                  <a:lnTo>
                    <a:pt x="5929166" y="1518765"/>
                  </a:lnTo>
                  <a:lnTo>
                    <a:pt x="5928321" y="1518765"/>
                  </a:lnTo>
                  <a:lnTo>
                    <a:pt x="5927476" y="1518765"/>
                  </a:lnTo>
                  <a:lnTo>
                    <a:pt x="5926631" y="1518765"/>
                  </a:lnTo>
                  <a:lnTo>
                    <a:pt x="5925786" y="1518765"/>
                  </a:lnTo>
                  <a:lnTo>
                    <a:pt x="5924940" y="1518765"/>
                  </a:lnTo>
                  <a:lnTo>
                    <a:pt x="5924095" y="1518765"/>
                  </a:lnTo>
                  <a:lnTo>
                    <a:pt x="5923250" y="1518765"/>
                  </a:lnTo>
                  <a:lnTo>
                    <a:pt x="5922405" y="1518765"/>
                  </a:lnTo>
                  <a:lnTo>
                    <a:pt x="5921560" y="1518765"/>
                  </a:lnTo>
                  <a:lnTo>
                    <a:pt x="5920715" y="1518765"/>
                  </a:lnTo>
                  <a:lnTo>
                    <a:pt x="5919870" y="1518765"/>
                  </a:lnTo>
                  <a:lnTo>
                    <a:pt x="5919025" y="1518765"/>
                  </a:lnTo>
                  <a:lnTo>
                    <a:pt x="5918180" y="1518765"/>
                  </a:lnTo>
                  <a:lnTo>
                    <a:pt x="5917335" y="1518765"/>
                  </a:lnTo>
                  <a:lnTo>
                    <a:pt x="5916489" y="1518765"/>
                  </a:lnTo>
                  <a:lnTo>
                    <a:pt x="5915644" y="1518765"/>
                  </a:lnTo>
                  <a:lnTo>
                    <a:pt x="5914799" y="1518765"/>
                  </a:lnTo>
                  <a:lnTo>
                    <a:pt x="5913954" y="1518765"/>
                  </a:lnTo>
                  <a:lnTo>
                    <a:pt x="5913109" y="1518765"/>
                  </a:lnTo>
                  <a:lnTo>
                    <a:pt x="5912264" y="1518765"/>
                  </a:lnTo>
                  <a:lnTo>
                    <a:pt x="5911419" y="1518765"/>
                  </a:lnTo>
                  <a:lnTo>
                    <a:pt x="5910574" y="1518765"/>
                  </a:lnTo>
                  <a:lnTo>
                    <a:pt x="5909729" y="1518765"/>
                  </a:lnTo>
                  <a:lnTo>
                    <a:pt x="5908884" y="1518765"/>
                  </a:lnTo>
                  <a:lnTo>
                    <a:pt x="5908039" y="1518765"/>
                  </a:lnTo>
                  <a:lnTo>
                    <a:pt x="5907193" y="1518765"/>
                  </a:lnTo>
                  <a:lnTo>
                    <a:pt x="5906348" y="1518765"/>
                  </a:lnTo>
                  <a:lnTo>
                    <a:pt x="5905503" y="1518765"/>
                  </a:lnTo>
                  <a:lnTo>
                    <a:pt x="5904658" y="1518765"/>
                  </a:lnTo>
                  <a:lnTo>
                    <a:pt x="5903813" y="1518765"/>
                  </a:lnTo>
                  <a:lnTo>
                    <a:pt x="5902968" y="1518765"/>
                  </a:lnTo>
                  <a:lnTo>
                    <a:pt x="5902123" y="1518765"/>
                  </a:lnTo>
                  <a:lnTo>
                    <a:pt x="5901278" y="1518765"/>
                  </a:lnTo>
                  <a:lnTo>
                    <a:pt x="5900433" y="1518765"/>
                  </a:lnTo>
                  <a:lnTo>
                    <a:pt x="5899588" y="1518765"/>
                  </a:lnTo>
                  <a:lnTo>
                    <a:pt x="5898743" y="1518765"/>
                  </a:lnTo>
                  <a:lnTo>
                    <a:pt x="5897897" y="1518765"/>
                  </a:lnTo>
                  <a:lnTo>
                    <a:pt x="5897052" y="1518765"/>
                  </a:lnTo>
                  <a:lnTo>
                    <a:pt x="5896207" y="1518765"/>
                  </a:lnTo>
                  <a:lnTo>
                    <a:pt x="5895362" y="1518765"/>
                  </a:lnTo>
                  <a:lnTo>
                    <a:pt x="5894517" y="1518765"/>
                  </a:lnTo>
                  <a:lnTo>
                    <a:pt x="5893672" y="1518765"/>
                  </a:lnTo>
                  <a:lnTo>
                    <a:pt x="5892827" y="1518765"/>
                  </a:lnTo>
                  <a:lnTo>
                    <a:pt x="5891982" y="1518765"/>
                  </a:lnTo>
                  <a:lnTo>
                    <a:pt x="5891137" y="1518765"/>
                  </a:lnTo>
                  <a:lnTo>
                    <a:pt x="5890292" y="1518765"/>
                  </a:lnTo>
                  <a:lnTo>
                    <a:pt x="5889447" y="1518765"/>
                  </a:lnTo>
                  <a:lnTo>
                    <a:pt x="5888601" y="1518765"/>
                  </a:lnTo>
                  <a:lnTo>
                    <a:pt x="5887756" y="1518765"/>
                  </a:lnTo>
                  <a:lnTo>
                    <a:pt x="5886911" y="1518765"/>
                  </a:lnTo>
                  <a:lnTo>
                    <a:pt x="5886066" y="1518765"/>
                  </a:lnTo>
                  <a:lnTo>
                    <a:pt x="5885221" y="1518765"/>
                  </a:lnTo>
                  <a:lnTo>
                    <a:pt x="5884376" y="1518765"/>
                  </a:lnTo>
                  <a:lnTo>
                    <a:pt x="5883531" y="1518765"/>
                  </a:lnTo>
                  <a:lnTo>
                    <a:pt x="5882686" y="1518765"/>
                  </a:lnTo>
                  <a:lnTo>
                    <a:pt x="5881841" y="1518765"/>
                  </a:lnTo>
                  <a:lnTo>
                    <a:pt x="5880996" y="1518765"/>
                  </a:lnTo>
                  <a:lnTo>
                    <a:pt x="5880151" y="1518765"/>
                  </a:lnTo>
                  <a:lnTo>
                    <a:pt x="5879305" y="1518765"/>
                  </a:lnTo>
                  <a:lnTo>
                    <a:pt x="5878460" y="1518765"/>
                  </a:lnTo>
                  <a:lnTo>
                    <a:pt x="5877615" y="1518765"/>
                  </a:lnTo>
                  <a:lnTo>
                    <a:pt x="5876770" y="1518765"/>
                  </a:lnTo>
                  <a:lnTo>
                    <a:pt x="5875925" y="1518765"/>
                  </a:lnTo>
                  <a:lnTo>
                    <a:pt x="5875080" y="1518765"/>
                  </a:lnTo>
                  <a:lnTo>
                    <a:pt x="5874235" y="1518765"/>
                  </a:lnTo>
                  <a:lnTo>
                    <a:pt x="5873390" y="1518765"/>
                  </a:lnTo>
                  <a:lnTo>
                    <a:pt x="5872545" y="1518765"/>
                  </a:lnTo>
                  <a:lnTo>
                    <a:pt x="5871700" y="1518765"/>
                  </a:lnTo>
                  <a:lnTo>
                    <a:pt x="5870855" y="1518765"/>
                  </a:lnTo>
                  <a:lnTo>
                    <a:pt x="5870009" y="1518765"/>
                  </a:lnTo>
                  <a:lnTo>
                    <a:pt x="5869164" y="1518765"/>
                  </a:lnTo>
                  <a:lnTo>
                    <a:pt x="5868319" y="1518765"/>
                  </a:lnTo>
                  <a:lnTo>
                    <a:pt x="5867474" y="1518765"/>
                  </a:lnTo>
                  <a:lnTo>
                    <a:pt x="5866629" y="1518765"/>
                  </a:lnTo>
                  <a:lnTo>
                    <a:pt x="5865784" y="1518765"/>
                  </a:lnTo>
                  <a:lnTo>
                    <a:pt x="5864939" y="1518765"/>
                  </a:lnTo>
                  <a:lnTo>
                    <a:pt x="5864094" y="1518765"/>
                  </a:lnTo>
                  <a:lnTo>
                    <a:pt x="5863249" y="1518765"/>
                  </a:lnTo>
                  <a:lnTo>
                    <a:pt x="5862404" y="1518765"/>
                  </a:lnTo>
                  <a:lnTo>
                    <a:pt x="5861559" y="1518765"/>
                  </a:lnTo>
                  <a:lnTo>
                    <a:pt x="5860713" y="1518765"/>
                  </a:lnTo>
                  <a:lnTo>
                    <a:pt x="5859868" y="1518765"/>
                  </a:lnTo>
                  <a:lnTo>
                    <a:pt x="5859023" y="1518765"/>
                  </a:lnTo>
                  <a:lnTo>
                    <a:pt x="5858178" y="1518765"/>
                  </a:lnTo>
                  <a:lnTo>
                    <a:pt x="5857333" y="1518765"/>
                  </a:lnTo>
                  <a:lnTo>
                    <a:pt x="5856488" y="1518765"/>
                  </a:lnTo>
                  <a:lnTo>
                    <a:pt x="5855643" y="1518765"/>
                  </a:lnTo>
                  <a:lnTo>
                    <a:pt x="5854798" y="1518765"/>
                  </a:lnTo>
                  <a:lnTo>
                    <a:pt x="5853953" y="1518765"/>
                  </a:lnTo>
                  <a:lnTo>
                    <a:pt x="5853108" y="1518765"/>
                  </a:lnTo>
                  <a:lnTo>
                    <a:pt x="5852262" y="1518765"/>
                  </a:lnTo>
                  <a:lnTo>
                    <a:pt x="5851417" y="1518765"/>
                  </a:lnTo>
                  <a:lnTo>
                    <a:pt x="5850572" y="1518765"/>
                  </a:lnTo>
                  <a:lnTo>
                    <a:pt x="5849727" y="1518765"/>
                  </a:lnTo>
                  <a:lnTo>
                    <a:pt x="5848882" y="1518765"/>
                  </a:lnTo>
                  <a:lnTo>
                    <a:pt x="5848037" y="1518765"/>
                  </a:lnTo>
                  <a:lnTo>
                    <a:pt x="5847192" y="1518765"/>
                  </a:lnTo>
                  <a:lnTo>
                    <a:pt x="5846347" y="1518765"/>
                  </a:lnTo>
                  <a:lnTo>
                    <a:pt x="5845502" y="1518765"/>
                  </a:lnTo>
                  <a:lnTo>
                    <a:pt x="5844657" y="1518765"/>
                  </a:lnTo>
                  <a:lnTo>
                    <a:pt x="5843812" y="1518765"/>
                  </a:lnTo>
                  <a:lnTo>
                    <a:pt x="5842966" y="1518765"/>
                  </a:lnTo>
                  <a:lnTo>
                    <a:pt x="5842121" y="1518765"/>
                  </a:lnTo>
                  <a:lnTo>
                    <a:pt x="5841276" y="1518765"/>
                  </a:lnTo>
                  <a:lnTo>
                    <a:pt x="5840431" y="1518765"/>
                  </a:lnTo>
                  <a:lnTo>
                    <a:pt x="5839586" y="1518765"/>
                  </a:lnTo>
                  <a:lnTo>
                    <a:pt x="5838741" y="1518765"/>
                  </a:lnTo>
                  <a:lnTo>
                    <a:pt x="5837896" y="1518765"/>
                  </a:lnTo>
                  <a:lnTo>
                    <a:pt x="5837051" y="1518765"/>
                  </a:lnTo>
                  <a:lnTo>
                    <a:pt x="5836206" y="1518765"/>
                  </a:lnTo>
                  <a:lnTo>
                    <a:pt x="5835361" y="1518765"/>
                  </a:lnTo>
                  <a:lnTo>
                    <a:pt x="5834516" y="1518765"/>
                  </a:lnTo>
                  <a:lnTo>
                    <a:pt x="5833670" y="1518765"/>
                  </a:lnTo>
                  <a:lnTo>
                    <a:pt x="5832825" y="1518765"/>
                  </a:lnTo>
                  <a:lnTo>
                    <a:pt x="5831980" y="1518765"/>
                  </a:lnTo>
                  <a:lnTo>
                    <a:pt x="5831135" y="1518765"/>
                  </a:lnTo>
                  <a:lnTo>
                    <a:pt x="5830290" y="1518765"/>
                  </a:lnTo>
                  <a:lnTo>
                    <a:pt x="5829445" y="1518765"/>
                  </a:lnTo>
                  <a:lnTo>
                    <a:pt x="5828600" y="1518765"/>
                  </a:lnTo>
                  <a:lnTo>
                    <a:pt x="5827755" y="1518765"/>
                  </a:lnTo>
                  <a:lnTo>
                    <a:pt x="5826910" y="1518765"/>
                  </a:lnTo>
                  <a:lnTo>
                    <a:pt x="5826065" y="1518765"/>
                  </a:lnTo>
                  <a:lnTo>
                    <a:pt x="5825220" y="1518765"/>
                  </a:lnTo>
                  <a:lnTo>
                    <a:pt x="5824374" y="1518765"/>
                  </a:lnTo>
                  <a:lnTo>
                    <a:pt x="5823529" y="1518765"/>
                  </a:lnTo>
                  <a:lnTo>
                    <a:pt x="5822684" y="1518765"/>
                  </a:lnTo>
                  <a:lnTo>
                    <a:pt x="5821839" y="1518765"/>
                  </a:lnTo>
                  <a:lnTo>
                    <a:pt x="5820994" y="1518765"/>
                  </a:lnTo>
                  <a:lnTo>
                    <a:pt x="5820149" y="1518765"/>
                  </a:lnTo>
                  <a:lnTo>
                    <a:pt x="5819304" y="1518765"/>
                  </a:lnTo>
                  <a:lnTo>
                    <a:pt x="5818459" y="1518765"/>
                  </a:lnTo>
                  <a:lnTo>
                    <a:pt x="5817614" y="1518765"/>
                  </a:lnTo>
                  <a:lnTo>
                    <a:pt x="5816769" y="1518765"/>
                  </a:lnTo>
                  <a:lnTo>
                    <a:pt x="5815924" y="1518765"/>
                  </a:lnTo>
                  <a:lnTo>
                    <a:pt x="5815078" y="1518765"/>
                  </a:lnTo>
                  <a:lnTo>
                    <a:pt x="5814233" y="1518765"/>
                  </a:lnTo>
                  <a:lnTo>
                    <a:pt x="5813388" y="1518765"/>
                  </a:lnTo>
                  <a:lnTo>
                    <a:pt x="5812543" y="1518765"/>
                  </a:lnTo>
                  <a:lnTo>
                    <a:pt x="5811698" y="1518765"/>
                  </a:lnTo>
                  <a:lnTo>
                    <a:pt x="5810853" y="1518765"/>
                  </a:lnTo>
                  <a:lnTo>
                    <a:pt x="5810008" y="1518765"/>
                  </a:lnTo>
                  <a:lnTo>
                    <a:pt x="5809163" y="1518765"/>
                  </a:lnTo>
                  <a:lnTo>
                    <a:pt x="5808318" y="1518765"/>
                  </a:lnTo>
                  <a:lnTo>
                    <a:pt x="5807473" y="1518765"/>
                  </a:lnTo>
                  <a:lnTo>
                    <a:pt x="5806628" y="1518765"/>
                  </a:lnTo>
                  <a:lnTo>
                    <a:pt x="5805782" y="1518765"/>
                  </a:lnTo>
                  <a:lnTo>
                    <a:pt x="5804937" y="1518765"/>
                  </a:lnTo>
                  <a:lnTo>
                    <a:pt x="5804092" y="1518765"/>
                  </a:lnTo>
                  <a:lnTo>
                    <a:pt x="5803247" y="1518765"/>
                  </a:lnTo>
                  <a:lnTo>
                    <a:pt x="5802402" y="1518765"/>
                  </a:lnTo>
                  <a:lnTo>
                    <a:pt x="5801557" y="1518765"/>
                  </a:lnTo>
                  <a:lnTo>
                    <a:pt x="5800712" y="1518765"/>
                  </a:lnTo>
                  <a:lnTo>
                    <a:pt x="5799867" y="1518765"/>
                  </a:lnTo>
                  <a:lnTo>
                    <a:pt x="5799022" y="1518765"/>
                  </a:lnTo>
                  <a:lnTo>
                    <a:pt x="5798177" y="1518765"/>
                  </a:lnTo>
                  <a:lnTo>
                    <a:pt x="5797332" y="1518765"/>
                  </a:lnTo>
                  <a:lnTo>
                    <a:pt x="5796486" y="1518765"/>
                  </a:lnTo>
                  <a:lnTo>
                    <a:pt x="5795641" y="1518765"/>
                  </a:lnTo>
                  <a:lnTo>
                    <a:pt x="5794796" y="1518765"/>
                  </a:lnTo>
                  <a:lnTo>
                    <a:pt x="5793951" y="1518765"/>
                  </a:lnTo>
                  <a:lnTo>
                    <a:pt x="5793106" y="1518765"/>
                  </a:lnTo>
                  <a:lnTo>
                    <a:pt x="5792261" y="1518765"/>
                  </a:lnTo>
                  <a:lnTo>
                    <a:pt x="5791416" y="1518765"/>
                  </a:lnTo>
                  <a:lnTo>
                    <a:pt x="5790571" y="1518765"/>
                  </a:lnTo>
                  <a:lnTo>
                    <a:pt x="5789726" y="1518765"/>
                  </a:lnTo>
                  <a:lnTo>
                    <a:pt x="5788881" y="1518765"/>
                  </a:lnTo>
                  <a:lnTo>
                    <a:pt x="5788035" y="1518765"/>
                  </a:lnTo>
                  <a:lnTo>
                    <a:pt x="5787190" y="1518765"/>
                  </a:lnTo>
                  <a:lnTo>
                    <a:pt x="5786345" y="1518765"/>
                  </a:lnTo>
                  <a:lnTo>
                    <a:pt x="5785500" y="1518765"/>
                  </a:lnTo>
                  <a:lnTo>
                    <a:pt x="5784655" y="1518765"/>
                  </a:lnTo>
                  <a:lnTo>
                    <a:pt x="5783810" y="1518765"/>
                  </a:lnTo>
                  <a:lnTo>
                    <a:pt x="5782965" y="1518765"/>
                  </a:lnTo>
                  <a:lnTo>
                    <a:pt x="5782120" y="1518765"/>
                  </a:lnTo>
                  <a:lnTo>
                    <a:pt x="5781275" y="1518765"/>
                  </a:lnTo>
                  <a:lnTo>
                    <a:pt x="5780430" y="1518765"/>
                  </a:lnTo>
                  <a:lnTo>
                    <a:pt x="5779585" y="1518765"/>
                  </a:lnTo>
                  <a:lnTo>
                    <a:pt x="5778739" y="1518765"/>
                  </a:lnTo>
                  <a:lnTo>
                    <a:pt x="5777894" y="1518765"/>
                  </a:lnTo>
                  <a:lnTo>
                    <a:pt x="5777049" y="1518765"/>
                  </a:lnTo>
                  <a:lnTo>
                    <a:pt x="5776204" y="1518765"/>
                  </a:lnTo>
                  <a:lnTo>
                    <a:pt x="5775359" y="1518765"/>
                  </a:lnTo>
                  <a:lnTo>
                    <a:pt x="5774514" y="1518765"/>
                  </a:lnTo>
                  <a:lnTo>
                    <a:pt x="5773669" y="1518765"/>
                  </a:lnTo>
                  <a:lnTo>
                    <a:pt x="5772824" y="1518765"/>
                  </a:lnTo>
                  <a:lnTo>
                    <a:pt x="5771979" y="1518765"/>
                  </a:lnTo>
                  <a:lnTo>
                    <a:pt x="5771134" y="1518765"/>
                  </a:lnTo>
                  <a:lnTo>
                    <a:pt x="5770289" y="1518765"/>
                  </a:lnTo>
                  <a:lnTo>
                    <a:pt x="5769443" y="1518765"/>
                  </a:lnTo>
                  <a:lnTo>
                    <a:pt x="5768598" y="1518765"/>
                  </a:lnTo>
                  <a:lnTo>
                    <a:pt x="5767753" y="1518765"/>
                  </a:lnTo>
                  <a:lnTo>
                    <a:pt x="5766908" y="1518765"/>
                  </a:lnTo>
                  <a:lnTo>
                    <a:pt x="5766063" y="1518765"/>
                  </a:lnTo>
                  <a:lnTo>
                    <a:pt x="5765218" y="1518765"/>
                  </a:lnTo>
                  <a:lnTo>
                    <a:pt x="5764373" y="1518765"/>
                  </a:lnTo>
                  <a:lnTo>
                    <a:pt x="5763528" y="1518765"/>
                  </a:lnTo>
                  <a:lnTo>
                    <a:pt x="5762683" y="1518765"/>
                  </a:lnTo>
                  <a:lnTo>
                    <a:pt x="5761838" y="1518765"/>
                  </a:lnTo>
                  <a:lnTo>
                    <a:pt x="5760993" y="1518765"/>
                  </a:lnTo>
                  <a:lnTo>
                    <a:pt x="5760147" y="1518765"/>
                  </a:lnTo>
                  <a:lnTo>
                    <a:pt x="5759302" y="1518765"/>
                  </a:lnTo>
                  <a:lnTo>
                    <a:pt x="5758457" y="1518765"/>
                  </a:lnTo>
                  <a:lnTo>
                    <a:pt x="5757612" y="1518765"/>
                  </a:lnTo>
                  <a:lnTo>
                    <a:pt x="5756767" y="1518765"/>
                  </a:lnTo>
                  <a:lnTo>
                    <a:pt x="5755922" y="1518765"/>
                  </a:lnTo>
                  <a:lnTo>
                    <a:pt x="5755077" y="1518765"/>
                  </a:lnTo>
                  <a:lnTo>
                    <a:pt x="5754232" y="1518765"/>
                  </a:lnTo>
                  <a:lnTo>
                    <a:pt x="5753387" y="1518765"/>
                  </a:lnTo>
                  <a:lnTo>
                    <a:pt x="5752542" y="1518765"/>
                  </a:lnTo>
                  <a:lnTo>
                    <a:pt x="5751697" y="1518765"/>
                  </a:lnTo>
                  <a:lnTo>
                    <a:pt x="5750851" y="1518765"/>
                  </a:lnTo>
                  <a:lnTo>
                    <a:pt x="5750006" y="1518765"/>
                  </a:lnTo>
                  <a:lnTo>
                    <a:pt x="5749161" y="1518765"/>
                  </a:lnTo>
                  <a:lnTo>
                    <a:pt x="5748316" y="1518765"/>
                  </a:lnTo>
                  <a:lnTo>
                    <a:pt x="5747471" y="1518765"/>
                  </a:lnTo>
                  <a:lnTo>
                    <a:pt x="5746626" y="1518765"/>
                  </a:lnTo>
                  <a:lnTo>
                    <a:pt x="5745781" y="1518765"/>
                  </a:lnTo>
                  <a:lnTo>
                    <a:pt x="5744936" y="1518765"/>
                  </a:lnTo>
                  <a:lnTo>
                    <a:pt x="5744091" y="1518765"/>
                  </a:lnTo>
                  <a:lnTo>
                    <a:pt x="5743246" y="1518765"/>
                  </a:lnTo>
                  <a:lnTo>
                    <a:pt x="5742401" y="1518765"/>
                  </a:lnTo>
                  <a:lnTo>
                    <a:pt x="5741555" y="1518765"/>
                  </a:lnTo>
                  <a:lnTo>
                    <a:pt x="5740710" y="1518765"/>
                  </a:lnTo>
                  <a:lnTo>
                    <a:pt x="5739865" y="1518765"/>
                  </a:lnTo>
                  <a:lnTo>
                    <a:pt x="5739020" y="1518765"/>
                  </a:lnTo>
                  <a:lnTo>
                    <a:pt x="5738175" y="1518765"/>
                  </a:lnTo>
                  <a:lnTo>
                    <a:pt x="5737330" y="1518765"/>
                  </a:lnTo>
                  <a:lnTo>
                    <a:pt x="5736485" y="1518765"/>
                  </a:lnTo>
                  <a:lnTo>
                    <a:pt x="5735640" y="1518765"/>
                  </a:lnTo>
                  <a:lnTo>
                    <a:pt x="5734795" y="1518765"/>
                  </a:lnTo>
                  <a:lnTo>
                    <a:pt x="5733950" y="1518765"/>
                  </a:lnTo>
                  <a:lnTo>
                    <a:pt x="5733104" y="1518765"/>
                  </a:lnTo>
                  <a:lnTo>
                    <a:pt x="5732259" y="1518765"/>
                  </a:lnTo>
                  <a:lnTo>
                    <a:pt x="5731414" y="1518765"/>
                  </a:lnTo>
                  <a:lnTo>
                    <a:pt x="5730569" y="1518765"/>
                  </a:lnTo>
                  <a:lnTo>
                    <a:pt x="5729724" y="1518765"/>
                  </a:lnTo>
                  <a:lnTo>
                    <a:pt x="5728879" y="1518765"/>
                  </a:lnTo>
                  <a:lnTo>
                    <a:pt x="5728034" y="1518765"/>
                  </a:lnTo>
                  <a:lnTo>
                    <a:pt x="5727189" y="1518765"/>
                  </a:lnTo>
                  <a:lnTo>
                    <a:pt x="5726344" y="1518765"/>
                  </a:lnTo>
                  <a:lnTo>
                    <a:pt x="5725499" y="1518765"/>
                  </a:lnTo>
                  <a:lnTo>
                    <a:pt x="5724654" y="1518765"/>
                  </a:lnTo>
                  <a:lnTo>
                    <a:pt x="5723808" y="1518765"/>
                  </a:lnTo>
                  <a:lnTo>
                    <a:pt x="5722963" y="1518765"/>
                  </a:lnTo>
                  <a:lnTo>
                    <a:pt x="5722118" y="1518765"/>
                  </a:lnTo>
                  <a:lnTo>
                    <a:pt x="5721273" y="1518765"/>
                  </a:lnTo>
                  <a:lnTo>
                    <a:pt x="5720428" y="1518765"/>
                  </a:lnTo>
                  <a:lnTo>
                    <a:pt x="5719583" y="1518765"/>
                  </a:lnTo>
                  <a:lnTo>
                    <a:pt x="5718738" y="1518765"/>
                  </a:lnTo>
                  <a:lnTo>
                    <a:pt x="5717893" y="1518765"/>
                  </a:lnTo>
                  <a:lnTo>
                    <a:pt x="5717048" y="1518765"/>
                  </a:lnTo>
                  <a:lnTo>
                    <a:pt x="5716203" y="1518765"/>
                  </a:lnTo>
                  <a:lnTo>
                    <a:pt x="5715358" y="1518765"/>
                  </a:lnTo>
                  <a:lnTo>
                    <a:pt x="5714512" y="1518765"/>
                  </a:lnTo>
                  <a:lnTo>
                    <a:pt x="5713667" y="1518765"/>
                  </a:lnTo>
                  <a:lnTo>
                    <a:pt x="5712822" y="1518765"/>
                  </a:lnTo>
                  <a:lnTo>
                    <a:pt x="5711977" y="1518765"/>
                  </a:lnTo>
                  <a:lnTo>
                    <a:pt x="5711132" y="1518765"/>
                  </a:lnTo>
                  <a:lnTo>
                    <a:pt x="5710287" y="1518765"/>
                  </a:lnTo>
                  <a:lnTo>
                    <a:pt x="5709442" y="1518765"/>
                  </a:lnTo>
                  <a:lnTo>
                    <a:pt x="5708597" y="1518765"/>
                  </a:lnTo>
                  <a:lnTo>
                    <a:pt x="5707752" y="1518765"/>
                  </a:lnTo>
                  <a:lnTo>
                    <a:pt x="5706907" y="1518765"/>
                  </a:lnTo>
                  <a:lnTo>
                    <a:pt x="5706062" y="1518765"/>
                  </a:lnTo>
                  <a:lnTo>
                    <a:pt x="5705216" y="1518765"/>
                  </a:lnTo>
                  <a:lnTo>
                    <a:pt x="5704371" y="1518765"/>
                  </a:lnTo>
                  <a:lnTo>
                    <a:pt x="5703526" y="1518765"/>
                  </a:lnTo>
                  <a:lnTo>
                    <a:pt x="5702681" y="1518765"/>
                  </a:lnTo>
                  <a:lnTo>
                    <a:pt x="5701836" y="1518765"/>
                  </a:lnTo>
                  <a:lnTo>
                    <a:pt x="5700991" y="1518765"/>
                  </a:lnTo>
                  <a:lnTo>
                    <a:pt x="5700146" y="1518765"/>
                  </a:lnTo>
                  <a:lnTo>
                    <a:pt x="5699301" y="1518765"/>
                  </a:lnTo>
                  <a:lnTo>
                    <a:pt x="5698456" y="1518765"/>
                  </a:lnTo>
                  <a:lnTo>
                    <a:pt x="5697611" y="1518765"/>
                  </a:lnTo>
                  <a:lnTo>
                    <a:pt x="5696766" y="1518765"/>
                  </a:lnTo>
                  <a:lnTo>
                    <a:pt x="5695920" y="1518765"/>
                  </a:lnTo>
                  <a:lnTo>
                    <a:pt x="5695075" y="1518765"/>
                  </a:lnTo>
                  <a:lnTo>
                    <a:pt x="5694230" y="1518765"/>
                  </a:lnTo>
                  <a:lnTo>
                    <a:pt x="5693385" y="1518765"/>
                  </a:lnTo>
                  <a:lnTo>
                    <a:pt x="5692540" y="1518765"/>
                  </a:lnTo>
                  <a:lnTo>
                    <a:pt x="5691695" y="1518765"/>
                  </a:lnTo>
                  <a:lnTo>
                    <a:pt x="5690850" y="1518765"/>
                  </a:lnTo>
                  <a:lnTo>
                    <a:pt x="5690005" y="1518765"/>
                  </a:lnTo>
                  <a:lnTo>
                    <a:pt x="5689160" y="1518765"/>
                  </a:lnTo>
                  <a:lnTo>
                    <a:pt x="5688315" y="1518765"/>
                  </a:lnTo>
                  <a:lnTo>
                    <a:pt x="5687470" y="1518765"/>
                  </a:lnTo>
                  <a:lnTo>
                    <a:pt x="5686624" y="1518765"/>
                  </a:lnTo>
                  <a:lnTo>
                    <a:pt x="5685779" y="1518765"/>
                  </a:lnTo>
                  <a:lnTo>
                    <a:pt x="5684934" y="1518765"/>
                  </a:lnTo>
                  <a:lnTo>
                    <a:pt x="5684089" y="1518765"/>
                  </a:lnTo>
                  <a:lnTo>
                    <a:pt x="5683244" y="1518765"/>
                  </a:lnTo>
                  <a:lnTo>
                    <a:pt x="5682399" y="1518765"/>
                  </a:lnTo>
                  <a:lnTo>
                    <a:pt x="5681554" y="1518765"/>
                  </a:lnTo>
                  <a:lnTo>
                    <a:pt x="5680709" y="1518765"/>
                  </a:lnTo>
                  <a:lnTo>
                    <a:pt x="5679864" y="1518765"/>
                  </a:lnTo>
                  <a:lnTo>
                    <a:pt x="5679019" y="1518765"/>
                  </a:lnTo>
                  <a:lnTo>
                    <a:pt x="5678174" y="1518765"/>
                  </a:lnTo>
                  <a:lnTo>
                    <a:pt x="5677328" y="1518765"/>
                  </a:lnTo>
                  <a:lnTo>
                    <a:pt x="5676483" y="1518765"/>
                  </a:lnTo>
                  <a:lnTo>
                    <a:pt x="5675638" y="1518765"/>
                  </a:lnTo>
                  <a:lnTo>
                    <a:pt x="5674793" y="1518765"/>
                  </a:lnTo>
                  <a:lnTo>
                    <a:pt x="5673948" y="1518765"/>
                  </a:lnTo>
                  <a:lnTo>
                    <a:pt x="5673103" y="1518765"/>
                  </a:lnTo>
                  <a:lnTo>
                    <a:pt x="5672258" y="1518765"/>
                  </a:lnTo>
                  <a:lnTo>
                    <a:pt x="5671413" y="1518765"/>
                  </a:lnTo>
                  <a:lnTo>
                    <a:pt x="5670568" y="1518765"/>
                  </a:lnTo>
                  <a:lnTo>
                    <a:pt x="5669723" y="1518765"/>
                  </a:lnTo>
                  <a:lnTo>
                    <a:pt x="5668877" y="1518765"/>
                  </a:lnTo>
                  <a:lnTo>
                    <a:pt x="5668032" y="1518765"/>
                  </a:lnTo>
                  <a:lnTo>
                    <a:pt x="5667187" y="1518765"/>
                  </a:lnTo>
                  <a:lnTo>
                    <a:pt x="5666342" y="1518765"/>
                  </a:lnTo>
                  <a:lnTo>
                    <a:pt x="5665497" y="1518765"/>
                  </a:lnTo>
                  <a:lnTo>
                    <a:pt x="5664652" y="1518765"/>
                  </a:lnTo>
                  <a:lnTo>
                    <a:pt x="5663807" y="1518765"/>
                  </a:lnTo>
                  <a:lnTo>
                    <a:pt x="5662962" y="1518765"/>
                  </a:lnTo>
                  <a:lnTo>
                    <a:pt x="5662117" y="1518765"/>
                  </a:lnTo>
                  <a:lnTo>
                    <a:pt x="5661272" y="1518765"/>
                  </a:lnTo>
                  <a:lnTo>
                    <a:pt x="5660427" y="1518765"/>
                  </a:lnTo>
                  <a:lnTo>
                    <a:pt x="5659581" y="1518765"/>
                  </a:lnTo>
                  <a:lnTo>
                    <a:pt x="5658736" y="1518765"/>
                  </a:lnTo>
                  <a:lnTo>
                    <a:pt x="5657891" y="1518765"/>
                  </a:lnTo>
                  <a:lnTo>
                    <a:pt x="5657046" y="1518765"/>
                  </a:lnTo>
                  <a:lnTo>
                    <a:pt x="5656201" y="1518765"/>
                  </a:lnTo>
                  <a:lnTo>
                    <a:pt x="5655356" y="1518765"/>
                  </a:lnTo>
                  <a:lnTo>
                    <a:pt x="5654511" y="1518765"/>
                  </a:lnTo>
                  <a:lnTo>
                    <a:pt x="5653666" y="1518765"/>
                  </a:lnTo>
                  <a:lnTo>
                    <a:pt x="5652821" y="1518765"/>
                  </a:lnTo>
                  <a:lnTo>
                    <a:pt x="5651976" y="1518765"/>
                  </a:lnTo>
                  <a:lnTo>
                    <a:pt x="5651131" y="1518765"/>
                  </a:lnTo>
                  <a:lnTo>
                    <a:pt x="5650285" y="1518765"/>
                  </a:lnTo>
                  <a:lnTo>
                    <a:pt x="5649440" y="1518765"/>
                  </a:lnTo>
                  <a:lnTo>
                    <a:pt x="5648595" y="1518765"/>
                  </a:lnTo>
                  <a:lnTo>
                    <a:pt x="5647750" y="1518765"/>
                  </a:lnTo>
                  <a:lnTo>
                    <a:pt x="5646905" y="1518765"/>
                  </a:lnTo>
                  <a:lnTo>
                    <a:pt x="5646060" y="1518765"/>
                  </a:lnTo>
                  <a:lnTo>
                    <a:pt x="5645215" y="1518765"/>
                  </a:lnTo>
                  <a:lnTo>
                    <a:pt x="5644370" y="1518765"/>
                  </a:lnTo>
                  <a:lnTo>
                    <a:pt x="5643525" y="1518765"/>
                  </a:lnTo>
                  <a:lnTo>
                    <a:pt x="5642680" y="1518765"/>
                  </a:lnTo>
                  <a:lnTo>
                    <a:pt x="5641835" y="1518765"/>
                  </a:lnTo>
                  <a:lnTo>
                    <a:pt x="5640989" y="1518765"/>
                  </a:lnTo>
                  <a:lnTo>
                    <a:pt x="5640144" y="1518765"/>
                  </a:lnTo>
                  <a:lnTo>
                    <a:pt x="5639299" y="1518765"/>
                  </a:lnTo>
                  <a:lnTo>
                    <a:pt x="5638454" y="1518765"/>
                  </a:lnTo>
                  <a:lnTo>
                    <a:pt x="5637609" y="1518765"/>
                  </a:lnTo>
                  <a:lnTo>
                    <a:pt x="5636764" y="1518765"/>
                  </a:lnTo>
                  <a:lnTo>
                    <a:pt x="5635919" y="1518765"/>
                  </a:lnTo>
                  <a:lnTo>
                    <a:pt x="5635074" y="1518765"/>
                  </a:lnTo>
                  <a:lnTo>
                    <a:pt x="5634229" y="1518765"/>
                  </a:lnTo>
                  <a:lnTo>
                    <a:pt x="5633384" y="1518765"/>
                  </a:lnTo>
                  <a:lnTo>
                    <a:pt x="5632539" y="1518765"/>
                  </a:lnTo>
                  <a:lnTo>
                    <a:pt x="5631693" y="1518765"/>
                  </a:lnTo>
                  <a:lnTo>
                    <a:pt x="5630848" y="1518765"/>
                  </a:lnTo>
                  <a:lnTo>
                    <a:pt x="5630003" y="1518765"/>
                  </a:lnTo>
                  <a:lnTo>
                    <a:pt x="5629158" y="1518765"/>
                  </a:lnTo>
                  <a:lnTo>
                    <a:pt x="5628313" y="1518765"/>
                  </a:lnTo>
                  <a:lnTo>
                    <a:pt x="5627468" y="1518765"/>
                  </a:lnTo>
                  <a:lnTo>
                    <a:pt x="5626623" y="1518765"/>
                  </a:lnTo>
                  <a:lnTo>
                    <a:pt x="5625778" y="1518765"/>
                  </a:lnTo>
                  <a:lnTo>
                    <a:pt x="5624933" y="1518765"/>
                  </a:lnTo>
                  <a:lnTo>
                    <a:pt x="5624088" y="1518765"/>
                  </a:lnTo>
                  <a:lnTo>
                    <a:pt x="5623243" y="1518765"/>
                  </a:lnTo>
                  <a:lnTo>
                    <a:pt x="5622397" y="1518765"/>
                  </a:lnTo>
                  <a:lnTo>
                    <a:pt x="5621552" y="1518765"/>
                  </a:lnTo>
                  <a:lnTo>
                    <a:pt x="5620707" y="1518765"/>
                  </a:lnTo>
                  <a:lnTo>
                    <a:pt x="5619862" y="1518765"/>
                  </a:lnTo>
                  <a:lnTo>
                    <a:pt x="5619017" y="1518765"/>
                  </a:lnTo>
                  <a:lnTo>
                    <a:pt x="5618172" y="1518765"/>
                  </a:lnTo>
                  <a:lnTo>
                    <a:pt x="5617327" y="1518765"/>
                  </a:lnTo>
                  <a:lnTo>
                    <a:pt x="5616482" y="1518765"/>
                  </a:lnTo>
                  <a:lnTo>
                    <a:pt x="5615637" y="1518765"/>
                  </a:lnTo>
                  <a:lnTo>
                    <a:pt x="5614792" y="1518765"/>
                  </a:lnTo>
                  <a:lnTo>
                    <a:pt x="5613947" y="1518765"/>
                  </a:lnTo>
                  <a:lnTo>
                    <a:pt x="5613101" y="1518765"/>
                  </a:lnTo>
                  <a:lnTo>
                    <a:pt x="5612256" y="1518765"/>
                  </a:lnTo>
                  <a:lnTo>
                    <a:pt x="5611411" y="1518765"/>
                  </a:lnTo>
                  <a:lnTo>
                    <a:pt x="5610566" y="1518765"/>
                  </a:lnTo>
                  <a:lnTo>
                    <a:pt x="5609721" y="1518765"/>
                  </a:lnTo>
                  <a:lnTo>
                    <a:pt x="5608876" y="1518765"/>
                  </a:lnTo>
                  <a:lnTo>
                    <a:pt x="5608031" y="1518765"/>
                  </a:lnTo>
                  <a:lnTo>
                    <a:pt x="5607186" y="1518765"/>
                  </a:lnTo>
                  <a:lnTo>
                    <a:pt x="5606341" y="1518765"/>
                  </a:lnTo>
                  <a:lnTo>
                    <a:pt x="5605496" y="1518765"/>
                  </a:lnTo>
                  <a:lnTo>
                    <a:pt x="5604650" y="1518765"/>
                  </a:lnTo>
                  <a:lnTo>
                    <a:pt x="5603805" y="1518765"/>
                  </a:lnTo>
                  <a:lnTo>
                    <a:pt x="5602960" y="1518765"/>
                  </a:lnTo>
                  <a:lnTo>
                    <a:pt x="5602115" y="1518765"/>
                  </a:lnTo>
                  <a:lnTo>
                    <a:pt x="5601270" y="1518765"/>
                  </a:lnTo>
                  <a:lnTo>
                    <a:pt x="5600425" y="1518765"/>
                  </a:lnTo>
                  <a:lnTo>
                    <a:pt x="5599580" y="1518765"/>
                  </a:lnTo>
                  <a:lnTo>
                    <a:pt x="5598735" y="1518765"/>
                  </a:lnTo>
                  <a:lnTo>
                    <a:pt x="5597890" y="1518765"/>
                  </a:lnTo>
                  <a:lnTo>
                    <a:pt x="5597045" y="1518765"/>
                  </a:lnTo>
                  <a:lnTo>
                    <a:pt x="5596200" y="1518765"/>
                  </a:lnTo>
                  <a:lnTo>
                    <a:pt x="5595354" y="1518765"/>
                  </a:lnTo>
                  <a:lnTo>
                    <a:pt x="5594509" y="1518765"/>
                  </a:lnTo>
                  <a:lnTo>
                    <a:pt x="5593664" y="1518765"/>
                  </a:lnTo>
                  <a:lnTo>
                    <a:pt x="5592819" y="1518765"/>
                  </a:lnTo>
                  <a:lnTo>
                    <a:pt x="5591974" y="1518765"/>
                  </a:lnTo>
                  <a:lnTo>
                    <a:pt x="5591129" y="1518765"/>
                  </a:lnTo>
                  <a:lnTo>
                    <a:pt x="5590284" y="1518765"/>
                  </a:lnTo>
                  <a:lnTo>
                    <a:pt x="5589439" y="1518765"/>
                  </a:lnTo>
                  <a:lnTo>
                    <a:pt x="5588594" y="1518765"/>
                  </a:lnTo>
                  <a:lnTo>
                    <a:pt x="5587749" y="1518765"/>
                  </a:lnTo>
                  <a:lnTo>
                    <a:pt x="5586904" y="1518765"/>
                  </a:lnTo>
                  <a:lnTo>
                    <a:pt x="5586058" y="1518765"/>
                  </a:lnTo>
                  <a:lnTo>
                    <a:pt x="5585213" y="1518765"/>
                  </a:lnTo>
                  <a:lnTo>
                    <a:pt x="5584368" y="1518765"/>
                  </a:lnTo>
                  <a:lnTo>
                    <a:pt x="5583523" y="1518765"/>
                  </a:lnTo>
                  <a:lnTo>
                    <a:pt x="5582678" y="1518765"/>
                  </a:lnTo>
                  <a:lnTo>
                    <a:pt x="5581833" y="1518765"/>
                  </a:lnTo>
                  <a:lnTo>
                    <a:pt x="5580988" y="1518765"/>
                  </a:lnTo>
                  <a:lnTo>
                    <a:pt x="5580143" y="1518765"/>
                  </a:lnTo>
                  <a:lnTo>
                    <a:pt x="5579298" y="1518765"/>
                  </a:lnTo>
                  <a:lnTo>
                    <a:pt x="5578453" y="1518765"/>
                  </a:lnTo>
                  <a:lnTo>
                    <a:pt x="5577608" y="1518765"/>
                  </a:lnTo>
                  <a:lnTo>
                    <a:pt x="5576762" y="1518765"/>
                  </a:lnTo>
                  <a:lnTo>
                    <a:pt x="5575917" y="1518765"/>
                  </a:lnTo>
                  <a:lnTo>
                    <a:pt x="5575072" y="1518765"/>
                  </a:lnTo>
                  <a:lnTo>
                    <a:pt x="5574227" y="1518765"/>
                  </a:lnTo>
                  <a:lnTo>
                    <a:pt x="5573382" y="1518765"/>
                  </a:lnTo>
                  <a:lnTo>
                    <a:pt x="5572537" y="1518765"/>
                  </a:lnTo>
                  <a:lnTo>
                    <a:pt x="5571692" y="1518765"/>
                  </a:lnTo>
                  <a:lnTo>
                    <a:pt x="5570847" y="1518765"/>
                  </a:lnTo>
                  <a:lnTo>
                    <a:pt x="5570002" y="1518765"/>
                  </a:lnTo>
                  <a:lnTo>
                    <a:pt x="5569157" y="1518765"/>
                  </a:lnTo>
                  <a:lnTo>
                    <a:pt x="5568312" y="1518765"/>
                  </a:lnTo>
                  <a:lnTo>
                    <a:pt x="5567466" y="1518765"/>
                  </a:lnTo>
                  <a:lnTo>
                    <a:pt x="5566621" y="1518765"/>
                  </a:lnTo>
                  <a:lnTo>
                    <a:pt x="5565776" y="1518765"/>
                  </a:lnTo>
                  <a:lnTo>
                    <a:pt x="5564931" y="1518765"/>
                  </a:lnTo>
                  <a:lnTo>
                    <a:pt x="5564086" y="1518765"/>
                  </a:lnTo>
                  <a:lnTo>
                    <a:pt x="5563241" y="1518765"/>
                  </a:lnTo>
                  <a:lnTo>
                    <a:pt x="5562396" y="1518765"/>
                  </a:lnTo>
                  <a:lnTo>
                    <a:pt x="5561551" y="1518765"/>
                  </a:lnTo>
                  <a:lnTo>
                    <a:pt x="5560706" y="1518765"/>
                  </a:lnTo>
                  <a:lnTo>
                    <a:pt x="5559861" y="1518765"/>
                  </a:lnTo>
                  <a:lnTo>
                    <a:pt x="5559016" y="1518765"/>
                  </a:lnTo>
                  <a:lnTo>
                    <a:pt x="5558170" y="1518765"/>
                  </a:lnTo>
                  <a:lnTo>
                    <a:pt x="5557325" y="1518765"/>
                  </a:lnTo>
                  <a:lnTo>
                    <a:pt x="5556480" y="1518765"/>
                  </a:lnTo>
                  <a:lnTo>
                    <a:pt x="5555635" y="1518765"/>
                  </a:lnTo>
                  <a:lnTo>
                    <a:pt x="5554790" y="1518765"/>
                  </a:lnTo>
                  <a:lnTo>
                    <a:pt x="5553945" y="1518765"/>
                  </a:lnTo>
                  <a:lnTo>
                    <a:pt x="5553100" y="1518765"/>
                  </a:lnTo>
                  <a:lnTo>
                    <a:pt x="5552255" y="1518765"/>
                  </a:lnTo>
                  <a:lnTo>
                    <a:pt x="5551410" y="1518765"/>
                  </a:lnTo>
                  <a:lnTo>
                    <a:pt x="5550565" y="1518765"/>
                  </a:lnTo>
                  <a:lnTo>
                    <a:pt x="5549720" y="1518765"/>
                  </a:lnTo>
                  <a:lnTo>
                    <a:pt x="5548874" y="1518765"/>
                  </a:lnTo>
                  <a:lnTo>
                    <a:pt x="5548029" y="1518765"/>
                  </a:lnTo>
                  <a:lnTo>
                    <a:pt x="5547184" y="1518765"/>
                  </a:lnTo>
                  <a:lnTo>
                    <a:pt x="5546339" y="1518765"/>
                  </a:lnTo>
                  <a:lnTo>
                    <a:pt x="5545494" y="1518765"/>
                  </a:lnTo>
                  <a:lnTo>
                    <a:pt x="5544649" y="1518765"/>
                  </a:lnTo>
                  <a:lnTo>
                    <a:pt x="5543804" y="1518765"/>
                  </a:lnTo>
                  <a:lnTo>
                    <a:pt x="5542959" y="1518765"/>
                  </a:lnTo>
                  <a:lnTo>
                    <a:pt x="5542114" y="1518765"/>
                  </a:lnTo>
                  <a:lnTo>
                    <a:pt x="5541269" y="1518765"/>
                  </a:lnTo>
                  <a:lnTo>
                    <a:pt x="5540423" y="1518765"/>
                  </a:lnTo>
                  <a:lnTo>
                    <a:pt x="5539578" y="1518765"/>
                  </a:lnTo>
                  <a:lnTo>
                    <a:pt x="5538733" y="1518765"/>
                  </a:lnTo>
                  <a:lnTo>
                    <a:pt x="5537888" y="1518765"/>
                  </a:lnTo>
                  <a:lnTo>
                    <a:pt x="5537043" y="1518765"/>
                  </a:lnTo>
                  <a:lnTo>
                    <a:pt x="5536198" y="1518765"/>
                  </a:lnTo>
                  <a:lnTo>
                    <a:pt x="5535353" y="1518765"/>
                  </a:lnTo>
                  <a:lnTo>
                    <a:pt x="5534508" y="1518765"/>
                  </a:lnTo>
                  <a:lnTo>
                    <a:pt x="5533663" y="1518765"/>
                  </a:lnTo>
                  <a:lnTo>
                    <a:pt x="5532818" y="1518765"/>
                  </a:lnTo>
                  <a:lnTo>
                    <a:pt x="5531973" y="1518765"/>
                  </a:lnTo>
                  <a:lnTo>
                    <a:pt x="5531127" y="1518765"/>
                  </a:lnTo>
                  <a:lnTo>
                    <a:pt x="5530282" y="1518765"/>
                  </a:lnTo>
                  <a:lnTo>
                    <a:pt x="5529437" y="1518765"/>
                  </a:lnTo>
                  <a:lnTo>
                    <a:pt x="5528592" y="1518765"/>
                  </a:lnTo>
                  <a:lnTo>
                    <a:pt x="5527747" y="1518765"/>
                  </a:lnTo>
                  <a:lnTo>
                    <a:pt x="5526902" y="1518765"/>
                  </a:lnTo>
                  <a:lnTo>
                    <a:pt x="5526057" y="1518765"/>
                  </a:lnTo>
                  <a:lnTo>
                    <a:pt x="5525212" y="1518765"/>
                  </a:lnTo>
                  <a:lnTo>
                    <a:pt x="5524367" y="1518765"/>
                  </a:lnTo>
                  <a:lnTo>
                    <a:pt x="5523522" y="1518765"/>
                  </a:lnTo>
                  <a:lnTo>
                    <a:pt x="5522677" y="1518765"/>
                  </a:lnTo>
                  <a:lnTo>
                    <a:pt x="5521831" y="1518765"/>
                  </a:lnTo>
                  <a:lnTo>
                    <a:pt x="5520986" y="1518765"/>
                  </a:lnTo>
                  <a:lnTo>
                    <a:pt x="5520141" y="1518765"/>
                  </a:lnTo>
                  <a:lnTo>
                    <a:pt x="5519296" y="1518765"/>
                  </a:lnTo>
                  <a:lnTo>
                    <a:pt x="5518451" y="1518765"/>
                  </a:lnTo>
                  <a:lnTo>
                    <a:pt x="5517606" y="1518765"/>
                  </a:lnTo>
                  <a:lnTo>
                    <a:pt x="5516761" y="1518765"/>
                  </a:lnTo>
                  <a:lnTo>
                    <a:pt x="5515916" y="1518765"/>
                  </a:lnTo>
                  <a:lnTo>
                    <a:pt x="5515071" y="1518765"/>
                  </a:lnTo>
                  <a:lnTo>
                    <a:pt x="5514226" y="1518765"/>
                  </a:lnTo>
                  <a:lnTo>
                    <a:pt x="5513381" y="1518765"/>
                  </a:lnTo>
                  <a:lnTo>
                    <a:pt x="5512535" y="1518765"/>
                  </a:lnTo>
                  <a:lnTo>
                    <a:pt x="5511690" y="1518765"/>
                  </a:lnTo>
                  <a:lnTo>
                    <a:pt x="5510845" y="1518765"/>
                  </a:lnTo>
                  <a:lnTo>
                    <a:pt x="5510000" y="1518765"/>
                  </a:lnTo>
                  <a:lnTo>
                    <a:pt x="5509155" y="1518765"/>
                  </a:lnTo>
                  <a:lnTo>
                    <a:pt x="5508310" y="1518765"/>
                  </a:lnTo>
                  <a:lnTo>
                    <a:pt x="5507465" y="1518765"/>
                  </a:lnTo>
                  <a:lnTo>
                    <a:pt x="5506620" y="1518765"/>
                  </a:lnTo>
                  <a:lnTo>
                    <a:pt x="5505775" y="1518765"/>
                  </a:lnTo>
                  <a:lnTo>
                    <a:pt x="5504930" y="1518765"/>
                  </a:lnTo>
                  <a:lnTo>
                    <a:pt x="5504085" y="1518765"/>
                  </a:lnTo>
                  <a:lnTo>
                    <a:pt x="5503239" y="1518765"/>
                  </a:lnTo>
                  <a:lnTo>
                    <a:pt x="5502394" y="1518765"/>
                  </a:lnTo>
                  <a:lnTo>
                    <a:pt x="5501549" y="1518765"/>
                  </a:lnTo>
                  <a:lnTo>
                    <a:pt x="5500704" y="1518765"/>
                  </a:lnTo>
                  <a:lnTo>
                    <a:pt x="5499859" y="1518765"/>
                  </a:lnTo>
                  <a:lnTo>
                    <a:pt x="5499014" y="1518765"/>
                  </a:lnTo>
                  <a:lnTo>
                    <a:pt x="5498169" y="1518765"/>
                  </a:lnTo>
                  <a:lnTo>
                    <a:pt x="5497324" y="1518765"/>
                  </a:lnTo>
                  <a:lnTo>
                    <a:pt x="5496479" y="1518765"/>
                  </a:lnTo>
                  <a:lnTo>
                    <a:pt x="5495634" y="1518765"/>
                  </a:lnTo>
                  <a:lnTo>
                    <a:pt x="5494789" y="1518765"/>
                  </a:lnTo>
                  <a:lnTo>
                    <a:pt x="5493943" y="1518765"/>
                  </a:lnTo>
                  <a:lnTo>
                    <a:pt x="5493098" y="1518765"/>
                  </a:lnTo>
                  <a:lnTo>
                    <a:pt x="5492253" y="1518765"/>
                  </a:lnTo>
                  <a:lnTo>
                    <a:pt x="5491408" y="1518765"/>
                  </a:lnTo>
                  <a:lnTo>
                    <a:pt x="5490563" y="1518765"/>
                  </a:lnTo>
                  <a:lnTo>
                    <a:pt x="5489718" y="1518765"/>
                  </a:lnTo>
                  <a:lnTo>
                    <a:pt x="5488873" y="1518765"/>
                  </a:lnTo>
                  <a:lnTo>
                    <a:pt x="5488028" y="1518765"/>
                  </a:lnTo>
                  <a:lnTo>
                    <a:pt x="5487183" y="1518765"/>
                  </a:lnTo>
                  <a:lnTo>
                    <a:pt x="5486338" y="1518765"/>
                  </a:lnTo>
                  <a:lnTo>
                    <a:pt x="5485493" y="1518765"/>
                  </a:lnTo>
                  <a:lnTo>
                    <a:pt x="5484647" y="1518765"/>
                  </a:lnTo>
                  <a:lnTo>
                    <a:pt x="5483802" y="1518765"/>
                  </a:lnTo>
                  <a:lnTo>
                    <a:pt x="5482957" y="1518765"/>
                  </a:lnTo>
                  <a:lnTo>
                    <a:pt x="5482112" y="1518765"/>
                  </a:lnTo>
                  <a:lnTo>
                    <a:pt x="5481267" y="1518765"/>
                  </a:lnTo>
                  <a:lnTo>
                    <a:pt x="5480422" y="1518765"/>
                  </a:lnTo>
                  <a:lnTo>
                    <a:pt x="5479577" y="1518765"/>
                  </a:lnTo>
                  <a:lnTo>
                    <a:pt x="5478732" y="1518765"/>
                  </a:lnTo>
                  <a:lnTo>
                    <a:pt x="5477887" y="1518765"/>
                  </a:lnTo>
                  <a:lnTo>
                    <a:pt x="5477042" y="1518765"/>
                  </a:lnTo>
                  <a:lnTo>
                    <a:pt x="5476196" y="1518765"/>
                  </a:lnTo>
                  <a:lnTo>
                    <a:pt x="5475351" y="1518765"/>
                  </a:lnTo>
                  <a:lnTo>
                    <a:pt x="5474506" y="1518765"/>
                  </a:lnTo>
                  <a:lnTo>
                    <a:pt x="5473661" y="1518765"/>
                  </a:lnTo>
                  <a:lnTo>
                    <a:pt x="5472816" y="1518765"/>
                  </a:lnTo>
                  <a:lnTo>
                    <a:pt x="5471971" y="1518765"/>
                  </a:lnTo>
                  <a:lnTo>
                    <a:pt x="5471126" y="1518765"/>
                  </a:lnTo>
                  <a:lnTo>
                    <a:pt x="5470281" y="1518765"/>
                  </a:lnTo>
                  <a:lnTo>
                    <a:pt x="5469436" y="1518765"/>
                  </a:lnTo>
                  <a:lnTo>
                    <a:pt x="5468591" y="1518765"/>
                  </a:lnTo>
                  <a:lnTo>
                    <a:pt x="5467746" y="1518765"/>
                  </a:lnTo>
                  <a:lnTo>
                    <a:pt x="5466900" y="1518765"/>
                  </a:lnTo>
                  <a:lnTo>
                    <a:pt x="5466055" y="1518765"/>
                  </a:lnTo>
                  <a:lnTo>
                    <a:pt x="5465210" y="1518765"/>
                  </a:lnTo>
                  <a:lnTo>
                    <a:pt x="5464365" y="1518765"/>
                  </a:lnTo>
                  <a:lnTo>
                    <a:pt x="5463520" y="1518765"/>
                  </a:lnTo>
                  <a:lnTo>
                    <a:pt x="5462675" y="1518765"/>
                  </a:lnTo>
                  <a:lnTo>
                    <a:pt x="5461830" y="1518765"/>
                  </a:lnTo>
                  <a:lnTo>
                    <a:pt x="5460985" y="1518765"/>
                  </a:lnTo>
                  <a:lnTo>
                    <a:pt x="5460140" y="1518765"/>
                  </a:lnTo>
                  <a:lnTo>
                    <a:pt x="5459295" y="1518765"/>
                  </a:lnTo>
                  <a:lnTo>
                    <a:pt x="5458450" y="1518765"/>
                  </a:lnTo>
                  <a:lnTo>
                    <a:pt x="5457604" y="1518765"/>
                  </a:lnTo>
                  <a:lnTo>
                    <a:pt x="5456759" y="1518765"/>
                  </a:lnTo>
                  <a:lnTo>
                    <a:pt x="5455914" y="1518765"/>
                  </a:lnTo>
                  <a:lnTo>
                    <a:pt x="5455069" y="1518765"/>
                  </a:lnTo>
                  <a:lnTo>
                    <a:pt x="5454224" y="1518765"/>
                  </a:lnTo>
                  <a:lnTo>
                    <a:pt x="5453379" y="1518765"/>
                  </a:lnTo>
                  <a:lnTo>
                    <a:pt x="5452534" y="1518765"/>
                  </a:lnTo>
                  <a:lnTo>
                    <a:pt x="5451689" y="1518765"/>
                  </a:lnTo>
                  <a:lnTo>
                    <a:pt x="5450844" y="1518765"/>
                  </a:lnTo>
                  <a:lnTo>
                    <a:pt x="5449999" y="1518765"/>
                  </a:lnTo>
                  <a:lnTo>
                    <a:pt x="5449154" y="1518765"/>
                  </a:lnTo>
                  <a:lnTo>
                    <a:pt x="5448308" y="1518765"/>
                  </a:lnTo>
                  <a:lnTo>
                    <a:pt x="5447463" y="1518765"/>
                  </a:lnTo>
                  <a:lnTo>
                    <a:pt x="5446618" y="1518765"/>
                  </a:lnTo>
                  <a:lnTo>
                    <a:pt x="5445773" y="1518765"/>
                  </a:lnTo>
                  <a:lnTo>
                    <a:pt x="5444928" y="1518765"/>
                  </a:lnTo>
                  <a:lnTo>
                    <a:pt x="5444083" y="1518765"/>
                  </a:lnTo>
                  <a:lnTo>
                    <a:pt x="5443238" y="1518765"/>
                  </a:lnTo>
                  <a:lnTo>
                    <a:pt x="5442393" y="1518765"/>
                  </a:lnTo>
                  <a:lnTo>
                    <a:pt x="5441548" y="1518765"/>
                  </a:lnTo>
                  <a:lnTo>
                    <a:pt x="5440703" y="1518765"/>
                  </a:lnTo>
                  <a:lnTo>
                    <a:pt x="5439858" y="1518765"/>
                  </a:lnTo>
                  <a:lnTo>
                    <a:pt x="5439012" y="1518765"/>
                  </a:lnTo>
                  <a:lnTo>
                    <a:pt x="5438167" y="1518765"/>
                  </a:lnTo>
                  <a:lnTo>
                    <a:pt x="5437322" y="1518765"/>
                  </a:lnTo>
                  <a:lnTo>
                    <a:pt x="5436477" y="1518765"/>
                  </a:lnTo>
                  <a:lnTo>
                    <a:pt x="5435632" y="1518765"/>
                  </a:lnTo>
                  <a:lnTo>
                    <a:pt x="5434787" y="1518765"/>
                  </a:lnTo>
                  <a:lnTo>
                    <a:pt x="5433942" y="1518765"/>
                  </a:lnTo>
                  <a:lnTo>
                    <a:pt x="5433097" y="1518765"/>
                  </a:lnTo>
                  <a:lnTo>
                    <a:pt x="5432252" y="1518765"/>
                  </a:lnTo>
                  <a:lnTo>
                    <a:pt x="5431407" y="1518765"/>
                  </a:lnTo>
                  <a:lnTo>
                    <a:pt x="5430562" y="1518765"/>
                  </a:lnTo>
                  <a:lnTo>
                    <a:pt x="5429716" y="1518765"/>
                  </a:lnTo>
                  <a:lnTo>
                    <a:pt x="5428871" y="1518765"/>
                  </a:lnTo>
                  <a:lnTo>
                    <a:pt x="5428026" y="1518765"/>
                  </a:lnTo>
                  <a:lnTo>
                    <a:pt x="5427181" y="1518765"/>
                  </a:lnTo>
                  <a:lnTo>
                    <a:pt x="5426336" y="1518765"/>
                  </a:lnTo>
                  <a:lnTo>
                    <a:pt x="5425491" y="1518765"/>
                  </a:lnTo>
                  <a:lnTo>
                    <a:pt x="5424646" y="1518765"/>
                  </a:lnTo>
                  <a:lnTo>
                    <a:pt x="5423801" y="1518765"/>
                  </a:lnTo>
                  <a:lnTo>
                    <a:pt x="5422956" y="1518765"/>
                  </a:lnTo>
                  <a:lnTo>
                    <a:pt x="5422111" y="1518765"/>
                  </a:lnTo>
                  <a:lnTo>
                    <a:pt x="5421266" y="1518765"/>
                  </a:lnTo>
                  <a:lnTo>
                    <a:pt x="5420420" y="1518765"/>
                  </a:lnTo>
                  <a:lnTo>
                    <a:pt x="5419575" y="1518765"/>
                  </a:lnTo>
                  <a:lnTo>
                    <a:pt x="5418730" y="1518765"/>
                  </a:lnTo>
                  <a:lnTo>
                    <a:pt x="5417885" y="1518765"/>
                  </a:lnTo>
                  <a:lnTo>
                    <a:pt x="5417040" y="1518765"/>
                  </a:lnTo>
                  <a:lnTo>
                    <a:pt x="5416195" y="1518765"/>
                  </a:lnTo>
                  <a:lnTo>
                    <a:pt x="5415350" y="1518765"/>
                  </a:lnTo>
                  <a:lnTo>
                    <a:pt x="5414505" y="1518765"/>
                  </a:lnTo>
                  <a:lnTo>
                    <a:pt x="5413660" y="1518765"/>
                  </a:lnTo>
                  <a:lnTo>
                    <a:pt x="5412815" y="1518765"/>
                  </a:lnTo>
                  <a:lnTo>
                    <a:pt x="5411969" y="1518765"/>
                  </a:lnTo>
                  <a:lnTo>
                    <a:pt x="5411124" y="1518765"/>
                  </a:lnTo>
                  <a:lnTo>
                    <a:pt x="5410279" y="1518765"/>
                  </a:lnTo>
                  <a:lnTo>
                    <a:pt x="5409434" y="1518765"/>
                  </a:lnTo>
                  <a:lnTo>
                    <a:pt x="5408589" y="1518765"/>
                  </a:lnTo>
                  <a:lnTo>
                    <a:pt x="5407744" y="1518765"/>
                  </a:lnTo>
                  <a:lnTo>
                    <a:pt x="5406899" y="1518765"/>
                  </a:lnTo>
                  <a:lnTo>
                    <a:pt x="5406054" y="1518765"/>
                  </a:lnTo>
                  <a:lnTo>
                    <a:pt x="5405209" y="1518765"/>
                  </a:lnTo>
                  <a:lnTo>
                    <a:pt x="5404364" y="1518765"/>
                  </a:lnTo>
                  <a:lnTo>
                    <a:pt x="5403519" y="1518765"/>
                  </a:lnTo>
                  <a:lnTo>
                    <a:pt x="5402673" y="1518765"/>
                  </a:lnTo>
                  <a:lnTo>
                    <a:pt x="5401828" y="1518765"/>
                  </a:lnTo>
                  <a:lnTo>
                    <a:pt x="5400983" y="1518765"/>
                  </a:lnTo>
                  <a:lnTo>
                    <a:pt x="5400138" y="1518765"/>
                  </a:lnTo>
                  <a:lnTo>
                    <a:pt x="5399293" y="1518765"/>
                  </a:lnTo>
                  <a:lnTo>
                    <a:pt x="5398448" y="1518765"/>
                  </a:lnTo>
                  <a:lnTo>
                    <a:pt x="5397603" y="1518765"/>
                  </a:lnTo>
                  <a:lnTo>
                    <a:pt x="5396758" y="1518765"/>
                  </a:lnTo>
                  <a:lnTo>
                    <a:pt x="5395913" y="1518765"/>
                  </a:lnTo>
                  <a:lnTo>
                    <a:pt x="5395068" y="1518765"/>
                  </a:lnTo>
                  <a:lnTo>
                    <a:pt x="5394223" y="1518765"/>
                  </a:lnTo>
                  <a:lnTo>
                    <a:pt x="5393377" y="1518765"/>
                  </a:lnTo>
                  <a:lnTo>
                    <a:pt x="5392532" y="1518765"/>
                  </a:lnTo>
                  <a:lnTo>
                    <a:pt x="5391687" y="1518765"/>
                  </a:lnTo>
                  <a:lnTo>
                    <a:pt x="5390842" y="1518765"/>
                  </a:lnTo>
                  <a:lnTo>
                    <a:pt x="5389997" y="1518765"/>
                  </a:lnTo>
                  <a:lnTo>
                    <a:pt x="5389152" y="1518765"/>
                  </a:lnTo>
                  <a:lnTo>
                    <a:pt x="5388307" y="1518765"/>
                  </a:lnTo>
                  <a:lnTo>
                    <a:pt x="5387462" y="1518765"/>
                  </a:lnTo>
                  <a:lnTo>
                    <a:pt x="5386617" y="1518765"/>
                  </a:lnTo>
                  <a:lnTo>
                    <a:pt x="5385772" y="1518765"/>
                  </a:lnTo>
                  <a:lnTo>
                    <a:pt x="5384927" y="1518765"/>
                  </a:lnTo>
                  <a:lnTo>
                    <a:pt x="5384081" y="1518765"/>
                  </a:lnTo>
                  <a:lnTo>
                    <a:pt x="5383236" y="1518765"/>
                  </a:lnTo>
                  <a:lnTo>
                    <a:pt x="5382391" y="1518765"/>
                  </a:lnTo>
                  <a:lnTo>
                    <a:pt x="5381546" y="1518765"/>
                  </a:lnTo>
                  <a:lnTo>
                    <a:pt x="5380701" y="1518765"/>
                  </a:lnTo>
                  <a:lnTo>
                    <a:pt x="5379856" y="1518765"/>
                  </a:lnTo>
                  <a:lnTo>
                    <a:pt x="5379011" y="1518765"/>
                  </a:lnTo>
                  <a:lnTo>
                    <a:pt x="5378166" y="1518765"/>
                  </a:lnTo>
                  <a:lnTo>
                    <a:pt x="5377321" y="1518765"/>
                  </a:lnTo>
                  <a:lnTo>
                    <a:pt x="5376476" y="1518765"/>
                  </a:lnTo>
                  <a:lnTo>
                    <a:pt x="5375631" y="1518765"/>
                  </a:lnTo>
                  <a:lnTo>
                    <a:pt x="5374785" y="1518765"/>
                  </a:lnTo>
                  <a:lnTo>
                    <a:pt x="5373940" y="1518765"/>
                  </a:lnTo>
                  <a:lnTo>
                    <a:pt x="5373095" y="1518765"/>
                  </a:lnTo>
                  <a:lnTo>
                    <a:pt x="5372250" y="1518765"/>
                  </a:lnTo>
                  <a:lnTo>
                    <a:pt x="5371405" y="1518765"/>
                  </a:lnTo>
                  <a:lnTo>
                    <a:pt x="5370560" y="1518765"/>
                  </a:lnTo>
                  <a:lnTo>
                    <a:pt x="5369715" y="1518765"/>
                  </a:lnTo>
                  <a:lnTo>
                    <a:pt x="5368870" y="1518765"/>
                  </a:lnTo>
                  <a:lnTo>
                    <a:pt x="5368025" y="1518765"/>
                  </a:lnTo>
                  <a:lnTo>
                    <a:pt x="5367180" y="1518765"/>
                  </a:lnTo>
                  <a:lnTo>
                    <a:pt x="5366335" y="1518765"/>
                  </a:lnTo>
                  <a:lnTo>
                    <a:pt x="5365489" y="1518765"/>
                  </a:lnTo>
                  <a:lnTo>
                    <a:pt x="5364644" y="1518765"/>
                  </a:lnTo>
                  <a:lnTo>
                    <a:pt x="5363799" y="1518765"/>
                  </a:lnTo>
                  <a:lnTo>
                    <a:pt x="5362954" y="1518765"/>
                  </a:lnTo>
                  <a:lnTo>
                    <a:pt x="5362109" y="1518765"/>
                  </a:lnTo>
                  <a:lnTo>
                    <a:pt x="5361264" y="1518765"/>
                  </a:lnTo>
                  <a:lnTo>
                    <a:pt x="5360419" y="1518765"/>
                  </a:lnTo>
                  <a:lnTo>
                    <a:pt x="5359574" y="1518765"/>
                  </a:lnTo>
                  <a:lnTo>
                    <a:pt x="5358729" y="1518765"/>
                  </a:lnTo>
                  <a:lnTo>
                    <a:pt x="5357884" y="1518765"/>
                  </a:lnTo>
                  <a:lnTo>
                    <a:pt x="5357039" y="1518765"/>
                  </a:lnTo>
                  <a:lnTo>
                    <a:pt x="5356193" y="1518765"/>
                  </a:lnTo>
                  <a:lnTo>
                    <a:pt x="5355348" y="1518765"/>
                  </a:lnTo>
                  <a:lnTo>
                    <a:pt x="5354503" y="1518765"/>
                  </a:lnTo>
                  <a:lnTo>
                    <a:pt x="5353658" y="1518765"/>
                  </a:lnTo>
                  <a:lnTo>
                    <a:pt x="5352813" y="1518765"/>
                  </a:lnTo>
                  <a:lnTo>
                    <a:pt x="5351968" y="1518765"/>
                  </a:lnTo>
                  <a:lnTo>
                    <a:pt x="5351123" y="1518765"/>
                  </a:lnTo>
                  <a:lnTo>
                    <a:pt x="5350278" y="1518765"/>
                  </a:lnTo>
                  <a:lnTo>
                    <a:pt x="5349433" y="1518765"/>
                  </a:lnTo>
                  <a:lnTo>
                    <a:pt x="5348588" y="1518765"/>
                  </a:lnTo>
                  <a:lnTo>
                    <a:pt x="5347742" y="1518765"/>
                  </a:lnTo>
                  <a:lnTo>
                    <a:pt x="5346897" y="1518765"/>
                  </a:lnTo>
                  <a:lnTo>
                    <a:pt x="5346052" y="1518765"/>
                  </a:lnTo>
                  <a:lnTo>
                    <a:pt x="5345207" y="1518765"/>
                  </a:lnTo>
                  <a:lnTo>
                    <a:pt x="5344362" y="1518765"/>
                  </a:lnTo>
                  <a:lnTo>
                    <a:pt x="5343517" y="1518765"/>
                  </a:lnTo>
                  <a:lnTo>
                    <a:pt x="5342672" y="1518765"/>
                  </a:lnTo>
                  <a:lnTo>
                    <a:pt x="5341827" y="1518765"/>
                  </a:lnTo>
                  <a:lnTo>
                    <a:pt x="5340982" y="1518765"/>
                  </a:lnTo>
                  <a:lnTo>
                    <a:pt x="5340137" y="1518765"/>
                  </a:lnTo>
                  <a:lnTo>
                    <a:pt x="5339292" y="1518765"/>
                  </a:lnTo>
                  <a:lnTo>
                    <a:pt x="5338446" y="1518765"/>
                  </a:lnTo>
                  <a:lnTo>
                    <a:pt x="5337601" y="1518765"/>
                  </a:lnTo>
                  <a:lnTo>
                    <a:pt x="5336756" y="1518765"/>
                  </a:lnTo>
                  <a:lnTo>
                    <a:pt x="5335911" y="1518765"/>
                  </a:lnTo>
                  <a:lnTo>
                    <a:pt x="5335066" y="1518765"/>
                  </a:lnTo>
                  <a:lnTo>
                    <a:pt x="5334221" y="1518765"/>
                  </a:lnTo>
                  <a:lnTo>
                    <a:pt x="5333376" y="1518765"/>
                  </a:lnTo>
                  <a:lnTo>
                    <a:pt x="5332531" y="1518765"/>
                  </a:lnTo>
                  <a:lnTo>
                    <a:pt x="5331686" y="1518765"/>
                  </a:lnTo>
                  <a:lnTo>
                    <a:pt x="5330841" y="1518765"/>
                  </a:lnTo>
                  <a:lnTo>
                    <a:pt x="5329996" y="1518765"/>
                  </a:lnTo>
                  <a:lnTo>
                    <a:pt x="5329150" y="1518765"/>
                  </a:lnTo>
                  <a:lnTo>
                    <a:pt x="5328305" y="1518765"/>
                  </a:lnTo>
                  <a:lnTo>
                    <a:pt x="5327460" y="1518765"/>
                  </a:lnTo>
                  <a:lnTo>
                    <a:pt x="5326615" y="1518765"/>
                  </a:lnTo>
                  <a:lnTo>
                    <a:pt x="5325770" y="1518765"/>
                  </a:lnTo>
                  <a:lnTo>
                    <a:pt x="5324925" y="1518765"/>
                  </a:lnTo>
                  <a:lnTo>
                    <a:pt x="5324080" y="1518765"/>
                  </a:lnTo>
                  <a:lnTo>
                    <a:pt x="5323235" y="1518765"/>
                  </a:lnTo>
                  <a:lnTo>
                    <a:pt x="5322390" y="1518765"/>
                  </a:lnTo>
                  <a:lnTo>
                    <a:pt x="5321545" y="1518765"/>
                  </a:lnTo>
                  <a:lnTo>
                    <a:pt x="5320700" y="1518765"/>
                  </a:lnTo>
                  <a:lnTo>
                    <a:pt x="5319854" y="1518765"/>
                  </a:lnTo>
                  <a:lnTo>
                    <a:pt x="5319009" y="1518765"/>
                  </a:lnTo>
                  <a:lnTo>
                    <a:pt x="5318164" y="1518765"/>
                  </a:lnTo>
                  <a:lnTo>
                    <a:pt x="5317319" y="1518765"/>
                  </a:lnTo>
                  <a:lnTo>
                    <a:pt x="5316474" y="1518765"/>
                  </a:lnTo>
                  <a:lnTo>
                    <a:pt x="5315629" y="1518765"/>
                  </a:lnTo>
                  <a:lnTo>
                    <a:pt x="5314784" y="1518765"/>
                  </a:lnTo>
                  <a:lnTo>
                    <a:pt x="5313939" y="1518765"/>
                  </a:lnTo>
                  <a:lnTo>
                    <a:pt x="5313094" y="1518765"/>
                  </a:lnTo>
                  <a:lnTo>
                    <a:pt x="5312249" y="1518765"/>
                  </a:lnTo>
                  <a:lnTo>
                    <a:pt x="5311404" y="1518765"/>
                  </a:lnTo>
                  <a:lnTo>
                    <a:pt x="5310558" y="1518765"/>
                  </a:lnTo>
                  <a:lnTo>
                    <a:pt x="5309713" y="1518765"/>
                  </a:lnTo>
                  <a:lnTo>
                    <a:pt x="5308868" y="1518765"/>
                  </a:lnTo>
                  <a:lnTo>
                    <a:pt x="5308023" y="1518765"/>
                  </a:lnTo>
                  <a:lnTo>
                    <a:pt x="5307178" y="1518765"/>
                  </a:lnTo>
                  <a:lnTo>
                    <a:pt x="5306333" y="1518765"/>
                  </a:lnTo>
                  <a:lnTo>
                    <a:pt x="5305488" y="1518765"/>
                  </a:lnTo>
                  <a:lnTo>
                    <a:pt x="5304643" y="1518765"/>
                  </a:lnTo>
                  <a:lnTo>
                    <a:pt x="5303798" y="1518765"/>
                  </a:lnTo>
                  <a:lnTo>
                    <a:pt x="5302953" y="1518765"/>
                  </a:lnTo>
                  <a:lnTo>
                    <a:pt x="5302108" y="1518765"/>
                  </a:lnTo>
                  <a:lnTo>
                    <a:pt x="5301262" y="1518765"/>
                  </a:lnTo>
                  <a:lnTo>
                    <a:pt x="5300417" y="1518765"/>
                  </a:lnTo>
                  <a:lnTo>
                    <a:pt x="5299572" y="1518765"/>
                  </a:lnTo>
                  <a:lnTo>
                    <a:pt x="5298727" y="1518765"/>
                  </a:lnTo>
                  <a:lnTo>
                    <a:pt x="5297882" y="1518765"/>
                  </a:lnTo>
                  <a:lnTo>
                    <a:pt x="5297037" y="1518765"/>
                  </a:lnTo>
                  <a:lnTo>
                    <a:pt x="5296192" y="1518765"/>
                  </a:lnTo>
                  <a:lnTo>
                    <a:pt x="5295347" y="1518765"/>
                  </a:lnTo>
                  <a:lnTo>
                    <a:pt x="5294502" y="1518765"/>
                  </a:lnTo>
                  <a:lnTo>
                    <a:pt x="5293657" y="1518765"/>
                  </a:lnTo>
                  <a:lnTo>
                    <a:pt x="5292812" y="1518765"/>
                  </a:lnTo>
                  <a:lnTo>
                    <a:pt x="5291966" y="1518765"/>
                  </a:lnTo>
                  <a:lnTo>
                    <a:pt x="5291121" y="1518765"/>
                  </a:lnTo>
                  <a:lnTo>
                    <a:pt x="5290276" y="1518765"/>
                  </a:lnTo>
                  <a:lnTo>
                    <a:pt x="5289431" y="1518765"/>
                  </a:lnTo>
                  <a:lnTo>
                    <a:pt x="5288586" y="1518765"/>
                  </a:lnTo>
                  <a:lnTo>
                    <a:pt x="5287741" y="1518765"/>
                  </a:lnTo>
                  <a:lnTo>
                    <a:pt x="5286896" y="1518765"/>
                  </a:lnTo>
                  <a:lnTo>
                    <a:pt x="5286051" y="1518765"/>
                  </a:lnTo>
                  <a:lnTo>
                    <a:pt x="5285206" y="1518765"/>
                  </a:lnTo>
                  <a:lnTo>
                    <a:pt x="5284361" y="1518765"/>
                  </a:lnTo>
                  <a:lnTo>
                    <a:pt x="5283515" y="1518765"/>
                  </a:lnTo>
                  <a:lnTo>
                    <a:pt x="5282670" y="1518765"/>
                  </a:lnTo>
                  <a:lnTo>
                    <a:pt x="5281825" y="1518765"/>
                  </a:lnTo>
                  <a:lnTo>
                    <a:pt x="5280980" y="1518765"/>
                  </a:lnTo>
                  <a:lnTo>
                    <a:pt x="5280135" y="1518765"/>
                  </a:lnTo>
                  <a:lnTo>
                    <a:pt x="5279290" y="1518765"/>
                  </a:lnTo>
                  <a:lnTo>
                    <a:pt x="5278445" y="1518765"/>
                  </a:lnTo>
                  <a:lnTo>
                    <a:pt x="5277600" y="1518765"/>
                  </a:lnTo>
                  <a:lnTo>
                    <a:pt x="5276755" y="1518765"/>
                  </a:lnTo>
                  <a:lnTo>
                    <a:pt x="5275910" y="1518765"/>
                  </a:lnTo>
                  <a:lnTo>
                    <a:pt x="5275065" y="1518765"/>
                  </a:lnTo>
                  <a:lnTo>
                    <a:pt x="5274219" y="1518765"/>
                  </a:lnTo>
                  <a:lnTo>
                    <a:pt x="5273374" y="1518765"/>
                  </a:lnTo>
                  <a:lnTo>
                    <a:pt x="5272529" y="1518765"/>
                  </a:lnTo>
                  <a:lnTo>
                    <a:pt x="5271684" y="1518765"/>
                  </a:lnTo>
                  <a:lnTo>
                    <a:pt x="5270839" y="1518765"/>
                  </a:lnTo>
                  <a:lnTo>
                    <a:pt x="5269994" y="1518765"/>
                  </a:lnTo>
                  <a:lnTo>
                    <a:pt x="5269149" y="1518765"/>
                  </a:lnTo>
                  <a:lnTo>
                    <a:pt x="5268304" y="1518765"/>
                  </a:lnTo>
                  <a:lnTo>
                    <a:pt x="5267459" y="1518765"/>
                  </a:lnTo>
                  <a:lnTo>
                    <a:pt x="5266614" y="1518765"/>
                  </a:lnTo>
                  <a:lnTo>
                    <a:pt x="5265769" y="1518765"/>
                  </a:lnTo>
                  <a:lnTo>
                    <a:pt x="5264923" y="1518765"/>
                  </a:lnTo>
                  <a:lnTo>
                    <a:pt x="5264078" y="1518765"/>
                  </a:lnTo>
                  <a:lnTo>
                    <a:pt x="5263233" y="1518765"/>
                  </a:lnTo>
                  <a:lnTo>
                    <a:pt x="5262388" y="1518765"/>
                  </a:lnTo>
                  <a:lnTo>
                    <a:pt x="5261543" y="1518765"/>
                  </a:lnTo>
                  <a:lnTo>
                    <a:pt x="5260698" y="1518765"/>
                  </a:lnTo>
                  <a:lnTo>
                    <a:pt x="5259853" y="1518765"/>
                  </a:lnTo>
                  <a:lnTo>
                    <a:pt x="5259008" y="1518765"/>
                  </a:lnTo>
                  <a:lnTo>
                    <a:pt x="5258163" y="1518765"/>
                  </a:lnTo>
                  <a:lnTo>
                    <a:pt x="5257318" y="1518765"/>
                  </a:lnTo>
                  <a:lnTo>
                    <a:pt x="5256473" y="1518765"/>
                  </a:lnTo>
                  <a:lnTo>
                    <a:pt x="5255627" y="1518765"/>
                  </a:lnTo>
                  <a:lnTo>
                    <a:pt x="5254782" y="1518765"/>
                  </a:lnTo>
                  <a:lnTo>
                    <a:pt x="5253937" y="1518765"/>
                  </a:lnTo>
                  <a:lnTo>
                    <a:pt x="5253092" y="1518765"/>
                  </a:lnTo>
                  <a:lnTo>
                    <a:pt x="5252247" y="1518765"/>
                  </a:lnTo>
                  <a:lnTo>
                    <a:pt x="5251402" y="1518765"/>
                  </a:lnTo>
                  <a:lnTo>
                    <a:pt x="5250557" y="1518765"/>
                  </a:lnTo>
                  <a:lnTo>
                    <a:pt x="5249712" y="1518765"/>
                  </a:lnTo>
                  <a:lnTo>
                    <a:pt x="5248867" y="1518765"/>
                  </a:lnTo>
                  <a:lnTo>
                    <a:pt x="5248022" y="1518765"/>
                  </a:lnTo>
                  <a:lnTo>
                    <a:pt x="5247177" y="1518765"/>
                  </a:lnTo>
                  <a:lnTo>
                    <a:pt x="5246331" y="1518765"/>
                  </a:lnTo>
                  <a:lnTo>
                    <a:pt x="5245486" y="1518765"/>
                  </a:lnTo>
                  <a:lnTo>
                    <a:pt x="5244641" y="1518765"/>
                  </a:lnTo>
                  <a:lnTo>
                    <a:pt x="5243796" y="1518765"/>
                  </a:lnTo>
                  <a:lnTo>
                    <a:pt x="5242951" y="1518765"/>
                  </a:lnTo>
                  <a:lnTo>
                    <a:pt x="5242106" y="1518765"/>
                  </a:lnTo>
                  <a:lnTo>
                    <a:pt x="5241261" y="1518765"/>
                  </a:lnTo>
                  <a:lnTo>
                    <a:pt x="5240416" y="1518765"/>
                  </a:lnTo>
                  <a:lnTo>
                    <a:pt x="5239571" y="1518765"/>
                  </a:lnTo>
                  <a:lnTo>
                    <a:pt x="5238726" y="1518765"/>
                  </a:lnTo>
                  <a:lnTo>
                    <a:pt x="5237881" y="1518765"/>
                  </a:lnTo>
                  <a:lnTo>
                    <a:pt x="5237035" y="1518765"/>
                  </a:lnTo>
                  <a:lnTo>
                    <a:pt x="5236190" y="1518765"/>
                  </a:lnTo>
                  <a:lnTo>
                    <a:pt x="5235345" y="1518765"/>
                  </a:lnTo>
                  <a:lnTo>
                    <a:pt x="5234500" y="1518765"/>
                  </a:lnTo>
                  <a:lnTo>
                    <a:pt x="5233655" y="1518765"/>
                  </a:lnTo>
                  <a:lnTo>
                    <a:pt x="5232810" y="1518765"/>
                  </a:lnTo>
                  <a:lnTo>
                    <a:pt x="5231965" y="1518765"/>
                  </a:lnTo>
                  <a:lnTo>
                    <a:pt x="5231120" y="1518765"/>
                  </a:lnTo>
                  <a:lnTo>
                    <a:pt x="5230275" y="1518765"/>
                  </a:lnTo>
                  <a:lnTo>
                    <a:pt x="5229430" y="1518765"/>
                  </a:lnTo>
                  <a:lnTo>
                    <a:pt x="5228584" y="1518765"/>
                  </a:lnTo>
                  <a:lnTo>
                    <a:pt x="5227739" y="1518765"/>
                  </a:lnTo>
                  <a:lnTo>
                    <a:pt x="5226894" y="1518765"/>
                  </a:lnTo>
                  <a:lnTo>
                    <a:pt x="5226049" y="1518765"/>
                  </a:lnTo>
                  <a:lnTo>
                    <a:pt x="5225204" y="1518765"/>
                  </a:lnTo>
                  <a:lnTo>
                    <a:pt x="5224359" y="1518765"/>
                  </a:lnTo>
                  <a:lnTo>
                    <a:pt x="5223514" y="1518765"/>
                  </a:lnTo>
                  <a:lnTo>
                    <a:pt x="5222669" y="1518765"/>
                  </a:lnTo>
                  <a:lnTo>
                    <a:pt x="5221824" y="1518765"/>
                  </a:lnTo>
                  <a:lnTo>
                    <a:pt x="5220979" y="1518765"/>
                  </a:lnTo>
                  <a:lnTo>
                    <a:pt x="5220134" y="1518765"/>
                  </a:lnTo>
                  <a:lnTo>
                    <a:pt x="5219288" y="1518765"/>
                  </a:lnTo>
                  <a:lnTo>
                    <a:pt x="5218443" y="1518765"/>
                  </a:lnTo>
                  <a:lnTo>
                    <a:pt x="5217598" y="1518765"/>
                  </a:lnTo>
                  <a:lnTo>
                    <a:pt x="5216753" y="1518765"/>
                  </a:lnTo>
                  <a:lnTo>
                    <a:pt x="5215908" y="1518765"/>
                  </a:lnTo>
                  <a:lnTo>
                    <a:pt x="5215063" y="1518765"/>
                  </a:lnTo>
                  <a:lnTo>
                    <a:pt x="5214218" y="1518765"/>
                  </a:lnTo>
                  <a:lnTo>
                    <a:pt x="5213373" y="1518765"/>
                  </a:lnTo>
                  <a:lnTo>
                    <a:pt x="5212528" y="1518765"/>
                  </a:lnTo>
                  <a:lnTo>
                    <a:pt x="5211683" y="1518765"/>
                  </a:lnTo>
                  <a:lnTo>
                    <a:pt x="5210838" y="1518765"/>
                  </a:lnTo>
                  <a:lnTo>
                    <a:pt x="5209992" y="1518765"/>
                  </a:lnTo>
                  <a:lnTo>
                    <a:pt x="5209147" y="1518765"/>
                  </a:lnTo>
                  <a:lnTo>
                    <a:pt x="5208302" y="1518765"/>
                  </a:lnTo>
                  <a:lnTo>
                    <a:pt x="5207457" y="1518765"/>
                  </a:lnTo>
                  <a:lnTo>
                    <a:pt x="5206612" y="1518765"/>
                  </a:lnTo>
                  <a:lnTo>
                    <a:pt x="5205767" y="1518765"/>
                  </a:lnTo>
                  <a:lnTo>
                    <a:pt x="5204922" y="1518765"/>
                  </a:lnTo>
                  <a:lnTo>
                    <a:pt x="5204077" y="1518765"/>
                  </a:lnTo>
                  <a:lnTo>
                    <a:pt x="5203232" y="1518765"/>
                  </a:lnTo>
                  <a:lnTo>
                    <a:pt x="5202387" y="1518765"/>
                  </a:lnTo>
                  <a:lnTo>
                    <a:pt x="5201542" y="1518765"/>
                  </a:lnTo>
                  <a:lnTo>
                    <a:pt x="5200696" y="1518765"/>
                  </a:lnTo>
                  <a:lnTo>
                    <a:pt x="5199851" y="1518765"/>
                  </a:lnTo>
                  <a:lnTo>
                    <a:pt x="5199006" y="1518765"/>
                  </a:lnTo>
                  <a:lnTo>
                    <a:pt x="5198161" y="1518765"/>
                  </a:lnTo>
                  <a:lnTo>
                    <a:pt x="5197316" y="1518765"/>
                  </a:lnTo>
                  <a:lnTo>
                    <a:pt x="5196471" y="1518765"/>
                  </a:lnTo>
                  <a:lnTo>
                    <a:pt x="5195626" y="1518765"/>
                  </a:lnTo>
                  <a:lnTo>
                    <a:pt x="5194781" y="1518765"/>
                  </a:lnTo>
                  <a:lnTo>
                    <a:pt x="5193936" y="1518765"/>
                  </a:lnTo>
                  <a:lnTo>
                    <a:pt x="5193091" y="1518765"/>
                  </a:lnTo>
                  <a:lnTo>
                    <a:pt x="5192246" y="1518765"/>
                  </a:lnTo>
                  <a:lnTo>
                    <a:pt x="5191400" y="1518765"/>
                  </a:lnTo>
                  <a:lnTo>
                    <a:pt x="5190555" y="1518765"/>
                  </a:lnTo>
                  <a:lnTo>
                    <a:pt x="5189710" y="1518765"/>
                  </a:lnTo>
                  <a:lnTo>
                    <a:pt x="5188865" y="1518765"/>
                  </a:lnTo>
                  <a:lnTo>
                    <a:pt x="5188020" y="1518765"/>
                  </a:lnTo>
                  <a:lnTo>
                    <a:pt x="5187175" y="1518765"/>
                  </a:lnTo>
                  <a:lnTo>
                    <a:pt x="5186330" y="1518765"/>
                  </a:lnTo>
                  <a:lnTo>
                    <a:pt x="5185485" y="1518765"/>
                  </a:lnTo>
                  <a:lnTo>
                    <a:pt x="5184640" y="1518765"/>
                  </a:lnTo>
                  <a:lnTo>
                    <a:pt x="5183795" y="1518765"/>
                  </a:lnTo>
                  <a:lnTo>
                    <a:pt x="5182950" y="1518765"/>
                  </a:lnTo>
                  <a:lnTo>
                    <a:pt x="5182104" y="1518765"/>
                  </a:lnTo>
                  <a:lnTo>
                    <a:pt x="5181259" y="1518765"/>
                  </a:lnTo>
                  <a:lnTo>
                    <a:pt x="5180414" y="1518765"/>
                  </a:lnTo>
                  <a:lnTo>
                    <a:pt x="5179569" y="1518765"/>
                  </a:lnTo>
                  <a:lnTo>
                    <a:pt x="5178724" y="1518765"/>
                  </a:lnTo>
                  <a:lnTo>
                    <a:pt x="5177879" y="1518765"/>
                  </a:lnTo>
                  <a:lnTo>
                    <a:pt x="5177034" y="1518765"/>
                  </a:lnTo>
                  <a:lnTo>
                    <a:pt x="5176189" y="1518765"/>
                  </a:lnTo>
                  <a:lnTo>
                    <a:pt x="5175344" y="1518765"/>
                  </a:lnTo>
                  <a:lnTo>
                    <a:pt x="5174499" y="1518765"/>
                  </a:lnTo>
                  <a:lnTo>
                    <a:pt x="5173654" y="1518765"/>
                  </a:lnTo>
                  <a:lnTo>
                    <a:pt x="5172808" y="1518765"/>
                  </a:lnTo>
                  <a:lnTo>
                    <a:pt x="5171963" y="1518765"/>
                  </a:lnTo>
                  <a:lnTo>
                    <a:pt x="5171118" y="1518765"/>
                  </a:lnTo>
                  <a:lnTo>
                    <a:pt x="5170273" y="1518765"/>
                  </a:lnTo>
                  <a:lnTo>
                    <a:pt x="5169428" y="1518765"/>
                  </a:lnTo>
                  <a:lnTo>
                    <a:pt x="5168583" y="1518765"/>
                  </a:lnTo>
                  <a:lnTo>
                    <a:pt x="5167738" y="1518765"/>
                  </a:lnTo>
                  <a:lnTo>
                    <a:pt x="5166893" y="1518765"/>
                  </a:lnTo>
                  <a:lnTo>
                    <a:pt x="5166048" y="1518765"/>
                  </a:lnTo>
                  <a:lnTo>
                    <a:pt x="5165203" y="1518765"/>
                  </a:lnTo>
                  <a:lnTo>
                    <a:pt x="5164357" y="1518765"/>
                  </a:lnTo>
                  <a:lnTo>
                    <a:pt x="5163512" y="1518765"/>
                  </a:lnTo>
                  <a:lnTo>
                    <a:pt x="5162667" y="1518765"/>
                  </a:lnTo>
                  <a:lnTo>
                    <a:pt x="5161822" y="1518765"/>
                  </a:lnTo>
                  <a:lnTo>
                    <a:pt x="5160977" y="1518765"/>
                  </a:lnTo>
                  <a:lnTo>
                    <a:pt x="5160132" y="1518765"/>
                  </a:lnTo>
                  <a:lnTo>
                    <a:pt x="5159287" y="1518765"/>
                  </a:lnTo>
                  <a:lnTo>
                    <a:pt x="5158442" y="1518765"/>
                  </a:lnTo>
                  <a:lnTo>
                    <a:pt x="5157597" y="1518765"/>
                  </a:lnTo>
                  <a:lnTo>
                    <a:pt x="5156752" y="1518765"/>
                  </a:lnTo>
                  <a:lnTo>
                    <a:pt x="5155907" y="1518765"/>
                  </a:lnTo>
                  <a:lnTo>
                    <a:pt x="5155061" y="1518765"/>
                  </a:lnTo>
                  <a:lnTo>
                    <a:pt x="5154216" y="1518765"/>
                  </a:lnTo>
                  <a:lnTo>
                    <a:pt x="5153371" y="1518765"/>
                  </a:lnTo>
                  <a:lnTo>
                    <a:pt x="5152526" y="1518765"/>
                  </a:lnTo>
                  <a:lnTo>
                    <a:pt x="5151681" y="1518765"/>
                  </a:lnTo>
                  <a:lnTo>
                    <a:pt x="5150836" y="1518765"/>
                  </a:lnTo>
                  <a:lnTo>
                    <a:pt x="5149991" y="1518765"/>
                  </a:lnTo>
                  <a:lnTo>
                    <a:pt x="5149146" y="1518765"/>
                  </a:lnTo>
                  <a:lnTo>
                    <a:pt x="5148301" y="1518765"/>
                  </a:lnTo>
                  <a:lnTo>
                    <a:pt x="5147456" y="1518765"/>
                  </a:lnTo>
                  <a:lnTo>
                    <a:pt x="5146611" y="1518765"/>
                  </a:lnTo>
                  <a:lnTo>
                    <a:pt x="5145765" y="1518765"/>
                  </a:lnTo>
                  <a:lnTo>
                    <a:pt x="5144920" y="1518765"/>
                  </a:lnTo>
                  <a:lnTo>
                    <a:pt x="5144075" y="1518765"/>
                  </a:lnTo>
                  <a:lnTo>
                    <a:pt x="5143230" y="1518765"/>
                  </a:lnTo>
                  <a:lnTo>
                    <a:pt x="5142385" y="1518765"/>
                  </a:lnTo>
                  <a:lnTo>
                    <a:pt x="5141540" y="1518765"/>
                  </a:lnTo>
                  <a:lnTo>
                    <a:pt x="5140695" y="1518765"/>
                  </a:lnTo>
                  <a:lnTo>
                    <a:pt x="5139850" y="1518765"/>
                  </a:lnTo>
                  <a:lnTo>
                    <a:pt x="5139005" y="1518765"/>
                  </a:lnTo>
                  <a:lnTo>
                    <a:pt x="5138160" y="1518765"/>
                  </a:lnTo>
                  <a:lnTo>
                    <a:pt x="5137315" y="1518765"/>
                  </a:lnTo>
                  <a:lnTo>
                    <a:pt x="5136469" y="1518765"/>
                  </a:lnTo>
                  <a:lnTo>
                    <a:pt x="5135624" y="1518765"/>
                  </a:lnTo>
                  <a:lnTo>
                    <a:pt x="5134779" y="1518765"/>
                  </a:lnTo>
                  <a:lnTo>
                    <a:pt x="5133934" y="1518765"/>
                  </a:lnTo>
                  <a:lnTo>
                    <a:pt x="5133089" y="1518765"/>
                  </a:lnTo>
                  <a:lnTo>
                    <a:pt x="5132244" y="1518765"/>
                  </a:lnTo>
                  <a:lnTo>
                    <a:pt x="5131399" y="1518765"/>
                  </a:lnTo>
                  <a:lnTo>
                    <a:pt x="5130554" y="1518765"/>
                  </a:lnTo>
                  <a:lnTo>
                    <a:pt x="5129709" y="1518765"/>
                  </a:lnTo>
                  <a:lnTo>
                    <a:pt x="5128864" y="1518765"/>
                  </a:lnTo>
                  <a:lnTo>
                    <a:pt x="5128019" y="1518765"/>
                  </a:lnTo>
                  <a:lnTo>
                    <a:pt x="5127173" y="1518765"/>
                  </a:lnTo>
                  <a:lnTo>
                    <a:pt x="5126328" y="1518765"/>
                  </a:lnTo>
                  <a:lnTo>
                    <a:pt x="5125483" y="1518765"/>
                  </a:lnTo>
                  <a:lnTo>
                    <a:pt x="5124638" y="1518765"/>
                  </a:lnTo>
                  <a:lnTo>
                    <a:pt x="5123793" y="1518765"/>
                  </a:lnTo>
                  <a:lnTo>
                    <a:pt x="5122948" y="1518765"/>
                  </a:lnTo>
                  <a:lnTo>
                    <a:pt x="5122103" y="1518765"/>
                  </a:lnTo>
                  <a:lnTo>
                    <a:pt x="5121258" y="1518765"/>
                  </a:lnTo>
                  <a:lnTo>
                    <a:pt x="5120413" y="1518765"/>
                  </a:lnTo>
                  <a:lnTo>
                    <a:pt x="5119568" y="1518765"/>
                  </a:lnTo>
                  <a:lnTo>
                    <a:pt x="5118723" y="1518765"/>
                  </a:lnTo>
                  <a:lnTo>
                    <a:pt x="5117877" y="1518765"/>
                  </a:lnTo>
                  <a:lnTo>
                    <a:pt x="5117032" y="1518765"/>
                  </a:lnTo>
                  <a:lnTo>
                    <a:pt x="5116187" y="1518765"/>
                  </a:lnTo>
                  <a:lnTo>
                    <a:pt x="5115342" y="1518765"/>
                  </a:lnTo>
                  <a:lnTo>
                    <a:pt x="5114497" y="1518765"/>
                  </a:lnTo>
                  <a:lnTo>
                    <a:pt x="5113652" y="1518765"/>
                  </a:lnTo>
                  <a:lnTo>
                    <a:pt x="5112807" y="1518765"/>
                  </a:lnTo>
                  <a:lnTo>
                    <a:pt x="5111962" y="1518765"/>
                  </a:lnTo>
                  <a:lnTo>
                    <a:pt x="5111117" y="1518765"/>
                  </a:lnTo>
                  <a:lnTo>
                    <a:pt x="5110272" y="1518765"/>
                  </a:lnTo>
                  <a:lnTo>
                    <a:pt x="5109427" y="1518765"/>
                  </a:lnTo>
                  <a:lnTo>
                    <a:pt x="5108581" y="1518765"/>
                  </a:lnTo>
                  <a:lnTo>
                    <a:pt x="5107736" y="1518765"/>
                  </a:lnTo>
                  <a:lnTo>
                    <a:pt x="5106891" y="1518765"/>
                  </a:lnTo>
                  <a:lnTo>
                    <a:pt x="5106046" y="1518765"/>
                  </a:lnTo>
                  <a:lnTo>
                    <a:pt x="5105201" y="1518765"/>
                  </a:lnTo>
                  <a:lnTo>
                    <a:pt x="5104356" y="1518765"/>
                  </a:lnTo>
                  <a:lnTo>
                    <a:pt x="5103511" y="1518765"/>
                  </a:lnTo>
                  <a:lnTo>
                    <a:pt x="5102666" y="1518765"/>
                  </a:lnTo>
                  <a:lnTo>
                    <a:pt x="5101821" y="1518765"/>
                  </a:lnTo>
                  <a:lnTo>
                    <a:pt x="5100976" y="1518765"/>
                  </a:lnTo>
                  <a:lnTo>
                    <a:pt x="5100130" y="1518765"/>
                  </a:lnTo>
                  <a:lnTo>
                    <a:pt x="5099285" y="1518765"/>
                  </a:lnTo>
                  <a:lnTo>
                    <a:pt x="5098440" y="1518765"/>
                  </a:lnTo>
                  <a:lnTo>
                    <a:pt x="5097595" y="1518765"/>
                  </a:lnTo>
                  <a:lnTo>
                    <a:pt x="5096750" y="1518765"/>
                  </a:lnTo>
                  <a:lnTo>
                    <a:pt x="5095905" y="1518765"/>
                  </a:lnTo>
                  <a:lnTo>
                    <a:pt x="5095060" y="1518765"/>
                  </a:lnTo>
                  <a:lnTo>
                    <a:pt x="5094215" y="1518765"/>
                  </a:lnTo>
                  <a:lnTo>
                    <a:pt x="5093370" y="1518765"/>
                  </a:lnTo>
                  <a:lnTo>
                    <a:pt x="5092525" y="1518765"/>
                  </a:lnTo>
                  <a:lnTo>
                    <a:pt x="5091680" y="1518765"/>
                  </a:lnTo>
                  <a:lnTo>
                    <a:pt x="5090834" y="1518765"/>
                  </a:lnTo>
                  <a:lnTo>
                    <a:pt x="5089989" y="1518765"/>
                  </a:lnTo>
                  <a:lnTo>
                    <a:pt x="5089144" y="1518765"/>
                  </a:lnTo>
                  <a:lnTo>
                    <a:pt x="5088299" y="1518765"/>
                  </a:lnTo>
                  <a:lnTo>
                    <a:pt x="5087454" y="1518765"/>
                  </a:lnTo>
                  <a:lnTo>
                    <a:pt x="5086609" y="1518765"/>
                  </a:lnTo>
                  <a:lnTo>
                    <a:pt x="5085764" y="1518765"/>
                  </a:lnTo>
                  <a:lnTo>
                    <a:pt x="5084919" y="1518765"/>
                  </a:lnTo>
                  <a:lnTo>
                    <a:pt x="5084074" y="1518765"/>
                  </a:lnTo>
                  <a:lnTo>
                    <a:pt x="5083229" y="1518765"/>
                  </a:lnTo>
                  <a:lnTo>
                    <a:pt x="5082384" y="1518765"/>
                  </a:lnTo>
                  <a:lnTo>
                    <a:pt x="5081538" y="1518765"/>
                  </a:lnTo>
                  <a:lnTo>
                    <a:pt x="5080693" y="1518765"/>
                  </a:lnTo>
                  <a:lnTo>
                    <a:pt x="5079848" y="1518765"/>
                  </a:lnTo>
                  <a:lnTo>
                    <a:pt x="5079003" y="1518765"/>
                  </a:lnTo>
                  <a:lnTo>
                    <a:pt x="5078158" y="1518765"/>
                  </a:lnTo>
                  <a:lnTo>
                    <a:pt x="5077313" y="1518765"/>
                  </a:lnTo>
                  <a:lnTo>
                    <a:pt x="5076468" y="1518765"/>
                  </a:lnTo>
                  <a:lnTo>
                    <a:pt x="5075623" y="1518765"/>
                  </a:lnTo>
                  <a:lnTo>
                    <a:pt x="5074778" y="1518765"/>
                  </a:lnTo>
                  <a:lnTo>
                    <a:pt x="5073933" y="1518765"/>
                  </a:lnTo>
                  <a:lnTo>
                    <a:pt x="5073088" y="1518765"/>
                  </a:lnTo>
                  <a:lnTo>
                    <a:pt x="5072242" y="1518765"/>
                  </a:lnTo>
                  <a:lnTo>
                    <a:pt x="5071397" y="1518765"/>
                  </a:lnTo>
                  <a:lnTo>
                    <a:pt x="5070552" y="1518765"/>
                  </a:lnTo>
                  <a:lnTo>
                    <a:pt x="5069707" y="1518765"/>
                  </a:lnTo>
                  <a:lnTo>
                    <a:pt x="5068862" y="1518765"/>
                  </a:lnTo>
                  <a:lnTo>
                    <a:pt x="5068017" y="1518765"/>
                  </a:lnTo>
                  <a:lnTo>
                    <a:pt x="5067172" y="1518765"/>
                  </a:lnTo>
                  <a:lnTo>
                    <a:pt x="5066327" y="1518765"/>
                  </a:lnTo>
                  <a:lnTo>
                    <a:pt x="5065482" y="1518765"/>
                  </a:lnTo>
                  <a:lnTo>
                    <a:pt x="5064637" y="1518765"/>
                  </a:lnTo>
                  <a:lnTo>
                    <a:pt x="5063792" y="1518765"/>
                  </a:lnTo>
                  <a:lnTo>
                    <a:pt x="5062946" y="1518765"/>
                  </a:lnTo>
                  <a:lnTo>
                    <a:pt x="5062101" y="1518765"/>
                  </a:lnTo>
                  <a:lnTo>
                    <a:pt x="5061256" y="1518765"/>
                  </a:lnTo>
                  <a:lnTo>
                    <a:pt x="5060411" y="1518765"/>
                  </a:lnTo>
                  <a:lnTo>
                    <a:pt x="5059566" y="1518765"/>
                  </a:lnTo>
                  <a:lnTo>
                    <a:pt x="5058721" y="1518765"/>
                  </a:lnTo>
                  <a:lnTo>
                    <a:pt x="5057876" y="1518765"/>
                  </a:lnTo>
                  <a:lnTo>
                    <a:pt x="5057031" y="1518765"/>
                  </a:lnTo>
                  <a:lnTo>
                    <a:pt x="5056186" y="1518765"/>
                  </a:lnTo>
                  <a:lnTo>
                    <a:pt x="5055341" y="1518765"/>
                  </a:lnTo>
                  <a:lnTo>
                    <a:pt x="5054496" y="1518765"/>
                  </a:lnTo>
                  <a:lnTo>
                    <a:pt x="5053650" y="1518765"/>
                  </a:lnTo>
                  <a:lnTo>
                    <a:pt x="5052805" y="1518765"/>
                  </a:lnTo>
                  <a:lnTo>
                    <a:pt x="5051960" y="1518765"/>
                  </a:lnTo>
                  <a:lnTo>
                    <a:pt x="5051115" y="1518765"/>
                  </a:lnTo>
                  <a:lnTo>
                    <a:pt x="5050270" y="1518765"/>
                  </a:lnTo>
                  <a:lnTo>
                    <a:pt x="5049425" y="1518765"/>
                  </a:lnTo>
                  <a:lnTo>
                    <a:pt x="5048580" y="1518765"/>
                  </a:lnTo>
                  <a:lnTo>
                    <a:pt x="5047735" y="1518765"/>
                  </a:lnTo>
                  <a:lnTo>
                    <a:pt x="5046890" y="1518765"/>
                  </a:lnTo>
                  <a:lnTo>
                    <a:pt x="5046045" y="1518765"/>
                  </a:lnTo>
                  <a:lnTo>
                    <a:pt x="5045200" y="1518765"/>
                  </a:lnTo>
                  <a:lnTo>
                    <a:pt x="5044354" y="1518765"/>
                  </a:lnTo>
                  <a:lnTo>
                    <a:pt x="5043509" y="1518765"/>
                  </a:lnTo>
                  <a:lnTo>
                    <a:pt x="5042664" y="1518765"/>
                  </a:lnTo>
                  <a:lnTo>
                    <a:pt x="5041819" y="1518765"/>
                  </a:lnTo>
                  <a:lnTo>
                    <a:pt x="5040974" y="1518765"/>
                  </a:lnTo>
                  <a:lnTo>
                    <a:pt x="5040129" y="1518765"/>
                  </a:lnTo>
                  <a:lnTo>
                    <a:pt x="5039284" y="1518765"/>
                  </a:lnTo>
                  <a:lnTo>
                    <a:pt x="5038439" y="1518765"/>
                  </a:lnTo>
                  <a:lnTo>
                    <a:pt x="5037594" y="1518765"/>
                  </a:lnTo>
                  <a:lnTo>
                    <a:pt x="5036749" y="1518765"/>
                  </a:lnTo>
                  <a:lnTo>
                    <a:pt x="5035903" y="1518765"/>
                  </a:lnTo>
                  <a:lnTo>
                    <a:pt x="5035058" y="1518765"/>
                  </a:lnTo>
                  <a:lnTo>
                    <a:pt x="5034213" y="1518765"/>
                  </a:lnTo>
                  <a:lnTo>
                    <a:pt x="5033368" y="1518765"/>
                  </a:lnTo>
                  <a:lnTo>
                    <a:pt x="5032523" y="1518765"/>
                  </a:lnTo>
                  <a:lnTo>
                    <a:pt x="5031678" y="1518765"/>
                  </a:lnTo>
                  <a:lnTo>
                    <a:pt x="5030833" y="1518765"/>
                  </a:lnTo>
                  <a:lnTo>
                    <a:pt x="5029988" y="1518765"/>
                  </a:lnTo>
                  <a:lnTo>
                    <a:pt x="5029143" y="1518765"/>
                  </a:lnTo>
                  <a:lnTo>
                    <a:pt x="5028298" y="1518765"/>
                  </a:lnTo>
                  <a:lnTo>
                    <a:pt x="5027453" y="1518765"/>
                  </a:lnTo>
                  <a:lnTo>
                    <a:pt x="5026607" y="1518765"/>
                  </a:lnTo>
                  <a:lnTo>
                    <a:pt x="5025762" y="1518765"/>
                  </a:lnTo>
                  <a:lnTo>
                    <a:pt x="5024917" y="1518765"/>
                  </a:lnTo>
                  <a:lnTo>
                    <a:pt x="5024072" y="1518765"/>
                  </a:lnTo>
                  <a:lnTo>
                    <a:pt x="5023227" y="1518765"/>
                  </a:lnTo>
                  <a:lnTo>
                    <a:pt x="5022382" y="1518765"/>
                  </a:lnTo>
                  <a:lnTo>
                    <a:pt x="5021537" y="1518765"/>
                  </a:lnTo>
                  <a:lnTo>
                    <a:pt x="5020692" y="1518765"/>
                  </a:lnTo>
                  <a:lnTo>
                    <a:pt x="5019847" y="1518765"/>
                  </a:lnTo>
                  <a:lnTo>
                    <a:pt x="5019002" y="1518765"/>
                  </a:lnTo>
                  <a:lnTo>
                    <a:pt x="5018157" y="1518765"/>
                  </a:lnTo>
                  <a:lnTo>
                    <a:pt x="5017311" y="1518765"/>
                  </a:lnTo>
                  <a:lnTo>
                    <a:pt x="5016466" y="1518765"/>
                  </a:lnTo>
                  <a:lnTo>
                    <a:pt x="5015621" y="1518765"/>
                  </a:lnTo>
                  <a:lnTo>
                    <a:pt x="5014776" y="1518765"/>
                  </a:lnTo>
                  <a:lnTo>
                    <a:pt x="5013931" y="1518765"/>
                  </a:lnTo>
                  <a:lnTo>
                    <a:pt x="5013086" y="1518765"/>
                  </a:lnTo>
                  <a:lnTo>
                    <a:pt x="5012241" y="1518765"/>
                  </a:lnTo>
                  <a:lnTo>
                    <a:pt x="5011396" y="1518765"/>
                  </a:lnTo>
                  <a:lnTo>
                    <a:pt x="5010551" y="1518765"/>
                  </a:lnTo>
                  <a:lnTo>
                    <a:pt x="5009706" y="1518765"/>
                  </a:lnTo>
                  <a:lnTo>
                    <a:pt x="5008861" y="1518765"/>
                  </a:lnTo>
                  <a:lnTo>
                    <a:pt x="5008015" y="1518765"/>
                  </a:lnTo>
                  <a:lnTo>
                    <a:pt x="5007170" y="1518765"/>
                  </a:lnTo>
                  <a:lnTo>
                    <a:pt x="5006325" y="1518765"/>
                  </a:lnTo>
                  <a:lnTo>
                    <a:pt x="5005480" y="1518765"/>
                  </a:lnTo>
                  <a:lnTo>
                    <a:pt x="5004635" y="1518765"/>
                  </a:lnTo>
                  <a:lnTo>
                    <a:pt x="5003790" y="1518765"/>
                  </a:lnTo>
                  <a:lnTo>
                    <a:pt x="5002945" y="1518765"/>
                  </a:lnTo>
                  <a:lnTo>
                    <a:pt x="5002100" y="1518765"/>
                  </a:lnTo>
                  <a:lnTo>
                    <a:pt x="5001255" y="1518765"/>
                  </a:lnTo>
                  <a:lnTo>
                    <a:pt x="5000410" y="1518765"/>
                  </a:lnTo>
                  <a:lnTo>
                    <a:pt x="4999565" y="1518765"/>
                  </a:lnTo>
                  <a:lnTo>
                    <a:pt x="4998719" y="1518765"/>
                  </a:lnTo>
                  <a:lnTo>
                    <a:pt x="4997874" y="1518765"/>
                  </a:lnTo>
                  <a:lnTo>
                    <a:pt x="4997029" y="1518765"/>
                  </a:lnTo>
                  <a:lnTo>
                    <a:pt x="4996184" y="1518765"/>
                  </a:lnTo>
                  <a:lnTo>
                    <a:pt x="4995339" y="1518765"/>
                  </a:lnTo>
                  <a:lnTo>
                    <a:pt x="4994494" y="1518765"/>
                  </a:lnTo>
                  <a:lnTo>
                    <a:pt x="4993649" y="1518765"/>
                  </a:lnTo>
                  <a:lnTo>
                    <a:pt x="4992804" y="1518765"/>
                  </a:lnTo>
                  <a:lnTo>
                    <a:pt x="4991959" y="1518765"/>
                  </a:lnTo>
                  <a:lnTo>
                    <a:pt x="4991114" y="1518765"/>
                  </a:lnTo>
                  <a:lnTo>
                    <a:pt x="4990269" y="1518765"/>
                  </a:lnTo>
                  <a:lnTo>
                    <a:pt x="4989423" y="1518765"/>
                  </a:lnTo>
                  <a:lnTo>
                    <a:pt x="4988578" y="1518765"/>
                  </a:lnTo>
                  <a:lnTo>
                    <a:pt x="4987733" y="1518765"/>
                  </a:lnTo>
                  <a:lnTo>
                    <a:pt x="4986888" y="1518765"/>
                  </a:lnTo>
                  <a:lnTo>
                    <a:pt x="4986043" y="1518765"/>
                  </a:lnTo>
                  <a:lnTo>
                    <a:pt x="4985198" y="1518765"/>
                  </a:lnTo>
                  <a:lnTo>
                    <a:pt x="4984353" y="1518765"/>
                  </a:lnTo>
                  <a:lnTo>
                    <a:pt x="4983508" y="1518765"/>
                  </a:lnTo>
                  <a:lnTo>
                    <a:pt x="4982663" y="1518765"/>
                  </a:lnTo>
                  <a:lnTo>
                    <a:pt x="4981818" y="1518765"/>
                  </a:lnTo>
                  <a:lnTo>
                    <a:pt x="4980973" y="1518765"/>
                  </a:lnTo>
                  <a:lnTo>
                    <a:pt x="4980127" y="1518765"/>
                  </a:lnTo>
                  <a:lnTo>
                    <a:pt x="4979282" y="1518765"/>
                  </a:lnTo>
                  <a:lnTo>
                    <a:pt x="4978437" y="1518765"/>
                  </a:lnTo>
                  <a:lnTo>
                    <a:pt x="4977592" y="1518765"/>
                  </a:lnTo>
                  <a:lnTo>
                    <a:pt x="4976747" y="1518765"/>
                  </a:lnTo>
                  <a:lnTo>
                    <a:pt x="4975902" y="1518765"/>
                  </a:lnTo>
                  <a:lnTo>
                    <a:pt x="4975057" y="1518765"/>
                  </a:lnTo>
                  <a:lnTo>
                    <a:pt x="4974212" y="1518765"/>
                  </a:lnTo>
                  <a:lnTo>
                    <a:pt x="4973367" y="1518765"/>
                  </a:lnTo>
                  <a:lnTo>
                    <a:pt x="4972522" y="1518765"/>
                  </a:lnTo>
                  <a:lnTo>
                    <a:pt x="4971676" y="1518765"/>
                  </a:lnTo>
                  <a:lnTo>
                    <a:pt x="4970831" y="1518765"/>
                  </a:lnTo>
                  <a:lnTo>
                    <a:pt x="4969986" y="1518765"/>
                  </a:lnTo>
                  <a:lnTo>
                    <a:pt x="4969141" y="1518765"/>
                  </a:lnTo>
                  <a:lnTo>
                    <a:pt x="4968296" y="1518765"/>
                  </a:lnTo>
                  <a:lnTo>
                    <a:pt x="4967451" y="1518765"/>
                  </a:lnTo>
                  <a:lnTo>
                    <a:pt x="4966606" y="1518765"/>
                  </a:lnTo>
                  <a:lnTo>
                    <a:pt x="4965761" y="1518765"/>
                  </a:lnTo>
                  <a:lnTo>
                    <a:pt x="4964916" y="1518765"/>
                  </a:lnTo>
                  <a:lnTo>
                    <a:pt x="4964071" y="1518765"/>
                  </a:lnTo>
                  <a:lnTo>
                    <a:pt x="4963226" y="1518765"/>
                  </a:lnTo>
                  <a:lnTo>
                    <a:pt x="4962380" y="1518765"/>
                  </a:lnTo>
                  <a:lnTo>
                    <a:pt x="4961535" y="1518765"/>
                  </a:lnTo>
                  <a:lnTo>
                    <a:pt x="4960690" y="1518765"/>
                  </a:lnTo>
                  <a:lnTo>
                    <a:pt x="4959845" y="1518765"/>
                  </a:lnTo>
                  <a:lnTo>
                    <a:pt x="4959000" y="1518765"/>
                  </a:lnTo>
                  <a:lnTo>
                    <a:pt x="4958155" y="1518765"/>
                  </a:lnTo>
                  <a:lnTo>
                    <a:pt x="4957310" y="1518765"/>
                  </a:lnTo>
                  <a:lnTo>
                    <a:pt x="4956465" y="1518765"/>
                  </a:lnTo>
                  <a:lnTo>
                    <a:pt x="4955620" y="1518765"/>
                  </a:lnTo>
                  <a:lnTo>
                    <a:pt x="4954775" y="1518765"/>
                  </a:lnTo>
                  <a:lnTo>
                    <a:pt x="4953930" y="1518765"/>
                  </a:lnTo>
                  <a:lnTo>
                    <a:pt x="4953084" y="1518765"/>
                  </a:lnTo>
                  <a:lnTo>
                    <a:pt x="4952239" y="1518765"/>
                  </a:lnTo>
                  <a:lnTo>
                    <a:pt x="4951394" y="1518765"/>
                  </a:lnTo>
                  <a:lnTo>
                    <a:pt x="4950549" y="1518765"/>
                  </a:lnTo>
                  <a:lnTo>
                    <a:pt x="4949704" y="1518765"/>
                  </a:lnTo>
                  <a:lnTo>
                    <a:pt x="4948859" y="1518765"/>
                  </a:lnTo>
                  <a:lnTo>
                    <a:pt x="4948014" y="1518765"/>
                  </a:lnTo>
                  <a:lnTo>
                    <a:pt x="4947169" y="1518765"/>
                  </a:lnTo>
                  <a:lnTo>
                    <a:pt x="4946324" y="1518765"/>
                  </a:lnTo>
                  <a:lnTo>
                    <a:pt x="4945479" y="1518765"/>
                  </a:lnTo>
                  <a:lnTo>
                    <a:pt x="4944634" y="1518765"/>
                  </a:lnTo>
                  <a:lnTo>
                    <a:pt x="4943788" y="1518765"/>
                  </a:lnTo>
                  <a:lnTo>
                    <a:pt x="4942943" y="1518765"/>
                  </a:lnTo>
                  <a:lnTo>
                    <a:pt x="4942098" y="1518765"/>
                  </a:lnTo>
                  <a:lnTo>
                    <a:pt x="4941253" y="1518765"/>
                  </a:lnTo>
                  <a:lnTo>
                    <a:pt x="4940408" y="1518765"/>
                  </a:lnTo>
                  <a:lnTo>
                    <a:pt x="4939563" y="1518765"/>
                  </a:lnTo>
                  <a:lnTo>
                    <a:pt x="4938718" y="1518765"/>
                  </a:lnTo>
                  <a:lnTo>
                    <a:pt x="4937873" y="1518765"/>
                  </a:lnTo>
                  <a:lnTo>
                    <a:pt x="4937028" y="1518765"/>
                  </a:lnTo>
                  <a:lnTo>
                    <a:pt x="4936183" y="1518765"/>
                  </a:lnTo>
                  <a:lnTo>
                    <a:pt x="4935338" y="1518765"/>
                  </a:lnTo>
                  <a:lnTo>
                    <a:pt x="4934492" y="1518765"/>
                  </a:lnTo>
                  <a:lnTo>
                    <a:pt x="4933647" y="1518765"/>
                  </a:lnTo>
                  <a:lnTo>
                    <a:pt x="4932802" y="1518765"/>
                  </a:lnTo>
                  <a:lnTo>
                    <a:pt x="4931957" y="1518765"/>
                  </a:lnTo>
                  <a:lnTo>
                    <a:pt x="4931112" y="1518765"/>
                  </a:lnTo>
                  <a:lnTo>
                    <a:pt x="4930267" y="1518765"/>
                  </a:lnTo>
                  <a:lnTo>
                    <a:pt x="4929422" y="1518765"/>
                  </a:lnTo>
                  <a:lnTo>
                    <a:pt x="4928577" y="1518765"/>
                  </a:lnTo>
                  <a:lnTo>
                    <a:pt x="4927732" y="1518765"/>
                  </a:lnTo>
                  <a:lnTo>
                    <a:pt x="4926887" y="1518765"/>
                  </a:lnTo>
                  <a:lnTo>
                    <a:pt x="4926042" y="1518765"/>
                  </a:lnTo>
                  <a:lnTo>
                    <a:pt x="4925196" y="1518765"/>
                  </a:lnTo>
                  <a:lnTo>
                    <a:pt x="4924351" y="1518765"/>
                  </a:lnTo>
                  <a:lnTo>
                    <a:pt x="4923506" y="1518765"/>
                  </a:lnTo>
                  <a:lnTo>
                    <a:pt x="4922661" y="1518765"/>
                  </a:lnTo>
                  <a:lnTo>
                    <a:pt x="4921816" y="1518765"/>
                  </a:lnTo>
                  <a:lnTo>
                    <a:pt x="4920971" y="1518765"/>
                  </a:lnTo>
                  <a:lnTo>
                    <a:pt x="4920126" y="1518765"/>
                  </a:lnTo>
                  <a:lnTo>
                    <a:pt x="4919281" y="1518765"/>
                  </a:lnTo>
                  <a:lnTo>
                    <a:pt x="4918436" y="1518765"/>
                  </a:lnTo>
                  <a:lnTo>
                    <a:pt x="4917591" y="1518765"/>
                  </a:lnTo>
                  <a:lnTo>
                    <a:pt x="4916746" y="1518765"/>
                  </a:lnTo>
                  <a:lnTo>
                    <a:pt x="4915900" y="1518765"/>
                  </a:lnTo>
                  <a:lnTo>
                    <a:pt x="4915055" y="1518765"/>
                  </a:lnTo>
                  <a:lnTo>
                    <a:pt x="4914210" y="1518765"/>
                  </a:lnTo>
                  <a:lnTo>
                    <a:pt x="4913365" y="1518765"/>
                  </a:lnTo>
                  <a:lnTo>
                    <a:pt x="4912520" y="1518765"/>
                  </a:lnTo>
                  <a:lnTo>
                    <a:pt x="4911675" y="1518765"/>
                  </a:lnTo>
                  <a:lnTo>
                    <a:pt x="4910830" y="1518765"/>
                  </a:lnTo>
                  <a:lnTo>
                    <a:pt x="4909985" y="1518765"/>
                  </a:lnTo>
                  <a:lnTo>
                    <a:pt x="4909140" y="1518765"/>
                  </a:lnTo>
                  <a:lnTo>
                    <a:pt x="4908295" y="1518765"/>
                  </a:lnTo>
                  <a:lnTo>
                    <a:pt x="4907449" y="1518765"/>
                  </a:lnTo>
                  <a:lnTo>
                    <a:pt x="4906604" y="1518765"/>
                  </a:lnTo>
                  <a:lnTo>
                    <a:pt x="4905759" y="1518765"/>
                  </a:lnTo>
                  <a:lnTo>
                    <a:pt x="4904914" y="1518765"/>
                  </a:lnTo>
                  <a:lnTo>
                    <a:pt x="4904069" y="1518765"/>
                  </a:lnTo>
                  <a:lnTo>
                    <a:pt x="4903224" y="1518765"/>
                  </a:lnTo>
                  <a:lnTo>
                    <a:pt x="4902379" y="1518765"/>
                  </a:lnTo>
                  <a:lnTo>
                    <a:pt x="4901534" y="1518765"/>
                  </a:lnTo>
                  <a:lnTo>
                    <a:pt x="4900689" y="1518765"/>
                  </a:lnTo>
                  <a:lnTo>
                    <a:pt x="4899844" y="1518765"/>
                  </a:lnTo>
                  <a:lnTo>
                    <a:pt x="4898999" y="1518765"/>
                  </a:lnTo>
                  <a:lnTo>
                    <a:pt x="4898153" y="1518765"/>
                  </a:lnTo>
                  <a:lnTo>
                    <a:pt x="4897308" y="1518765"/>
                  </a:lnTo>
                  <a:lnTo>
                    <a:pt x="4896463" y="1518765"/>
                  </a:lnTo>
                  <a:lnTo>
                    <a:pt x="4895618" y="1518765"/>
                  </a:lnTo>
                  <a:lnTo>
                    <a:pt x="4894773" y="1518765"/>
                  </a:lnTo>
                  <a:lnTo>
                    <a:pt x="4893928" y="1518765"/>
                  </a:lnTo>
                  <a:lnTo>
                    <a:pt x="4893083" y="1518765"/>
                  </a:lnTo>
                  <a:lnTo>
                    <a:pt x="4892238" y="1518765"/>
                  </a:lnTo>
                  <a:lnTo>
                    <a:pt x="4891393" y="1518765"/>
                  </a:lnTo>
                  <a:lnTo>
                    <a:pt x="4890548" y="1518765"/>
                  </a:lnTo>
                  <a:lnTo>
                    <a:pt x="4889703" y="1518765"/>
                  </a:lnTo>
                  <a:lnTo>
                    <a:pt x="4888857" y="1518765"/>
                  </a:lnTo>
                  <a:lnTo>
                    <a:pt x="4888012" y="1518765"/>
                  </a:lnTo>
                  <a:lnTo>
                    <a:pt x="4887167" y="1518765"/>
                  </a:lnTo>
                  <a:lnTo>
                    <a:pt x="4886322" y="1518765"/>
                  </a:lnTo>
                  <a:lnTo>
                    <a:pt x="4885477" y="1518765"/>
                  </a:lnTo>
                  <a:lnTo>
                    <a:pt x="4884632" y="1518765"/>
                  </a:lnTo>
                  <a:lnTo>
                    <a:pt x="4883787" y="1518765"/>
                  </a:lnTo>
                  <a:lnTo>
                    <a:pt x="4882942" y="1518765"/>
                  </a:lnTo>
                  <a:lnTo>
                    <a:pt x="4882097" y="1518765"/>
                  </a:lnTo>
                  <a:lnTo>
                    <a:pt x="4881252" y="1518765"/>
                  </a:lnTo>
                  <a:lnTo>
                    <a:pt x="4880407" y="1518765"/>
                  </a:lnTo>
                  <a:lnTo>
                    <a:pt x="4879561" y="1518765"/>
                  </a:lnTo>
                  <a:lnTo>
                    <a:pt x="4878716" y="1518765"/>
                  </a:lnTo>
                  <a:lnTo>
                    <a:pt x="4877871" y="1518765"/>
                  </a:lnTo>
                  <a:lnTo>
                    <a:pt x="4877026" y="1518765"/>
                  </a:lnTo>
                  <a:lnTo>
                    <a:pt x="4876181" y="1518765"/>
                  </a:lnTo>
                  <a:lnTo>
                    <a:pt x="4875336" y="1518765"/>
                  </a:lnTo>
                  <a:lnTo>
                    <a:pt x="4874491" y="1518765"/>
                  </a:lnTo>
                  <a:lnTo>
                    <a:pt x="4873646" y="1518765"/>
                  </a:lnTo>
                  <a:lnTo>
                    <a:pt x="4872801" y="1518765"/>
                  </a:lnTo>
                  <a:lnTo>
                    <a:pt x="4871956" y="1518765"/>
                  </a:lnTo>
                  <a:lnTo>
                    <a:pt x="4871111" y="1518765"/>
                  </a:lnTo>
                  <a:lnTo>
                    <a:pt x="4870265" y="1518765"/>
                  </a:lnTo>
                  <a:lnTo>
                    <a:pt x="4869420" y="1518765"/>
                  </a:lnTo>
                  <a:lnTo>
                    <a:pt x="4868575" y="1518765"/>
                  </a:lnTo>
                  <a:lnTo>
                    <a:pt x="4867730" y="1518765"/>
                  </a:lnTo>
                  <a:lnTo>
                    <a:pt x="4866885" y="1518765"/>
                  </a:lnTo>
                  <a:lnTo>
                    <a:pt x="4866040" y="1518765"/>
                  </a:lnTo>
                  <a:lnTo>
                    <a:pt x="4865195" y="1518765"/>
                  </a:lnTo>
                  <a:lnTo>
                    <a:pt x="4864350" y="1518765"/>
                  </a:lnTo>
                  <a:lnTo>
                    <a:pt x="4863505" y="1518765"/>
                  </a:lnTo>
                  <a:lnTo>
                    <a:pt x="4862660" y="1518765"/>
                  </a:lnTo>
                  <a:lnTo>
                    <a:pt x="4861815" y="1518765"/>
                  </a:lnTo>
                  <a:lnTo>
                    <a:pt x="4860969" y="1518765"/>
                  </a:lnTo>
                  <a:lnTo>
                    <a:pt x="4860124" y="1518765"/>
                  </a:lnTo>
                  <a:lnTo>
                    <a:pt x="4859279" y="1518765"/>
                  </a:lnTo>
                  <a:lnTo>
                    <a:pt x="4858434" y="1518765"/>
                  </a:lnTo>
                  <a:lnTo>
                    <a:pt x="4857589" y="1518765"/>
                  </a:lnTo>
                  <a:lnTo>
                    <a:pt x="4856744" y="1518765"/>
                  </a:lnTo>
                  <a:lnTo>
                    <a:pt x="4855899" y="1518765"/>
                  </a:lnTo>
                  <a:lnTo>
                    <a:pt x="4855054" y="1518765"/>
                  </a:lnTo>
                  <a:lnTo>
                    <a:pt x="4854209" y="1518765"/>
                  </a:lnTo>
                  <a:lnTo>
                    <a:pt x="4853364" y="1518765"/>
                  </a:lnTo>
                  <a:lnTo>
                    <a:pt x="4852519" y="1518765"/>
                  </a:lnTo>
                  <a:lnTo>
                    <a:pt x="4851673" y="1518765"/>
                  </a:lnTo>
                  <a:lnTo>
                    <a:pt x="4850828" y="1518765"/>
                  </a:lnTo>
                  <a:lnTo>
                    <a:pt x="4849983" y="1518765"/>
                  </a:lnTo>
                  <a:lnTo>
                    <a:pt x="4849138" y="1518765"/>
                  </a:lnTo>
                  <a:lnTo>
                    <a:pt x="4848293" y="1518765"/>
                  </a:lnTo>
                  <a:lnTo>
                    <a:pt x="4847448" y="1518765"/>
                  </a:lnTo>
                  <a:lnTo>
                    <a:pt x="4846603" y="1518765"/>
                  </a:lnTo>
                  <a:lnTo>
                    <a:pt x="4845758" y="1518765"/>
                  </a:lnTo>
                  <a:lnTo>
                    <a:pt x="4844913" y="1518765"/>
                  </a:lnTo>
                  <a:lnTo>
                    <a:pt x="4844068" y="1518765"/>
                  </a:lnTo>
                  <a:lnTo>
                    <a:pt x="4843222" y="1518765"/>
                  </a:lnTo>
                  <a:lnTo>
                    <a:pt x="4842377" y="1518765"/>
                  </a:lnTo>
                  <a:lnTo>
                    <a:pt x="4841532" y="1518765"/>
                  </a:lnTo>
                  <a:lnTo>
                    <a:pt x="4840687" y="1518765"/>
                  </a:lnTo>
                  <a:lnTo>
                    <a:pt x="4839842" y="1518765"/>
                  </a:lnTo>
                  <a:lnTo>
                    <a:pt x="4838997" y="1518765"/>
                  </a:lnTo>
                  <a:lnTo>
                    <a:pt x="4838152" y="1518765"/>
                  </a:lnTo>
                  <a:lnTo>
                    <a:pt x="4837307" y="1518765"/>
                  </a:lnTo>
                  <a:lnTo>
                    <a:pt x="4836462" y="1518765"/>
                  </a:lnTo>
                  <a:lnTo>
                    <a:pt x="4835617" y="1518765"/>
                  </a:lnTo>
                  <a:lnTo>
                    <a:pt x="4834772" y="1518765"/>
                  </a:lnTo>
                  <a:lnTo>
                    <a:pt x="4833926" y="1518765"/>
                  </a:lnTo>
                  <a:lnTo>
                    <a:pt x="4833081" y="1518765"/>
                  </a:lnTo>
                  <a:lnTo>
                    <a:pt x="4832236" y="1518765"/>
                  </a:lnTo>
                  <a:lnTo>
                    <a:pt x="4831391" y="1518765"/>
                  </a:lnTo>
                  <a:lnTo>
                    <a:pt x="4830546" y="1518765"/>
                  </a:lnTo>
                  <a:lnTo>
                    <a:pt x="4829701" y="1518765"/>
                  </a:lnTo>
                  <a:lnTo>
                    <a:pt x="4828856" y="1518765"/>
                  </a:lnTo>
                  <a:lnTo>
                    <a:pt x="4828011" y="1518765"/>
                  </a:lnTo>
                  <a:lnTo>
                    <a:pt x="4827166" y="1518765"/>
                  </a:lnTo>
                  <a:lnTo>
                    <a:pt x="4826321" y="1518765"/>
                  </a:lnTo>
                  <a:lnTo>
                    <a:pt x="4825476" y="1518765"/>
                  </a:lnTo>
                  <a:lnTo>
                    <a:pt x="4824630" y="1518765"/>
                  </a:lnTo>
                  <a:lnTo>
                    <a:pt x="4823785" y="1518765"/>
                  </a:lnTo>
                  <a:lnTo>
                    <a:pt x="4822940" y="1518765"/>
                  </a:lnTo>
                  <a:lnTo>
                    <a:pt x="4822095" y="1518765"/>
                  </a:lnTo>
                  <a:lnTo>
                    <a:pt x="4821250" y="1518765"/>
                  </a:lnTo>
                  <a:lnTo>
                    <a:pt x="4820405" y="1518765"/>
                  </a:lnTo>
                  <a:lnTo>
                    <a:pt x="4819560" y="1518765"/>
                  </a:lnTo>
                  <a:lnTo>
                    <a:pt x="4818715" y="1518765"/>
                  </a:lnTo>
                  <a:lnTo>
                    <a:pt x="4817870" y="1518765"/>
                  </a:lnTo>
                  <a:lnTo>
                    <a:pt x="4817025" y="1518765"/>
                  </a:lnTo>
                  <a:lnTo>
                    <a:pt x="4816180" y="1518765"/>
                  </a:lnTo>
                  <a:lnTo>
                    <a:pt x="4815334" y="1518765"/>
                  </a:lnTo>
                  <a:lnTo>
                    <a:pt x="4814489" y="1518765"/>
                  </a:lnTo>
                  <a:lnTo>
                    <a:pt x="4813644" y="1518765"/>
                  </a:lnTo>
                  <a:lnTo>
                    <a:pt x="4812799" y="1518765"/>
                  </a:lnTo>
                  <a:lnTo>
                    <a:pt x="4811954" y="1518765"/>
                  </a:lnTo>
                  <a:lnTo>
                    <a:pt x="4811109" y="1518765"/>
                  </a:lnTo>
                  <a:lnTo>
                    <a:pt x="4810264" y="1518765"/>
                  </a:lnTo>
                  <a:lnTo>
                    <a:pt x="4809419" y="1518765"/>
                  </a:lnTo>
                  <a:lnTo>
                    <a:pt x="4808574" y="1518765"/>
                  </a:lnTo>
                  <a:lnTo>
                    <a:pt x="4807729" y="1518765"/>
                  </a:lnTo>
                  <a:lnTo>
                    <a:pt x="4806884" y="1518765"/>
                  </a:lnTo>
                  <a:lnTo>
                    <a:pt x="4806038" y="1518765"/>
                  </a:lnTo>
                  <a:lnTo>
                    <a:pt x="4805193" y="1518765"/>
                  </a:lnTo>
                  <a:lnTo>
                    <a:pt x="4804348" y="1518765"/>
                  </a:lnTo>
                  <a:lnTo>
                    <a:pt x="4803503" y="1518765"/>
                  </a:lnTo>
                  <a:lnTo>
                    <a:pt x="4802658" y="1518765"/>
                  </a:lnTo>
                  <a:lnTo>
                    <a:pt x="4801813" y="1518765"/>
                  </a:lnTo>
                  <a:lnTo>
                    <a:pt x="4800968" y="1518765"/>
                  </a:lnTo>
                  <a:lnTo>
                    <a:pt x="4800123" y="1518765"/>
                  </a:lnTo>
                  <a:lnTo>
                    <a:pt x="4799278" y="1518765"/>
                  </a:lnTo>
                  <a:lnTo>
                    <a:pt x="4798433" y="1518765"/>
                  </a:lnTo>
                  <a:lnTo>
                    <a:pt x="4797588" y="1518765"/>
                  </a:lnTo>
                  <a:lnTo>
                    <a:pt x="4796742" y="1518765"/>
                  </a:lnTo>
                  <a:lnTo>
                    <a:pt x="4795897" y="1518765"/>
                  </a:lnTo>
                  <a:lnTo>
                    <a:pt x="4795052" y="1518765"/>
                  </a:lnTo>
                  <a:lnTo>
                    <a:pt x="4794207" y="1518765"/>
                  </a:lnTo>
                  <a:lnTo>
                    <a:pt x="4793362" y="1518765"/>
                  </a:lnTo>
                  <a:lnTo>
                    <a:pt x="4792517" y="1518765"/>
                  </a:lnTo>
                  <a:lnTo>
                    <a:pt x="4791672" y="1518765"/>
                  </a:lnTo>
                  <a:lnTo>
                    <a:pt x="4790827" y="1518765"/>
                  </a:lnTo>
                  <a:lnTo>
                    <a:pt x="4789982" y="1518765"/>
                  </a:lnTo>
                  <a:lnTo>
                    <a:pt x="4789137" y="1518765"/>
                  </a:lnTo>
                  <a:lnTo>
                    <a:pt x="4788291" y="1518765"/>
                  </a:lnTo>
                  <a:lnTo>
                    <a:pt x="4787446" y="1518765"/>
                  </a:lnTo>
                  <a:lnTo>
                    <a:pt x="4786601" y="1518765"/>
                  </a:lnTo>
                  <a:lnTo>
                    <a:pt x="4785756" y="1518765"/>
                  </a:lnTo>
                  <a:lnTo>
                    <a:pt x="4784911" y="1518765"/>
                  </a:lnTo>
                  <a:lnTo>
                    <a:pt x="4784066" y="1518765"/>
                  </a:lnTo>
                  <a:lnTo>
                    <a:pt x="4783221" y="1518765"/>
                  </a:lnTo>
                  <a:lnTo>
                    <a:pt x="4782376" y="1518765"/>
                  </a:lnTo>
                  <a:lnTo>
                    <a:pt x="4781531" y="1518765"/>
                  </a:lnTo>
                  <a:lnTo>
                    <a:pt x="4780686" y="1518765"/>
                  </a:lnTo>
                  <a:lnTo>
                    <a:pt x="4779841" y="1518765"/>
                  </a:lnTo>
                  <a:lnTo>
                    <a:pt x="4778995" y="1518765"/>
                  </a:lnTo>
                  <a:lnTo>
                    <a:pt x="4778150" y="1518765"/>
                  </a:lnTo>
                  <a:lnTo>
                    <a:pt x="4777305" y="1518765"/>
                  </a:lnTo>
                  <a:lnTo>
                    <a:pt x="4776460" y="1518765"/>
                  </a:lnTo>
                  <a:lnTo>
                    <a:pt x="4775615" y="1518765"/>
                  </a:lnTo>
                  <a:lnTo>
                    <a:pt x="4774770" y="1518765"/>
                  </a:lnTo>
                  <a:lnTo>
                    <a:pt x="4773925" y="1518765"/>
                  </a:lnTo>
                  <a:lnTo>
                    <a:pt x="4773080" y="1518765"/>
                  </a:lnTo>
                  <a:lnTo>
                    <a:pt x="4772235" y="1518765"/>
                  </a:lnTo>
                  <a:lnTo>
                    <a:pt x="4771390" y="1518765"/>
                  </a:lnTo>
                  <a:lnTo>
                    <a:pt x="4770545" y="1518765"/>
                  </a:lnTo>
                  <a:lnTo>
                    <a:pt x="4769699" y="1518765"/>
                  </a:lnTo>
                  <a:lnTo>
                    <a:pt x="4768854" y="1518765"/>
                  </a:lnTo>
                  <a:lnTo>
                    <a:pt x="4768009" y="1518765"/>
                  </a:lnTo>
                  <a:lnTo>
                    <a:pt x="4767164" y="1518765"/>
                  </a:lnTo>
                  <a:lnTo>
                    <a:pt x="4766319" y="1518765"/>
                  </a:lnTo>
                  <a:lnTo>
                    <a:pt x="4765474" y="1518765"/>
                  </a:lnTo>
                  <a:lnTo>
                    <a:pt x="4764629" y="1518765"/>
                  </a:lnTo>
                  <a:lnTo>
                    <a:pt x="4763784" y="1518765"/>
                  </a:lnTo>
                  <a:lnTo>
                    <a:pt x="4762939" y="1518765"/>
                  </a:lnTo>
                  <a:lnTo>
                    <a:pt x="4762094" y="1518765"/>
                  </a:lnTo>
                  <a:lnTo>
                    <a:pt x="4761249" y="1518765"/>
                  </a:lnTo>
                  <a:lnTo>
                    <a:pt x="4760403" y="1518765"/>
                  </a:lnTo>
                  <a:lnTo>
                    <a:pt x="4759558" y="1518765"/>
                  </a:lnTo>
                  <a:lnTo>
                    <a:pt x="4758713" y="1518765"/>
                  </a:lnTo>
                  <a:lnTo>
                    <a:pt x="4757868" y="1518765"/>
                  </a:lnTo>
                  <a:lnTo>
                    <a:pt x="4757023" y="1518765"/>
                  </a:lnTo>
                  <a:lnTo>
                    <a:pt x="4756178" y="1518765"/>
                  </a:lnTo>
                  <a:lnTo>
                    <a:pt x="4755333" y="1518765"/>
                  </a:lnTo>
                  <a:lnTo>
                    <a:pt x="4754488" y="1518765"/>
                  </a:lnTo>
                  <a:lnTo>
                    <a:pt x="4753643" y="1518765"/>
                  </a:lnTo>
                  <a:lnTo>
                    <a:pt x="4752798" y="1518765"/>
                  </a:lnTo>
                  <a:lnTo>
                    <a:pt x="4751953" y="1518765"/>
                  </a:lnTo>
                  <a:lnTo>
                    <a:pt x="4751107" y="1518765"/>
                  </a:lnTo>
                  <a:lnTo>
                    <a:pt x="4750262" y="1518765"/>
                  </a:lnTo>
                  <a:lnTo>
                    <a:pt x="4749417" y="1518765"/>
                  </a:lnTo>
                  <a:lnTo>
                    <a:pt x="4748572" y="1518765"/>
                  </a:lnTo>
                  <a:lnTo>
                    <a:pt x="4747727" y="1518765"/>
                  </a:lnTo>
                  <a:lnTo>
                    <a:pt x="4746882" y="1518765"/>
                  </a:lnTo>
                  <a:lnTo>
                    <a:pt x="4746037" y="1518765"/>
                  </a:lnTo>
                  <a:lnTo>
                    <a:pt x="4745192" y="1518765"/>
                  </a:lnTo>
                  <a:lnTo>
                    <a:pt x="4744347" y="1518765"/>
                  </a:lnTo>
                  <a:lnTo>
                    <a:pt x="4743502" y="1518765"/>
                  </a:lnTo>
                  <a:lnTo>
                    <a:pt x="4742657" y="1518765"/>
                  </a:lnTo>
                  <a:lnTo>
                    <a:pt x="4741811" y="1518765"/>
                  </a:lnTo>
                  <a:lnTo>
                    <a:pt x="4740966" y="1518765"/>
                  </a:lnTo>
                  <a:lnTo>
                    <a:pt x="4740121" y="1518765"/>
                  </a:lnTo>
                  <a:lnTo>
                    <a:pt x="4739276" y="1518765"/>
                  </a:lnTo>
                  <a:lnTo>
                    <a:pt x="4738431" y="1518765"/>
                  </a:lnTo>
                  <a:lnTo>
                    <a:pt x="4737586" y="1518765"/>
                  </a:lnTo>
                  <a:lnTo>
                    <a:pt x="4736741" y="1518765"/>
                  </a:lnTo>
                  <a:lnTo>
                    <a:pt x="4735896" y="1518765"/>
                  </a:lnTo>
                  <a:lnTo>
                    <a:pt x="4735051" y="1518765"/>
                  </a:lnTo>
                  <a:lnTo>
                    <a:pt x="4734206" y="1518765"/>
                  </a:lnTo>
                  <a:lnTo>
                    <a:pt x="4733361" y="1518765"/>
                  </a:lnTo>
                  <a:lnTo>
                    <a:pt x="4732515" y="1518765"/>
                  </a:lnTo>
                  <a:lnTo>
                    <a:pt x="4731670" y="1518765"/>
                  </a:lnTo>
                  <a:lnTo>
                    <a:pt x="4730825" y="1518765"/>
                  </a:lnTo>
                  <a:lnTo>
                    <a:pt x="4729980" y="1518765"/>
                  </a:lnTo>
                  <a:lnTo>
                    <a:pt x="4729135" y="1518765"/>
                  </a:lnTo>
                  <a:lnTo>
                    <a:pt x="4728290" y="1518765"/>
                  </a:lnTo>
                  <a:lnTo>
                    <a:pt x="4727445" y="1518765"/>
                  </a:lnTo>
                  <a:lnTo>
                    <a:pt x="4726600" y="1518765"/>
                  </a:lnTo>
                  <a:lnTo>
                    <a:pt x="4725755" y="1518765"/>
                  </a:lnTo>
                  <a:lnTo>
                    <a:pt x="4724910" y="1518765"/>
                  </a:lnTo>
                  <a:lnTo>
                    <a:pt x="4724064" y="1518765"/>
                  </a:lnTo>
                  <a:lnTo>
                    <a:pt x="4723219" y="1518765"/>
                  </a:lnTo>
                  <a:lnTo>
                    <a:pt x="4722374" y="1518765"/>
                  </a:lnTo>
                  <a:lnTo>
                    <a:pt x="4721529" y="1518765"/>
                  </a:lnTo>
                  <a:lnTo>
                    <a:pt x="4720684" y="1518765"/>
                  </a:lnTo>
                  <a:lnTo>
                    <a:pt x="4719839" y="1518765"/>
                  </a:lnTo>
                  <a:lnTo>
                    <a:pt x="4718994" y="1518765"/>
                  </a:lnTo>
                  <a:lnTo>
                    <a:pt x="4718149" y="1518765"/>
                  </a:lnTo>
                  <a:lnTo>
                    <a:pt x="4717304" y="1518765"/>
                  </a:lnTo>
                  <a:lnTo>
                    <a:pt x="4716459" y="1518765"/>
                  </a:lnTo>
                  <a:lnTo>
                    <a:pt x="4715614" y="1518765"/>
                  </a:lnTo>
                  <a:lnTo>
                    <a:pt x="4714768" y="1518765"/>
                  </a:lnTo>
                  <a:lnTo>
                    <a:pt x="4713923" y="1518765"/>
                  </a:lnTo>
                  <a:lnTo>
                    <a:pt x="4713078" y="1518765"/>
                  </a:lnTo>
                  <a:lnTo>
                    <a:pt x="4712233" y="1518765"/>
                  </a:lnTo>
                  <a:lnTo>
                    <a:pt x="4711388" y="1518765"/>
                  </a:lnTo>
                  <a:lnTo>
                    <a:pt x="4710543" y="1518765"/>
                  </a:lnTo>
                  <a:lnTo>
                    <a:pt x="4709698" y="1518765"/>
                  </a:lnTo>
                  <a:lnTo>
                    <a:pt x="4708853" y="1518765"/>
                  </a:lnTo>
                  <a:lnTo>
                    <a:pt x="4708008" y="1518765"/>
                  </a:lnTo>
                  <a:lnTo>
                    <a:pt x="4707163" y="1518765"/>
                  </a:lnTo>
                  <a:lnTo>
                    <a:pt x="4706318" y="1518765"/>
                  </a:lnTo>
                  <a:lnTo>
                    <a:pt x="4705472" y="1518765"/>
                  </a:lnTo>
                  <a:lnTo>
                    <a:pt x="4704627" y="1518765"/>
                  </a:lnTo>
                  <a:lnTo>
                    <a:pt x="4703782" y="1518765"/>
                  </a:lnTo>
                  <a:lnTo>
                    <a:pt x="4702937" y="1518765"/>
                  </a:lnTo>
                  <a:lnTo>
                    <a:pt x="4702092" y="1518765"/>
                  </a:lnTo>
                  <a:lnTo>
                    <a:pt x="4701247" y="1518765"/>
                  </a:lnTo>
                  <a:lnTo>
                    <a:pt x="4700402" y="1518765"/>
                  </a:lnTo>
                  <a:lnTo>
                    <a:pt x="4699557" y="1518765"/>
                  </a:lnTo>
                  <a:lnTo>
                    <a:pt x="4698712" y="1518765"/>
                  </a:lnTo>
                  <a:lnTo>
                    <a:pt x="4697867" y="1518765"/>
                  </a:lnTo>
                  <a:lnTo>
                    <a:pt x="4697022" y="1518765"/>
                  </a:lnTo>
                  <a:lnTo>
                    <a:pt x="4696176" y="1518765"/>
                  </a:lnTo>
                  <a:lnTo>
                    <a:pt x="4695331" y="1518765"/>
                  </a:lnTo>
                  <a:lnTo>
                    <a:pt x="4694486" y="1518765"/>
                  </a:lnTo>
                  <a:lnTo>
                    <a:pt x="4693641" y="1518765"/>
                  </a:lnTo>
                  <a:lnTo>
                    <a:pt x="4692796" y="1518765"/>
                  </a:lnTo>
                  <a:lnTo>
                    <a:pt x="4691951" y="1518765"/>
                  </a:lnTo>
                  <a:lnTo>
                    <a:pt x="4691106" y="1518765"/>
                  </a:lnTo>
                  <a:lnTo>
                    <a:pt x="4690261" y="1518765"/>
                  </a:lnTo>
                  <a:lnTo>
                    <a:pt x="4689416" y="1518765"/>
                  </a:lnTo>
                  <a:lnTo>
                    <a:pt x="4688571" y="1518765"/>
                  </a:lnTo>
                  <a:lnTo>
                    <a:pt x="4687726" y="1518765"/>
                  </a:lnTo>
                  <a:lnTo>
                    <a:pt x="4686880" y="1518765"/>
                  </a:lnTo>
                  <a:lnTo>
                    <a:pt x="4686035" y="1518765"/>
                  </a:lnTo>
                  <a:lnTo>
                    <a:pt x="4685190" y="1518765"/>
                  </a:lnTo>
                  <a:lnTo>
                    <a:pt x="4684345" y="1518765"/>
                  </a:lnTo>
                  <a:lnTo>
                    <a:pt x="4683500" y="1518765"/>
                  </a:lnTo>
                  <a:lnTo>
                    <a:pt x="4682655" y="1518765"/>
                  </a:lnTo>
                  <a:lnTo>
                    <a:pt x="4681810" y="1518765"/>
                  </a:lnTo>
                  <a:lnTo>
                    <a:pt x="4680965" y="1518765"/>
                  </a:lnTo>
                  <a:lnTo>
                    <a:pt x="4680120" y="1518765"/>
                  </a:lnTo>
                  <a:lnTo>
                    <a:pt x="4679275" y="1518765"/>
                  </a:lnTo>
                  <a:lnTo>
                    <a:pt x="4678430" y="1518765"/>
                  </a:lnTo>
                  <a:lnTo>
                    <a:pt x="4677584" y="1518765"/>
                  </a:lnTo>
                  <a:lnTo>
                    <a:pt x="4676739" y="1518765"/>
                  </a:lnTo>
                  <a:lnTo>
                    <a:pt x="4675894" y="1518765"/>
                  </a:lnTo>
                  <a:lnTo>
                    <a:pt x="4675049" y="1518765"/>
                  </a:lnTo>
                  <a:lnTo>
                    <a:pt x="4674204" y="1518765"/>
                  </a:lnTo>
                  <a:lnTo>
                    <a:pt x="4673359" y="1518765"/>
                  </a:lnTo>
                  <a:lnTo>
                    <a:pt x="4672514" y="1518765"/>
                  </a:lnTo>
                  <a:lnTo>
                    <a:pt x="4671669" y="1518765"/>
                  </a:lnTo>
                  <a:lnTo>
                    <a:pt x="4670824" y="1518765"/>
                  </a:lnTo>
                  <a:lnTo>
                    <a:pt x="4669979" y="1518765"/>
                  </a:lnTo>
                  <a:lnTo>
                    <a:pt x="4669134" y="1518765"/>
                  </a:lnTo>
                  <a:lnTo>
                    <a:pt x="4668288" y="1518765"/>
                  </a:lnTo>
                  <a:lnTo>
                    <a:pt x="4667443" y="1518765"/>
                  </a:lnTo>
                  <a:lnTo>
                    <a:pt x="4666598" y="1518765"/>
                  </a:lnTo>
                  <a:lnTo>
                    <a:pt x="4665753" y="1518765"/>
                  </a:lnTo>
                  <a:lnTo>
                    <a:pt x="4664908" y="1518765"/>
                  </a:lnTo>
                  <a:lnTo>
                    <a:pt x="4664063" y="1518765"/>
                  </a:lnTo>
                  <a:lnTo>
                    <a:pt x="4663218" y="1518765"/>
                  </a:lnTo>
                  <a:lnTo>
                    <a:pt x="4662373" y="1518765"/>
                  </a:lnTo>
                  <a:lnTo>
                    <a:pt x="4661528" y="1518765"/>
                  </a:lnTo>
                  <a:lnTo>
                    <a:pt x="4660683" y="1518765"/>
                  </a:lnTo>
                  <a:lnTo>
                    <a:pt x="4659837" y="1518765"/>
                  </a:lnTo>
                  <a:lnTo>
                    <a:pt x="4658992" y="1518765"/>
                  </a:lnTo>
                  <a:lnTo>
                    <a:pt x="4658147" y="1518765"/>
                  </a:lnTo>
                  <a:lnTo>
                    <a:pt x="4657302" y="1518765"/>
                  </a:lnTo>
                  <a:lnTo>
                    <a:pt x="4656457" y="1518765"/>
                  </a:lnTo>
                  <a:lnTo>
                    <a:pt x="4655612" y="1518765"/>
                  </a:lnTo>
                  <a:lnTo>
                    <a:pt x="4654767" y="1518765"/>
                  </a:lnTo>
                  <a:lnTo>
                    <a:pt x="4653922" y="1518765"/>
                  </a:lnTo>
                  <a:lnTo>
                    <a:pt x="4653077" y="1518765"/>
                  </a:lnTo>
                  <a:lnTo>
                    <a:pt x="4652232" y="1518765"/>
                  </a:lnTo>
                  <a:lnTo>
                    <a:pt x="4651387" y="1518765"/>
                  </a:lnTo>
                  <a:lnTo>
                    <a:pt x="4650541" y="1518765"/>
                  </a:lnTo>
                  <a:lnTo>
                    <a:pt x="4649696" y="1518765"/>
                  </a:lnTo>
                  <a:lnTo>
                    <a:pt x="4648851" y="1518765"/>
                  </a:lnTo>
                  <a:lnTo>
                    <a:pt x="4648006" y="1518765"/>
                  </a:lnTo>
                  <a:lnTo>
                    <a:pt x="4647161" y="1518765"/>
                  </a:lnTo>
                  <a:lnTo>
                    <a:pt x="4646316" y="1518765"/>
                  </a:lnTo>
                  <a:lnTo>
                    <a:pt x="4645471" y="1518765"/>
                  </a:lnTo>
                  <a:lnTo>
                    <a:pt x="4644626" y="1518765"/>
                  </a:lnTo>
                  <a:lnTo>
                    <a:pt x="4643781" y="1518765"/>
                  </a:lnTo>
                  <a:lnTo>
                    <a:pt x="4642936" y="1518765"/>
                  </a:lnTo>
                  <a:lnTo>
                    <a:pt x="4642091" y="1518765"/>
                  </a:lnTo>
                  <a:lnTo>
                    <a:pt x="4641245" y="1518765"/>
                  </a:lnTo>
                  <a:lnTo>
                    <a:pt x="4640400" y="1518765"/>
                  </a:lnTo>
                  <a:lnTo>
                    <a:pt x="4639555" y="1518765"/>
                  </a:lnTo>
                  <a:lnTo>
                    <a:pt x="4638710" y="1518765"/>
                  </a:lnTo>
                  <a:lnTo>
                    <a:pt x="4637865" y="1518765"/>
                  </a:lnTo>
                  <a:lnTo>
                    <a:pt x="4637020" y="1518765"/>
                  </a:lnTo>
                  <a:lnTo>
                    <a:pt x="4636175" y="1518765"/>
                  </a:lnTo>
                  <a:lnTo>
                    <a:pt x="4635330" y="1518765"/>
                  </a:lnTo>
                  <a:lnTo>
                    <a:pt x="4634485" y="1518765"/>
                  </a:lnTo>
                  <a:lnTo>
                    <a:pt x="4633640" y="1518765"/>
                  </a:lnTo>
                  <a:lnTo>
                    <a:pt x="4632795" y="1518765"/>
                  </a:lnTo>
                  <a:lnTo>
                    <a:pt x="4631949" y="1518765"/>
                  </a:lnTo>
                  <a:lnTo>
                    <a:pt x="4631104" y="1518765"/>
                  </a:lnTo>
                  <a:lnTo>
                    <a:pt x="4630259" y="1518765"/>
                  </a:lnTo>
                  <a:lnTo>
                    <a:pt x="4629414" y="1518765"/>
                  </a:lnTo>
                  <a:lnTo>
                    <a:pt x="4628569" y="1518765"/>
                  </a:lnTo>
                  <a:lnTo>
                    <a:pt x="4627724" y="1518765"/>
                  </a:lnTo>
                  <a:lnTo>
                    <a:pt x="4626879" y="1518765"/>
                  </a:lnTo>
                  <a:lnTo>
                    <a:pt x="4626034" y="1518765"/>
                  </a:lnTo>
                  <a:lnTo>
                    <a:pt x="4625189" y="1518765"/>
                  </a:lnTo>
                  <a:lnTo>
                    <a:pt x="4624344" y="1518765"/>
                  </a:lnTo>
                  <a:lnTo>
                    <a:pt x="4623499" y="1518765"/>
                  </a:lnTo>
                  <a:lnTo>
                    <a:pt x="4622653" y="1518765"/>
                  </a:lnTo>
                  <a:lnTo>
                    <a:pt x="4621808" y="1518765"/>
                  </a:lnTo>
                  <a:lnTo>
                    <a:pt x="4620963" y="1518765"/>
                  </a:lnTo>
                  <a:lnTo>
                    <a:pt x="4620118" y="1518765"/>
                  </a:lnTo>
                  <a:lnTo>
                    <a:pt x="4619273" y="1518765"/>
                  </a:lnTo>
                  <a:lnTo>
                    <a:pt x="4618428" y="1518765"/>
                  </a:lnTo>
                  <a:lnTo>
                    <a:pt x="4617583" y="1518765"/>
                  </a:lnTo>
                  <a:lnTo>
                    <a:pt x="4616738" y="1518765"/>
                  </a:lnTo>
                  <a:lnTo>
                    <a:pt x="4615893" y="1518765"/>
                  </a:lnTo>
                  <a:lnTo>
                    <a:pt x="4615048" y="1518765"/>
                  </a:lnTo>
                  <a:lnTo>
                    <a:pt x="4614203" y="1518765"/>
                  </a:lnTo>
                  <a:lnTo>
                    <a:pt x="4613357" y="1518765"/>
                  </a:lnTo>
                  <a:lnTo>
                    <a:pt x="4612512" y="1518765"/>
                  </a:lnTo>
                  <a:lnTo>
                    <a:pt x="4611667" y="1518765"/>
                  </a:lnTo>
                  <a:lnTo>
                    <a:pt x="4610822" y="1518765"/>
                  </a:lnTo>
                  <a:lnTo>
                    <a:pt x="4609977" y="1518765"/>
                  </a:lnTo>
                  <a:lnTo>
                    <a:pt x="4609132" y="1518765"/>
                  </a:lnTo>
                  <a:lnTo>
                    <a:pt x="4608287" y="1518765"/>
                  </a:lnTo>
                  <a:lnTo>
                    <a:pt x="4607442" y="1518765"/>
                  </a:lnTo>
                  <a:lnTo>
                    <a:pt x="4606597" y="1518765"/>
                  </a:lnTo>
                  <a:lnTo>
                    <a:pt x="4605752" y="1518765"/>
                  </a:lnTo>
                  <a:lnTo>
                    <a:pt x="4604907" y="1518765"/>
                  </a:lnTo>
                  <a:lnTo>
                    <a:pt x="4604061" y="1518765"/>
                  </a:lnTo>
                  <a:lnTo>
                    <a:pt x="4603216" y="1518765"/>
                  </a:lnTo>
                  <a:lnTo>
                    <a:pt x="4602371" y="1518765"/>
                  </a:lnTo>
                  <a:lnTo>
                    <a:pt x="4601526" y="1518765"/>
                  </a:lnTo>
                  <a:lnTo>
                    <a:pt x="4600681" y="1518765"/>
                  </a:lnTo>
                  <a:lnTo>
                    <a:pt x="4599836" y="1518765"/>
                  </a:lnTo>
                  <a:lnTo>
                    <a:pt x="4598991" y="1518765"/>
                  </a:lnTo>
                  <a:lnTo>
                    <a:pt x="4598146" y="1518765"/>
                  </a:lnTo>
                  <a:lnTo>
                    <a:pt x="4597301" y="1518765"/>
                  </a:lnTo>
                  <a:lnTo>
                    <a:pt x="4596456" y="1518765"/>
                  </a:lnTo>
                  <a:lnTo>
                    <a:pt x="4595610" y="1518765"/>
                  </a:lnTo>
                  <a:lnTo>
                    <a:pt x="4594765" y="1518765"/>
                  </a:lnTo>
                  <a:lnTo>
                    <a:pt x="4593920" y="1518765"/>
                  </a:lnTo>
                  <a:lnTo>
                    <a:pt x="4593075" y="1518765"/>
                  </a:lnTo>
                  <a:lnTo>
                    <a:pt x="4592230" y="1518765"/>
                  </a:lnTo>
                  <a:lnTo>
                    <a:pt x="4591385" y="1518765"/>
                  </a:lnTo>
                  <a:lnTo>
                    <a:pt x="4590540" y="1518765"/>
                  </a:lnTo>
                  <a:lnTo>
                    <a:pt x="4589695" y="1518765"/>
                  </a:lnTo>
                  <a:lnTo>
                    <a:pt x="4588850" y="1518765"/>
                  </a:lnTo>
                  <a:lnTo>
                    <a:pt x="4588005" y="1518765"/>
                  </a:lnTo>
                  <a:lnTo>
                    <a:pt x="4587160" y="1518765"/>
                  </a:lnTo>
                  <a:lnTo>
                    <a:pt x="4586314" y="1518765"/>
                  </a:lnTo>
                  <a:lnTo>
                    <a:pt x="4585469" y="1518765"/>
                  </a:lnTo>
                  <a:lnTo>
                    <a:pt x="4584624" y="1518765"/>
                  </a:lnTo>
                  <a:lnTo>
                    <a:pt x="4583779" y="1518765"/>
                  </a:lnTo>
                  <a:lnTo>
                    <a:pt x="4582934" y="1518765"/>
                  </a:lnTo>
                  <a:lnTo>
                    <a:pt x="4582089" y="1518765"/>
                  </a:lnTo>
                  <a:lnTo>
                    <a:pt x="4581244" y="1518765"/>
                  </a:lnTo>
                  <a:lnTo>
                    <a:pt x="4580399" y="1518765"/>
                  </a:lnTo>
                  <a:lnTo>
                    <a:pt x="4579554" y="1518765"/>
                  </a:lnTo>
                  <a:lnTo>
                    <a:pt x="4578709" y="1518765"/>
                  </a:lnTo>
                  <a:lnTo>
                    <a:pt x="4577864" y="1518765"/>
                  </a:lnTo>
                  <a:lnTo>
                    <a:pt x="4577018" y="1518765"/>
                  </a:lnTo>
                  <a:lnTo>
                    <a:pt x="4576173" y="1518765"/>
                  </a:lnTo>
                  <a:lnTo>
                    <a:pt x="4575328" y="1518765"/>
                  </a:lnTo>
                  <a:lnTo>
                    <a:pt x="4574483" y="1518765"/>
                  </a:lnTo>
                  <a:lnTo>
                    <a:pt x="4573638" y="1518765"/>
                  </a:lnTo>
                  <a:lnTo>
                    <a:pt x="4572793" y="1518765"/>
                  </a:lnTo>
                  <a:lnTo>
                    <a:pt x="4571948" y="1518765"/>
                  </a:lnTo>
                  <a:lnTo>
                    <a:pt x="4571103" y="1518765"/>
                  </a:lnTo>
                  <a:lnTo>
                    <a:pt x="4570258" y="1518765"/>
                  </a:lnTo>
                  <a:lnTo>
                    <a:pt x="4569413" y="1518765"/>
                  </a:lnTo>
                  <a:lnTo>
                    <a:pt x="4568568" y="1518765"/>
                  </a:lnTo>
                  <a:lnTo>
                    <a:pt x="4567722" y="1518765"/>
                  </a:lnTo>
                  <a:lnTo>
                    <a:pt x="4566877" y="1518765"/>
                  </a:lnTo>
                  <a:lnTo>
                    <a:pt x="4566032" y="1518765"/>
                  </a:lnTo>
                  <a:lnTo>
                    <a:pt x="4565187" y="1518765"/>
                  </a:lnTo>
                  <a:lnTo>
                    <a:pt x="4564342" y="1518765"/>
                  </a:lnTo>
                  <a:lnTo>
                    <a:pt x="4563497" y="1518765"/>
                  </a:lnTo>
                  <a:lnTo>
                    <a:pt x="4562652" y="1518765"/>
                  </a:lnTo>
                  <a:lnTo>
                    <a:pt x="4561807" y="1518765"/>
                  </a:lnTo>
                  <a:lnTo>
                    <a:pt x="4560962" y="1518765"/>
                  </a:lnTo>
                  <a:lnTo>
                    <a:pt x="4560117" y="1518765"/>
                  </a:lnTo>
                  <a:lnTo>
                    <a:pt x="4559272" y="1518765"/>
                  </a:lnTo>
                  <a:lnTo>
                    <a:pt x="4558426" y="1518765"/>
                  </a:lnTo>
                  <a:lnTo>
                    <a:pt x="4557581" y="1518765"/>
                  </a:lnTo>
                  <a:lnTo>
                    <a:pt x="4556736" y="1518765"/>
                  </a:lnTo>
                  <a:lnTo>
                    <a:pt x="4555891" y="1518765"/>
                  </a:lnTo>
                  <a:lnTo>
                    <a:pt x="4555046" y="1518765"/>
                  </a:lnTo>
                  <a:lnTo>
                    <a:pt x="4554201" y="1518765"/>
                  </a:lnTo>
                  <a:lnTo>
                    <a:pt x="4553356" y="1518765"/>
                  </a:lnTo>
                  <a:lnTo>
                    <a:pt x="4552511" y="1518765"/>
                  </a:lnTo>
                  <a:lnTo>
                    <a:pt x="4551666" y="1518765"/>
                  </a:lnTo>
                  <a:lnTo>
                    <a:pt x="4550821" y="1518765"/>
                  </a:lnTo>
                  <a:lnTo>
                    <a:pt x="4549976" y="1518765"/>
                  </a:lnTo>
                  <a:lnTo>
                    <a:pt x="4549130" y="1518765"/>
                  </a:lnTo>
                  <a:lnTo>
                    <a:pt x="4548285" y="1518765"/>
                  </a:lnTo>
                  <a:lnTo>
                    <a:pt x="4547440" y="1518765"/>
                  </a:lnTo>
                  <a:lnTo>
                    <a:pt x="4546595" y="1518765"/>
                  </a:lnTo>
                  <a:lnTo>
                    <a:pt x="4545750" y="1518765"/>
                  </a:lnTo>
                  <a:lnTo>
                    <a:pt x="4544905" y="1518765"/>
                  </a:lnTo>
                  <a:lnTo>
                    <a:pt x="4544060" y="1518765"/>
                  </a:lnTo>
                  <a:lnTo>
                    <a:pt x="4543215" y="1518765"/>
                  </a:lnTo>
                  <a:lnTo>
                    <a:pt x="4542370" y="1518765"/>
                  </a:lnTo>
                  <a:lnTo>
                    <a:pt x="4541525" y="1518765"/>
                  </a:lnTo>
                  <a:lnTo>
                    <a:pt x="4540680" y="1518765"/>
                  </a:lnTo>
                  <a:lnTo>
                    <a:pt x="4539834" y="1518765"/>
                  </a:lnTo>
                  <a:lnTo>
                    <a:pt x="4538989" y="1518765"/>
                  </a:lnTo>
                  <a:lnTo>
                    <a:pt x="4538144" y="1518765"/>
                  </a:lnTo>
                  <a:lnTo>
                    <a:pt x="4537299" y="1518765"/>
                  </a:lnTo>
                  <a:lnTo>
                    <a:pt x="4536454" y="1518765"/>
                  </a:lnTo>
                  <a:lnTo>
                    <a:pt x="4535609" y="1518765"/>
                  </a:lnTo>
                  <a:lnTo>
                    <a:pt x="4534764" y="1518765"/>
                  </a:lnTo>
                  <a:lnTo>
                    <a:pt x="4533919" y="1518765"/>
                  </a:lnTo>
                  <a:lnTo>
                    <a:pt x="4533074" y="1518765"/>
                  </a:lnTo>
                  <a:lnTo>
                    <a:pt x="4532229" y="1518765"/>
                  </a:lnTo>
                  <a:lnTo>
                    <a:pt x="4531383" y="1518765"/>
                  </a:lnTo>
                  <a:lnTo>
                    <a:pt x="4530538" y="1518765"/>
                  </a:lnTo>
                  <a:lnTo>
                    <a:pt x="4529693" y="1518765"/>
                  </a:lnTo>
                  <a:lnTo>
                    <a:pt x="4528848" y="1518765"/>
                  </a:lnTo>
                  <a:lnTo>
                    <a:pt x="4528003" y="1518765"/>
                  </a:lnTo>
                  <a:lnTo>
                    <a:pt x="4527158" y="1518765"/>
                  </a:lnTo>
                  <a:lnTo>
                    <a:pt x="4526313" y="1518765"/>
                  </a:lnTo>
                  <a:lnTo>
                    <a:pt x="4525468" y="1518765"/>
                  </a:lnTo>
                  <a:lnTo>
                    <a:pt x="4524623" y="1518765"/>
                  </a:lnTo>
                  <a:lnTo>
                    <a:pt x="4523778" y="1518765"/>
                  </a:lnTo>
                  <a:lnTo>
                    <a:pt x="4522933" y="1518765"/>
                  </a:lnTo>
                  <a:lnTo>
                    <a:pt x="4522087" y="1518765"/>
                  </a:lnTo>
                  <a:lnTo>
                    <a:pt x="4521242" y="1518765"/>
                  </a:lnTo>
                  <a:lnTo>
                    <a:pt x="4520397" y="1518765"/>
                  </a:lnTo>
                  <a:lnTo>
                    <a:pt x="4519552" y="1518765"/>
                  </a:lnTo>
                  <a:lnTo>
                    <a:pt x="4518707" y="1518765"/>
                  </a:lnTo>
                  <a:lnTo>
                    <a:pt x="4517862" y="1518765"/>
                  </a:lnTo>
                  <a:lnTo>
                    <a:pt x="4517017" y="1518765"/>
                  </a:lnTo>
                  <a:lnTo>
                    <a:pt x="4516172" y="1518765"/>
                  </a:lnTo>
                  <a:lnTo>
                    <a:pt x="4515327" y="1518765"/>
                  </a:lnTo>
                  <a:lnTo>
                    <a:pt x="4514482" y="1518765"/>
                  </a:lnTo>
                  <a:lnTo>
                    <a:pt x="4513637" y="1518765"/>
                  </a:lnTo>
                  <a:lnTo>
                    <a:pt x="4512791" y="1518765"/>
                  </a:lnTo>
                  <a:lnTo>
                    <a:pt x="4511946" y="1518765"/>
                  </a:lnTo>
                  <a:lnTo>
                    <a:pt x="4511101" y="1518765"/>
                  </a:lnTo>
                  <a:lnTo>
                    <a:pt x="4510256" y="1518765"/>
                  </a:lnTo>
                  <a:lnTo>
                    <a:pt x="4509411" y="1518765"/>
                  </a:lnTo>
                  <a:lnTo>
                    <a:pt x="4508566" y="1518765"/>
                  </a:lnTo>
                  <a:lnTo>
                    <a:pt x="4507721" y="1518765"/>
                  </a:lnTo>
                  <a:lnTo>
                    <a:pt x="4506876" y="1518765"/>
                  </a:lnTo>
                  <a:lnTo>
                    <a:pt x="4506031" y="1518765"/>
                  </a:lnTo>
                  <a:lnTo>
                    <a:pt x="4505186" y="1518765"/>
                  </a:lnTo>
                  <a:lnTo>
                    <a:pt x="4504341" y="1518765"/>
                  </a:lnTo>
                  <a:lnTo>
                    <a:pt x="4503495" y="1518765"/>
                  </a:lnTo>
                  <a:lnTo>
                    <a:pt x="4502650" y="1518765"/>
                  </a:lnTo>
                  <a:lnTo>
                    <a:pt x="4501805" y="1518765"/>
                  </a:lnTo>
                  <a:lnTo>
                    <a:pt x="4500960" y="1518765"/>
                  </a:lnTo>
                  <a:lnTo>
                    <a:pt x="4500115" y="1518765"/>
                  </a:lnTo>
                  <a:lnTo>
                    <a:pt x="4499270" y="1518765"/>
                  </a:lnTo>
                  <a:lnTo>
                    <a:pt x="4498425" y="1518765"/>
                  </a:lnTo>
                  <a:lnTo>
                    <a:pt x="4497580" y="1518765"/>
                  </a:lnTo>
                  <a:lnTo>
                    <a:pt x="4496735" y="1518765"/>
                  </a:lnTo>
                  <a:lnTo>
                    <a:pt x="4495890" y="1518765"/>
                  </a:lnTo>
                  <a:lnTo>
                    <a:pt x="4495045" y="1518765"/>
                  </a:lnTo>
                  <a:lnTo>
                    <a:pt x="4494199" y="1518765"/>
                  </a:lnTo>
                  <a:lnTo>
                    <a:pt x="4493354" y="1518765"/>
                  </a:lnTo>
                  <a:lnTo>
                    <a:pt x="4492509" y="1518765"/>
                  </a:lnTo>
                  <a:lnTo>
                    <a:pt x="4491664" y="1518765"/>
                  </a:lnTo>
                  <a:lnTo>
                    <a:pt x="4490819" y="1518765"/>
                  </a:lnTo>
                  <a:lnTo>
                    <a:pt x="4489974" y="1518765"/>
                  </a:lnTo>
                  <a:lnTo>
                    <a:pt x="4489129" y="1518765"/>
                  </a:lnTo>
                  <a:lnTo>
                    <a:pt x="4488284" y="1518765"/>
                  </a:lnTo>
                  <a:lnTo>
                    <a:pt x="4487439" y="1518765"/>
                  </a:lnTo>
                  <a:lnTo>
                    <a:pt x="4486594" y="1518765"/>
                  </a:lnTo>
                  <a:lnTo>
                    <a:pt x="4485749" y="1518765"/>
                  </a:lnTo>
                  <a:lnTo>
                    <a:pt x="4484903" y="1518765"/>
                  </a:lnTo>
                  <a:lnTo>
                    <a:pt x="4484058" y="1518765"/>
                  </a:lnTo>
                  <a:lnTo>
                    <a:pt x="4483213" y="1518765"/>
                  </a:lnTo>
                  <a:lnTo>
                    <a:pt x="4482368" y="1518765"/>
                  </a:lnTo>
                  <a:lnTo>
                    <a:pt x="4481523" y="1518765"/>
                  </a:lnTo>
                  <a:lnTo>
                    <a:pt x="4480678" y="1518765"/>
                  </a:lnTo>
                  <a:lnTo>
                    <a:pt x="4479833" y="1518765"/>
                  </a:lnTo>
                  <a:lnTo>
                    <a:pt x="4478988" y="1518765"/>
                  </a:lnTo>
                  <a:lnTo>
                    <a:pt x="4478143" y="1518765"/>
                  </a:lnTo>
                  <a:lnTo>
                    <a:pt x="4477298" y="1518765"/>
                  </a:lnTo>
                  <a:lnTo>
                    <a:pt x="4476453" y="1518765"/>
                  </a:lnTo>
                  <a:lnTo>
                    <a:pt x="4475607" y="1518765"/>
                  </a:lnTo>
                  <a:lnTo>
                    <a:pt x="4474762" y="1518765"/>
                  </a:lnTo>
                  <a:lnTo>
                    <a:pt x="4473917" y="1518765"/>
                  </a:lnTo>
                  <a:lnTo>
                    <a:pt x="4473072" y="1518765"/>
                  </a:lnTo>
                  <a:lnTo>
                    <a:pt x="4472227" y="1518765"/>
                  </a:lnTo>
                  <a:lnTo>
                    <a:pt x="4471382" y="1518765"/>
                  </a:lnTo>
                  <a:lnTo>
                    <a:pt x="4470537" y="1518765"/>
                  </a:lnTo>
                  <a:lnTo>
                    <a:pt x="4469692" y="1518765"/>
                  </a:lnTo>
                  <a:lnTo>
                    <a:pt x="4468847" y="1518765"/>
                  </a:lnTo>
                  <a:lnTo>
                    <a:pt x="4468002" y="1518765"/>
                  </a:lnTo>
                  <a:lnTo>
                    <a:pt x="4467156" y="1518765"/>
                  </a:lnTo>
                  <a:lnTo>
                    <a:pt x="4466311" y="1518765"/>
                  </a:lnTo>
                  <a:lnTo>
                    <a:pt x="4465466" y="1518765"/>
                  </a:lnTo>
                  <a:lnTo>
                    <a:pt x="4464621" y="1518765"/>
                  </a:lnTo>
                  <a:lnTo>
                    <a:pt x="4463776" y="1518765"/>
                  </a:lnTo>
                  <a:lnTo>
                    <a:pt x="4462931" y="1518765"/>
                  </a:lnTo>
                  <a:lnTo>
                    <a:pt x="4462086" y="1518765"/>
                  </a:lnTo>
                  <a:lnTo>
                    <a:pt x="4461241" y="1518765"/>
                  </a:lnTo>
                  <a:lnTo>
                    <a:pt x="4460396" y="1518765"/>
                  </a:lnTo>
                  <a:lnTo>
                    <a:pt x="4459551" y="1518765"/>
                  </a:lnTo>
                  <a:lnTo>
                    <a:pt x="4458706" y="1518765"/>
                  </a:lnTo>
                  <a:lnTo>
                    <a:pt x="4457860" y="1518765"/>
                  </a:lnTo>
                  <a:lnTo>
                    <a:pt x="4457015" y="1518765"/>
                  </a:lnTo>
                  <a:lnTo>
                    <a:pt x="4456170" y="1518765"/>
                  </a:lnTo>
                  <a:lnTo>
                    <a:pt x="4455325" y="1518765"/>
                  </a:lnTo>
                  <a:lnTo>
                    <a:pt x="4454480" y="1518765"/>
                  </a:lnTo>
                  <a:lnTo>
                    <a:pt x="4453635" y="1518765"/>
                  </a:lnTo>
                  <a:lnTo>
                    <a:pt x="4452790" y="1518765"/>
                  </a:lnTo>
                  <a:lnTo>
                    <a:pt x="4451945" y="1518765"/>
                  </a:lnTo>
                  <a:lnTo>
                    <a:pt x="4451100" y="1518765"/>
                  </a:lnTo>
                  <a:lnTo>
                    <a:pt x="4450255" y="1518765"/>
                  </a:lnTo>
                  <a:lnTo>
                    <a:pt x="4449410" y="1518765"/>
                  </a:lnTo>
                  <a:lnTo>
                    <a:pt x="4448564" y="1518765"/>
                  </a:lnTo>
                  <a:lnTo>
                    <a:pt x="4447719" y="1518765"/>
                  </a:lnTo>
                  <a:lnTo>
                    <a:pt x="4446874" y="1518765"/>
                  </a:lnTo>
                  <a:lnTo>
                    <a:pt x="4446029" y="1518765"/>
                  </a:lnTo>
                  <a:lnTo>
                    <a:pt x="4445184" y="1518765"/>
                  </a:lnTo>
                  <a:lnTo>
                    <a:pt x="4444339" y="1518765"/>
                  </a:lnTo>
                  <a:lnTo>
                    <a:pt x="4443494" y="1518765"/>
                  </a:lnTo>
                  <a:lnTo>
                    <a:pt x="4442649" y="1518765"/>
                  </a:lnTo>
                  <a:lnTo>
                    <a:pt x="4441804" y="1518765"/>
                  </a:lnTo>
                  <a:lnTo>
                    <a:pt x="4440959" y="1518765"/>
                  </a:lnTo>
                  <a:lnTo>
                    <a:pt x="4440114" y="1518765"/>
                  </a:lnTo>
                  <a:lnTo>
                    <a:pt x="4439268" y="1518765"/>
                  </a:lnTo>
                  <a:lnTo>
                    <a:pt x="4438423" y="1518765"/>
                  </a:lnTo>
                  <a:lnTo>
                    <a:pt x="4437578" y="1518765"/>
                  </a:lnTo>
                  <a:lnTo>
                    <a:pt x="4436733" y="1518765"/>
                  </a:lnTo>
                  <a:lnTo>
                    <a:pt x="4435888" y="1518765"/>
                  </a:lnTo>
                  <a:lnTo>
                    <a:pt x="4435043" y="1518765"/>
                  </a:lnTo>
                  <a:lnTo>
                    <a:pt x="4434198" y="1518765"/>
                  </a:lnTo>
                  <a:lnTo>
                    <a:pt x="4433353" y="1518765"/>
                  </a:lnTo>
                  <a:lnTo>
                    <a:pt x="4432508" y="1518765"/>
                  </a:lnTo>
                  <a:lnTo>
                    <a:pt x="4431663" y="1518765"/>
                  </a:lnTo>
                  <a:lnTo>
                    <a:pt x="4430818" y="1518765"/>
                  </a:lnTo>
                  <a:lnTo>
                    <a:pt x="4429972" y="1518765"/>
                  </a:lnTo>
                  <a:lnTo>
                    <a:pt x="4429127" y="1518765"/>
                  </a:lnTo>
                  <a:lnTo>
                    <a:pt x="4428282" y="1518765"/>
                  </a:lnTo>
                  <a:lnTo>
                    <a:pt x="4427437" y="1518765"/>
                  </a:lnTo>
                  <a:lnTo>
                    <a:pt x="4426592" y="1518765"/>
                  </a:lnTo>
                  <a:lnTo>
                    <a:pt x="4425747" y="1518765"/>
                  </a:lnTo>
                  <a:lnTo>
                    <a:pt x="4424902" y="1518765"/>
                  </a:lnTo>
                  <a:lnTo>
                    <a:pt x="4424057" y="1518765"/>
                  </a:lnTo>
                  <a:lnTo>
                    <a:pt x="4423212" y="1518765"/>
                  </a:lnTo>
                  <a:lnTo>
                    <a:pt x="4422367" y="1518765"/>
                  </a:lnTo>
                  <a:lnTo>
                    <a:pt x="4421522" y="1518765"/>
                  </a:lnTo>
                  <a:lnTo>
                    <a:pt x="4420676" y="1518765"/>
                  </a:lnTo>
                  <a:lnTo>
                    <a:pt x="4419831" y="1518765"/>
                  </a:lnTo>
                  <a:lnTo>
                    <a:pt x="4418986" y="1518765"/>
                  </a:lnTo>
                  <a:lnTo>
                    <a:pt x="4418141" y="1518765"/>
                  </a:lnTo>
                  <a:lnTo>
                    <a:pt x="4417296" y="1518765"/>
                  </a:lnTo>
                  <a:lnTo>
                    <a:pt x="4416451" y="1518765"/>
                  </a:lnTo>
                  <a:lnTo>
                    <a:pt x="4415606" y="1518765"/>
                  </a:lnTo>
                  <a:lnTo>
                    <a:pt x="4414761" y="1518765"/>
                  </a:lnTo>
                  <a:lnTo>
                    <a:pt x="4413916" y="1518765"/>
                  </a:lnTo>
                  <a:lnTo>
                    <a:pt x="4413071" y="1518765"/>
                  </a:lnTo>
                  <a:lnTo>
                    <a:pt x="4412226" y="1518765"/>
                  </a:lnTo>
                  <a:lnTo>
                    <a:pt x="4411380" y="1518765"/>
                  </a:lnTo>
                  <a:lnTo>
                    <a:pt x="4410535" y="1518765"/>
                  </a:lnTo>
                  <a:lnTo>
                    <a:pt x="4409690" y="1518765"/>
                  </a:lnTo>
                  <a:lnTo>
                    <a:pt x="4408845" y="1518765"/>
                  </a:lnTo>
                  <a:lnTo>
                    <a:pt x="4408000" y="1518765"/>
                  </a:lnTo>
                  <a:lnTo>
                    <a:pt x="4407155" y="1518765"/>
                  </a:lnTo>
                  <a:lnTo>
                    <a:pt x="4406310" y="1518765"/>
                  </a:lnTo>
                  <a:lnTo>
                    <a:pt x="4405465" y="1518765"/>
                  </a:lnTo>
                  <a:lnTo>
                    <a:pt x="4404620" y="1518765"/>
                  </a:lnTo>
                  <a:lnTo>
                    <a:pt x="4403775" y="1518765"/>
                  </a:lnTo>
                  <a:lnTo>
                    <a:pt x="4402929" y="1518765"/>
                  </a:lnTo>
                  <a:lnTo>
                    <a:pt x="4402084" y="1518765"/>
                  </a:lnTo>
                  <a:lnTo>
                    <a:pt x="4401239" y="1518765"/>
                  </a:lnTo>
                  <a:lnTo>
                    <a:pt x="4400394" y="1518765"/>
                  </a:lnTo>
                  <a:lnTo>
                    <a:pt x="4399549" y="1518765"/>
                  </a:lnTo>
                  <a:lnTo>
                    <a:pt x="4398704" y="1518765"/>
                  </a:lnTo>
                  <a:lnTo>
                    <a:pt x="4397859" y="1518765"/>
                  </a:lnTo>
                  <a:lnTo>
                    <a:pt x="4397014" y="1518765"/>
                  </a:lnTo>
                  <a:lnTo>
                    <a:pt x="4396169" y="1518765"/>
                  </a:lnTo>
                  <a:lnTo>
                    <a:pt x="4395324" y="1518765"/>
                  </a:lnTo>
                  <a:lnTo>
                    <a:pt x="4394479" y="1518765"/>
                  </a:lnTo>
                  <a:lnTo>
                    <a:pt x="4393633" y="1518765"/>
                  </a:lnTo>
                  <a:lnTo>
                    <a:pt x="4392788" y="1518765"/>
                  </a:lnTo>
                  <a:lnTo>
                    <a:pt x="4391943" y="1518765"/>
                  </a:lnTo>
                  <a:lnTo>
                    <a:pt x="4391098" y="1518765"/>
                  </a:lnTo>
                  <a:lnTo>
                    <a:pt x="4390253" y="1518765"/>
                  </a:lnTo>
                  <a:lnTo>
                    <a:pt x="4389408" y="1518765"/>
                  </a:lnTo>
                  <a:lnTo>
                    <a:pt x="4388563" y="1518765"/>
                  </a:lnTo>
                  <a:lnTo>
                    <a:pt x="4387718" y="1518765"/>
                  </a:lnTo>
                  <a:lnTo>
                    <a:pt x="4386873" y="1518765"/>
                  </a:lnTo>
                  <a:lnTo>
                    <a:pt x="4386028" y="1518765"/>
                  </a:lnTo>
                  <a:lnTo>
                    <a:pt x="4385183" y="1518765"/>
                  </a:lnTo>
                  <a:lnTo>
                    <a:pt x="4384337" y="1518765"/>
                  </a:lnTo>
                  <a:lnTo>
                    <a:pt x="4383492" y="1518765"/>
                  </a:lnTo>
                  <a:lnTo>
                    <a:pt x="4382647" y="1518765"/>
                  </a:lnTo>
                  <a:lnTo>
                    <a:pt x="4381802" y="1518765"/>
                  </a:lnTo>
                  <a:lnTo>
                    <a:pt x="4380957" y="1518765"/>
                  </a:lnTo>
                  <a:lnTo>
                    <a:pt x="4380112" y="1518765"/>
                  </a:lnTo>
                  <a:lnTo>
                    <a:pt x="4379267" y="1518765"/>
                  </a:lnTo>
                  <a:lnTo>
                    <a:pt x="4378422" y="1518765"/>
                  </a:lnTo>
                  <a:lnTo>
                    <a:pt x="4377577" y="1518765"/>
                  </a:lnTo>
                  <a:lnTo>
                    <a:pt x="4376732" y="1518765"/>
                  </a:lnTo>
                  <a:lnTo>
                    <a:pt x="4375887" y="1518765"/>
                  </a:lnTo>
                  <a:lnTo>
                    <a:pt x="4375041" y="1518765"/>
                  </a:lnTo>
                  <a:lnTo>
                    <a:pt x="4374196" y="1518765"/>
                  </a:lnTo>
                  <a:lnTo>
                    <a:pt x="4373351" y="1518765"/>
                  </a:lnTo>
                  <a:lnTo>
                    <a:pt x="4372506" y="1518765"/>
                  </a:lnTo>
                  <a:lnTo>
                    <a:pt x="4371661" y="1518765"/>
                  </a:lnTo>
                  <a:lnTo>
                    <a:pt x="4370816" y="1518765"/>
                  </a:lnTo>
                  <a:lnTo>
                    <a:pt x="4369971" y="1518765"/>
                  </a:lnTo>
                  <a:lnTo>
                    <a:pt x="4369126" y="1518765"/>
                  </a:lnTo>
                  <a:lnTo>
                    <a:pt x="4368281" y="1518765"/>
                  </a:lnTo>
                  <a:lnTo>
                    <a:pt x="4367436" y="1518765"/>
                  </a:lnTo>
                  <a:lnTo>
                    <a:pt x="4366591" y="1518765"/>
                  </a:lnTo>
                  <a:lnTo>
                    <a:pt x="4365745" y="1518765"/>
                  </a:lnTo>
                  <a:lnTo>
                    <a:pt x="4364900" y="1518765"/>
                  </a:lnTo>
                  <a:lnTo>
                    <a:pt x="4364055" y="1518765"/>
                  </a:lnTo>
                  <a:lnTo>
                    <a:pt x="4363210" y="1518765"/>
                  </a:lnTo>
                  <a:lnTo>
                    <a:pt x="4362365" y="1518765"/>
                  </a:lnTo>
                  <a:lnTo>
                    <a:pt x="4361520" y="1518765"/>
                  </a:lnTo>
                  <a:lnTo>
                    <a:pt x="4360675" y="1518765"/>
                  </a:lnTo>
                  <a:lnTo>
                    <a:pt x="4359830" y="1518765"/>
                  </a:lnTo>
                  <a:lnTo>
                    <a:pt x="4358985" y="1518765"/>
                  </a:lnTo>
                  <a:lnTo>
                    <a:pt x="4358140" y="1518765"/>
                  </a:lnTo>
                  <a:lnTo>
                    <a:pt x="4357295" y="1518765"/>
                  </a:lnTo>
                  <a:lnTo>
                    <a:pt x="4356449" y="1518765"/>
                  </a:lnTo>
                  <a:lnTo>
                    <a:pt x="4355604" y="1518765"/>
                  </a:lnTo>
                  <a:lnTo>
                    <a:pt x="4354759" y="1518765"/>
                  </a:lnTo>
                  <a:lnTo>
                    <a:pt x="4353914" y="1518765"/>
                  </a:lnTo>
                  <a:lnTo>
                    <a:pt x="4353069" y="1518765"/>
                  </a:lnTo>
                  <a:lnTo>
                    <a:pt x="4352224" y="1518765"/>
                  </a:lnTo>
                  <a:lnTo>
                    <a:pt x="4351379" y="1518765"/>
                  </a:lnTo>
                  <a:lnTo>
                    <a:pt x="4350534" y="1518765"/>
                  </a:lnTo>
                  <a:lnTo>
                    <a:pt x="4349689" y="1518765"/>
                  </a:lnTo>
                  <a:lnTo>
                    <a:pt x="4348844" y="1518765"/>
                  </a:lnTo>
                  <a:lnTo>
                    <a:pt x="4347999" y="1518765"/>
                  </a:lnTo>
                  <a:lnTo>
                    <a:pt x="4347153" y="1518765"/>
                  </a:lnTo>
                  <a:lnTo>
                    <a:pt x="4346308" y="1518765"/>
                  </a:lnTo>
                  <a:lnTo>
                    <a:pt x="4345463" y="1518765"/>
                  </a:lnTo>
                  <a:lnTo>
                    <a:pt x="4344618" y="1518765"/>
                  </a:lnTo>
                  <a:lnTo>
                    <a:pt x="4343773" y="1518765"/>
                  </a:lnTo>
                  <a:lnTo>
                    <a:pt x="4342928" y="1518765"/>
                  </a:lnTo>
                  <a:lnTo>
                    <a:pt x="4342083" y="1518765"/>
                  </a:lnTo>
                  <a:lnTo>
                    <a:pt x="4341238" y="1518765"/>
                  </a:lnTo>
                  <a:lnTo>
                    <a:pt x="4340393" y="1518765"/>
                  </a:lnTo>
                  <a:lnTo>
                    <a:pt x="4339548" y="1518765"/>
                  </a:lnTo>
                  <a:lnTo>
                    <a:pt x="4338702" y="1518765"/>
                  </a:lnTo>
                  <a:lnTo>
                    <a:pt x="4337857" y="1518765"/>
                  </a:lnTo>
                  <a:lnTo>
                    <a:pt x="4337012" y="1518765"/>
                  </a:lnTo>
                  <a:lnTo>
                    <a:pt x="4336167" y="1518765"/>
                  </a:lnTo>
                  <a:lnTo>
                    <a:pt x="4335322" y="1518765"/>
                  </a:lnTo>
                  <a:lnTo>
                    <a:pt x="4334477" y="1518765"/>
                  </a:lnTo>
                  <a:lnTo>
                    <a:pt x="4333632" y="1518765"/>
                  </a:lnTo>
                  <a:lnTo>
                    <a:pt x="4332787" y="1518765"/>
                  </a:lnTo>
                  <a:lnTo>
                    <a:pt x="4331942" y="1518765"/>
                  </a:lnTo>
                  <a:lnTo>
                    <a:pt x="4331097" y="1518765"/>
                  </a:lnTo>
                  <a:lnTo>
                    <a:pt x="4330252" y="1518765"/>
                  </a:lnTo>
                  <a:lnTo>
                    <a:pt x="4329406" y="1518765"/>
                  </a:lnTo>
                  <a:lnTo>
                    <a:pt x="4328561" y="1518765"/>
                  </a:lnTo>
                  <a:lnTo>
                    <a:pt x="4327716" y="1518765"/>
                  </a:lnTo>
                  <a:lnTo>
                    <a:pt x="4326871" y="1518765"/>
                  </a:lnTo>
                  <a:lnTo>
                    <a:pt x="4326026" y="1518765"/>
                  </a:lnTo>
                  <a:lnTo>
                    <a:pt x="4325181" y="1518765"/>
                  </a:lnTo>
                  <a:lnTo>
                    <a:pt x="4324336" y="1518765"/>
                  </a:lnTo>
                  <a:lnTo>
                    <a:pt x="4323491" y="1518765"/>
                  </a:lnTo>
                  <a:lnTo>
                    <a:pt x="4322646" y="1518765"/>
                  </a:lnTo>
                  <a:lnTo>
                    <a:pt x="4321801" y="1518765"/>
                  </a:lnTo>
                  <a:lnTo>
                    <a:pt x="4320956" y="1518765"/>
                  </a:lnTo>
                  <a:lnTo>
                    <a:pt x="4320110" y="1518765"/>
                  </a:lnTo>
                  <a:lnTo>
                    <a:pt x="4319265" y="1518765"/>
                  </a:lnTo>
                  <a:lnTo>
                    <a:pt x="4318420" y="1518765"/>
                  </a:lnTo>
                  <a:lnTo>
                    <a:pt x="4317575" y="1518765"/>
                  </a:lnTo>
                  <a:lnTo>
                    <a:pt x="4316730" y="1518765"/>
                  </a:lnTo>
                  <a:lnTo>
                    <a:pt x="4315885" y="1518765"/>
                  </a:lnTo>
                  <a:lnTo>
                    <a:pt x="4315040" y="1518765"/>
                  </a:lnTo>
                  <a:lnTo>
                    <a:pt x="4314195" y="1518765"/>
                  </a:lnTo>
                  <a:lnTo>
                    <a:pt x="4313350" y="1518765"/>
                  </a:lnTo>
                  <a:lnTo>
                    <a:pt x="4312505" y="1518765"/>
                  </a:lnTo>
                  <a:lnTo>
                    <a:pt x="4311660" y="1518765"/>
                  </a:lnTo>
                  <a:lnTo>
                    <a:pt x="4310814" y="1518765"/>
                  </a:lnTo>
                  <a:lnTo>
                    <a:pt x="4309969" y="1518765"/>
                  </a:lnTo>
                  <a:lnTo>
                    <a:pt x="4309124" y="1518765"/>
                  </a:lnTo>
                  <a:lnTo>
                    <a:pt x="4308279" y="1518765"/>
                  </a:lnTo>
                  <a:lnTo>
                    <a:pt x="4307434" y="1518765"/>
                  </a:lnTo>
                  <a:lnTo>
                    <a:pt x="4306589" y="1518765"/>
                  </a:lnTo>
                  <a:lnTo>
                    <a:pt x="4305744" y="1518765"/>
                  </a:lnTo>
                  <a:lnTo>
                    <a:pt x="4304899" y="1518765"/>
                  </a:lnTo>
                  <a:lnTo>
                    <a:pt x="4304054" y="1518765"/>
                  </a:lnTo>
                  <a:lnTo>
                    <a:pt x="4303209" y="1518765"/>
                  </a:lnTo>
                  <a:lnTo>
                    <a:pt x="4302364" y="1518765"/>
                  </a:lnTo>
                  <a:lnTo>
                    <a:pt x="4301518" y="1518765"/>
                  </a:lnTo>
                  <a:lnTo>
                    <a:pt x="4300673" y="1518765"/>
                  </a:lnTo>
                  <a:lnTo>
                    <a:pt x="4299828" y="1518765"/>
                  </a:lnTo>
                  <a:lnTo>
                    <a:pt x="4298983" y="1518765"/>
                  </a:lnTo>
                  <a:lnTo>
                    <a:pt x="4298138" y="1518765"/>
                  </a:lnTo>
                  <a:lnTo>
                    <a:pt x="4297293" y="1518765"/>
                  </a:lnTo>
                  <a:lnTo>
                    <a:pt x="4296448" y="1518765"/>
                  </a:lnTo>
                  <a:lnTo>
                    <a:pt x="4295603" y="1518765"/>
                  </a:lnTo>
                  <a:lnTo>
                    <a:pt x="4294758" y="1518765"/>
                  </a:lnTo>
                  <a:lnTo>
                    <a:pt x="4293913" y="1518765"/>
                  </a:lnTo>
                  <a:lnTo>
                    <a:pt x="4293068" y="1518765"/>
                  </a:lnTo>
                  <a:lnTo>
                    <a:pt x="4292222" y="1518765"/>
                  </a:lnTo>
                  <a:lnTo>
                    <a:pt x="4291377" y="1518765"/>
                  </a:lnTo>
                  <a:lnTo>
                    <a:pt x="4290532" y="1518765"/>
                  </a:lnTo>
                  <a:lnTo>
                    <a:pt x="4289687" y="1518765"/>
                  </a:lnTo>
                  <a:lnTo>
                    <a:pt x="4288842" y="1518765"/>
                  </a:lnTo>
                  <a:lnTo>
                    <a:pt x="4287997" y="1518765"/>
                  </a:lnTo>
                  <a:lnTo>
                    <a:pt x="4287152" y="1518765"/>
                  </a:lnTo>
                  <a:lnTo>
                    <a:pt x="4286307" y="1518765"/>
                  </a:lnTo>
                  <a:lnTo>
                    <a:pt x="4285462" y="1518765"/>
                  </a:lnTo>
                  <a:lnTo>
                    <a:pt x="4284617" y="1518765"/>
                  </a:lnTo>
                  <a:lnTo>
                    <a:pt x="4283771" y="1518765"/>
                  </a:lnTo>
                  <a:lnTo>
                    <a:pt x="4282926" y="1518765"/>
                  </a:lnTo>
                  <a:lnTo>
                    <a:pt x="4282081" y="1518765"/>
                  </a:lnTo>
                  <a:lnTo>
                    <a:pt x="4281236" y="1518765"/>
                  </a:lnTo>
                  <a:lnTo>
                    <a:pt x="4280391" y="1518765"/>
                  </a:lnTo>
                  <a:lnTo>
                    <a:pt x="4279546" y="1518765"/>
                  </a:lnTo>
                  <a:lnTo>
                    <a:pt x="4278701" y="1518765"/>
                  </a:lnTo>
                  <a:lnTo>
                    <a:pt x="4277856" y="1518765"/>
                  </a:lnTo>
                  <a:lnTo>
                    <a:pt x="4277011" y="1518765"/>
                  </a:lnTo>
                  <a:lnTo>
                    <a:pt x="4276166" y="1518765"/>
                  </a:lnTo>
                  <a:lnTo>
                    <a:pt x="4275321" y="1518765"/>
                  </a:lnTo>
                  <a:lnTo>
                    <a:pt x="4274475" y="1518765"/>
                  </a:lnTo>
                  <a:lnTo>
                    <a:pt x="4273630" y="1518765"/>
                  </a:lnTo>
                  <a:lnTo>
                    <a:pt x="4272785" y="1518765"/>
                  </a:lnTo>
                  <a:lnTo>
                    <a:pt x="4271940" y="1518765"/>
                  </a:lnTo>
                  <a:lnTo>
                    <a:pt x="4271095" y="1518765"/>
                  </a:lnTo>
                  <a:lnTo>
                    <a:pt x="4270250" y="1518765"/>
                  </a:lnTo>
                  <a:lnTo>
                    <a:pt x="4269405" y="1518765"/>
                  </a:lnTo>
                  <a:lnTo>
                    <a:pt x="4268560" y="1518765"/>
                  </a:lnTo>
                  <a:lnTo>
                    <a:pt x="4267715" y="1518765"/>
                  </a:lnTo>
                  <a:lnTo>
                    <a:pt x="4266870" y="1518765"/>
                  </a:lnTo>
                  <a:lnTo>
                    <a:pt x="4266025" y="1518765"/>
                  </a:lnTo>
                  <a:lnTo>
                    <a:pt x="4265179" y="1518765"/>
                  </a:lnTo>
                  <a:lnTo>
                    <a:pt x="4264334" y="1518765"/>
                  </a:lnTo>
                  <a:lnTo>
                    <a:pt x="4263489" y="1518765"/>
                  </a:lnTo>
                  <a:lnTo>
                    <a:pt x="4262644" y="1518765"/>
                  </a:lnTo>
                  <a:lnTo>
                    <a:pt x="4261799" y="1518765"/>
                  </a:lnTo>
                  <a:lnTo>
                    <a:pt x="4260954" y="1518765"/>
                  </a:lnTo>
                  <a:lnTo>
                    <a:pt x="4260109" y="1518765"/>
                  </a:lnTo>
                  <a:lnTo>
                    <a:pt x="4259264" y="1518765"/>
                  </a:lnTo>
                  <a:lnTo>
                    <a:pt x="4258419" y="1518765"/>
                  </a:lnTo>
                  <a:lnTo>
                    <a:pt x="4257574" y="1518765"/>
                  </a:lnTo>
                  <a:lnTo>
                    <a:pt x="4256729" y="1518765"/>
                  </a:lnTo>
                  <a:lnTo>
                    <a:pt x="4255883" y="1518765"/>
                  </a:lnTo>
                  <a:lnTo>
                    <a:pt x="4255038" y="1518765"/>
                  </a:lnTo>
                  <a:lnTo>
                    <a:pt x="4254193" y="1518765"/>
                  </a:lnTo>
                  <a:lnTo>
                    <a:pt x="4253348" y="1518765"/>
                  </a:lnTo>
                  <a:lnTo>
                    <a:pt x="4252503" y="1518765"/>
                  </a:lnTo>
                  <a:lnTo>
                    <a:pt x="4251658" y="1518765"/>
                  </a:lnTo>
                  <a:lnTo>
                    <a:pt x="4250813" y="1518765"/>
                  </a:lnTo>
                  <a:lnTo>
                    <a:pt x="4249968" y="1518765"/>
                  </a:lnTo>
                  <a:lnTo>
                    <a:pt x="4249123" y="1518765"/>
                  </a:lnTo>
                  <a:lnTo>
                    <a:pt x="4248278" y="1518765"/>
                  </a:lnTo>
                  <a:lnTo>
                    <a:pt x="4247433" y="1518765"/>
                  </a:lnTo>
                  <a:lnTo>
                    <a:pt x="4246587" y="1518765"/>
                  </a:lnTo>
                  <a:lnTo>
                    <a:pt x="4245742" y="1518765"/>
                  </a:lnTo>
                  <a:lnTo>
                    <a:pt x="4244897" y="1518765"/>
                  </a:lnTo>
                  <a:lnTo>
                    <a:pt x="4244052" y="1518765"/>
                  </a:lnTo>
                  <a:lnTo>
                    <a:pt x="4243207" y="1518765"/>
                  </a:lnTo>
                  <a:lnTo>
                    <a:pt x="4242362" y="1518765"/>
                  </a:lnTo>
                  <a:lnTo>
                    <a:pt x="4241517" y="1518765"/>
                  </a:lnTo>
                  <a:lnTo>
                    <a:pt x="4240672" y="1518765"/>
                  </a:lnTo>
                  <a:lnTo>
                    <a:pt x="4239827" y="1518765"/>
                  </a:lnTo>
                  <a:lnTo>
                    <a:pt x="4238982" y="1518765"/>
                  </a:lnTo>
                  <a:lnTo>
                    <a:pt x="4238137" y="1518765"/>
                  </a:lnTo>
                  <a:lnTo>
                    <a:pt x="4237291" y="1518765"/>
                  </a:lnTo>
                  <a:lnTo>
                    <a:pt x="4236446" y="1518765"/>
                  </a:lnTo>
                  <a:lnTo>
                    <a:pt x="4235601" y="1518765"/>
                  </a:lnTo>
                  <a:lnTo>
                    <a:pt x="4234756" y="1518765"/>
                  </a:lnTo>
                  <a:lnTo>
                    <a:pt x="4233911" y="1518765"/>
                  </a:lnTo>
                  <a:lnTo>
                    <a:pt x="4233066" y="1518765"/>
                  </a:lnTo>
                  <a:lnTo>
                    <a:pt x="4232221" y="1518765"/>
                  </a:lnTo>
                  <a:lnTo>
                    <a:pt x="4231376" y="1518765"/>
                  </a:lnTo>
                  <a:lnTo>
                    <a:pt x="4230531" y="1518765"/>
                  </a:lnTo>
                  <a:lnTo>
                    <a:pt x="4229686" y="1518765"/>
                  </a:lnTo>
                  <a:lnTo>
                    <a:pt x="4228841" y="1518765"/>
                  </a:lnTo>
                  <a:lnTo>
                    <a:pt x="4227995" y="1518765"/>
                  </a:lnTo>
                  <a:lnTo>
                    <a:pt x="4227150" y="1518765"/>
                  </a:lnTo>
                  <a:lnTo>
                    <a:pt x="4226305" y="1518765"/>
                  </a:lnTo>
                  <a:lnTo>
                    <a:pt x="4225460" y="1518765"/>
                  </a:lnTo>
                  <a:lnTo>
                    <a:pt x="4224615" y="1518765"/>
                  </a:lnTo>
                  <a:lnTo>
                    <a:pt x="4223770" y="1518765"/>
                  </a:lnTo>
                  <a:lnTo>
                    <a:pt x="4222925" y="1518765"/>
                  </a:lnTo>
                  <a:lnTo>
                    <a:pt x="4222080" y="1518765"/>
                  </a:lnTo>
                  <a:lnTo>
                    <a:pt x="4221235" y="1518765"/>
                  </a:lnTo>
                  <a:lnTo>
                    <a:pt x="4220390" y="1518765"/>
                  </a:lnTo>
                  <a:lnTo>
                    <a:pt x="4219544" y="1518765"/>
                  </a:lnTo>
                  <a:lnTo>
                    <a:pt x="4218699" y="1518765"/>
                  </a:lnTo>
                  <a:lnTo>
                    <a:pt x="4217854" y="1518765"/>
                  </a:lnTo>
                  <a:lnTo>
                    <a:pt x="4217009" y="1518765"/>
                  </a:lnTo>
                  <a:lnTo>
                    <a:pt x="4216164" y="1518765"/>
                  </a:lnTo>
                  <a:lnTo>
                    <a:pt x="4215319" y="1518765"/>
                  </a:lnTo>
                  <a:lnTo>
                    <a:pt x="4214474" y="1518765"/>
                  </a:lnTo>
                  <a:lnTo>
                    <a:pt x="4213629" y="1518765"/>
                  </a:lnTo>
                  <a:lnTo>
                    <a:pt x="4212784" y="1518765"/>
                  </a:lnTo>
                  <a:lnTo>
                    <a:pt x="4211939" y="1518765"/>
                  </a:lnTo>
                  <a:lnTo>
                    <a:pt x="4211094" y="1518765"/>
                  </a:lnTo>
                  <a:lnTo>
                    <a:pt x="4210248" y="1518765"/>
                  </a:lnTo>
                  <a:lnTo>
                    <a:pt x="4209403" y="1518765"/>
                  </a:lnTo>
                  <a:lnTo>
                    <a:pt x="4208558" y="1518765"/>
                  </a:lnTo>
                  <a:lnTo>
                    <a:pt x="4207713" y="1518765"/>
                  </a:lnTo>
                  <a:lnTo>
                    <a:pt x="4206868" y="1518765"/>
                  </a:lnTo>
                  <a:lnTo>
                    <a:pt x="4206023" y="1518765"/>
                  </a:lnTo>
                  <a:lnTo>
                    <a:pt x="4205178" y="1518765"/>
                  </a:lnTo>
                  <a:lnTo>
                    <a:pt x="4204333" y="1518765"/>
                  </a:lnTo>
                  <a:lnTo>
                    <a:pt x="4203488" y="1518765"/>
                  </a:lnTo>
                  <a:lnTo>
                    <a:pt x="4202643" y="1518765"/>
                  </a:lnTo>
                  <a:lnTo>
                    <a:pt x="4201798" y="1518765"/>
                  </a:lnTo>
                  <a:lnTo>
                    <a:pt x="4200952" y="1518765"/>
                  </a:lnTo>
                  <a:lnTo>
                    <a:pt x="4200107" y="1518765"/>
                  </a:lnTo>
                  <a:lnTo>
                    <a:pt x="4199262" y="1518765"/>
                  </a:lnTo>
                  <a:lnTo>
                    <a:pt x="4198417" y="1518765"/>
                  </a:lnTo>
                  <a:lnTo>
                    <a:pt x="4197572" y="1518765"/>
                  </a:lnTo>
                  <a:lnTo>
                    <a:pt x="4196727" y="1518765"/>
                  </a:lnTo>
                  <a:lnTo>
                    <a:pt x="4195882" y="1518765"/>
                  </a:lnTo>
                  <a:lnTo>
                    <a:pt x="4195037" y="1518765"/>
                  </a:lnTo>
                  <a:lnTo>
                    <a:pt x="4194192" y="1518765"/>
                  </a:lnTo>
                  <a:lnTo>
                    <a:pt x="4193347" y="1518765"/>
                  </a:lnTo>
                  <a:lnTo>
                    <a:pt x="4192502" y="1518765"/>
                  </a:lnTo>
                  <a:lnTo>
                    <a:pt x="4191656" y="1518765"/>
                  </a:lnTo>
                  <a:lnTo>
                    <a:pt x="4190811" y="1518765"/>
                  </a:lnTo>
                  <a:lnTo>
                    <a:pt x="4189966" y="1518765"/>
                  </a:lnTo>
                  <a:lnTo>
                    <a:pt x="4189121" y="1518765"/>
                  </a:lnTo>
                  <a:lnTo>
                    <a:pt x="4188276" y="1518765"/>
                  </a:lnTo>
                  <a:lnTo>
                    <a:pt x="4187431" y="1518765"/>
                  </a:lnTo>
                  <a:lnTo>
                    <a:pt x="4186586" y="1518765"/>
                  </a:lnTo>
                  <a:lnTo>
                    <a:pt x="4185741" y="1518765"/>
                  </a:lnTo>
                  <a:lnTo>
                    <a:pt x="4184896" y="1518765"/>
                  </a:lnTo>
                  <a:lnTo>
                    <a:pt x="4184051" y="1518765"/>
                  </a:lnTo>
                  <a:lnTo>
                    <a:pt x="4183206" y="1518765"/>
                  </a:lnTo>
                  <a:lnTo>
                    <a:pt x="4182360" y="1518765"/>
                  </a:lnTo>
                  <a:lnTo>
                    <a:pt x="4181515" y="1518765"/>
                  </a:lnTo>
                  <a:lnTo>
                    <a:pt x="4180670" y="1518765"/>
                  </a:lnTo>
                  <a:lnTo>
                    <a:pt x="4179825" y="1518765"/>
                  </a:lnTo>
                  <a:lnTo>
                    <a:pt x="4178980" y="1518765"/>
                  </a:lnTo>
                  <a:lnTo>
                    <a:pt x="4178135" y="1518765"/>
                  </a:lnTo>
                  <a:lnTo>
                    <a:pt x="4177290" y="1518765"/>
                  </a:lnTo>
                  <a:lnTo>
                    <a:pt x="4176445" y="1518765"/>
                  </a:lnTo>
                  <a:lnTo>
                    <a:pt x="4175600" y="1518765"/>
                  </a:lnTo>
                  <a:lnTo>
                    <a:pt x="4174755" y="1518765"/>
                  </a:lnTo>
                  <a:lnTo>
                    <a:pt x="4173910" y="1518765"/>
                  </a:lnTo>
                  <a:lnTo>
                    <a:pt x="4173064" y="1518765"/>
                  </a:lnTo>
                  <a:lnTo>
                    <a:pt x="4172219" y="1518765"/>
                  </a:lnTo>
                  <a:lnTo>
                    <a:pt x="4171374" y="1518765"/>
                  </a:lnTo>
                  <a:lnTo>
                    <a:pt x="4170529" y="1518765"/>
                  </a:lnTo>
                  <a:lnTo>
                    <a:pt x="4169684" y="1518765"/>
                  </a:lnTo>
                  <a:lnTo>
                    <a:pt x="4168839" y="1518765"/>
                  </a:lnTo>
                  <a:lnTo>
                    <a:pt x="4167994" y="1518765"/>
                  </a:lnTo>
                  <a:lnTo>
                    <a:pt x="4167149" y="1518765"/>
                  </a:lnTo>
                  <a:lnTo>
                    <a:pt x="4166304" y="1518765"/>
                  </a:lnTo>
                  <a:lnTo>
                    <a:pt x="4165459" y="1518765"/>
                  </a:lnTo>
                  <a:lnTo>
                    <a:pt x="4164614" y="1518765"/>
                  </a:lnTo>
                  <a:lnTo>
                    <a:pt x="4163768" y="1518765"/>
                  </a:lnTo>
                  <a:lnTo>
                    <a:pt x="4162923" y="1518765"/>
                  </a:lnTo>
                  <a:lnTo>
                    <a:pt x="4162078" y="1518765"/>
                  </a:lnTo>
                  <a:lnTo>
                    <a:pt x="4161233" y="1518765"/>
                  </a:lnTo>
                  <a:lnTo>
                    <a:pt x="4160388" y="1518765"/>
                  </a:lnTo>
                  <a:lnTo>
                    <a:pt x="4159543" y="1518765"/>
                  </a:lnTo>
                  <a:lnTo>
                    <a:pt x="4158698" y="1518765"/>
                  </a:lnTo>
                  <a:lnTo>
                    <a:pt x="4157853" y="1518765"/>
                  </a:lnTo>
                  <a:lnTo>
                    <a:pt x="4157008" y="1518765"/>
                  </a:lnTo>
                  <a:lnTo>
                    <a:pt x="4156163" y="1518765"/>
                  </a:lnTo>
                  <a:lnTo>
                    <a:pt x="4155317" y="1518765"/>
                  </a:lnTo>
                  <a:lnTo>
                    <a:pt x="4154472" y="1518765"/>
                  </a:lnTo>
                  <a:lnTo>
                    <a:pt x="4153627" y="1518765"/>
                  </a:lnTo>
                  <a:lnTo>
                    <a:pt x="4152782" y="1518765"/>
                  </a:lnTo>
                  <a:lnTo>
                    <a:pt x="4151937" y="1518765"/>
                  </a:lnTo>
                  <a:lnTo>
                    <a:pt x="4151092" y="1518765"/>
                  </a:lnTo>
                  <a:lnTo>
                    <a:pt x="4150247" y="1518765"/>
                  </a:lnTo>
                  <a:lnTo>
                    <a:pt x="4149402" y="1518765"/>
                  </a:lnTo>
                  <a:lnTo>
                    <a:pt x="4148557" y="1518765"/>
                  </a:lnTo>
                  <a:lnTo>
                    <a:pt x="4147712" y="1518765"/>
                  </a:lnTo>
                  <a:lnTo>
                    <a:pt x="4146867" y="1518765"/>
                  </a:lnTo>
                  <a:lnTo>
                    <a:pt x="4146021" y="1518765"/>
                  </a:lnTo>
                  <a:lnTo>
                    <a:pt x="4145176" y="1518765"/>
                  </a:lnTo>
                  <a:lnTo>
                    <a:pt x="4144331" y="1518765"/>
                  </a:lnTo>
                  <a:lnTo>
                    <a:pt x="4143486" y="1518765"/>
                  </a:lnTo>
                  <a:lnTo>
                    <a:pt x="4142641" y="1518765"/>
                  </a:lnTo>
                  <a:lnTo>
                    <a:pt x="4141796" y="1518765"/>
                  </a:lnTo>
                  <a:lnTo>
                    <a:pt x="4140951" y="1518765"/>
                  </a:lnTo>
                  <a:lnTo>
                    <a:pt x="4140106" y="1518765"/>
                  </a:lnTo>
                  <a:lnTo>
                    <a:pt x="4139261" y="1518765"/>
                  </a:lnTo>
                  <a:lnTo>
                    <a:pt x="4138416" y="1518765"/>
                  </a:lnTo>
                  <a:lnTo>
                    <a:pt x="4137571" y="1518765"/>
                  </a:lnTo>
                  <a:lnTo>
                    <a:pt x="4136725" y="1518765"/>
                  </a:lnTo>
                  <a:lnTo>
                    <a:pt x="4135880" y="1518765"/>
                  </a:lnTo>
                  <a:lnTo>
                    <a:pt x="4135035" y="1518765"/>
                  </a:lnTo>
                  <a:lnTo>
                    <a:pt x="4134190" y="1518765"/>
                  </a:lnTo>
                  <a:lnTo>
                    <a:pt x="4133345" y="1518765"/>
                  </a:lnTo>
                  <a:lnTo>
                    <a:pt x="4132500" y="1518765"/>
                  </a:lnTo>
                  <a:lnTo>
                    <a:pt x="4131655" y="1518765"/>
                  </a:lnTo>
                  <a:lnTo>
                    <a:pt x="4130810" y="1518765"/>
                  </a:lnTo>
                  <a:lnTo>
                    <a:pt x="4129965" y="1518765"/>
                  </a:lnTo>
                  <a:lnTo>
                    <a:pt x="4129120" y="1518765"/>
                  </a:lnTo>
                  <a:lnTo>
                    <a:pt x="4128275" y="1518765"/>
                  </a:lnTo>
                  <a:lnTo>
                    <a:pt x="4127429" y="1518765"/>
                  </a:lnTo>
                  <a:lnTo>
                    <a:pt x="4126584" y="1518765"/>
                  </a:lnTo>
                  <a:lnTo>
                    <a:pt x="4125739" y="1518765"/>
                  </a:lnTo>
                  <a:lnTo>
                    <a:pt x="4124894" y="1518765"/>
                  </a:lnTo>
                  <a:lnTo>
                    <a:pt x="4124049" y="1518765"/>
                  </a:lnTo>
                  <a:lnTo>
                    <a:pt x="4123204" y="1518765"/>
                  </a:lnTo>
                  <a:lnTo>
                    <a:pt x="4122359" y="1518765"/>
                  </a:lnTo>
                  <a:lnTo>
                    <a:pt x="4121514" y="1518765"/>
                  </a:lnTo>
                  <a:lnTo>
                    <a:pt x="4120669" y="1518765"/>
                  </a:lnTo>
                  <a:lnTo>
                    <a:pt x="4119824" y="1518765"/>
                  </a:lnTo>
                  <a:lnTo>
                    <a:pt x="4118979" y="1518765"/>
                  </a:lnTo>
                  <a:lnTo>
                    <a:pt x="4118133" y="1518765"/>
                  </a:lnTo>
                  <a:lnTo>
                    <a:pt x="4117288" y="1518765"/>
                  </a:lnTo>
                  <a:lnTo>
                    <a:pt x="4116443" y="1518765"/>
                  </a:lnTo>
                  <a:lnTo>
                    <a:pt x="4115598" y="1518765"/>
                  </a:lnTo>
                  <a:lnTo>
                    <a:pt x="4114753" y="1518765"/>
                  </a:lnTo>
                  <a:lnTo>
                    <a:pt x="4113908" y="1518765"/>
                  </a:lnTo>
                  <a:lnTo>
                    <a:pt x="4113063" y="1518765"/>
                  </a:lnTo>
                  <a:lnTo>
                    <a:pt x="4112218" y="1518765"/>
                  </a:lnTo>
                  <a:lnTo>
                    <a:pt x="4111373" y="1518765"/>
                  </a:lnTo>
                  <a:lnTo>
                    <a:pt x="4110528" y="1518765"/>
                  </a:lnTo>
                  <a:lnTo>
                    <a:pt x="4109683" y="1518765"/>
                  </a:lnTo>
                  <a:lnTo>
                    <a:pt x="4108837" y="1518765"/>
                  </a:lnTo>
                  <a:lnTo>
                    <a:pt x="4107992" y="1518765"/>
                  </a:lnTo>
                  <a:lnTo>
                    <a:pt x="4107147" y="1518765"/>
                  </a:lnTo>
                  <a:lnTo>
                    <a:pt x="4106302" y="1518765"/>
                  </a:lnTo>
                  <a:lnTo>
                    <a:pt x="4105457" y="1518765"/>
                  </a:lnTo>
                  <a:lnTo>
                    <a:pt x="4104612" y="1518765"/>
                  </a:lnTo>
                  <a:lnTo>
                    <a:pt x="4103767" y="1518765"/>
                  </a:lnTo>
                  <a:lnTo>
                    <a:pt x="4102922" y="1518765"/>
                  </a:lnTo>
                  <a:lnTo>
                    <a:pt x="4102077" y="1518765"/>
                  </a:lnTo>
                  <a:lnTo>
                    <a:pt x="4101232" y="1518765"/>
                  </a:lnTo>
                  <a:lnTo>
                    <a:pt x="4100387" y="1518765"/>
                  </a:lnTo>
                  <a:lnTo>
                    <a:pt x="4099541" y="1518765"/>
                  </a:lnTo>
                  <a:lnTo>
                    <a:pt x="4098696" y="1518765"/>
                  </a:lnTo>
                  <a:lnTo>
                    <a:pt x="4097851" y="1518765"/>
                  </a:lnTo>
                  <a:lnTo>
                    <a:pt x="4097006" y="1518765"/>
                  </a:lnTo>
                  <a:lnTo>
                    <a:pt x="4096161" y="1518765"/>
                  </a:lnTo>
                  <a:lnTo>
                    <a:pt x="4095316" y="1518765"/>
                  </a:lnTo>
                  <a:lnTo>
                    <a:pt x="4094471" y="1518765"/>
                  </a:lnTo>
                  <a:lnTo>
                    <a:pt x="4093626" y="1518765"/>
                  </a:lnTo>
                  <a:lnTo>
                    <a:pt x="4092781" y="1518765"/>
                  </a:lnTo>
                  <a:lnTo>
                    <a:pt x="4091936" y="1518765"/>
                  </a:lnTo>
                  <a:lnTo>
                    <a:pt x="4091090" y="1518765"/>
                  </a:lnTo>
                  <a:lnTo>
                    <a:pt x="4090245" y="1518765"/>
                  </a:lnTo>
                  <a:lnTo>
                    <a:pt x="4089400" y="1518765"/>
                  </a:lnTo>
                  <a:lnTo>
                    <a:pt x="4088555" y="1518765"/>
                  </a:lnTo>
                  <a:lnTo>
                    <a:pt x="4087710" y="1518765"/>
                  </a:lnTo>
                  <a:lnTo>
                    <a:pt x="4086865" y="1518765"/>
                  </a:lnTo>
                  <a:lnTo>
                    <a:pt x="4086020" y="1518765"/>
                  </a:lnTo>
                  <a:lnTo>
                    <a:pt x="4085175" y="1518765"/>
                  </a:lnTo>
                  <a:lnTo>
                    <a:pt x="4084330" y="1518765"/>
                  </a:lnTo>
                  <a:lnTo>
                    <a:pt x="4083485" y="1518765"/>
                  </a:lnTo>
                  <a:lnTo>
                    <a:pt x="4082640" y="1518765"/>
                  </a:lnTo>
                  <a:lnTo>
                    <a:pt x="4081794" y="1518765"/>
                  </a:lnTo>
                  <a:lnTo>
                    <a:pt x="4080949" y="1518765"/>
                  </a:lnTo>
                  <a:lnTo>
                    <a:pt x="4080104" y="1518765"/>
                  </a:lnTo>
                  <a:lnTo>
                    <a:pt x="4079259" y="1518765"/>
                  </a:lnTo>
                  <a:lnTo>
                    <a:pt x="4078414" y="1518765"/>
                  </a:lnTo>
                  <a:lnTo>
                    <a:pt x="4077569" y="1518765"/>
                  </a:lnTo>
                  <a:lnTo>
                    <a:pt x="4076724" y="1518765"/>
                  </a:lnTo>
                  <a:lnTo>
                    <a:pt x="4075879" y="1518765"/>
                  </a:lnTo>
                  <a:lnTo>
                    <a:pt x="4075034" y="1518765"/>
                  </a:lnTo>
                  <a:lnTo>
                    <a:pt x="4074189" y="1518765"/>
                  </a:lnTo>
                  <a:lnTo>
                    <a:pt x="4073344" y="1518765"/>
                  </a:lnTo>
                  <a:lnTo>
                    <a:pt x="4072498" y="1518765"/>
                  </a:lnTo>
                  <a:lnTo>
                    <a:pt x="4071653" y="1518765"/>
                  </a:lnTo>
                  <a:lnTo>
                    <a:pt x="4070808" y="1518765"/>
                  </a:lnTo>
                  <a:lnTo>
                    <a:pt x="4069963" y="1518765"/>
                  </a:lnTo>
                  <a:lnTo>
                    <a:pt x="4069118" y="1518765"/>
                  </a:lnTo>
                  <a:lnTo>
                    <a:pt x="4068273" y="1518765"/>
                  </a:lnTo>
                  <a:lnTo>
                    <a:pt x="4067428" y="1518765"/>
                  </a:lnTo>
                  <a:lnTo>
                    <a:pt x="4066583" y="1518765"/>
                  </a:lnTo>
                  <a:lnTo>
                    <a:pt x="4065738" y="1518765"/>
                  </a:lnTo>
                  <a:lnTo>
                    <a:pt x="4064893" y="1518765"/>
                  </a:lnTo>
                  <a:lnTo>
                    <a:pt x="4064048" y="1518765"/>
                  </a:lnTo>
                  <a:lnTo>
                    <a:pt x="4063202" y="1518765"/>
                  </a:lnTo>
                  <a:lnTo>
                    <a:pt x="4062357" y="1518765"/>
                  </a:lnTo>
                  <a:lnTo>
                    <a:pt x="4061512" y="1518765"/>
                  </a:lnTo>
                  <a:lnTo>
                    <a:pt x="4060667" y="1518765"/>
                  </a:lnTo>
                  <a:lnTo>
                    <a:pt x="4059822" y="1518765"/>
                  </a:lnTo>
                  <a:lnTo>
                    <a:pt x="4058977" y="1518765"/>
                  </a:lnTo>
                  <a:lnTo>
                    <a:pt x="4058132" y="1518765"/>
                  </a:lnTo>
                  <a:lnTo>
                    <a:pt x="4057287" y="1518765"/>
                  </a:lnTo>
                  <a:lnTo>
                    <a:pt x="4056442" y="1518765"/>
                  </a:lnTo>
                  <a:lnTo>
                    <a:pt x="4055597" y="1518765"/>
                  </a:lnTo>
                  <a:lnTo>
                    <a:pt x="4054752" y="1518765"/>
                  </a:lnTo>
                  <a:lnTo>
                    <a:pt x="4053906" y="1518765"/>
                  </a:lnTo>
                  <a:lnTo>
                    <a:pt x="4053061" y="1518765"/>
                  </a:lnTo>
                  <a:lnTo>
                    <a:pt x="4052216" y="1518765"/>
                  </a:lnTo>
                  <a:lnTo>
                    <a:pt x="4051371" y="1518765"/>
                  </a:lnTo>
                  <a:lnTo>
                    <a:pt x="4050526" y="1518765"/>
                  </a:lnTo>
                  <a:lnTo>
                    <a:pt x="4049681" y="1518765"/>
                  </a:lnTo>
                  <a:lnTo>
                    <a:pt x="4048836" y="1518765"/>
                  </a:lnTo>
                  <a:lnTo>
                    <a:pt x="4047991" y="1518765"/>
                  </a:lnTo>
                  <a:lnTo>
                    <a:pt x="4047146" y="1518765"/>
                  </a:lnTo>
                  <a:lnTo>
                    <a:pt x="4046301" y="1518765"/>
                  </a:lnTo>
                  <a:lnTo>
                    <a:pt x="4045456" y="1518765"/>
                  </a:lnTo>
                  <a:lnTo>
                    <a:pt x="4044610" y="1518765"/>
                  </a:lnTo>
                  <a:lnTo>
                    <a:pt x="4043765" y="1518765"/>
                  </a:lnTo>
                  <a:lnTo>
                    <a:pt x="4042920" y="1518765"/>
                  </a:lnTo>
                  <a:lnTo>
                    <a:pt x="4042075" y="1518765"/>
                  </a:lnTo>
                  <a:lnTo>
                    <a:pt x="4041230" y="1518765"/>
                  </a:lnTo>
                  <a:lnTo>
                    <a:pt x="4040385" y="1518765"/>
                  </a:lnTo>
                  <a:lnTo>
                    <a:pt x="4039540" y="1518765"/>
                  </a:lnTo>
                  <a:lnTo>
                    <a:pt x="4038695" y="1518765"/>
                  </a:lnTo>
                  <a:lnTo>
                    <a:pt x="4037850" y="1518765"/>
                  </a:lnTo>
                  <a:lnTo>
                    <a:pt x="4037005" y="1518765"/>
                  </a:lnTo>
                  <a:lnTo>
                    <a:pt x="4036160" y="1518765"/>
                  </a:lnTo>
                  <a:lnTo>
                    <a:pt x="4035314" y="1518765"/>
                  </a:lnTo>
                  <a:lnTo>
                    <a:pt x="4034469" y="1518765"/>
                  </a:lnTo>
                  <a:lnTo>
                    <a:pt x="4033624" y="1518765"/>
                  </a:lnTo>
                  <a:lnTo>
                    <a:pt x="4032779" y="1518765"/>
                  </a:lnTo>
                  <a:lnTo>
                    <a:pt x="4031934" y="1518765"/>
                  </a:lnTo>
                  <a:lnTo>
                    <a:pt x="4031089" y="1518765"/>
                  </a:lnTo>
                  <a:lnTo>
                    <a:pt x="4030244" y="1518765"/>
                  </a:lnTo>
                  <a:lnTo>
                    <a:pt x="4029399" y="1518765"/>
                  </a:lnTo>
                  <a:lnTo>
                    <a:pt x="4028554" y="1518765"/>
                  </a:lnTo>
                  <a:lnTo>
                    <a:pt x="4027709" y="1518765"/>
                  </a:lnTo>
                  <a:lnTo>
                    <a:pt x="4026863" y="1518765"/>
                  </a:lnTo>
                  <a:lnTo>
                    <a:pt x="4026018" y="1518765"/>
                  </a:lnTo>
                  <a:lnTo>
                    <a:pt x="4025173" y="1518765"/>
                  </a:lnTo>
                  <a:lnTo>
                    <a:pt x="4024328" y="1518765"/>
                  </a:lnTo>
                  <a:lnTo>
                    <a:pt x="4023483" y="1518765"/>
                  </a:lnTo>
                  <a:lnTo>
                    <a:pt x="4022638" y="1518765"/>
                  </a:lnTo>
                  <a:lnTo>
                    <a:pt x="4021793" y="1518765"/>
                  </a:lnTo>
                  <a:lnTo>
                    <a:pt x="4020948" y="1518765"/>
                  </a:lnTo>
                  <a:lnTo>
                    <a:pt x="4020103" y="1518765"/>
                  </a:lnTo>
                  <a:lnTo>
                    <a:pt x="4019258" y="1518765"/>
                  </a:lnTo>
                  <a:lnTo>
                    <a:pt x="4018413" y="1518765"/>
                  </a:lnTo>
                  <a:lnTo>
                    <a:pt x="4017567" y="1518765"/>
                  </a:lnTo>
                  <a:lnTo>
                    <a:pt x="4016722" y="1518765"/>
                  </a:lnTo>
                  <a:lnTo>
                    <a:pt x="4015877" y="1518765"/>
                  </a:lnTo>
                  <a:lnTo>
                    <a:pt x="4015032" y="1518765"/>
                  </a:lnTo>
                  <a:lnTo>
                    <a:pt x="4014187" y="1518765"/>
                  </a:lnTo>
                  <a:lnTo>
                    <a:pt x="4013342" y="1518765"/>
                  </a:lnTo>
                  <a:lnTo>
                    <a:pt x="4012497" y="1518765"/>
                  </a:lnTo>
                  <a:lnTo>
                    <a:pt x="4011652" y="1518765"/>
                  </a:lnTo>
                  <a:lnTo>
                    <a:pt x="4010807" y="1518765"/>
                  </a:lnTo>
                  <a:lnTo>
                    <a:pt x="4009962" y="1518765"/>
                  </a:lnTo>
                  <a:lnTo>
                    <a:pt x="4009117" y="1518765"/>
                  </a:lnTo>
                  <a:lnTo>
                    <a:pt x="4008271" y="1518765"/>
                  </a:lnTo>
                  <a:lnTo>
                    <a:pt x="4007426" y="1518765"/>
                  </a:lnTo>
                  <a:lnTo>
                    <a:pt x="4006581" y="1518765"/>
                  </a:lnTo>
                  <a:lnTo>
                    <a:pt x="4005736" y="1518765"/>
                  </a:lnTo>
                  <a:lnTo>
                    <a:pt x="4004891" y="1518765"/>
                  </a:lnTo>
                  <a:lnTo>
                    <a:pt x="4004046" y="1518765"/>
                  </a:lnTo>
                  <a:lnTo>
                    <a:pt x="4003201" y="1518765"/>
                  </a:lnTo>
                  <a:lnTo>
                    <a:pt x="4002356" y="1518765"/>
                  </a:lnTo>
                  <a:lnTo>
                    <a:pt x="4001511" y="1518765"/>
                  </a:lnTo>
                  <a:lnTo>
                    <a:pt x="4000666" y="1518765"/>
                  </a:lnTo>
                  <a:lnTo>
                    <a:pt x="3999821" y="1518765"/>
                  </a:lnTo>
                  <a:lnTo>
                    <a:pt x="3998975" y="1518765"/>
                  </a:lnTo>
                  <a:lnTo>
                    <a:pt x="3998130" y="1518765"/>
                  </a:lnTo>
                  <a:lnTo>
                    <a:pt x="3997285" y="1518765"/>
                  </a:lnTo>
                  <a:lnTo>
                    <a:pt x="3996440" y="1518765"/>
                  </a:lnTo>
                  <a:lnTo>
                    <a:pt x="3995595" y="1518765"/>
                  </a:lnTo>
                  <a:lnTo>
                    <a:pt x="3994750" y="1518765"/>
                  </a:lnTo>
                  <a:lnTo>
                    <a:pt x="3993905" y="1518765"/>
                  </a:lnTo>
                  <a:lnTo>
                    <a:pt x="3993060" y="1518765"/>
                  </a:lnTo>
                  <a:lnTo>
                    <a:pt x="3992215" y="1518765"/>
                  </a:lnTo>
                  <a:lnTo>
                    <a:pt x="3991370" y="1518765"/>
                  </a:lnTo>
                  <a:lnTo>
                    <a:pt x="3990525" y="1518765"/>
                  </a:lnTo>
                  <a:lnTo>
                    <a:pt x="3989679" y="1518765"/>
                  </a:lnTo>
                  <a:lnTo>
                    <a:pt x="3988834" y="1518765"/>
                  </a:lnTo>
                  <a:lnTo>
                    <a:pt x="3987989" y="1518765"/>
                  </a:lnTo>
                  <a:lnTo>
                    <a:pt x="3987144" y="1518765"/>
                  </a:lnTo>
                  <a:lnTo>
                    <a:pt x="3986299" y="1518765"/>
                  </a:lnTo>
                  <a:lnTo>
                    <a:pt x="3985454" y="1518765"/>
                  </a:lnTo>
                  <a:lnTo>
                    <a:pt x="3984609" y="1518765"/>
                  </a:lnTo>
                  <a:lnTo>
                    <a:pt x="3983764" y="1518765"/>
                  </a:lnTo>
                  <a:lnTo>
                    <a:pt x="3982919" y="1518765"/>
                  </a:lnTo>
                  <a:lnTo>
                    <a:pt x="3982074" y="1518765"/>
                  </a:lnTo>
                  <a:lnTo>
                    <a:pt x="3981229" y="1518765"/>
                  </a:lnTo>
                  <a:lnTo>
                    <a:pt x="3980383" y="1518765"/>
                  </a:lnTo>
                  <a:lnTo>
                    <a:pt x="3979538" y="1518765"/>
                  </a:lnTo>
                  <a:lnTo>
                    <a:pt x="3978693" y="1518765"/>
                  </a:lnTo>
                  <a:lnTo>
                    <a:pt x="3977848" y="1518765"/>
                  </a:lnTo>
                  <a:lnTo>
                    <a:pt x="3977003" y="1518765"/>
                  </a:lnTo>
                  <a:lnTo>
                    <a:pt x="3976158" y="1518765"/>
                  </a:lnTo>
                  <a:lnTo>
                    <a:pt x="3975313" y="1518765"/>
                  </a:lnTo>
                  <a:lnTo>
                    <a:pt x="3974468" y="1518765"/>
                  </a:lnTo>
                  <a:lnTo>
                    <a:pt x="3973623" y="1518765"/>
                  </a:lnTo>
                  <a:lnTo>
                    <a:pt x="3972778" y="1518765"/>
                  </a:lnTo>
                  <a:lnTo>
                    <a:pt x="3971933" y="1518765"/>
                  </a:lnTo>
                  <a:lnTo>
                    <a:pt x="3971087" y="1518765"/>
                  </a:lnTo>
                  <a:lnTo>
                    <a:pt x="3970242" y="1518765"/>
                  </a:lnTo>
                  <a:lnTo>
                    <a:pt x="3969397" y="1518765"/>
                  </a:lnTo>
                  <a:lnTo>
                    <a:pt x="3968552" y="1518765"/>
                  </a:lnTo>
                  <a:lnTo>
                    <a:pt x="3967707" y="1518765"/>
                  </a:lnTo>
                  <a:lnTo>
                    <a:pt x="3966862" y="1518765"/>
                  </a:lnTo>
                  <a:lnTo>
                    <a:pt x="3966017" y="1518765"/>
                  </a:lnTo>
                  <a:lnTo>
                    <a:pt x="3965172" y="1518765"/>
                  </a:lnTo>
                  <a:lnTo>
                    <a:pt x="3964327" y="1518765"/>
                  </a:lnTo>
                  <a:lnTo>
                    <a:pt x="3963482" y="1518765"/>
                  </a:lnTo>
                  <a:lnTo>
                    <a:pt x="3962636" y="1518765"/>
                  </a:lnTo>
                  <a:lnTo>
                    <a:pt x="3961791" y="1518765"/>
                  </a:lnTo>
                  <a:lnTo>
                    <a:pt x="3960946" y="1518765"/>
                  </a:lnTo>
                  <a:lnTo>
                    <a:pt x="3960101" y="1518765"/>
                  </a:lnTo>
                  <a:lnTo>
                    <a:pt x="3959256" y="1518765"/>
                  </a:lnTo>
                  <a:lnTo>
                    <a:pt x="3958411" y="1518765"/>
                  </a:lnTo>
                  <a:lnTo>
                    <a:pt x="3957566" y="1518765"/>
                  </a:lnTo>
                  <a:lnTo>
                    <a:pt x="3956721" y="1518765"/>
                  </a:lnTo>
                  <a:lnTo>
                    <a:pt x="3955876" y="1518765"/>
                  </a:lnTo>
                  <a:lnTo>
                    <a:pt x="3955031" y="1518765"/>
                  </a:lnTo>
                  <a:lnTo>
                    <a:pt x="3954186" y="1518765"/>
                  </a:lnTo>
                  <a:lnTo>
                    <a:pt x="3953340" y="1518765"/>
                  </a:lnTo>
                  <a:lnTo>
                    <a:pt x="3952495" y="1518765"/>
                  </a:lnTo>
                  <a:lnTo>
                    <a:pt x="3951650" y="1518765"/>
                  </a:lnTo>
                  <a:lnTo>
                    <a:pt x="3950805" y="1518765"/>
                  </a:lnTo>
                  <a:lnTo>
                    <a:pt x="3949960" y="1518765"/>
                  </a:lnTo>
                  <a:lnTo>
                    <a:pt x="3949115" y="1518765"/>
                  </a:lnTo>
                  <a:lnTo>
                    <a:pt x="3948270" y="1518765"/>
                  </a:lnTo>
                  <a:lnTo>
                    <a:pt x="3947425" y="1518765"/>
                  </a:lnTo>
                  <a:lnTo>
                    <a:pt x="3946580" y="1518765"/>
                  </a:lnTo>
                  <a:lnTo>
                    <a:pt x="3945735" y="1518765"/>
                  </a:lnTo>
                  <a:lnTo>
                    <a:pt x="3944890" y="1518765"/>
                  </a:lnTo>
                  <a:lnTo>
                    <a:pt x="3944044" y="1518765"/>
                  </a:lnTo>
                  <a:lnTo>
                    <a:pt x="3943199" y="1518765"/>
                  </a:lnTo>
                  <a:lnTo>
                    <a:pt x="3942354" y="1518765"/>
                  </a:lnTo>
                  <a:lnTo>
                    <a:pt x="3941509" y="1518765"/>
                  </a:lnTo>
                  <a:lnTo>
                    <a:pt x="3940664" y="1518765"/>
                  </a:lnTo>
                  <a:lnTo>
                    <a:pt x="3939819" y="1518765"/>
                  </a:lnTo>
                  <a:lnTo>
                    <a:pt x="3938974" y="1518765"/>
                  </a:lnTo>
                  <a:lnTo>
                    <a:pt x="3938129" y="1518765"/>
                  </a:lnTo>
                  <a:lnTo>
                    <a:pt x="3937284" y="1518765"/>
                  </a:lnTo>
                  <a:lnTo>
                    <a:pt x="3936439" y="1518765"/>
                  </a:lnTo>
                  <a:lnTo>
                    <a:pt x="3935594" y="1518765"/>
                  </a:lnTo>
                  <a:lnTo>
                    <a:pt x="3934748" y="1518765"/>
                  </a:lnTo>
                  <a:lnTo>
                    <a:pt x="3933903" y="1518765"/>
                  </a:lnTo>
                  <a:lnTo>
                    <a:pt x="3933058" y="1518765"/>
                  </a:lnTo>
                  <a:lnTo>
                    <a:pt x="3932213" y="1518765"/>
                  </a:lnTo>
                  <a:lnTo>
                    <a:pt x="3931368" y="1518765"/>
                  </a:lnTo>
                  <a:lnTo>
                    <a:pt x="3930523" y="1518765"/>
                  </a:lnTo>
                  <a:lnTo>
                    <a:pt x="3929678" y="1518765"/>
                  </a:lnTo>
                  <a:lnTo>
                    <a:pt x="3928833" y="1518765"/>
                  </a:lnTo>
                  <a:lnTo>
                    <a:pt x="3927988" y="1518765"/>
                  </a:lnTo>
                  <a:lnTo>
                    <a:pt x="3927143" y="1518765"/>
                  </a:lnTo>
                  <a:lnTo>
                    <a:pt x="3926298" y="1518765"/>
                  </a:lnTo>
                  <a:lnTo>
                    <a:pt x="3925452" y="1518765"/>
                  </a:lnTo>
                  <a:lnTo>
                    <a:pt x="3924607" y="1518765"/>
                  </a:lnTo>
                  <a:lnTo>
                    <a:pt x="3923762" y="1518765"/>
                  </a:lnTo>
                  <a:lnTo>
                    <a:pt x="3922917" y="1518765"/>
                  </a:lnTo>
                  <a:lnTo>
                    <a:pt x="3922072" y="1518765"/>
                  </a:lnTo>
                  <a:lnTo>
                    <a:pt x="3921227" y="1518765"/>
                  </a:lnTo>
                  <a:lnTo>
                    <a:pt x="3920382" y="1518765"/>
                  </a:lnTo>
                  <a:lnTo>
                    <a:pt x="3919537" y="1518765"/>
                  </a:lnTo>
                  <a:lnTo>
                    <a:pt x="3918692" y="1518765"/>
                  </a:lnTo>
                  <a:lnTo>
                    <a:pt x="3917847" y="1518765"/>
                  </a:lnTo>
                  <a:lnTo>
                    <a:pt x="3917002" y="1518765"/>
                  </a:lnTo>
                  <a:lnTo>
                    <a:pt x="3916156" y="1518765"/>
                  </a:lnTo>
                  <a:lnTo>
                    <a:pt x="3915311" y="1518765"/>
                  </a:lnTo>
                  <a:lnTo>
                    <a:pt x="3914466" y="1518765"/>
                  </a:lnTo>
                  <a:lnTo>
                    <a:pt x="3913621" y="1518765"/>
                  </a:lnTo>
                  <a:lnTo>
                    <a:pt x="3912776" y="1518765"/>
                  </a:lnTo>
                  <a:lnTo>
                    <a:pt x="3911931" y="1518765"/>
                  </a:lnTo>
                  <a:lnTo>
                    <a:pt x="3911086" y="1518765"/>
                  </a:lnTo>
                  <a:lnTo>
                    <a:pt x="3910241" y="1518765"/>
                  </a:lnTo>
                  <a:lnTo>
                    <a:pt x="3909396" y="1518765"/>
                  </a:lnTo>
                  <a:lnTo>
                    <a:pt x="3908551" y="1518765"/>
                  </a:lnTo>
                  <a:lnTo>
                    <a:pt x="3907706" y="1518765"/>
                  </a:lnTo>
                  <a:lnTo>
                    <a:pt x="3906860" y="1518765"/>
                  </a:lnTo>
                  <a:lnTo>
                    <a:pt x="3906015" y="1518765"/>
                  </a:lnTo>
                  <a:lnTo>
                    <a:pt x="3905170" y="1518765"/>
                  </a:lnTo>
                  <a:lnTo>
                    <a:pt x="3904325" y="1518765"/>
                  </a:lnTo>
                  <a:lnTo>
                    <a:pt x="3903480" y="1518765"/>
                  </a:lnTo>
                  <a:lnTo>
                    <a:pt x="3902635" y="1518765"/>
                  </a:lnTo>
                  <a:lnTo>
                    <a:pt x="3901790" y="1518765"/>
                  </a:lnTo>
                  <a:lnTo>
                    <a:pt x="3900945" y="1518765"/>
                  </a:lnTo>
                  <a:lnTo>
                    <a:pt x="3900100" y="1518765"/>
                  </a:lnTo>
                  <a:lnTo>
                    <a:pt x="3899255" y="1518765"/>
                  </a:lnTo>
                  <a:lnTo>
                    <a:pt x="3898409" y="1518765"/>
                  </a:lnTo>
                  <a:lnTo>
                    <a:pt x="3897564" y="1518765"/>
                  </a:lnTo>
                  <a:lnTo>
                    <a:pt x="3896719" y="1518765"/>
                  </a:lnTo>
                  <a:lnTo>
                    <a:pt x="3895874" y="1518765"/>
                  </a:lnTo>
                  <a:lnTo>
                    <a:pt x="3895029" y="1518765"/>
                  </a:lnTo>
                  <a:lnTo>
                    <a:pt x="3894184" y="1518765"/>
                  </a:lnTo>
                  <a:lnTo>
                    <a:pt x="3893339" y="1518765"/>
                  </a:lnTo>
                  <a:lnTo>
                    <a:pt x="3892494" y="1518765"/>
                  </a:lnTo>
                  <a:lnTo>
                    <a:pt x="3891649" y="1518765"/>
                  </a:lnTo>
                  <a:lnTo>
                    <a:pt x="3890804" y="1518765"/>
                  </a:lnTo>
                  <a:lnTo>
                    <a:pt x="3889959" y="1518765"/>
                  </a:lnTo>
                  <a:lnTo>
                    <a:pt x="3889113" y="1518765"/>
                  </a:lnTo>
                  <a:lnTo>
                    <a:pt x="3888268" y="1518765"/>
                  </a:lnTo>
                  <a:lnTo>
                    <a:pt x="3887423" y="1518765"/>
                  </a:lnTo>
                  <a:lnTo>
                    <a:pt x="3886578" y="1518765"/>
                  </a:lnTo>
                  <a:lnTo>
                    <a:pt x="3885733" y="1518765"/>
                  </a:lnTo>
                  <a:lnTo>
                    <a:pt x="3884888" y="1518765"/>
                  </a:lnTo>
                  <a:lnTo>
                    <a:pt x="3884043" y="1518765"/>
                  </a:lnTo>
                  <a:lnTo>
                    <a:pt x="3883198" y="1518765"/>
                  </a:lnTo>
                  <a:lnTo>
                    <a:pt x="3882353" y="1518765"/>
                  </a:lnTo>
                  <a:lnTo>
                    <a:pt x="3881508" y="1518765"/>
                  </a:lnTo>
                  <a:lnTo>
                    <a:pt x="3880663" y="1518765"/>
                  </a:lnTo>
                  <a:lnTo>
                    <a:pt x="3879817" y="1518765"/>
                  </a:lnTo>
                  <a:lnTo>
                    <a:pt x="3878972" y="1518765"/>
                  </a:lnTo>
                  <a:lnTo>
                    <a:pt x="3878127" y="1518765"/>
                  </a:lnTo>
                  <a:lnTo>
                    <a:pt x="3877282" y="1518765"/>
                  </a:lnTo>
                  <a:lnTo>
                    <a:pt x="3876437" y="1518765"/>
                  </a:lnTo>
                  <a:lnTo>
                    <a:pt x="3875592" y="1518765"/>
                  </a:lnTo>
                  <a:lnTo>
                    <a:pt x="3874747" y="1518765"/>
                  </a:lnTo>
                  <a:lnTo>
                    <a:pt x="3873902" y="1518765"/>
                  </a:lnTo>
                  <a:lnTo>
                    <a:pt x="3873057" y="1518765"/>
                  </a:lnTo>
                  <a:lnTo>
                    <a:pt x="3872212" y="1518765"/>
                  </a:lnTo>
                  <a:lnTo>
                    <a:pt x="3871367" y="1518765"/>
                  </a:lnTo>
                  <a:lnTo>
                    <a:pt x="3870521" y="1518765"/>
                  </a:lnTo>
                  <a:lnTo>
                    <a:pt x="3869676" y="1518765"/>
                  </a:lnTo>
                  <a:lnTo>
                    <a:pt x="3868831" y="1518765"/>
                  </a:lnTo>
                  <a:lnTo>
                    <a:pt x="3867986" y="1518765"/>
                  </a:lnTo>
                  <a:lnTo>
                    <a:pt x="3867141" y="1518765"/>
                  </a:lnTo>
                  <a:lnTo>
                    <a:pt x="3866296" y="1518765"/>
                  </a:lnTo>
                  <a:lnTo>
                    <a:pt x="3865451" y="1518765"/>
                  </a:lnTo>
                  <a:lnTo>
                    <a:pt x="3864606" y="1518765"/>
                  </a:lnTo>
                  <a:lnTo>
                    <a:pt x="3863761" y="1518765"/>
                  </a:lnTo>
                  <a:lnTo>
                    <a:pt x="3862916" y="1518765"/>
                  </a:lnTo>
                  <a:lnTo>
                    <a:pt x="3862071" y="1518765"/>
                  </a:lnTo>
                  <a:lnTo>
                    <a:pt x="3861225" y="1518765"/>
                  </a:lnTo>
                  <a:lnTo>
                    <a:pt x="3860380" y="1518765"/>
                  </a:lnTo>
                  <a:lnTo>
                    <a:pt x="3859535" y="1518765"/>
                  </a:lnTo>
                  <a:lnTo>
                    <a:pt x="3858690" y="1518765"/>
                  </a:lnTo>
                  <a:lnTo>
                    <a:pt x="3857845" y="1518765"/>
                  </a:lnTo>
                  <a:lnTo>
                    <a:pt x="3857000" y="1518765"/>
                  </a:lnTo>
                  <a:lnTo>
                    <a:pt x="3856155" y="1518765"/>
                  </a:lnTo>
                  <a:lnTo>
                    <a:pt x="3855310" y="1518765"/>
                  </a:lnTo>
                  <a:lnTo>
                    <a:pt x="3854465" y="1518765"/>
                  </a:lnTo>
                  <a:lnTo>
                    <a:pt x="3853620" y="1518765"/>
                  </a:lnTo>
                  <a:lnTo>
                    <a:pt x="3852775" y="1518765"/>
                  </a:lnTo>
                  <a:lnTo>
                    <a:pt x="3851929" y="1518765"/>
                  </a:lnTo>
                  <a:lnTo>
                    <a:pt x="3851084" y="1518765"/>
                  </a:lnTo>
                  <a:lnTo>
                    <a:pt x="3850239" y="1518765"/>
                  </a:lnTo>
                  <a:lnTo>
                    <a:pt x="3849394" y="1518765"/>
                  </a:lnTo>
                  <a:lnTo>
                    <a:pt x="3848549" y="1518765"/>
                  </a:lnTo>
                  <a:lnTo>
                    <a:pt x="3847704" y="1518765"/>
                  </a:lnTo>
                  <a:lnTo>
                    <a:pt x="3846859" y="1518765"/>
                  </a:lnTo>
                  <a:lnTo>
                    <a:pt x="3846014" y="1518765"/>
                  </a:lnTo>
                  <a:lnTo>
                    <a:pt x="3845169" y="1518765"/>
                  </a:lnTo>
                  <a:lnTo>
                    <a:pt x="3844324" y="1518765"/>
                  </a:lnTo>
                  <a:lnTo>
                    <a:pt x="3843478" y="1518765"/>
                  </a:lnTo>
                  <a:lnTo>
                    <a:pt x="3842633" y="1518765"/>
                  </a:lnTo>
                  <a:lnTo>
                    <a:pt x="3841788" y="1518765"/>
                  </a:lnTo>
                  <a:lnTo>
                    <a:pt x="3840943" y="1518765"/>
                  </a:lnTo>
                  <a:lnTo>
                    <a:pt x="3840098" y="1518765"/>
                  </a:lnTo>
                  <a:lnTo>
                    <a:pt x="3839253" y="1518765"/>
                  </a:lnTo>
                  <a:lnTo>
                    <a:pt x="3838408" y="1518765"/>
                  </a:lnTo>
                  <a:lnTo>
                    <a:pt x="3837563" y="1518765"/>
                  </a:lnTo>
                  <a:lnTo>
                    <a:pt x="3836718" y="1518765"/>
                  </a:lnTo>
                  <a:lnTo>
                    <a:pt x="3835873" y="1518765"/>
                  </a:lnTo>
                  <a:lnTo>
                    <a:pt x="3835028" y="1518765"/>
                  </a:lnTo>
                  <a:lnTo>
                    <a:pt x="3834182" y="1518765"/>
                  </a:lnTo>
                  <a:lnTo>
                    <a:pt x="3833337" y="1518765"/>
                  </a:lnTo>
                  <a:lnTo>
                    <a:pt x="3832492" y="1518765"/>
                  </a:lnTo>
                  <a:lnTo>
                    <a:pt x="3831647" y="1518765"/>
                  </a:lnTo>
                  <a:lnTo>
                    <a:pt x="3830802" y="1518765"/>
                  </a:lnTo>
                  <a:lnTo>
                    <a:pt x="3829957" y="1518765"/>
                  </a:lnTo>
                  <a:lnTo>
                    <a:pt x="3829112" y="1518765"/>
                  </a:lnTo>
                  <a:lnTo>
                    <a:pt x="3828267" y="1518765"/>
                  </a:lnTo>
                  <a:lnTo>
                    <a:pt x="3827422" y="1518765"/>
                  </a:lnTo>
                  <a:lnTo>
                    <a:pt x="3826577" y="1518765"/>
                  </a:lnTo>
                  <a:lnTo>
                    <a:pt x="3825732" y="1518765"/>
                  </a:lnTo>
                  <a:lnTo>
                    <a:pt x="3824886" y="1518765"/>
                  </a:lnTo>
                  <a:lnTo>
                    <a:pt x="3824041" y="1518765"/>
                  </a:lnTo>
                  <a:lnTo>
                    <a:pt x="3823196" y="1518765"/>
                  </a:lnTo>
                  <a:lnTo>
                    <a:pt x="3822351" y="1518765"/>
                  </a:lnTo>
                  <a:lnTo>
                    <a:pt x="3821506" y="1518765"/>
                  </a:lnTo>
                  <a:lnTo>
                    <a:pt x="3820661" y="1518765"/>
                  </a:lnTo>
                  <a:lnTo>
                    <a:pt x="3819816" y="1518765"/>
                  </a:lnTo>
                  <a:lnTo>
                    <a:pt x="3818971" y="1518765"/>
                  </a:lnTo>
                  <a:lnTo>
                    <a:pt x="3818126" y="1518765"/>
                  </a:lnTo>
                  <a:lnTo>
                    <a:pt x="3817281" y="1518765"/>
                  </a:lnTo>
                  <a:lnTo>
                    <a:pt x="3816436" y="1518765"/>
                  </a:lnTo>
                  <a:lnTo>
                    <a:pt x="3815590" y="1518765"/>
                  </a:lnTo>
                  <a:lnTo>
                    <a:pt x="3814745" y="1518765"/>
                  </a:lnTo>
                  <a:lnTo>
                    <a:pt x="3813900" y="1518765"/>
                  </a:lnTo>
                  <a:lnTo>
                    <a:pt x="3813055" y="1518765"/>
                  </a:lnTo>
                  <a:lnTo>
                    <a:pt x="3812210" y="1518765"/>
                  </a:lnTo>
                  <a:lnTo>
                    <a:pt x="3811365" y="1518765"/>
                  </a:lnTo>
                  <a:lnTo>
                    <a:pt x="3810520" y="1518765"/>
                  </a:lnTo>
                  <a:lnTo>
                    <a:pt x="3809675" y="1518765"/>
                  </a:lnTo>
                  <a:lnTo>
                    <a:pt x="3808830" y="1518765"/>
                  </a:lnTo>
                  <a:lnTo>
                    <a:pt x="3807985" y="1518765"/>
                  </a:lnTo>
                  <a:lnTo>
                    <a:pt x="3807140" y="1518765"/>
                  </a:lnTo>
                  <a:lnTo>
                    <a:pt x="3806294" y="1518765"/>
                  </a:lnTo>
                  <a:lnTo>
                    <a:pt x="3805449" y="1518765"/>
                  </a:lnTo>
                  <a:lnTo>
                    <a:pt x="3804604" y="1518765"/>
                  </a:lnTo>
                  <a:lnTo>
                    <a:pt x="3803759" y="1518765"/>
                  </a:lnTo>
                  <a:lnTo>
                    <a:pt x="3802914" y="1518765"/>
                  </a:lnTo>
                  <a:lnTo>
                    <a:pt x="3802069" y="1518765"/>
                  </a:lnTo>
                  <a:lnTo>
                    <a:pt x="3801224" y="1518765"/>
                  </a:lnTo>
                  <a:lnTo>
                    <a:pt x="3800379" y="1518765"/>
                  </a:lnTo>
                  <a:lnTo>
                    <a:pt x="3799534" y="1518765"/>
                  </a:lnTo>
                  <a:lnTo>
                    <a:pt x="3798689" y="1518765"/>
                  </a:lnTo>
                  <a:lnTo>
                    <a:pt x="3797844" y="1518765"/>
                  </a:lnTo>
                  <a:lnTo>
                    <a:pt x="3796998" y="1518765"/>
                  </a:lnTo>
                  <a:lnTo>
                    <a:pt x="3796153" y="1518765"/>
                  </a:lnTo>
                  <a:lnTo>
                    <a:pt x="3795308" y="1518765"/>
                  </a:lnTo>
                  <a:lnTo>
                    <a:pt x="3794463" y="1518765"/>
                  </a:lnTo>
                  <a:lnTo>
                    <a:pt x="3793618" y="1518765"/>
                  </a:lnTo>
                  <a:lnTo>
                    <a:pt x="3792773" y="1518765"/>
                  </a:lnTo>
                  <a:lnTo>
                    <a:pt x="3791928" y="1518765"/>
                  </a:lnTo>
                  <a:lnTo>
                    <a:pt x="3791083" y="1518765"/>
                  </a:lnTo>
                  <a:lnTo>
                    <a:pt x="3790238" y="1518765"/>
                  </a:lnTo>
                  <a:lnTo>
                    <a:pt x="3789393" y="1518765"/>
                  </a:lnTo>
                  <a:lnTo>
                    <a:pt x="3788548" y="1518765"/>
                  </a:lnTo>
                  <a:lnTo>
                    <a:pt x="3787702" y="1518765"/>
                  </a:lnTo>
                  <a:lnTo>
                    <a:pt x="3786857" y="1518765"/>
                  </a:lnTo>
                  <a:lnTo>
                    <a:pt x="3786012" y="1518765"/>
                  </a:lnTo>
                  <a:lnTo>
                    <a:pt x="3785167" y="1518765"/>
                  </a:lnTo>
                  <a:lnTo>
                    <a:pt x="3784322" y="1518765"/>
                  </a:lnTo>
                  <a:lnTo>
                    <a:pt x="3783477" y="1518765"/>
                  </a:lnTo>
                  <a:lnTo>
                    <a:pt x="3782632" y="1518765"/>
                  </a:lnTo>
                  <a:lnTo>
                    <a:pt x="3781787" y="1518765"/>
                  </a:lnTo>
                  <a:lnTo>
                    <a:pt x="3780942" y="1518765"/>
                  </a:lnTo>
                  <a:lnTo>
                    <a:pt x="3780097" y="1518765"/>
                  </a:lnTo>
                  <a:lnTo>
                    <a:pt x="3779251" y="1518765"/>
                  </a:lnTo>
                  <a:lnTo>
                    <a:pt x="3778406" y="1518765"/>
                  </a:lnTo>
                  <a:lnTo>
                    <a:pt x="3777561" y="1518765"/>
                  </a:lnTo>
                  <a:lnTo>
                    <a:pt x="3776716" y="1518765"/>
                  </a:lnTo>
                  <a:lnTo>
                    <a:pt x="3775871" y="1518765"/>
                  </a:lnTo>
                  <a:lnTo>
                    <a:pt x="3775026" y="1518765"/>
                  </a:lnTo>
                  <a:lnTo>
                    <a:pt x="3774181" y="1518765"/>
                  </a:lnTo>
                  <a:lnTo>
                    <a:pt x="3773336" y="1518765"/>
                  </a:lnTo>
                  <a:lnTo>
                    <a:pt x="3772491" y="1518765"/>
                  </a:lnTo>
                  <a:lnTo>
                    <a:pt x="3771646" y="1518765"/>
                  </a:lnTo>
                  <a:lnTo>
                    <a:pt x="3770801" y="1518765"/>
                  </a:lnTo>
                  <a:lnTo>
                    <a:pt x="3769955" y="1518765"/>
                  </a:lnTo>
                  <a:lnTo>
                    <a:pt x="3769110" y="1518765"/>
                  </a:lnTo>
                  <a:lnTo>
                    <a:pt x="3768265" y="1518765"/>
                  </a:lnTo>
                  <a:lnTo>
                    <a:pt x="3767420" y="1518765"/>
                  </a:lnTo>
                  <a:lnTo>
                    <a:pt x="3766575" y="1518765"/>
                  </a:lnTo>
                  <a:lnTo>
                    <a:pt x="3765730" y="1518765"/>
                  </a:lnTo>
                  <a:lnTo>
                    <a:pt x="3764885" y="1518765"/>
                  </a:lnTo>
                  <a:lnTo>
                    <a:pt x="3764040" y="1518765"/>
                  </a:lnTo>
                  <a:lnTo>
                    <a:pt x="3763195" y="1518765"/>
                  </a:lnTo>
                  <a:lnTo>
                    <a:pt x="3762350" y="1518765"/>
                  </a:lnTo>
                  <a:lnTo>
                    <a:pt x="3761505" y="1518765"/>
                  </a:lnTo>
                  <a:lnTo>
                    <a:pt x="3760659" y="1518765"/>
                  </a:lnTo>
                  <a:lnTo>
                    <a:pt x="3759814" y="1518765"/>
                  </a:lnTo>
                  <a:lnTo>
                    <a:pt x="3758969" y="1518765"/>
                  </a:lnTo>
                  <a:lnTo>
                    <a:pt x="3758124" y="1518765"/>
                  </a:lnTo>
                  <a:lnTo>
                    <a:pt x="3757279" y="1518765"/>
                  </a:lnTo>
                  <a:lnTo>
                    <a:pt x="3756434" y="1518765"/>
                  </a:lnTo>
                  <a:lnTo>
                    <a:pt x="3755589" y="1518765"/>
                  </a:lnTo>
                  <a:lnTo>
                    <a:pt x="3754744" y="1518765"/>
                  </a:lnTo>
                  <a:lnTo>
                    <a:pt x="3753899" y="1518765"/>
                  </a:lnTo>
                  <a:lnTo>
                    <a:pt x="3753054" y="1518765"/>
                  </a:lnTo>
                  <a:lnTo>
                    <a:pt x="3752209" y="1518765"/>
                  </a:lnTo>
                  <a:lnTo>
                    <a:pt x="3751363" y="1518765"/>
                  </a:lnTo>
                  <a:lnTo>
                    <a:pt x="3750518" y="1518765"/>
                  </a:lnTo>
                  <a:lnTo>
                    <a:pt x="3749673" y="1518765"/>
                  </a:lnTo>
                  <a:lnTo>
                    <a:pt x="3748828" y="1518765"/>
                  </a:lnTo>
                  <a:lnTo>
                    <a:pt x="3747983" y="1518765"/>
                  </a:lnTo>
                  <a:lnTo>
                    <a:pt x="3747138" y="1518765"/>
                  </a:lnTo>
                  <a:lnTo>
                    <a:pt x="3746293" y="1518765"/>
                  </a:lnTo>
                  <a:lnTo>
                    <a:pt x="3745448" y="1518765"/>
                  </a:lnTo>
                  <a:lnTo>
                    <a:pt x="3744603" y="1518765"/>
                  </a:lnTo>
                  <a:lnTo>
                    <a:pt x="3743758" y="1518765"/>
                  </a:lnTo>
                  <a:lnTo>
                    <a:pt x="3742913" y="1518765"/>
                  </a:lnTo>
                  <a:lnTo>
                    <a:pt x="3742067" y="1518765"/>
                  </a:lnTo>
                  <a:lnTo>
                    <a:pt x="3741222" y="1518765"/>
                  </a:lnTo>
                  <a:lnTo>
                    <a:pt x="3740377" y="1518765"/>
                  </a:lnTo>
                  <a:lnTo>
                    <a:pt x="3739532" y="1518765"/>
                  </a:lnTo>
                  <a:lnTo>
                    <a:pt x="3738687" y="1518765"/>
                  </a:lnTo>
                  <a:lnTo>
                    <a:pt x="3737842" y="1518765"/>
                  </a:lnTo>
                  <a:lnTo>
                    <a:pt x="3736997" y="1518765"/>
                  </a:lnTo>
                  <a:lnTo>
                    <a:pt x="3736152" y="1518765"/>
                  </a:lnTo>
                  <a:lnTo>
                    <a:pt x="3735307" y="1518765"/>
                  </a:lnTo>
                  <a:lnTo>
                    <a:pt x="3734462" y="1518765"/>
                  </a:lnTo>
                  <a:lnTo>
                    <a:pt x="3733617" y="1518765"/>
                  </a:lnTo>
                  <a:lnTo>
                    <a:pt x="3732771" y="1518765"/>
                  </a:lnTo>
                  <a:lnTo>
                    <a:pt x="3731926" y="1518765"/>
                  </a:lnTo>
                  <a:lnTo>
                    <a:pt x="3731081" y="1518765"/>
                  </a:lnTo>
                  <a:lnTo>
                    <a:pt x="3730236" y="1518765"/>
                  </a:lnTo>
                  <a:lnTo>
                    <a:pt x="3729391" y="1518765"/>
                  </a:lnTo>
                  <a:lnTo>
                    <a:pt x="3728546" y="1518765"/>
                  </a:lnTo>
                  <a:lnTo>
                    <a:pt x="3727701" y="1518765"/>
                  </a:lnTo>
                  <a:lnTo>
                    <a:pt x="3726856" y="1518765"/>
                  </a:lnTo>
                  <a:lnTo>
                    <a:pt x="3726011" y="1518765"/>
                  </a:lnTo>
                  <a:lnTo>
                    <a:pt x="3725166" y="1518765"/>
                  </a:lnTo>
                  <a:lnTo>
                    <a:pt x="3724321" y="1518765"/>
                  </a:lnTo>
                  <a:lnTo>
                    <a:pt x="3723475" y="1518765"/>
                  </a:lnTo>
                  <a:lnTo>
                    <a:pt x="3722630" y="1518765"/>
                  </a:lnTo>
                  <a:lnTo>
                    <a:pt x="3721785" y="1518765"/>
                  </a:lnTo>
                  <a:lnTo>
                    <a:pt x="3720940" y="1518765"/>
                  </a:lnTo>
                  <a:lnTo>
                    <a:pt x="3720095" y="1518765"/>
                  </a:lnTo>
                  <a:lnTo>
                    <a:pt x="3719250" y="1518765"/>
                  </a:lnTo>
                  <a:lnTo>
                    <a:pt x="3718405" y="1518765"/>
                  </a:lnTo>
                  <a:lnTo>
                    <a:pt x="3717560" y="1518765"/>
                  </a:lnTo>
                  <a:lnTo>
                    <a:pt x="3716715" y="1518765"/>
                  </a:lnTo>
                  <a:lnTo>
                    <a:pt x="3715870" y="1518765"/>
                  </a:lnTo>
                  <a:lnTo>
                    <a:pt x="3715024" y="1518765"/>
                  </a:lnTo>
                  <a:lnTo>
                    <a:pt x="3714179" y="1518765"/>
                  </a:lnTo>
                  <a:lnTo>
                    <a:pt x="3713334" y="1518765"/>
                  </a:lnTo>
                  <a:lnTo>
                    <a:pt x="3712489" y="1518765"/>
                  </a:lnTo>
                  <a:lnTo>
                    <a:pt x="3711644" y="1518765"/>
                  </a:lnTo>
                  <a:lnTo>
                    <a:pt x="3710799" y="1518765"/>
                  </a:lnTo>
                  <a:lnTo>
                    <a:pt x="3709954" y="1518765"/>
                  </a:lnTo>
                  <a:lnTo>
                    <a:pt x="3709109" y="1518765"/>
                  </a:lnTo>
                  <a:lnTo>
                    <a:pt x="3708264" y="1518765"/>
                  </a:lnTo>
                  <a:lnTo>
                    <a:pt x="3707419" y="1518765"/>
                  </a:lnTo>
                  <a:lnTo>
                    <a:pt x="3706574" y="1518765"/>
                  </a:lnTo>
                  <a:lnTo>
                    <a:pt x="3705728" y="1518765"/>
                  </a:lnTo>
                  <a:lnTo>
                    <a:pt x="3704883" y="1518765"/>
                  </a:lnTo>
                  <a:lnTo>
                    <a:pt x="3704038" y="1518765"/>
                  </a:lnTo>
                  <a:lnTo>
                    <a:pt x="3703193" y="1518765"/>
                  </a:lnTo>
                  <a:lnTo>
                    <a:pt x="3702348" y="1518765"/>
                  </a:lnTo>
                  <a:lnTo>
                    <a:pt x="3701503" y="1518765"/>
                  </a:lnTo>
                  <a:lnTo>
                    <a:pt x="3700658" y="1518765"/>
                  </a:lnTo>
                  <a:lnTo>
                    <a:pt x="3699813" y="1518765"/>
                  </a:lnTo>
                  <a:lnTo>
                    <a:pt x="3698968" y="1518765"/>
                  </a:lnTo>
                  <a:lnTo>
                    <a:pt x="3698123" y="1518765"/>
                  </a:lnTo>
                  <a:lnTo>
                    <a:pt x="3697278" y="1518765"/>
                  </a:lnTo>
                  <a:lnTo>
                    <a:pt x="3696432" y="1518765"/>
                  </a:lnTo>
                  <a:lnTo>
                    <a:pt x="3695587" y="1518765"/>
                  </a:lnTo>
                  <a:lnTo>
                    <a:pt x="3694742" y="1518765"/>
                  </a:lnTo>
                  <a:lnTo>
                    <a:pt x="3693897" y="1518765"/>
                  </a:lnTo>
                  <a:lnTo>
                    <a:pt x="3693052" y="1518765"/>
                  </a:lnTo>
                  <a:lnTo>
                    <a:pt x="3692207" y="1518765"/>
                  </a:lnTo>
                  <a:lnTo>
                    <a:pt x="3691362" y="1518765"/>
                  </a:lnTo>
                  <a:lnTo>
                    <a:pt x="3690517" y="1518765"/>
                  </a:lnTo>
                  <a:lnTo>
                    <a:pt x="3689672" y="1518765"/>
                  </a:lnTo>
                  <a:lnTo>
                    <a:pt x="3688827" y="1518765"/>
                  </a:lnTo>
                  <a:lnTo>
                    <a:pt x="3687982" y="1518765"/>
                  </a:lnTo>
                  <a:lnTo>
                    <a:pt x="3687136" y="1518765"/>
                  </a:lnTo>
                  <a:lnTo>
                    <a:pt x="3686291" y="1518765"/>
                  </a:lnTo>
                  <a:lnTo>
                    <a:pt x="3685446" y="1518765"/>
                  </a:lnTo>
                  <a:lnTo>
                    <a:pt x="3684601" y="1518765"/>
                  </a:lnTo>
                  <a:lnTo>
                    <a:pt x="3683756" y="1518765"/>
                  </a:lnTo>
                  <a:lnTo>
                    <a:pt x="3682911" y="1518765"/>
                  </a:lnTo>
                  <a:lnTo>
                    <a:pt x="3682066" y="1518765"/>
                  </a:lnTo>
                  <a:lnTo>
                    <a:pt x="3681221" y="1518765"/>
                  </a:lnTo>
                  <a:lnTo>
                    <a:pt x="3680376" y="1518765"/>
                  </a:lnTo>
                  <a:lnTo>
                    <a:pt x="3679531" y="1518765"/>
                  </a:lnTo>
                  <a:lnTo>
                    <a:pt x="3678686" y="1518765"/>
                  </a:lnTo>
                  <a:lnTo>
                    <a:pt x="3677840" y="1518765"/>
                  </a:lnTo>
                  <a:lnTo>
                    <a:pt x="3676995" y="1518765"/>
                  </a:lnTo>
                  <a:lnTo>
                    <a:pt x="3676150" y="1518765"/>
                  </a:lnTo>
                  <a:lnTo>
                    <a:pt x="3675305" y="1518765"/>
                  </a:lnTo>
                  <a:lnTo>
                    <a:pt x="3674460" y="1518765"/>
                  </a:lnTo>
                  <a:lnTo>
                    <a:pt x="3673615" y="1518765"/>
                  </a:lnTo>
                  <a:lnTo>
                    <a:pt x="3672770" y="1518765"/>
                  </a:lnTo>
                  <a:lnTo>
                    <a:pt x="3671925" y="1518765"/>
                  </a:lnTo>
                  <a:lnTo>
                    <a:pt x="3671080" y="1518765"/>
                  </a:lnTo>
                  <a:lnTo>
                    <a:pt x="3670235" y="1518765"/>
                  </a:lnTo>
                  <a:lnTo>
                    <a:pt x="3669390" y="1518765"/>
                  </a:lnTo>
                  <a:lnTo>
                    <a:pt x="3668544" y="1518765"/>
                  </a:lnTo>
                  <a:lnTo>
                    <a:pt x="3667699" y="1518765"/>
                  </a:lnTo>
                  <a:lnTo>
                    <a:pt x="3666854" y="1518765"/>
                  </a:lnTo>
                  <a:lnTo>
                    <a:pt x="3666009" y="1518765"/>
                  </a:lnTo>
                  <a:lnTo>
                    <a:pt x="3665164" y="1518765"/>
                  </a:lnTo>
                  <a:lnTo>
                    <a:pt x="3664319" y="1518765"/>
                  </a:lnTo>
                  <a:lnTo>
                    <a:pt x="3663474" y="1518765"/>
                  </a:lnTo>
                  <a:lnTo>
                    <a:pt x="3662629" y="1518765"/>
                  </a:lnTo>
                  <a:lnTo>
                    <a:pt x="3661784" y="1518765"/>
                  </a:lnTo>
                  <a:lnTo>
                    <a:pt x="3660939" y="1518765"/>
                  </a:lnTo>
                  <a:lnTo>
                    <a:pt x="3660094" y="1518765"/>
                  </a:lnTo>
                  <a:lnTo>
                    <a:pt x="3659248" y="1518765"/>
                  </a:lnTo>
                  <a:lnTo>
                    <a:pt x="3658403" y="1518765"/>
                  </a:lnTo>
                  <a:lnTo>
                    <a:pt x="3657558" y="1518765"/>
                  </a:lnTo>
                  <a:lnTo>
                    <a:pt x="3656713" y="1518765"/>
                  </a:lnTo>
                  <a:lnTo>
                    <a:pt x="3655868" y="1518765"/>
                  </a:lnTo>
                  <a:lnTo>
                    <a:pt x="3655023" y="1518765"/>
                  </a:lnTo>
                  <a:lnTo>
                    <a:pt x="3654178" y="1518765"/>
                  </a:lnTo>
                  <a:lnTo>
                    <a:pt x="3653333" y="1518765"/>
                  </a:lnTo>
                  <a:lnTo>
                    <a:pt x="3652488" y="1518765"/>
                  </a:lnTo>
                  <a:lnTo>
                    <a:pt x="3651643" y="1518765"/>
                  </a:lnTo>
                  <a:lnTo>
                    <a:pt x="3650797" y="1518765"/>
                  </a:lnTo>
                  <a:lnTo>
                    <a:pt x="3649952" y="1518765"/>
                  </a:lnTo>
                  <a:lnTo>
                    <a:pt x="3649107" y="1518765"/>
                  </a:lnTo>
                  <a:lnTo>
                    <a:pt x="3648262" y="1518765"/>
                  </a:lnTo>
                  <a:lnTo>
                    <a:pt x="3647417" y="1518765"/>
                  </a:lnTo>
                  <a:lnTo>
                    <a:pt x="3646572" y="1518765"/>
                  </a:lnTo>
                  <a:lnTo>
                    <a:pt x="3645727" y="1518765"/>
                  </a:lnTo>
                  <a:lnTo>
                    <a:pt x="3644882" y="1518765"/>
                  </a:lnTo>
                  <a:lnTo>
                    <a:pt x="3644037" y="1518765"/>
                  </a:lnTo>
                  <a:lnTo>
                    <a:pt x="3643192" y="1518765"/>
                  </a:lnTo>
                  <a:lnTo>
                    <a:pt x="3642347" y="1518765"/>
                  </a:lnTo>
                  <a:lnTo>
                    <a:pt x="3641501" y="1518765"/>
                  </a:lnTo>
                  <a:lnTo>
                    <a:pt x="3640656" y="1518765"/>
                  </a:lnTo>
                  <a:lnTo>
                    <a:pt x="3639811" y="1518765"/>
                  </a:lnTo>
                  <a:lnTo>
                    <a:pt x="3638966" y="1518765"/>
                  </a:lnTo>
                  <a:lnTo>
                    <a:pt x="3638121" y="1518765"/>
                  </a:lnTo>
                  <a:lnTo>
                    <a:pt x="3637276" y="1518765"/>
                  </a:lnTo>
                  <a:lnTo>
                    <a:pt x="3636431" y="1518765"/>
                  </a:lnTo>
                  <a:lnTo>
                    <a:pt x="3635586" y="1518765"/>
                  </a:lnTo>
                  <a:lnTo>
                    <a:pt x="3634741" y="1518765"/>
                  </a:lnTo>
                  <a:lnTo>
                    <a:pt x="3633896" y="1518765"/>
                  </a:lnTo>
                  <a:lnTo>
                    <a:pt x="3633051" y="1518765"/>
                  </a:lnTo>
                  <a:lnTo>
                    <a:pt x="3632205" y="1518765"/>
                  </a:lnTo>
                  <a:lnTo>
                    <a:pt x="3631360" y="1518765"/>
                  </a:lnTo>
                  <a:lnTo>
                    <a:pt x="3630515" y="1518765"/>
                  </a:lnTo>
                  <a:lnTo>
                    <a:pt x="3629670" y="1518765"/>
                  </a:lnTo>
                  <a:lnTo>
                    <a:pt x="3628825" y="1518765"/>
                  </a:lnTo>
                  <a:lnTo>
                    <a:pt x="3627980" y="1518765"/>
                  </a:lnTo>
                  <a:lnTo>
                    <a:pt x="3627135" y="1518765"/>
                  </a:lnTo>
                  <a:lnTo>
                    <a:pt x="3626290" y="1518765"/>
                  </a:lnTo>
                  <a:lnTo>
                    <a:pt x="3625445" y="1518765"/>
                  </a:lnTo>
                  <a:lnTo>
                    <a:pt x="3624600" y="1518765"/>
                  </a:lnTo>
                  <a:lnTo>
                    <a:pt x="3623755" y="1518765"/>
                  </a:lnTo>
                  <a:lnTo>
                    <a:pt x="3622909" y="1518765"/>
                  </a:lnTo>
                  <a:lnTo>
                    <a:pt x="3622064" y="1518765"/>
                  </a:lnTo>
                  <a:lnTo>
                    <a:pt x="3621219" y="1518765"/>
                  </a:lnTo>
                  <a:lnTo>
                    <a:pt x="3620374" y="1518765"/>
                  </a:lnTo>
                  <a:lnTo>
                    <a:pt x="3619529" y="1518765"/>
                  </a:lnTo>
                  <a:lnTo>
                    <a:pt x="3618684" y="1518765"/>
                  </a:lnTo>
                  <a:lnTo>
                    <a:pt x="3617839" y="1518765"/>
                  </a:lnTo>
                  <a:lnTo>
                    <a:pt x="3616994" y="1518765"/>
                  </a:lnTo>
                  <a:lnTo>
                    <a:pt x="3616149" y="1518765"/>
                  </a:lnTo>
                  <a:lnTo>
                    <a:pt x="3615304" y="1518765"/>
                  </a:lnTo>
                  <a:lnTo>
                    <a:pt x="3614459" y="1518765"/>
                  </a:lnTo>
                  <a:lnTo>
                    <a:pt x="3613613" y="1518765"/>
                  </a:lnTo>
                  <a:lnTo>
                    <a:pt x="3612768" y="1518765"/>
                  </a:lnTo>
                  <a:lnTo>
                    <a:pt x="3611923" y="1518765"/>
                  </a:lnTo>
                  <a:lnTo>
                    <a:pt x="3611078" y="1518765"/>
                  </a:lnTo>
                  <a:lnTo>
                    <a:pt x="3610233" y="1518765"/>
                  </a:lnTo>
                  <a:lnTo>
                    <a:pt x="3609388" y="1518765"/>
                  </a:lnTo>
                  <a:lnTo>
                    <a:pt x="3608543" y="1518765"/>
                  </a:lnTo>
                  <a:lnTo>
                    <a:pt x="3607698" y="1518765"/>
                  </a:lnTo>
                  <a:lnTo>
                    <a:pt x="3606853" y="1518765"/>
                  </a:lnTo>
                  <a:lnTo>
                    <a:pt x="3606008" y="1518765"/>
                  </a:lnTo>
                  <a:lnTo>
                    <a:pt x="3605163" y="1518765"/>
                  </a:lnTo>
                  <a:lnTo>
                    <a:pt x="3604317" y="1518765"/>
                  </a:lnTo>
                  <a:lnTo>
                    <a:pt x="3603472" y="1518765"/>
                  </a:lnTo>
                  <a:lnTo>
                    <a:pt x="3602627" y="1518765"/>
                  </a:lnTo>
                  <a:lnTo>
                    <a:pt x="3601782" y="1518765"/>
                  </a:lnTo>
                  <a:lnTo>
                    <a:pt x="3600937" y="1518765"/>
                  </a:lnTo>
                  <a:lnTo>
                    <a:pt x="3600092" y="1518765"/>
                  </a:lnTo>
                  <a:lnTo>
                    <a:pt x="3599247" y="1518765"/>
                  </a:lnTo>
                  <a:lnTo>
                    <a:pt x="3598402" y="1518765"/>
                  </a:lnTo>
                  <a:lnTo>
                    <a:pt x="3597557" y="1518765"/>
                  </a:lnTo>
                  <a:lnTo>
                    <a:pt x="3596712" y="1518765"/>
                  </a:lnTo>
                  <a:lnTo>
                    <a:pt x="3595867" y="1518765"/>
                  </a:lnTo>
                  <a:lnTo>
                    <a:pt x="3595021" y="1518765"/>
                  </a:lnTo>
                  <a:lnTo>
                    <a:pt x="3594176" y="1518765"/>
                  </a:lnTo>
                  <a:lnTo>
                    <a:pt x="3593331" y="1518765"/>
                  </a:lnTo>
                  <a:lnTo>
                    <a:pt x="3592486" y="1518765"/>
                  </a:lnTo>
                  <a:lnTo>
                    <a:pt x="3591641" y="1518765"/>
                  </a:lnTo>
                  <a:lnTo>
                    <a:pt x="3590796" y="1518765"/>
                  </a:lnTo>
                  <a:lnTo>
                    <a:pt x="3589951" y="1518765"/>
                  </a:lnTo>
                  <a:lnTo>
                    <a:pt x="3589106" y="1518765"/>
                  </a:lnTo>
                  <a:lnTo>
                    <a:pt x="3588261" y="1518765"/>
                  </a:lnTo>
                  <a:lnTo>
                    <a:pt x="3587416" y="1518765"/>
                  </a:lnTo>
                  <a:lnTo>
                    <a:pt x="3586570" y="1518765"/>
                  </a:lnTo>
                  <a:lnTo>
                    <a:pt x="3585725" y="1518765"/>
                  </a:lnTo>
                  <a:lnTo>
                    <a:pt x="3584880" y="1518765"/>
                  </a:lnTo>
                  <a:lnTo>
                    <a:pt x="3584035" y="1518765"/>
                  </a:lnTo>
                  <a:lnTo>
                    <a:pt x="3583190" y="1518765"/>
                  </a:lnTo>
                  <a:lnTo>
                    <a:pt x="3582345" y="1518765"/>
                  </a:lnTo>
                  <a:lnTo>
                    <a:pt x="3581500" y="1518765"/>
                  </a:lnTo>
                  <a:lnTo>
                    <a:pt x="3580655" y="1518765"/>
                  </a:lnTo>
                  <a:lnTo>
                    <a:pt x="3579810" y="1518765"/>
                  </a:lnTo>
                  <a:lnTo>
                    <a:pt x="3578965" y="1518765"/>
                  </a:lnTo>
                  <a:lnTo>
                    <a:pt x="3578120" y="1518765"/>
                  </a:lnTo>
                  <a:lnTo>
                    <a:pt x="3577274" y="1518765"/>
                  </a:lnTo>
                  <a:lnTo>
                    <a:pt x="3576429" y="1518765"/>
                  </a:lnTo>
                  <a:lnTo>
                    <a:pt x="3575584" y="1518765"/>
                  </a:lnTo>
                  <a:lnTo>
                    <a:pt x="3574739" y="1518765"/>
                  </a:lnTo>
                  <a:lnTo>
                    <a:pt x="3573894" y="1518765"/>
                  </a:lnTo>
                  <a:lnTo>
                    <a:pt x="3573049" y="1518765"/>
                  </a:lnTo>
                  <a:lnTo>
                    <a:pt x="3572204" y="1518765"/>
                  </a:lnTo>
                  <a:lnTo>
                    <a:pt x="3571359" y="1518765"/>
                  </a:lnTo>
                  <a:lnTo>
                    <a:pt x="3570514" y="1518765"/>
                  </a:lnTo>
                  <a:lnTo>
                    <a:pt x="3569669" y="1518765"/>
                  </a:lnTo>
                  <a:lnTo>
                    <a:pt x="3568824" y="1518765"/>
                  </a:lnTo>
                  <a:lnTo>
                    <a:pt x="3567978" y="1518765"/>
                  </a:lnTo>
                  <a:lnTo>
                    <a:pt x="3567133" y="1518765"/>
                  </a:lnTo>
                  <a:lnTo>
                    <a:pt x="3566288" y="1518765"/>
                  </a:lnTo>
                  <a:lnTo>
                    <a:pt x="3565443" y="1518765"/>
                  </a:lnTo>
                  <a:lnTo>
                    <a:pt x="3564598" y="1518765"/>
                  </a:lnTo>
                  <a:lnTo>
                    <a:pt x="3563753" y="1518765"/>
                  </a:lnTo>
                  <a:lnTo>
                    <a:pt x="3562908" y="1518765"/>
                  </a:lnTo>
                  <a:lnTo>
                    <a:pt x="3562063" y="1518765"/>
                  </a:lnTo>
                  <a:lnTo>
                    <a:pt x="3561218" y="1518765"/>
                  </a:lnTo>
                  <a:lnTo>
                    <a:pt x="3560373" y="1518765"/>
                  </a:lnTo>
                  <a:lnTo>
                    <a:pt x="3559528" y="1518765"/>
                  </a:lnTo>
                  <a:lnTo>
                    <a:pt x="3558682" y="1518765"/>
                  </a:lnTo>
                  <a:lnTo>
                    <a:pt x="3557837" y="1518765"/>
                  </a:lnTo>
                  <a:lnTo>
                    <a:pt x="3556992" y="1518765"/>
                  </a:lnTo>
                  <a:lnTo>
                    <a:pt x="3556147" y="1518765"/>
                  </a:lnTo>
                  <a:lnTo>
                    <a:pt x="3555302" y="1518765"/>
                  </a:lnTo>
                  <a:lnTo>
                    <a:pt x="3554457" y="1518765"/>
                  </a:lnTo>
                  <a:lnTo>
                    <a:pt x="3553612" y="1518765"/>
                  </a:lnTo>
                  <a:lnTo>
                    <a:pt x="3552767" y="1518765"/>
                  </a:lnTo>
                  <a:lnTo>
                    <a:pt x="3551922" y="1518765"/>
                  </a:lnTo>
                  <a:lnTo>
                    <a:pt x="3551077" y="1518765"/>
                  </a:lnTo>
                  <a:lnTo>
                    <a:pt x="3550232" y="1518765"/>
                  </a:lnTo>
                  <a:lnTo>
                    <a:pt x="3549386" y="1518765"/>
                  </a:lnTo>
                  <a:lnTo>
                    <a:pt x="3548541" y="1518765"/>
                  </a:lnTo>
                  <a:lnTo>
                    <a:pt x="3547696" y="1518765"/>
                  </a:lnTo>
                  <a:lnTo>
                    <a:pt x="3546851" y="1518765"/>
                  </a:lnTo>
                  <a:lnTo>
                    <a:pt x="3546006" y="1518765"/>
                  </a:lnTo>
                  <a:lnTo>
                    <a:pt x="3545161" y="1518765"/>
                  </a:lnTo>
                  <a:lnTo>
                    <a:pt x="3544316" y="1518765"/>
                  </a:lnTo>
                  <a:lnTo>
                    <a:pt x="3543471" y="1518765"/>
                  </a:lnTo>
                  <a:lnTo>
                    <a:pt x="3542626" y="1518765"/>
                  </a:lnTo>
                  <a:lnTo>
                    <a:pt x="3541781" y="1518765"/>
                  </a:lnTo>
                  <a:lnTo>
                    <a:pt x="3540936" y="1518765"/>
                  </a:lnTo>
                  <a:lnTo>
                    <a:pt x="3540090" y="1518765"/>
                  </a:lnTo>
                  <a:lnTo>
                    <a:pt x="3539245" y="1518765"/>
                  </a:lnTo>
                  <a:lnTo>
                    <a:pt x="3538400" y="1518765"/>
                  </a:lnTo>
                  <a:lnTo>
                    <a:pt x="3537555" y="1518765"/>
                  </a:lnTo>
                  <a:lnTo>
                    <a:pt x="3536710" y="1518765"/>
                  </a:lnTo>
                  <a:lnTo>
                    <a:pt x="3535865" y="1518765"/>
                  </a:lnTo>
                  <a:lnTo>
                    <a:pt x="3535020" y="1518765"/>
                  </a:lnTo>
                  <a:lnTo>
                    <a:pt x="3534175" y="1518765"/>
                  </a:lnTo>
                  <a:lnTo>
                    <a:pt x="3533330" y="1518765"/>
                  </a:lnTo>
                  <a:lnTo>
                    <a:pt x="3532485" y="1518765"/>
                  </a:lnTo>
                  <a:lnTo>
                    <a:pt x="3531640" y="1518765"/>
                  </a:lnTo>
                  <a:lnTo>
                    <a:pt x="3530794" y="1518765"/>
                  </a:lnTo>
                  <a:lnTo>
                    <a:pt x="3529949" y="1518765"/>
                  </a:lnTo>
                  <a:lnTo>
                    <a:pt x="3529104" y="1518765"/>
                  </a:lnTo>
                  <a:lnTo>
                    <a:pt x="3528259" y="1518765"/>
                  </a:lnTo>
                  <a:lnTo>
                    <a:pt x="3527414" y="1518765"/>
                  </a:lnTo>
                  <a:lnTo>
                    <a:pt x="3526569" y="1518765"/>
                  </a:lnTo>
                  <a:lnTo>
                    <a:pt x="3525724" y="1518765"/>
                  </a:lnTo>
                  <a:lnTo>
                    <a:pt x="3524879" y="1518765"/>
                  </a:lnTo>
                  <a:lnTo>
                    <a:pt x="3524034" y="1518765"/>
                  </a:lnTo>
                  <a:lnTo>
                    <a:pt x="3523189" y="1518765"/>
                  </a:lnTo>
                  <a:lnTo>
                    <a:pt x="3522343" y="1518765"/>
                  </a:lnTo>
                  <a:lnTo>
                    <a:pt x="3521498" y="1518765"/>
                  </a:lnTo>
                  <a:lnTo>
                    <a:pt x="3520653" y="1518765"/>
                  </a:lnTo>
                  <a:lnTo>
                    <a:pt x="3519808" y="1518765"/>
                  </a:lnTo>
                  <a:lnTo>
                    <a:pt x="3518963" y="1518765"/>
                  </a:lnTo>
                  <a:lnTo>
                    <a:pt x="3518118" y="1518765"/>
                  </a:lnTo>
                  <a:lnTo>
                    <a:pt x="3517273" y="1518765"/>
                  </a:lnTo>
                  <a:lnTo>
                    <a:pt x="3516428" y="1518765"/>
                  </a:lnTo>
                  <a:lnTo>
                    <a:pt x="3515583" y="1518765"/>
                  </a:lnTo>
                  <a:lnTo>
                    <a:pt x="3514738" y="1518765"/>
                  </a:lnTo>
                  <a:lnTo>
                    <a:pt x="3513893" y="1518765"/>
                  </a:lnTo>
                  <a:lnTo>
                    <a:pt x="3513047" y="1518765"/>
                  </a:lnTo>
                  <a:lnTo>
                    <a:pt x="3512202" y="1518765"/>
                  </a:lnTo>
                  <a:lnTo>
                    <a:pt x="3511357" y="1518765"/>
                  </a:lnTo>
                  <a:lnTo>
                    <a:pt x="3510512" y="1518765"/>
                  </a:lnTo>
                  <a:lnTo>
                    <a:pt x="3509667" y="1518765"/>
                  </a:lnTo>
                  <a:lnTo>
                    <a:pt x="3508822" y="1518765"/>
                  </a:lnTo>
                  <a:lnTo>
                    <a:pt x="3507977" y="1518765"/>
                  </a:lnTo>
                  <a:lnTo>
                    <a:pt x="3507132" y="1518765"/>
                  </a:lnTo>
                  <a:lnTo>
                    <a:pt x="3506287" y="1518765"/>
                  </a:lnTo>
                  <a:lnTo>
                    <a:pt x="3505442" y="1518765"/>
                  </a:lnTo>
                  <a:lnTo>
                    <a:pt x="3504597" y="1518765"/>
                  </a:lnTo>
                  <a:lnTo>
                    <a:pt x="3503751" y="1518765"/>
                  </a:lnTo>
                  <a:lnTo>
                    <a:pt x="3502906" y="1518765"/>
                  </a:lnTo>
                  <a:lnTo>
                    <a:pt x="3502061" y="1518765"/>
                  </a:lnTo>
                  <a:lnTo>
                    <a:pt x="3501216" y="1518765"/>
                  </a:lnTo>
                  <a:lnTo>
                    <a:pt x="3500371" y="1518765"/>
                  </a:lnTo>
                  <a:lnTo>
                    <a:pt x="3499526" y="1518765"/>
                  </a:lnTo>
                  <a:lnTo>
                    <a:pt x="3498681" y="1518765"/>
                  </a:lnTo>
                  <a:lnTo>
                    <a:pt x="3497836" y="1518765"/>
                  </a:lnTo>
                  <a:lnTo>
                    <a:pt x="3496991" y="1518765"/>
                  </a:lnTo>
                  <a:lnTo>
                    <a:pt x="3496146" y="1518765"/>
                  </a:lnTo>
                  <a:lnTo>
                    <a:pt x="3495301" y="1518765"/>
                  </a:lnTo>
                  <a:lnTo>
                    <a:pt x="3494455" y="1518765"/>
                  </a:lnTo>
                  <a:lnTo>
                    <a:pt x="3493610" y="1518765"/>
                  </a:lnTo>
                  <a:lnTo>
                    <a:pt x="3492765" y="1518765"/>
                  </a:lnTo>
                  <a:lnTo>
                    <a:pt x="3491920" y="1518765"/>
                  </a:lnTo>
                  <a:lnTo>
                    <a:pt x="3491075" y="1518765"/>
                  </a:lnTo>
                  <a:lnTo>
                    <a:pt x="3490230" y="1518765"/>
                  </a:lnTo>
                  <a:lnTo>
                    <a:pt x="3489385" y="1518765"/>
                  </a:lnTo>
                  <a:lnTo>
                    <a:pt x="3488540" y="1518765"/>
                  </a:lnTo>
                  <a:lnTo>
                    <a:pt x="3487695" y="1518765"/>
                  </a:lnTo>
                  <a:lnTo>
                    <a:pt x="3486850" y="1518765"/>
                  </a:lnTo>
                  <a:lnTo>
                    <a:pt x="3486005" y="1518765"/>
                  </a:lnTo>
                  <a:lnTo>
                    <a:pt x="3485159" y="1518765"/>
                  </a:lnTo>
                  <a:lnTo>
                    <a:pt x="3484314" y="1518765"/>
                  </a:lnTo>
                  <a:lnTo>
                    <a:pt x="3483469" y="1518765"/>
                  </a:lnTo>
                  <a:lnTo>
                    <a:pt x="3482624" y="1518765"/>
                  </a:lnTo>
                  <a:lnTo>
                    <a:pt x="3481779" y="1518765"/>
                  </a:lnTo>
                  <a:lnTo>
                    <a:pt x="3480934" y="1518765"/>
                  </a:lnTo>
                  <a:lnTo>
                    <a:pt x="3480089" y="1518765"/>
                  </a:lnTo>
                  <a:lnTo>
                    <a:pt x="3479244" y="1518765"/>
                  </a:lnTo>
                  <a:lnTo>
                    <a:pt x="3478399" y="1518765"/>
                  </a:lnTo>
                  <a:lnTo>
                    <a:pt x="3477554" y="1518765"/>
                  </a:lnTo>
                  <a:lnTo>
                    <a:pt x="3476709" y="1518765"/>
                  </a:lnTo>
                  <a:lnTo>
                    <a:pt x="3475863" y="1518765"/>
                  </a:lnTo>
                  <a:lnTo>
                    <a:pt x="3475018" y="1518765"/>
                  </a:lnTo>
                  <a:lnTo>
                    <a:pt x="3474173" y="1518765"/>
                  </a:lnTo>
                  <a:lnTo>
                    <a:pt x="3473328" y="1518765"/>
                  </a:lnTo>
                  <a:lnTo>
                    <a:pt x="3472483" y="1518765"/>
                  </a:lnTo>
                  <a:lnTo>
                    <a:pt x="3471638" y="1518765"/>
                  </a:lnTo>
                  <a:lnTo>
                    <a:pt x="3470793" y="1518765"/>
                  </a:lnTo>
                  <a:lnTo>
                    <a:pt x="3469948" y="1518765"/>
                  </a:lnTo>
                  <a:lnTo>
                    <a:pt x="3469103" y="1518765"/>
                  </a:lnTo>
                  <a:lnTo>
                    <a:pt x="3468258" y="1518765"/>
                  </a:lnTo>
                  <a:lnTo>
                    <a:pt x="3467413" y="1518765"/>
                  </a:lnTo>
                  <a:lnTo>
                    <a:pt x="3466567" y="1518765"/>
                  </a:lnTo>
                  <a:lnTo>
                    <a:pt x="3465722" y="1518765"/>
                  </a:lnTo>
                  <a:lnTo>
                    <a:pt x="3464877" y="1518765"/>
                  </a:lnTo>
                  <a:lnTo>
                    <a:pt x="3464032" y="1518765"/>
                  </a:lnTo>
                  <a:lnTo>
                    <a:pt x="3463187" y="1518765"/>
                  </a:lnTo>
                  <a:lnTo>
                    <a:pt x="3462342" y="1518765"/>
                  </a:lnTo>
                  <a:lnTo>
                    <a:pt x="3461497" y="1518765"/>
                  </a:lnTo>
                  <a:lnTo>
                    <a:pt x="3460652" y="1518765"/>
                  </a:lnTo>
                  <a:lnTo>
                    <a:pt x="3459807" y="1518765"/>
                  </a:lnTo>
                  <a:lnTo>
                    <a:pt x="3458962" y="1518765"/>
                  </a:lnTo>
                  <a:lnTo>
                    <a:pt x="3458116" y="1518765"/>
                  </a:lnTo>
                  <a:lnTo>
                    <a:pt x="3457271" y="1518765"/>
                  </a:lnTo>
                  <a:lnTo>
                    <a:pt x="3456426" y="1518765"/>
                  </a:lnTo>
                  <a:lnTo>
                    <a:pt x="3455581" y="1518765"/>
                  </a:lnTo>
                  <a:lnTo>
                    <a:pt x="3454736" y="1518765"/>
                  </a:lnTo>
                  <a:lnTo>
                    <a:pt x="3453891" y="1518765"/>
                  </a:lnTo>
                  <a:lnTo>
                    <a:pt x="3453046" y="1518765"/>
                  </a:lnTo>
                  <a:lnTo>
                    <a:pt x="3452201" y="1518765"/>
                  </a:lnTo>
                  <a:lnTo>
                    <a:pt x="3451356" y="1518765"/>
                  </a:lnTo>
                  <a:lnTo>
                    <a:pt x="3450511" y="1518765"/>
                  </a:lnTo>
                  <a:lnTo>
                    <a:pt x="3449666" y="1518765"/>
                  </a:lnTo>
                  <a:lnTo>
                    <a:pt x="3448820" y="1518765"/>
                  </a:lnTo>
                  <a:lnTo>
                    <a:pt x="3447975" y="1518765"/>
                  </a:lnTo>
                  <a:lnTo>
                    <a:pt x="3447130" y="1518765"/>
                  </a:lnTo>
                  <a:lnTo>
                    <a:pt x="3446285" y="1518765"/>
                  </a:lnTo>
                  <a:lnTo>
                    <a:pt x="3445440" y="1518765"/>
                  </a:lnTo>
                  <a:lnTo>
                    <a:pt x="3444595" y="1518765"/>
                  </a:lnTo>
                  <a:lnTo>
                    <a:pt x="3443750" y="1518765"/>
                  </a:lnTo>
                  <a:lnTo>
                    <a:pt x="3442905" y="1518765"/>
                  </a:lnTo>
                  <a:lnTo>
                    <a:pt x="3442060" y="1518765"/>
                  </a:lnTo>
                  <a:lnTo>
                    <a:pt x="3441215" y="1518765"/>
                  </a:lnTo>
                  <a:lnTo>
                    <a:pt x="3440370" y="1518765"/>
                  </a:lnTo>
                  <a:lnTo>
                    <a:pt x="3439524" y="1518765"/>
                  </a:lnTo>
                  <a:lnTo>
                    <a:pt x="3438679" y="1518765"/>
                  </a:lnTo>
                  <a:lnTo>
                    <a:pt x="3437834" y="1518765"/>
                  </a:lnTo>
                  <a:lnTo>
                    <a:pt x="3436989" y="1518765"/>
                  </a:lnTo>
                  <a:lnTo>
                    <a:pt x="3436144" y="1518765"/>
                  </a:lnTo>
                  <a:lnTo>
                    <a:pt x="3435299" y="1518765"/>
                  </a:lnTo>
                  <a:lnTo>
                    <a:pt x="3434454" y="1518765"/>
                  </a:lnTo>
                  <a:lnTo>
                    <a:pt x="3433609" y="1518765"/>
                  </a:lnTo>
                  <a:lnTo>
                    <a:pt x="3432764" y="1518765"/>
                  </a:lnTo>
                  <a:lnTo>
                    <a:pt x="3431919" y="1518765"/>
                  </a:lnTo>
                  <a:lnTo>
                    <a:pt x="3431074" y="1518765"/>
                  </a:lnTo>
                  <a:lnTo>
                    <a:pt x="3430228" y="1518765"/>
                  </a:lnTo>
                  <a:lnTo>
                    <a:pt x="3429383" y="1518765"/>
                  </a:lnTo>
                  <a:lnTo>
                    <a:pt x="3428538" y="1518765"/>
                  </a:lnTo>
                  <a:lnTo>
                    <a:pt x="3427693" y="1518765"/>
                  </a:lnTo>
                  <a:lnTo>
                    <a:pt x="3426848" y="1518765"/>
                  </a:lnTo>
                  <a:lnTo>
                    <a:pt x="3426003" y="1518765"/>
                  </a:lnTo>
                  <a:lnTo>
                    <a:pt x="3425158" y="1518765"/>
                  </a:lnTo>
                  <a:lnTo>
                    <a:pt x="3424313" y="1518765"/>
                  </a:lnTo>
                  <a:lnTo>
                    <a:pt x="3423468" y="1518765"/>
                  </a:lnTo>
                  <a:lnTo>
                    <a:pt x="3422623" y="1518765"/>
                  </a:lnTo>
                  <a:lnTo>
                    <a:pt x="3421778" y="1518765"/>
                  </a:lnTo>
                  <a:lnTo>
                    <a:pt x="3420932" y="1518765"/>
                  </a:lnTo>
                  <a:lnTo>
                    <a:pt x="3420087" y="1518765"/>
                  </a:lnTo>
                  <a:lnTo>
                    <a:pt x="3419242" y="1518765"/>
                  </a:lnTo>
                  <a:lnTo>
                    <a:pt x="3418397" y="1518765"/>
                  </a:lnTo>
                  <a:lnTo>
                    <a:pt x="3417552" y="1518765"/>
                  </a:lnTo>
                  <a:lnTo>
                    <a:pt x="3416707" y="1518765"/>
                  </a:lnTo>
                  <a:lnTo>
                    <a:pt x="3415862" y="1518765"/>
                  </a:lnTo>
                  <a:lnTo>
                    <a:pt x="3415017" y="1518765"/>
                  </a:lnTo>
                  <a:lnTo>
                    <a:pt x="3414172" y="1518765"/>
                  </a:lnTo>
                  <a:lnTo>
                    <a:pt x="3413327" y="1518765"/>
                  </a:lnTo>
                  <a:lnTo>
                    <a:pt x="3412482" y="1518765"/>
                  </a:lnTo>
                  <a:lnTo>
                    <a:pt x="3411636" y="1518765"/>
                  </a:lnTo>
                  <a:lnTo>
                    <a:pt x="3410791" y="1518765"/>
                  </a:lnTo>
                  <a:lnTo>
                    <a:pt x="3409946" y="1518765"/>
                  </a:lnTo>
                  <a:lnTo>
                    <a:pt x="3409101" y="1518765"/>
                  </a:lnTo>
                  <a:lnTo>
                    <a:pt x="3408256" y="1518765"/>
                  </a:lnTo>
                  <a:lnTo>
                    <a:pt x="3407411" y="1518765"/>
                  </a:lnTo>
                  <a:lnTo>
                    <a:pt x="3406566" y="1518765"/>
                  </a:lnTo>
                  <a:lnTo>
                    <a:pt x="3405721" y="1518765"/>
                  </a:lnTo>
                  <a:lnTo>
                    <a:pt x="3404876" y="1518765"/>
                  </a:lnTo>
                  <a:lnTo>
                    <a:pt x="3404031" y="1518765"/>
                  </a:lnTo>
                  <a:lnTo>
                    <a:pt x="3403186" y="1518765"/>
                  </a:lnTo>
                  <a:lnTo>
                    <a:pt x="3402340" y="1518765"/>
                  </a:lnTo>
                  <a:lnTo>
                    <a:pt x="3401495" y="1518765"/>
                  </a:lnTo>
                  <a:lnTo>
                    <a:pt x="3400650" y="1518765"/>
                  </a:lnTo>
                  <a:lnTo>
                    <a:pt x="3399805" y="1518765"/>
                  </a:lnTo>
                  <a:lnTo>
                    <a:pt x="3398960" y="1518765"/>
                  </a:lnTo>
                  <a:lnTo>
                    <a:pt x="3398115" y="1518765"/>
                  </a:lnTo>
                  <a:lnTo>
                    <a:pt x="3397270" y="1518765"/>
                  </a:lnTo>
                  <a:lnTo>
                    <a:pt x="3396425" y="1518765"/>
                  </a:lnTo>
                  <a:lnTo>
                    <a:pt x="3395580" y="1518765"/>
                  </a:lnTo>
                  <a:lnTo>
                    <a:pt x="3394735" y="1518765"/>
                  </a:lnTo>
                  <a:lnTo>
                    <a:pt x="3393889" y="1518765"/>
                  </a:lnTo>
                  <a:lnTo>
                    <a:pt x="3393044" y="1518765"/>
                  </a:lnTo>
                  <a:lnTo>
                    <a:pt x="3392199" y="1518765"/>
                  </a:lnTo>
                  <a:lnTo>
                    <a:pt x="3391354" y="1518765"/>
                  </a:lnTo>
                  <a:lnTo>
                    <a:pt x="3390509" y="1518765"/>
                  </a:lnTo>
                  <a:lnTo>
                    <a:pt x="3389664" y="1518765"/>
                  </a:lnTo>
                  <a:lnTo>
                    <a:pt x="3388819" y="1518765"/>
                  </a:lnTo>
                  <a:lnTo>
                    <a:pt x="3387974" y="1518765"/>
                  </a:lnTo>
                  <a:lnTo>
                    <a:pt x="3387129" y="1518765"/>
                  </a:lnTo>
                  <a:lnTo>
                    <a:pt x="3386284" y="1518765"/>
                  </a:lnTo>
                  <a:lnTo>
                    <a:pt x="3385439" y="1518765"/>
                  </a:lnTo>
                  <a:lnTo>
                    <a:pt x="3384593" y="1518765"/>
                  </a:lnTo>
                  <a:lnTo>
                    <a:pt x="3383748" y="1518765"/>
                  </a:lnTo>
                  <a:lnTo>
                    <a:pt x="3382903" y="1518765"/>
                  </a:lnTo>
                  <a:lnTo>
                    <a:pt x="3382058" y="1518765"/>
                  </a:lnTo>
                  <a:lnTo>
                    <a:pt x="3381213" y="1518765"/>
                  </a:lnTo>
                  <a:lnTo>
                    <a:pt x="3380368" y="1518765"/>
                  </a:lnTo>
                  <a:lnTo>
                    <a:pt x="3379523" y="1518765"/>
                  </a:lnTo>
                  <a:lnTo>
                    <a:pt x="3378678" y="1518765"/>
                  </a:lnTo>
                  <a:lnTo>
                    <a:pt x="3377833" y="1518765"/>
                  </a:lnTo>
                  <a:lnTo>
                    <a:pt x="3376988" y="1518765"/>
                  </a:lnTo>
                  <a:lnTo>
                    <a:pt x="3376143" y="1518765"/>
                  </a:lnTo>
                  <a:lnTo>
                    <a:pt x="3375297" y="1518765"/>
                  </a:lnTo>
                  <a:lnTo>
                    <a:pt x="3374452" y="1518765"/>
                  </a:lnTo>
                  <a:lnTo>
                    <a:pt x="3373607" y="1518765"/>
                  </a:lnTo>
                  <a:lnTo>
                    <a:pt x="3372762" y="1518765"/>
                  </a:lnTo>
                  <a:lnTo>
                    <a:pt x="3371917" y="1518765"/>
                  </a:lnTo>
                  <a:lnTo>
                    <a:pt x="3371072" y="1518765"/>
                  </a:lnTo>
                  <a:lnTo>
                    <a:pt x="3370227" y="1518765"/>
                  </a:lnTo>
                  <a:lnTo>
                    <a:pt x="3369382" y="1518765"/>
                  </a:lnTo>
                  <a:lnTo>
                    <a:pt x="3368537" y="1518765"/>
                  </a:lnTo>
                  <a:lnTo>
                    <a:pt x="3367692" y="1518765"/>
                  </a:lnTo>
                  <a:lnTo>
                    <a:pt x="3366847" y="1518765"/>
                  </a:lnTo>
                  <a:lnTo>
                    <a:pt x="3366001" y="1518765"/>
                  </a:lnTo>
                  <a:lnTo>
                    <a:pt x="3365156" y="1518765"/>
                  </a:lnTo>
                  <a:lnTo>
                    <a:pt x="3364311" y="1518765"/>
                  </a:lnTo>
                  <a:lnTo>
                    <a:pt x="3363466" y="1518765"/>
                  </a:lnTo>
                  <a:lnTo>
                    <a:pt x="3362621" y="1518765"/>
                  </a:lnTo>
                  <a:lnTo>
                    <a:pt x="3361776" y="1518765"/>
                  </a:lnTo>
                  <a:lnTo>
                    <a:pt x="3360931" y="1518765"/>
                  </a:lnTo>
                  <a:lnTo>
                    <a:pt x="3360086" y="1518765"/>
                  </a:lnTo>
                  <a:lnTo>
                    <a:pt x="3359241" y="1518765"/>
                  </a:lnTo>
                  <a:lnTo>
                    <a:pt x="3358396" y="1518765"/>
                  </a:lnTo>
                  <a:lnTo>
                    <a:pt x="3357551" y="1518765"/>
                  </a:lnTo>
                  <a:lnTo>
                    <a:pt x="3356705" y="1518765"/>
                  </a:lnTo>
                  <a:lnTo>
                    <a:pt x="3355860" y="1518765"/>
                  </a:lnTo>
                  <a:lnTo>
                    <a:pt x="3355015" y="1518765"/>
                  </a:lnTo>
                  <a:lnTo>
                    <a:pt x="3354170" y="1518765"/>
                  </a:lnTo>
                  <a:lnTo>
                    <a:pt x="3353325" y="1518765"/>
                  </a:lnTo>
                  <a:lnTo>
                    <a:pt x="3352480" y="1518765"/>
                  </a:lnTo>
                  <a:lnTo>
                    <a:pt x="3351635" y="1518765"/>
                  </a:lnTo>
                  <a:lnTo>
                    <a:pt x="3350790" y="1518765"/>
                  </a:lnTo>
                  <a:lnTo>
                    <a:pt x="3349945" y="1518765"/>
                  </a:lnTo>
                  <a:lnTo>
                    <a:pt x="3349100" y="1518765"/>
                  </a:lnTo>
                  <a:lnTo>
                    <a:pt x="3348255" y="1518765"/>
                  </a:lnTo>
                  <a:lnTo>
                    <a:pt x="3347409" y="1518765"/>
                  </a:lnTo>
                  <a:lnTo>
                    <a:pt x="3346564" y="1518765"/>
                  </a:lnTo>
                  <a:lnTo>
                    <a:pt x="3345719" y="1518765"/>
                  </a:lnTo>
                  <a:lnTo>
                    <a:pt x="3344874" y="1518765"/>
                  </a:lnTo>
                  <a:lnTo>
                    <a:pt x="3344029" y="1518765"/>
                  </a:lnTo>
                  <a:lnTo>
                    <a:pt x="3343184" y="1518765"/>
                  </a:lnTo>
                  <a:lnTo>
                    <a:pt x="3342339" y="1518765"/>
                  </a:lnTo>
                  <a:lnTo>
                    <a:pt x="3341494" y="1518765"/>
                  </a:lnTo>
                  <a:lnTo>
                    <a:pt x="3340649" y="1518765"/>
                  </a:lnTo>
                  <a:lnTo>
                    <a:pt x="3339804" y="1518765"/>
                  </a:lnTo>
                  <a:lnTo>
                    <a:pt x="3338958" y="1518765"/>
                  </a:lnTo>
                  <a:lnTo>
                    <a:pt x="3338113" y="1518765"/>
                  </a:lnTo>
                  <a:lnTo>
                    <a:pt x="3337268" y="1518765"/>
                  </a:lnTo>
                  <a:lnTo>
                    <a:pt x="3336423" y="1518765"/>
                  </a:lnTo>
                  <a:lnTo>
                    <a:pt x="3335578" y="1518765"/>
                  </a:lnTo>
                  <a:lnTo>
                    <a:pt x="3334733" y="1518765"/>
                  </a:lnTo>
                  <a:lnTo>
                    <a:pt x="3333888" y="1518765"/>
                  </a:lnTo>
                  <a:lnTo>
                    <a:pt x="3333043" y="1518765"/>
                  </a:lnTo>
                  <a:lnTo>
                    <a:pt x="3332198" y="1518765"/>
                  </a:lnTo>
                  <a:lnTo>
                    <a:pt x="3331353" y="1518765"/>
                  </a:lnTo>
                  <a:lnTo>
                    <a:pt x="3330508" y="1518765"/>
                  </a:lnTo>
                  <a:lnTo>
                    <a:pt x="3329662" y="1518765"/>
                  </a:lnTo>
                  <a:lnTo>
                    <a:pt x="3328817" y="1518765"/>
                  </a:lnTo>
                  <a:lnTo>
                    <a:pt x="3327972" y="1518765"/>
                  </a:lnTo>
                  <a:lnTo>
                    <a:pt x="3327127" y="1518765"/>
                  </a:lnTo>
                  <a:lnTo>
                    <a:pt x="3326282" y="1518765"/>
                  </a:lnTo>
                  <a:lnTo>
                    <a:pt x="3325437" y="1518765"/>
                  </a:lnTo>
                  <a:lnTo>
                    <a:pt x="3324592" y="1518765"/>
                  </a:lnTo>
                  <a:lnTo>
                    <a:pt x="3323747" y="1518765"/>
                  </a:lnTo>
                  <a:lnTo>
                    <a:pt x="3322902" y="1518765"/>
                  </a:lnTo>
                  <a:lnTo>
                    <a:pt x="3322057" y="1518765"/>
                  </a:lnTo>
                  <a:lnTo>
                    <a:pt x="3321212" y="1518765"/>
                  </a:lnTo>
                  <a:lnTo>
                    <a:pt x="3320366" y="1518765"/>
                  </a:lnTo>
                  <a:lnTo>
                    <a:pt x="3319521" y="1518765"/>
                  </a:lnTo>
                  <a:lnTo>
                    <a:pt x="3318676" y="1518765"/>
                  </a:lnTo>
                  <a:lnTo>
                    <a:pt x="3317831" y="1518765"/>
                  </a:lnTo>
                  <a:lnTo>
                    <a:pt x="3316986" y="1518765"/>
                  </a:lnTo>
                  <a:lnTo>
                    <a:pt x="3316141" y="1518765"/>
                  </a:lnTo>
                  <a:lnTo>
                    <a:pt x="3315296" y="1518765"/>
                  </a:lnTo>
                  <a:lnTo>
                    <a:pt x="3314451" y="1518765"/>
                  </a:lnTo>
                  <a:lnTo>
                    <a:pt x="3313606" y="1518765"/>
                  </a:lnTo>
                  <a:lnTo>
                    <a:pt x="3312761" y="1518765"/>
                  </a:lnTo>
                  <a:lnTo>
                    <a:pt x="3311916" y="1518765"/>
                  </a:lnTo>
                  <a:lnTo>
                    <a:pt x="3311070" y="1518765"/>
                  </a:lnTo>
                  <a:lnTo>
                    <a:pt x="3310225" y="1518765"/>
                  </a:lnTo>
                  <a:lnTo>
                    <a:pt x="3309380" y="1518765"/>
                  </a:lnTo>
                  <a:lnTo>
                    <a:pt x="3308535" y="1518765"/>
                  </a:lnTo>
                  <a:lnTo>
                    <a:pt x="3307690" y="1518765"/>
                  </a:lnTo>
                  <a:lnTo>
                    <a:pt x="3306845" y="1518765"/>
                  </a:lnTo>
                  <a:lnTo>
                    <a:pt x="3306000" y="1518765"/>
                  </a:lnTo>
                  <a:lnTo>
                    <a:pt x="3305155" y="1518765"/>
                  </a:lnTo>
                  <a:lnTo>
                    <a:pt x="3304310" y="1518765"/>
                  </a:lnTo>
                  <a:lnTo>
                    <a:pt x="3303465" y="1518765"/>
                  </a:lnTo>
                  <a:lnTo>
                    <a:pt x="3302620" y="1518765"/>
                  </a:lnTo>
                  <a:lnTo>
                    <a:pt x="3301774" y="1518765"/>
                  </a:lnTo>
                  <a:lnTo>
                    <a:pt x="3300929" y="1518765"/>
                  </a:lnTo>
                  <a:lnTo>
                    <a:pt x="3300084" y="1518765"/>
                  </a:lnTo>
                  <a:lnTo>
                    <a:pt x="3299239" y="1518765"/>
                  </a:lnTo>
                  <a:lnTo>
                    <a:pt x="3298394" y="1518765"/>
                  </a:lnTo>
                  <a:lnTo>
                    <a:pt x="3297549" y="1518765"/>
                  </a:lnTo>
                  <a:lnTo>
                    <a:pt x="3296704" y="1518765"/>
                  </a:lnTo>
                  <a:lnTo>
                    <a:pt x="3295859" y="1518765"/>
                  </a:lnTo>
                  <a:lnTo>
                    <a:pt x="3295014" y="1518765"/>
                  </a:lnTo>
                  <a:lnTo>
                    <a:pt x="3294169" y="1518765"/>
                  </a:lnTo>
                  <a:lnTo>
                    <a:pt x="3293324" y="1518765"/>
                  </a:lnTo>
                  <a:lnTo>
                    <a:pt x="3292478" y="1518765"/>
                  </a:lnTo>
                  <a:lnTo>
                    <a:pt x="3291633" y="1518765"/>
                  </a:lnTo>
                  <a:lnTo>
                    <a:pt x="3290788" y="1518765"/>
                  </a:lnTo>
                  <a:lnTo>
                    <a:pt x="3289943" y="1518765"/>
                  </a:lnTo>
                  <a:lnTo>
                    <a:pt x="3289098" y="1518765"/>
                  </a:lnTo>
                  <a:lnTo>
                    <a:pt x="3288253" y="1518765"/>
                  </a:lnTo>
                  <a:lnTo>
                    <a:pt x="3287408" y="1518765"/>
                  </a:lnTo>
                  <a:lnTo>
                    <a:pt x="3286563" y="1518765"/>
                  </a:lnTo>
                  <a:lnTo>
                    <a:pt x="3285718" y="1518765"/>
                  </a:lnTo>
                  <a:lnTo>
                    <a:pt x="3284873" y="1518765"/>
                  </a:lnTo>
                  <a:lnTo>
                    <a:pt x="3284028" y="1518765"/>
                  </a:lnTo>
                  <a:lnTo>
                    <a:pt x="3283182" y="1518765"/>
                  </a:lnTo>
                  <a:lnTo>
                    <a:pt x="3282337" y="1518765"/>
                  </a:lnTo>
                  <a:lnTo>
                    <a:pt x="3281492" y="1518765"/>
                  </a:lnTo>
                  <a:lnTo>
                    <a:pt x="3280647" y="1518765"/>
                  </a:lnTo>
                  <a:lnTo>
                    <a:pt x="3279802" y="1518765"/>
                  </a:lnTo>
                  <a:lnTo>
                    <a:pt x="3278957" y="1518765"/>
                  </a:lnTo>
                  <a:lnTo>
                    <a:pt x="3278112" y="1518765"/>
                  </a:lnTo>
                  <a:lnTo>
                    <a:pt x="3277267" y="1518765"/>
                  </a:lnTo>
                  <a:lnTo>
                    <a:pt x="3276422" y="1518765"/>
                  </a:lnTo>
                  <a:lnTo>
                    <a:pt x="3275577" y="1518765"/>
                  </a:lnTo>
                  <a:lnTo>
                    <a:pt x="3274731" y="1518765"/>
                  </a:lnTo>
                  <a:lnTo>
                    <a:pt x="3273886" y="1518765"/>
                  </a:lnTo>
                  <a:lnTo>
                    <a:pt x="3273041" y="1518765"/>
                  </a:lnTo>
                  <a:lnTo>
                    <a:pt x="3272196" y="1518765"/>
                  </a:lnTo>
                  <a:lnTo>
                    <a:pt x="3271351" y="1518765"/>
                  </a:lnTo>
                  <a:lnTo>
                    <a:pt x="3270506" y="1518765"/>
                  </a:lnTo>
                  <a:lnTo>
                    <a:pt x="3269661" y="1518765"/>
                  </a:lnTo>
                  <a:lnTo>
                    <a:pt x="3268816" y="1518765"/>
                  </a:lnTo>
                  <a:lnTo>
                    <a:pt x="3267971" y="1518765"/>
                  </a:lnTo>
                  <a:lnTo>
                    <a:pt x="3267126" y="1518765"/>
                  </a:lnTo>
                  <a:lnTo>
                    <a:pt x="3266281" y="1518765"/>
                  </a:lnTo>
                  <a:lnTo>
                    <a:pt x="3265435" y="1518765"/>
                  </a:lnTo>
                  <a:lnTo>
                    <a:pt x="3264590" y="1518765"/>
                  </a:lnTo>
                  <a:lnTo>
                    <a:pt x="3263745" y="1518765"/>
                  </a:lnTo>
                  <a:lnTo>
                    <a:pt x="3262900" y="1518765"/>
                  </a:lnTo>
                  <a:lnTo>
                    <a:pt x="3262055" y="1518765"/>
                  </a:lnTo>
                  <a:lnTo>
                    <a:pt x="3261210" y="1518765"/>
                  </a:lnTo>
                  <a:lnTo>
                    <a:pt x="3260365" y="1518765"/>
                  </a:lnTo>
                  <a:lnTo>
                    <a:pt x="3259520" y="1518765"/>
                  </a:lnTo>
                  <a:lnTo>
                    <a:pt x="3258675" y="1518765"/>
                  </a:lnTo>
                  <a:lnTo>
                    <a:pt x="3257830" y="1518765"/>
                  </a:lnTo>
                  <a:lnTo>
                    <a:pt x="3256985" y="1518765"/>
                  </a:lnTo>
                  <a:lnTo>
                    <a:pt x="3256139" y="1518765"/>
                  </a:lnTo>
                  <a:lnTo>
                    <a:pt x="3255294" y="1518765"/>
                  </a:lnTo>
                  <a:lnTo>
                    <a:pt x="3254449" y="1518765"/>
                  </a:lnTo>
                  <a:lnTo>
                    <a:pt x="3253604" y="1518765"/>
                  </a:lnTo>
                  <a:lnTo>
                    <a:pt x="3252759" y="1518765"/>
                  </a:lnTo>
                  <a:lnTo>
                    <a:pt x="3251914" y="1518765"/>
                  </a:lnTo>
                  <a:lnTo>
                    <a:pt x="3251069" y="1518765"/>
                  </a:lnTo>
                  <a:lnTo>
                    <a:pt x="3250224" y="1518765"/>
                  </a:lnTo>
                  <a:lnTo>
                    <a:pt x="3249379" y="1518765"/>
                  </a:lnTo>
                  <a:lnTo>
                    <a:pt x="3248534" y="1518765"/>
                  </a:lnTo>
                  <a:lnTo>
                    <a:pt x="3247689" y="1518765"/>
                  </a:lnTo>
                  <a:lnTo>
                    <a:pt x="3246843" y="1518765"/>
                  </a:lnTo>
                  <a:lnTo>
                    <a:pt x="3245998" y="1518765"/>
                  </a:lnTo>
                  <a:lnTo>
                    <a:pt x="3245153" y="1518765"/>
                  </a:lnTo>
                  <a:lnTo>
                    <a:pt x="3244308" y="1518765"/>
                  </a:lnTo>
                  <a:lnTo>
                    <a:pt x="3243463" y="1518765"/>
                  </a:lnTo>
                  <a:lnTo>
                    <a:pt x="3242618" y="1518765"/>
                  </a:lnTo>
                  <a:lnTo>
                    <a:pt x="3241773" y="1518765"/>
                  </a:lnTo>
                  <a:lnTo>
                    <a:pt x="3240928" y="1518765"/>
                  </a:lnTo>
                  <a:lnTo>
                    <a:pt x="3240083" y="1518765"/>
                  </a:lnTo>
                  <a:lnTo>
                    <a:pt x="3239238" y="1518765"/>
                  </a:lnTo>
                  <a:lnTo>
                    <a:pt x="3238393" y="1518765"/>
                  </a:lnTo>
                  <a:lnTo>
                    <a:pt x="3237547" y="1518765"/>
                  </a:lnTo>
                  <a:lnTo>
                    <a:pt x="3236702" y="1518765"/>
                  </a:lnTo>
                  <a:lnTo>
                    <a:pt x="3235857" y="1518765"/>
                  </a:lnTo>
                  <a:lnTo>
                    <a:pt x="3235012" y="1518765"/>
                  </a:lnTo>
                  <a:lnTo>
                    <a:pt x="3234167" y="1518765"/>
                  </a:lnTo>
                  <a:lnTo>
                    <a:pt x="3233322" y="1518765"/>
                  </a:lnTo>
                  <a:lnTo>
                    <a:pt x="3232477" y="1518765"/>
                  </a:lnTo>
                  <a:lnTo>
                    <a:pt x="3231632" y="1518765"/>
                  </a:lnTo>
                  <a:lnTo>
                    <a:pt x="3230787" y="1518765"/>
                  </a:lnTo>
                  <a:lnTo>
                    <a:pt x="3229942" y="1518765"/>
                  </a:lnTo>
                  <a:lnTo>
                    <a:pt x="3229097" y="1518765"/>
                  </a:lnTo>
                  <a:lnTo>
                    <a:pt x="3228251" y="1518765"/>
                  </a:lnTo>
                  <a:lnTo>
                    <a:pt x="3227406" y="1518765"/>
                  </a:lnTo>
                  <a:lnTo>
                    <a:pt x="3226561" y="1518765"/>
                  </a:lnTo>
                  <a:lnTo>
                    <a:pt x="3225716" y="1518765"/>
                  </a:lnTo>
                  <a:lnTo>
                    <a:pt x="3224871" y="1518765"/>
                  </a:lnTo>
                  <a:lnTo>
                    <a:pt x="3224026" y="1518765"/>
                  </a:lnTo>
                  <a:lnTo>
                    <a:pt x="3223181" y="1518765"/>
                  </a:lnTo>
                  <a:lnTo>
                    <a:pt x="3222336" y="1518765"/>
                  </a:lnTo>
                  <a:lnTo>
                    <a:pt x="3221491" y="1518765"/>
                  </a:lnTo>
                  <a:lnTo>
                    <a:pt x="3220646" y="1518765"/>
                  </a:lnTo>
                  <a:lnTo>
                    <a:pt x="3219801" y="1518765"/>
                  </a:lnTo>
                  <a:lnTo>
                    <a:pt x="3218955" y="1518765"/>
                  </a:lnTo>
                  <a:lnTo>
                    <a:pt x="3218110" y="1518765"/>
                  </a:lnTo>
                  <a:lnTo>
                    <a:pt x="3217265" y="1518765"/>
                  </a:lnTo>
                  <a:lnTo>
                    <a:pt x="3216420" y="1518765"/>
                  </a:lnTo>
                  <a:lnTo>
                    <a:pt x="3215575" y="1518765"/>
                  </a:lnTo>
                  <a:lnTo>
                    <a:pt x="3214730" y="1518765"/>
                  </a:lnTo>
                  <a:lnTo>
                    <a:pt x="3213885" y="1518765"/>
                  </a:lnTo>
                  <a:lnTo>
                    <a:pt x="3213040" y="1518765"/>
                  </a:lnTo>
                  <a:lnTo>
                    <a:pt x="3212195" y="1518765"/>
                  </a:lnTo>
                  <a:lnTo>
                    <a:pt x="3211350" y="1518765"/>
                  </a:lnTo>
                  <a:lnTo>
                    <a:pt x="3210504" y="1518765"/>
                  </a:lnTo>
                  <a:lnTo>
                    <a:pt x="3209659" y="1518765"/>
                  </a:lnTo>
                  <a:lnTo>
                    <a:pt x="3208814" y="1518765"/>
                  </a:lnTo>
                  <a:lnTo>
                    <a:pt x="3207969" y="1518765"/>
                  </a:lnTo>
                  <a:lnTo>
                    <a:pt x="3207124" y="1518765"/>
                  </a:lnTo>
                  <a:lnTo>
                    <a:pt x="3206279" y="1518765"/>
                  </a:lnTo>
                  <a:lnTo>
                    <a:pt x="3205434" y="1518765"/>
                  </a:lnTo>
                  <a:lnTo>
                    <a:pt x="3204589" y="1518765"/>
                  </a:lnTo>
                  <a:lnTo>
                    <a:pt x="3203744" y="1518765"/>
                  </a:lnTo>
                  <a:lnTo>
                    <a:pt x="3202899" y="1518765"/>
                  </a:lnTo>
                  <a:lnTo>
                    <a:pt x="3202054" y="1518765"/>
                  </a:lnTo>
                  <a:lnTo>
                    <a:pt x="3201208" y="1518765"/>
                  </a:lnTo>
                  <a:lnTo>
                    <a:pt x="3200363" y="1518765"/>
                  </a:lnTo>
                  <a:lnTo>
                    <a:pt x="3199518" y="1518765"/>
                  </a:lnTo>
                  <a:lnTo>
                    <a:pt x="3198673" y="1518765"/>
                  </a:lnTo>
                  <a:lnTo>
                    <a:pt x="3197828" y="1518765"/>
                  </a:lnTo>
                  <a:lnTo>
                    <a:pt x="3196983" y="1518765"/>
                  </a:lnTo>
                  <a:lnTo>
                    <a:pt x="3196138" y="1518765"/>
                  </a:lnTo>
                  <a:lnTo>
                    <a:pt x="3195293" y="1518765"/>
                  </a:lnTo>
                  <a:lnTo>
                    <a:pt x="3194448" y="1518765"/>
                  </a:lnTo>
                  <a:lnTo>
                    <a:pt x="3193603" y="1518765"/>
                  </a:lnTo>
                  <a:lnTo>
                    <a:pt x="3192758" y="1518765"/>
                  </a:lnTo>
                  <a:lnTo>
                    <a:pt x="3191912" y="1518765"/>
                  </a:lnTo>
                  <a:lnTo>
                    <a:pt x="3191067" y="1518765"/>
                  </a:lnTo>
                  <a:lnTo>
                    <a:pt x="3190222" y="1518765"/>
                  </a:lnTo>
                  <a:lnTo>
                    <a:pt x="3189377" y="1518765"/>
                  </a:lnTo>
                  <a:lnTo>
                    <a:pt x="3188532" y="1518765"/>
                  </a:lnTo>
                  <a:lnTo>
                    <a:pt x="3187687" y="1518765"/>
                  </a:lnTo>
                  <a:lnTo>
                    <a:pt x="3186842" y="1518765"/>
                  </a:lnTo>
                  <a:lnTo>
                    <a:pt x="3185997" y="1518765"/>
                  </a:lnTo>
                  <a:lnTo>
                    <a:pt x="3185152" y="1518765"/>
                  </a:lnTo>
                  <a:lnTo>
                    <a:pt x="3184307" y="1518765"/>
                  </a:lnTo>
                  <a:lnTo>
                    <a:pt x="3183462" y="1518765"/>
                  </a:lnTo>
                  <a:lnTo>
                    <a:pt x="3182616" y="1518765"/>
                  </a:lnTo>
                  <a:lnTo>
                    <a:pt x="3181771" y="1518765"/>
                  </a:lnTo>
                  <a:lnTo>
                    <a:pt x="3180926" y="1518765"/>
                  </a:lnTo>
                  <a:lnTo>
                    <a:pt x="3180081" y="1518765"/>
                  </a:lnTo>
                  <a:lnTo>
                    <a:pt x="3179236" y="1518765"/>
                  </a:lnTo>
                  <a:lnTo>
                    <a:pt x="3178391" y="1518765"/>
                  </a:lnTo>
                  <a:lnTo>
                    <a:pt x="3177546" y="1518765"/>
                  </a:lnTo>
                  <a:lnTo>
                    <a:pt x="3176701" y="1518765"/>
                  </a:lnTo>
                  <a:lnTo>
                    <a:pt x="3175856" y="1518765"/>
                  </a:lnTo>
                  <a:lnTo>
                    <a:pt x="3175011" y="1518765"/>
                  </a:lnTo>
                  <a:lnTo>
                    <a:pt x="3174166" y="1518765"/>
                  </a:lnTo>
                  <a:lnTo>
                    <a:pt x="3173320" y="1518765"/>
                  </a:lnTo>
                  <a:lnTo>
                    <a:pt x="3172475" y="1518765"/>
                  </a:lnTo>
                  <a:lnTo>
                    <a:pt x="3171630" y="1518765"/>
                  </a:lnTo>
                  <a:lnTo>
                    <a:pt x="3170785" y="1518765"/>
                  </a:lnTo>
                  <a:lnTo>
                    <a:pt x="3169940" y="1518765"/>
                  </a:lnTo>
                  <a:lnTo>
                    <a:pt x="3169095" y="1518765"/>
                  </a:lnTo>
                  <a:lnTo>
                    <a:pt x="3168250" y="1518765"/>
                  </a:lnTo>
                  <a:lnTo>
                    <a:pt x="3167405" y="1518765"/>
                  </a:lnTo>
                  <a:lnTo>
                    <a:pt x="3166560" y="1518765"/>
                  </a:lnTo>
                  <a:lnTo>
                    <a:pt x="3165715" y="1518765"/>
                  </a:lnTo>
                  <a:lnTo>
                    <a:pt x="3164870" y="1518765"/>
                  </a:lnTo>
                  <a:lnTo>
                    <a:pt x="3164024" y="1518765"/>
                  </a:lnTo>
                  <a:lnTo>
                    <a:pt x="3163179" y="1518765"/>
                  </a:lnTo>
                  <a:lnTo>
                    <a:pt x="3162334" y="1518765"/>
                  </a:lnTo>
                  <a:lnTo>
                    <a:pt x="3161489" y="1518765"/>
                  </a:lnTo>
                  <a:lnTo>
                    <a:pt x="3160644" y="1518765"/>
                  </a:lnTo>
                  <a:lnTo>
                    <a:pt x="3159799" y="1518765"/>
                  </a:lnTo>
                  <a:lnTo>
                    <a:pt x="3158954" y="1518765"/>
                  </a:lnTo>
                  <a:lnTo>
                    <a:pt x="3158109" y="1518765"/>
                  </a:lnTo>
                  <a:lnTo>
                    <a:pt x="3157264" y="1518765"/>
                  </a:lnTo>
                  <a:lnTo>
                    <a:pt x="3156419" y="1518765"/>
                  </a:lnTo>
                  <a:lnTo>
                    <a:pt x="3155574" y="1518765"/>
                  </a:lnTo>
                  <a:lnTo>
                    <a:pt x="3154728" y="1518765"/>
                  </a:lnTo>
                  <a:lnTo>
                    <a:pt x="3153883" y="1518765"/>
                  </a:lnTo>
                  <a:lnTo>
                    <a:pt x="3153038" y="1518765"/>
                  </a:lnTo>
                  <a:lnTo>
                    <a:pt x="3152193" y="1518765"/>
                  </a:lnTo>
                  <a:lnTo>
                    <a:pt x="3151348" y="1518765"/>
                  </a:lnTo>
                  <a:lnTo>
                    <a:pt x="3150503" y="1518765"/>
                  </a:lnTo>
                  <a:lnTo>
                    <a:pt x="3149658" y="1518765"/>
                  </a:lnTo>
                  <a:lnTo>
                    <a:pt x="3148813" y="1518765"/>
                  </a:lnTo>
                  <a:lnTo>
                    <a:pt x="3147968" y="1518765"/>
                  </a:lnTo>
                  <a:lnTo>
                    <a:pt x="3147123" y="1518765"/>
                  </a:lnTo>
                  <a:lnTo>
                    <a:pt x="3146277" y="1518765"/>
                  </a:lnTo>
                  <a:lnTo>
                    <a:pt x="3145432" y="1518765"/>
                  </a:lnTo>
                  <a:lnTo>
                    <a:pt x="3144587" y="1518765"/>
                  </a:lnTo>
                  <a:lnTo>
                    <a:pt x="3143742" y="1518765"/>
                  </a:lnTo>
                  <a:lnTo>
                    <a:pt x="3142897" y="1518765"/>
                  </a:lnTo>
                  <a:lnTo>
                    <a:pt x="3142052" y="1518765"/>
                  </a:lnTo>
                  <a:lnTo>
                    <a:pt x="3141207" y="1518765"/>
                  </a:lnTo>
                  <a:lnTo>
                    <a:pt x="3140362" y="1518765"/>
                  </a:lnTo>
                  <a:lnTo>
                    <a:pt x="3139517" y="1518765"/>
                  </a:lnTo>
                  <a:lnTo>
                    <a:pt x="3138672" y="1518765"/>
                  </a:lnTo>
                  <a:lnTo>
                    <a:pt x="3137827" y="1518765"/>
                  </a:lnTo>
                  <a:lnTo>
                    <a:pt x="3136981" y="1518765"/>
                  </a:lnTo>
                  <a:lnTo>
                    <a:pt x="3136136" y="1518765"/>
                  </a:lnTo>
                  <a:lnTo>
                    <a:pt x="3135291" y="1518765"/>
                  </a:lnTo>
                  <a:lnTo>
                    <a:pt x="3134446" y="1518765"/>
                  </a:lnTo>
                  <a:lnTo>
                    <a:pt x="3133601" y="1518765"/>
                  </a:lnTo>
                  <a:lnTo>
                    <a:pt x="3132756" y="1518765"/>
                  </a:lnTo>
                  <a:lnTo>
                    <a:pt x="3131911" y="1518765"/>
                  </a:lnTo>
                  <a:lnTo>
                    <a:pt x="3131066" y="1518765"/>
                  </a:lnTo>
                  <a:lnTo>
                    <a:pt x="3130221" y="1518765"/>
                  </a:lnTo>
                  <a:lnTo>
                    <a:pt x="3129376" y="1518765"/>
                  </a:lnTo>
                  <a:lnTo>
                    <a:pt x="3128531" y="1518765"/>
                  </a:lnTo>
                  <a:lnTo>
                    <a:pt x="3127685" y="1518765"/>
                  </a:lnTo>
                  <a:lnTo>
                    <a:pt x="3126840" y="1518765"/>
                  </a:lnTo>
                  <a:lnTo>
                    <a:pt x="3125995" y="1518765"/>
                  </a:lnTo>
                  <a:lnTo>
                    <a:pt x="3125150" y="1518765"/>
                  </a:lnTo>
                  <a:lnTo>
                    <a:pt x="3124305" y="1518765"/>
                  </a:lnTo>
                  <a:lnTo>
                    <a:pt x="3123460" y="1518765"/>
                  </a:lnTo>
                  <a:lnTo>
                    <a:pt x="3122615" y="1518765"/>
                  </a:lnTo>
                  <a:lnTo>
                    <a:pt x="3121770" y="1518765"/>
                  </a:lnTo>
                  <a:lnTo>
                    <a:pt x="3120925" y="1518765"/>
                  </a:lnTo>
                  <a:lnTo>
                    <a:pt x="3120080" y="1518765"/>
                  </a:lnTo>
                  <a:lnTo>
                    <a:pt x="3119235" y="1518765"/>
                  </a:lnTo>
                  <a:lnTo>
                    <a:pt x="3118389" y="1518765"/>
                  </a:lnTo>
                  <a:lnTo>
                    <a:pt x="3117544" y="1518765"/>
                  </a:lnTo>
                  <a:lnTo>
                    <a:pt x="3116699" y="1518765"/>
                  </a:lnTo>
                  <a:lnTo>
                    <a:pt x="3115854" y="1518765"/>
                  </a:lnTo>
                  <a:lnTo>
                    <a:pt x="3115009" y="1518765"/>
                  </a:lnTo>
                  <a:lnTo>
                    <a:pt x="3114164" y="1518765"/>
                  </a:lnTo>
                  <a:lnTo>
                    <a:pt x="3113319" y="1518765"/>
                  </a:lnTo>
                  <a:lnTo>
                    <a:pt x="3112474" y="1518765"/>
                  </a:lnTo>
                  <a:lnTo>
                    <a:pt x="3111629" y="1518765"/>
                  </a:lnTo>
                  <a:lnTo>
                    <a:pt x="3110784" y="1518765"/>
                  </a:lnTo>
                  <a:lnTo>
                    <a:pt x="3109939" y="1518765"/>
                  </a:lnTo>
                  <a:lnTo>
                    <a:pt x="3109093" y="1518765"/>
                  </a:lnTo>
                  <a:lnTo>
                    <a:pt x="3108248" y="1518765"/>
                  </a:lnTo>
                  <a:lnTo>
                    <a:pt x="3107403" y="1518765"/>
                  </a:lnTo>
                  <a:lnTo>
                    <a:pt x="3106558" y="1518765"/>
                  </a:lnTo>
                  <a:lnTo>
                    <a:pt x="3105713" y="1518765"/>
                  </a:lnTo>
                  <a:lnTo>
                    <a:pt x="3104868" y="1518765"/>
                  </a:lnTo>
                  <a:lnTo>
                    <a:pt x="3104023" y="1518765"/>
                  </a:lnTo>
                  <a:lnTo>
                    <a:pt x="3103178" y="1518765"/>
                  </a:lnTo>
                  <a:lnTo>
                    <a:pt x="3102333" y="1518765"/>
                  </a:lnTo>
                  <a:lnTo>
                    <a:pt x="3101488" y="1518765"/>
                  </a:lnTo>
                  <a:lnTo>
                    <a:pt x="3100643" y="1518765"/>
                  </a:lnTo>
                  <a:lnTo>
                    <a:pt x="3099797" y="1518765"/>
                  </a:lnTo>
                  <a:lnTo>
                    <a:pt x="3098952" y="1518765"/>
                  </a:lnTo>
                  <a:lnTo>
                    <a:pt x="3098107" y="1518765"/>
                  </a:lnTo>
                  <a:lnTo>
                    <a:pt x="3097262" y="1518765"/>
                  </a:lnTo>
                  <a:lnTo>
                    <a:pt x="3096417" y="1518765"/>
                  </a:lnTo>
                  <a:lnTo>
                    <a:pt x="3095572" y="1518765"/>
                  </a:lnTo>
                  <a:lnTo>
                    <a:pt x="3094727" y="1518765"/>
                  </a:lnTo>
                  <a:lnTo>
                    <a:pt x="3093882" y="1518765"/>
                  </a:lnTo>
                  <a:lnTo>
                    <a:pt x="3093037" y="1518765"/>
                  </a:lnTo>
                  <a:lnTo>
                    <a:pt x="3092192" y="1518765"/>
                  </a:lnTo>
                  <a:lnTo>
                    <a:pt x="3091347" y="1518765"/>
                  </a:lnTo>
                  <a:lnTo>
                    <a:pt x="3090501" y="1518765"/>
                  </a:lnTo>
                  <a:lnTo>
                    <a:pt x="3089656" y="1518765"/>
                  </a:lnTo>
                  <a:lnTo>
                    <a:pt x="3088811" y="1518765"/>
                  </a:lnTo>
                  <a:lnTo>
                    <a:pt x="3087966" y="1518765"/>
                  </a:lnTo>
                  <a:lnTo>
                    <a:pt x="3087121" y="1518765"/>
                  </a:lnTo>
                  <a:lnTo>
                    <a:pt x="3086276" y="1518765"/>
                  </a:lnTo>
                  <a:lnTo>
                    <a:pt x="3085431" y="1518765"/>
                  </a:lnTo>
                  <a:lnTo>
                    <a:pt x="3084586" y="1518765"/>
                  </a:lnTo>
                  <a:lnTo>
                    <a:pt x="3083741" y="1518765"/>
                  </a:lnTo>
                  <a:lnTo>
                    <a:pt x="3082896" y="1518765"/>
                  </a:lnTo>
                  <a:lnTo>
                    <a:pt x="3082050" y="1518765"/>
                  </a:lnTo>
                  <a:lnTo>
                    <a:pt x="3081205" y="1518765"/>
                  </a:lnTo>
                  <a:lnTo>
                    <a:pt x="3080360" y="1518765"/>
                  </a:lnTo>
                  <a:lnTo>
                    <a:pt x="3079515" y="1518765"/>
                  </a:lnTo>
                  <a:lnTo>
                    <a:pt x="3078670" y="1518765"/>
                  </a:lnTo>
                  <a:lnTo>
                    <a:pt x="3077825" y="1518765"/>
                  </a:lnTo>
                  <a:lnTo>
                    <a:pt x="3076980" y="1518765"/>
                  </a:lnTo>
                  <a:lnTo>
                    <a:pt x="3076135" y="1518765"/>
                  </a:lnTo>
                  <a:lnTo>
                    <a:pt x="3075290" y="1518765"/>
                  </a:lnTo>
                  <a:lnTo>
                    <a:pt x="3074445" y="1518765"/>
                  </a:lnTo>
                  <a:lnTo>
                    <a:pt x="3073600" y="1518765"/>
                  </a:lnTo>
                  <a:lnTo>
                    <a:pt x="3072754" y="1518765"/>
                  </a:lnTo>
                  <a:lnTo>
                    <a:pt x="3071909" y="1518765"/>
                  </a:lnTo>
                  <a:lnTo>
                    <a:pt x="3071064" y="1518765"/>
                  </a:lnTo>
                  <a:lnTo>
                    <a:pt x="3070219" y="1518765"/>
                  </a:lnTo>
                  <a:lnTo>
                    <a:pt x="3069374" y="1518765"/>
                  </a:lnTo>
                  <a:lnTo>
                    <a:pt x="3068529" y="1518765"/>
                  </a:lnTo>
                  <a:lnTo>
                    <a:pt x="3067684" y="1518765"/>
                  </a:lnTo>
                  <a:lnTo>
                    <a:pt x="3066839" y="1518765"/>
                  </a:lnTo>
                  <a:lnTo>
                    <a:pt x="3065994" y="1518765"/>
                  </a:lnTo>
                  <a:lnTo>
                    <a:pt x="3065149" y="1518765"/>
                  </a:lnTo>
                  <a:lnTo>
                    <a:pt x="3064304" y="1518765"/>
                  </a:lnTo>
                  <a:lnTo>
                    <a:pt x="3063458" y="1518765"/>
                  </a:lnTo>
                  <a:lnTo>
                    <a:pt x="3062613" y="1518765"/>
                  </a:lnTo>
                  <a:lnTo>
                    <a:pt x="3061768" y="1518765"/>
                  </a:lnTo>
                  <a:lnTo>
                    <a:pt x="3060923" y="1518765"/>
                  </a:lnTo>
                  <a:lnTo>
                    <a:pt x="3060078" y="1518765"/>
                  </a:lnTo>
                  <a:lnTo>
                    <a:pt x="3059233" y="1518765"/>
                  </a:lnTo>
                  <a:lnTo>
                    <a:pt x="3058388" y="1518765"/>
                  </a:lnTo>
                  <a:lnTo>
                    <a:pt x="3057543" y="1518765"/>
                  </a:lnTo>
                  <a:lnTo>
                    <a:pt x="3056698" y="1518765"/>
                  </a:lnTo>
                  <a:lnTo>
                    <a:pt x="3055853" y="1518765"/>
                  </a:lnTo>
                  <a:lnTo>
                    <a:pt x="3055008" y="1518765"/>
                  </a:lnTo>
                  <a:lnTo>
                    <a:pt x="3054162" y="1518765"/>
                  </a:lnTo>
                  <a:lnTo>
                    <a:pt x="3053317" y="1518765"/>
                  </a:lnTo>
                  <a:lnTo>
                    <a:pt x="3052472" y="1518765"/>
                  </a:lnTo>
                  <a:lnTo>
                    <a:pt x="3051627" y="1518765"/>
                  </a:lnTo>
                  <a:lnTo>
                    <a:pt x="3050782" y="1518765"/>
                  </a:lnTo>
                  <a:lnTo>
                    <a:pt x="3049937" y="1518765"/>
                  </a:lnTo>
                  <a:lnTo>
                    <a:pt x="3049092" y="1518765"/>
                  </a:lnTo>
                  <a:lnTo>
                    <a:pt x="3048247" y="1518765"/>
                  </a:lnTo>
                  <a:lnTo>
                    <a:pt x="3047402" y="1518765"/>
                  </a:lnTo>
                  <a:lnTo>
                    <a:pt x="3046557" y="1518765"/>
                  </a:lnTo>
                  <a:lnTo>
                    <a:pt x="3045712" y="1518765"/>
                  </a:lnTo>
                  <a:lnTo>
                    <a:pt x="3044866" y="1518765"/>
                  </a:lnTo>
                  <a:lnTo>
                    <a:pt x="3044021" y="1518765"/>
                  </a:lnTo>
                  <a:lnTo>
                    <a:pt x="3043176" y="1518765"/>
                  </a:lnTo>
                  <a:lnTo>
                    <a:pt x="3042331" y="1518765"/>
                  </a:lnTo>
                  <a:lnTo>
                    <a:pt x="3041486" y="1518765"/>
                  </a:lnTo>
                  <a:lnTo>
                    <a:pt x="3040641" y="1518765"/>
                  </a:lnTo>
                  <a:lnTo>
                    <a:pt x="3039796" y="1518765"/>
                  </a:lnTo>
                  <a:lnTo>
                    <a:pt x="3038951" y="1518765"/>
                  </a:lnTo>
                  <a:lnTo>
                    <a:pt x="3038106" y="1518765"/>
                  </a:lnTo>
                  <a:lnTo>
                    <a:pt x="3037261" y="1518765"/>
                  </a:lnTo>
                  <a:lnTo>
                    <a:pt x="3036416" y="1518765"/>
                  </a:lnTo>
                  <a:lnTo>
                    <a:pt x="3035570" y="1518765"/>
                  </a:lnTo>
                  <a:lnTo>
                    <a:pt x="3034725" y="1518765"/>
                  </a:lnTo>
                  <a:lnTo>
                    <a:pt x="3033880" y="1518765"/>
                  </a:lnTo>
                  <a:lnTo>
                    <a:pt x="3033035" y="1518765"/>
                  </a:lnTo>
                  <a:lnTo>
                    <a:pt x="3032190" y="1518765"/>
                  </a:lnTo>
                  <a:lnTo>
                    <a:pt x="3031345" y="1518765"/>
                  </a:lnTo>
                  <a:lnTo>
                    <a:pt x="3030500" y="1518765"/>
                  </a:lnTo>
                  <a:lnTo>
                    <a:pt x="3029655" y="1518765"/>
                  </a:lnTo>
                  <a:lnTo>
                    <a:pt x="3028810" y="1518765"/>
                  </a:lnTo>
                  <a:lnTo>
                    <a:pt x="3027965" y="1518765"/>
                  </a:lnTo>
                  <a:lnTo>
                    <a:pt x="3027120" y="1518765"/>
                  </a:lnTo>
                  <a:lnTo>
                    <a:pt x="3026274" y="1518765"/>
                  </a:lnTo>
                  <a:lnTo>
                    <a:pt x="3025429" y="1518765"/>
                  </a:lnTo>
                  <a:lnTo>
                    <a:pt x="3024584" y="1518765"/>
                  </a:lnTo>
                  <a:lnTo>
                    <a:pt x="3023739" y="1518765"/>
                  </a:lnTo>
                  <a:lnTo>
                    <a:pt x="3022894" y="1518765"/>
                  </a:lnTo>
                  <a:lnTo>
                    <a:pt x="3022049" y="1518765"/>
                  </a:lnTo>
                  <a:lnTo>
                    <a:pt x="3021204" y="1518765"/>
                  </a:lnTo>
                  <a:lnTo>
                    <a:pt x="3020359" y="1518765"/>
                  </a:lnTo>
                  <a:lnTo>
                    <a:pt x="3019514" y="1518765"/>
                  </a:lnTo>
                  <a:lnTo>
                    <a:pt x="3018669" y="1518765"/>
                  </a:lnTo>
                  <a:lnTo>
                    <a:pt x="3017823" y="1518765"/>
                  </a:lnTo>
                  <a:lnTo>
                    <a:pt x="3016978" y="1518765"/>
                  </a:lnTo>
                  <a:lnTo>
                    <a:pt x="3016133" y="1518765"/>
                  </a:lnTo>
                  <a:lnTo>
                    <a:pt x="3015288" y="1518765"/>
                  </a:lnTo>
                  <a:lnTo>
                    <a:pt x="3014443" y="1518765"/>
                  </a:lnTo>
                  <a:lnTo>
                    <a:pt x="3013598" y="1518765"/>
                  </a:lnTo>
                  <a:lnTo>
                    <a:pt x="3012753" y="1518765"/>
                  </a:lnTo>
                  <a:lnTo>
                    <a:pt x="3011908" y="1518765"/>
                  </a:lnTo>
                  <a:lnTo>
                    <a:pt x="3011063" y="1518765"/>
                  </a:lnTo>
                  <a:lnTo>
                    <a:pt x="3010218" y="1518765"/>
                  </a:lnTo>
                  <a:lnTo>
                    <a:pt x="3009373" y="1518765"/>
                  </a:lnTo>
                  <a:lnTo>
                    <a:pt x="3008527" y="1518765"/>
                  </a:lnTo>
                  <a:lnTo>
                    <a:pt x="3007682" y="1518765"/>
                  </a:lnTo>
                  <a:lnTo>
                    <a:pt x="3006837" y="1518765"/>
                  </a:lnTo>
                  <a:lnTo>
                    <a:pt x="3005992" y="1518765"/>
                  </a:lnTo>
                  <a:lnTo>
                    <a:pt x="3005147" y="1518765"/>
                  </a:lnTo>
                  <a:lnTo>
                    <a:pt x="3004302" y="1518765"/>
                  </a:lnTo>
                  <a:lnTo>
                    <a:pt x="3003457" y="1518765"/>
                  </a:lnTo>
                  <a:lnTo>
                    <a:pt x="3002612" y="1518765"/>
                  </a:lnTo>
                  <a:lnTo>
                    <a:pt x="3001767" y="1518765"/>
                  </a:lnTo>
                  <a:lnTo>
                    <a:pt x="3000922" y="1518765"/>
                  </a:lnTo>
                  <a:lnTo>
                    <a:pt x="3000077" y="1518765"/>
                  </a:lnTo>
                  <a:lnTo>
                    <a:pt x="2999231" y="1518765"/>
                  </a:lnTo>
                  <a:lnTo>
                    <a:pt x="2998386" y="1518765"/>
                  </a:lnTo>
                  <a:lnTo>
                    <a:pt x="2997541" y="1518765"/>
                  </a:lnTo>
                  <a:lnTo>
                    <a:pt x="2996696" y="1518765"/>
                  </a:lnTo>
                  <a:lnTo>
                    <a:pt x="2995851" y="1518765"/>
                  </a:lnTo>
                  <a:lnTo>
                    <a:pt x="2995006" y="1518765"/>
                  </a:lnTo>
                  <a:lnTo>
                    <a:pt x="2994161" y="1518765"/>
                  </a:lnTo>
                  <a:lnTo>
                    <a:pt x="2993316" y="1518765"/>
                  </a:lnTo>
                  <a:lnTo>
                    <a:pt x="2992471" y="1518765"/>
                  </a:lnTo>
                  <a:lnTo>
                    <a:pt x="2991626" y="1518765"/>
                  </a:lnTo>
                  <a:lnTo>
                    <a:pt x="2990781" y="1518765"/>
                  </a:lnTo>
                  <a:lnTo>
                    <a:pt x="2989935" y="1518765"/>
                  </a:lnTo>
                  <a:lnTo>
                    <a:pt x="2989090" y="1518765"/>
                  </a:lnTo>
                  <a:lnTo>
                    <a:pt x="2988245" y="1518765"/>
                  </a:lnTo>
                  <a:lnTo>
                    <a:pt x="2987400" y="1518765"/>
                  </a:lnTo>
                  <a:lnTo>
                    <a:pt x="2986555" y="1518765"/>
                  </a:lnTo>
                  <a:lnTo>
                    <a:pt x="2985710" y="1518765"/>
                  </a:lnTo>
                  <a:lnTo>
                    <a:pt x="2984865" y="1518765"/>
                  </a:lnTo>
                  <a:lnTo>
                    <a:pt x="2984020" y="1518765"/>
                  </a:lnTo>
                  <a:lnTo>
                    <a:pt x="2983175" y="1518765"/>
                  </a:lnTo>
                  <a:lnTo>
                    <a:pt x="2982330" y="1518765"/>
                  </a:lnTo>
                  <a:lnTo>
                    <a:pt x="2981485" y="1518765"/>
                  </a:lnTo>
                  <a:lnTo>
                    <a:pt x="2980639" y="1518765"/>
                  </a:lnTo>
                  <a:lnTo>
                    <a:pt x="2979794" y="1518765"/>
                  </a:lnTo>
                  <a:lnTo>
                    <a:pt x="2978949" y="1518765"/>
                  </a:lnTo>
                  <a:lnTo>
                    <a:pt x="2978104" y="1518765"/>
                  </a:lnTo>
                  <a:lnTo>
                    <a:pt x="2977259" y="1518765"/>
                  </a:lnTo>
                  <a:lnTo>
                    <a:pt x="2976414" y="1518765"/>
                  </a:lnTo>
                  <a:lnTo>
                    <a:pt x="2975569" y="1518765"/>
                  </a:lnTo>
                  <a:lnTo>
                    <a:pt x="2974724" y="1518765"/>
                  </a:lnTo>
                  <a:lnTo>
                    <a:pt x="2973879" y="1518765"/>
                  </a:lnTo>
                  <a:lnTo>
                    <a:pt x="2973034" y="1518765"/>
                  </a:lnTo>
                  <a:lnTo>
                    <a:pt x="2972189" y="1518765"/>
                  </a:lnTo>
                  <a:lnTo>
                    <a:pt x="2971343" y="1518765"/>
                  </a:lnTo>
                  <a:lnTo>
                    <a:pt x="2970498" y="1518765"/>
                  </a:lnTo>
                  <a:lnTo>
                    <a:pt x="2969653" y="1518765"/>
                  </a:lnTo>
                  <a:lnTo>
                    <a:pt x="2968808" y="1518765"/>
                  </a:lnTo>
                  <a:lnTo>
                    <a:pt x="2967963" y="1518765"/>
                  </a:lnTo>
                  <a:lnTo>
                    <a:pt x="2967118" y="1518765"/>
                  </a:lnTo>
                  <a:lnTo>
                    <a:pt x="2966273" y="1518765"/>
                  </a:lnTo>
                  <a:lnTo>
                    <a:pt x="2965428" y="1518765"/>
                  </a:lnTo>
                  <a:lnTo>
                    <a:pt x="2964583" y="1518765"/>
                  </a:lnTo>
                  <a:lnTo>
                    <a:pt x="2963738" y="1518765"/>
                  </a:lnTo>
                  <a:lnTo>
                    <a:pt x="2962893" y="1518765"/>
                  </a:lnTo>
                  <a:lnTo>
                    <a:pt x="2962047" y="1518765"/>
                  </a:lnTo>
                  <a:lnTo>
                    <a:pt x="2961202" y="1518765"/>
                  </a:lnTo>
                  <a:lnTo>
                    <a:pt x="2960357" y="1518765"/>
                  </a:lnTo>
                  <a:lnTo>
                    <a:pt x="2959512" y="1518765"/>
                  </a:lnTo>
                  <a:lnTo>
                    <a:pt x="2958667" y="1518765"/>
                  </a:lnTo>
                  <a:lnTo>
                    <a:pt x="2957822" y="1518765"/>
                  </a:lnTo>
                  <a:lnTo>
                    <a:pt x="2956977" y="1518765"/>
                  </a:lnTo>
                  <a:lnTo>
                    <a:pt x="2956132" y="1518765"/>
                  </a:lnTo>
                  <a:lnTo>
                    <a:pt x="2955287" y="1518765"/>
                  </a:lnTo>
                  <a:lnTo>
                    <a:pt x="2954442" y="1518765"/>
                  </a:lnTo>
                  <a:lnTo>
                    <a:pt x="2953596" y="1518765"/>
                  </a:lnTo>
                  <a:lnTo>
                    <a:pt x="2952751" y="1518765"/>
                  </a:lnTo>
                  <a:lnTo>
                    <a:pt x="2951906" y="1518765"/>
                  </a:lnTo>
                  <a:lnTo>
                    <a:pt x="2951061" y="1518765"/>
                  </a:lnTo>
                  <a:lnTo>
                    <a:pt x="2950216" y="1518765"/>
                  </a:lnTo>
                  <a:lnTo>
                    <a:pt x="2949371" y="1518765"/>
                  </a:lnTo>
                  <a:lnTo>
                    <a:pt x="2948526" y="1518765"/>
                  </a:lnTo>
                  <a:lnTo>
                    <a:pt x="2947681" y="1518765"/>
                  </a:lnTo>
                  <a:lnTo>
                    <a:pt x="2946836" y="1518765"/>
                  </a:lnTo>
                  <a:lnTo>
                    <a:pt x="2945991" y="1518765"/>
                  </a:lnTo>
                  <a:lnTo>
                    <a:pt x="2945146" y="1518765"/>
                  </a:lnTo>
                  <a:lnTo>
                    <a:pt x="2944300" y="1518765"/>
                  </a:lnTo>
                  <a:lnTo>
                    <a:pt x="2943455" y="1518765"/>
                  </a:lnTo>
                  <a:lnTo>
                    <a:pt x="2942610" y="1518765"/>
                  </a:lnTo>
                  <a:lnTo>
                    <a:pt x="2941765" y="1518765"/>
                  </a:lnTo>
                  <a:lnTo>
                    <a:pt x="2940920" y="1518765"/>
                  </a:lnTo>
                  <a:lnTo>
                    <a:pt x="2940075" y="1518765"/>
                  </a:lnTo>
                  <a:lnTo>
                    <a:pt x="2939230" y="1518765"/>
                  </a:lnTo>
                  <a:lnTo>
                    <a:pt x="2938385" y="1518765"/>
                  </a:lnTo>
                  <a:lnTo>
                    <a:pt x="2937540" y="1518765"/>
                  </a:lnTo>
                  <a:lnTo>
                    <a:pt x="2936695" y="1518765"/>
                  </a:lnTo>
                  <a:lnTo>
                    <a:pt x="2935850" y="1518765"/>
                  </a:lnTo>
                  <a:lnTo>
                    <a:pt x="2935004" y="1518765"/>
                  </a:lnTo>
                  <a:lnTo>
                    <a:pt x="2934159" y="1518765"/>
                  </a:lnTo>
                  <a:lnTo>
                    <a:pt x="2933314" y="1518765"/>
                  </a:lnTo>
                  <a:lnTo>
                    <a:pt x="2932469" y="1518765"/>
                  </a:lnTo>
                  <a:lnTo>
                    <a:pt x="2931624" y="1518765"/>
                  </a:lnTo>
                  <a:lnTo>
                    <a:pt x="2930779" y="1518765"/>
                  </a:lnTo>
                  <a:lnTo>
                    <a:pt x="2929934" y="1518765"/>
                  </a:lnTo>
                  <a:lnTo>
                    <a:pt x="2929089" y="1518765"/>
                  </a:lnTo>
                  <a:lnTo>
                    <a:pt x="2928244" y="1518765"/>
                  </a:lnTo>
                  <a:lnTo>
                    <a:pt x="2927399" y="1518765"/>
                  </a:lnTo>
                  <a:lnTo>
                    <a:pt x="2926554" y="1518765"/>
                  </a:lnTo>
                  <a:lnTo>
                    <a:pt x="2925708" y="1518765"/>
                  </a:lnTo>
                  <a:lnTo>
                    <a:pt x="2924863" y="1518765"/>
                  </a:lnTo>
                  <a:lnTo>
                    <a:pt x="2924018" y="1518765"/>
                  </a:lnTo>
                  <a:lnTo>
                    <a:pt x="2923173" y="1518765"/>
                  </a:lnTo>
                  <a:lnTo>
                    <a:pt x="2922328" y="1518765"/>
                  </a:lnTo>
                  <a:lnTo>
                    <a:pt x="2921483" y="1518765"/>
                  </a:lnTo>
                  <a:lnTo>
                    <a:pt x="2920638" y="1518765"/>
                  </a:lnTo>
                  <a:lnTo>
                    <a:pt x="2919793" y="1518765"/>
                  </a:lnTo>
                  <a:lnTo>
                    <a:pt x="2918948" y="1518765"/>
                  </a:lnTo>
                  <a:lnTo>
                    <a:pt x="2918103" y="1518765"/>
                  </a:lnTo>
                  <a:lnTo>
                    <a:pt x="2917258" y="1518765"/>
                  </a:lnTo>
                  <a:lnTo>
                    <a:pt x="2916412" y="1518765"/>
                  </a:lnTo>
                  <a:lnTo>
                    <a:pt x="2915567" y="1518765"/>
                  </a:lnTo>
                  <a:lnTo>
                    <a:pt x="2914722" y="1518765"/>
                  </a:lnTo>
                  <a:lnTo>
                    <a:pt x="2913877" y="1518765"/>
                  </a:lnTo>
                  <a:lnTo>
                    <a:pt x="2913032" y="1518765"/>
                  </a:lnTo>
                  <a:lnTo>
                    <a:pt x="2912187" y="1518765"/>
                  </a:lnTo>
                  <a:lnTo>
                    <a:pt x="2911342" y="1518765"/>
                  </a:lnTo>
                  <a:lnTo>
                    <a:pt x="2910497" y="1518765"/>
                  </a:lnTo>
                  <a:lnTo>
                    <a:pt x="2909652" y="1518765"/>
                  </a:lnTo>
                  <a:lnTo>
                    <a:pt x="2908807" y="1518765"/>
                  </a:lnTo>
                  <a:lnTo>
                    <a:pt x="2907962" y="1518765"/>
                  </a:lnTo>
                  <a:lnTo>
                    <a:pt x="2907116" y="1518765"/>
                  </a:lnTo>
                  <a:lnTo>
                    <a:pt x="2906271" y="1518765"/>
                  </a:lnTo>
                  <a:lnTo>
                    <a:pt x="2905426" y="1518765"/>
                  </a:lnTo>
                  <a:lnTo>
                    <a:pt x="2904581" y="1518765"/>
                  </a:lnTo>
                  <a:lnTo>
                    <a:pt x="2903736" y="1518765"/>
                  </a:lnTo>
                  <a:lnTo>
                    <a:pt x="2902891" y="1518765"/>
                  </a:lnTo>
                  <a:lnTo>
                    <a:pt x="2902046" y="1518765"/>
                  </a:lnTo>
                  <a:lnTo>
                    <a:pt x="2901201" y="1518765"/>
                  </a:lnTo>
                  <a:lnTo>
                    <a:pt x="2900356" y="1518765"/>
                  </a:lnTo>
                  <a:lnTo>
                    <a:pt x="2899511" y="1518765"/>
                  </a:lnTo>
                  <a:lnTo>
                    <a:pt x="2898666" y="1518765"/>
                  </a:lnTo>
                  <a:lnTo>
                    <a:pt x="2897820" y="1518765"/>
                  </a:lnTo>
                  <a:lnTo>
                    <a:pt x="2896975" y="1518765"/>
                  </a:lnTo>
                  <a:lnTo>
                    <a:pt x="2896130" y="1518765"/>
                  </a:lnTo>
                  <a:lnTo>
                    <a:pt x="2895285" y="1518765"/>
                  </a:lnTo>
                  <a:lnTo>
                    <a:pt x="2894440" y="1518765"/>
                  </a:lnTo>
                  <a:lnTo>
                    <a:pt x="2893595" y="1518765"/>
                  </a:lnTo>
                  <a:lnTo>
                    <a:pt x="2892750" y="1518765"/>
                  </a:lnTo>
                  <a:lnTo>
                    <a:pt x="2891905" y="1518765"/>
                  </a:lnTo>
                  <a:lnTo>
                    <a:pt x="2891060" y="1518765"/>
                  </a:lnTo>
                  <a:lnTo>
                    <a:pt x="2890215" y="1518765"/>
                  </a:lnTo>
                  <a:lnTo>
                    <a:pt x="2889369" y="1518765"/>
                  </a:lnTo>
                  <a:lnTo>
                    <a:pt x="2888524" y="1518765"/>
                  </a:lnTo>
                  <a:lnTo>
                    <a:pt x="2887679" y="1518765"/>
                  </a:lnTo>
                  <a:lnTo>
                    <a:pt x="2886834" y="1518765"/>
                  </a:lnTo>
                  <a:lnTo>
                    <a:pt x="2885989" y="1518765"/>
                  </a:lnTo>
                  <a:lnTo>
                    <a:pt x="2885144" y="1518765"/>
                  </a:lnTo>
                  <a:lnTo>
                    <a:pt x="2884299" y="1518765"/>
                  </a:lnTo>
                  <a:lnTo>
                    <a:pt x="2883454" y="1518765"/>
                  </a:lnTo>
                  <a:lnTo>
                    <a:pt x="2882609" y="1518765"/>
                  </a:lnTo>
                  <a:lnTo>
                    <a:pt x="2881764" y="1518765"/>
                  </a:lnTo>
                  <a:lnTo>
                    <a:pt x="2880919" y="1518765"/>
                  </a:lnTo>
                  <a:lnTo>
                    <a:pt x="2880073" y="1518765"/>
                  </a:lnTo>
                  <a:lnTo>
                    <a:pt x="2879228" y="1518765"/>
                  </a:lnTo>
                  <a:lnTo>
                    <a:pt x="2878383" y="1518765"/>
                  </a:lnTo>
                  <a:lnTo>
                    <a:pt x="2877538" y="1518765"/>
                  </a:lnTo>
                  <a:lnTo>
                    <a:pt x="2876693" y="1518765"/>
                  </a:lnTo>
                  <a:lnTo>
                    <a:pt x="2875848" y="1518765"/>
                  </a:lnTo>
                  <a:lnTo>
                    <a:pt x="2875003" y="1518765"/>
                  </a:lnTo>
                  <a:lnTo>
                    <a:pt x="2874158" y="1518765"/>
                  </a:lnTo>
                  <a:lnTo>
                    <a:pt x="2873313" y="1518765"/>
                  </a:lnTo>
                  <a:lnTo>
                    <a:pt x="2872468" y="1518765"/>
                  </a:lnTo>
                  <a:lnTo>
                    <a:pt x="2871623" y="1518765"/>
                  </a:lnTo>
                  <a:lnTo>
                    <a:pt x="2870777" y="1518765"/>
                  </a:lnTo>
                  <a:lnTo>
                    <a:pt x="2869932" y="1518765"/>
                  </a:lnTo>
                  <a:lnTo>
                    <a:pt x="2869087" y="1518765"/>
                  </a:lnTo>
                  <a:lnTo>
                    <a:pt x="2868242" y="1518765"/>
                  </a:lnTo>
                  <a:lnTo>
                    <a:pt x="2867397" y="1518765"/>
                  </a:lnTo>
                  <a:lnTo>
                    <a:pt x="2866552" y="1518765"/>
                  </a:lnTo>
                  <a:lnTo>
                    <a:pt x="2865707" y="1518765"/>
                  </a:lnTo>
                  <a:lnTo>
                    <a:pt x="2864862" y="1518765"/>
                  </a:lnTo>
                  <a:lnTo>
                    <a:pt x="2864017" y="1518765"/>
                  </a:lnTo>
                  <a:lnTo>
                    <a:pt x="2863172" y="1518765"/>
                  </a:lnTo>
                  <a:lnTo>
                    <a:pt x="2862327" y="1518765"/>
                  </a:lnTo>
                  <a:lnTo>
                    <a:pt x="2861481" y="1518765"/>
                  </a:lnTo>
                  <a:lnTo>
                    <a:pt x="2860636" y="1518765"/>
                  </a:lnTo>
                  <a:lnTo>
                    <a:pt x="2859791" y="1518765"/>
                  </a:lnTo>
                  <a:lnTo>
                    <a:pt x="2858946" y="1518765"/>
                  </a:lnTo>
                  <a:lnTo>
                    <a:pt x="2858101" y="1518765"/>
                  </a:lnTo>
                  <a:lnTo>
                    <a:pt x="2857256" y="1518765"/>
                  </a:lnTo>
                  <a:lnTo>
                    <a:pt x="2856411" y="1518765"/>
                  </a:lnTo>
                  <a:lnTo>
                    <a:pt x="2855566" y="1518765"/>
                  </a:lnTo>
                  <a:lnTo>
                    <a:pt x="2854721" y="1518765"/>
                  </a:lnTo>
                  <a:lnTo>
                    <a:pt x="2853876" y="1518765"/>
                  </a:lnTo>
                  <a:lnTo>
                    <a:pt x="2853031" y="1518765"/>
                  </a:lnTo>
                  <a:lnTo>
                    <a:pt x="2852185" y="1518765"/>
                  </a:lnTo>
                  <a:lnTo>
                    <a:pt x="2851340" y="1518765"/>
                  </a:lnTo>
                  <a:lnTo>
                    <a:pt x="2850495" y="1518765"/>
                  </a:lnTo>
                  <a:lnTo>
                    <a:pt x="2849650" y="1518765"/>
                  </a:lnTo>
                  <a:lnTo>
                    <a:pt x="2848805" y="1518765"/>
                  </a:lnTo>
                  <a:lnTo>
                    <a:pt x="2847960" y="1518765"/>
                  </a:lnTo>
                  <a:lnTo>
                    <a:pt x="2847115" y="1518765"/>
                  </a:lnTo>
                  <a:lnTo>
                    <a:pt x="2846270" y="1518765"/>
                  </a:lnTo>
                  <a:lnTo>
                    <a:pt x="2845425" y="1518765"/>
                  </a:lnTo>
                  <a:lnTo>
                    <a:pt x="2844580" y="1518765"/>
                  </a:lnTo>
                  <a:lnTo>
                    <a:pt x="2843735" y="1518765"/>
                  </a:lnTo>
                  <a:lnTo>
                    <a:pt x="2842889" y="1518765"/>
                  </a:lnTo>
                  <a:lnTo>
                    <a:pt x="2842044" y="1518765"/>
                  </a:lnTo>
                  <a:lnTo>
                    <a:pt x="2841199" y="1518765"/>
                  </a:lnTo>
                  <a:lnTo>
                    <a:pt x="2840354" y="1518765"/>
                  </a:lnTo>
                  <a:lnTo>
                    <a:pt x="2839509" y="1518765"/>
                  </a:lnTo>
                  <a:lnTo>
                    <a:pt x="2838664" y="1518765"/>
                  </a:lnTo>
                  <a:lnTo>
                    <a:pt x="2837819" y="1518765"/>
                  </a:lnTo>
                  <a:lnTo>
                    <a:pt x="2836974" y="1518765"/>
                  </a:lnTo>
                  <a:lnTo>
                    <a:pt x="2836129" y="1518765"/>
                  </a:lnTo>
                  <a:lnTo>
                    <a:pt x="2835284" y="1518765"/>
                  </a:lnTo>
                  <a:lnTo>
                    <a:pt x="2834438" y="1518765"/>
                  </a:lnTo>
                  <a:lnTo>
                    <a:pt x="2833593" y="1518765"/>
                  </a:lnTo>
                  <a:lnTo>
                    <a:pt x="2832748" y="1518765"/>
                  </a:lnTo>
                  <a:lnTo>
                    <a:pt x="2831903" y="1518765"/>
                  </a:lnTo>
                  <a:lnTo>
                    <a:pt x="2831058" y="1518765"/>
                  </a:lnTo>
                  <a:lnTo>
                    <a:pt x="2830213" y="1518765"/>
                  </a:lnTo>
                  <a:lnTo>
                    <a:pt x="2829368" y="1518765"/>
                  </a:lnTo>
                  <a:lnTo>
                    <a:pt x="2828523" y="1518765"/>
                  </a:lnTo>
                  <a:lnTo>
                    <a:pt x="2827678" y="1518765"/>
                  </a:lnTo>
                  <a:lnTo>
                    <a:pt x="2826833" y="1518765"/>
                  </a:lnTo>
                  <a:lnTo>
                    <a:pt x="2825988" y="1518765"/>
                  </a:lnTo>
                  <a:lnTo>
                    <a:pt x="2825142" y="1518765"/>
                  </a:lnTo>
                  <a:lnTo>
                    <a:pt x="2824297" y="1518765"/>
                  </a:lnTo>
                  <a:lnTo>
                    <a:pt x="2823452" y="1518765"/>
                  </a:lnTo>
                  <a:lnTo>
                    <a:pt x="2822607" y="1518765"/>
                  </a:lnTo>
                  <a:lnTo>
                    <a:pt x="2821762" y="1518765"/>
                  </a:lnTo>
                  <a:lnTo>
                    <a:pt x="2820917" y="1518765"/>
                  </a:lnTo>
                  <a:lnTo>
                    <a:pt x="2820072" y="1518765"/>
                  </a:lnTo>
                  <a:lnTo>
                    <a:pt x="2819227" y="1518765"/>
                  </a:lnTo>
                  <a:lnTo>
                    <a:pt x="2818382" y="1518765"/>
                  </a:lnTo>
                  <a:lnTo>
                    <a:pt x="2817537" y="1518765"/>
                  </a:lnTo>
                  <a:lnTo>
                    <a:pt x="2816692" y="1518765"/>
                  </a:lnTo>
                  <a:lnTo>
                    <a:pt x="2815846" y="1518765"/>
                  </a:lnTo>
                  <a:lnTo>
                    <a:pt x="2815001" y="1518765"/>
                  </a:lnTo>
                  <a:lnTo>
                    <a:pt x="2814156" y="1518765"/>
                  </a:lnTo>
                  <a:lnTo>
                    <a:pt x="2813311" y="1518765"/>
                  </a:lnTo>
                  <a:lnTo>
                    <a:pt x="2812466" y="1518765"/>
                  </a:lnTo>
                  <a:lnTo>
                    <a:pt x="2811621" y="1518765"/>
                  </a:lnTo>
                  <a:lnTo>
                    <a:pt x="2810776" y="1518765"/>
                  </a:lnTo>
                  <a:lnTo>
                    <a:pt x="2809931" y="1518765"/>
                  </a:lnTo>
                  <a:lnTo>
                    <a:pt x="2809086" y="1518765"/>
                  </a:lnTo>
                  <a:lnTo>
                    <a:pt x="2808241" y="1518765"/>
                  </a:lnTo>
                  <a:lnTo>
                    <a:pt x="2807396" y="1518765"/>
                  </a:lnTo>
                  <a:lnTo>
                    <a:pt x="2806550" y="1518765"/>
                  </a:lnTo>
                  <a:lnTo>
                    <a:pt x="2805705" y="1518765"/>
                  </a:lnTo>
                  <a:lnTo>
                    <a:pt x="2804860" y="1518765"/>
                  </a:lnTo>
                  <a:lnTo>
                    <a:pt x="2804015" y="1518765"/>
                  </a:lnTo>
                  <a:lnTo>
                    <a:pt x="2803170" y="1518765"/>
                  </a:lnTo>
                  <a:lnTo>
                    <a:pt x="2802325" y="1518765"/>
                  </a:lnTo>
                  <a:lnTo>
                    <a:pt x="2801480" y="1518765"/>
                  </a:lnTo>
                  <a:lnTo>
                    <a:pt x="2800635" y="1518765"/>
                  </a:lnTo>
                  <a:lnTo>
                    <a:pt x="2799790" y="1518765"/>
                  </a:lnTo>
                  <a:lnTo>
                    <a:pt x="2798945" y="1518765"/>
                  </a:lnTo>
                  <a:lnTo>
                    <a:pt x="2798100" y="1518765"/>
                  </a:lnTo>
                  <a:lnTo>
                    <a:pt x="2797254" y="1518765"/>
                  </a:lnTo>
                  <a:lnTo>
                    <a:pt x="2796409" y="1518765"/>
                  </a:lnTo>
                  <a:lnTo>
                    <a:pt x="2795564" y="1518765"/>
                  </a:lnTo>
                  <a:lnTo>
                    <a:pt x="2794719" y="1518765"/>
                  </a:lnTo>
                  <a:lnTo>
                    <a:pt x="2793874" y="1518765"/>
                  </a:lnTo>
                  <a:lnTo>
                    <a:pt x="2793029" y="1518765"/>
                  </a:lnTo>
                  <a:lnTo>
                    <a:pt x="2792184" y="1518765"/>
                  </a:lnTo>
                  <a:lnTo>
                    <a:pt x="2791339" y="1518765"/>
                  </a:lnTo>
                  <a:lnTo>
                    <a:pt x="2790494" y="1518765"/>
                  </a:lnTo>
                  <a:lnTo>
                    <a:pt x="2789649" y="1518765"/>
                  </a:lnTo>
                  <a:lnTo>
                    <a:pt x="2788804" y="1518765"/>
                  </a:lnTo>
                  <a:lnTo>
                    <a:pt x="2787958" y="1518765"/>
                  </a:lnTo>
                  <a:lnTo>
                    <a:pt x="2787113" y="1518765"/>
                  </a:lnTo>
                  <a:lnTo>
                    <a:pt x="2786268" y="1518765"/>
                  </a:lnTo>
                  <a:lnTo>
                    <a:pt x="2785423" y="1518765"/>
                  </a:lnTo>
                  <a:lnTo>
                    <a:pt x="2784578" y="1518765"/>
                  </a:lnTo>
                  <a:lnTo>
                    <a:pt x="2783733" y="1518765"/>
                  </a:lnTo>
                  <a:lnTo>
                    <a:pt x="2782888" y="1518765"/>
                  </a:lnTo>
                  <a:lnTo>
                    <a:pt x="2782043" y="1518765"/>
                  </a:lnTo>
                  <a:lnTo>
                    <a:pt x="2781198" y="1518765"/>
                  </a:lnTo>
                  <a:lnTo>
                    <a:pt x="2780353" y="1518765"/>
                  </a:lnTo>
                  <a:lnTo>
                    <a:pt x="2779508" y="1518765"/>
                  </a:lnTo>
                  <a:lnTo>
                    <a:pt x="2778662" y="1518765"/>
                  </a:lnTo>
                  <a:lnTo>
                    <a:pt x="2777817" y="1518765"/>
                  </a:lnTo>
                  <a:lnTo>
                    <a:pt x="2776972" y="1518765"/>
                  </a:lnTo>
                  <a:lnTo>
                    <a:pt x="2776127" y="1518765"/>
                  </a:lnTo>
                  <a:lnTo>
                    <a:pt x="2775282" y="1518765"/>
                  </a:lnTo>
                  <a:lnTo>
                    <a:pt x="2774437" y="1518765"/>
                  </a:lnTo>
                  <a:lnTo>
                    <a:pt x="2773592" y="1518765"/>
                  </a:lnTo>
                  <a:lnTo>
                    <a:pt x="2772747" y="1518765"/>
                  </a:lnTo>
                  <a:lnTo>
                    <a:pt x="2771902" y="1518765"/>
                  </a:lnTo>
                  <a:lnTo>
                    <a:pt x="2771057" y="1518765"/>
                  </a:lnTo>
                  <a:lnTo>
                    <a:pt x="2770211" y="1518765"/>
                  </a:lnTo>
                  <a:lnTo>
                    <a:pt x="2769366" y="1518765"/>
                  </a:lnTo>
                  <a:lnTo>
                    <a:pt x="2768521" y="1518765"/>
                  </a:lnTo>
                  <a:lnTo>
                    <a:pt x="2767676" y="1518765"/>
                  </a:lnTo>
                  <a:lnTo>
                    <a:pt x="2766831" y="1518765"/>
                  </a:lnTo>
                  <a:lnTo>
                    <a:pt x="2765986" y="1518765"/>
                  </a:lnTo>
                  <a:lnTo>
                    <a:pt x="2765141" y="1518765"/>
                  </a:lnTo>
                  <a:lnTo>
                    <a:pt x="2764296" y="1518765"/>
                  </a:lnTo>
                  <a:lnTo>
                    <a:pt x="2763451" y="1518765"/>
                  </a:lnTo>
                  <a:lnTo>
                    <a:pt x="2762606" y="1518765"/>
                  </a:lnTo>
                  <a:lnTo>
                    <a:pt x="2761761" y="1518765"/>
                  </a:lnTo>
                  <a:lnTo>
                    <a:pt x="2760915" y="1518765"/>
                  </a:lnTo>
                  <a:lnTo>
                    <a:pt x="2760070" y="1518765"/>
                  </a:lnTo>
                  <a:lnTo>
                    <a:pt x="2759225" y="1518765"/>
                  </a:lnTo>
                  <a:lnTo>
                    <a:pt x="2758380" y="1518765"/>
                  </a:lnTo>
                  <a:lnTo>
                    <a:pt x="2757535" y="1518765"/>
                  </a:lnTo>
                  <a:lnTo>
                    <a:pt x="2756690" y="1518765"/>
                  </a:lnTo>
                  <a:lnTo>
                    <a:pt x="2755845" y="1518765"/>
                  </a:lnTo>
                  <a:lnTo>
                    <a:pt x="2755000" y="1518765"/>
                  </a:lnTo>
                  <a:lnTo>
                    <a:pt x="2754155" y="1518765"/>
                  </a:lnTo>
                  <a:lnTo>
                    <a:pt x="2753310" y="1518765"/>
                  </a:lnTo>
                  <a:lnTo>
                    <a:pt x="2752465" y="1518765"/>
                  </a:lnTo>
                  <a:lnTo>
                    <a:pt x="2751619" y="1518765"/>
                  </a:lnTo>
                  <a:lnTo>
                    <a:pt x="2750774" y="1518765"/>
                  </a:lnTo>
                  <a:lnTo>
                    <a:pt x="2749929" y="1518765"/>
                  </a:lnTo>
                  <a:lnTo>
                    <a:pt x="2749084" y="1518765"/>
                  </a:lnTo>
                  <a:lnTo>
                    <a:pt x="2748239" y="1518765"/>
                  </a:lnTo>
                  <a:lnTo>
                    <a:pt x="2747394" y="1518765"/>
                  </a:lnTo>
                  <a:lnTo>
                    <a:pt x="2746549" y="1518765"/>
                  </a:lnTo>
                  <a:lnTo>
                    <a:pt x="2745704" y="1518765"/>
                  </a:lnTo>
                  <a:lnTo>
                    <a:pt x="2744859" y="1518765"/>
                  </a:lnTo>
                  <a:lnTo>
                    <a:pt x="2744014" y="1518765"/>
                  </a:lnTo>
                  <a:lnTo>
                    <a:pt x="2743169" y="1518765"/>
                  </a:lnTo>
                  <a:lnTo>
                    <a:pt x="2742323" y="1518765"/>
                  </a:lnTo>
                  <a:lnTo>
                    <a:pt x="2741478" y="1518765"/>
                  </a:lnTo>
                  <a:lnTo>
                    <a:pt x="2740633" y="1518765"/>
                  </a:lnTo>
                  <a:lnTo>
                    <a:pt x="2739788" y="1518765"/>
                  </a:lnTo>
                  <a:lnTo>
                    <a:pt x="2738943" y="1518765"/>
                  </a:lnTo>
                  <a:lnTo>
                    <a:pt x="2738098" y="1518765"/>
                  </a:lnTo>
                  <a:lnTo>
                    <a:pt x="2737253" y="1518765"/>
                  </a:lnTo>
                  <a:lnTo>
                    <a:pt x="2736408" y="1518765"/>
                  </a:lnTo>
                  <a:lnTo>
                    <a:pt x="2735563" y="1518765"/>
                  </a:lnTo>
                  <a:lnTo>
                    <a:pt x="2734718" y="1518765"/>
                  </a:lnTo>
                  <a:lnTo>
                    <a:pt x="2733873" y="1518765"/>
                  </a:lnTo>
                  <a:lnTo>
                    <a:pt x="2733027" y="1518765"/>
                  </a:lnTo>
                  <a:lnTo>
                    <a:pt x="2732182" y="1518765"/>
                  </a:lnTo>
                  <a:lnTo>
                    <a:pt x="2731337" y="1518765"/>
                  </a:lnTo>
                  <a:lnTo>
                    <a:pt x="2730492" y="1518765"/>
                  </a:lnTo>
                  <a:lnTo>
                    <a:pt x="2729647" y="1518765"/>
                  </a:lnTo>
                  <a:lnTo>
                    <a:pt x="2728802" y="1518765"/>
                  </a:lnTo>
                  <a:lnTo>
                    <a:pt x="2727957" y="1518765"/>
                  </a:lnTo>
                  <a:lnTo>
                    <a:pt x="2727112" y="1518765"/>
                  </a:lnTo>
                  <a:lnTo>
                    <a:pt x="2726267" y="1518765"/>
                  </a:lnTo>
                  <a:lnTo>
                    <a:pt x="2725422" y="1518765"/>
                  </a:lnTo>
                  <a:lnTo>
                    <a:pt x="2724577" y="1518765"/>
                  </a:lnTo>
                  <a:lnTo>
                    <a:pt x="2723731" y="1518765"/>
                  </a:lnTo>
                  <a:lnTo>
                    <a:pt x="2722886" y="1518765"/>
                  </a:lnTo>
                  <a:lnTo>
                    <a:pt x="2722041" y="1518765"/>
                  </a:lnTo>
                  <a:lnTo>
                    <a:pt x="2721196" y="1518765"/>
                  </a:lnTo>
                  <a:lnTo>
                    <a:pt x="2720351" y="1518765"/>
                  </a:lnTo>
                  <a:lnTo>
                    <a:pt x="2719506" y="1518765"/>
                  </a:lnTo>
                  <a:lnTo>
                    <a:pt x="2718661" y="1518765"/>
                  </a:lnTo>
                  <a:lnTo>
                    <a:pt x="2717816" y="1518765"/>
                  </a:lnTo>
                  <a:lnTo>
                    <a:pt x="2716971" y="1518765"/>
                  </a:lnTo>
                  <a:lnTo>
                    <a:pt x="2716126" y="1518765"/>
                  </a:lnTo>
                  <a:lnTo>
                    <a:pt x="2715281" y="1518765"/>
                  </a:lnTo>
                  <a:lnTo>
                    <a:pt x="2714435" y="1518765"/>
                  </a:lnTo>
                  <a:lnTo>
                    <a:pt x="2713590" y="1518765"/>
                  </a:lnTo>
                  <a:lnTo>
                    <a:pt x="2712745" y="1518765"/>
                  </a:lnTo>
                  <a:lnTo>
                    <a:pt x="2711900" y="1518765"/>
                  </a:lnTo>
                  <a:lnTo>
                    <a:pt x="2711055" y="1518765"/>
                  </a:lnTo>
                  <a:lnTo>
                    <a:pt x="2710210" y="1518765"/>
                  </a:lnTo>
                  <a:lnTo>
                    <a:pt x="2709365" y="1518765"/>
                  </a:lnTo>
                  <a:lnTo>
                    <a:pt x="2708520" y="1518765"/>
                  </a:lnTo>
                  <a:lnTo>
                    <a:pt x="2707675" y="1518765"/>
                  </a:lnTo>
                  <a:lnTo>
                    <a:pt x="2706830" y="1518765"/>
                  </a:lnTo>
                  <a:lnTo>
                    <a:pt x="2705984" y="1518765"/>
                  </a:lnTo>
                  <a:lnTo>
                    <a:pt x="2705139" y="1518765"/>
                  </a:lnTo>
                  <a:lnTo>
                    <a:pt x="2704294" y="1518765"/>
                  </a:lnTo>
                  <a:lnTo>
                    <a:pt x="2703449" y="1518765"/>
                  </a:lnTo>
                  <a:lnTo>
                    <a:pt x="2702604" y="1518765"/>
                  </a:lnTo>
                  <a:lnTo>
                    <a:pt x="2701759" y="1518765"/>
                  </a:lnTo>
                  <a:lnTo>
                    <a:pt x="2700914" y="1518765"/>
                  </a:lnTo>
                  <a:lnTo>
                    <a:pt x="2700069" y="1518765"/>
                  </a:lnTo>
                  <a:lnTo>
                    <a:pt x="2699224" y="1518765"/>
                  </a:lnTo>
                  <a:lnTo>
                    <a:pt x="2698379" y="1518765"/>
                  </a:lnTo>
                  <a:lnTo>
                    <a:pt x="2697534" y="1518765"/>
                  </a:lnTo>
                  <a:lnTo>
                    <a:pt x="2696688" y="1518765"/>
                  </a:lnTo>
                  <a:lnTo>
                    <a:pt x="2695843" y="1518765"/>
                  </a:lnTo>
                  <a:lnTo>
                    <a:pt x="2694998" y="1518765"/>
                  </a:lnTo>
                  <a:lnTo>
                    <a:pt x="2694153" y="1518765"/>
                  </a:lnTo>
                  <a:lnTo>
                    <a:pt x="2693308" y="1518765"/>
                  </a:lnTo>
                  <a:lnTo>
                    <a:pt x="2692463" y="1518765"/>
                  </a:lnTo>
                  <a:lnTo>
                    <a:pt x="2691618" y="1518765"/>
                  </a:lnTo>
                  <a:lnTo>
                    <a:pt x="2690773" y="1518765"/>
                  </a:lnTo>
                  <a:lnTo>
                    <a:pt x="2689928" y="1518765"/>
                  </a:lnTo>
                  <a:lnTo>
                    <a:pt x="2689083" y="1518765"/>
                  </a:lnTo>
                  <a:lnTo>
                    <a:pt x="2688238" y="1518765"/>
                  </a:lnTo>
                  <a:lnTo>
                    <a:pt x="2687392" y="1518765"/>
                  </a:lnTo>
                  <a:lnTo>
                    <a:pt x="2686547" y="1518765"/>
                  </a:lnTo>
                  <a:lnTo>
                    <a:pt x="2685702" y="1518765"/>
                  </a:lnTo>
                  <a:lnTo>
                    <a:pt x="2684857" y="1518765"/>
                  </a:lnTo>
                  <a:lnTo>
                    <a:pt x="2684012" y="1518765"/>
                  </a:lnTo>
                  <a:lnTo>
                    <a:pt x="2683167" y="1518765"/>
                  </a:lnTo>
                  <a:lnTo>
                    <a:pt x="2682322" y="1518765"/>
                  </a:lnTo>
                  <a:lnTo>
                    <a:pt x="2681477" y="1518765"/>
                  </a:lnTo>
                  <a:lnTo>
                    <a:pt x="2680632" y="1518765"/>
                  </a:lnTo>
                  <a:lnTo>
                    <a:pt x="2679787" y="1518765"/>
                  </a:lnTo>
                  <a:lnTo>
                    <a:pt x="2678942" y="1518765"/>
                  </a:lnTo>
                  <a:lnTo>
                    <a:pt x="2678096" y="1518765"/>
                  </a:lnTo>
                  <a:lnTo>
                    <a:pt x="2677251" y="1518765"/>
                  </a:lnTo>
                  <a:lnTo>
                    <a:pt x="2676406" y="1518765"/>
                  </a:lnTo>
                  <a:lnTo>
                    <a:pt x="2675561" y="1518765"/>
                  </a:lnTo>
                  <a:lnTo>
                    <a:pt x="2674716" y="1518765"/>
                  </a:lnTo>
                  <a:lnTo>
                    <a:pt x="2673871" y="1518765"/>
                  </a:lnTo>
                  <a:lnTo>
                    <a:pt x="2673026" y="1518765"/>
                  </a:lnTo>
                  <a:lnTo>
                    <a:pt x="2672181" y="1518765"/>
                  </a:lnTo>
                  <a:lnTo>
                    <a:pt x="2671336" y="1518765"/>
                  </a:lnTo>
                  <a:lnTo>
                    <a:pt x="2670491" y="1518765"/>
                  </a:lnTo>
                  <a:lnTo>
                    <a:pt x="2669646" y="1518765"/>
                  </a:lnTo>
                  <a:lnTo>
                    <a:pt x="2668800" y="1518765"/>
                  </a:lnTo>
                  <a:lnTo>
                    <a:pt x="2667955" y="1518765"/>
                  </a:lnTo>
                  <a:lnTo>
                    <a:pt x="2667110" y="1518765"/>
                  </a:lnTo>
                  <a:lnTo>
                    <a:pt x="2666265" y="1518765"/>
                  </a:lnTo>
                  <a:lnTo>
                    <a:pt x="2665420" y="1518765"/>
                  </a:lnTo>
                  <a:lnTo>
                    <a:pt x="2664575" y="1518765"/>
                  </a:lnTo>
                  <a:lnTo>
                    <a:pt x="2663730" y="1518765"/>
                  </a:lnTo>
                  <a:lnTo>
                    <a:pt x="2662885" y="1518765"/>
                  </a:lnTo>
                  <a:lnTo>
                    <a:pt x="2662040" y="1518765"/>
                  </a:lnTo>
                  <a:lnTo>
                    <a:pt x="2661195" y="1518765"/>
                  </a:lnTo>
                  <a:lnTo>
                    <a:pt x="2660350" y="1518765"/>
                  </a:lnTo>
                  <a:lnTo>
                    <a:pt x="2659504" y="1518765"/>
                  </a:lnTo>
                  <a:lnTo>
                    <a:pt x="2658659" y="1518765"/>
                  </a:lnTo>
                  <a:lnTo>
                    <a:pt x="2657814" y="1518765"/>
                  </a:lnTo>
                  <a:lnTo>
                    <a:pt x="2656969" y="1518765"/>
                  </a:lnTo>
                  <a:lnTo>
                    <a:pt x="2656124" y="1518765"/>
                  </a:lnTo>
                  <a:lnTo>
                    <a:pt x="2655279" y="1518765"/>
                  </a:lnTo>
                  <a:lnTo>
                    <a:pt x="2654434" y="1518765"/>
                  </a:lnTo>
                  <a:lnTo>
                    <a:pt x="2653589" y="1518765"/>
                  </a:lnTo>
                  <a:lnTo>
                    <a:pt x="2652744" y="1518765"/>
                  </a:lnTo>
                  <a:lnTo>
                    <a:pt x="2651899" y="1518765"/>
                  </a:lnTo>
                  <a:lnTo>
                    <a:pt x="2651054" y="1518765"/>
                  </a:lnTo>
                  <a:lnTo>
                    <a:pt x="2650208" y="1518765"/>
                  </a:lnTo>
                  <a:lnTo>
                    <a:pt x="2649363" y="1518765"/>
                  </a:lnTo>
                  <a:lnTo>
                    <a:pt x="2648518" y="1518765"/>
                  </a:lnTo>
                  <a:lnTo>
                    <a:pt x="2647673" y="1518765"/>
                  </a:lnTo>
                  <a:lnTo>
                    <a:pt x="2646828" y="1518765"/>
                  </a:lnTo>
                  <a:lnTo>
                    <a:pt x="2645983" y="1518765"/>
                  </a:lnTo>
                  <a:lnTo>
                    <a:pt x="2645138" y="1518765"/>
                  </a:lnTo>
                  <a:lnTo>
                    <a:pt x="2644293" y="1518765"/>
                  </a:lnTo>
                  <a:lnTo>
                    <a:pt x="2643448" y="1518765"/>
                  </a:lnTo>
                  <a:lnTo>
                    <a:pt x="2642603" y="1518765"/>
                  </a:lnTo>
                  <a:lnTo>
                    <a:pt x="2641757" y="1518765"/>
                  </a:lnTo>
                  <a:lnTo>
                    <a:pt x="2640912" y="1518765"/>
                  </a:lnTo>
                  <a:lnTo>
                    <a:pt x="2640067" y="1518765"/>
                  </a:lnTo>
                  <a:lnTo>
                    <a:pt x="2639222" y="1518765"/>
                  </a:lnTo>
                  <a:lnTo>
                    <a:pt x="2638377" y="1518765"/>
                  </a:lnTo>
                  <a:lnTo>
                    <a:pt x="2637532" y="1518765"/>
                  </a:lnTo>
                  <a:lnTo>
                    <a:pt x="2636687" y="1518765"/>
                  </a:lnTo>
                  <a:lnTo>
                    <a:pt x="2635842" y="1518765"/>
                  </a:lnTo>
                  <a:lnTo>
                    <a:pt x="2634997" y="1518765"/>
                  </a:lnTo>
                  <a:lnTo>
                    <a:pt x="2634152" y="1518765"/>
                  </a:lnTo>
                  <a:lnTo>
                    <a:pt x="2633307" y="1518765"/>
                  </a:lnTo>
                  <a:lnTo>
                    <a:pt x="2632461" y="1518765"/>
                  </a:lnTo>
                  <a:lnTo>
                    <a:pt x="2631616" y="1518765"/>
                  </a:lnTo>
                  <a:lnTo>
                    <a:pt x="2630771" y="1518765"/>
                  </a:lnTo>
                  <a:lnTo>
                    <a:pt x="2629926" y="1518765"/>
                  </a:lnTo>
                  <a:lnTo>
                    <a:pt x="2629081" y="1518765"/>
                  </a:lnTo>
                  <a:lnTo>
                    <a:pt x="2628236" y="1518765"/>
                  </a:lnTo>
                  <a:lnTo>
                    <a:pt x="2627391" y="1518765"/>
                  </a:lnTo>
                  <a:lnTo>
                    <a:pt x="2626546" y="1518765"/>
                  </a:lnTo>
                  <a:lnTo>
                    <a:pt x="2625701" y="1518765"/>
                  </a:lnTo>
                  <a:lnTo>
                    <a:pt x="2624856" y="1518765"/>
                  </a:lnTo>
                  <a:lnTo>
                    <a:pt x="2624011" y="1518765"/>
                  </a:lnTo>
                  <a:lnTo>
                    <a:pt x="2623165" y="1518765"/>
                  </a:lnTo>
                  <a:lnTo>
                    <a:pt x="2622320" y="1518765"/>
                  </a:lnTo>
                  <a:lnTo>
                    <a:pt x="2621475" y="1518765"/>
                  </a:lnTo>
                  <a:lnTo>
                    <a:pt x="2620630" y="1518765"/>
                  </a:lnTo>
                  <a:lnTo>
                    <a:pt x="2619785" y="1518765"/>
                  </a:lnTo>
                  <a:lnTo>
                    <a:pt x="2618940" y="1518765"/>
                  </a:lnTo>
                  <a:lnTo>
                    <a:pt x="2618095" y="1518765"/>
                  </a:lnTo>
                  <a:lnTo>
                    <a:pt x="2617250" y="1518765"/>
                  </a:lnTo>
                  <a:lnTo>
                    <a:pt x="2616405" y="1518765"/>
                  </a:lnTo>
                  <a:lnTo>
                    <a:pt x="2615560" y="1518765"/>
                  </a:lnTo>
                  <a:lnTo>
                    <a:pt x="2614715" y="1518765"/>
                  </a:lnTo>
                  <a:lnTo>
                    <a:pt x="2613869" y="1518765"/>
                  </a:lnTo>
                  <a:lnTo>
                    <a:pt x="2613024" y="1518765"/>
                  </a:lnTo>
                  <a:lnTo>
                    <a:pt x="2612179" y="1518765"/>
                  </a:lnTo>
                  <a:lnTo>
                    <a:pt x="2611334" y="1518765"/>
                  </a:lnTo>
                  <a:lnTo>
                    <a:pt x="2610489" y="1518765"/>
                  </a:lnTo>
                  <a:lnTo>
                    <a:pt x="2609644" y="1518765"/>
                  </a:lnTo>
                  <a:lnTo>
                    <a:pt x="2608799" y="1518765"/>
                  </a:lnTo>
                  <a:lnTo>
                    <a:pt x="2607954" y="1518765"/>
                  </a:lnTo>
                  <a:lnTo>
                    <a:pt x="2607109" y="1518765"/>
                  </a:lnTo>
                  <a:lnTo>
                    <a:pt x="2606264" y="1518765"/>
                  </a:lnTo>
                  <a:lnTo>
                    <a:pt x="2605419" y="1518765"/>
                  </a:lnTo>
                  <a:lnTo>
                    <a:pt x="2604573" y="1518765"/>
                  </a:lnTo>
                  <a:lnTo>
                    <a:pt x="2603728" y="1518765"/>
                  </a:lnTo>
                  <a:lnTo>
                    <a:pt x="2602883" y="1518765"/>
                  </a:lnTo>
                  <a:lnTo>
                    <a:pt x="2602038" y="1518765"/>
                  </a:lnTo>
                  <a:lnTo>
                    <a:pt x="2601193" y="1518765"/>
                  </a:lnTo>
                  <a:lnTo>
                    <a:pt x="2600348" y="1518765"/>
                  </a:lnTo>
                  <a:lnTo>
                    <a:pt x="2599503" y="1518765"/>
                  </a:lnTo>
                  <a:lnTo>
                    <a:pt x="2598658" y="1518765"/>
                  </a:lnTo>
                  <a:lnTo>
                    <a:pt x="2597813" y="1518765"/>
                  </a:lnTo>
                  <a:lnTo>
                    <a:pt x="2596968" y="1518765"/>
                  </a:lnTo>
                  <a:lnTo>
                    <a:pt x="2596123" y="1518765"/>
                  </a:lnTo>
                  <a:lnTo>
                    <a:pt x="2595277" y="1518765"/>
                  </a:lnTo>
                  <a:lnTo>
                    <a:pt x="2594432" y="1518765"/>
                  </a:lnTo>
                  <a:lnTo>
                    <a:pt x="2593587" y="1518765"/>
                  </a:lnTo>
                  <a:lnTo>
                    <a:pt x="2592742" y="1518765"/>
                  </a:lnTo>
                  <a:lnTo>
                    <a:pt x="2591897" y="1518765"/>
                  </a:lnTo>
                  <a:lnTo>
                    <a:pt x="2591052" y="1518765"/>
                  </a:lnTo>
                  <a:lnTo>
                    <a:pt x="2590207" y="1518765"/>
                  </a:lnTo>
                  <a:lnTo>
                    <a:pt x="2589362" y="1518765"/>
                  </a:lnTo>
                  <a:lnTo>
                    <a:pt x="2588517" y="1518765"/>
                  </a:lnTo>
                  <a:lnTo>
                    <a:pt x="2587672" y="1518765"/>
                  </a:lnTo>
                  <a:lnTo>
                    <a:pt x="2586827" y="1518765"/>
                  </a:lnTo>
                  <a:lnTo>
                    <a:pt x="2585981" y="1518765"/>
                  </a:lnTo>
                  <a:lnTo>
                    <a:pt x="2585136" y="1518765"/>
                  </a:lnTo>
                  <a:lnTo>
                    <a:pt x="2584291" y="1518765"/>
                  </a:lnTo>
                  <a:lnTo>
                    <a:pt x="2583446" y="1518765"/>
                  </a:lnTo>
                  <a:lnTo>
                    <a:pt x="2582601" y="1518765"/>
                  </a:lnTo>
                  <a:lnTo>
                    <a:pt x="2581756" y="1518765"/>
                  </a:lnTo>
                  <a:lnTo>
                    <a:pt x="2580911" y="1518765"/>
                  </a:lnTo>
                  <a:lnTo>
                    <a:pt x="2580066" y="1518765"/>
                  </a:lnTo>
                  <a:lnTo>
                    <a:pt x="2579221" y="1518765"/>
                  </a:lnTo>
                  <a:lnTo>
                    <a:pt x="2578376" y="1518765"/>
                  </a:lnTo>
                  <a:lnTo>
                    <a:pt x="2577530" y="1518765"/>
                  </a:lnTo>
                  <a:lnTo>
                    <a:pt x="2576685" y="1518765"/>
                  </a:lnTo>
                  <a:lnTo>
                    <a:pt x="2575840" y="1518765"/>
                  </a:lnTo>
                  <a:lnTo>
                    <a:pt x="2574995" y="1518765"/>
                  </a:lnTo>
                  <a:lnTo>
                    <a:pt x="2574150" y="1518765"/>
                  </a:lnTo>
                  <a:lnTo>
                    <a:pt x="2573305" y="1518765"/>
                  </a:lnTo>
                  <a:lnTo>
                    <a:pt x="2572460" y="1518765"/>
                  </a:lnTo>
                  <a:lnTo>
                    <a:pt x="2571615" y="1518765"/>
                  </a:lnTo>
                  <a:lnTo>
                    <a:pt x="2570770" y="1518765"/>
                  </a:lnTo>
                  <a:lnTo>
                    <a:pt x="2569925" y="1518765"/>
                  </a:lnTo>
                  <a:lnTo>
                    <a:pt x="2569080" y="1518765"/>
                  </a:lnTo>
                  <a:lnTo>
                    <a:pt x="2568234" y="1518765"/>
                  </a:lnTo>
                  <a:lnTo>
                    <a:pt x="2567389" y="1518765"/>
                  </a:lnTo>
                  <a:lnTo>
                    <a:pt x="2566544" y="1518765"/>
                  </a:lnTo>
                  <a:lnTo>
                    <a:pt x="2565699" y="1518765"/>
                  </a:lnTo>
                  <a:lnTo>
                    <a:pt x="2564854" y="1518765"/>
                  </a:lnTo>
                  <a:lnTo>
                    <a:pt x="2564009" y="1518765"/>
                  </a:lnTo>
                  <a:lnTo>
                    <a:pt x="2563164" y="1518765"/>
                  </a:lnTo>
                  <a:lnTo>
                    <a:pt x="2562319" y="1518765"/>
                  </a:lnTo>
                  <a:lnTo>
                    <a:pt x="2561474" y="1518765"/>
                  </a:lnTo>
                  <a:lnTo>
                    <a:pt x="2560629" y="1518765"/>
                  </a:lnTo>
                  <a:lnTo>
                    <a:pt x="2559784" y="1518765"/>
                  </a:lnTo>
                  <a:lnTo>
                    <a:pt x="2558938" y="1518765"/>
                  </a:lnTo>
                  <a:lnTo>
                    <a:pt x="2558093" y="1518765"/>
                  </a:lnTo>
                  <a:lnTo>
                    <a:pt x="2557248" y="1518765"/>
                  </a:lnTo>
                  <a:lnTo>
                    <a:pt x="2556403" y="1518765"/>
                  </a:lnTo>
                  <a:lnTo>
                    <a:pt x="2555558" y="1518765"/>
                  </a:lnTo>
                  <a:lnTo>
                    <a:pt x="2554713" y="1518765"/>
                  </a:lnTo>
                  <a:lnTo>
                    <a:pt x="2553868" y="1518765"/>
                  </a:lnTo>
                  <a:lnTo>
                    <a:pt x="2553023" y="1518765"/>
                  </a:lnTo>
                  <a:lnTo>
                    <a:pt x="2552178" y="1518765"/>
                  </a:lnTo>
                  <a:lnTo>
                    <a:pt x="2551333" y="1518765"/>
                  </a:lnTo>
                  <a:lnTo>
                    <a:pt x="2550488" y="1518765"/>
                  </a:lnTo>
                  <a:lnTo>
                    <a:pt x="2549642" y="1518765"/>
                  </a:lnTo>
                  <a:lnTo>
                    <a:pt x="2548797" y="1518765"/>
                  </a:lnTo>
                  <a:lnTo>
                    <a:pt x="2547952" y="1518765"/>
                  </a:lnTo>
                  <a:lnTo>
                    <a:pt x="2547107" y="1518765"/>
                  </a:lnTo>
                  <a:lnTo>
                    <a:pt x="2546262" y="1518765"/>
                  </a:lnTo>
                  <a:lnTo>
                    <a:pt x="2545417" y="1518765"/>
                  </a:lnTo>
                  <a:lnTo>
                    <a:pt x="2544572" y="1518765"/>
                  </a:lnTo>
                  <a:lnTo>
                    <a:pt x="2543727" y="1518765"/>
                  </a:lnTo>
                  <a:lnTo>
                    <a:pt x="2542882" y="1518765"/>
                  </a:lnTo>
                  <a:lnTo>
                    <a:pt x="2542037" y="1518765"/>
                  </a:lnTo>
                  <a:lnTo>
                    <a:pt x="2541192" y="1518765"/>
                  </a:lnTo>
                  <a:lnTo>
                    <a:pt x="2540346" y="1518765"/>
                  </a:lnTo>
                  <a:lnTo>
                    <a:pt x="2539501" y="1518765"/>
                  </a:lnTo>
                  <a:lnTo>
                    <a:pt x="2538656" y="1518765"/>
                  </a:lnTo>
                  <a:lnTo>
                    <a:pt x="2537811" y="1518765"/>
                  </a:lnTo>
                  <a:lnTo>
                    <a:pt x="2536966" y="1518765"/>
                  </a:lnTo>
                  <a:lnTo>
                    <a:pt x="2536121" y="1518765"/>
                  </a:lnTo>
                  <a:lnTo>
                    <a:pt x="2535276" y="1518765"/>
                  </a:lnTo>
                  <a:lnTo>
                    <a:pt x="2534431" y="1518765"/>
                  </a:lnTo>
                  <a:lnTo>
                    <a:pt x="2533586" y="1518765"/>
                  </a:lnTo>
                  <a:lnTo>
                    <a:pt x="2532741" y="1518765"/>
                  </a:lnTo>
                  <a:lnTo>
                    <a:pt x="2531896" y="1518765"/>
                  </a:lnTo>
                  <a:lnTo>
                    <a:pt x="2531050" y="1518765"/>
                  </a:lnTo>
                  <a:lnTo>
                    <a:pt x="2530205" y="1518765"/>
                  </a:lnTo>
                  <a:lnTo>
                    <a:pt x="2529360" y="1518765"/>
                  </a:lnTo>
                  <a:lnTo>
                    <a:pt x="2528515" y="1518765"/>
                  </a:lnTo>
                  <a:lnTo>
                    <a:pt x="2527670" y="1518765"/>
                  </a:lnTo>
                  <a:lnTo>
                    <a:pt x="2526825" y="1518765"/>
                  </a:lnTo>
                  <a:lnTo>
                    <a:pt x="2525980" y="1518765"/>
                  </a:lnTo>
                  <a:lnTo>
                    <a:pt x="2525135" y="1518765"/>
                  </a:lnTo>
                  <a:lnTo>
                    <a:pt x="2524290" y="1518765"/>
                  </a:lnTo>
                  <a:lnTo>
                    <a:pt x="2523445" y="1518765"/>
                  </a:lnTo>
                  <a:lnTo>
                    <a:pt x="2522600" y="1518765"/>
                  </a:lnTo>
                  <a:lnTo>
                    <a:pt x="2521754" y="1518765"/>
                  </a:lnTo>
                  <a:lnTo>
                    <a:pt x="2520909" y="1518765"/>
                  </a:lnTo>
                  <a:lnTo>
                    <a:pt x="2520064" y="1518765"/>
                  </a:lnTo>
                  <a:lnTo>
                    <a:pt x="2519219" y="1518765"/>
                  </a:lnTo>
                  <a:lnTo>
                    <a:pt x="2518374" y="1518765"/>
                  </a:lnTo>
                  <a:lnTo>
                    <a:pt x="2517529" y="1518765"/>
                  </a:lnTo>
                  <a:lnTo>
                    <a:pt x="2516684" y="1518765"/>
                  </a:lnTo>
                  <a:lnTo>
                    <a:pt x="2515839" y="1518765"/>
                  </a:lnTo>
                  <a:lnTo>
                    <a:pt x="2514994" y="1518765"/>
                  </a:lnTo>
                  <a:lnTo>
                    <a:pt x="2514149" y="1518765"/>
                  </a:lnTo>
                  <a:lnTo>
                    <a:pt x="2513303" y="1518765"/>
                  </a:lnTo>
                  <a:lnTo>
                    <a:pt x="2512458" y="1518765"/>
                  </a:lnTo>
                  <a:lnTo>
                    <a:pt x="2511613" y="1518765"/>
                  </a:lnTo>
                  <a:lnTo>
                    <a:pt x="2510768" y="1518765"/>
                  </a:lnTo>
                  <a:lnTo>
                    <a:pt x="2509923" y="1518765"/>
                  </a:lnTo>
                  <a:lnTo>
                    <a:pt x="2509078" y="1518765"/>
                  </a:lnTo>
                  <a:lnTo>
                    <a:pt x="2508233" y="1518765"/>
                  </a:lnTo>
                  <a:lnTo>
                    <a:pt x="2507388" y="1518765"/>
                  </a:lnTo>
                  <a:lnTo>
                    <a:pt x="2506543" y="1518765"/>
                  </a:lnTo>
                  <a:lnTo>
                    <a:pt x="2505698" y="1518765"/>
                  </a:lnTo>
                  <a:lnTo>
                    <a:pt x="2504853" y="1518765"/>
                  </a:lnTo>
                  <a:lnTo>
                    <a:pt x="2504007" y="1518765"/>
                  </a:lnTo>
                  <a:lnTo>
                    <a:pt x="2503162" y="1518765"/>
                  </a:lnTo>
                  <a:lnTo>
                    <a:pt x="2502317" y="1518765"/>
                  </a:lnTo>
                  <a:lnTo>
                    <a:pt x="2501472" y="1518765"/>
                  </a:lnTo>
                  <a:lnTo>
                    <a:pt x="2500627" y="1518765"/>
                  </a:lnTo>
                  <a:lnTo>
                    <a:pt x="2499782" y="1518765"/>
                  </a:lnTo>
                  <a:lnTo>
                    <a:pt x="2498937" y="1518765"/>
                  </a:lnTo>
                  <a:lnTo>
                    <a:pt x="2498092" y="1518765"/>
                  </a:lnTo>
                  <a:lnTo>
                    <a:pt x="2497247" y="1518765"/>
                  </a:lnTo>
                  <a:lnTo>
                    <a:pt x="2496402" y="1518765"/>
                  </a:lnTo>
                  <a:lnTo>
                    <a:pt x="2495557" y="1518765"/>
                  </a:lnTo>
                  <a:lnTo>
                    <a:pt x="2494711" y="1518765"/>
                  </a:lnTo>
                  <a:lnTo>
                    <a:pt x="2493866" y="1518765"/>
                  </a:lnTo>
                  <a:lnTo>
                    <a:pt x="2493021" y="1518765"/>
                  </a:lnTo>
                  <a:lnTo>
                    <a:pt x="2492176" y="1518765"/>
                  </a:lnTo>
                  <a:lnTo>
                    <a:pt x="2491331" y="1518765"/>
                  </a:lnTo>
                  <a:lnTo>
                    <a:pt x="2490486" y="1518765"/>
                  </a:lnTo>
                  <a:lnTo>
                    <a:pt x="2489641" y="1518765"/>
                  </a:lnTo>
                  <a:lnTo>
                    <a:pt x="2488796" y="1518765"/>
                  </a:lnTo>
                  <a:lnTo>
                    <a:pt x="2487951" y="1518765"/>
                  </a:lnTo>
                  <a:lnTo>
                    <a:pt x="2487106" y="1518765"/>
                  </a:lnTo>
                  <a:lnTo>
                    <a:pt x="2486261" y="1518765"/>
                  </a:lnTo>
                  <a:lnTo>
                    <a:pt x="2485415" y="1518765"/>
                  </a:lnTo>
                  <a:lnTo>
                    <a:pt x="2484570" y="1518765"/>
                  </a:lnTo>
                  <a:lnTo>
                    <a:pt x="2483725" y="1518765"/>
                  </a:lnTo>
                  <a:lnTo>
                    <a:pt x="2482880" y="1518765"/>
                  </a:lnTo>
                  <a:lnTo>
                    <a:pt x="2482035" y="1518765"/>
                  </a:lnTo>
                  <a:lnTo>
                    <a:pt x="2481190" y="1518765"/>
                  </a:lnTo>
                  <a:lnTo>
                    <a:pt x="2480345" y="1518765"/>
                  </a:lnTo>
                  <a:lnTo>
                    <a:pt x="2479500" y="1518765"/>
                  </a:lnTo>
                  <a:lnTo>
                    <a:pt x="2478655" y="1518765"/>
                  </a:lnTo>
                  <a:lnTo>
                    <a:pt x="2477810" y="1518765"/>
                  </a:lnTo>
                  <a:lnTo>
                    <a:pt x="2476965" y="1518765"/>
                  </a:lnTo>
                  <a:lnTo>
                    <a:pt x="2476119" y="1518765"/>
                  </a:lnTo>
                  <a:lnTo>
                    <a:pt x="2475274" y="1518765"/>
                  </a:lnTo>
                  <a:lnTo>
                    <a:pt x="2474429" y="1518765"/>
                  </a:lnTo>
                  <a:lnTo>
                    <a:pt x="2473584" y="1518765"/>
                  </a:lnTo>
                  <a:lnTo>
                    <a:pt x="2472739" y="1518765"/>
                  </a:lnTo>
                  <a:lnTo>
                    <a:pt x="2471894" y="1518765"/>
                  </a:lnTo>
                  <a:lnTo>
                    <a:pt x="2471049" y="1518765"/>
                  </a:lnTo>
                  <a:lnTo>
                    <a:pt x="2470204" y="1518765"/>
                  </a:lnTo>
                  <a:lnTo>
                    <a:pt x="2469359" y="1518765"/>
                  </a:lnTo>
                  <a:lnTo>
                    <a:pt x="2468514" y="1518765"/>
                  </a:lnTo>
                  <a:lnTo>
                    <a:pt x="2467669" y="1518765"/>
                  </a:lnTo>
                  <a:lnTo>
                    <a:pt x="2466823" y="1518765"/>
                  </a:lnTo>
                  <a:lnTo>
                    <a:pt x="2465978" y="1518765"/>
                  </a:lnTo>
                  <a:lnTo>
                    <a:pt x="2465133" y="1518765"/>
                  </a:lnTo>
                  <a:lnTo>
                    <a:pt x="2464288" y="1518765"/>
                  </a:lnTo>
                  <a:lnTo>
                    <a:pt x="2463443" y="1518765"/>
                  </a:lnTo>
                  <a:lnTo>
                    <a:pt x="2462598" y="1518765"/>
                  </a:lnTo>
                  <a:lnTo>
                    <a:pt x="2461753" y="1518765"/>
                  </a:lnTo>
                  <a:lnTo>
                    <a:pt x="2460908" y="1518765"/>
                  </a:lnTo>
                  <a:lnTo>
                    <a:pt x="2460063" y="1518765"/>
                  </a:lnTo>
                  <a:lnTo>
                    <a:pt x="2459218" y="1518765"/>
                  </a:lnTo>
                  <a:lnTo>
                    <a:pt x="2458373" y="1518765"/>
                  </a:lnTo>
                  <a:lnTo>
                    <a:pt x="2457527" y="1518765"/>
                  </a:lnTo>
                  <a:lnTo>
                    <a:pt x="2456682" y="1518765"/>
                  </a:lnTo>
                  <a:lnTo>
                    <a:pt x="2455837" y="1518765"/>
                  </a:lnTo>
                  <a:lnTo>
                    <a:pt x="2454992" y="1518765"/>
                  </a:lnTo>
                  <a:lnTo>
                    <a:pt x="2454147" y="1518765"/>
                  </a:lnTo>
                  <a:lnTo>
                    <a:pt x="2453302" y="1518765"/>
                  </a:lnTo>
                  <a:lnTo>
                    <a:pt x="2452457" y="1518765"/>
                  </a:lnTo>
                  <a:lnTo>
                    <a:pt x="2451612" y="1518765"/>
                  </a:lnTo>
                  <a:lnTo>
                    <a:pt x="2450767" y="1518765"/>
                  </a:lnTo>
                  <a:lnTo>
                    <a:pt x="2449922" y="1518765"/>
                  </a:lnTo>
                  <a:lnTo>
                    <a:pt x="2449076" y="1518765"/>
                  </a:lnTo>
                  <a:lnTo>
                    <a:pt x="2448231" y="1518765"/>
                  </a:lnTo>
                  <a:lnTo>
                    <a:pt x="2447386" y="1518765"/>
                  </a:lnTo>
                  <a:lnTo>
                    <a:pt x="2446541" y="1518765"/>
                  </a:lnTo>
                  <a:lnTo>
                    <a:pt x="2445696" y="1518765"/>
                  </a:lnTo>
                  <a:lnTo>
                    <a:pt x="2444851" y="1518765"/>
                  </a:lnTo>
                  <a:lnTo>
                    <a:pt x="2444006" y="1518765"/>
                  </a:lnTo>
                  <a:lnTo>
                    <a:pt x="2443161" y="1518765"/>
                  </a:lnTo>
                  <a:lnTo>
                    <a:pt x="2442316" y="1518765"/>
                  </a:lnTo>
                  <a:lnTo>
                    <a:pt x="2441471" y="1518765"/>
                  </a:lnTo>
                  <a:lnTo>
                    <a:pt x="2440626" y="1518765"/>
                  </a:lnTo>
                  <a:lnTo>
                    <a:pt x="2439780" y="1518765"/>
                  </a:lnTo>
                  <a:lnTo>
                    <a:pt x="2438935" y="1518765"/>
                  </a:lnTo>
                  <a:lnTo>
                    <a:pt x="2438090" y="1518765"/>
                  </a:lnTo>
                  <a:lnTo>
                    <a:pt x="2437245" y="1518765"/>
                  </a:lnTo>
                  <a:lnTo>
                    <a:pt x="2436400" y="1518765"/>
                  </a:lnTo>
                  <a:lnTo>
                    <a:pt x="2435555" y="1518765"/>
                  </a:lnTo>
                  <a:lnTo>
                    <a:pt x="2434710" y="1518765"/>
                  </a:lnTo>
                  <a:lnTo>
                    <a:pt x="2433865" y="1518765"/>
                  </a:lnTo>
                  <a:lnTo>
                    <a:pt x="2433020" y="1518765"/>
                  </a:lnTo>
                  <a:lnTo>
                    <a:pt x="2432175" y="1518765"/>
                  </a:lnTo>
                  <a:lnTo>
                    <a:pt x="2431330" y="1518765"/>
                  </a:lnTo>
                  <a:lnTo>
                    <a:pt x="2430484" y="1518765"/>
                  </a:lnTo>
                  <a:lnTo>
                    <a:pt x="2429639" y="1518765"/>
                  </a:lnTo>
                  <a:lnTo>
                    <a:pt x="2428794" y="1518765"/>
                  </a:lnTo>
                  <a:lnTo>
                    <a:pt x="2427949" y="1518765"/>
                  </a:lnTo>
                  <a:lnTo>
                    <a:pt x="2427104" y="1518765"/>
                  </a:lnTo>
                  <a:lnTo>
                    <a:pt x="2426259" y="1518765"/>
                  </a:lnTo>
                  <a:lnTo>
                    <a:pt x="2425414" y="1518765"/>
                  </a:lnTo>
                  <a:lnTo>
                    <a:pt x="2424569" y="1518765"/>
                  </a:lnTo>
                  <a:lnTo>
                    <a:pt x="2423724" y="1518765"/>
                  </a:lnTo>
                  <a:lnTo>
                    <a:pt x="2422879" y="1518765"/>
                  </a:lnTo>
                  <a:lnTo>
                    <a:pt x="2422034" y="1518765"/>
                  </a:lnTo>
                  <a:lnTo>
                    <a:pt x="2421188" y="1518765"/>
                  </a:lnTo>
                  <a:lnTo>
                    <a:pt x="2420343" y="1518765"/>
                  </a:lnTo>
                  <a:lnTo>
                    <a:pt x="2419498" y="1518765"/>
                  </a:lnTo>
                  <a:lnTo>
                    <a:pt x="2418653" y="1518765"/>
                  </a:lnTo>
                  <a:lnTo>
                    <a:pt x="2417808" y="1518765"/>
                  </a:lnTo>
                  <a:lnTo>
                    <a:pt x="2416963" y="1518765"/>
                  </a:lnTo>
                  <a:lnTo>
                    <a:pt x="2416118" y="1518765"/>
                  </a:lnTo>
                  <a:lnTo>
                    <a:pt x="2415273" y="1518765"/>
                  </a:lnTo>
                  <a:lnTo>
                    <a:pt x="2414428" y="1518765"/>
                  </a:lnTo>
                  <a:lnTo>
                    <a:pt x="2413583" y="1518765"/>
                  </a:lnTo>
                  <a:lnTo>
                    <a:pt x="2412738" y="1518765"/>
                  </a:lnTo>
                  <a:lnTo>
                    <a:pt x="2411892" y="1518765"/>
                  </a:lnTo>
                  <a:lnTo>
                    <a:pt x="2411047" y="1518765"/>
                  </a:lnTo>
                  <a:lnTo>
                    <a:pt x="2410202" y="1518765"/>
                  </a:lnTo>
                  <a:lnTo>
                    <a:pt x="2409357" y="1518765"/>
                  </a:lnTo>
                  <a:lnTo>
                    <a:pt x="2408512" y="1518765"/>
                  </a:lnTo>
                  <a:lnTo>
                    <a:pt x="2407667" y="1518765"/>
                  </a:lnTo>
                  <a:lnTo>
                    <a:pt x="2406822" y="1518765"/>
                  </a:lnTo>
                  <a:lnTo>
                    <a:pt x="2405977" y="1518765"/>
                  </a:lnTo>
                  <a:lnTo>
                    <a:pt x="2405132" y="1518765"/>
                  </a:lnTo>
                  <a:lnTo>
                    <a:pt x="2404287" y="1518765"/>
                  </a:lnTo>
                  <a:lnTo>
                    <a:pt x="2403442" y="1518765"/>
                  </a:lnTo>
                  <a:lnTo>
                    <a:pt x="2402596" y="1518765"/>
                  </a:lnTo>
                  <a:lnTo>
                    <a:pt x="2401751" y="1518765"/>
                  </a:lnTo>
                  <a:lnTo>
                    <a:pt x="2400906" y="1518765"/>
                  </a:lnTo>
                  <a:lnTo>
                    <a:pt x="2400061" y="1518765"/>
                  </a:lnTo>
                  <a:lnTo>
                    <a:pt x="2399216" y="1518765"/>
                  </a:lnTo>
                  <a:lnTo>
                    <a:pt x="2398371" y="1518765"/>
                  </a:lnTo>
                  <a:lnTo>
                    <a:pt x="2397526" y="1518765"/>
                  </a:lnTo>
                  <a:lnTo>
                    <a:pt x="2396681" y="1518765"/>
                  </a:lnTo>
                  <a:lnTo>
                    <a:pt x="2395836" y="1518765"/>
                  </a:lnTo>
                  <a:lnTo>
                    <a:pt x="2394991" y="1518765"/>
                  </a:lnTo>
                  <a:lnTo>
                    <a:pt x="2394145" y="1518765"/>
                  </a:lnTo>
                  <a:lnTo>
                    <a:pt x="2393300" y="1518765"/>
                  </a:lnTo>
                  <a:lnTo>
                    <a:pt x="2392455" y="1518765"/>
                  </a:lnTo>
                  <a:lnTo>
                    <a:pt x="2391610" y="1518765"/>
                  </a:lnTo>
                  <a:lnTo>
                    <a:pt x="2390765" y="1518765"/>
                  </a:lnTo>
                  <a:lnTo>
                    <a:pt x="2389920" y="1518765"/>
                  </a:lnTo>
                  <a:lnTo>
                    <a:pt x="2389075" y="1518765"/>
                  </a:lnTo>
                  <a:lnTo>
                    <a:pt x="2388230" y="1518765"/>
                  </a:lnTo>
                  <a:lnTo>
                    <a:pt x="2387385" y="1518765"/>
                  </a:lnTo>
                  <a:lnTo>
                    <a:pt x="2386540" y="1518765"/>
                  </a:lnTo>
                  <a:lnTo>
                    <a:pt x="2385695" y="1518765"/>
                  </a:lnTo>
                  <a:lnTo>
                    <a:pt x="2384849" y="1518765"/>
                  </a:lnTo>
                  <a:lnTo>
                    <a:pt x="2384004" y="1518765"/>
                  </a:lnTo>
                  <a:lnTo>
                    <a:pt x="2383159" y="1518765"/>
                  </a:lnTo>
                  <a:lnTo>
                    <a:pt x="2382314" y="1518765"/>
                  </a:lnTo>
                  <a:lnTo>
                    <a:pt x="2381469" y="1518765"/>
                  </a:lnTo>
                  <a:lnTo>
                    <a:pt x="2380624" y="1518765"/>
                  </a:lnTo>
                  <a:lnTo>
                    <a:pt x="2379779" y="1518765"/>
                  </a:lnTo>
                  <a:lnTo>
                    <a:pt x="2378934" y="1518765"/>
                  </a:lnTo>
                  <a:lnTo>
                    <a:pt x="2378089" y="1518765"/>
                  </a:lnTo>
                  <a:lnTo>
                    <a:pt x="2377244" y="1518765"/>
                  </a:lnTo>
                  <a:lnTo>
                    <a:pt x="2376399" y="1518765"/>
                  </a:lnTo>
                  <a:lnTo>
                    <a:pt x="2375553" y="1518765"/>
                  </a:lnTo>
                  <a:lnTo>
                    <a:pt x="2374708" y="1518765"/>
                  </a:lnTo>
                  <a:lnTo>
                    <a:pt x="2373863" y="1518765"/>
                  </a:lnTo>
                  <a:lnTo>
                    <a:pt x="2373018" y="1518765"/>
                  </a:lnTo>
                  <a:lnTo>
                    <a:pt x="2372173" y="1518765"/>
                  </a:lnTo>
                  <a:lnTo>
                    <a:pt x="2371328" y="1518765"/>
                  </a:lnTo>
                  <a:lnTo>
                    <a:pt x="2370483" y="1518765"/>
                  </a:lnTo>
                  <a:lnTo>
                    <a:pt x="2369638" y="1518765"/>
                  </a:lnTo>
                  <a:lnTo>
                    <a:pt x="2368793" y="1518765"/>
                  </a:lnTo>
                  <a:lnTo>
                    <a:pt x="2367948" y="1518765"/>
                  </a:lnTo>
                  <a:lnTo>
                    <a:pt x="2367103" y="1518765"/>
                  </a:lnTo>
                  <a:lnTo>
                    <a:pt x="2366257" y="1518765"/>
                  </a:lnTo>
                  <a:lnTo>
                    <a:pt x="2365412" y="1518765"/>
                  </a:lnTo>
                  <a:lnTo>
                    <a:pt x="2364567" y="1518765"/>
                  </a:lnTo>
                  <a:lnTo>
                    <a:pt x="2363722" y="1518765"/>
                  </a:lnTo>
                  <a:lnTo>
                    <a:pt x="2362877" y="1518765"/>
                  </a:lnTo>
                  <a:lnTo>
                    <a:pt x="2362032" y="1518765"/>
                  </a:lnTo>
                  <a:lnTo>
                    <a:pt x="2361187" y="1518765"/>
                  </a:lnTo>
                  <a:lnTo>
                    <a:pt x="2360342" y="1518765"/>
                  </a:lnTo>
                  <a:lnTo>
                    <a:pt x="2359497" y="1518765"/>
                  </a:lnTo>
                  <a:lnTo>
                    <a:pt x="2358652" y="1518765"/>
                  </a:lnTo>
                  <a:lnTo>
                    <a:pt x="2357807" y="1518765"/>
                  </a:lnTo>
                  <a:lnTo>
                    <a:pt x="2356961" y="1518765"/>
                  </a:lnTo>
                  <a:lnTo>
                    <a:pt x="2356116" y="1518765"/>
                  </a:lnTo>
                  <a:lnTo>
                    <a:pt x="2355271" y="1518765"/>
                  </a:lnTo>
                  <a:lnTo>
                    <a:pt x="2354426" y="1518765"/>
                  </a:lnTo>
                  <a:lnTo>
                    <a:pt x="2353581" y="1518765"/>
                  </a:lnTo>
                  <a:lnTo>
                    <a:pt x="2352736" y="1518765"/>
                  </a:lnTo>
                  <a:lnTo>
                    <a:pt x="2351891" y="1518765"/>
                  </a:lnTo>
                  <a:lnTo>
                    <a:pt x="2351046" y="1518765"/>
                  </a:lnTo>
                  <a:lnTo>
                    <a:pt x="2350201" y="1518765"/>
                  </a:lnTo>
                  <a:lnTo>
                    <a:pt x="2349356" y="1518765"/>
                  </a:lnTo>
                  <a:lnTo>
                    <a:pt x="2348511" y="1518765"/>
                  </a:lnTo>
                  <a:lnTo>
                    <a:pt x="2347665" y="1518765"/>
                  </a:lnTo>
                  <a:lnTo>
                    <a:pt x="2346820" y="1518765"/>
                  </a:lnTo>
                  <a:lnTo>
                    <a:pt x="2345975" y="1518765"/>
                  </a:lnTo>
                  <a:lnTo>
                    <a:pt x="2345130" y="1518765"/>
                  </a:lnTo>
                  <a:lnTo>
                    <a:pt x="2344285" y="1518765"/>
                  </a:lnTo>
                  <a:lnTo>
                    <a:pt x="2343440" y="1518765"/>
                  </a:lnTo>
                  <a:lnTo>
                    <a:pt x="2342595" y="1518765"/>
                  </a:lnTo>
                  <a:lnTo>
                    <a:pt x="2341750" y="1518765"/>
                  </a:lnTo>
                  <a:lnTo>
                    <a:pt x="2340905" y="1518765"/>
                  </a:lnTo>
                  <a:lnTo>
                    <a:pt x="2340060" y="1518765"/>
                  </a:lnTo>
                  <a:lnTo>
                    <a:pt x="2339215" y="1518765"/>
                  </a:lnTo>
                  <a:lnTo>
                    <a:pt x="2338369" y="1518765"/>
                  </a:lnTo>
                  <a:lnTo>
                    <a:pt x="2337524" y="1518765"/>
                  </a:lnTo>
                  <a:lnTo>
                    <a:pt x="2336679" y="1518765"/>
                  </a:lnTo>
                  <a:lnTo>
                    <a:pt x="2335834" y="1518765"/>
                  </a:lnTo>
                  <a:lnTo>
                    <a:pt x="2334989" y="1518765"/>
                  </a:lnTo>
                  <a:lnTo>
                    <a:pt x="2334144" y="1518765"/>
                  </a:lnTo>
                  <a:lnTo>
                    <a:pt x="2333299" y="1518765"/>
                  </a:lnTo>
                  <a:lnTo>
                    <a:pt x="2332454" y="1518765"/>
                  </a:lnTo>
                  <a:lnTo>
                    <a:pt x="2331609" y="1518765"/>
                  </a:lnTo>
                  <a:lnTo>
                    <a:pt x="2330764" y="1518765"/>
                  </a:lnTo>
                  <a:lnTo>
                    <a:pt x="2329918" y="1518765"/>
                  </a:lnTo>
                  <a:lnTo>
                    <a:pt x="2329073" y="1518765"/>
                  </a:lnTo>
                  <a:lnTo>
                    <a:pt x="2328228" y="1518765"/>
                  </a:lnTo>
                  <a:lnTo>
                    <a:pt x="2327383" y="1518765"/>
                  </a:lnTo>
                  <a:lnTo>
                    <a:pt x="2326538" y="1518765"/>
                  </a:lnTo>
                  <a:lnTo>
                    <a:pt x="2325693" y="1518765"/>
                  </a:lnTo>
                  <a:lnTo>
                    <a:pt x="2324848" y="1518765"/>
                  </a:lnTo>
                  <a:lnTo>
                    <a:pt x="2324003" y="1518765"/>
                  </a:lnTo>
                  <a:lnTo>
                    <a:pt x="2323158" y="1518765"/>
                  </a:lnTo>
                  <a:lnTo>
                    <a:pt x="2322313" y="1518765"/>
                  </a:lnTo>
                  <a:lnTo>
                    <a:pt x="2321468" y="1518765"/>
                  </a:lnTo>
                  <a:lnTo>
                    <a:pt x="2320622" y="1518765"/>
                  </a:lnTo>
                  <a:lnTo>
                    <a:pt x="2319777" y="1518765"/>
                  </a:lnTo>
                  <a:lnTo>
                    <a:pt x="2318932" y="1518765"/>
                  </a:lnTo>
                  <a:lnTo>
                    <a:pt x="2318087" y="1518765"/>
                  </a:lnTo>
                  <a:lnTo>
                    <a:pt x="2317242" y="1518765"/>
                  </a:lnTo>
                  <a:lnTo>
                    <a:pt x="2316397" y="1518765"/>
                  </a:lnTo>
                  <a:lnTo>
                    <a:pt x="2315552" y="1518765"/>
                  </a:lnTo>
                  <a:lnTo>
                    <a:pt x="2314707" y="1518765"/>
                  </a:lnTo>
                  <a:lnTo>
                    <a:pt x="2313862" y="1518765"/>
                  </a:lnTo>
                  <a:lnTo>
                    <a:pt x="2313017" y="1518765"/>
                  </a:lnTo>
                  <a:lnTo>
                    <a:pt x="2312172" y="1518765"/>
                  </a:lnTo>
                  <a:lnTo>
                    <a:pt x="2311326" y="1518765"/>
                  </a:lnTo>
                  <a:lnTo>
                    <a:pt x="2310481" y="1518765"/>
                  </a:lnTo>
                  <a:lnTo>
                    <a:pt x="2309636" y="1518765"/>
                  </a:lnTo>
                  <a:lnTo>
                    <a:pt x="2308791" y="1518765"/>
                  </a:lnTo>
                  <a:lnTo>
                    <a:pt x="2307946" y="1518765"/>
                  </a:lnTo>
                  <a:lnTo>
                    <a:pt x="2307101" y="1518765"/>
                  </a:lnTo>
                  <a:lnTo>
                    <a:pt x="2306256" y="1518765"/>
                  </a:lnTo>
                  <a:lnTo>
                    <a:pt x="2305411" y="1518765"/>
                  </a:lnTo>
                  <a:lnTo>
                    <a:pt x="2304566" y="1518765"/>
                  </a:lnTo>
                  <a:lnTo>
                    <a:pt x="2303721" y="1518765"/>
                  </a:lnTo>
                  <a:lnTo>
                    <a:pt x="2302876" y="1518765"/>
                  </a:lnTo>
                  <a:lnTo>
                    <a:pt x="2302030" y="1518765"/>
                  </a:lnTo>
                  <a:lnTo>
                    <a:pt x="2301185" y="1518765"/>
                  </a:lnTo>
                  <a:lnTo>
                    <a:pt x="2300340" y="1518765"/>
                  </a:lnTo>
                  <a:lnTo>
                    <a:pt x="2299495" y="1518765"/>
                  </a:lnTo>
                  <a:lnTo>
                    <a:pt x="2298650" y="1518765"/>
                  </a:lnTo>
                  <a:lnTo>
                    <a:pt x="2297805" y="1518765"/>
                  </a:lnTo>
                  <a:lnTo>
                    <a:pt x="2296960" y="1518765"/>
                  </a:lnTo>
                  <a:lnTo>
                    <a:pt x="2296115" y="1518765"/>
                  </a:lnTo>
                  <a:lnTo>
                    <a:pt x="2295270" y="1518765"/>
                  </a:lnTo>
                  <a:lnTo>
                    <a:pt x="2294425" y="1518765"/>
                  </a:lnTo>
                  <a:lnTo>
                    <a:pt x="2293580" y="1518765"/>
                  </a:lnTo>
                  <a:lnTo>
                    <a:pt x="2292734" y="1518765"/>
                  </a:lnTo>
                  <a:lnTo>
                    <a:pt x="2291889" y="1518765"/>
                  </a:lnTo>
                  <a:lnTo>
                    <a:pt x="2291044" y="1518765"/>
                  </a:lnTo>
                  <a:lnTo>
                    <a:pt x="2290199" y="1518765"/>
                  </a:lnTo>
                  <a:lnTo>
                    <a:pt x="2289354" y="1518765"/>
                  </a:lnTo>
                  <a:lnTo>
                    <a:pt x="2288509" y="1518765"/>
                  </a:lnTo>
                  <a:lnTo>
                    <a:pt x="2287664" y="1518765"/>
                  </a:lnTo>
                  <a:lnTo>
                    <a:pt x="2286819" y="1518765"/>
                  </a:lnTo>
                  <a:lnTo>
                    <a:pt x="2285974" y="1518765"/>
                  </a:lnTo>
                  <a:lnTo>
                    <a:pt x="2285129" y="1518765"/>
                  </a:lnTo>
                  <a:lnTo>
                    <a:pt x="2284284" y="1518765"/>
                  </a:lnTo>
                  <a:lnTo>
                    <a:pt x="2283438" y="1518765"/>
                  </a:lnTo>
                  <a:lnTo>
                    <a:pt x="2282593" y="1518765"/>
                  </a:lnTo>
                  <a:lnTo>
                    <a:pt x="2281748" y="1518765"/>
                  </a:lnTo>
                  <a:lnTo>
                    <a:pt x="2280903" y="1518765"/>
                  </a:lnTo>
                  <a:lnTo>
                    <a:pt x="2280058" y="1518765"/>
                  </a:lnTo>
                  <a:lnTo>
                    <a:pt x="2279213" y="1518765"/>
                  </a:lnTo>
                  <a:lnTo>
                    <a:pt x="2278368" y="1518765"/>
                  </a:lnTo>
                  <a:lnTo>
                    <a:pt x="2277523" y="1518765"/>
                  </a:lnTo>
                  <a:lnTo>
                    <a:pt x="2276678" y="1518765"/>
                  </a:lnTo>
                  <a:lnTo>
                    <a:pt x="2275833" y="1518765"/>
                  </a:lnTo>
                  <a:lnTo>
                    <a:pt x="2274988" y="1518765"/>
                  </a:lnTo>
                  <a:lnTo>
                    <a:pt x="2274142" y="1518765"/>
                  </a:lnTo>
                  <a:lnTo>
                    <a:pt x="2273297" y="1518765"/>
                  </a:lnTo>
                  <a:lnTo>
                    <a:pt x="2272452" y="1518765"/>
                  </a:lnTo>
                  <a:lnTo>
                    <a:pt x="2271607" y="1518765"/>
                  </a:lnTo>
                  <a:lnTo>
                    <a:pt x="2270762" y="1518765"/>
                  </a:lnTo>
                  <a:lnTo>
                    <a:pt x="2269917" y="1518765"/>
                  </a:lnTo>
                  <a:lnTo>
                    <a:pt x="2269072" y="1518765"/>
                  </a:lnTo>
                  <a:lnTo>
                    <a:pt x="2268227" y="1518765"/>
                  </a:lnTo>
                  <a:lnTo>
                    <a:pt x="2267382" y="1518765"/>
                  </a:lnTo>
                  <a:lnTo>
                    <a:pt x="2266537" y="1518765"/>
                  </a:lnTo>
                  <a:lnTo>
                    <a:pt x="2265691" y="1518765"/>
                  </a:lnTo>
                  <a:lnTo>
                    <a:pt x="2264846" y="1518765"/>
                  </a:lnTo>
                  <a:lnTo>
                    <a:pt x="2264001" y="1518765"/>
                  </a:lnTo>
                  <a:lnTo>
                    <a:pt x="2263156" y="1518765"/>
                  </a:lnTo>
                  <a:lnTo>
                    <a:pt x="2262311" y="1518765"/>
                  </a:lnTo>
                  <a:lnTo>
                    <a:pt x="2261466" y="1518765"/>
                  </a:lnTo>
                  <a:lnTo>
                    <a:pt x="2260621" y="1518765"/>
                  </a:lnTo>
                  <a:lnTo>
                    <a:pt x="2259776" y="1518765"/>
                  </a:lnTo>
                  <a:lnTo>
                    <a:pt x="2258931" y="1518765"/>
                  </a:lnTo>
                  <a:lnTo>
                    <a:pt x="2258086" y="1518765"/>
                  </a:lnTo>
                  <a:lnTo>
                    <a:pt x="2257241" y="1518765"/>
                  </a:lnTo>
                  <a:lnTo>
                    <a:pt x="2256395" y="1518765"/>
                  </a:lnTo>
                  <a:lnTo>
                    <a:pt x="2255550" y="1518765"/>
                  </a:lnTo>
                  <a:lnTo>
                    <a:pt x="2254705" y="1518765"/>
                  </a:lnTo>
                  <a:lnTo>
                    <a:pt x="2253860" y="1518765"/>
                  </a:lnTo>
                  <a:lnTo>
                    <a:pt x="2253015" y="1518765"/>
                  </a:lnTo>
                  <a:lnTo>
                    <a:pt x="2252170" y="1518765"/>
                  </a:lnTo>
                  <a:lnTo>
                    <a:pt x="2251325" y="1518765"/>
                  </a:lnTo>
                  <a:lnTo>
                    <a:pt x="2250480" y="1518765"/>
                  </a:lnTo>
                  <a:lnTo>
                    <a:pt x="2249635" y="1518765"/>
                  </a:lnTo>
                  <a:lnTo>
                    <a:pt x="2248790" y="1518765"/>
                  </a:lnTo>
                  <a:lnTo>
                    <a:pt x="2247945" y="1518765"/>
                  </a:lnTo>
                  <a:lnTo>
                    <a:pt x="2247099" y="1518765"/>
                  </a:lnTo>
                  <a:lnTo>
                    <a:pt x="2246254" y="1518765"/>
                  </a:lnTo>
                  <a:lnTo>
                    <a:pt x="2245409" y="1518765"/>
                  </a:lnTo>
                  <a:lnTo>
                    <a:pt x="2244564" y="1518765"/>
                  </a:lnTo>
                  <a:lnTo>
                    <a:pt x="2243719" y="1518765"/>
                  </a:lnTo>
                  <a:lnTo>
                    <a:pt x="2242874" y="1518765"/>
                  </a:lnTo>
                  <a:lnTo>
                    <a:pt x="2242029" y="1518765"/>
                  </a:lnTo>
                  <a:lnTo>
                    <a:pt x="2241184" y="1518765"/>
                  </a:lnTo>
                  <a:lnTo>
                    <a:pt x="2240339" y="1518765"/>
                  </a:lnTo>
                  <a:lnTo>
                    <a:pt x="2239494" y="1518765"/>
                  </a:lnTo>
                  <a:lnTo>
                    <a:pt x="2238649" y="1518765"/>
                  </a:lnTo>
                  <a:lnTo>
                    <a:pt x="2237803" y="1518765"/>
                  </a:lnTo>
                  <a:lnTo>
                    <a:pt x="2236958" y="1518765"/>
                  </a:lnTo>
                  <a:lnTo>
                    <a:pt x="2236113" y="1518765"/>
                  </a:lnTo>
                  <a:lnTo>
                    <a:pt x="2235268" y="1518765"/>
                  </a:lnTo>
                  <a:lnTo>
                    <a:pt x="2234423" y="1518765"/>
                  </a:lnTo>
                  <a:lnTo>
                    <a:pt x="2233578" y="1518765"/>
                  </a:lnTo>
                  <a:lnTo>
                    <a:pt x="2232733" y="1518765"/>
                  </a:lnTo>
                  <a:lnTo>
                    <a:pt x="2231888" y="1518765"/>
                  </a:lnTo>
                  <a:lnTo>
                    <a:pt x="2231043" y="1518765"/>
                  </a:lnTo>
                  <a:lnTo>
                    <a:pt x="2230198" y="1518765"/>
                  </a:lnTo>
                  <a:lnTo>
                    <a:pt x="2229353" y="1518765"/>
                  </a:lnTo>
                  <a:lnTo>
                    <a:pt x="2228507" y="1518765"/>
                  </a:lnTo>
                  <a:lnTo>
                    <a:pt x="2227662" y="1518765"/>
                  </a:lnTo>
                  <a:lnTo>
                    <a:pt x="2226817" y="1518765"/>
                  </a:lnTo>
                  <a:lnTo>
                    <a:pt x="2225972" y="1518765"/>
                  </a:lnTo>
                  <a:lnTo>
                    <a:pt x="2225127" y="1518765"/>
                  </a:lnTo>
                  <a:lnTo>
                    <a:pt x="2224282" y="1518765"/>
                  </a:lnTo>
                  <a:lnTo>
                    <a:pt x="2223437" y="1518765"/>
                  </a:lnTo>
                  <a:lnTo>
                    <a:pt x="2222592" y="1518765"/>
                  </a:lnTo>
                  <a:lnTo>
                    <a:pt x="2221747" y="1518765"/>
                  </a:lnTo>
                  <a:lnTo>
                    <a:pt x="2220902" y="1518765"/>
                  </a:lnTo>
                  <a:lnTo>
                    <a:pt x="2220057" y="1518765"/>
                  </a:lnTo>
                  <a:lnTo>
                    <a:pt x="2219211" y="1518765"/>
                  </a:lnTo>
                  <a:lnTo>
                    <a:pt x="2218366" y="1518765"/>
                  </a:lnTo>
                  <a:lnTo>
                    <a:pt x="2217521" y="1518765"/>
                  </a:lnTo>
                  <a:lnTo>
                    <a:pt x="2216676" y="1518765"/>
                  </a:lnTo>
                  <a:lnTo>
                    <a:pt x="2215831" y="1518765"/>
                  </a:lnTo>
                  <a:lnTo>
                    <a:pt x="2214986" y="1518765"/>
                  </a:lnTo>
                  <a:lnTo>
                    <a:pt x="2214141" y="1518765"/>
                  </a:lnTo>
                  <a:lnTo>
                    <a:pt x="2213296" y="1518765"/>
                  </a:lnTo>
                  <a:lnTo>
                    <a:pt x="2212451" y="1518765"/>
                  </a:lnTo>
                  <a:lnTo>
                    <a:pt x="2211606" y="1518765"/>
                  </a:lnTo>
                  <a:lnTo>
                    <a:pt x="2210761" y="1518765"/>
                  </a:lnTo>
                  <a:lnTo>
                    <a:pt x="2209915" y="1518765"/>
                  </a:lnTo>
                  <a:lnTo>
                    <a:pt x="2209070" y="1518765"/>
                  </a:lnTo>
                  <a:lnTo>
                    <a:pt x="2208225" y="1518765"/>
                  </a:lnTo>
                  <a:lnTo>
                    <a:pt x="2207380" y="1518765"/>
                  </a:lnTo>
                  <a:lnTo>
                    <a:pt x="2206535" y="1518765"/>
                  </a:lnTo>
                  <a:lnTo>
                    <a:pt x="2205690" y="1518765"/>
                  </a:lnTo>
                  <a:lnTo>
                    <a:pt x="2204845" y="1518765"/>
                  </a:lnTo>
                  <a:lnTo>
                    <a:pt x="2204000" y="1518765"/>
                  </a:lnTo>
                  <a:lnTo>
                    <a:pt x="2203155" y="1518765"/>
                  </a:lnTo>
                  <a:lnTo>
                    <a:pt x="2202310" y="1518765"/>
                  </a:lnTo>
                  <a:lnTo>
                    <a:pt x="2201464" y="1518765"/>
                  </a:lnTo>
                  <a:lnTo>
                    <a:pt x="2200619" y="1518765"/>
                  </a:lnTo>
                  <a:lnTo>
                    <a:pt x="2199774" y="1518765"/>
                  </a:lnTo>
                  <a:lnTo>
                    <a:pt x="2198929" y="1518765"/>
                  </a:lnTo>
                  <a:lnTo>
                    <a:pt x="2198084" y="1518765"/>
                  </a:lnTo>
                  <a:lnTo>
                    <a:pt x="2197239" y="1518765"/>
                  </a:lnTo>
                  <a:lnTo>
                    <a:pt x="2196394" y="1518765"/>
                  </a:lnTo>
                  <a:lnTo>
                    <a:pt x="2195549" y="1518765"/>
                  </a:lnTo>
                  <a:lnTo>
                    <a:pt x="2194704" y="1518765"/>
                  </a:lnTo>
                  <a:lnTo>
                    <a:pt x="2193859" y="1518765"/>
                  </a:lnTo>
                  <a:lnTo>
                    <a:pt x="2193014" y="1518765"/>
                  </a:lnTo>
                  <a:lnTo>
                    <a:pt x="2192168" y="1518765"/>
                  </a:lnTo>
                  <a:lnTo>
                    <a:pt x="2191323" y="1518765"/>
                  </a:lnTo>
                  <a:lnTo>
                    <a:pt x="2190478" y="1518765"/>
                  </a:lnTo>
                  <a:lnTo>
                    <a:pt x="2189633" y="1518765"/>
                  </a:lnTo>
                  <a:lnTo>
                    <a:pt x="2188788" y="1518765"/>
                  </a:lnTo>
                  <a:lnTo>
                    <a:pt x="2187943" y="1518765"/>
                  </a:lnTo>
                  <a:lnTo>
                    <a:pt x="2187098" y="1518765"/>
                  </a:lnTo>
                  <a:lnTo>
                    <a:pt x="2186253" y="1518765"/>
                  </a:lnTo>
                  <a:lnTo>
                    <a:pt x="2185408" y="1518765"/>
                  </a:lnTo>
                  <a:lnTo>
                    <a:pt x="2184563" y="1518765"/>
                  </a:lnTo>
                  <a:lnTo>
                    <a:pt x="2183718" y="1518765"/>
                  </a:lnTo>
                  <a:lnTo>
                    <a:pt x="2182872" y="1518765"/>
                  </a:lnTo>
                  <a:lnTo>
                    <a:pt x="2182027" y="1518765"/>
                  </a:lnTo>
                  <a:lnTo>
                    <a:pt x="2181182" y="1518765"/>
                  </a:lnTo>
                  <a:lnTo>
                    <a:pt x="2180337" y="1518765"/>
                  </a:lnTo>
                  <a:lnTo>
                    <a:pt x="2179492" y="1518765"/>
                  </a:lnTo>
                  <a:lnTo>
                    <a:pt x="2178647" y="1518765"/>
                  </a:lnTo>
                  <a:lnTo>
                    <a:pt x="2177802" y="1518765"/>
                  </a:lnTo>
                  <a:lnTo>
                    <a:pt x="2176957" y="1518765"/>
                  </a:lnTo>
                  <a:lnTo>
                    <a:pt x="2176112" y="1518765"/>
                  </a:lnTo>
                  <a:lnTo>
                    <a:pt x="2175267" y="1518765"/>
                  </a:lnTo>
                  <a:lnTo>
                    <a:pt x="2174422" y="1518765"/>
                  </a:lnTo>
                  <a:lnTo>
                    <a:pt x="2173576" y="1518765"/>
                  </a:lnTo>
                  <a:lnTo>
                    <a:pt x="2172731" y="1518765"/>
                  </a:lnTo>
                  <a:lnTo>
                    <a:pt x="2171886" y="1518765"/>
                  </a:lnTo>
                  <a:lnTo>
                    <a:pt x="2171041" y="1518765"/>
                  </a:lnTo>
                  <a:lnTo>
                    <a:pt x="2170196" y="1518765"/>
                  </a:lnTo>
                  <a:lnTo>
                    <a:pt x="2169351" y="1518765"/>
                  </a:lnTo>
                  <a:lnTo>
                    <a:pt x="2168506" y="1518765"/>
                  </a:lnTo>
                  <a:lnTo>
                    <a:pt x="2167661" y="1518765"/>
                  </a:lnTo>
                  <a:lnTo>
                    <a:pt x="2166816" y="1518765"/>
                  </a:lnTo>
                  <a:lnTo>
                    <a:pt x="2165971" y="1518765"/>
                  </a:lnTo>
                  <a:lnTo>
                    <a:pt x="2165126" y="1518765"/>
                  </a:lnTo>
                  <a:lnTo>
                    <a:pt x="2164280" y="1518765"/>
                  </a:lnTo>
                  <a:lnTo>
                    <a:pt x="2163435" y="1518765"/>
                  </a:lnTo>
                  <a:lnTo>
                    <a:pt x="2162590" y="1518765"/>
                  </a:lnTo>
                  <a:lnTo>
                    <a:pt x="2161745" y="1518765"/>
                  </a:lnTo>
                  <a:lnTo>
                    <a:pt x="2160900" y="1518765"/>
                  </a:lnTo>
                  <a:lnTo>
                    <a:pt x="2160055" y="1518765"/>
                  </a:lnTo>
                  <a:lnTo>
                    <a:pt x="2159210" y="1518765"/>
                  </a:lnTo>
                  <a:lnTo>
                    <a:pt x="2158365" y="1518765"/>
                  </a:lnTo>
                  <a:lnTo>
                    <a:pt x="2157520" y="1518765"/>
                  </a:lnTo>
                  <a:lnTo>
                    <a:pt x="2156675" y="1518765"/>
                  </a:lnTo>
                  <a:lnTo>
                    <a:pt x="2155830" y="1518765"/>
                  </a:lnTo>
                  <a:lnTo>
                    <a:pt x="2154984" y="1518765"/>
                  </a:lnTo>
                  <a:lnTo>
                    <a:pt x="2154139" y="1518765"/>
                  </a:lnTo>
                  <a:lnTo>
                    <a:pt x="2153294" y="1518765"/>
                  </a:lnTo>
                  <a:lnTo>
                    <a:pt x="2152449" y="1518765"/>
                  </a:lnTo>
                  <a:lnTo>
                    <a:pt x="2151604" y="1518765"/>
                  </a:lnTo>
                  <a:lnTo>
                    <a:pt x="2150759" y="1518765"/>
                  </a:lnTo>
                  <a:lnTo>
                    <a:pt x="2149914" y="1518765"/>
                  </a:lnTo>
                  <a:lnTo>
                    <a:pt x="2149069" y="1518765"/>
                  </a:lnTo>
                  <a:lnTo>
                    <a:pt x="2148224" y="1518765"/>
                  </a:lnTo>
                  <a:lnTo>
                    <a:pt x="2147379" y="1518765"/>
                  </a:lnTo>
                  <a:lnTo>
                    <a:pt x="2146534" y="1518765"/>
                  </a:lnTo>
                  <a:lnTo>
                    <a:pt x="2145688" y="1518765"/>
                  </a:lnTo>
                  <a:lnTo>
                    <a:pt x="2144843" y="1518765"/>
                  </a:lnTo>
                  <a:lnTo>
                    <a:pt x="2143998" y="1518765"/>
                  </a:lnTo>
                  <a:lnTo>
                    <a:pt x="2143153" y="1518765"/>
                  </a:lnTo>
                  <a:lnTo>
                    <a:pt x="2142308" y="1518765"/>
                  </a:lnTo>
                  <a:lnTo>
                    <a:pt x="2141463" y="1518765"/>
                  </a:lnTo>
                  <a:lnTo>
                    <a:pt x="2140618" y="1518765"/>
                  </a:lnTo>
                  <a:lnTo>
                    <a:pt x="2139773" y="1518765"/>
                  </a:lnTo>
                  <a:lnTo>
                    <a:pt x="2138928" y="1518765"/>
                  </a:lnTo>
                  <a:lnTo>
                    <a:pt x="2138083" y="1518765"/>
                  </a:lnTo>
                  <a:lnTo>
                    <a:pt x="2137237" y="1518765"/>
                  </a:lnTo>
                  <a:lnTo>
                    <a:pt x="2136392" y="1518765"/>
                  </a:lnTo>
                  <a:lnTo>
                    <a:pt x="2135547" y="1518765"/>
                  </a:lnTo>
                  <a:lnTo>
                    <a:pt x="2134702" y="1518765"/>
                  </a:lnTo>
                  <a:lnTo>
                    <a:pt x="2133857" y="1518765"/>
                  </a:lnTo>
                  <a:lnTo>
                    <a:pt x="2133012" y="1518765"/>
                  </a:lnTo>
                  <a:lnTo>
                    <a:pt x="2132167" y="1518765"/>
                  </a:lnTo>
                  <a:lnTo>
                    <a:pt x="2131322" y="1518765"/>
                  </a:lnTo>
                  <a:lnTo>
                    <a:pt x="2130477" y="1518765"/>
                  </a:lnTo>
                  <a:lnTo>
                    <a:pt x="2129632" y="1518765"/>
                  </a:lnTo>
                  <a:lnTo>
                    <a:pt x="2128787" y="1518765"/>
                  </a:lnTo>
                  <a:lnTo>
                    <a:pt x="2127941" y="1518765"/>
                  </a:lnTo>
                  <a:lnTo>
                    <a:pt x="2127096" y="1518765"/>
                  </a:lnTo>
                  <a:lnTo>
                    <a:pt x="2126251" y="1518765"/>
                  </a:lnTo>
                  <a:lnTo>
                    <a:pt x="2125406" y="1518765"/>
                  </a:lnTo>
                  <a:lnTo>
                    <a:pt x="2124561" y="1518765"/>
                  </a:lnTo>
                  <a:lnTo>
                    <a:pt x="2123716" y="1518765"/>
                  </a:lnTo>
                  <a:lnTo>
                    <a:pt x="2122871" y="1518765"/>
                  </a:lnTo>
                  <a:lnTo>
                    <a:pt x="2122026" y="1518765"/>
                  </a:lnTo>
                  <a:lnTo>
                    <a:pt x="2121181" y="1518765"/>
                  </a:lnTo>
                  <a:lnTo>
                    <a:pt x="2120336" y="1518765"/>
                  </a:lnTo>
                  <a:lnTo>
                    <a:pt x="2119491" y="1518765"/>
                  </a:lnTo>
                  <a:lnTo>
                    <a:pt x="2118645" y="1518765"/>
                  </a:lnTo>
                  <a:lnTo>
                    <a:pt x="2117800" y="1518765"/>
                  </a:lnTo>
                  <a:lnTo>
                    <a:pt x="2116955" y="1518765"/>
                  </a:lnTo>
                  <a:lnTo>
                    <a:pt x="2116110" y="1518765"/>
                  </a:lnTo>
                  <a:lnTo>
                    <a:pt x="2115265" y="1518765"/>
                  </a:lnTo>
                  <a:lnTo>
                    <a:pt x="2114420" y="1518765"/>
                  </a:lnTo>
                  <a:lnTo>
                    <a:pt x="2113575" y="1518765"/>
                  </a:lnTo>
                  <a:lnTo>
                    <a:pt x="2112730" y="1518765"/>
                  </a:lnTo>
                  <a:lnTo>
                    <a:pt x="2111885" y="1518765"/>
                  </a:lnTo>
                  <a:lnTo>
                    <a:pt x="2111040" y="1518765"/>
                  </a:lnTo>
                  <a:lnTo>
                    <a:pt x="2110195" y="1518765"/>
                  </a:lnTo>
                  <a:lnTo>
                    <a:pt x="2109349" y="1518765"/>
                  </a:lnTo>
                  <a:lnTo>
                    <a:pt x="2108504" y="1518765"/>
                  </a:lnTo>
                  <a:lnTo>
                    <a:pt x="2107659" y="1518765"/>
                  </a:lnTo>
                  <a:lnTo>
                    <a:pt x="2106814" y="1518765"/>
                  </a:lnTo>
                  <a:lnTo>
                    <a:pt x="2105969" y="1518765"/>
                  </a:lnTo>
                  <a:lnTo>
                    <a:pt x="2105124" y="1518765"/>
                  </a:lnTo>
                  <a:lnTo>
                    <a:pt x="2104279" y="1518765"/>
                  </a:lnTo>
                  <a:lnTo>
                    <a:pt x="2103434" y="1518765"/>
                  </a:lnTo>
                  <a:lnTo>
                    <a:pt x="2102589" y="1518765"/>
                  </a:lnTo>
                  <a:lnTo>
                    <a:pt x="2101744" y="1518765"/>
                  </a:lnTo>
                  <a:lnTo>
                    <a:pt x="2100899" y="1518765"/>
                  </a:lnTo>
                  <a:lnTo>
                    <a:pt x="2100053" y="1518765"/>
                  </a:lnTo>
                  <a:lnTo>
                    <a:pt x="2099208" y="1518765"/>
                  </a:lnTo>
                  <a:lnTo>
                    <a:pt x="2098363" y="1518765"/>
                  </a:lnTo>
                  <a:lnTo>
                    <a:pt x="2097518" y="1518765"/>
                  </a:lnTo>
                  <a:lnTo>
                    <a:pt x="2096673" y="1518765"/>
                  </a:lnTo>
                  <a:lnTo>
                    <a:pt x="2095828" y="1518765"/>
                  </a:lnTo>
                  <a:lnTo>
                    <a:pt x="2094983" y="1518765"/>
                  </a:lnTo>
                  <a:lnTo>
                    <a:pt x="2094138" y="1518765"/>
                  </a:lnTo>
                  <a:lnTo>
                    <a:pt x="2093293" y="1518765"/>
                  </a:lnTo>
                  <a:lnTo>
                    <a:pt x="2092448" y="1518765"/>
                  </a:lnTo>
                  <a:lnTo>
                    <a:pt x="2091603" y="1518765"/>
                  </a:lnTo>
                  <a:lnTo>
                    <a:pt x="2090757" y="1518765"/>
                  </a:lnTo>
                  <a:lnTo>
                    <a:pt x="2089912" y="1518765"/>
                  </a:lnTo>
                  <a:lnTo>
                    <a:pt x="2089067" y="1518765"/>
                  </a:lnTo>
                  <a:lnTo>
                    <a:pt x="2088222" y="1518765"/>
                  </a:lnTo>
                  <a:lnTo>
                    <a:pt x="2087377" y="1518765"/>
                  </a:lnTo>
                  <a:lnTo>
                    <a:pt x="2086532" y="1518765"/>
                  </a:lnTo>
                  <a:lnTo>
                    <a:pt x="2085687" y="1518765"/>
                  </a:lnTo>
                  <a:lnTo>
                    <a:pt x="2084842" y="1518765"/>
                  </a:lnTo>
                  <a:lnTo>
                    <a:pt x="2083997" y="1518765"/>
                  </a:lnTo>
                  <a:lnTo>
                    <a:pt x="2083152" y="1518765"/>
                  </a:lnTo>
                  <a:lnTo>
                    <a:pt x="2082307" y="1518765"/>
                  </a:lnTo>
                  <a:lnTo>
                    <a:pt x="2081461" y="1518765"/>
                  </a:lnTo>
                  <a:lnTo>
                    <a:pt x="2080616" y="1518765"/>
                  </a:lnTo>
                  <a:lnTo>
                    <a:pt x="2079771" y="1518765"/>
                  </a:lnTo>
                  <a:lnTo>
                    <a:pt x="2078926" y="1518765"/>
                  </a:lnTo>
                  <a:lnTo>
                    <a:pt x="2078081" y="1518765"/>
                  </a:lnTo>
                  <a:lnTo>
                    <a:pt x="2077236" y="1518765"/>
                  </a:lnTo>
                  <a:lnTo>
                    <a:pt x="2076391" y="1518765"/>
                  </a:lnTo>
                  <a:lnTo>
                    <a:pt x="2075546" y="1518765"/>
                  </a:lnTo>
                  <a:lnTo>
                    <a:pt x="2074701" y="1518765"/>
                  </a:lnTo>
                  <a:lnTo>
                    <a:pt x="2073856" y="1518765"/>
                  </a:lnTo>
                  <a:lnTo>
                    <a:pt x="2073010" y="1518765"/>
                  </a:lnTo>
                  <a:lnTo>
                    <a:pt x="2072165" y="1518765"/>
                  </a:lnTo>
                  <a:lnTo>
                    <a:pt x="2071320" y="1518765"/>
                  </a:lnTo>
                  <a:lnTo>
                    <a:pt x="2070475" y="1518765"/>
                  </a:lnTo>
                  <a:lnTo>
                    <a:pt x="2069630" y="1518765"/>
                  </a:lnTo>
                  <a:lnTo>
                    <a:pt x="2068785" y="1518765"/>
                  </a:lnTo>
                  <a:lnTo>
                    <a:pt x="2067940" y="1518765"/>
                  </a:lnTo>
                  <a:lnTo>
                    <a:pt x="2067095" y="1518765"/>
                  </a:lnTo>
                  <a:lnTo>
                    <a:pt x="2066250" y="1518765"/>
                  </a:lnTo>
                  <a:lnTo>
                    <a:pt x="2065405" y="1518765"/>
                  </a:lnTo>
                  <a:lnTo>
                    <a:pt x="2064560" y="1518765"/>
                  </a:lnTo>
                  <a:lnTo>
                    <a:pt x="2063714" y="1518765"/>
                  </a:lnTo>
                  <a:lnTo>
                    <a:pt x="2062869" y="1518765"/>
                  </a:lnTo>
                  <a:lnTo>
                    <a:pt x="2062024" y="1518765"/>
                  </a:lnTo>
                  <a:lnTo>
                    <a:pt x="2061179" y="1518765"/>
                  </a:lnTo>
                  <a:lnTo>
                    <a:pt x="2060334" y="1518765"/>
                  </a:lnTo>
                  <a:lnTo>
                    <a:pt x="2059489" y="1518765"/>
                  </a:lnTo>
                  <a:lnTo>
                    <a:pt x="2058644" y="1518765"/>
                  </a:lnTo>
                  <a:lnTo>
                    <a:pt x="2057799" y="1518765"/>
                  </a:lnTo>
                  <a:lnTo>
                    <a:pt x="2056954" y="1518765"/>
                  </a:lnTo>
                  <a:lnTo>
                    <a:pt x="2056109" y="1518765"/>
                  </a:lnTo>
                  <a:lnTo>
                    <a:pt x="2055264" y="1518765"/>
                  </a:lnTo>
                  <a:lnTo>
                    <a:pt x="2054418" y="1518765"/>
                  </a:lnTo>
                  <a:lnTo>
                    <a:pt x="2053573" y="1518765"/>
                  </a:lnTo>
                  <a:lnTo>
                    <a:pt x="2052728" y="1518765"/>
                  </a:lnTo>
                  <a:lnTo>
                    <a:pt x="2051883" y="1518765"/>
                  </a:lnTo>
                  <a:lnTo>
                    <a:pt x="2051038" y="1518765"/>
                  </a:lnTo>
                  <a:lnTo>
                    <a:pt x="2050193" y="1518765"/>
                  </a:lnTo>
                  <a:lnTo>
                    <a:pt x="2049348" y="1518765"/>
                  </a:lnTo>
                  <a:lnTo>
                    <a:pt x="2048503" y="1518765"/>
                  </a:lnTo>
                  <a:lnTo>
                    <a:pt x="2047658" y="1518765"/>
                  </a:lnTo>
                  <a:lnTo>
                    <a:pt x="2046813" y="1518765"/>
                  </a:lnTo>
                  <a:lnTo>
                    <a:pt x="2045968" y="1518765"/>
                  </a:lnTo>
                  <a:lnTo>
                    <a:pt x="2045122" y="1518765"/>
                  </a:lnTo>
                  <a:lnTo>
                    <a:pt x="2044277" y="1518765"/>
                  </a:lnTo>
                  <a:lnTo>
                    <a:pt x="2043432" y="1518765"/>
                  </a:lnTo>
                  <a:lnTo>
                    <a:pt x="2042587" y="1518765"/>
                  </a:lnTo>
                  <a:lnTo>
                    <a:pt x="2041742" y="1518765"/>
                  </a:lnTo>
                  <a:lnTo>
                    <a:pt x="2040897" y="1518765"/>
                  </a:lnTo>
                  <a:lnTo>
                    <a:pt x="2040052" y="1518765"/>
                  </a:lnTo>
                  <a:lnTo>
                    <a:pt x="2039207" y="1518765"/>
                  </a:lnTo>
                  <a:lnTo>
                    <a:pt x="2038362" y="1518765"/>
                  </a:lnTo>
                  <a:lnTo>
                    <a:pt x="2037517" y="1518765"/>
                  </a:lnTo>
                  <a:lnTo>
                    <a:pt x="2036672" y="1518765"/>
                  </a:lnTo>
                  <a:lnTo>
                    <a:pt x="2035826" y="1518765"/>
                  </a:lnTo>
                  <a:lnTo>
                    <a:pt x="2034981" y="1518765"/>
                  </a:lnTo>
                  <a:lnTo>
                    <a:pt x="2034136" y="1518765"/>
                  </a:lnTo>
                  <a:lnTo>
                    <a:pt x="2033291" y="1518765"/>
                  </a:lnTo>
                  <a:lnTo>
                    <a:pt x="2032446" y="1518765"/>
                  </a:lnTo>
                  <a:lnTo>
                    <a:pt x="2031601" y="1518765"/>
                  </a:lnTo>
                  <a:lnTo>
                    <a:pt x="2030756" y="1518765"/>
                  </a:lnTo>
                  <a:lnTo>
                    <a:pt x="2029911" y="1518765"/>
                  </a:lnTo>
                  <a:lnTo>
                    <a:pt x="2029066" y="1518765"/>
                  </a:lnTo>
                  <a:lnTo>
                    <a:pt x="2028221" y="1518765"/>
                  </a:lnTo>
                  <a:lnTo>
                    <a:pt x="2027376" y="1518765"/>
                  </a:lnTo>
                  <a:lnTo>
                    <a:pt x="2026530" y="1518765"/>
                  </a:lnTo>
                  <a:lnTo>
                    <a:pt x="2025685" y="1518765"/>
                  </a:lnTo>
                  <a:lnTo>
                    <a:pt x="2024840" y="1518765"/>
                  </a:lnTo>
                  <a:lnTo>
                    <a:pt x="2023995" y="1518765"/>
                  </a:lnTo>
                  <a:lnTo>
                    <a:pt x="2023150" y="1518765"/>
                  </a:lnTo>
                  <a:lnTo>
                    <a:pt x="2022305" y="1518765"/>
                  </a:lnTo>
                  <a:lnTo>
                    <a:pt x="2021460" y="1518765"/>
                  </a:lnTo>
                  <a:lnTo>
                    <a:pt x="2020615" y="1518765"/>
                  </a:lnTo>
                  <a:lnTo>
                    <a:pt x="2019770" y="1518765"/>
                  </a:lnTo>
                  <a:lnTo>
                    <a:pt x="2018925" y="1518765"/>
                  </a:lnTo>
                  <a:lnTo>
                    <a:pt x="2018080" y="1518765"/>
                  </a:lnTo>
                  <a:lnTo>
                    <a:pt x="2017234" y="1518765"/>
                  </a:lnTo>
                  <a:lnTo>
                    <a:pt x="2016389" y="1518765"/>
                  </a:lnTo>
                  <a:lnTo>
                    <a:pt x="2015544" y="1518765"/>
                  </a:lnTo>
                  <a:lnTo>
                    <a:pt x="2014699" y="1518765"/>
                  </a:lnTo>
                  <a:lnTo>
                    <a:pt x="2013854" y="1518765"/>
                  </a:lnTo>
                  <a:lnTo>
                    <a:pt x="2013009" y="1518765"/>
                  </a:lnTo>
                  <a:lnTo>
                    <a:pt x="2012164" y="1518765"/>
                  </a:lnTo>
                  <a:lnTo>
                    <a:pt x="2011319" y="1518765"/>
                  </a:lnTo>
                  <a:lnTo>
                    <a:pt x="2010474" y="1518765"/>
                  </a:lnTo>
                  <a:lnTo>
                    <a:pt x="2009629" y="1518765"/>
                  </a:lnTo>
                  <a:lnTo>
                    <a:pt x="2008783" y="1518765"/>
                  </a:lnTo>
                  <a:lnTo>
                    <a:pt x="2007938" y="1518765"/>
                  </a:lnTo>
                  <a:lnTo>
                    <a:pt x="2007093" y="1518765"/>
                  </a:lnTo>
                  <a:lnTo>
                    <a:pt x="2006248" y="1518765"/>
                  </a:lnTo>
                  <a:lnTo>
                    <a:pt x="2005403" y="1518765"/>
                  </a:lnTo>
                  <a:lnTo>
                    <a:pt x="2004558" y="1518765"/>
                  </a:lnTo>
                  <a:lnTo>
                    <a:pt x="2003713" y="1518765"/>
                  </a:lnTo>
                  <a:lnTo>
                    <a:pt x="2002868" y="1518765"/>
                  </a:lnTo>
                  <a:lnTo>
                    <a:pt x="2002023" y="1518765"/>
                  </a:lnTo>
                  <a:lnTo>
                    <a:pt x="2001178" y="1518765"/>
                  </a:lnTo>
                  <a:lnTo>
                    <a:pt x="2000333" y="1518765"/>
                  </a:lnTo>
                  <a:lnTo>
                    <a:pt x="1999487" y="1518765"/>
                  </a:lnTo>
                  <a:lnTo>
                    <a:pt x="1998642" y="1518765"/>
                  </a:lnTo>
                  <a:lnTo>
                    <a:pt x="1997797" y="1518765"/>
                  </a:lnTo>
                  <a:lnTo>
                    <a:pt x="1996952" y="1518765"/>
                  </a:lnTo>
                  <a:lnTo>
                    <a:pt x="1996107" y="1518765"/>
                  </a:lnTo>
                  <a:lnTo>
                    <a:pt x="1995262" y="1518765"/>
                  </a:lnTo>
                  <a:lnTo>
                    <a:pt x="1994417" y="1518765"/>
                  </a:lnTo>
                  <a:lnTo>
                    <a:pt x="1993572" y="1518765"/>
                  </a:lnTo>
                  <a:lnTo>
                    <a:pt x="1992727" y="1518765"/>
                  </a:lnTo>
                  <a:lnTo>
                    <a:pt x="1991882" y="1518765"/>
                  </a:lnTo>
                  <a:lnTo>
                    <a:pt x="1991037" y="1518765"/>
                  </a:lnTo>
                  <a:lnTo>
                    <a:pt x="1990191" y="1518765"/>
                  </a:lnTo>
                  <a:lnTo>
                    <a:pt x="1989346" y="1518765"/>
                  </a:lnTo>
                  <a:lnTo>
                    <a:pt x="1988501" y="1518765"/>
                  </a:lnTo>
                  <a:lnTo>
                    <a:pt x="1987656" y="1518765"/>
                  </a:lnTo>
                  <a:lnTo>
                    <a:pt x="1986811" y="1518765"/>
                  </a:lnTo>
                  <a:lnTo>
                    <a:pt x="1985966" y="1518765"/>
                  </a:lnTo>
                  <a:lnTo>
                    <a:pt x="1985121" y="1518765"/>
                  </a:lnTo>
                  <a:lnTo>
                    <a:pt x="1984276" y="1518765"/>
                  </a:lnTo>
                  <a:lnTo>
                    <a:pt x="1983431" y="1518765"/>
                  </a:lnTo>
                  <a:lnTo>
                    <a:pt x="1982586" y="1518765"/>
                  </a:lnTo>
                  <a:lnTo>
                    <a:pt x="1981741" y="1518765"/>
                  </a:lnTo>
                  <a:lnTo>
                    <a:pt x="1980895" y="1518765"/>
                  </a:lnTo>
                  <a:lnTo>
                    <a:pt x="1980050" y="1518765"/>
                  </a:lnTo>
                  <a:lnTo>
                    <a:pt x="1979205" y="1518765"/>
                  </a:lnTo>
                  <a:lnTo>
                    <a:pt x="1978360" y="1518765"/>
                  </a:lnTo>
                  <a:lnTo>
                    <a:pt x="1977515" y="1518765"/>
                  </a:lnTo>
                  <a:lnTo>
                    <a:pt x="1976670" y="1518765"/>
                  </a:lnTo>
                  <a:lnTo>
                    <a:pt x="1975825" y="1518765"/>
                  </a:lnTo>
                  <a:lnTo>
                    <a:pt x="1974980" y="1518765"/>
                  </a:lnTo>
                  <a:lnTo>
                    <a:pt x="1974135" y="1518765"/>
                  </a:lnTo>
                  <a:lnTo>
                    <a:pt x="1973290" y="1518765"/>
                  </a:lnTo>
                  <a:lnTo>
                    <a:pt x="1972445" y="1518765"/>
                  </a:lnTo>
                  <a:lnTo>
                    <a:pt x="1971599" y="1518765"/>
                  </a:lnTo>
                  <a:lnTo>
                    <a:pt x="1970754" y="1518765"/>
                  </a:lnTo>
                  <a:lnTo>
                    <a:pt x="1969909" y="1518765"/>
                  </a:lnTo>
                  <a:lnTo>
                    <a:pt x="1969064" y="1518765"/>
                  </a:lnTo>
                  <a:lnTo>
                    <a:pt x="1968219" y="1518765"/>
                  </a:lnTo>
                  <a:lnTo>
                    <a:pt x="1967374" y="1518765"/>
                  </a:lnTo>
                  <a:lnTo>
                    <a:pt x="1966529" y="1518765"/>
                  </a:lnTo>
                  <a:lnTo>
                    <a:pt x="1965684" y="1518765"/>
                  </a:lnTo>
                  <a:lnTo>
                    <a:pt x="1964839" y="1518765"/>
                  </a:lnTo>
                  <a:lnTo>
                    <a:pt x="1963994" y="1518765"/>
                  </a:lnTo>
                  <a:lnTo>
                    <a:pt x="1963149" y="1518765"/>
                  </a:lnTo>
                  <a:lnTo>
                    <a:pt x="1962303" y="1518765"/>
                  </a:lnTo>
                  <a:lnTo>
                    <a:pt x="1961458" y="1518765"/>
                  </a:lnTo>
                  <a:lnTo>
                    <a:pt x="1960613" y="1518765"/>
                  </a:lnTo>
                  <a:lnTo>
                    <a:pt x="1959768" y="1518765"/>
                  </a:lnTo>
                  <a:lnTo>
                    <a:pt x="1958923" y="1518765"/>
                  </a:lnTo>
                  <a:lnTo>
                    <a:pt x="1958078" y="1518765"/>
                  </a:lnTo>
                  <a:lnTo>
                    <a:pt x="1957233" y="1518765"/>
                  </a:lnTo>
                  <a:lnTo>
                    <a:pt x="1956388" y="1518765"/>
                  </a:lnTo>
                  <a:lnTo>
                    <a:pt x="1955543" y="1518765"/>
                  </a:lnTo>
                  <a:lnTo>
                    <a:pt x="1954698" y="1518765"/>
                  </a:lnTo>
                  <a:lnTo>
                    <a:pt x="1953853" y="1518765"/>
                  </a:lnTo>
                  <a:lnTo>
                    <a:pt x="1953007" y="1518765"/>
                  </a:lnTo>
                  <a:lnTo>
                    <a:pt x="1952162" y="1518765"/>
                  </a:lnTo>
                  <a:lnTo>
                    <a:pt x="1951317" y="1518765"/>
                  </a:lnTo>
                  <a:lnTo>
                    <a:pt x="1950472" y="1518765"/>
                  </a:lnTo>
                  <a:lnTo>
                    <a:pt x="1949627" y="1518765"/>
                  </a:lnTo>
                  <a:lnTo>
                    <a:pt x="1948782" y="1518765"/>
                  </a:lnTo>
                  <a:lnTo>
                    <a:pt x="1947937" y="1518765"/>
                  </a:lnTo>
                  <a:lnTo>
                    <a:pt x="1947092" y="1518765"/>
                  </a:lnTo>
                  <a:lnTo>
                    <a:pt x="1946247" y="1518765"/>
                  </a:lnTo>
                  <a:lnTo>
                    <a:pt x="1945402" y="1518765"/>
                  </a:lnTo>
                  <a:lnTo>
                    <a:pt x="1944556" y="1518765"/>
                  </a:lnTo>
                  <a:lnTo>
                    <a:pt x="1943711" y="1518765"/>
                  </a:lnTo>
                  <a:lnTo>
                    <a:pt x="1942866" y="1518765"/>
                  </a:lnTo>
                  <a:lnTo>
                    <a:pt x="1942021" y="1518765"/>
                  </a:lnTo>
                  <a:lnTo>
                    <a:pt x="1941176" y="1518765"/>
                  </a:lnTo>
                  <a:lnTo>
                    <a:pt x="1940331" y="1518765"/>
                  </a:lnTo>
                  <a:lnTo>
                    <a:pt x="1939486" y="1518765"/>
                  </a:lnTo>
                  <a:lnTo>
                    <a:pt x="1938641" y="1518765"/>
                  </a:lnTo>
                  <a:lnTo>
                    <a:pt x="1937796" y="1518765"/>
                  </a:lnTo>
                  <a:lnTo>
                    <a:pt x="1936951" y="1518765"/>
                  </a:lnTo>
                  <a:lnTo>
                    <a:pt x="1936106" y="1518765"/>
                  </a:lnTo>
                  <a:lnTo>
                    <a:pt x="1935260" y="1518765"/>
                  </a:lnTo>
                  <a:lnTo>
                    <a:pt x="1934415" y="1518765"/>
                  </a:lnTo>
                  <a:lnTo>
                    <a:pt x="1933570" y="1518765"/>
                  </a:lnTo>
                  <a:lnTo>
                    <a:pt x="1932725" y="1518765"/>
                  </a:lnTo>
                  <a:lnTo>
                    <a:pt x="1931880" y="1518765"/>
                  </a:lnTo>
                  <a:lnTo>
                    <a:pt x="1931035" y="1518765"/>
                  </a:lnTo>
                  <a:lnTo>
                    <a:pt x="1930190" y="1518765"/>
                  </a:lnTo>
                  <a:lnTo>
                    <a:pt x="1929345" y="1518765"/>
                  </a:lnTo>
                  <a:lnTo>
                    <a:pt x="1928500" y="1518765"/>
                  </a:lnTo>
                  <a:lnTo>
                    <a:pt x="1927655" y="1518765"/>
                  </a:lnTo>
                  <a:lnTo>
                    <a:pt x="1926810" y="1518765"/>
                  </a:lnTo>
                  <a:lnTo>
                    <a:pt x="1925964" y="1518765"/>
                  </a:lnTo>
                  <a:lnTo>
                    <a:pt x="1925119" y="1518765"/>
                  </a:lnTo>
                  <a:lnTo>
                    <a:pt x="1924274" y="1518765"/>
                  </a:lnTo>
                  <a:lnTo>
                    <a:pt x="1923429" y="1518765"/>
                  </a:lnTo>
                  <a:lnTo>
                    <a:pt x="1922584" y="1518765"/>
                  </a:lnTo>
                  <a:lnTo>
                    <a:pt x="1921739" y="1518765"/>
                  </a:lnTo>
                  <a:lnTo>
                    <a:pt x="1920894" y="1518765"/>
                  </a:lnTo>
                  <a:lnTo>
                    <a:pt x="1920049" y="1518765"/>
                  </a:lnTo>
                  <a:lnTo>
                    <a:pt x="1919204" y="1518765"/>
                  </a:lnTo>
                  <a:lnTo>
                    <a:pt x="1918359" y="1518765"/>
                  </a:lnTo>
                  <a:lnTo>
                    <a:pt x="1917514" y="1518765"/>
                  </a:lnTo>
                  <a:lnTo>
                    <a:pt x="1916668" y="1518765"/>
                  </a:lnTo>
                  <a:lnTo>
                    <a:pt x="1915823" y="1518765"/>
                  </a:lnTo>
                  <a:lnTo>
                    <a:pt x="1914978" y="1518765"/>
                  </a:lnTo>
                  <a:lnTo>
                    <a:pt x="1914133" y="1518765"/>
                  </a:lnTo>
                  <a:lnTo>
                    <a:pt x="1913288" y="1518765"/>
                  </a:lnTo>
                  <a:lnTo>
                    <a:pt x="1912443" y="1518765"/>
                  </a:lnTo>
                  <a:lnTo>
                    <a:pt x="1911598" y="1518765"/>
                  </a:lnTo>
                  <a:lnTo>
                    <a:pt x="1910753" y="1518765"/>
                  </a:lnTo>
                  <a:lnTo>
                    <a:pt x="1909908" y="1518765"/>
                  </a:lnTo>
                  <a:lnTo>
                    <a:pt x="1909063" y="1518765"/>
                  </a:lnTo>
                  <a:lnTo>
                    <a:pt x="1908218" y="1518765"/>
                  </a:lnTo>
                  <a:lnTo>
                    <a:pt x="1907372" y="1518765"/>
                  </a:lnTo>
                  <a:lnTo>
                    <a:pt x="1906527" y="1518765"/>
                  </a:lnTo>
                  <a:lnTo>
                    <a:pt x="1905682" y="1518765"/>
                  </a:lnTo>
                  <a:lnTo>
                    <a:pt x="1904837" y="1518765"/>
                  </a:lnTo>
                  <a:lnTo>
                    <a:pt x="1903992" y="1518765"/>
                  </a:lnTo>
                  <a:lnTo>
                    <a:pt x="1903147" y="1518765"/>
                  </a:lnTo>
                  <a:lnTo>
                    <a:pt x="1902302" y="1518765"/>
                  </a:lnTo>
                  <a:lnTo>
                    <a:pt x="1901457" y="1518765"/>
                  </a:lnTo>
                  <a:lnTo>
                    <a:pt x="1900612" y="1518765"/>
                  </a:lnTo>
                  <a:lnTo>
                    <a:pt x="1899767" y="1518765"/>
                  </a:lnTo>
                  <a:lnTo>
                    <a:pt x="1898922" y="1518765"/>
                  </a:lnTo>
                  <a:lnTo>
                    <a:pt x="1898076" y="1518765"/>
                  </a:lnTo>
                  <a:lnTo>
                    <a:pt x="1897231" y="1518765"/>
                  </a:lnTo>
                  <a:lnTo>
                    <a:pt x="1896386" y="1518765"/>
                  </a:lnTo>
                  <a:lnTo>
                    <a:pt x="1895541" y="1518765"/>
                  </a:lnTo>
                  <a:lnTo>
                    <a:pt x="1894696" y="1518765"/>
                  </a:lnTo>
                  <a:lnTo>
                    <a:pt x="1893851" y="1518765"/>
                  </a:lnTo>
                  <a:lnTo>
                    <a:pt x="1893006" y="1518765"/>
                  </a:lnTo>
                  <a:lnTo>
                    <a:pt x="1892161" y="1518765"/>
                  </a:lnTo>
                  <a:lnTo>
                    <a:pt x="1891316" y="1518765"/>
                  </a:lnTo>
                  <a:lnTo>
                    <a:pt x="1890471" y="1518765"/>
                  </a:lnTo>
                  <a:lnTo>
                    <a:pt x="1889625" y="1518765"/>
                  </a:lnTo>
                  <a:lnTo>
                    <a:pt x="1888780" y="1518765"/>
                  </a:lnTo>
                  <a:lnTo>
                    <a:pt x="1887935" y="1518765"/>
                  </a:lnTo>
                  <a:lnTo>
                    <a:pt x="1887090" y="1518765"/>
                  </a:lnTo>
                  <a:lnTo>
                    <a:pt x="1886245" y="1518765"/>
                  </a:lnTo>
                  <a:lnTo>
                    <a:pt x="1885400" y="1518765"/>
                  </a:lnTo>
                  <a:lnTo>
                    <a:pt x="1884555" y="1518765"/>
                  </a:lnTo>
                  <a:lnTo>
                    <a:pt x="1883710" y="1518765"/>
                  </a:lnTo>
                  <a:lnTo>
                    <a:pt x="1882865" y="1518765"/>
                  </a:lnTo>
                  <a:lnTo>
                    <a:pt x="1882020" y="1518765"/>
                  </a:lnTo>
                  <a:lnTo>
                    <a:pt x="1881175" y="1518765"/>
                  </a:lnTo>
                  <a:lnTo>
                    <a:pt x="1880329" y="1518765"/>
                  </a:lnTo>
                  <a:lnTo>
                    <a:pt x="1879484" y="1518765"/>
                  </a:lnTo>
                  <a:lnTo>
                    <a:pt x="1878639" y="1518765"/>
                  </a:lnTo>
                  <a:lnTo>
                    <a:pt x="1877794" y="1518765"/>
                  </a:lnTo>
                  <a:lnTo>
                    <a:pt x="1876949" y="1518765"/>
                  </a:lnTo>
                  <a:lnTo>
                    <a:pt x="1876104" y="1518765"/>
                  </a:lnTo>
                  <a:lnTo>
                    <a:pt x="1875259" y="1518765"/>
                  </a:lnTo>
                  <a:lnTo>
                    <a:pt x="1874414" y="1518765"/>
                  </a:lnTo>
                  <a:lnTo>
                    <a:pt x="1873569" y="1518765"/>
                  </a:lnTo>
                  <a:lnTo>
                    <a:pt x="1872724" y="1518765"/>
                  </a:lnTo>
                  <a:lnTo>
                    <a:pt x="1871879" y="1518765"/>
                  </a:lnTo>
                  <a:lnTo>
                    <a:pt x="1871033" y="1518765"/>
                  </a:lnTo>
                  <a:lnTo>
                    <a:pt x="1870188" y="1518765"/>
                  </a:lnTo>
                  <a:lnTo>
                    <a:pt x="1869343" y="1518765"/>
                  </a:lnTo>
                  <a:lnTo>
                    <a:pt x="1868498" y="1518765"/>
                  </a:lnTo>
                  <a:lnTo>
                    <a:pt x="1867653" y="1518765"/>
                  </a:lnTo>
                  <a:lnTo>
                    <a:pt x="1866808" y="1518765"/>
                  </a:lnTo>
                  <a:lnTo>
                    <a:pt x="1865963" y="1518765"/>
                  </a:lnTo>
                  <a:lnTo>
                    <a:pt x="1865118" y="1518765"/>
                  </a:lnTo>
                  <a:lnTo>
                    <a:pt x="1864273" y="1518765"/>
                  </a:lnTo>
                  <a:lnTo>
                    <a:pt x="1863428" y="1518765"/>
                  </a:lnTo>
                  <a:lnTo>
                    <a:pt x="1862583" y="1518765"/>
                  </a:lnTo>
                  <a:lnTo>
                    <a:pt x="1861737" y="1518765"/>
                  </a:lnTo>
                  <a:lnTo>
                    <a:pt x="1860892" y="1518765"/>
                  </a:lnTo>
                  <a:lnTo>
                    <a:pt x="1860047" y="1518765"/>
                  </a:lnTo>
                  <a:lnTo>
                    <a:pt x="1859202" y="1518765"/>
                  </a:lnTo>
                  <a:lnTo>
                    <a:pt x="1858357" y="1518765"/>
                  </a:lnTo>
                  <a:lnTo>
                    <a:pt x="1857512" y="1518765"/>
                  </a:lnTo>
                  <a:lnTo>
                    <a:pt x="1856667" y="1518765"/>
                  </a:lnTo>
                  <a:lnTo>
                    <a:pt x="1855822" y="1518765"/>
                  </a:lnTo>
                  <a:lnTo>
                    <a:pt x="1854977" y="1518765"/>
                  </a:lnTo>
                  <a:lnTo>
                    <a:pt x="1854132" y="1518765"/>
                  </a:lnTo>
                  <a:lnTo>
                    <a:pt x="1853287" y="1518765"/>
                  </a:lnTo>
                  <a:lnTo>
                    <a:pt x="1852441" y="1518765"/>
                  </a:lnTo>
                  <a:lnTo>
                    <a:pt x="1851596" y="1518765"/>
                  </a:lnTo>
                  <a:lnTo>
                    <a:pt x="1850751" y="1518765"/>
                  </a:lnTo>
                  <a:lnTo>
                    <a:pt x="1849906" y="1518765"/>
                  </a:lnTo>
                  <a:lnTo>
                    <a:pt x="1849061" y="1518765"/>
                  </a:lnTo>
                  <a:lnTo>
                    <a:pt x="1848216" y="1518765"/>
                  </a:lnTo>
                  <a:lnTo>
                    <a:pt x="1847371" y="1518765"/>
                  </a:lnTo>
                  <a:lnTo>
                    <a:pt x="1846526" y="1518765"/>
                  </a:lnTo>
                  <a:lnTo>
                    <a:pt x="1845681" y="1518765"/>
                  </a:lnTo>
                  <a:lnTo>
                    <a:pt x="1844836" y="1518765"/>
                  </a:lnTo>
                  <a:lnTo>
                    <a:pt x="1843991" y="1518765"/>
                  </a:lnTo>
                  <a:lnTo>
                    <a:pt x="1843145" y="1518765"/>
                  </a:lnTo>
                  <a:lnTo>
                    <a:pt x="1842300" y="1518765"/>
                  </a:lnTo>
                  <a:lnTo>
                    <a:pt x="1841455" y="1518765"/>
                  </a:lnTo>
                  <a:lnTo>
                    <a:pt x="1840610" y="1518765"/>
                  </a:lnTo>
                  <a:lnTo>
                    <a:pt x="1839765" y="1518765"/>
                  </a:lnTo>
                  <a:lnTo>
                    <a:pt x="1838920" y="1518765"/>
                  </a:lnTo>
                  <a:lnTo>
                    <a:pt x="1838075" y="1518765"/>
                  </a:lnTo>
                  <a:lnTo>
                    <a:pt x="1837230" y="1518765"/>
                  </a:lnTo>
                  <a:lnTo>
                    <a:pt x="1836385" y="1518765"/>
                  </a:lnTo>
                  <a:lnTo>
                    <a:pt x="1835540" y="1518765"/>
                  </a:lnTo>
                  <a:lnTo>
                    <a:pt x="1834695" y="1518765"/>
                  </a:lnTo>
                  <a:lnTo>
                    <a:pt x="1833849" y="1518765"/>
                  </a:lnTo>
                  <a:lnTo>
                    <a:pt x="1833004" y="1518765"/>
                  </a:lnTo>
                  <a:lnTo>
                    <a:pt x="1832159" y="1518765"/>
                  </a:lnTo>
                  <a:lnTo>
                    <a:pt x="1831314" y="1518765"/>
                  </a:lnTo>
                  <a:lnTo>
                    <a:pt x="1830469" y="1518765"/>
                  </a:lnTo>
                  <a:lnTo>
                    <a:pt x="1829624" y="1518765"/>
                  </a:lnTo>
                  <a:lnTo>
                    <a:pt x="1828779" y="1518765"/>
                  </a:lnTo>
                  <a:lnTo>
                    <a:pt x="1827934" y="1518765"/>
                  </a:lnTo>
                  <a:lnTo>
                    <a:pt x="1827089" y="1518765"/>
                  </a:lnTo>
                  <a:lnTo>
                    <a:pt x="1826244" y="1518765"/>
                  </a:lnTo>
                  <a:lnTo>
                    <a:pt x="1825398" y="1518765"/>
                  </a:lnTo>
                  <a:lnTo>
                    <a:pt x="1824553" y="1518765"/>
                  </a:lnTo>
                  <a:lnTo>
                    <a:pt x="1823708" y="1518765"/>
                  </a:lnTo>
                  <a:lnTo>
                    <a:pt x="1822863" y="1518765"/>
                  </a:lnTo>
                  <a:lnTo>
                    <a:pt x="1822018" y="1518765"/>
                  </a:lnTo>
                  <a:lnTo>
                    <a:pt x="1821173" y="1518765"/>
                  </a:lnTo>
                  <a:lnTo>
                    <a:pt x="1820328" y="1518765"/>
                  </a:lnTo>
                  <a:lnTo>
                    <a:pt x="1819483" y="1518765"/>
                  </a:lnTo>
                  <a:lnTo>
                    <a:pt x="1818638" y="1518765"/>
                  </a:lnTo>
                  <a:lnTo>
                    <a:pt x="1817793" y="1518765"/>
                  </a:lnTo>
                  <a:lnTo>
                    <a:pt x="1816948" y="1518765"/>
                  </a:lnTo>
                  <a:lnTo>
                    <a:pt x="1816102" y="1518765"/>
                  </a:lnTo>
                  <a:lnTo>
                    <a:pt x="1815257" y="1518765"/>
                  </a:lnTo>
                  <a:lnTo>
                    <a:pt x="1814412" y="1518765"/>
                  </a:lnTo>
                  <a:lnTo>
                    <a:pt x="1813567" y="1518765"/>
                  </a:lnTo>
                  <a:lnTo>
                    <a:pt x="1812722" y="1518765"/>
                  </a:lnTo>
                  <a:lnTo>
                    <a:pt x="1811877" y="1518765"/>
                  </a:lnTo>
                  <a:lnTo>
                    <a:pt x="1811032" y="1518765"/>
                  </a:lnTo>
                  <a:lnTo>
                    <a:pt x="1810187" y="1518765"/>
                  </a:lnTo>
                  <a:lnTo>
                    <a:pt x="1809342" y="1518765"/>
                  </a:lnTo>
                  <a:lnTo>
                    <a:pt x="1808497" y="1518765"/>
                  </a:lnTo>
                  <a:lnTo>
                    <a:pt x="1807652" y="1518765"/>
                  </a:lnTo>
                  <a:lnTo>
                    <a:pt x="1806806" y="1518765"/>
                  </a:lnTo>
                  <a:lnTo>
                    <a:pt x="1805961" y="1518765"/>
                  </a:lnTo>
                  <a:lnTo>
                    <a:pt x="1805116" y="1518765"/>
                  </a:lnTo>
                  <a:lnTo>
                    <a:pt x="1804271" y="1518765"/>
                  </a:lnTo>
                  <a:lnTo>
                    <a:pt x="1803426" y="1518765"/>
                  </a:lnTo>
                  <a:lnTo>
                    <a:pt x="1802581" y="1518765"/>
                  </a:lnTo>
                  <a:lnTo>
                    <a:pt x="1801736" y="1518765"/>
                  </a:lnTo>
                  <a:lnTo>
                    <a:pt x="1800891" y="1518765"/>
                  </a:lnTo>
                  <a:lnTo>
                    <a:pt x="1800046" y="1518765"/>
                  </a:lnTo>
                  <a:lnTo>
                    <a:pt x="1799201" y="1518765"/>
                  </a:lnTo>
                  <a:lnTo>
                    <a:pt x="1798356" y="1518765"/>
                  </a:lnTo>
                  <a:lnTo>
                    <a:pt x="1797510" y="1518765"/>
                  </a:lnTo>
                  <a:lnTo>
                    <a:pt x="1796665" y="1518765"/>
                  </a:lnTo>
                  <a:lnTo>
                    <a:pt x="1795820" y="1518765"/>
                  </a:lnTo>
                  <a:lnTo>
                    <a:pt x="1794975" y="1518765"/>
                  </a:lnTo>
                  <a:lnTo>
                    <a:pt x="1794130" y="1518765"/>
                  </a:lnTo>
                  <a:lnTo>
                    <a:pt x="1793285" y="1518765"/>
                  </a:lnTo>
                  <a:lnTo>
                    <a:pt x="1792440" y="1518765"/>
                  </a:lnTo>
                  <a:lnTo>
                    <a:pt x="1791595" y="1518765"/>
                  </a:lnTo>
                  <a:lnTo>
                    <a:pt x="1790750" y="1518765"/>
                  </a:lnTo>
                  <a:lnTo>
                    <a:pt x="1789905" y="1518765"/>
                  </a:lnTo>
                  <a:lnTo>
                    <a:pt x="1789060" y="1518765"/>
                  </a:lnTo>
                  <a:lnTo>
                    <a:pt x="1788214" y="1518765"/>
                  </a:lnTo>
                  <a:lnTo>
                    <a:pt x="1787369" y="1518765"/>
                  </a:lnTo>
                  <a:lnTo>
                    <a:pt x="1786524" y="1518765"/>
                  </a:lnTo>
                  <a:lnTo>
                    <a:pt x="1785679" y="1518765"/>
                  </a:lnTo>
                  <a:lnTo>
                    <a:pt x="1784834" y="1518765"/>
                  </a:lnTo>
                  <a:lnTo>
                    <a:pt x="1783989" y="1518765"/>
                  </a:lnTo>
                  <a:lnTo>
                    <a:pt x="1783144" y="1518765"/>
                  </a:lnTo>
                  <a:lnTo>
                    <a:pt x="1782299" y="1518765"/>
                  </a:lnTo>
                  <a:lnTo>
                    <a:pt x="1781454" y="1518765"/>
                  </a:lnTo>
                  <a:lnTo>
                    <a:pt x="1780609" y="1518765"/>
                  </a:lnTo>
                  <a:lnTo>
                    <a:pt x="1779764" y="1518765"/>
                  </a:lnTo>
                  <a:lnTo>
                    <a:pt x="1778918" y="1518765"/>
                  </a:lnTo>
                  <a:lnTo>
                    <a:pt x="1778073" y="1518765"/>
                  </a:lnTo>
                  <a:lnTo>
                    <a:pt x="1777228" y="1518765"/>
                  </a:lnTo>
                  <a:lnTo>
                    <a:pt x="1776383" y="1518765"/>
                  </a:lnTo>
                  <a:lnTo>
                    <a:pt x="1775538" y="1518765"/>
                  </a:lnTo>
                  <a:lnTo>
                    <a:pt x="1774693" y="1518765"/>
                  </a:lnTo>
                  <a:lnTo>
                    <a:pt x="1773848" y="1518765"/>
                  </a:lnTo>
                  <a:lnTo>
                    <a:pt x="1773003" y="1518765"/>
                  </a:lnTo>
                  <a:lnTo>
                    <a:pt x="1772158" y="1518765"/>
                  </a:lnTo>
                  <a:lnTo>
                    <a:pt x="1771313" y="1518765"/>
                  </a:lnTo>
                  <a:lnTo>
                    <a:pt x="1770468" y="1518765"/>
                  </a:lnTo>
                  <a:lnTo>
                    <a:pt x="1769622" y="1518765"/>
                  </a:lnTo>
                  <a:lnTo>
                    <a:pt x="1768777" y="1518765"/>
                  </a:lnTo>
                  <a:lnTo>
                    <a:pt x="1767932" y="1518765"/>
                  </a:lnTo>
                  <a:lnTo>
                    <a:pt x="1767087" y="1518765"/>
                  </a:lnTo>
                  <a:lnTo>
                    <a:pt x="1766242" y="1518765"/>
                  </a:lnTo>
                  <a:lnTo>
                    <a:pt x="1765397" y="1518765"/>
                  </a:lnTo>
                  <a:lnTo>
                    <a:pt x="1764552" y="1518765"/>
                  </a:lnTo>
                  <a:lnTo>
                    <a:pt x="1763707" y="1518765"/>
                  </a:lnTo>
                  <a:lnTo>
                    <a:pt x="1762862" y="1518765"/>
                  </a:lnTo>
                  <a:lnTo>
                    <a:pt x="1762017" y="1518765"/>
                  </a:lnTo>
                  <a:lnTo>
                    <a:pt x="1761171" y="1518765"/>
                  </a:lnTo>
                  <a:lnTo>
                    <a:pt x="1760326" y="1518765"/>
                  </a:lnTo>
                  <a:lnTo>
                    <a:pt x="1759481" y="1518765"/>
                  </a:lnTo>
                  <a:lnTo>
                    <a:pt x="1758636" y="1518765"/>
                  </a:lnTo>
                  <a:lnTo>
                    <a:pt x="1757791" y="1518765"/>
                  </a:lnTo>
                  <a:lnTo>
                    <a:pt x="1756946" y="1518765"/>
                  </a:lnTo>
                  <a:lnTo>
                    <a:pt x="1756101" y="1518765"/>
                  </a:lnTo>
                  <a:lnTo>
                    <a:pt x="1755256" y="1518765"/>
                  </a:lnTo>
                  <a:lnTo>
                    <a:pt x="1754411" y="1518765"/>
                  </a:lnTo>
                  <a:lnTo>
                    <a:pt x="1753566" y="1518765"/>
                  </a:lnTo>
                  <a:lnTo>
                    <a:pt x="1752721" y="1518765"/>
                  </a:lnTo>
                  <a:lnTo>
                    <a:pt x="1751875" y="1518765"/>
                  </a:lnTo>
                  <a:lnTo>
                    <a:pt x="1751030" y="1518765"/>
                  </a:lnTo>
                  <a:lnTo>
                    <a:pt x="1750185" y="1518765"/>
                  </a:lnTo>
                  <a:lnTo>
                    <a:pt x="1749340" y="1518765"/>
                  </a:lnTo>
                  <a:lnTo>
                    <a:pt x="1748495" y="1518765"/>
                  </a:lnTo>
                  <a:lnTo>
                    <a:pt x="1747650" y="1518765"/>
                  </a:lnTo>
                  <a:lnTo>
                    <a:pt x="1746805" y="1518765"/>
                  </a:lnTo>
                  <a:lnTo>
                    <a:pt x="1745960" y="1518765"/>
                  </a:lnTo>
                  <a:lnTo>
                    <a:pt x="1745115" y="1518765"/>
                  </a:lnTo>
                  <a:lnTo>
                    <a:pt x="1744270" y="1518765"/>
                  </a:lnTo>
                  <a:lnTo>
                    <a:pt x="1743425" y="1518765"/>
                  </a:lnTo>
                  <a:lnTo>
                    <a:pt x="1742579" y="1518765"/>
                  </a:lnTo>
                  <a:lnTo>
                    <a:pt x="1741734" y="1518765"/>
                  </a:lnTo>
                  <a:lnTo>
                    <a:pt x="1740889" y="1518765"/>
                  </a:lnTo>
                  <a:lnTo>
                    <a:pt x="1740044" y="1518765"/>
                  </a:lnTo>
                  <a:lnTo>
                    <a:pt x="1739199" y="1518765"/>
                  </a:lnTo>
                  <a:lnTo>
                    <a:pt x="1738354" y="1518765"/>
                  </a:lnTo>
                  <a:lnTo>
                    <a:pt x="1737509" y="1518765"/>
                  </a:lnTo>
                  <a:lnTo>
                    <a:pt x="1736664" y="1518765"/>
                  </a:lnTo>
                  <a:lnTo>
                    <a:pt x="1735819" y="1518765"/>
                  </a:lnTo>
                  <a:lnTo>
                    <a:pt x="1734974" y="1518765"/>
                  </a:lnTo>
                  <a:lnTo>
                    <a:pt x="1734129" y="1518765"/>
                  </a:lnTo>
                  <a:lnTo>
                    <a:pt x="1733283" y="1518765"/>
                  </a:lnTo>
                  <a:lnTo>
                    <a:pt x="1732438" y="1518765"/>
                  </a:lnTo>
                  <a:lnTo>
                    <a:pt x="1731593" y="1518765"/>
                  </a:lnTo>
                  <a:lnTo>
                    <a:pt x="1730748" y="1518765"/>
                  </a:lnTo>
                  <a:lnTo>
                    <a:pt x="1729903" y="1518765"/>
                  </a:lnTo>
                  <a:lnTo>
                    <a:pt x="1729058" y="1518765"/>
                  </a:lnTo>
                  <a:lnTo>
                    <a:pt x="1728213" y="1518765"/>
                  </a:lnTo>
                  <a:lnTo>
                    <a:pt x="1727368" y="1518765"/>
                  </a:lnTo>
                  <a:lnTo>
                    <a:pt x="1726523" y="1518765"/>
                  </a:lnTo>
                  <a:lnTo>
                    <a:pt x="1725678" y="1518765"/>
                  </a:lnTo>
                  <a:lnTo>
                    <a:pt x="1724833" y="1518765"/>
                  </a:lnTo>
                  <a:lnTo>
                    <a:pt x="1723987" y="1518765"/>
                  </a:lnTo>
                  <a:lnTo>
                    <a:pt x="1723142" y="1518765"/>
                  </a:lnTo>
                  <a:lnTo>
                    <a:pt x="1722297" y="1518765"/>
                  </a:lnTo>
                  <a:lnTo>
                    <a:pt x="1721452" y="1518765"/>
                  </a:lnTo>
                  <a:lnTo>
                    <a:pt x="1720607" y="1518765"/>
                  </a:lnTo>
                  <a:lnTo>
                    <a:pt x="1719762" y="1518765"/>
                  </a:lnTo>
                  <a:lnTo>
                    <a:pt x="1718917" y="1518765"/>
                  </a:lnTo>
                  <a:lnTo>
                    <a:pt x="1718072" y="1518765"/>
                  </a:lnTo>
                  <a:lnTo>
                    <a:pt x="1717227" y="1518765"/>
                  </a:lnTo>
                  <a:lnTo>
                    <a:pt x="1716382" y="1518765"/>
                  </a:lnTo>
                  <a:lnTo>
                    <a:pt x="1715537" y="1518765"/>
                  </a:lnTo>
                  <a:lnTo>
                    <a:pt x="1714691" y="1518765"/>
                  </a:lnTo>
                  <a:lnTo>
                    <a:pt x="1713846" y="1518765"/>
                  </a:lnTo>
                  <a:lnTo>
                    <a:pt x="1713001" y="1518765"/>
                  </a:lnTo>
                  <a:lnTo>
                    <a:pt x="1712156" y="1518765"/>
                  </a:lnTo>
                  <a:lnTo>
                    <a:pt x="1711311" y="1518765"/>
                  </a:lnTo>
                  <a:lnTo>
                    <a:pt x="1710466" y="1518765"/>
                  </a:lnTo>
                  <a:lnTo>
                    <a:pt x="1709621" y="1518765"/>
                  </a:lnTo>
                  <a:lnTo>
                    <a:pt x="1708776" y="1518765"/>
                  </a:lnTo>
                  <a:lnTo>
                    <a:pt x="1707931" y="1518765"/>
                  </a:lnTo>
                  <a:lnTo>
                    <a:pt x="1707086" y="1518765"/>
                  </a:lnTo>
                  <a:lnTo>
                    <a:pt x="1706241" y="1518765"/>
                  </a:lnTo>
                  <a:lnTo>
                    <a:pt x="1705395" y="1518765"/>
                  </a:lnTo>
                  <a:lnTo>
                    <a:pt x="1704550" y="1518765"/>
                  </a:lnTo>
                  <a:lnTo>
                    <a:pt x="1703705" y="1518765"/>
                  </a:lnTo>
                  <a:lnTo>
                    <a:pt x="1702860" y="1518765"/>
                  </a:lnTo>
                  <a:lnTo>
                    <a:pt x="1702015" y="1518765"/>
                  </a:lnTo>
                  <a:lnTo>
                    <a:pt x="1701170" y="1518765"/>
                  </a:lnTo>
                  <a:lnTo>
                    <a:pt x="1700325" y="1518765"/>
                  </a:lnTo>
                  <a:lnTo>
                    <a:pt x="1699480" y="1518765"/>
                  </a:lnTo>
                  <a:lnTo>
                    <a:pt x="1698635" y="1518765"/>
                  </a:lnTo>
                  <a:lnTo>
                    <a:pt x="1697790" y="1518765"/>
                  </a:lnTo>
                  <a:lnTo>
                    <a:pt x="1696944" y="1518765"/>
                  </a:lnTo>
                  <a:lnTo>
                    <a:pt x="1696099" y="1518765"/>
                  </a:lnTo>
                  <a:lnTo>
                    <a:pt x="1695254" y="1518765"/>
                  </a:lnTo>
                  <a:lnTo>
                    <a:pt x="1694409" y="1518765"/>
                  </a:lnTo>
                  <a:lnTo>
                    <a:pt x="1693564" y="1518765"/>
                  </a:lnTo>
                  <a:lnTo>
                    <a:pt x="1692719" y="1518765"/>
                  </a:lnTo>
                  <a:lnTo>
                    <a:pt x="1691874" y="1518765"/>
                  </a:lnTo>
                  <a:lnTo>
                    <a:pt x="1691029" y="1518765"/>
                  </a:lnTo>
                  <a:lnTo>
                    <a:pt x="1690184" y="1518765"/>
                  </a:lnTo>
                  <a:lnTo>
                    <a:pt x="1689339" y="1518765"/>
                  </a:lnTo>
                  <a:lnTo>
                    <a:pt x="1688494" y="1518765"/>
                  </a:lnTo>
                  <a:lnTo>
                    <a:pt x="1687648" y="1518765"/>
                  </a:lnTo>
                  <a:lnTo>
                    <a:pt x="1686803" y="1518765"/>
                  </a:lnTo>
                  <a:lnTo>
                    <a:pt x="1685958" y="1518765"/>
                  </a:lnTo>
                  <a:lnTo>
                    <a:pt x="1685113" y="1518765"/>
                  </a:lnTo>
                  <a:lnTo>
                    <a:pt x="1684268" y="1518765"/>
                  </a:lnTo>
                  <a:lnTo>
                    <a:pt x="1683423" y="1518765"/>
                  </a:lnTo>
                  <a:lnTo>
                    <a:pt x="1682578" y="1518765"/>
                  </a:lnTo>
                  <a:lnTo>
                    <a:pt x="1681733" y="1518765"/>
                  </a:lnTo>
                  <a:lnTo>
                    <a:pt x="1680888" y="1518765"/>
                  </a:lnTo>
                  <a:lnTo>
                    <a:pt x="1680043" y="1518765"/>
                  </a:lnTo>
                  <a:lnTo>
                    <a:pt x="1679198" y="1518765"/>
                  </a:lnTo>
                  <a:lnTo>
                    <a:pt x="1678352" y="1518765"/>
                  </a:lnTo>
                  <a:lnTo>
                    <a:pt x="1677507" y="1518765"/>
                  </a:lnTo>
                  <a:lnTo>
                    <a:pt x="1676662" y="1518765"/>
                  </a:lnTo>
                  <a:lnTo>
                    <a:pt x="1675817" y="1518765"/>
                  </a:lnTo>
                  <a:lnTo>
                    <a:pt x="1674972" y="1518765"/>
                  </a:lnTo>
                  <a:lnTo>
                    <a:pt x="1674127" y="1518765"/>
                  </a:lnTo>
                  <a:lnTo>
                    <a:pt x="1673282" y="1518765"/>
                  </a:lnTo>
                  <a:lnTo>
                    <a:pt x="1672437" y="1518765"/>
                  </a:lnTo>
                  <a:lnTo>
                    <a:pt x="1671592" y="1518765"/>
                  </a:lnTo>
                  <a:lnTo>
                    <a:pt x="1670747" y="1518765"/>
                  </a:lnTo>
                  <a:lnTo>
                    <a:pt x="1669902" y="1518765"/>
                  </a:lnTo>
                  <a:lnTo>
                    <a:pt x="1669056" y="1518765"/>
                  </a:lnTo>
                  <a:lnTo>
                    <a:pt x="1668211" y="1518765"/>
                  </a:lnTo>
                  <a:lnTo>
                    <a:pt x="1667366" y="1518765"/>
                  </a:lnTo>
                  <a:lnTo>
                    <a:pt x="1666521" y="1518765"/>
                  </a:lnTo>
                  <a:lnTo>
                    <a:pt x="1665676" y="1518765"/>
                  </a:lnTo>
                  <a:lnTo>
                    <a:pt x="1664831" y="1518765"/>
                  </a:lnTo>
                  <a:lnTo>
                    <a:pt x="1663986" y="1518765"/>
                  </a:lnTo>
                  <a:lnTo>
                    <a:pt x="1663141" y="1518765"/>
                  </a:lnTo>
                  <a:lnTo>
                    <a:pt x="1662296" y="1518765"/>
                  </a:lnTo>
                  <a:lnTo>
                    <a:pt x="1661451" y="1518765"/>
                  </a:lnTo>
                  <a:lnTo>
                    <a:pt x="1660606" y="1518765"/>
                  </a:lnTo>
                  <a:lnTo>
                    <a:pt x="1659760" y="1518765"/>
                  </a:lnTo>
                  <a:lnTo>
                    <a:pt x="1658915" y="1518765"/>
                  </a:lnTo>
                  <a:lnTo>
                    <a:pt x="1658070" y="1518765"/>
                  </a:lnTo>
                  <a:lnTo>
                    <a:pt x="1657225" y="1518765"/>
                  </a:lnTo>
                  <a:lnTo>
                    <a:pt x="1656380" y="1518765"/>
                  </a:lnTo>
                  <a:lnTo>
                    <a:pt x="1655535" y="1518765"/>
                  </a:lnTo>
                  <a:lnTo>
                    <a:pt x="1654690" y="1518765"/>
                  </a:lnTo>
                  <a:lnTo>
                    <a:pt x="1653845" y="1518765"/>
                  </a:lnTo>
                  <a:lnTo>
                    <a:pt x="1653000" y="1518765"/>
                  </a:lnTo>
                  <a:lnTo>
                    <a:pt x="1652155" y="1518765"/>
                  </a:lnTo>
                  <a:lnTo>
                    <a:pt x="1651310" y="1518765"/>
                  </a:lnTo>
                  <a:lnTo>
                    <a:pt x="1650464" y="1518765"/>
                  </a:lnTo>
                  <a:lnTo>
                    <a:pt x="1649619" y="1518765"/>
                  </a:lnTo>
                  <a:lnTo>
                    <a:pt x="1648774" y="1518765"/>
                  </a:lnTo>
                  <a:lnTo>
                    <a:pt x="1647929" y="1518765"/>
                  </a:lnTo>
                  <a:lnTo>
                    <a:pt x="1647084" y="1518765"/>
                  </a:lnTo>
                  <a:lnTo>
                    <a:pt x="1646239" y="1518765"/>
                  </a:lnTo>
                  <a:lnTo>
                    <a:pt x="1645394" y="1518765"/>
                  </a:lnTo>
                  <a:lnTo>
                    <a:pt x="1644549" y="1518765"/>
                  </a:lnTo>
                  <a:lnTo>
                    <a:pt x="1643704" y="1518765"/>
                  </a:lnTo>
                  <a:lnTo>
                    <a:pt x="1642859" y="1518765"/>
                  </a:lnTo>
                  <a:lnTo>
                    <a:pt x="1642014" y="1518765"/>
                  </a:lnTo>
                  <a:lnTo>
                    <a:pt x="1641168" y="1518765"/>
                  </a:lnTo>
                  <a:lnTo>
                    <a:pt x="1640323" y="1518765"/>
                  </a:lnTo>
                  <a:lnTo>
                    <a:pt x="1639478" y="1518765"/>
                  </a:lnTo>
                  <a:lnTo>
                    <a:pt x="1638633" y="1518765"/>
                  </a:lnTo>
                  <a:lnTo>
                    <a:pt x="1637788" y="1518765"/>
                  </a:lnTo>
                  <a:lnTo>
                    <a:pt x="1636943" y="1518765"/>
                  </a:lnTo>
                  <a:lnTo>
                    <a:pt x="1636098" y="1518765"/>
                  </a:lnTo>
                  <a:lnTo>
                    <a:pt x="1635253" y="1518765"/>
                  </a:lnTo>
                  <a:lnTo>
                    <a:pt x="1634408" y="1518765"/>
                  </a:lnTo>
                  <a:lnTo>
                    <a:pt x="1633563" y="1518765"/>
                  </a:lnTo>
                  <a:lnTo>
                    <a:pt x="1632717" y="1518765"/>
                  </a:lnTo>
                  <a:lnTo>
                    <a:pt x="1631872" y="1518765"/>
                  </a:lnTo>
                  <a:lnTo>
                    <a:pt x="1631027" y="1518765"/>
                  </a:lnTo>
                  <a:lnTo>
                    <a:pt x="1630182" y="1518765"/>
                  </a:lnTo>
                  <a:lnTo>
                    <a:pt x="1629337" y="1518765"/>
                  </a:lnTo>
                  <a:lnTo>
                    <a:pt x="1628492" y="1518765"/>
                  </a:lnTo>
                  <a:lnTo>
                    <a:pt x="1627647" y="1518765"/>
                  </a:lnTo>
                  <a:lnTo>
                    <a:pt x="1626802" y="1518765"/>
                  </a:lnTo>
                  <a:lnTo>
                    <a:pt x="1625957" y="1518765"/>
                  </a:lnTo>
                  <a:lnTo>
                    <a:pt x="1625112" y="1518765"/>
                  </a:lnTo>
                  <a:lnTo>
                    <a:pt x="1624267" y="1518765"/>
                  </a:lnTo>
                  <a:lnTo>
                    <a:pt x="1623421" y="1518765"/>
                  </a:lnTo>
                  <a:lnTo>
                    <a:pt x="1622576" y="1518765"/>
                  </a:lnTo>
                  <a:lnTo>
                    <a:pt x="1621731" y="1518765"/>
                  </a:lnTo>
                  <a:lnTo>
                    <a:pt x="1620886" y="1518765"/>
                  </a:lnTo>
                  <a:lnTo>
                    <a:pt x="1620041" y="1518765"/>
                  </a:lnTo>
                  <a:lnTo>
                    <a:pt x="1619196" y="1518765"/>
                  </a:lnTo>
                  <a:lnTo>
                    <a:pt x="1618351" y="1518765"/>
                  </a:lnTo>
                  <a:lnTo>
                    <a:pt x="1617506" y="1518765"/>
                  </a:lnTo>
                  <a:lnTo>
                    <a:pt x="1616661" y="1518765"/>
                  </a:lnTo>
                  <a:lnTo>
                    <a:pt x="1615816" y="1518765"/>
                  </a:lnTo>
                  <a:lnTo>
                    <a:pt x="1614971" y="1518765"/>
                  </a:lnTo>
                  <a:lnTo>
                    <a:pt x="1614125" y="1518765"/>
                  </a:lnTo>
                  <a:lnTo>
                    <a:pt x="1613280" y="1518765"/>
                  </a:lnTo>
                  <a:lnTo>
                    <a:pt x="1612435" y="1518765"/>
                  </a:lnTo>
                  <a:lnTo>
                    <a:pt x="1611590" y="1518765"/>
                  </a:lnTo>
                  <a:lnTo>
                    <a:pt x="1610745" y="1518765"/>
                  </a:lnTo>
                  <a:lnTo>
                    <a:pt x="1609900" y="1518765"/>
                  </a:lnTo>
                  <a:lnTo>
                    <a:pt x="1609055" y="1518765"/>
                  </a:lnTo>
                  <a:lnTo>
                    <a:pt x="1608210" y="1518765"/>
                  </a:lnTo>
                  <a:lnTo>
                    <a:pt x="1607365" y="1518765"/>
                  </a:lnTo>
                  <a:lnTo>
                    <a:pt x="1606520" y="1518765"/>
                  </a:lnTo>
                  <a:lnTo>
                    <a:pt x="1605675" y="1518765"/>
                  </a:lnTo>
                  <a:lnTo>
                    <a:pt x="1604829" y="1518765"/>
                  </a:lnTo>
                  <a:lnTo>
                    <a:pt x="1603984" y="1518765"/>
                  </a:lnTo>
                  <a:lnTo>
                    <a:pt x="1603139" y="1518765"/>
                  </a:lnTo>
                  <a:lnTo>
                    <a:pt x="1602294" y="1518765"/>
                  </a:lnTo>
                  <a:lnTo>
                    <a:pt x="1601449" y="1518765"/>
                  </a:lnTo>
                  <a:lnTo>
                    <a:pt x="1600604" y="1518765"/>
                  </a:lnTo>
                  <a:lnTo>
                    <a:pt x="1599759" y="1518765"/>
                  </a:lnTo>
                  <a:lnTo>
                    <a:pt x="1598914" y="1518765"/>
                  </a:lnTo>
                  <a:lnTo>
                    <a:pt x="1598069" y="1518765"/>
                  </a:lnTo>
                  <a:lnTo>
                    <a:pt x="1597224" y="1518765"/>
                  </a:lnTo>
                  <a:lnTo>
                    <a:pt x="1596379" y="1518765"/>
                  </a:lnTo>
                  <a:lnTo>
                    <a:pt x="1595533" y="1518765"/>
                  </a:lnTo>
                  <a:lnTo>
                    <a:pt x="1594688" y="1518765"/>
                  </a:lnTo>
                  <a:lnTo>
                    <a:pt x="1593843" y="1518765"/>
                  </a:lnTo>
                  <a:lnTo>
                    <a:pt x="1592998" y="1518765"/>
                  </a:lnTo>
                  <a:lnTo>
                    <a:pt x="1592153" y="1518765"/>
                  </a:lnTo>
                  <a:lnTo>
                    <a:pt x="1591308" y="1518765"/>
                  </a:lnTo>
                  <a:lnTo>
                    <a:pt x="1590463" y="1518765"/>
                  </a:lnTo>
                  <a:lnTo>
                    <a:pt x="1589618" y="1518765"/>
                  </a:lnTo>
                  <a:lnTo>
                    <a:pt x="1588773" y="1518765"/>
                  </a:lnTo>
                  <a:lnTo>
                    <a:pt x="1587928" y="1518765"/>
                  </a:lnTo>
                  <a:lnTo>
                    <a:pt x="1587083" y="1518765"/>
                  </a:lnTo>
                  <a:lnTo>
                    <a:pt x="1586237" y="1518765"/>
                  </a:lnTo>
                  <a:lnTo>
                    <a:pt x="1585392" y="1518765"/>
                  </a:lnTo>
                  <a:lnTo>
                    <a:pt x="1584547" y="1518765"/>
                  </a:lnTo>
                  <a:lnTo>
                    <a:pt x="1583702" y="1518765"/>
                  </a:lnTo>
                  <a:lnTo>
                    <a:pt x="1582857" y="1518765"/>
                  </a:lnTo>
                  <a:lnTo>
                    <a:pt x="1582012" y="1518765"/>
                  </a:lnTo>
                  <a:lnTo>
                    <a:pt x="1581167" y="1518765"/>
                  </a:lnTo>
                  <a:lnTo>
                    <a:pt x="1580322" y="1518765"/>
                  </a:lnTo>
                  <a:lnTo>
                    <a:pt x="1579477" y="1518765"/>
                  </a:lnTo>
                  <a:lnTo>
                    <a:pt x="1578632" y="1518765"/>
                  </a:lnTo>
                  <a:lnTo>
                    <a:pt x="1577787" y="1518765"/>
                  </a:lnTo>
                  <a:lnTo>
                    <a:pt x="1576941" y="1518765"/>
                  </a:lnTo>
                  <a:lnTo>
                    <a:pt x="1576096" y="1518765"/>
                  </a:lnTo>
                  <a:lnTo>
                    <a:pt x="1575251" y="1518765"/>
                  </a:lnTo>
                  <a:lnTo>
                    <a:pt x="1574406" y="1518765"/>
                  </a:lnTo>
                  <a:lnTo>
                    <a:pt x="1573561" y="1518765"/>
                  </a:lnTo>
                  <a:lnTo>
                    <a:pt x="1572716" y="1518765"/>
                  </a:lnTo>
                  <a:lnTo>
                    <a:pt x="1571871" y="1518765"/>
                  </a:lnTo>
                  <a:lnTo>
                    <a:pt x="1571026" y="1518765"/>
                  </a:lnTo>
                  <a:lnTo>
                    <a:pt x="1570181" y="1518765"/>
                  </a:lnTo>
                  <a:lnTo>
                    <a:pt x="1569336" y="1518765"/>
                  </a:lnTo>
                  <a:lnTo>
                    <a:pt x="1568490" y="1518765"/>
                  </a:lnTo>
                  <a:lnTo>
                    <a:pt x="1567645" y="1518765"/>
                  </a:lnTo>
                  <a:lnTo>
                    <a:pt x="1566800" y="1518765"/>
                  </a:lnTo>
                  <a:lnTo>
                    <a:pt x="1565955" y="1518765"/>
                  </a:lnTo>
                  <a:lnTo>
                    <a:pt x="1565110" y="1518765"/>
                  </a:lnTo>
                  <a:lnTo>
                    <a:pt x="1564265" y="1518765"/>
                  </a:lnTo>
                  <a:lnTo>
                    <a:pt x="1563420" y="1518765"/>
                  </a:lnTo>
                  <a:lnTo>
                    <a:pt x="1562575" y="1518765"/>
                  </a:lnTo>
                  <a:lnTo>
                    <a:pt x="1561730" y="1518765"/>
                  </a:lnTo>
                  <a:lnTo>
                    <a:pt x="1560885" y="1518765"/>
                  </a:lnTo>
                  <a:lnTo>
                    <a:pt x="1560040" y="1518765"/>
                  </a:lnTo>
                  <a:lnTo>
                    <a:pt x="1559194" y="1518765"/>
                  </a:lnTo>
                  <a:lnTo>
                    <a:pt x="1558349" y="1518765"/>
                  </a:lnTo>
                  <a:lnTo>
                    <a:pt x="1557504" y="1518765"/>
                  </a:lnTo>
                  <a:lnTo>
                    <a:pt x="1556659" y="1518765"/>
                  </a:lnTo>
                  <a:lnTo>
                    <a:pt x="1555814" y="1518765"/>
                  </a:lnTo>
                  <a:lnTo>
                    <a:pt x="1554969" y="1518765"/>
                  </a:lnTo>
                  <a:lnTo>
                    <a:pt x="1554124" y="1518765"/>
                  </a:lnTo>
                  <a:lnTo>
                    <a:pt x="1553279" y="1518765"/>
                  </a:lnTo>
                  <a:lnTo>
                    <a:pt x="1552434" y="1518765"/>
                  </a:lnTo>
                  <a:lnTo>
                    <a:pt x="1551589" y="1518765"/>
                  </a:lnTo>
                  <a:lnTo>
                    <a:pt x="1550744" y="1518765"/>
                  </a:lnTo>
                  <a:lnTo>
                    <a:pt x="1549898" y="1518765"/>
                  </a:lnTo>
                  <a:lnTo>
                    <a:pt x="1549053" y="1518765"/>
                  </a:lnTo>
                  <a:lnTo>
                    <a:pt x="1548208" y="1518765"/>
                  </a:lnTo>
                  <a:lnTo>
                    <a:pt x="1547363" y="1518765"/>
                  </a:lnTo>
                  <a:lnTo>
                    <a:pt x="1546518" y="1518765"/>
                  </a:lnTo>
                  <a:lnTo>
                    <a:pt x="1545673" y="1518765"/>
                  </a:lnTo>
                  <a:lnTo>
                    <a:pt x="1544828" y="1518765"/>
                  </a:lnTo>
                  <a:lnTo>
                    <a:pt x="1543983" y="1518765"/>
                  </a:lnTo>
                  <a:lnTo>
                    <a:pt x="1543138" y="1518765"/>
                  </a:lnTo>
                  <a:lnTo>
                    <a:pt x="1542293" y="1518765"/>
                  </a:lnTo>
                  <a:lnTo>
                    <a:pt x="1541448" y="1518765"/>
                  </a:lnTo>
                  <a:lnTo>
                    <a:pt x="1540602" y="1518765"/>
                  </a:lnTo>
                  <a:lnTo>
                    <a:pt x="1539757" y="1518765"/>
                  </a:lnTo>
                  <a:lnTo>
                    <a:pt x="1538912" y="1518765"/>
                  </a:lnTo>
                  <a:lnTo>
                    <a:pt x="1538067" y="1518765"/>
                  </a:lnTo>
                  <a:lnTo>
                    <a:pt x="1537222" y="1518765"/>
                  </a:lnTo>
                  <a:lnTo>
                    <a:pt x="1536377" y="1518765"/>
                  </a:lnTo>
                  <a:lnTo>
                    <a:pt x="1535532" y="1518765"/>
                  </a:lnTo>
                  <a:lnTo>
                    <a:pt x="1534687" y="1518765"/>
                  </a:lnTo>
                  <a:lnTo>
                    <a:pt x="1533842" y="1518765"/>
                  </a:lnTo>
                  <a:lnTo>
                    <a:pt x="1532997" y="1518765"/>
                  </a:lnTo>
                  <a:lnTo>
                    <a:pt x="1532152" y="1518765"/>
                  </a:lnTo>
                  <a:lnTo>
                    <a:pt x="1531306" y="1518765"/>
                  </a:lnTo>
                  <a:lnTo>
                    <a:pt x="1530461" y="1518765"/>
                  </a:lnTo>
                  <a:lnTo>
                    <a:pt x="1529616" y="1518765"/>
                  </a:lnTo>
                  <a:lnTo>
                    <a:pt x="1528771" y="1518765"/>
                  </a:lnTo>
                  <a:lnTo>
                    <a:pt x="1527926" y="1518765"/>
                  </a:lnTo>
                  <a:lnTo>
                    <a:pt x="1527081" y="1518765"/>
                  </a:lnTo>
                  <a:lnTo>
                    <a:pt x="1526236" y="1518765"/>
                  </a:lnTo>
                  <a:lnTo>
                    <a:pt x="1525391" y="1518765"/>
                  </a:lnTo>
                  <a:lnTo>
                    <a:pt x="1524546" y="1518765"/>
                  </a:lnTo>
                  <a:lnTo>
                    <a:pt x="1523701" y="1518765"/>
                  </a:lnTo>
                  <a:lnTo>
                    <a:pt x="1522856" y="1518765"/>
                  </a:lnTo>
                  <a:lnTo>
                    <a:pt x="1522010" y="1518765"/>
                  </a:lnTo>
                  <a:lnTo>
                    <a:pt x="1521165" y="1518765"/>
                  </a:lnTo>
                  <a:lnTo>
                    <a:pt x="1520320" y="1518765"/>
                  </a:lnTo>
                  <a:lnTo>
                    <a:pt x="1519475" y="1518765"/>
                  </a:lnTo>
                  <a:lnTo>
                    <a:pt x="1518630" y="1518765"/>
                  </a:lnTo>
                  <a:lnTo>
                    <a:pt x="1517785" y="1518765"/>
                  </a:lnTo>
                  <a:lnTo>
                    <a:pt x="1516940" y="1518765"/>
                  </a:lnTo>
                  <a:lnTo>
                    <a:pt x="1516095" y="1518765"/>
                  </a:lnTo>
                  <a:lnTo>
                    <a:pt x="1515250" y="1518765"/>
                  </a:lnTo>
                  <a:lnTo>
                    <a:pt x="1514405" y="1518765"/>
                  </a:lnTo>
                  <a:lnTo>
                    <a:pt x="1513560" y="1518765"/>
                  </a:lnTo>
                  <a:lnTo>
                    <a:pt x="1512714" y="1518765"/>
                  </a:lnTo>
                  <a:lnTo>
                    <a:pt x="1511869" y="1518765"/>
                  </a:lnTo>
                  <a:lnTo>
                    <a:pt x="1511024" y="1518765"/>
                  </a:lnTo>
                  <a:lnTo>
                    <a:pt x="1510179" y="1518765"/>
                  </a:lnTo>
                  <a:lnTo>
                    <a:pt x="1509334" y="1518765"/>
                  </a:lnTo>
                  <a:lnTo>
                    <a:pt x="1508489" y="1518765"/>
                  </a:lnTo>
                  <a:lnTo>
                    <a:pt x="1507644" y="1518765"/>
                  </a:lnTo>
                  <a:lnTo>
                    <a:pt x="1506799" y="1518765"/>
                  </a:lnTo>
                  <a:lnTo>
                    <a:pt x="1505954" y="1518765"/>
                  </a:lnTo>
                  <a:lnTo>
                    <a:pt x="1505109" y="1518765"/>
                  </a:lnTo>
                  <a:lnTo>
                    <a:pt x="1504263" y="1518765"/>
                  </a:lnTo>
                  <a:lnTo>
                    <a:pt x="1503418" y="1518765"/>
                  </a:lnTo>
                  <a:lnTo>
                    <a:pt x="1502573" y="1518765"/>
                  </a:lnTo>
                  <a:lnTo>
                    <a:pt x="1501728" y="1518765"/>
                  </a:lnTo>
                  <a:lnTo>
                    <a:pt x="1500883" y="1518765"/>
                  </a:lnTo>
                  <a:lnTo>
                    <a:pt x="1500038" y="1518765"/>
                  </a:lnTo>
                  <a:lnTo>
                    <a:pt x="1499193" y="1518765"/>
                  </a:lnTo>
                  <a:lnTo>
                    <a:pt x="1498348" y="1518765"/>
                  </a:lnTo>
                  <a:lnTo>
                    <a:pt x="1497503" y="1518765"/>
                  </a:lnTo>
                  <a:lnTo>
                    <a:pt x="1496658" y="1518765"/>
                  </a:lnTo>
                  <a:lnTo>
                    <a:pt x="1495813" y="1518765"/>
                  </a:lnTo>
                  <a:lnTo>
                    <a:pt x="1494967" y="1518765"/>
                  </a:lnTo>
                  <a:lnTo>
                    <a:pt x="1494122" y="1518765"/>
                  </a:lnTo>
                  <a:lnTo>
                    <a:pt x="1493277" y="1518765"/>
                  </a:lnTo>
                  <a:lnTo>
                    <a:pt x="1492432" y="1518765"/>
                  </a:lnTo>
                  <a:lnTo>
                    <a:pt x="1491587" y="1518765"/>
                  </a:lnTo>
                  <a:lnTo>
                    <a:pt x="1490742" y="1518765"/>
                  </a:lnTo>
                  <a:lnTo>
                    <a:pt x="1489897" y="1518765"/>
                  </a:lnTo>
                  <a:lnTo>
                    <a:pt x="1489052" y="1518765"/>
                  </a:lnTo>
                  <a:lnTo>
                    <a:pt x="1488207" y="1518765"/>
                  </a:lnTo>
                  <a:lnTo>
                    <a:pt x="1487362" y="1518765"/>
                  </a:lnTo>
                  <a:lnTo>
                    <a:pt x="1486517" y="1518765"/>
                  </a:lnTo>
                  <a:lnTo>
                    <a:pt x="1485671" y="1518765"/>
                  </a:lnTo>
                  <a:lnTo>
                    <a:pt x="1484826" y="1518765"/>
                  </a:lnTo>
                  <a:lnTo>
                    <a:pt x="1483981" y="1518765"/>
                  </a:lnTo>
                  <a:lnTo>
                    <a:pt x="1483136" y="1518765"/>
                  </a:lnTo>
                  <a:lnTo>
                    <a:pt x="1482291" y="1518765"/>
                  </a:lnTo>
                  <a:lnTo>
                    <a:pt x="1481446" y="1518765"/>
                  </a:lnTo>
                  <a:lnTo>
                    <a:pt x="1480601" y="1518765"/>
                  </a:lnTo>
                  <a:lnTo>
                    <a:pt x="1479756" y="1518765"/>
                  </a:lnTo>
                  <a:lnTo>
                    <a:pt x="1478911" y="1518765"/>
                  </a:lnTo>
                  <a:lnTo>
                    <a:pt x="1478066" y="1518765"/>
                  </a:lnTo>
                  <a:lnTo>
                    <a:pt x="1477221" y="1518765"/>
                  </a:lnTo>
                  <a:lnTo>
                    <a:pt x="1476375" y="1518765"/>
                  </a:lnTo>
                  <a:lnTo>
                    <a:pt x="1475530" y="1518765"/>
                  </a:lnTo>
                  <a:lnTo>
                    <a:pt x="1474685" y="1518765"/>
                  </a:lnTo>
                  <a:lnTo>
                    <a:pt x="1473840" y="1518765"/>
                  </a:lnTo>
                  <a:lnTo>
                    <a:pt x="1472995" y="1518765"/>
                  </a:lnTo>
                  <a:lnTo>
                    <a:pt x="1472150" y="1518765"/>
                  </a:lnTo>
                  <a:lnTo>
                    <a:pt x="1471305" y="1518765"/>
                  </a:lnTo>
                  <a:lnTo>
                    <a:pt x="1470460" y="1518765"/>
                  </a:lnTo>
                  <a:lnTo>
                    <a:pt x="1469615" y="1518765"/>
                  </a:lnTo>
                  <a:lnTo>
                    <a:pt x="1468770" y="1518765"/>
                  </a:lnTo>
                  <a:lnTo>
                    <a:pt x="1467925" y="1518765"/>
                  </a:lnTo>
                  <a:lnTo>
                    <a:pt x="1467079" y="1518765"/>
                  </a:lnTo>
                  <a:lnTo>
                    <a:pt x="1466234" y="1518765"/>
                  </a:lnTo>
                  <a:lnTo>
                    <a:pt x="1465389" y="1518765"/>
                  </a:lnTo>
                  <a:lnTo>
                    <a:pt x="1464544" y="1518765"/>
                  </a:lnTo>
                  <a:lnTo>
                    <a:pt x="1463699" y="1518765"/>
                  </a:lnTo>
                  <a:lnTo>
                    <a:pt x="1462854" y="1518765"/>
                  </a:lnTo>
                  <a:lnTo>
                    <a:pt x="1462009" y="1518765"/>
                  </a:lnTo>
                  <a:lnTo>
                    <a:pt x="1461164" y="1518765"/>
                  </a:lnTo>
                  <a:lnTo>
                    <a:pt x="1460319" y="1518765"/>
                  </a:lnTo>
                  <a:lnTo>
                    <a:pt x="1459474" y="1518765"/>
                  </a:lnTo>
                  <a:lnTo>
                    <a:pt x="1458629" y="1518765"/>
                  </a:lnTo>
                  <a:lnTo>
                    <a:pt x="1457783" y="1518765"/>
                  </a:lnTo>
                  <a:lnTo>
                    <a:pt x="1456938" y="1518765"/>
                  </a:lnTo>
                  <a:lnTo>
                    <a:pt x="1456093" y="1518765"/>
                  </a:lnTo>
                  <a:lnTo>
                    <a:pt x="1455248" y="1518765"/>
                  </a:lnTo>
                  <a:lnTo>
                    <a:pt x="1454403" y="1518765"/>
                  </a:lnTo>
                  <a:lnTo>
                    <a:pt x="1453558" y="1518765"/>
                  </a:lnTo>
                  <a:lnTo>
                    <a:pt x="1452713" y="1518765"/>
                  </a:lnTo>
                  <a:lnTo>
                    <a:pt x="1451868" y="1518765"/>
                  </a:lnTo>
                  <a:lnTo>
                    <a:pt x="1451023" y="1518765"/>
                  </a:lnTo>
                  <a:lnTo>
                    <a:pt x="1450178" y="1518765"/>
                  </a:lnTo>
                  <a:lnTo>
                    <a:pt x="1449333" y="1518765"/>
                  </a:lnTo>
                  <a:lnTo>
                    <a:pt x="1448487" y="1518765"/>
                  </a:lnTo>
                  <a:lnTo>
                    <a:pt x="1447642" y="1518765"/>
                  </a:lnTo>
                  <a:lnTo>
                    <a:pt x="1446797" y="1518765"/>
                  </a:lnTo>
                  <a:lnTo>
                    <a:pt x="1445952" y="1518765"/>
                  </a:lnTo>
                  <a:lnTo>
                    <a:pt x="1445107" y="1518765"/>
                  </a:lnTo>
                  <a:lnTo>
                    <a:pt x="1444262" y="1518765"/>
                  </a:lnTo>
                  <a:lnTo>
                    <a:pt x="1443417" y="1518765"/>
                  </a:lnTo>
                  <a:lnTo>
                    <a:pt x="1442572" y="1518765"/>
                  </a:lnTo>
                  <a:lnTo>
                    <a:pt x="1441727" y="1518765"/>
                  </a:lnTo>
                  <a:lnTo>
                    <a:pt x="1440882" y="1518765"/>
                  </a:lnTo>
                  <a:lnTo>
                    <a:pt x="1440036" y="1518765"/>
                  </a:lnTo>
                  <a:lnTo>
                    <a:pt x="1439191" y="1518765"/>
                  </a:lnTo>
                  <a:lnTo>
                    <a:pt x="1438346" y="1518765"/>
                  </a:lnTo>
                  <a:lnTo>
                    <a:pt x="1437501" y="1518765"/>
                  </a:lnTo>
                  <a:lnTo>
                    <a:pt x="1436656" y="1518765"/>
                  </a:lnTo>
                  <a:lnTo>
                    <a:pt x="1435811" y="1518765"/>
                  </a:lnTo>
                  <a:lnTo>
                    <a:pt x="1434966" y="1518765"/>
                  </a:lnTo>
                  <a:lnTo>
                    <a:pt x="1434121" y="1518765"/>
                  </a:lnTo>
                  <a:lnTo>
                    <a:pt x="1433276" y="1518765"/>
                  </a:lnTo>
                  <a:lnTo>
                    <a:pt x="1432431" y="1518765"/>
                  </a:lnTo>
                  <a:lnTo>
                    <a:pt x="1431586" y="1518765"/>
                  </a:lnTo>
                  <a:lnTo>
                    <a:pt x="1430740" y="1518765"/>
                  </a:lnTo>
                  <a:lnTo>
                    <a:pt x="1429895" y="1518765"/>
                  </a:lnTo>
                  <a:lnTo>
                    <a:pt x="1429050" y="1518765"/>
                  </a:lnTo>
                  <a:lnTo>
                    <a:pt x="1428205" y="1518765"/>
                  </a:lnTo>
                  <a:lnTo>
                    <a:pt x="1427360" y="1518765"/>
                  </a:lnTo>
                  <a:lnTo>
                    <a:pt x="1426515" y="1518765"/>
                  </a:lnTo>
                  <a:lnTo>
                    <a:pt x="1425670" y="1518765"/>
                  </a:lnTo>
                  <a:lnTo>
                    <a:pt x="1424825" y="1518765"/>
                  </a:lnTo>
                  <a:lnTo>
                    <a:pt x="1423980" y="1518765"/>
                  </a:lnTo>
                  <a:lnTo>
                    <a:pt x="1423135" y="1518765"/>
                  </a:lnTo>
                  <a:lnTo>
                    <a:pt x="1422290" y="1518765"/>
                  </a:lnTo>
                  <a:lnTo>
                    <a:pt x="1421444" y="1518765"/>
                  </a:lnTo>
                  <a:lnTo>
                    <a:pt x="1420599" y="1518765"/>
                  </a:lnTo>
                  <a:lnTo>
                    <a:pt x="1419754" y="1518765"/>
                  </a:lnTo>
                  <a:lnTo>
                    <a:pt x="1418909" y="1518765"/>
                  </a:lnTo>
                  <a:lnTo>
                    <a:pt x="1418064" y="1518765"/>
                  </a:lnTo>
                  <a:lnTo>
                    <a:pt x="1417219" y="1518765"/>
                  </a:lnTo>
                  <a:lnTo>
                    <a:pt x="1416374" y="1518765"/>
                  </a:lnTo>
                  <a:lnTo>
                    <a:pt x="1415529" y="1518765"/>
                  </a:lnTo>
                  <a:lnTo>
                    <a:pt x="1414684" y="1518765"/>
                  </a:lnTo>
                  <a:lnTo>
                    <a:pt x="1413839" y="1518765"/>
                  </a:lnTo>
                  <a:lnTo>
                    <a:pt x="1412994" y="1518765"/>
                  </a:lnTo>
                  <a:lnTo>
                    <a:pt x="1412148" y="1518765"/>
                  </a:lnTo>
                  <a:lnTo>
                    <a:pt x="1411303" y="1518765"/>
                  </a:lnTo>
                  <a:lnTo>
                    <a:pt x="1410458" y="1518765"/>
                  </a:lnTo>
                  <a:lnTo>
                    <a:pt x="1409613" y="1518765"/>
                  </a:lnTo>
                  <a:lnTo>
                    <a:pt x="1408768" y="1518765"/>
                  </a:lnTo>
                  <a:lnTo>
                    <a:pt x="1407923" y="1518765"/>
                  </a:lnTo>
                  <a:lnTo>
                    <a:pt x="1407078" y="1518765"/>
                  </a:lnTo>
                  <a:lnTo>
                    <a:pt x="1406233" y="1518765"/>
                  </a:lnTo>
                  <a:lnTo>
                    <a:pt x="1405388" y="1518765"/>
                  </a:lnTo>
                  <a:lnTo>
                    <a:pt x="1404543" y="1518765"/>
                  </a:lnTo>
                  <a:lnTo>
                    <a:pt x="1403698" y="1518765"/>
                  </a:lnTo>
                  <a:lnTo>
                    <a:pt x="1402852" y="1518765"/>
                  </a:lnTo>
                  <a:lnTo>
                    <a:pt x="1402007" y="1518765"/>
                  </a:lnTo>
                  <a:lnTo>
                    <a:pt x="1401162" y="1518765"/>
                  </a:lnTo>
                  <a:lnTo>
                    <a:pt x="1400317" y="1518765"/>
                  </a:lnTo>
                  <a:lnTo>
                    <a:pt x="1399472" y="1518765"/>
                  </a:lnTo>
                  <a:lnTo>
                    <a:pt x="1398627" y="1518765"/>
                  </a:lnTo>
                  <a:lnTo>
                    <a:pt x="1397782" y="1518765"/>
                  </a:lnTo>
                  <a:lnTo>
                    <a:pt x="1396937" y="1518765"/>
                  </a:lnTo>
                  <a:lnTo>
                    <a:pt x="1396092" y="1518765"/>
                  </a:lnTo>
                  <a:lnTo>
                    <a:pt x="1395247" y="1518765"/>
                  </a:lnTo>
                  <a:lnTo>
                    <a:pt x="1394402" y="1518765"/>
                  </a:lnTo>
                  <a:lnTo>
                    <a:pt x="1393556" y="1518765"/>
                  </a:lnTo>
                  <a:lnTo>
                    <a:pt x="1392711" y="1518765"/>
                  </a:lnTo>
                  <a:lnTo>
                    <a:pt x="1391866" y="1518765"/>
                  </a:lnTo>
                  <a:lnTo>
                    <a:pt x="1391021" y="1518765"/>
                  </a:lnTo>
                  <a:lnTo>
                    <a:pt x="1390176" y="1518765"/>
                  </a:lnTo>
                  <a:lnTo>
                    <a:pt x="1389331" y="1518765"/>
                  </a:lnTo>
                  <a:lnTo>
                    <a:pt x="1388486" y="1518765"/>
                  </a:lnTo>
                  <a:lnTo>
                    <a:pt x="1387641" y="1518765"/>
                  </a:lnTo>
                  <a:lnTo>
                    <a:pt x="1386796" y="1518765"/>
                  </a:lnTo>
                  <a:lnTo>
                    <a:pt x="1385951" y="1518765"/>
                  </a:lnTo>
                  <a:lnTo>
                    <a:pt x="1385105" y="1518765"/>
                  </a:lnTo>
                  <a:lnTo>
                    <a:pt x="1384260" y="1518765"/>
                  </a:lnTo>
                  <a:lnTo>
                    <a:pt x="1383415" y="1518765"/>
                  </a:lnTo>
                  <a:lnTo>
                    <a:pt x="1382570" y="1518765"/>
                  </a:lnTo>
                  <a:lnTo>
                    <a:pt x="1381725" y="1518765"/>
                  </a:lnTo>
                  <a:lnTo>
                    <a:pt x="1380880" y="1518765"/>
                  </a:lnTo>
                  <a:lnTo>
                    <a:pt x="1380035" y="1518765"/>
                  </a:lnTo>
                  <a:lnTo>
                    <a:pt x="1379190" y="1518765"/>
                  </a:lnTo>
                  <a:lnTo>
                    <a:pt x="1378345" y="1518765"/>
                  </a:lnTo>
                  <a:lnTo>
                    <a:pt x="1377500" y="1518765"/>
                  </a:lnTo>
                  <a:lnTo>
                    <a:pt x="1376655" y="1518765"/>
                  </a:lnTo>
                  <a:lnTo>
                    <a:pt x="1375809" y="1518765"/>
                  </a:lnTo>
                  <a:lnTo>
                    <a:pt x="1374964" y="1518765"/>
                  </a:lnTo>
                  <a:lnTo>
                    <a:pt x="1374119" y="1518765"/>
                  </a:lnTo>
                  <a:lnTo>
                    <a:pt x="1373274" y="1518765"/>
                  </a:lnTo>
                  <a:lnTo>
                    <a:pt x="1372429" y="1518765"/>
                  </a:lnTo>
                  <a:lnTo>
                    <a:pt x="1371584" y="1518765"/>
                  </a:lnTo>
                  <a:lnTo>
                    <a:pt x="1370739" y="1518765"/>
                  </a:lnTo>
                  <a:lnTo>
                    <a:pt x="1369894" y="1518765"/>
                  </a:lnTo>
                  <a:lnTo>
                    <a:pt x="1369049" y="1518765"/>
                  </a:lnTo>
                  <a:lnTo>
                    <a:pt x="1368204" y="1518765"/>
                  </a:lnTo>
                  <a:lnTo>
                    <a:pt x="1367359" y="1518765"/>
                  </a:lnTo>
                  <a:lnTo>
                    <a:pt x="1366513" y="1518765"/>
                  </a:lnTo>
                  <a:lnTo>
                    <a:pt x="1365668" y="1518765"/>
                  </a:lnTo>
                  <a:lnTo>
                    <a:pt x="1364823" y="1518765"/>
                  </a:lnTo>
                  <a:lnTo>
                    <a:pt x="1363978" y="1518765"/>
                  </a:lnTo>
                  <a:lnTo>
                    <a:pt x="1363133" y="1518765"/>
                  </a:lnTo>
                  <a:lnTo>
                    <a:pt x="1362288" y="1518765"/>
                  </a:lnTo>
                  <a:lnTo>
                    <a:pt x="1361443" y="1518765"/>
                  </a:lnTo>
                  <a:lnTo>
                    <a:pt x="1360598" y="1518765"/>
                  </a:lnTo>
                  <a:lnTo>
                    <a:pt x="1359753" y="1518765"/>
                  </a:lnTo>
                  <a:lnTo>
                    <a:pt x="1358908" y="1518765"/>
                  </a:lnTo>
                  <a:lnTo>
                    <a:pt x="1358063" y="1518765"/>
                  </a:lnTo>
                  <a:lnTo>
                    <a:pt x="1357217" y="1518765"/>
                  </a:lnTo>
                  <a:lnTo>
                    <a:pt x="1356372" y="1518765"/>
                  </a:lnTo>
                  <a:lnTo>
                    <a:pt x="1355527" y="1518765"/>
                  </a:lnTo>
                  <a:lnTo>
                    <a:pt x="1354682" y="1518765"/>
                  </a:lnTo>
                  <a:lnTo>
                    <a:pt x="1353837" y="1518765"/>
                  </a:lnTo>
                  <a:lnTo>
                    <a:pt x="1352992" y="1518765"/>
                  </a:lnTo>
                  <a:lnTo>
                    <a:pt x="1352147" y="1518765"/>
                  </a:lnTo>
                  <a:lnTo>
                    <a:pt x="1351302" y="1518765"/>
                  </a:lnTo>
                  <a:lnTo>
                    <a:pt x="1350457" y="1518765"/>
                  </a:lnTo>
                  <a:lnTo>
                    <a:pt x="1349612" y="1518765"/>
                  </a:lnTo>
                  <a:lnTo>
                    <a:pt x="1348767" y="1518765"/>
                  </a:lnTo>
                  <a:lnTo>
                    <a:pt x="1347921" y="1518765"/>
                  </a:lnTo>
                  <a:lnTo>
                    <a:pt x="1347076" y="1518765"/>
                  </a:lnTo>
                  <a:lnTo>
                    <a:pt x="1346231" y="1518765"/>
                  </a:lnTo>
                  <a:lnTo>
                    <a:pt x="1345386" y="1518765"/>
                  </a:lnTo>
                  <a:lnTo>
                    <a:pt x="1344541" y="1518765"/>
                  </a:lnTo>
                  <a:lnTo>
                    <a:pt x="1343696" y="1518765"/>
                  </a:lnTo>
                  <a:lnTo>
                    <a:pt x="1342851" y="1518765"/>
                  </a:lnTo>
                  <a:lnTo>
                    <a:pt x="1342006" y="1518765"/>
                  </a:lnTo>
                  <a:lnTo>
                    <a:pt x="1341161" y="1518765"/>
                  </a:lnTo>
                  <a:lnTo>
                    <a:pt x="1340316" y="1518765"/>
                  </a:lnTo>
                  <a:lnTo>
                    <a:pt x="1339471" y="1518765"/>
                  </a:lnTo>
                  <a:lnTo>
                    <a:pt x="1338625" y="1518765"/>
                  </a:lnTo>
                  <a:lnTo>
                    <a:pt x="1337780" y="1518765"/>
                  </a:lnTo>
                  <a:lnTo>
                    <a:pt x="1336935" y="1518765"/>
                  </a:lnTo>
                  <a:lnTo>
                    <a:pt x="1336090" y="1518765"/>
                  </a:lnTo>
                  <a:lnTo>
                    <a:pt x="1335245" y="1518765"/>
                  </a:lnTo>
                  <a:lnTo>
                    <a:pt x="1334400" y="1518765"/>
                  </a:lnTo>
                  <a:lnTo>
                    <a:pt x="1333555" y="1518765"/>
                  </a:lnTo>
                  <a:lnTo>
                    <a:pt x="1332710" y="1518765"/>
                  </a:lnTo>
                  <a:lnTo>
                    <a:pt x="1331865" y="1518765"/>
                  </a:lnTo>
                  <a:lnTo>
                    <a:pt x="1331020" y="1518765"/>
                  </a:lnTo>
                  <a:lnTo>
                    <a:pt x="1330175" y="1518765"/>
                  </a:lnTo>
                  <a:lnTo>
                    <a:pt x="1329329" y="1518765"/>
                  </a:lnTo>
                  <a:lnTo>
                    <a:pt x="1328484" y="1518765"/>
                  </a:lnTo>
                  <a:lnTo>
                    <a:pt x="1327639" y="1518765"/>
                  </a:lnTo>
                  <a:lnTo>
                    <a:pt x="1326794" y="1518765"/>
                  </a:lnTo>
                  <a:lnTo>
                    <a:pt x="1325949" y="1518765"/>
                  </a:lnTo>
                  <a:lnTo>
                    <a:pt x="1325104" y="1518765"/>
                  </a:lnTo>
                  <a:lnTo>
                    <a:pt x="1324259" y="1518765"/>
                  </a:lnTo>
                  <a:lnTo>
                    <a:pt x="1323414" y="1518765"/>
                  </a:lnTo>
                  <a:lnTo>
                    <a:pt x="1322569" y="1518765"/>
                  </a:lnTo>
                  <a:lnTo>
                    <a:pt x="1321724" y="1518765"/>
                  </a:lnTo>
                  <a:lnTo>
                    <a:pt x="1320878" y="1518765"/>
                  </a:lnTo>
                  <a:lnTo>
                    <a:pt x="1320033" y="1518765"/>
                  </a:lnTo>
                  <a:lnTo>
                    <a:pt x="1319188" y="1518765"/>
                  </a:lnTo>
                  <a:lnTo>
                    <a:pt x="1318343" y="1518765"/>
                  </a:lnTo>
                  <a:lnTo>
                    <a:pt x="1317498" y="1518765"/>
                  </a:lnTo>
                  <a:lnTo>
                    <a:pt x="1316653" y="1518765"/>
                  </a:lnTo>
                  <a:lnTo>
                    <a:pt x="1315808" y="1518765"/>
                  </a:lnTo>
                  <a:lnTo>
                    <a:pt x="1314963" y="1518765"/>
                  </a:lnTo>
                  <a:lnTo>
                    <a:pt x="1314118" y="1518765"/>
                  </a:lnTo>
                  <a:lnTo>
                    <a:pt x="1313273" y="1518765"/>
                  </a:lnTo>
                  <a:lnTo>
                    <a:pt x="1312428" y="1518765"/>
                  </a:lnTo>
                  <a:lnTo>
                    <a:pt x="1311582" y="1518765"/>
                  </a:lnTo>
                  <a:lnTo>
                    <a:pt x="1310737" y="1518765"/>
                  </a:lnTo>
                  <a:lnTo>
                    <a:pt x="1309892" y="1518765"/>
                  </a:lnTo>
                  <a:lnTo>
                    <a:pt x="1309047" y="1518765"/>
                  </a:lnTo>
                  <a:lnTo>
                    <a:pt x="1308202" y="1518765"/>
                  </a:lnTo>
                  <a:lnTo>
                    <a:pt x="1307357" y="1518765"/>
                  </a:lnTo>
                  <a:lnTo>
                    <a:pt x="1306512" y="1518765"/>
                  </a:lnTo>
                  <a:lnTo>
                    <a:pt x="1305667" y="1518765"/>
                  </a:lnTo>
                  <a:lnTo>
                    <a:pt x="1304822" y="1518765"/>
                  </a:lnTo>
                  <a:lnTo>
                    <a:pt x="1303977" y="1518765"/>
                  </a:lnTo>
                  <a:lnTo>
                    <a:pt x="1303132" y="1518765"/>
                  </a:lnTo>
                  <a:lnTo>
                    <a:pt x="1302286" y="1518765"/>
                  </a:lnTo>
                  <a:lnTo>
                    <a:pt x="1301441" y="1518765"/>
                  </a:lnTo>
                  <a:lnTo>
                    <a:pt x="1300596" y="1518765"/>
                  </a:lnTo>
                  <a:lnTo>
                    <a:pt x="1299751" y="1518765"/>
                  </a:lnTo>
                  <a:lnTo>
                    <a:pt x="1298906" y="1518765"/>
                  </a:lnTo>
                  <a:lnTo>
                    <a:pt x="1298061" y="1518765"/>
                  </a:lnTo>
                  <a:lnTo>
                    <a:pt x="1297216" y="1518765"/>
                  </a:lnTo>
                  <a:lnTo>
                    <a:pt x="1296371" y="1518765"/>
                  </a:lnTo>
                  <a:lnTo>
                    <a:pt x="1295526" y="1518765"/>
                  </a:lnTo>
                  <a:lnTo>
                    <a:pt x="1294681" y="1518765"/>
                  </a:lnTo>
                  <a:lnTo>
                    <a:pt x="1293836" y="1518765"/>
                  </a:lnTo>
                  <a:lnTo>
                    <a:pt x="1292990" y="1518765"/>
                  </a:lnTo>
                  <a:lnTo>
                    <a:pt x="1292145" y="1518765"/>
                  </a:lnTo>
                  <a:lnTo>
                    <a:pt x="1291300" y="1518765"/>
                  </a:lnTo>
                  <a:lnTo>
                    <a:pt x="1290455" y="1518765"/>
                  </a:lnTo>
                  <a:lnTo>
                    <a:pt x="1289610" y="1518765"/>
                  </a:lnTo>
                  <a:lnTo>
                    <a:pt x="1288765" y="1518765"/>
                  </a:lnTo>
                  <a:lnTo>
                    <a:pt x="1287920" y="1518765"/>
                  </a:lnTo>
                  <a:lnTo>
                    <a:pt x="1287075" y="1518765"/>
                  </a:lnTo>
                  <a:lnTo>
                    <a:pt x="1286230" y="1518765"/>
                  </a:lnTo>
                  <a:lnTo>
                    <a:pt x="1285385" y="1518765"/>
                  </a:lnTo>
                  <a:lnTo>
                    <a:pt x="1284540" y="1518765"/>
                  </a:lnTo>
                  <a:lnTo>
                    <a:pt x="1283694" y="1518765"/>
                  </a:lnTo>
                  <a:lnTo>
                    <a:pt x="1282849" y="1518765"/>
                  </a:lnTo>
                  <a:lnTo>
                    <a:pt x="1282004" y="1518765"/>
                  </a:lnTo>
                  <a:lnTo>
                    <a:pt x="1281159" y="1518765"/>
                  </a:lnTo>
                  <a:lnTo>
                    <a:pt x="1280314" y="1518765"/>
                  </a:lnTo>
                  <a:lnTo>
                    <a:pt x="1279469" y="1518765"/>
                  </a:lnTo>
                  <a:lnTo>
                    <a:pt x="1278624" y="1518765"/>
                  </a:lnTo>
                  <a:lnTo>
                    <a:pt x="1277779" y="1518765"/>
                  </a:lnTo>
                  <a:lnTo>
                    <a:pt x="1276934" y="1518765"/>
                  </a:lnTo>
                  <a:lnTo>
                    <a:pt x="1276089" y="1518765"/>
                  </a:lnTo>
                  <a:lnTo>
                    <a:pt x="1275244" y="1518765"/>
                  </a:lnTo>
                  <a:lnTo>
                    <a:pt x="1274398" y="1518765"/>
                  </a:lnTo>
                  <a:lnTo>
                    <a:pt x="1273553" y="1518765"/>
                  </a:lnTo>
                  <a:lnTo>
                    <a:pt x="1272708" y="1518765"/>
                  </a:lnTo>
                  <a:lnTo>
                    <a:pt x="1271863" y="1518765"/>
                  </a:lnTo>
                  <a:lnTo>
                    <a:pt x="1271018" y="1518765"/>
                  </a:lnTo>
                  <a:lnTo>
                    <a:pt x="1270173" y="1518765"/>
                  </a:lnTo>
                  <a:lnTo>
                    <a:pt x="1269328" y="1518765"/>
                  </a:lnTo>
                  <a:lnTo>
                    <a:pt x="1268483" y="1518765"/>
                  </a:lnTo>
                  <a:lnTo>
                    <a:pt x="1267638" y="1518765"/>
                  </a:lnTo>
                  <a:lnTo>
                    <a:pt x="1266793" y="1518765"/>
                  </a:lnTo>
                  <a:lnTo>
                    <a:pt x="1265948" y="1518765"/>
                  </a:lnTo>
                  <a:lnTo>
                    <a:pt x="1265102" y="1518765"/>
                  </a:lnTo>
                  <a:lnTo>
                    <a:pt x="1264257" y="1518765"/>
                  </a:lnTo>
                  <a:lnTo>
                    <a:pt x="1263412" y="1518765"/>
                  </a:lnTo>
                  <a:lnTo>
                    <a:pt x="1262567" y="1518765"/>
                  </a:lnTo>
                  <a:lnTo>
                    <a:pt x="1261722" y="1518765"/>
                  </a:lnTo>
                  <a:lnTo>
                    <a:pt x="1260877" y="1518765"/>
                  </a:lnTo>
                  <a:lnTo>
                    <a:pt x="1260032" y="1518765"/>
                  </a:lnTo>
                  <a:lnTo>
                    <a:pt x="1259187" y="1518765"/>
                  </a:lnTo>
                  <a:lnTo>
                    <a:pt x="1258342" y="1518765"/>
                  </a:lnTo>
                  <a:lnTo>
                    <a:pt x="1257497" y="1518765"/>
                  </a:lnTo>
                  <a:lnTo>
                    <a:pt x="1256651" y="1518765"/>
                  </a:lnTo>
                  <a:lnTo>
                    <a:pt x="1255806" y="1518765"/>
                  </a:lnTo>
                  <a:lnTo>
                    <a:pt x="1254961" y="1518765"/>
                  </a:lnTo>
                  <a:lnTo>
                    <a:pt x="1254116" y="1518765"/>
                  </a:lnTo>
                  <a:lnTo>
                    <a:pt x="1253271" y="1518765"/>
                  </a:lnTo>
                  <a:lnTo>
                    <a:pt x="1252426" y="1518765"/>
                  </a:lnTo>
                  <a:lnTo>
                    <a:pt x="1251581" y="1518765"/>
                  </a:lnTo>
                  <a:lnTo>
                    <a:pt x="1250736" y="1518765"/>
                  </a:lnTo>
                  <a:lnTo>
                    <a:pt x="1249891" y="1518765"/>
                  </a:lnTo>
                  <a:lnTo>
                    <a:pt x="1249046" y="1518765"/>
                  </a:lnTo>
                  <a:lnTo>
                    <a:pt x="1248201" y="1518765"/>
                  </a:lnTo>
                  <a:lnTo>
                    <a:pt x="1247355" y="1518765"/>
                  </a:lnTo>
                  <a:lnTo>
                    <a:pt x="1246510" y="1518765"/>
                  </a:lnTo>
                  <a:lnTo>
                    <a:pt x="1245665" y="1518765"/>
                  </a:lnTo>
                  <a:lnTo>
                    <a:pt x="1244820" y="1518765"/>
                  </a:lnTo>
                  <a:lnTo>
                    <a:pt x="1243975" y="1518765"/>
                  </a:lnTo>
                  <a:lnTo>
                    <a:pt x="1243130" y="1518765"/>
                  </a:lnTo>
                  <a:lnTo>
                    <a:pt x="1242285" y="1518765"/>
                  </a:lnTo>
                  <a:lnTo>
                    <a:pt x="1241440" y="1518765"/>
                  </a:lnTo>
                  <a:lnTo>
                    <a:pt x="1240595" y="1518765"/>
                  </a:lnTo>
                  <a:lnTo>
                    <a:pt x="1239750" y="1518765"/>
                  </a:lnTo>
                  <a:lnTo>
                    <a:pt x="1238905" y="1518765"/>
                  </a:lnTo>
                  <a:lnTo>
                    <a:pt x="1238059" y="1518765"/>
                  </a:lnTo>
                  <a:lnTo>
                    <a:pt x="1237214" y="1518765"/>
                  </a:lnTo>
                  <a:lnTo>
                    <a:pt x="1236369" y="1518765"/>
                  </a:lnTo>
                  <a:lnTo>
                    <a:pt x="1235524" y="1518765"/>
                  </a:lnTo>
                  <a:lnTo>
                    <a:pt x="1234679" y="1518765"/>
                  </a:lnTo>
                  <a:lnTo>
                    <a:pt x="1233834" y="1518765"/>
                  </a:lnTo>
                  <a:lnTo>
                    <a:pt x="1232989" y="1518765"/>
                  </a:lnTo>
                  <a:lnTo>
                    <a:pt x="1232144" y="1518765"/>
                  </a:lnTo>
                  <a:lnTo>
                    <a:pt x="1231299" y="1518765"/>
                  </a:lnTo>
                  <a:lnTo>
                    <a:pt x="1230454" y="1518765"/>
                  </a:lnTo>
                  <a:lnTo>
                    <a:pt x="1229609" y="1518765"/>
                  </a:lnTo>
                  <a:lnTo>
                    <a:pt x="1228763" y="1518765"/>
                  </a:lnTo>
                  <a:lnTo>
                    <a:pt x="1227918" y="1518765"/>
                  </a:lnTo>
                  <a:lnTo>
                    <a:pt x="1227073" y="1518765"/>
                  </a:lnTo>
                  <a:lnTo>
                    <a:pt x="1226228" y="1518765"/>
                  </a:lnTo>
                  <a:lnTo>
                    <a:pt x="1225383" y="1518765"/>
                  </a:lnTo>
                  <a:lnTo>
                    <a:pt x="1224538" y="1518765"/>
                  </a:lnTo>
                  <a:lnTo>
                    <a:pt x="1223693" y="1518765"/>
                  </a:lnTo>
                  <a:lnTo>
                    <a:pt x="1222848" y="1518765"/>
                  </a:lnTo>
                  <a:lnTo>
                    <a:pt x="1222003" y="1518765"/>
                  </a:lnTo>
                  <a:lnTo>
                    <a:pt x="1221158" y="1518765"/>
                  </a:lnTo>
                  <a:lnTo>
                    <a:pt x="1220313" y="1518765"/>
                  </a:lnTo>
                  <a:lnTo>
                    <a:pt x="1219467" y="1518765"/>
                  </a:lnTo>
                  <a:lnTo>
                    <a:pt x="1218622" y="1518765"/>
                  </a:lnTo>
                  <a:lnTo>
                    <a:pt x="1217777" y="1518765"/>
                  </a:lnTo>
                  <a:lnTo>
                    <a:pt x="1216932" y="1518765"/>
                  </a:lnTo>
                  <a:lnTo>
                    <a:pt x="1216087" y="1518765"/>
                  </a:lnTo>
                  <a:lnTo>
                    <a:pt x="1215242" y="1518765"/>
                  </a:lnTo>
                  <a:lnTo>
                    <a:pt x="1214397" y="1518765"/>
                  </a:lnTo>
                  <a:lnTo>
                    <a:pt x="1213552" y="1518765"/>
                  </a:lnTo>
                  <a:lnTo>
                    <a:pt x="1212707" y="1518765"/>
                  </a:lnTo>
                  <a:lnTo>
                    <a:pt x="1211862" y="1518765"/>
                  </a:lnTo>
                  <a:lnTo>
                    <a:pt x="1211017" y="1518765"/>
                  </a:lnTo>
                  <a:lnTo>
                    <a:pt x="1210171" y="1518765"/>
                  </a:lnTo>
                  <a:lnTo>
                    <a:pt x="1209326" y="1518765"/>
                  </a:lnTo>
                  <a:lnTo>
                    <a:pt x="1208481" y="1518765"/>
                  </a:lnTo>
                  <a:lnTo>
                    <a:pt x="1207636" y="1518765"/>
                  </a:lnTo>
                  <a:lnTo>
                    <a:pt x="1206791" y="1518765"/>
                  </a:lnTo>
                  <a:lnTo>
                    <a:pt x="1205946" y="1518765"/>
                  </a:lnTo>
                  <a:lnTo>
                    <a:pt x="1205101" y="1518765"/>
                  </a:lnTo>
                  <a:lnTo>
                    <a:pt x="1204256" y="1518765"/>
                  </a:lnTo>
                  <a:lnTo>
                    <a:pt x="1203411" y="1518765"/>
                  </a:lnTo>
                  <a:lnTo>
                    <a:pt x="1202566" y="1518765"/>
                  </a:lnTo>
                  <a:lnTo>
                    <a:pt x="1201721" y="1518765"/>
                  </a:lnTo>
                  <a:lnTo>
                    <a:pt x="1200875" y="1518765"/>
                  </a:lnTo>
                  <a:lnTo>
                    <a:pt x="1200030" y="1518765"/>
                  </a:lnTo>
                  <a:lnTo>
                    <a:pt x="1199185" y="1518765"/>
                  </a:lnTo>
                  <a:lnTo>
                    <a:pt x="1198340" y="1518765"/>
                  </a:lnTo>
                  <a:lnTo>
                    <a:pt x="1197495" y="1518765"/>
                  </a:lnTo>
                  <a:lnTo>
                    <a:pt x="1196650" y="1518765"/>
                  </a:lnTo>
                  <a:lnTo>
                    <a:pt x="1195805" y="1518765"/>
                  </a:lnTo>
                  <a:lnTo>
                    <a:pt x="1194960" y="1518765"/>
                  </a:lnTo>
                  <a:lnTo>
                    <a:pt x="1194115" y="1518765"/>
                  </a:lnTo>
                  <a:lnTo>
                    <a:pt x="1193270" y="1518765"/>
                  </a:lnTo>
                  <a:lnTo>
                    <a:pt x="1192424" y="1518765"/>
                  </a:lnTo>
                  <a:lnTo>
                    <a:pt x="1191579" y="1518765"/>
                  </a:lnTo>
                  <a:lnTo>
                    <a:pt x="1190734" y="1518765"/>
                  </a:lnTo>
                  <a:lnTo>
                    <a:pt x="1189889" y="1518765"/>
                  </a:lnTo>
                  <a:lnTo>
                    <a:pt x="1189044" y="1518765"/>
                  </a:lnTo>
                  <a:lnTo>
                    <a:pt x="1188199" y="1518765"/>
                  </a:lnTo>
                  <a:lnTo>
                    <a:pt x="1187354" y="1518765"/>
                  </a:lnTo>
                  <a:lnTo>
                    <a:pt x="1186509" y="1518765"/>
                  </a:lnTo>
                  <a:lnTo>
                    <a:pt x="1185664" y="1518765"/>
                  </a:lnTo>
                  <a:lnTo>
                    <a:pt x="1184819" y="1518765"/>
                  </a:lnTo>
                  <a:lnTo>
                    <a:pt x="1183974" y="1518765"/>
                  </a:lnTo>
                  <a:lnTo>
                    <a:pt x="1183128" y="1518765"/>
                  </a:lnTo>
                  <a:lnTo>
                    <a:pt x="1182283" y="1518765"/>
                  </a:lnTo>
                  <a:lnTo>
                    <a:pt x="1181438" y="1518765"/>
                  </a:lnTo>
                  <a:lnTo>
                    <a:pt x="1180593" y="1518765"/>
                  </a:lnTo>
                  <a:lnTo>
                    <a:pt x="1179748" y="1518765"/>
                  </a:lnTo>
                  <a:lnTo>
                    <a:pt x="1178903" y="1518765"/>
                  </a:lnTo>
                  <a:lnTo>
                    <a:pt x="1178058" y="1518765"/>
                  </a:lnTo>
                  <a:lnTo>
                    <a:pt x="1177213" y="1518765"/>
                  </a:lnTo>
                  <a:lnTo>
                    <a:pt x="1176368" y="1518765"/>
                  </a:lnTo>
                  <a:lnTo>
                    <a:pt x="1175523" y="1518765"/>
                  </a:lnTo>
                  <a:lnTo>
                    <a:pt x="1174678" y="1518765"/>
                  </a:lnTo>
                  <a:lnTo>
                    <a:pt x="1173832" y="1518765"/>
                  </a:lnTo>
                  <a:lnTo>
                    <a:pt x="1172987" y="1518765"/>
                  </a:lnTo>
                  <a:lnTo>
                    <a:pt x="1172142" y="1518765"/>
                  </a:lnTo>
                  <a:lnTo>
                    <a:pt x="1171297" y="1518765"/>
                  </a:lnTo>
                  <a:lnTo>
                    <a:pt x="1170452" y="1518765"/>
                  </a:lnTo>
                  <a:lnTo>
                    <a:pt x="1169607" y="1518765"/>
                  </a:lnTo>
                  <a:lnTo>
                    <a:pt x="1168762" y="1518765"/>
                  </a:lnTo>
                  <a:lnTo>
                    <a:pt x="1167917" y="1518765"/>
                  </a:lnTo>
                  <a:lnTo>
                    <a:pt x="1167072" y="1518765"/>
                  </a:lnTo>
                  <a:lnTo>
                    <a:pt x="1166227" y="1518765"/>
                  </a:lnTo>
                  <a:lnTo>
                    <a:pt x="1165382" y="1518765"/>
                  </a:lnTo>
                  <a:lnTo>
                    <a:pt x="1164536" y="1518765"/>
                  </a:lnTo>
                  <a:lnTo>
                    <a:pt x="1163691" y="1518765"/>
                  </a:lnTo>
                  <a:lnTo>
                    <a:pt x="1162846" y="1518765"/>
                  </a:lnTo>
                  <a:lnTo>
                    <a:pt x="1162001" y="1518765"/>
                  </a:lnTo>
                  <a:lnTo>
                    <a:pt x="1161156" y="1518765"/>
                  </a:lnTo>
                  <a:lnTo>
                    <a:pt x="1160311" y="1518765"/>
                  </a:lnTo>
                  <a:lnTo>
                    <a:pt x="1159466" y="1518765"/>
                  </a:lnTo>
                  <a:lnTo>
                    <a:pt x="1158621" y="1518765"/>
                  </a:lnTo>
                  <a:lnTo>
                    <a:pt x="1157776" y="1518765"/>
                  </a:lnTo>
                  <a:lnTo>
                    <a:pt x="1156931" y="1518765"/>
                  </a:lnTo>
                  <a:lnTo>
                    <a:pt x="1156086" y="1518765"/>
                  </a:lnTo>
                  <a:lnTo>
                    <a:pt x="1155240" y="1518765"/>
                  </a:lnTo>
                  <a:lnTo>
                    <a:pt x="1154395" y="1518765"/>
                  </a:lnTo>
                  <a:lnTo>
                    <a:pt x="1153550" y="1518765"/>
                  </a:lnTo>
                  <a:lnTo>
                    <a:pt x="1152705" y="1518765"/>
                  </a:lnTo>
                  <a:lnTo>
                    <a:pt x="1151860" y="1518765"/>
                  </a:lnTo>
                  <a:lnTo>
                    <a:pt x="1151015" y="1518765"/>
                  </a:lnTo>
                  <a:lnTo>
                    <a:pt x="1150170" y="1518765"/>
                  </a:lnTo>
                  <a:lnTo>
                    <a:pt x="1149325" y="1518765"/>
                  </a:lnTo>
                  <a:lnTo>
                    <a:pt x="1148480" y="1518765"/>
                  </a:lnTo>
                  <a:lnTo>
                    <a:pt x="1147635" y="1518765"/>
                  </a:lnTo>
                  <a:lnTo>
                    <a:pt x="1146790" y="1518765"/>
                  </a:lnTo>
                  <a:lnTo>
                    <a:pt x="1145944" y="1518765"/>
                  </a:lnTo>
                  <a:lnTo>
                    <a:pt x="1145099" y="1518765"/>
                  </a:lnTo>
                  <a:lnTo>
                    <a:pt x="1144254" y="1518765"/>
                  </a:lnTo>
                  <a:lnTo>
                    <a:pt x="1143409" y="1518765"/>
                  </a:lnTo>
                  <a:lnTo>
                    <a:pt x="1142564" y="1518765"/>
                  </a:lnTo>
                  <a:lnTo>
                    <a:pt x="1141719" y="1518765"/>
                  </a:lnTo>
                  <a:lnTo>
                    <a:pt x="1140874" y="1518765"/>
                  </a:lnTo>
                  <a:lnTo>
                    <a:pt x="1140029" y="1518765"/>
                  </a:lnTo>
                  <a:lnTo>
                    <a:pt x="1139184" y="1518765"/>
                  </a:lnTo>
                  <a:lnTo>
                    <a:pt x="1138339" y="1518765"/>
                  </a:lnTo>
                  <a:lnTo>
                    <a:pt x="1137494" y="1518765"/>
                  </a:lnTo>
                  <a:lnTo>
                    <a:pt x="1136648" y="1518765"/>
                  </a:lnTo>
                  <a:lnTo>
                    <a:pt x="1135803" y="1518765"/>
                  </a:lnTo>
                  <a:lnTo>
                    <a:pt x="1134958" y="1518765"/>
                  </a:lnTo>
                  <a:lnTo>
                    <a:pt x="1134113" y="1518765"/>
                  </a:lnTo>
                  <a:lnTo>
                    <a:pt x="1133268" y="1518765"/>
                  </a:lnTo>
                  <a:lnTo>
                    <a:pt x="1132423" y="1518765"/>
                  </a:lnTo>
                  <a:lnTo>
                    <a:pt x="1131578" y="1518765"/>
                  </a:lnTo>
                  <a:lnTo>
                    <a:pt x="1130733" y="1518765"/>
                  </a:lnTo>
                  <a:lnTo>
                    <a:pt x="1129888" y="1518765"/>
                  </a:lnTo>
                  <a:lnTo>
                    <a:pt x="1129043" y="1518765"/>
                  </a:lnTo>
                  <a:lnTo>
                    <a:pt x="1128197" y="1518765"/>
                  </a:lnTo>
                  <a:lnTo>
                    <a:pt x="1127352" y="1518765"/>
                  </a:lnTo>
                  <a:lnTo>
                    <a:pt x="1126507" y="1518765"/>
                  </a:lnTo>
                  <a:lnTo>
                    <a:pt x="1125662" y="1518765"/>
                  </a:lnTo>
                  <a:lnTo>
                    <a:pt x="1124817" y="1518765"/>
                  </a:lnTo>
                  <a:lnTo>
                    <a:pt x="1123972" y="1518765"/>
                  </a:lnTo>
                  <a:lnTo>
                    <a:pt x="1123127" y="1518765"/>
                  </a:lnTo>
                  <a:lnTo>
                    <a:pt x="1122282" y="1518765"/>
                  </a:lnTo>
                  <a:lnTo>
                    <a:pt x="1121437" y="1518765"/>
                  </a:lnTo>
                  <a:lnTo>
                    <a:pt x="1120592" y="1518765"/>
                  </a:lnTo>
                  <a:lnTo>
                    <a:pt x="1119747" y="1518765"/>
                  </a:lnTo>
                  <a:lnTo>
                    <a:pt x="1118901" y="1518765"/>
                  </a:lnTo>
                  <a:lnTo>
                    <a:pt x="1118056" y="1518765"/>
                  </a:lnTo>
                  <a:lnTo>
                    <a:pt x="1117211" y="1518765"/>
                  </a:lnTo>
                  <a:lnTo>
                    <a:pt x="1116366" y="1518765"/>
                  </a:lnTo>
                  <a:lnTo>
                    <a:pt x="1115521" y="1518765"/>
                  </a:lnTo>
                  <a:lnTo>
                    <a:pt x="1114676" y="1518765"/>
                  </a:lnTo>
                  <a:lnTo>
                    <a:pt x="1113831" y="1518765"/>
                  </a:lnTo>
                  <a:lnTo>
                    <a:pt x="1112986" y="1518765"/>
                  </a:lnTo>
                  <a:lnTo>
                    <a:pt x="1112141" y="1518765"/>
                  </a:lnTo>
                  <a:lnTo>
                    <a:pt x="1111296" y="1518765"/>
                  </a:lnTo>
                  <a:lnTo>
                    <a:pt x="1110451" y="1518765"/>
                  </a:lnTo>
                  <a:lnTo>
                    <a:pt x="1109605" y="1518765"/>
                  </a:lnTo>
                  <a:lnTo>
                    <a:pt x="1108760" y="1518765"/>
                  </a:lnTo>
                  <a:lnTo>
                    <a:pt x="1107915" y="1518765"/>
                  </a:lnTo>
                  <a:lnTo>
                    <a:pt x="1107070" y="1518765"/>
                  </a:lnTo>
                  <a:lnTo>
                    <a:pt x="1106225" y="1518765"/>
                  </a:lnTo>
                  <a:lnTo>
                    <a:pt x="1105380" y="1518765"/>
                  </a:lnTo>
                  <a:lnTo>
                    <a:pt x="1104535" y="1518765"/>
                  </a:lnTo>
                  <a:lnTo>
                    <a:pt x="1103690" y="1518765"/>
                  </a:lnTo>
                  <a:lnTo>
                    <a:pt x="1102845" y="1518765"/>
                  </a:lnTo>
                  <a:lnTo>
                    <a:pt x="1102000" y="1518765"/>
                  </a:lnTo>
                  <a:lnTo>
                    <a:pt x="1101155" y="1518765"/>
                  </a:lnTo>
                  <a:lnTo>
                    <a:pt x="1100309" y="1518765"/>
                  </a:lnTo>
                  <a:lnTo>
                    <a:pt x="1099464" y="1518765"/>
                  </a:lnTo>
                  <a:lnTo>
                    <a:pt x="1098619" y="1518765"/>
                  </a:lnTo>
                  <a:lnTo>
                    <a:pt x="1097774" y="1518765"/>
                  </a:lnTo>
                  <a:lnTo>
                    <a:pt x="1096929" y="1518765"/>
                  </a:lnTo>
                  <a:lnTo>
                    <a:pt x="1096084" y="1518765"/>
                  </a:lnTo>
                  <a:lnTo>
                    <a:pt x="1095239" y="1518765"/>
                  </a:lnTo>
                  <a:lnTo>
                    <a:pt x="1094394" y="1518765"/>
                  </a:lnTo>
                  <a:lnTo>
                    <a:pt x="1093549" y="1518765"/>
                  </a:lnTo>
                  <a:lnTo>
                    <a:pt x="1092704" y="1518765"/>
                  </a:lnTo>
                  <a:lnTo>
                    <a:pt x="1091859" y="1518765"/>
                  </a:lnTo>
                  <a:lnTo>
                    <a:pt x="1091013" y="1518765"/>
                  </a:lnTo>
                  <a:lnTo>
                    <a:pt x="1090168" y="1518765"/>
                  </a:lnTo>
                  <a:lnTo>
                    <a:pt x="1089323" y="1518765"/>
                  </a:lnTo>
                  <a:lnTo>
                    <a:pt x="1088478" y="1518765"/>
                  </a:lnTo>
                  <a:lnTo>
                    <a:pt x="1087633" y="1518765"/>
                  </a:lnTo>
                  <a:lnTo>
                    <a:pt x="1086788" y="1518765"/>
                  </a:lnTo>
                  <a:lnTo>
                    <a:pt x="1085943" y="1518765"/>
                  </a:lnTo>
                  <a:lnTo>
                    <a:pt x="1085098" y="1518765"/>
                  </a:lnTo>
                  <a:lnTo>
                    <a:pt x="1084253" y="1518765"/>
                  </a:lnTo>
                  <a:lnTo>
                    <a:pt x="1083408" y="1518765"/>
                  </a:lnTo>
                  <a:lnTo>
                    <a:pt x="1082563" y="1518765"/>
                  </a:lnTo>
                  <a:lnTo>
                    <a:pt x="1081717" y="1518765"/>
                  </a:lnTo>
                  <a:lnTo>
                    <a:pt x="1080872" y="1518765"/>
                  </a:lnTo>
                  <a:lnTo>
                    <a:pt x="1080027" y="1518765"/>
                  </a:lnTo>
                  <a:lnTo>
                    <a:pt x="1079182" y="1518765"/>
                  </a:lnTo>
                  <a:lnTo>
                    <a:pt x="1078337" y="1518765"/>
                  </a:lnTo>
                  <a:lnTo>
                    <a:pt x="1077492" y="1518765"/>
                  </a:lnTo>
                  <a:lnTo>
                    <a:pt x="1076647" y="1518765"/>
                  </a:lnTo>
                  <a:lnTo>
                    <a:pt x="1075802" y="1518765"/>
                  </a:lnTo>
                  <a:lnTo>
                    <a:pt x="1074957" y="1518765"/>
                  </a:lnTo>
                  <a:lnTo>
                    <a:pt x="1074112" y="1518765"/>
                  </a:lnTo>
                  <a:lnTo>
                    <a:pt x="1073267" y="1518765"/>
                  </a:lnTo>
                  <a:lnTo>
                    <a:pt x="1072421" y="1518765"/>
                  </a:lnTo>
                  <a:lnTo>
                    <a:pt x="1071576" y="1518765"/>
                  </a:lnTo>
                  <a:lnTo>
                    <a:pt x="1070731" y="1518765"/>
                  </a:lnTo>
                  <a:lnTo>
                    <a:pt x="1069886" y="1518765"/>
                  </a:lnTo>
                  <a:lnTo>
                    <a:pt x="1069041" y="1518765"/>
                  </a:lnTo>
                  <a:lnTo>
                    <a:pt x="1068196" y="1518765"/>
                  </a:lnTo>
                  <a:lnTo>
                    <a:pt x="1067351" y="1518765"/>
                  </a:lnTo>
                  <a:lnTo>
                    <a:pt x="1066506" y="1518765"/>
                  </a:lnTo>
                  <a:lnTo>
                    <a:pt x="1065661" y="1518765"/>
                  </a:lnTo>
                  <a:lnTo>
                    <a:pt x="1064816" y="1518765"/>
                  </a:lnTo>
                  <a:lnTo>
                    <a:pt x="1063970" y="1518765"/>
                  </a:lnTo>
                  <a:lnTo>
                    <a:pt x="1063125" y="1518765"/>
                  </a:lnTo>
                  <a:lnTo>
                    <a:pt x="1062280" y="1518765"/>
                  </a:lnTo>
                  <a:lnTo>
                    <a:pt x="1061435" y="1518765"/>
                  </a:lnTo>
                  <a:lnTo>
                    <a:pt x="1060590" y="1518765"/>
                  </a:lnTo>
                  <a:lnTo>
                    <a:pt x="1059745" y="1518765"/>
                  </a:lnTo>
                  <a:lnTo>
                    <a:pt x="1058900" y="1518765"/>
                  </a:lnTo>
                  <a:lnTo>
                    <a:pt x="1058055" y="1518765"/>
                  </a:lnTo>
                  <a:lnTo>
                    <a:pt x="1057210" y="1518765"/>
                  </a:lnTo>
                  <a:lnTo>
                    <a:pt x="1056365" y="1518765"/>
                  </a:lnTo>
                  <a:lnTo>
                    <a:pt x="1055520" y="1518765"/>
                  </a:lnTo>
                  <a:lnTo>
                    <a:pt x="1054674" y="1518765"/>
                  </a:lnTo>
                  <a:lnTo>
                    <a:pt x="1053829" y="1518765"/>
                  </a:lnTo>
                  <a:lnTo>
                    <a:pt x="1052984" y="1518765"/>
                  </a:lnTo>
                  <a:lnTo>
                    <a:pt x="1052139" y="1518765"/>
                  </a:lnTo>
                  <a:lnTo>
                    <a:pt x="1051294" y="1518765"/>
                  </a:lnTo>
                  <a:lnTo>
                    <a:pt x="1050449" y="1518765"/>
                  </a:lnTo>
                  <a:lnTo>
                    <a:pt x="1049604" y="1518765"/>
                  </a:lnTo>
                  <a:lnTo>
                    <a:pt x="1048759" y="1518765"/>
                  </a:lnTo>
                  <a:lnTo>
                    <a:pt x="1047914" y="1518765"/>
                  </a:lnTo>
                  <a:lnTo>
                    <a:pt x="1047069" y="1518765"/>
                  </a:lnTo>
                  <a:lnTo>
                    <a:pt x="1046224" y="1518765"/>
                  </a:lnTo>
                  <a:lnTo>
                    <a:pt x="1045378" y="1518765"/>
                  </a:lnTo>
                  <a:lnTo>
                    <a:pt x="1044533" y="1518765"/>
                  </a:lnTo>
                  <a:lnTo>
                    <a:pt x="1043688" y="1518765"/>
                  </a:lnTo>
                  <a:lnTo>
                    <a:pt x="1042843" y="1518765"/>
                  </a:lnTo>
                  <a:lnTo>
                    <a:pt x="1041998" y="1518765"/>
                  </a:lnTo>
                  <a:lnTo>
                    <a:pt x="1041153" y="1518765"/>
                  </a:lnTo>
                  <a:lnTo>
                    <a:pt x="1040308" y="1518765"/>
                  </a:lnTo>
                  <a:lnTo>
                    <a:pt x="1039463" y="1518765"/>
                  </a:lnTo>
                  <a:lnTo>
                    <a:pt x="1038618" y="1518765"/>
                  </a:lnTo>
                  <a:lnTo>
                    <a:pt x="1037773" y="1518765"/>
                  </a:lnTo>
                  <a:lnTo>
                    <a:pt x="1036928" y="1518765"/>
                  </a:lnTo>
                  <a:lnTo>
                    <a:pt x="1036082" y="1518765"/>
                  </a:lnTo>
                  <a:lnTo>
                    <a:pt x="1035237" y="1518765"/>
                  </a:lnTo>
                  <a:lnTo>
                    <a:pt x="1034392" y="1518765"/>
                  </a:lnTo>
                  <a:lnTo>
                    <a:pt x="1033547" y="1518765"/>
                  </a:lnTo>
                  <a:lnTo>
                    <a:pt x="1032702" y="1518765"/>
                  </a:lnTo>
                  <a:lnTo>
                    <a:pt x="1031857" y="1518765"/>
                  </a:lnTo>
                  <a:lnTo>
                    <a:pt x="1031012" y="1518765"/>
                  </a:lnTo>
                  <a:lnTo>
                    <a:pt x="1030167" y="1518765"/>
                  </a:lnTo>
                  <a:lnTo>
                    <a:pt x="1029322" y="1518765"/>
                  </a:lnTo>
                  <a:lnTo>
                    <a:pt x="1028477" y="1518765"/>
                  </a:lnTo>
                  <a:lnTo>
                    <a:pt x="1027632" y="1518765"/>
                  </a:lnTo>
                  <a:lnTo>
                    <a:pt x="1026786" y="1518765"/>
                  </a:lnTo>
                  <a:lnTo>
                    <a:pt x="1025941" y="1518765"/>
                  </a:lnTo>
                  <a:lnTo>
                    <a:pt x="1025096" y="1518765"/>
                  </a:lnTo>
                  <a:lnTo>
                    <a:pt x="1024251" y="1518765"/>
                  </a:lnTo>
                  <a:lnTo>
                    <a:pt x="1023406" y="1518765"/>
                  </a:lnTo>
                  <a:lnTo>
                    <a:pt x="1022561" y="1518765"/>
                  </a:lnTo>
                  <a:lnTo>
                    <a:pt x="1021716" y="1518765"/>
                  </a:lnTo>
                  <a:lnTo>
                    <a:pt x="1020871" y="1518765"/>
                  </a:lnTo>
                  <a:lnTo>
                    <a:pt x="1020026" y="1518765"/>
                  </a:lnTo>
                  <a:lnTo>
                    <a:pt x="1019181" y="1518765"/>
                  </a:lnTo>
                  <a:lnTo>
                    <a:pt x="1018336" y="1518765"/>
                  </a:lnTo>
                  <a:lnTo>
                    <a:pt x="1017490" y="1518765"/>
                  </a:lnTo>
                  <a:lnTo>
                    <a:pt x="1016645" y="1518765"/>
                  </a:lnTo>
                  <a:lnTo>
                    <a:pt x="1015800" y="1518765"/>
                  </a:lnTo>
                  <a:lnTo>
                    <a:pt x="1014955" y="1518765"/>
                  </a:lnTo>
                  <a:lnTo>
                    <a:pt x="1014110" y="1518765"/>
                  </a:lnTo>
                  <a:lnTo>
                    <a:pt x="1013265" y="1518765"/>
                  </a:lnTo>
                  <a:lnTo>
                    <a:pt x="1012420" y="1518765"/>
                  </a:lnTo>
                  <a:lnTo>
                    <a:pt x="1011575" y="1518765"/>
                  </a:lnTo>
                  <a:lnTo>
                    <a:pt x="1010730" y="1518765"/>
                  </a:lnTo>
                  <a:lnTo>
                    <a:pt x="1009885" y="1518765"/>
                  </a:lnTo>
                  <a:lnTo>
                    <a:pt x="1009040" y="1518765"/>
                  </a:lnTo>
                  <a:lnTo>
                    <a:pt x="1008194" y="1518765"/>
                  </a:lnTo>
                  <a:lnTo>
                    <a:pt x="1007349" y="1518765"/>
                  </a:lnTo>
                  <a:lnTo>
                    <a:pt x="1006504" y="1518765"/>
                  </a:lnTo>
                  <a:lnTo>
                    <a:pt x="1005659" y="1518765"/>
                  </a:lnTo>
                  <a:lnTo>
                    <a:pt x="1004814" y="1518765"/>
                  </a:lnTo>
                  <a:lnTo>
                    <a:pt x="1003969" y="1518765"/>
                  </a:lnTo>
                  <a:lnTo>
                    <a:pt x="1003124" y="1518765"/>
                  </a:lnTo>
                  <a:lnTo>
                    <a:pt x="1002279" y="1518765"/>
                  </a:lnTo>
                  <a:lnTo>
                    <a:pt x="1001434" y="1518765"/>
                  </a:lnTo>
                  <a:lnTo>
                    <a:pt x="1000589" y="1518765"/>
                  </a:lnTo>
                  <a:lnTo>
                    <a:pt x="999743" y="1518765"/>
                  </a:lnTo>
                  <a:lnTo>
                    <a:pt x="998898" y="1518765"/>
                  </a:lnTo>
                  <a:lnTo>
                    <a:pt x="998053" y="1518765"/>
                  </a:lnTo>
                  <a:lnTo>
                    <a:pt x="997208" y="1518765"/>
                  </a:lnTo>
                  <a:lnTo>
                    <a:pt x="996363" y="1518765"/>
                  </a:lnTo>
                  <a:lnTo>
                    <a:pt x="995518" y="1518765"/>
                  </a:lnTo>
                  <a:lnTo>
                    <a:pt x="994673" y="1518765"/>
                  </a:lnTo>
                  <a:lnTo>
                    <a:pt x="993828" y="1518765"/>
                  </a:lnTo>
                  <a:lnTo>
                    <a:pt x="992983" y="1518765"/>
                  </a:lnTo>
                  <a:lnTo>
                    <a:pt x="992138" y="1518765"/>
                  </a:lnTo>
                  <a:lnTo>
                    <a:pt x="991293" y="1518765"/>
                  </a:lnTo>
                  <a:lnTo>
                    <a:pt x="990447" y="1518765"/>
                  </a:lnTo>
                  <a:lnTo>
                    <a:pt x="989602" y="1518765"/>
                  </a:lnTo>
                  <a:lnTo>
                    <a:pt x="988757" y="1518765"/>
                  </a:lnTo>
                  <a:lnTo>
                    <a:pt x="987912" y="1518765"/>
                  </a:lnTo>
                  <a:lnTo>
                    <a:pt x="987067" y="1518765"/>
                  </a:lnTo>
                  <a:lnTo>
                    <a:pt x="986222" y="1518765"/>
                  </a:lnTo>
                  <a:lnTo>
                    <a:pt x="985377" y="1518765"/>
                  </a:lnTo>
                  <a:lnTo>
                    <a:pt x="984532" y="1518765"/>
                  </a:lnTo>
                  <a:lnTo>
                    <a:pt x="983687" y="1518765"/>
                  </a:lnTo>
                  <a:lnTo>
                    <a:pt x="982842" y="1518765"/>
                  </a:lnTo>
                  <a:lnTo>
                    <a:pt x="981997" y="1518765"/>
                  </a:lnTo>
                  <a:lnTo>
                    <a:pt x="981151" y="1518765"/>
                  </a:lnTo>
                  <a:lnTo>
                    <a:pt x="980306" y="1518765"/>
                  </a:lnTo>
                  <a:lnTo>
                    <a:pt x="979461" y="1518765"/>
                  </a:lnTo>
                  <a:lnTo>
                    <a:pt x="978616" y="1518765"/>
                  </a:lnTo>
                  <a:lnTo>
                    <a:pt x="977771" y="1518765"/>
                  </a:lnTo>
                  <a:lnTo>
                    <a:pt x="976926" y="1518765"/>
                  </a:lnTo>
                  <a:lnTo>
                    <a:pt x="976081" y="1518765"/>
                  </a:lnTo>
                  <a:lnTo>
                    <a:pt x="975236" y="1518765"/>
                  </a:lnTo>
                  <a:lnTo>
                    <a:pt x="974391" y="1518765"/>
                  </a:lnTo>
                  <a:lnTo>
                    <a:pt x="973546" y="1518765"/>
                  </a:lnTo>
                  <a:lnTo>
                    <a:pt x="972701" y="1518765"/>
                  </a:lnTo>
                  <a:lnTo>
                    <a:pt x="971855" y="1518765"/>
                  </a:lnTo>
                  <a:lnTo>
                    <a:pt x="971010" y="1518765"/>
                  </a:lnTo>
                  <a:lnTo>
                    <a:pt x="970165" y="1518765"/>
                  </a:lnTo>
                  <a:lnTo>
                    <a:pt x="969320" y="1518765"/>
                  </a:lnTo>
                  <a:lnTo>
                    <a:pt x="968475" y="1518765"/>
                  </a:lnTo>
                  <a:lnTo>
                    <a:pt x="967630" y="1518765"/>
                  </a:lnTo>
                  <a:lnTo>
                    <a:pt x="966785" y="1518765"/>
                  </a:lnTo>
                  <a:lnTo>
                    <a:pt x="965940" y="1518765"/>
                  </a:lnTo>
                  <a:lnTo>
                    <a:pt x="965095" y="1518765"/>
                  </a:lnTo>
                  <a:lnTo>
                    <a:pt x="964250" y="1518765"/>
                  </a:lnTo>
                  <a:lnTo>
                    <a:pt x="963405" y="1518765"/>
                  </a:lnTo>
                  <a:lnTo>
                    <a:pt x="962559" y="1518765"/>
                  </a:lnTo>
                  <a:lnTo>
                    <a:pt x="961714" y="1518765"/>
                  </a:lnTo>
                  <a:lnTo>
                    <a:pt x="960869" y="1518765"/>
                  </a:lnTo>
                  <a:lnTo>
                    <a:pt x="960024" y="1518765"/>
                  </a:lnTo>
                  <a:lnTo>
                    <a:pt x="959179" y="1518765"/>
                  </a:lnTo>
                  <a:lnTo>
                    <a:pt x="958334" y="1518765"/>
                  </a:lnTo>
                  <a:lnTo>
                    <a:pt x="957489" y="1518765"/>
                  </a:lnTo>
                  <a:lnTo>
                    <a:pt x="956644" y="1518765"/>
                  </a:lnTo>
                  <a:lnTo>
                    <a:pt x="955799" y="1518765"/>
                  </a:lnTo>
                  <a:lnTo>
                    <a:pt x="954954" y="1518765"/>
                  </a:lnTo>
                  <a:lnTo>
                    <a:pt x="954109" y="1518765"/>
                  </a:lnTo>
                  <a:lnTo>
                    <a:pt x="953263" y="1518765"/>
                  </a:lnTo>
                  <a:lnTo>
                    <a:pt x="952418" y="1518765"/>
                  </a:lnTo>
                  <a:lnTo>
                    <a:pt x="951573" y="1518765"/>
                  </a:lnTo>
                  <a:lnTo>
                    <a:pt x="950728" y="1518765"/>
                  </a:lnTo>
                  <a:lnTo>
                    <a:pt x="949883" y="1518765"/>
                  </a:lnTo>
                  <a:lnTo>
                    <a:pt x="949038" y="1518765"/>
                  </a:lnTo>
                  <a:lnTo>
                    <a:pt x="948193" y="1518765"/>
                  </a:lnTo>
                  <a:lnTo>
                    <a:pt x="947348" y="1518765"/>
                  </a:lnTo>
                  <a:lnTo>
                    <a:pt x="946503" y="1518765"/>
                  </a:lnTo>
                  <a:lnTo>
                    <a:pt x="945658" y="1518765"/>
                  </a:lnTo>
                  <a:lnTo>
                    <a:pt x="944812" y="1518765"/>
                  </a:lnTo>
                  <a:lnTo>
                    <a:pt x="943967" y="1518765"/>
                  </a:lnTo>
                  <a:lnTo>
                    <a:pt x="943122" y="1518765"/>
                  </a:lnTo>
                  <a:lnTo>
                    <a:pt x="942277" y="1518765"/>
                  </a:lnTo>
                  <a:lnTo>
                    <a:pt x="941432" y="1518765"/>
                  </a:lnTo>
                  <a:lnTo>
                    <a:pt x="940587" y="1518765"/>
                  </a:lnTo>
                  <a:lnTo>
                    <a:pt x="939742" y="1518765"/>
                  </a:lnTo>
                  <a:lnTo>
                    <a:pt x="938897" y="1518765"/>
                  </a:lnTo>
                  <a:lnTo>
                    <a:pt x="938052" y="1518765"/>
                  </a:lnTo>
                  <a:lnTo>
                    <a:pt x="937207" y="1518765"/>
                  </a:lnTo>
                  <a:lnTo>
                    <a:pt x="936362" y="1518765"/>
                  </a:lnTo>
                  <a:lnTo>
                    <a:pt x="935516" y="1518765"/>
                  </a:lnTo>
                  <a:lnTo>
                    <a:pt x="934671" y="1518765"/>
                  </a:lnTo>
                  <a:lnTo>
                    <a:pt x="933826" y="1518765"/>
                  </a:lnTo>
                  <a:lnTo>
                    <a:pt x="932981" y="1518765"/>
                  </a:lnTo>
                  <a:lnTo>
                    <a:pt x="932136" y="1518765"/>
                  </a:lnTo>
                  <a:lnTo>
                    <a:pt x="931291" y="1518765"/>
                  </a:lnTo>
                  <a:lnTo>
                    <a:pt x="930446" y="1518765"/>
                  </a:lnTo>
                  <a:lnTo>
                    <a:pt x="929601" y="1518765"/>
                  </a:lnTo>
                  <a:lnTo>
                    <a:pt x="928756" y="1518765"/>
                  </a:lnTo>
                  <a:lnTo>
                    <a:pt x="927911" y="1518765"/>
                  </a:lnTo>
                  <a:lnTo>
                    <a:pt x="927066" y="1518765"/>
                  </a:lnTo>
                  <a:lnTo>
                    <a:pt x="926220" y="1518765"/>
                  </a:lnTo>
                  <a:lnTo>
                    <a:pt x="925375" y="1518765"/>
                  </a:lnTo>
                  <a:lnTo>
                    <a:pt x="924530" y="1518765"/>
                  </a:lnTo>
                  <a:lnTo>
                    <a:pt x="923685" y="1518765"/>
                  </a:lnTo>
                  <a:lnTo>
                    <a:pt x="922840" y="1518765"/>
                  </a:lnTo>
                  <a:lnTo>
                    <a:pt x="921995" y="1518765"/>
                  </a:lnTo>
                  <a:lnTo>
                    <a:pt x="921150" y="1518765"/>
                  </a:lnTo>
                  <a:lnTo>
                    <a:pt x="920305" y="1518765"/>
                  </a:lnTo>
                  <a:lnTo>
                    <a:pt x="919460" y="1518765"/>
                  </a:lnTo>
                  <a:lnTo>
                    <a:pt x="918615" y="1518765"/>
                  </a:lnTo>
                  <a:lnTo>
                    <a:pt x="917770" y="1518765"/>
                  </a:lnTo>
                  <a:lnTo>
                    <a:pt x="916924" y="1518765"/>
                  </a:lnTo>
                  <a:lnTo>
                    <a:pt x="916079" y="1518765"/>
                  </a:lnTo>
                  <a:lnTo>
                    <a:pt x="915234" y="1518765"/>
                  </a:lnTo>
                  <a:lnTo>
                    <a:pt x="914389" y="1518765"/>
                  </a:lnTo>
                  <a:lnTo>
                    <a:pt x="913544" y="1518765"/>
                  </a:lnTo>
                  <a:lnTo>
                    <a:pt x="912699" y="1518765"/>
                  </a:lnTo>
                  <a:lnTo>
                    <a:pt x="911854" y="1518765"/>
                  </a:lnTo>
                  <a:lnTo>
                    <a:pt x="911009" y="1518765"/>
                  </a:lnTo>
                  <a:lnTo>
                    <a:pt x="910164" y="1518765"/>
                  </a:lnTo>
                  <a:lnTo>
                    <a:pt x="909319" y="1518765"/>
                  </a:lnTo>
                  <a:lnTo>
                    <a:pt x="908474" y="1518765"/>
                  </a:lnTo>
                  <a:lnTo>
                    <a:pt x="907628" y="1518765"/>
                  </a:lnTo>
                  <a:lnTo>
                    <a:pt x="906783" y="1518765"/>
                  </a:lnTo>
                  <a:lnTo>
                    <a:pt x="905938" y="1518765"/>
                  </a:lnTo>
                  <a:lnTo>
                    <a:pt x="905093" y="1518765"/>
                  </a:lnTo>
                  <a:lnTo>
                    <a:pt x="904248" y="1518765"/>
                  </a:lnTo>
                  <a:lnTo>
                    <a:pt x="903403" y="1518765"/>
                  </a:lnTo>
                  <a:lnTo>
                    <a:pt x="902558" y="1518765"/>
                  </a:lnTo>
                  <a:lnTo>
                    <a:pt x="901713" y="1518765"/>
                  </a:lnTo>
                  <a:lnTo>
                    <a:pt x="900868" y="1518765"/>
                  </a:lnTo>
                  <a:lnTo>
                    <a:pt x="900023" y="1518765"/>
                  </a:lnTo>
                  <a:lnTo>
                    <a:pt x="899178" y="1518765"/>
                  </a:lnTo>
                  <a:lnTo>
                    <a:pt x="898332" y="1518765"/>
                  </a:lnTo>
                  <a:lnTo>
                    <a:pt x="897487" y="1518765"/>
                  </a:lnTo>
                  <a:lnTo>
                    <a:pt x="896642" y="1518765"/>
                  </a:lnTo>
                  <a:lnTo>
                    <a:pt x="895797" y="1518765"/>
                  </a:lnTo>
                  <a:lnTo>
                    <a:pt x="894952" y="1518765"/>
                  </a:lnTo>
                  <a:lnTo>
                    <a:pt x="894107" y="1518765"/>
                  </a:lnTo>
                  <a:lnTo>
                    <a:pt x="893262" y="1518765"/>
                  </a:lnTo>
                  <a:lnTo>
                    <a:pt x="892417" y="1518765"/>
                  </a:lnTo>
                  <a:lnTo>
                    <a:pt x="891572" y="1518765"/>
                  </a:lnTo>
                  <a:lnTo>
                    <a:pt x="890727" y="1518765"/>
                  </a:lnTo>
                  <a:lnTo>
                    <a:pt x="889882" y="1518765"/>
                  </a:lnTo>
                  <a:lnTo>
                    <a:pt x="889036" y="1518765"/>
                  </a:lnTo>
                  <a:lnTo>
                    <a:pt x="888191" y="1518765"/>
                  </a:lnTo>
                  <a:lnTo>
                    <a:pt x="887346" y="1518765"/>
                  </a:lnTo>
                  <a:lnTo>
                    <a:pt x="886501" y="1518765"/>
                  </a:lnTo>
                  <a:lnTo>
                    <a:pt x="885656" y="1518765"/>
                  </a:lnTo>
                  <a:lnTo>
                    <a:pt x="884811" y="1518765"/>
                  </a:lnTo>
                  <a:lnTo>
                    <a:pt x="883966" y="1518765"/>
                  </a:lnTo>
                  <a:lnTo>
                    <a:pt x="883121" y="1518765"/>
                  </a:lnTo>
                  <a:lnTo>
                    <a:pt x="882276" y="1518765"/>
                  </a:lnTo>
                  <a:lnTo>
                    <a:pt x="881431" y="1518765"/>
                  </a:lnTo>
                  <a:lnTo>
                    <a:pt x="880585" y="1518765"/>
                  </a:lnTo>
                  <a:lnTo>
                    <a:pt x="879740" y="1518765"/>
                  </a:lnTo>
                  <a:lnTo>
                    <a:pt x="878895" y="1518765"/>
                  </a:lnTo>
                  <a:lnTo>
                    <a:pt x="878050" y="1518765"/>
                  </a:lnTo>
                  <a:lnTo>
                    <a:pt x="877205" y="1518765"/>
                  </a:lnTo>
                  <a:lnTo>
                    <a:pt x="876360" y="1518765"/>
                  </a:lnTo>
                  <a:lnTo>
                    <a:pt x="875515" y="1518765"/>
                  </a:lnTo>
                  <a:lnTo>
                    <a:pt x="874670" y="1518765"/>
                  </a:lnTo>
                  <a:lnTo>
                    <a:pt x="873825" y="1518765"/>
                  </a:lnTo>
                  <a:lnTo>
                    <a:pt x="872980" y="1518765"/>
                  </a:lnTo>
                  <a:lnTo>
                    <a:pt x="872135" y="1518765"/>
                  </a:lnTo>
                  <a:lnTo>
                    <a:pt x="871289" y="1518765"/>
                  </a:lnTo>
                  <a:lnTo>
                    <a:pt x="870444" y="1518765"/>
                  </a:lnTo>
                  <a:lnTo>
                    <a:pt x="869599" y="1518765"/>
                  </a:lnTo>
                  <a:lnTo>
                    <a:pt x="868754" y="1518765"/>
                  </a:lnTo>
                  <a:lnTo>
                    <a:pt x="867909" y="1518765"/>
                  </a:lnTo>
                  <a:lnTo>
                    <a:pt x="867064" y="1518765"/>
                  </a:lnTo>
                  <a:lnTo>
                    <a:pt x="866219" y="1518765"/>
                  </a:lnTo>
                  <a:lnTo>
                    <a:pt x="865374" y="1518765"/>
                  </a:lnTo>
                  <a:lnTo>
                    <a:pt x="864529" y="1518765"/>
                  </a:lnTo>
                  <a:lnTo>
                    <a:pt x="863684" y="1518765"/>
                  </a:lnTo>
                  <a:lnTo>
                    <a:pt x="862839" y="1518765"/>
                  </a:lnTo>
                  <a:lnTo>
                    <a:pt x="861993" y="1518765"/>
                  </a:lnTo>
                  <a:lnTo>
                    <a:pt x="861148" y="1518765"/>
                  </a:lnTo>
                  <a:lnTo>
                    <a:pt x="860303" y="1518765"/>
                  </a:lnTo>
                  <a:lnTo>
                    <a:pt x="859458" y="1518765"/>
                  </a:lnTo>
                  <a:lnTo>
                    <a:pt x="858613" y="1518765"/>
                  </a:lnTo>
                  <a:lnTo>
                    <a:pt x="857768" y="1518765"/>
                  </a:lnTo>
                  <a:lnTo>
                    <a:pt x="856923" y="1518765"/>
                  </a:lnTo>
                  <a:lnTo>
                    <a:pt x="856078" y="1518765"/>
                  </a:lnTo>
                  <a:lnTo>
                    <a:pt x="855233" y="1518765"/>
                  </a:lnTo>
                  <a:lnTo>
                    <a:pt x="854388" y="1518765"/>
                  </a:lnTo>
                  <a:lnTo>
                    <a:pt x="853543" y="1518765"/>
                  </a:lnTo>
                  <a:lnTo>
                    <a:pt x="852697" y="1518765"/>
                  </a:lnTo>
                  <a:lnTo>
                    <a:pt x="851852" y="1518765"/>
                  </a:lnTo>
                  <a:lnTo>
                    <a:pt x="851007" y="1518765"/>
                  </a:lnTo>
                  <a:lnTo>
                    <a:pt x="850162" y="1518765"/>
                  </a:lnTo>
                  <a:lnTo>
                    <a:pt x="849317" y="1518765"/>
                  </a:lnTo>
                  <a:lnTo>
                    <a:pt x="848472" y="1518765"/>
                  </a:lnTo>
                  <a:lnTo>
                    <a:pt x="847627" y="1518765"/>
                  </a:lnTo>
                  <a:lnTo>
                    <a:pt x="846782" y="1518765"/>
                  </a:lnTo>
                  <a:lnTo>
                    <a:pt x="845937" y="1518765"/>
                  </a:lnTo>
                  <a:lnTo>
                    <a:pt x="845092" y="1518765"/>
                  </a:lnTo>
                  <a:lnTo>
                    <a:pt x="844247" y="1518765"/>
                  </a:lnTo>
                  <a:lnTo>
                    <a:pt x="843401" y="1518765"/>
                  </a:lnTo>
                  <a:lnTo>
                    <a:pt x="842556" y="1518765"/>
                  </a:lnTo>
                  <a:lnTo>
                    <a:pt x="841711" y="1518765"/>
                  </a:lnTo>
                  <a:lnTo>
                    <a:pt x="840866" y="1518765"/>
                  </a:lnTo>
                  <a:lnTo>
                    <a:pt x="840021" y="1518765"/>
                  </a:lnTo>
                  <a:lnTo>
                    <a:pt x="839176" y="1518765"/>
                  </a:lnTo>
                  <a:lnTo>
                    <a:pt x="838331" y="1518765"/>
                  </a:lnTo>
                  <a:lnTo>
                    <a:pt x="837486" y="1518765"/>
                  </a:lnTo>
                  <a:lnTo>
                    <a:pt x="836641" y="1518765"/>
                  </a:lnTo>
                  <a:lnTo>
                    <a:pt x="835796" y="1518765"/>
                  </a:lnTo>
                  <a:lnTo>
                    <a:pt x="834951" y="1518765"/>
                  </a:lnTo>
                  <a:lnTo>
                    <a:pt x="834105" y="1518765"/>
                  </a:lnTo>
                  <a:lnTo>
                    <a:pt x="833260" y="1518765"/>
                  </a:lnTo>
                  <a:lnTo>
                    <a:pt x="832415" y="1518765"/>
                  </a:lnTo>
                  <a:lnTo>
                    <a:pt x="831570" y="1518765"/>
                  </a:lnTo>
                  <a:lnTo>
                    <a:pt x="830725" y="1518765"/>
                  </a:lnTo>
                  <a:lnTo>
                    <a:pt x="829880" y="1518765"/>
                  </a:lnTo>
                  <a:lnTo>
                    <a:pt x="829035" y="1518765"/>
                  </a:lnTo>
                  <a:lnTo>
                    <a:pt x="828190" y="1518765"/>
                  </a:lnTo>
                  <a:lnTo>
                    <a:pt x="827345" y="1518765"/>
                  </a:lnTo>
                  <a:lnTo>
                    <a:pt x="826500" y="1518765"/>
                  </a:lnTo>
                  <a:lnTo>
                    <a:pt x="825655" y="1518765"/>
                  </a:lnTo>
                  <a:lnTo>
                    <a:pt x="824809" y="1518765"/>
                  </a:lnTo>
                  <a:lnTo>
                    <a:pt x="823964" y="1518765"/>
                  </a:lnTo>
                  <a:lnTo>
                    <a:pt x="823119" y="1518765"/>
                  </a:lnTo>
                  <a:lnTo>
                    <a:pt x="822274" y="1518765"/>
                  </a:lnTo>
                  <a:lnTo>
                    <a:pt x="821429" y="1518765"/>
                  </a:lnTo>
                  <a:lnTo>
                    <a:pt x="820584" y="1518765"/>
                  </a:lnTo>
                  <a:lnTo>
                    <a:pt x="819739" y="1518765"/>
                  </a:lnTo>
                  <a:lnTo>
                    <a:pt x="818894" y="1518765"/>
                  </a:lnTo>
                  <a:lnTo>
                    <a:pt x="818049" y="1518765"/>
                  </a:lnTo>
                  <a:lnTo>
                    <a:pt x="817204" y="1518765"/>
                  </a:lnTo>
                  <a:lnTo>
                    <a:pt x="816358" y="1518765"/>
                  </a:lnTo>
                  <a:lnTo>
                    <a:pt x="815513" y="1518765"/>
                  </a:lnTo>
                  <a:lnTo>
                    <a:pt x="814668" y="1518765"/>
                  </a:lnTo>
                  <a:lnTo>
                    <a:pt x="813823" y="1518765"/>
                  </a:lnTo>
                  <a:lnTo>
                    <a:pt x="812978" y="1518765"/>
                  </a:lnTo>
                  <a:lnTo>
                    <a:pt x="812133" y="1518765"/>
                  </a:lnTo>
                  <a:lnTo>
                    <a:pt x="811288" y="1518765"/>
                  </a:lnTo>
                  <a:lnTo>
                    <a:pt x="810443" y="1518765"/>
                  </a:lnTo>
                  <a:lnTo>
                    <a:pt x="809598" y="1518765"/>
                  </a:lnTo>
                  <a:lnTo>
                    <a:pt x="808753" y="1518765"/>
                  </a:lnTo>
                  <a:lnTo>
                    <a:pt x="807908" y="1518765"/>
                  </a:lnTo>
                  <a:lnTo>
                    <a:pt x="807062" y="1518765"/>
                  </a:lnTo>
                  <a:lnTo>
                    <a:pt x="806217" y="1518765"/>
                  </a:lnTo>
                  <a:lnTo>
                    <a:pt x="805372" y="1518765"/>
                  </a:lnTo>
                  <a:lnTo>
                    <a:pt x="804527" y="1518765"/>
                  </a:lnTo>
                  <a:lnTo>
                    <a:pt x="803682" y="1518765"/>
                  </a:lnTo>
                  <a:lnTo>
                    <a:pt x="802837" y="1518765"/>
                  </a:lnTo>
                  <a:lnTo>
                    <a:pt x="801992" y="1518765"/>
                  </a:lnTo>
                  <a:lnTo>
                    <a:pt x="801147" y="1518765"/>
                  </a:lnTo>
                  <a:lnTo>
                    <a:pt x="800302" y="1518765"/>
                  </a:lnTo>
                  <a:lnTo>
                    <a:pt x="799457" y="1518765"/>
                  </a:lnTo>
                  <a:lnTo>
                    <a:pt x="798612" y="1518765"/>
                  </a:lnTo>
                  <a:lnTo>
                    <a:pt x="797766" y="1518765"/>
                  </a:lnTo>
                  <a:lnTo>
                    <a:pt x="796921" y="1518765"/>
                  </a:lnTo>
                  <a:lnTo>
                    <a:pt x="796076" y="1518765"/>
                  </a:lnTo>
                  <a:lnTo>
                    <a:pt x="795231" y="1518765"/>
                  </a:lnTo>
                  <a:lnTo>
                    <a:pt x="794386" y="1518765"/>
                  </a:lnTo>
                  <a:lnTo>
                    <a:pt x="793541" y="1518765"/>
                  </a:lnTo>
                  <a:lnTo>
                    <a:pt x="792696" y="1518765"/>
                  </a:lnTo>
                  <a:lnTo>
                    <a:pt x="791851" y="1518765"/>
                  </a:lnTo>
                  <a:lnTo>
                    <a:pt x="791006" y="1518765"/>
                  </a:lnTo>
                  <a:lnTo>
                    <a:pt x="790161" y="1518765"/>
                  </a:lnTo>
                  <a:lnTo>
                    <a:pt x="789316" y="1518765"/>
                  </a:lnTo>
                  <a:lnTo>
                    <a:pt x="788470" y="1518765"/>
                  </a:lnTo>
                  <a:lnTo>
                    <a:pt x="787625" y="1518765"/>
                  </a:lnTo>
                  <a:lnTo>
                    <a:pt x="786780" y="1518765"/>
                  </a:lnTo>
                  <a:lnTo>
                    <a:pt x="785935" y="1518765"/>
                  </a:lnTo>
                  <a:lnTo>
                    <a:pt x="785090" y="1518765"/>
                  </a:lnTo>
                  <a:lnTo>
                    <a:pt x="784245" y="1518765"/>
                  </a:lnTo>
                  <a:lnTo>
                    <a:pt x="783400" y="1518765"/>
                  </a:lnTo>
                  <a:lnTo>
                    <a:pt x="782555" y="1518765"/>
                  </a:lnTo>
                  <a:lnTo>
                    <a:pt x="781710" y="1518765"/>
                  </a:lnTo>
                  <a:lnTo>
                    <a:pt x="780865" y="1518765"/>
                  </a:lnTo>
                  <a:lnTo>
                    <a:pt x="780020" y="1518765"/>
                  </a:lnTo>
                  <a:lnTo>
                    <a:pt x="779174" y="1518765"/>
                  </a:lnTo>
                  <a:lnTo>
                    <a:pt x="778329" y="1518765"/>
                  </a:lnTo>
                  <a:lnTo>
                    <a:pt x="777484" y="1518765"/>
                  </a:lnTo>
                  <a:lnTo>
                    <a:pt x="776639" y="1518765"/>
                  </a:lnTo>
                  <a:lnTo>
                    <a:pt x="775794" y="1518765"/>
                  </a:lnTo>
                  <a:lnTo>
                    <a:pt x="774949" y="1518765"/>
                  </a:lnTo>
                  <a:lnTo>
                    <a:pt x="774104" y="1518765"/>
                  </a:lnTo>
                  <a:lnTo>
                    <a:pt x="773259" y="1518765"/>
                  </a:lnTo>
                  <a:lnTo>
                    <a:pt x="772414" y="1518765"/>
                  </a:lnTo>
                  <a:lnTo>
                    <a:pt x="771569" y="1518765"/>
                  </a:lnTo>
                  <a:lnTo>
                    <a:pt x="770724" y="1518765"/>
                  </a:lnTo>
                  <a:lnTo>
                    <a:pt x="769878" y="1518765"/>
                  </a:lnTo>
                  <a:lnTo>
                    <a:pt x="769033" y="1518765"/>
                  </a:lnTo>
                  <a:lnTo>
                    <a:pt x="768188" y="1518765"/>
                  </a:lnTo>
                  <a:lnTo>
                    <a:pt x="767343" y="1518765"/>
                  </a:lnTo>
                  <a:lnTo>
                    <a:pt x="766498" y="1518765"/>
                  </a:lnTo>
                  <a:lnTo>
                    <a:pt x="765653" y="1518765"/>
                  </a:lnTo>
                  <a:lnTo>
                    <a:pt x="764808" y="1518765"/>
                  </a:lnTo>
                  <a:lnTo>
                    <a:pt x="763963" y="1518765"/>
                  </a:lnTo>
                  <a:lnTo>
                    <a:pt x="763118" y="1518765"/>
                  </a:lnTo>
                  <a:lnTo>
                    <a:pt x="762273" y="1518765"/>
                  </a:lnTo>
                  <a:lnTo>
                    <a:pt x="761428" y="1518765"/>
                  </a:lnTo>
                  <a:lnTo>
                    <a:pt x="760582" y="1518765"/>
                  </a:lnTo>
                  <a:lnTo>
                    <a:pt x="759737" y="1518765"/>
                  </a:lnTo>
                  <a:lnTo>
                    <a:pt x="758892" y="1518765"/>
                  </a:lnTo>
                  <a:lnTo>
                    <a:pt x="758047" y="1518765"/>
                  </a:lnTo>
                  <a:lnTo>
                    <a:pt x="757202" y="1518765"/>
                  </a:lnTo>
                  <a:lnTo>
                    <a:pt x="756357" y="1518765"/>
                  </a:lnTo>
                  <a:lnTo>
                    <a:pt x="755512" y="1518765"/>
                  </a:lnTo>
                  <a:lnTo>
                    <a:pt x="754667" y="1518765"/>
                  </a:lnTo>
                  <a:lnTo>
                    <a:pt x="753822" y="1518765"/>
                  </a:lnTo>
                  <a:lnTo>
                    <a:pt x="752977" y="1518765"/>
                  </a:lnTo>
                  <a:lnTo>
                    <a:pt x="752131" y="1518765"/>
                  </a:lnTo>
                  <a:lnTo>
                    <a:pt x="751286" y="1518765"/>
                  </a:lnTo>
                  <a:lnTo>
                    <a:pt x="750441" y="1518765"/>
                  </a:lnTo>
                  <a:lnTo>
                    <a:pt x="749596" y="1518765"/>
                  </a:lnTo>
                  <a:lnTo>
                    <a:pt x="748751" y="1518765"/>
                  </a:lnTo>
                  <a:lnTo>
                    <a:pt x="747906" y="1518765"/>
                  </a:lnTo>
                  <a:lnTo>
                    <a:pt x="747061" y="1518765"/>
                  </a:lnTo>
                  <a:lnTo>
                    <a:pt x="746216" y="1518765"/>
                  </a:lnTo>
                  <a:lnTo>
                    <a:pt x="745371" y="1518765"/>
                  </a:lnTo>
                  <a:lnTo>
                    <a:pt x="744526" y="1518765"/>
                  </a:lnTo>
                  <a:lnTo>
                    <a:pt x="743681" y="1518765"/>
                  </a:lnTo>
                  <a:lnTo>
                    <a:pt x="742835" y="1518765"/>
                  </a:lnTo>
                  <a:lnTo>
                    <a:pt x="741990" y="1518765"/>
                  </a:lnTo>
                  <a:lnTo>
                    <a:pt x="741145" y="1518765"/>
                  </a:lnTo>
                  <a:lnTo>
                    <a:pt x="740300" y="1518765"/>
                  </a:lnTo>
                  <a:lnTo>
                    <a:pt x="739455" y="1518765"/>
                  </a:lnTo>
                  <a:lnTo>
                    <a:pt x="738610" y="1518765"/>
                  </a:lnTo>
                  <a:lnTo>
                    <a:pt x="737765" y="1518765"/>
                  </a:lnTo>
                  <a:lnTo>
                    <a:pt x="736920" y="1518765"/>
                  </a:lnTo>
                  <a:lnTo>
                    <a:pt x="736075" y="1518765"/>
                  </a:lnTo>
                  <a:lnTo>
                    <a:pt x="735230" y="1518765"/>
                  </a:lnTo>
                  <a:lnTo>
                    <a:pt x="734385" y="1518765"/>
                  </a:lnTo>
                  <a:lnTo>
                    <a:pt x="733539" y="1518765"/>
                  </a:lnTo>
                  <a:lnTo>
                    <a:pt x="732694" y="1518765"/>
                  </a:lnTo>
                  <a:lnTo>
                    <a:pt x="731849" y="1518765"/>
                  </a:lnTo>
                  <a:lnTo>
                    <a:pt x="731004" y="1518765"/>
                  </a:lnTo>
                  <a:lnTo>
                    <a:pt x="730159" y="1518765"/>
                  </a:lnTo>
                  <a:lnTo>
                    <a:pt x="729314" y="1518765"/>
                  </a:lnTo>
                  <a:lnTo>
                    <a:pt x="728469" y="1518765"/>
                  </a:lnTo>
                  <a:lnTo>
                    <a:pt x="727624" y="1518765"/>
                  </a:lnTo>
                  <a:lnTo>
                    <a:pt x="726779" y="1518765"/>
                  </a:lnTo>
                  <a:lnTo>
                    <a:pt x="725934" y="1518765"/>
                  </a:lnTo>
                  <a:lnTo>
                    <a:pt x="725089" y="1518765"/>
                  </a:lnTo>
                  <a:lnTo>
                    <a:pt x="724243" y="1518765"/>
                  </a:lnTo>
                  <a:lnTo>
                    <a:pt x="723398" y="1518765"/>
                  </a:lnTo>
                  <a:lnTo>
                    <a:pt x="722553" y="1518765"/>
                  </a:lnTo>
                  <a:lnTo>
                    <a:pt x="721708" y="1518765"/>
                  </a:lnTo>
                  <a:lnTo>
                    <a:pt x="720863" y="1518765"/>
                  </a:lnTo>
                  <a:lnTo>
                    <a:pt x="720018" y="1518765"/>
                  </a:lnTo>
                  <a:lnTo>
                    <a:pt x="719173" y="1518765"/>
                  </a:lnTo>
                  <a:lnTo>
                    <a:pt x="718328" y="1518765"/>
                  </a:lnTo>
                  <a:lnTo>
                    <a:pt x="717483" y="1518765"/>
                  </a:lnTo>
                  <a:lnTo>
                    <a:pt x="716638" y="1518765"/>
                  </a:lnTo>
                  <a:lnTo>
                    <a:pt x="715793" y="1518765"/>
                  </a:lnTo>
                  <a:lnTo>
                    <a:pt x="714947" y="1518765"/>
                  </a:lnTo>
                  <a:lnTo>
                    <a:pt x="714102" y="1518765"/>
                  </a:lnTo>
                  <a:lnTo>
                    <a:pt x="713257" y="1518765"/>
                  </a:lnTo>
                  <a:lnTo>
                    <a:pt x="712412" y="1518765"/>
                  </a:lnTo>
                  <a:lnTo>
                    <a:pt x="711567" y="1518765"/>
                  </a:lnTo>
                  <a:lnTo>
                    <a:pt x="710722" y="1518765"/>
                  </a:lnTo>
                  <a:lnTo>
                    <a:pt x="709877" y="1518765"/>
                  </a:lnTo>
                  <a:lnTo>
                    <a:pt x="709032" y="1518765"/>
                  </a:lnTo>
                  <a:lnTo>
                    <a:pt x="708187" y="1518765"/>
                  </a:lnTo>
                  <a:lnTo>
                    <a:pt x="707342" y="1518765"/>
                  </a:lnTo>
                  <a:lnTo>
                    <a:pt x="706497" y="1518765"/>
                  </a:lnTo>
                  <a:lnTo>
                    <a:pt x="705651" y="1518765"/>
                  </a:lnTo>
                  <a:lnTo>
                    <a:pt x="704806" y="1518765"/>
                  </a:lnTo>
                  <a:lnTo>
                    <a:pt x="703961" y="1518765"/>
                  </a:lnTo>
                  <a:lnTo>
                    <a:pt x="703116" y="1518765"/>
                  </a:lnTo>
                  <a:lnTo>
                    <a:pt x="702271" y="1518765"/>
                  </a:lnTo>
                  <a:lnTo>
                    <a:pt x="701426" y="1518765"/>
                  </a:lnTo>
                  <a:lnTo>
                    <a:pt x="700581" y="1518765"/>
                  </a:lnTo>
                  <a:lnTo>
                    <a:pt x="699736" y="1518765"/>
                  </a:lnTo>
                  <a:lnTo>
                    <a:pt x="698891" y="1518765"/>
                  </a:lnTo>
                  <a:lnTo>
                    <a:pt x="698046" y="1518765"/>
                  </a:lnTo>
                  <a:lnTo>
                    <a:pt x="697201" y="1518765"/>
                  </a:lnTo>
                  <a:lnTo>
                    <a:pt x="696355" y="1518765"/>
                  </a:lnTo>
                  <a:lnTo>
                    <a:pt x="695510" y="1518765"/>
                  </a:lnTo>
                  <a:lnTo>
                    <a:pt x="694665" y="1518765"/>
                  </a:lnTo>
                  <a:lnTo>
                    <a:pt x="693820" y="1518765"/>
                  </a:lnTo>
                  <a:lnTo>
                    <a:pt x="692975" y="1518765"/>
                  </a:lnTo>
                  <a:lnTo>
                    <a:pt x="692130" y="1518765"/>
                  </a:lnTo>
                  <a:lnTo>
                    <a:pt x="691285" y="1518765"/>
                  </a:lnTo>
                  <a:lnTo>
                    <a:pt x="690440" y="1518765"/>
                  </a:lnTo>
                  <a:lnTo>
                    <a:pt x="689595" y="1518765"/>
                  </a:lnTo>
                  <a:lnTo>
                    <a:pt x="688750" y="1518765"/>
                  </a:lnTo>
                  <a:lnTo>
                    <a:pt x="687904" y="1518765"/>
                  </a:lnTo>
                  <a:lnTo>
                    <a:pt x="687059" y="1518765"/>
                  </a:lnTo>
                  <a:lnTo>
                    <a:pt x="686214" y="1518765"/>
                  </a:lnTo>
                  <a:lnTo>
                    <a:pt x="685369" y="1518765"/>
                  </a:lnTo>
                  <a:lnTo>
                    <a:pt x="684524" y="1518765"/>
                  </a:lnTo>
                  <a:lnTo>
                    <a:pt x="683679" y="1518765"/>
                  </a:lnTo>
                  <a:lnTo>
                    <a:pt x="682834" y="1518765"/>
                  </a:lnTo>
                  <a:lnTo>
                    <a:pt x="681989" y="1518765"/>
                  </a:lnTo>
                  <a:lnTo>
                    <a:pt x="681144" y="1518765"/>
                  </a:lnTo>
                  <a:lnTo>
                    <a:pt x="680299" y="1518765"/>
                  </a:lnTo>
                  <a:lnTo>
                    <a:pt x="679454" y="1518765"/>
                  </a:lnTo>
                  <a:lnTo>
                    <a:pt x="678608" y="1518765"/>
                  </a:lnTo>
                  <a:lnTo>
                    <a:pt x="677763" y="1518765"/>
                  </a:lnTo>
                  <a:lnTo>
                    <a:pt x="676918" y="1518765"/>
                  </a:lnTo>
                  <a:lnTo>
                    <a:pt x="676073" y="1518765"/>
                  </a:lnTo>
                  <a:lnTo>
                    <a:pt x="675228" y="1518765"/>
                  </a:lnTo>
                  <a:lnTo>
                    <a:pt x="674383" y="1518765"/>
                  </a:lnTo>
                  <a:lnTo>
                    <a:pt x="673538" y="1518765"/>
                  </a:lnTo>
                  <a:lnTo>
                    <a:pt x="672693" y="1518765"/>
                  </a:lnTo>
                  <a:lnTo>
                    <a:pt x="671848" y="1518765"/>
                  </a:lnTo>
                  <a:lnTo>
                    <a:pt x="671003" y="1518765"/>
                  </a:lnTo>
                  <a:lnTo>
                    <a:pt x="670158" y="1518765"/>
                  </a:lnTo>
                  <a:lnTo>
                    <a:pt x="669312" y="1518765"/>
                  </a:lnTo>
                  <a:lnTo>
                    <a:pt x="668467" y="1518765"/>
                  </a:lnTo>
                  <a:lnTo>
                    <a:pt x="667622" y="1518765"/>
                  </a:lnTo>
                  <a:lnTo>
                    <a:pt x="666777" y="1518765"/>
                  </a:lnTo>
                  <a:lnTo>
                    <a:pt x="665932" y="1518765"/>
                  </a:lnTo>
                  <a:lnTo>
                    <a:pt x="665087" y="1518765"/>
                  </a:lnTo>
                  <a:lnTo>
                    <a:pt x="664242" y="1518765"/>
                  </a:lnTo>
                  <a:lnTo>
                    <a:pt x="663397" y="1518765"/>
                  </a:lnTo>
                  <a:lnTo>
                    <a:pt x="662552" y="1518765"/>
                  </a:lnTo>
                  <a:lnTo>
                    <a:pt x="661707" y="1518765"/>
                  </a:lnTo>
                  <a:lnTo>
                    <a:pt x="660862" y="1518765"/>
                  </a:lnTo>
                  <a:lnTo>
                    <a:pt x="660016" y="1518765"/>
                  </a:lnTo>
                  <a:lnTo>
                    <a:pt x="659171" y="1518765"/>
                  </a:lnTo>
                  <a:lnTo>
                    <a:pt x="658326" y="1518765"/>
                  </a:lnTo>
                  <a:lnTo>
                    <a:pt x="657481" y="1518765"/>
                  </a:lnTo>
                  <a:lnTo>
                    <a:pt x="656636" y="1518765"/>
                  </a:lnTo>
                  <a:lnTo>
                    <a:pt x="655791" y="1518765"/>
                  </a:lnTo>
                  <a:lnTo>
                    <a:pt x="654946" y="1518765"/>
                  </a:lnTo>
                  <a:lnTo>
                    <a:pt x="654101" y="1518765"/>
                  </a:lnTo>
                  <a:lnTo>
                    <a:pt x="653256" y="1518765"/>
                  </a:lnTo>
                  <a:lnTo>
                    <a:pt x="652411" y="1518765"/>
                  </a:lnTo>
                  <a:lnTo>
                    <a:pt x="651566" y="1518765"/>
                  </a:lnTo>
                  <a:lnTo>
                    <a:pt x="650720" y="1518765"/>
                  </a:lnTo>
                  <a:lnTo>
                    <a:pt x="649875" y="1518765"/>
                  </a:lnTo>
                  <a:lnTo>
                    <a:pt x="649030" y="1518765"/>
                  </a:lnTo>
                  <a:lnTo>
                    <a:pt x="648185" y="1518765"/>
                  </a:lnTo>
                  <a:lnTo>
                    <a:pt x="647340" y="1518765"/>
                  </a:lnTo>
                  <a:lnTo>
                    <a:pt x="646495" y="1518765"/>
                  </a:lnTo>
                  <a:lnTo>
                    <a:pt x="645650" y="1518765"/>
                  </a:lnTo>
                  <a:lnTo>
                    <a:pt x="644805" y="1518765"/>
                  </a:lnTo>
                  <a:lnTo>
                    <a:pt x="643960" y="1518765"/>
                  </a:lnTo>
                  <a:lnTo>
                    <a:pt x="643115" y="1518765"/>
                  </a:lnTo>
                  <a:lnTo>
                    <a:pt x="642270" y="1518765"/>
                  </a:lnTo>
                  <a:lnTo>
                    <a:pt x="641424" y="1518765"/>
                  </a:lnTo>
                  <a:lnTo>
                    <a:pt x="640579" y="1518765"/>
                  </a:lnTo>
                  <a:lnTo>
                    <a:pt x="639734" y="1518765"/>
                  </a:lnTo>
                  <a:lnTo>
                    <a:pt x="638889" y="1518765"/>
                  </a:lnTo>
                  <a:lnTo>
                    <a:pt x="638044" y="1518765"/>
                  </a:lnTo>
                  <a:lnTo>
                    <a:pt x="637199" y="1518765"/>
                  </a:lnTo>
                  <a:lnTo>
                    <a:pt x="636354" y="1518765"/>
                  </a:lnTo>
                  <a:lnTo>
                    <a:pt x="635509" y="1518765"/>
                  </a:lnTo>
                  <a:lnTo>
                    <a:pt x="634664" y="1518765"/>
                  </a:lnTo>
                  <a:lnTo>
                    <a:pt x="633819" y="1518765"/>
                  </a:lnTo>
                  <a:lnTo>
                    <a:pt x="632974" y="1518765"/>
                  </a:lnTo>
                  <a:lnTo>
                    <a:pt x="632128" y="1518765"/>
                  </a:lnTo>
                  <a:lnTo>
                    <a:pt x="631283" y="1518765"/>
                  </a:lnTo>
                  <a:lnTo>
                    <a:pt x="630438" y="1518765"/>
                  </a:lnTo>
                  <a:lnTo>
                    <a:pt x="629593" y="1518765"/>
                  </a:lnTo>
                  <a:lnTo>
                    <a:pt x="628748" y="1518765"/>
                  </a:lnTo>
                  <a:lnTo>
                    <a:pt x="627903" y="1518765"/>
                  </a:lnTo>
                  <a:lnTo>
                    <a:pt x="627058" y="1518765"/>
                  </a:lnTo>
                  <a:lnTo>
                    <a:pt x="626213" y="1518765"/>
                  </a:lnTo>
                  <a:lnTo>
                    <a:pt x="625368" y="1518765"/>
                  </a:lnTo>
                  <a:lnTo>
                    <a:pt x="624523" y="1518765"/>
                  </a:lnTo>
                  <a:lnTo>
                    <a:pt x="623677" y="1518765"/>
                  </a:lnTo>
                  <a:lnTo>
                    <a:pt x="622832" y="1518765"/>
                  </a:lnTo>
                  <a:lnTo>
                    <a:pt x="621987" y="1518765"/>
                  </a:lnTo>
                  <a:lnTo>
                    <a:pt x="621142" y="1518765"/>
                  </a:lnTo>
                  <a:lnTo>
                    <a:pt x="620297" y="1518765"/>
                  </a:lnTo>
                  <a:lnTo>
                    <a:pt x="619452" y="1518765"/>
                  </a:lnTo>
                  <a:lnTo>
                    <a:pt x="618607" y="1518765"/>
                  </a:lnTo>
                  <a:lnTo>
                    <a:pt x="617762" y="1518765"/>
                  </a:lnTo>
                  <a:lnTo>
                    <a:pt x="616917" y="1518765"/>
                  </a:lnTo>
                  <a:lnTo>
                    <a:pt x="616072" y="1518765"/>
                  </a:lnTo>
                  <a:lnTo>
                    <a:pt x="615227" y="1518765"/>
                  </a:lnTo>
                  <a:lnTo>
                    <a:pt x="614381" y="1518765"/>
                  </a:lnTo>
                  <a:lnTo>
                    <a:pt x="613536" y="1518765"/>
                  </a:lnTo>
                  <a:lnTo>
                    <a:pt x="612691" y="1518765"/>
                  </a:lnTo>
                  <a:lnTo>
                    <a:pt x="611846" y="1518765"/>
                  </a:lnTo>
                  <a:lnTo>
                    <a:pt x="611001" y="1518765"/>
                  </a:lnTo>
                  <a:lnTo>
                    <a:pt x="610156" y="1518765"/>
                  </a:lnTo>
                  <a:lnTo>
                    <a:pt x="609311" y="1518765"/>
                  </a:lnTo>
                  <a:lnTo>
                    <a:pt x="608466" y="1518765"/>
                  </a:lnTo>
                  <a:lnTo>
                    <a:pt x="607621" y="1518765"/>
                  </a:lnTo>
                  <a:lnTo>
                    <a:pt x="606776" y="1518765"/>
                  </a:lnTo>
                  <a:lnTo>
                    <a:pt x="605931" y="1518765"/>
                  </a:lnTo>
                  <a:lnTo>
                    <a:pt x="605085" y="1518765"/>
                  </a:lnTo>
                  <a:lnTo>
                    <a:pt x="604240" y="1518765"/>
                  </a:lnTo>
                  <a:lnTo>
                    <a:pt x="603395" y="1518765"/>
                  </a:lnTo>
                  <a:lnTo>
                    <a:pt x="602550" y="1518765"/>
                  </a:lnTo>
                  <a:lnTo>
                    <a:pt x="601705" y="1518765"/>
                  </a:lnTo>
                  <a:lnTo>
                    <a:pt x="600860" y="1518765"/>
                  </a:lnTo>
                  <a:lnTo>
                    <a:pt x="600015" y="1518765"/>
                  </a:lnTo>
                  <a:lnTo>
                    <a:pt x="599170" y="1518765"/>
                  </a:lnTo>
                  <a:lnTo>
                    <a:pt x="598325" y="1518765"/>
                  </a:lnTo>
                  <a:lnTo>
                    <a:pt x="597480" y="1518765"/>
                  </a:lnTo>
                  <a:lnTo>
                    <a:pt x="596635" y="1518765"/>
                  </a:lnTo>
                  <a:lnTo>
                    <a:pt x="595789" y="1518765"/>
                  </a:lnTo>
                  <a:lnTo>
                    <a:pt x="594944" y="1518765"/>
                  </a:lnTo>
                  <a:lnTo>
                    <a:pt x="594099" y="1518765"/>
                  </a:lnTo>
                  <a:lnTo>
                    <a:pt x="593254" y="1518765"/>
                  </a:lnTo>
                  <a:lnTo>
                    <a:pt x="592409" y="1518765"/>
                  </a:lnTo>
                  <a:lnTo>
                    <a:pt x="591564" y="1518765"/>
                  </a:lnTo>
                  <a:lnTo>
                    <a:pt x="590719" y="1518765"/>
                  </a:lnTo>
                  <a:lnTo>
                    <a:pt x="589874" y="1518765"/>
                  </a:lnTo>
                  <a:lnTo>
                    <a:pt x="589029" y="1518765"/>
                  </a:lnTo>
                  <a:lnTo>
                    <a:pt x="588184" y="1518765"/>
                  </a:lnTo>
                  <a:lnTo>
                    <a:pt x="587339" y="1518765"/>
                  </a:lnTo>
                  <a:lnTo>
                    <a:pt x="586493" y="1518765"/>
                  </a:lnTo>
                  <a:lnTo>
                    <a:pt x="585648" y="1518765"/>
                  </a:lnTo>
                  <a:lnTo>
                    <a:pt x="584803" y="1518765"/>
                  </a:lnTo>
                  <a:lnTo>
                    <a:pt x="583958" y="1518765"/>
                  </a:lnTo>
                  <a:lnTo>
                    <a:pt x="583113" y="1518765"/>
                  </a:lnTo>
                  <a:lnTo>
                    <a:pt x="582268" y="1518765"/>
                  </a:lnTo>
                  <a:lnTo>
                    <a:pt x="581423" y="1518765"/>
                  </a:lnTo>
                  <a:lnTo>
                    <a:pt x="580578" y="1518765"/>
                  </a:lnTo>
                  <a:lnTo>
                    <a:pt x="579733" y="1518765"/>
                  </a:lnTo>
                  <a:lnTo>
                    <a:pt x="578888" y="1518765"/>
                  </a:lnTo>
                  <a:lnTo>
                    <a:pt x="578043" y="1518765"/>
                  </a:lnTo>
                  <a:lnTo>
                    <a:pt x="577197" y="1518765"/>
                  </a:lnTo>
                  <a:lnTo>
                    <a:pt x="576352" y="1518765"/>
                  </a:lnTo>
                  <a:lnTo>
                    <a:pt x="575507" y="1518765"/>
                  </a:lnTo>
                  <a:lnTo>
                    <a:pt x="574662" y="1518765"/>
                  </a:lnTo>
                  <a:lnTo>
                    <a:pt x="573817" y="1518765"/>
                  </a:lnTo>
                  <a:lnTo>
                    <a:pt x="572972" y="1518765"/>
                  </a:lnTo>
                  <a:lnTo>
                    <a:pt x="572127" y="1518765"/>
                  </a:lnTo>
                  <a:lnTo>
                    <a:pt x="571282" y="1518765"/>
                  </a:lnTo>
                  <a:lnTo>
                    <a:pt x="570437" y="1518765"/>
                  </a:lnTo>
                  <a:lnTo>
                    <a:pt x="569592" y="1518765"/>
                  </a:lnTo>
                  <a:lnTo>
                    <a:pt x="568747" y="1518765"/>
                  </a:lnTo>
                  <a:lnTo>
                    <a:pt x="567901" y="1518765"/>
                  </a:lnTo>
                  <a:lnTo>
                    <a:pt x="567056" y="1518765"/>
                  </a:lnTo>
                  <a:lnTo>
                    <a:pt x="566211" y="1518765"/>
                  </a:lnTo>
                  <a:lnTo>
                    <a:pt x="565366" y="1518765"/>
                  </a:lnTo>
                  <a:lnTo>
                    <a:pt x="564521" y="1518765"/>
                  </a:lnTo>
                  <a:lnTo>
                    <a:pt x="563676" y="1518765"/>
                  </a:lnTo>
                  <a:lnTo>
                    <a:pt x="562831" y="1518765"/>
                  </a:lnTo>
                  <a:lnTo>
                    <a:pt x="561986" y="1518765"/>
                  </a:lnTo>
                  <a:lnTo>
                    <a:pt x="561141" y="1518765"/>
                  </a:lnTo>
                  <a:lnTo>
                    <a:pt x="560296" y="1518765"/>
                  </a:lnTo>
                  <a:lnTo>
                    <a:pt x="559450" y="1518765"/>
                  </a:lnTo>
                  <a:lnTo>
                    <a:pt x="558605" y="1518765"/>
                  </a:lnTo>
                  <a:lnTo>
                    <a:pt x="557760" y="1518765"/>
                  </a:lnTo>
                  <a:lnTo>
                    <a:pt x="556915" y="1518765"/>
                  </a:lnTo>
                  <a:lnTo>
                    <a:pt x="556070" y="1518765"/>
                  </a:lnTo>
                  <a:lnTo>
                    <a:pt x="555225" y="1518765"/>
                  </a:lnTo>
                  <a:lnTo>
                    <a:pt x="554380" y="1518765"/>
                  </a:lnTo>
                  <a:lnTo>
                    <a:pt x="553535" y="1518765"/>
                  </a:lnTo>
                  <a:lnTo>
                    <a:pt x="552690" y="1518765"/>
                  </a:lnTo>
                  <a:lnTo>
                    <a:pt x="551845" y="1518765"/>
                  </a:lnTo>
                  <a:lnTo>
                    <a:pt x="551000" y="1518765"/>
                  </a:lnTo>
                  <a:lnTo>
                    <a:pt x="550154" y="1518765"/>
                  </a:lnTo>
                  <a:lnTo>
                    <a:pt x="549309" y="1518765"/>
                  </a:lnTo>
                  <a:lnTo>
                    <a:pt x="548464" y="1518765"/>
                  </a:lnTo>
                  <a:lnTo>
                    <a:pt x="547619" y="1518765"/>
                  </a:lnTo>
                  <a:lnTo>
                    <a:pt x="546774" y="1518765"/>
                  </a:lnTo>
                  <a:lnTo>
                    <a:pt x="545929" y="1518765"/>
                  </a:lnTo>
                  <a:lnTo>
                    <a:pt x="545084" y="1518765"/>
                  </a:lnTo>
                  <a:lnTo>
                    <a:pt x="544239" y="1518765"/>
                  </a:lnTo>
                  <a:lnTo>
                    <a:pt x="543394" y="1518765"/>
                  </a:lnTo>
                  <a:lnTo>
                    <a:pt x="542549" y="1518765"/>
                  </a:lnTo>
                  <a:lnTo>
                    <a:pt x="541704" y="1518765"/>
                  </a:lnTo>
                  <a:lnTo>
                    <a:pt x="540858" y="1518765"/>
                  </a:lnTo>
                  <a:lnTo>
                    <a:pt x="540013" y="1518765"/>
                  </a:lnTo>
                  <a:lnTo>
                    <a:pt x="539168" y="1518765"/>
                  </a:lnTo>
                  <a:lnTo>
                    <a:pt x="538323" y="1518765"/>
                  </a:lnTo>
                  <a:lnTo>
                    <a:pt x="537478" y="1518765"/>
                  </a:lnTo>
                  <a:lnTo>
                    <a:pt x="536633" y="1518765"/>
                  </a:lnTo>
                  <a:lnTo>
                    <a:pt x="535788" y="1518765"/>
                  </a:lnTo>
                  <a:lnTo>
                    <a:pt x="534943" y="1518765"/>
                  </a:lnTo>
                  <a:lnTo>
                    <a:pt x="534098" y="1518765"/>
                  </a:lnTo>
                  <a:lnTo>
                    <a:pt x="533253" y="1518765"/>
                  </a:lnTo>
                  <a:lnTo>
                    <a:pt x="532408" y="1518765"/>
                  </a:lnTo>
                  <a:lnTo>
                    <a:pt x="531562" y="1518765"/>
                  </a:lnTo>
                  <a:lnTo>
                    <a:pt x="530717" y="1518765"/>
                  </a:lnTo>
                  <a:lnTo>
                    <a:pt x="529872" y="1518765"/>
                  </a:lnTo>
                  <a:lnTo>
                    <a:pt x="529027" y="1518765"/>
                  </a:lnTo>
                  <a:lnTo>
                    <a:pt x="528182" y="1518765"/>
                  </a:lnTo>
                  <a:lnTo>
                    <a:pt x="527337" y="1518765"/>
                  </a:lnTo>
                  <a:lnTo>
                    <a:pt x="526492" y="1518765"/>
                  </a:lnTo>
                  <a:lnTo>
                    <a:pt x="525647" y="1518765"/>
                  </a:lnTo>
                  <a:lnTo>
                    <a:pt x="524802" y="1518765"/>
                  </a:lnTo>
                  <a:lnTo>
                    <a:pt x="523957" y="1518765"/>
                  </a:lnTo>
                  <a:lnTo>
                    <a:pt x="523112" y="1518765"/>
                  </a:lnTo>
                  <a:lnTo>
                    <a:pt x="522266" y="1518765"/>
                  </a:lnTo>
                  <a:lnTo>
                    <a:pt x="521421" y="1518765"/>
                  </a:lnTo>
                  <a:lnTo>
                    <a:pt x="520576" y="1518765"/>
                  </a:lnTo>
                  <a:lnTo>
                    <a:pt x="519731" y="1518765"/>
                  </a:lnTo>
                  <a:lnTo>
                    <a:pt x="518886" y="1518765"/>
                  </a:lnTo>
                  <a:lnTo>
                    <a:pt x="518041" y="1518765"/>
                  </a:lnTo>
                  <a:lnTo>
                    <a:pt x="517196" y="1518765"/>
                  </a:lnTo>
                  <a:lnTo>
                    <a:pt x="516351" y="1518765"/>
                  </a:lnTo>
                  <a:lnTo>
                    <a:pt x="515506" y="1518765"/>
                  </a:lnTo>
                  <a:lnTo>
                    <a:pt x="514661" y="1518765"/>
                  </a:lnTo>
                  <a:lnTo>
                    <a:pt x="513816" y="1518765"/>
                  </a:lnTo>
                  <a:lnTo>
                    <a:pt x="512970" y="1518765"/>
                  </a:lnTo>
                  <a:lnTo>
                    <a:pt x="512125" y="1518765"/>
                  </a:lnTo>
                  <a:lnTo>
                    <a:pt x="511280" y="1518765"/>
                  </a:lnTo>
                  <a:lnTo>
                    <a:pt x="510435" y="1518765"/>
                  </a:lnTo>
                  <a:lnTo>
                    <a:pt x="509590" y="1518765"/>
                  </a:lnTo>
                  <a:lnTo>
                    <a:pt x="508745" y="1518765"/>
                  </a:lnTo>
                  <a:lnTo>
                    <a:pt x="507900" y="1518765"/>
                  </a:lnTo>
                  <a:lnTo>
                    <a:pt x="507055" y="1518765"/>
                  </a:lnTo>
                  <a:lnTo>
                    <a:pt x="506210" y="1518765"/>
                  </a:lnTo>
                  <a:lnTo>
                    <a:pt x="505365" y="1518765"/>
                  </a:lnTo>
                  <a:lnTo>
                    <a:pt x="504520" y="1518765"/>
                  </a:lnTo>
                  <a:lnTo>
                    <a:pt x="503674" y="1518765"/>
                  </a:lnTo>
                  <a:lnTo>
                    <a:pt x="502829" y="1518765"/>
                  </a:lnTo>
                  <a:lnTo>
                    <a:pt x="501984" y="1518765"/>
                  </a:lnTo>
                  <a:lnTo>
                    <a:pt x="501139" y="1518765"/>
                  </a:lnTo>
                  <a:lnTo>
                    <a:pt x="500294" y="1518765"/>
                  </a:lnTo>
                  <a:lnTo>
                    <a:pt x="499449" y="1518765"/>
                  </a:lnTo>
                  <a:lnTo>
                    <a:pt x="498604" y="1518765"/>
                  </a:lnTo>
                  <a:lnTo>
                    <a:pt x="497759" y="1518765"/>
                  </a:lnTo>
                  <a:lnTo>
                    <a:pt x="496914" y="1518765"/>
                  </a:lnTo>
                  <a:lnTo>
                    <a:pt x="496069" y="1518765"/>
                  </a:lnTo>
                  <a:lnTo>
                    <a:pt x="495223" y="1518765"/>
                  </a:lnTo>
                  <a:lnTo>
                    <a:pt x="494378" y="1518765"/>
                  </a:lnTo>
                  <a:lnTo>
                    <a:pt x="493533" y="1518765"/>
                  </a:lnTo>
                  <a:lnTo>
                    <a:pt x="492688" y="1518765"/>
                  </a:lnTo>
                  <a:lnTo>
                    <a:pt x="491843" y="1518765"/>
                  </a:lnTo>
                  <a:lnTo>
                    <a:pt x="490998" y="1518765"/>
                  </a:lnTo>
                  <a:lnTo>
                    <a:pt x="490153" y="1518765"/>
                  </a:lnTo>
                  <a:lnTo>
                    <a:pt x="489308" y="1518765"/>
                  </a:lnTo>
                  <a:lnTo>
                    <a:pt x="488463" y="1518765"/>
                  </a:lnTo>
                  <a:lnTo>
                    <a:pt x="487618" y="1518765"/>
                  </a:lnTo>
                  <a:lnTo>
                    <a:pt x="486773" y="1518765"/>
                  </a:lnTo>
                  <a:lnTo>
                    <a:pt x="485927" y="1518765"/>
                  </a:lnTo>
                  <a:lnTo>
                    <a:pt x="485082" y="1518765"/>
                  </a:lnTo>
                  <a:lnTo>
                    <a:pt x="484237" y="1518765"/>
                  </a:lnTo>
                  <a:lnTo>
                    <a:pt x="483392" y="1518765"/>
                  </a:lnTo>
                  <a:lnTo>
                    <a:pt x="482547" y="1518765"/>
                  </a:lnTo>
                  <a:lnTo>
                    <a:pt x="481702" y="1518765"/>
                  </a:lnTo>
                  <a:lnTo>
                    <a:pt x="480857" y="1518765"/>
                  </a:lnTo>
                  <a:lnTo>
                    <a:pt x="480012" y="1518765"/>
                  </a:lnTo>
                  <a:lnTo>
                    <a:pt x="479167" y="1518765"/>
                  </a:lnTo>
                  <a:lnTo>
                    <a:pt x="478322" y="1518765"/>
                  </a:lnTo>
                  <a:lnTo>
                    <a:pt x="477477" y="1518765"/>
                  </a:lnTo>
                  <a:lnTo>
                    <a:pt x="476631" y="1518765"/>
                  </a:lnTo>
                  <a:lnTo>
                    <a:pt x="475786" y="1518765"/>
                  </a:lnTo>
                  <a:lnTo>
                    <a:pt x="474941" y="1518765"/>
                  </a:lnTo>
                  <a:lnTo>
                    <a:pt x="474096" y="1518765"/>
                  </a:lnTo>
                  <a:lnTo>
                    <a:pt x="473251" y="1518765"/>
                  </a:lnTo>
                  <a:lnTo>
                    <a:pt x="472406" y="1518765"/>
                  </a:lnTo>
                  <a:lnTo>
                    <a:pt x="471561" y="1518765"/>
                  </a:lnTo>
                  <a:lnTo>
                    <a:pt x="470716" y="1518765"/>
                  </a:lnTo>
                  <a:lnTo>
                    <a:pt x="469871" y="1518765"/>
                  </a:lnTo>
                  <a:lnTo>
                    <a:pt x="469026" y="1518765"/>
                  </a:lnTo>
                  <a:lnTo>
                    <a:pt x="468181" y="1518765"/>
                  </a:lnTo>
                  <a:lnTo>
                    <a:pt x="467335" y="1518765"/>
                  </a:lnTo>
                  <a:lnTo>
                    <a:pt x="466490" y="1518765"/>
                  </a:lnTo>
                  <a:lnTo>
                    <a:pt x="465645" y="1518765"/>
                  </a:lnTo>
                  <a:lnTo>
                    <a:pt x="464800" y="1518765"/>
                  </a:lnTo>
                  <a:lnTo>
                    <a:pt x="463955" y="1518765"/>
                  </a:lnTo>
                  <a:lnTo>
                    <a:pt x="463110" y="1518765"/>
                  </a:lnTo>
                  <a:lnTo>
                    <a:pt x="462265" y="1518765"/>
                  </a:lnTo>
                  <a:lnTo>
                    <a:pt x="461420" y="1518765"/>
                  </a:lnTo>
                  <a:lnTo>
                    <a:pt x="460575" y="1518765"/>
                  </a:lnTo>
                  <a:lnTo>
                    <a:pt x="459730" y="1518765"/>
                  </a:lnTo>
                  <a:lnTo>
                    <a:pt x="458885" y="1518765"/>
                  </a:lnTo>
                  <a:lnTo>
                    <a:pt x="458039" y="1518765"/>
                  </a:lnTo>
                  <a:lnTo>
                    <a:pt x="457194" y="1518765"/>
                  </a:lnTo>
                  <a:lnTo>
                    <a:pt x="456349" y="1518765"/>
                  </a:lnTo>
                  <a:lnTo>
                    <a:pt x="455504" y="1518765"/>
                  </a:lnTo>
                  <a:lnTo>
                    <a:pt x="454659" y="1518765"/>
                  </a:lnTo>
                  <a:lnTo>
                    <a:pt x="453814" y="1518765"/>
                  </a:lnTo>
                  <a:lnTo>
                    <a:pt x="452969" y="1518765"/>
                  </a:lnTo>
                  <a:lnTo>
                    <a:pt x="452124" y="1518765"/>
                  </a:lnTo>
                  <a:lnTo>
                    <a:pt x="451279" y="1518765"/>
                  </a:lnTo>
                  <a:lnTo>
                    <a:pt x="450434" y="1518765"/>
                  </a:lnTo>
                  <a:lnTo>
                    <a:pt x="449589" y="1518765"/>
                  </a:lnTo>
                  <a:lnTo>
                    <a:pt x="448743" y="1518765"/>
                  </a:lnTo>
                  <a:lnTo>
                    <a:pt x="447898" y="1518765"/>
                  </a:lnTo>
                  <a:lnTo>
                    <a:pt x="447053" y="1518765"/>
                  </a:lnTo>
                  <a:lnTo>
                    <a:pt x="446208" y="1518765"/>
                  </a:lnTo>
                  <a:lnTo>
                    <a:pt x="445363" y="1518765"/>
                  </a:lnTo>
                  <a:lnTo>
                    <a:pt x="444518" y="1518765"/>
                  </a:lnTo>
                  <a:lnTo>
                    <a:pt x="443673" y="1518765"/>
                  </a:lnTo>
                  <a:lnTo>
                    <a:pt x="442828" y="1518765"/>
                  </a:lnTo>
                  <a:lnTo>
                    <a:pt x="441983" y="1518765"/>
                  </a:lnTo>
                  <a:lnTo>
                    <a:pt x="441138" y="1518765"/>
                  </a:lnTo>
                  <a:lnTo>
                    <a:pt x="440292" y="1518765"/>
                  </a:lnTo>
                  <a:lnTo>
                    <a:pt x="439447" y="1518765"/>
                  </a:lnTo>
                  <a:lnTo>
                    <a:pt x="438602" y="1518765"/>
                  </a:lnTo>
                  <a:lnTo>
                    <a:pt x="437757" y="1518765"/>
                  </a:lnTo>
                  <a:lnTo>
                    <a:pt x="436912" y="1518765"/>
                  </a:lnTo>
                  <a:lnTo>
                    <a:pt x="436067" y="1518765"/>
                  </a:lnTo>
                  <a:lnTo>
                    <a:pt x="435222" y="1518765"/>
                  </a:lnTo>
                  <a:lnTo>
                    <a:pt x="434377" y="1518765"/>
                  </a:lnTo>
                  <a:lnTo>
                    <a:pt x="433532" y="1518765"/>
                  </a:lnTo>
                  <a:lnTo>
                    <a:pt x="432687" y="1518765"/>
                  </a:lnTo>
                  <a:lnTo>
                    <a:pt x="431842" y="1518765"/>
                  </a:lnTo>
                  <a:lnTo>
                    <a:pt x="430996" y="1518765"/>
                  </a:lnTo>
                  <a:lnTo>
                    <a:pt x="430151" y="1518765"/>
                  </a:lnTo>
                  <a:lnTo>
                    <a:pt x="429306" y="1518765"/>
                  </a:lnTo>
                  <a:lnTo>
                    <a:pt x="428461" y="1518765"/>
                  </a:lnTo>
                  <a:lnTo>
                    <a:pt x="427616" y="1518765"/>
                  </a:lnTo>
                  <a:lnTo>
                    <a:pt x="426771" y="1518765"/>
                  </a:lnTo>
                  <a:lnTo>
                    <a:pt x="425926" y="1518765"/>
                  </a:lnTo>
                  <a:lnTo>
                    <a:pt x="425081" y="1518765"/>
                  </a:lnTo>
                  <a:lnTo>
                    <a:pt x="424236" y="1518765"/>
                  </a:lnTo>
                  <a:lnTo>
                    <a:pt x="423391" y="1518765"/>
                  </a:lnTo>
                  <a:lnTo>
                    <a:pt x="422546" y="1518765"/>
                  </a:lnTo>
                  <a:lnTo>
                    <a:pt x="421700" y="1518765"/>
                  </a:lnTo>
                  <a:lnTo>
                    <a:pt x="420855" y="1518765"/>
                  </a:lnTo>
                  <a:lnTo>
                    <a:pt x="420010" y="1518765"/>
                  </a:lnTo>
                  <a:lnTo>
                    <a:pt x="419165" y="1518765"/>
                  </a:lnTo>
                  <a:lnTo>
                    <a:pt x="418320" y="1518765"/>
                  </a:lnTo>
                  <a:lnTo>
                    <a:pt x="417475" y="1518765"/>
                  </a:lnTo>
                  <a:lnTo>
                    <a:pt x="416630" y="1518765"/>
                  </a:lnTo>
                  <a:lnTo>
                    <a:pt x="415785" y="1518765"/>
                  </a:lnTo>
                  <a:lnTo>
                    <a:pt x="414940" y="1518765"/>
                  </a:lnTo>
                  <a:lnTo>
                    <a:pt x="414095" y="1518765"/>
                  </a:lnTo>
                  <a:lnTo>
                    <a:pt x="413250" y="1518765"/>
                  </a:lnTo>
                  <a:lnTo>
                    <a:pt x="412404" y="1518765"/>
                  </a:lnTo>
                  <a:lnTo>
                    <a:pt x="411559" y="1518765"/>
                  </a:lnTo>
                  <a:lnTo>
                    <a:pt x="410714" y="1518765"/>
                  </a:lnTo>
                  <a:lnTo>
                    <a:pt x="409869" y="1518765"/>
                  </a:lnTo>
                  <a:lnTo>
                    <a:pt x="409024" y="1518765"/>
                  </a:lnTo>
                  <a:lnTo>
                    <a:pt x="408179" y="1518765"/>
                  </a:lnTo>
                  <a:lnTo>
                    <a:pt x="407334" y="1518765"/>
                  </a:lnTo>
                  <a:lnTo>
                    <a:pt x="406489" y="1518765"/>
                  </a:lnTo>
                  <a:lnTo>
                    <a:pt x="405644" y="1518765"/>
                  </a:lnTo>
                  <a:lnTo>
                    <a:pt x="404799" y="1518765"/>
                  </a:lnTo>
                  <a:lnTo>
                    <a:pt x="403954" y="1518765"/>
                  </a:lnTo>
                  <a:lnTo>
                    <a:pt x="403108" y="1518765"/>
                  </a:lnTo>
                  <a:lnTo>
                    <a:pt x="402263" y="1518765"/>
                  </a:lnTo>
                  <a:lnTo>
                    <a:pt x="401418" y="1518765"/>
                  </a:lnTo>
                  <a:lnTo>
                    <a:pt x="400573" y="1518765"/>
                  </a:lnTo>
                  <a:lnTo>
                    <a:pt x="399728" y="1518765"/>
                  </a:lnTo>
                  <a:lnTo>
                    <a:pt x="398883" y="1518765"/>
                  </a:lnTo>
                  <a:lnTo>
                    <a:pt x="398038" y="1518765"/>
                  </a:lnTo>
                  <a:lnTo>
                    <a:pt x="397193" y="1518765"/>
                  </a:lnTo>
                  <a:lnTo>
                    <a:pt x="396348" y="1518765"/>
                  </a:lnTo>
                  <a:lnTo>
                    <a:pt x="395503" y="1518765"/>
                  </a:lnTo>
                  <a:lnTo>
                    <a:pt x="394658" y="1518765"/>
                  </a:lnTo>
                  <a:lnTo>
                    <a:pt x="393812" y="1518765"/>
                  </a:lnTo>
                  <a:lnTo>
                    <a:pt x="392967" y="1518765"/>
                  </a:lnTo>
                  <a:lnTo>
                    <a:pt x="392122" y="1518765"/>
                  </a:lnTo>
                  <a:lnTo>
                    <a:pt x="391277" y="1518765"/>
                  </a:lnTo>
                  <a:lnTo>
                    <a:pt x="390432" y="1518765"/>
                  </a:lnTo>
                  <a:lnTo>
                    <a:pt x="389587" y="1518765"/>
                  </a:lnTo>
                  <a:lnTo>
                    <a:pt x="388742" y="1518765"/>
                  </a:lnTo>
                  <a:lnTo>
                    <a:pt x="387897" y="1518765"/>
                  </a:lnTo>
                  <a:lnTo>
                    <a:pt x="387052" y="1518765"/>
                  </a:lnTo>
                  <a:lnTo>
                    <a:pt x="386207" y="1518765"/>
                  </a:lnTo>
                  <a:lnTo>
                    <a:pt x="385362" y="1518765"/>
                  </a:lnTo>
                  <a:lnTo>
                    <a:pt x="384516" y="1518765"/>
                  </a:lnTo>
                  <a:lnTo>
                    <a:pt x="383671" y="1518765"/>
                  </a:lnTo>
                  <a:lnTo>
                    <a:pt x="382826" y="1518765"/>
                  </a:lnTo>
                  <a:lnTo>
                    <a:pt x="381981" y="1518765"/>
                  </a:lnTo>
                  <a:lnTo>
                    <a:pt x="381136" y="1518765"/>
                  </a:lnTo>
                  <a:lnTo>
                    <a:pt x="380291" y="1518765"/>
                  </a:lnTo>
                  <a:lnTo>
                    <a:pt x="379446" y="1518765"/>
                  </a:lnTo>
                  <a:lnTo>
                    <a:pt x="378601" y="1518765"/>
                  </a:lnTo>
                  <a:lnTo>
                    <a:pt x="377756" y="1518765"/>
                  </a:lnTo>
                  <a:lnTo>
                    <a:pt x="376911" y="1518765"/>
                  </a:lnTo>
                  <a:lnTo>
                    <a:pt x="376065" y="1518765"/>
                  </a:lnTo>
                  <a:lnTo>
                    <a:pt x="375220" y="1518765"/>
                  </a:lnTo>
                  <a:lnTo>
                    <a:pt x="374375" y="1518765"/>
                  </a:lnTo>
                  <a:lnTo>
                    <a:pt x="373530" y="1518765"/>
                  </a:lnTo>
                  <a:lnTo>
                    <a:pt x="372685" y="1518765"/>
                  </a:lnTo>
                  <a:lnTo>
                    <a:pt x="371840" y="1518765"/>
                  </a:lnTo>
                  <a:lnTo>
                    <a:pt x="370995" y="1518765"/>
                  </a:lnTo>
                  <a:lnTo>
                    <a:pt x="370150" y="1518765"/>
                  </a:lnTo>
                  <a:lnTo>
                    <a:pt x="369305" y="1518765"/>
                  </a:lnTo>
                  <a:lnTo>
                    <a:pt x="368460" y="1518765"/>
                  </a:lnTo>
                  <a:lnTo>
                    <a:pt x="367615" y="1518765"/>
                  </a:lnTo>
                  <a:lnTo>
                    <a:pt x="366769" y="1518765"/>
                  </a:lnTo>
                  <a:lnTo>
                    <a:pt x="365924" y="1518765"/>
                  </a:lnTo>
                  <a:lnTo>
                    <a:pt x="365079" y="1518765"/>
                  </a:lnTo>
                  <a:lnTo>
                    <a:pt x="364234" y="1518765"/>
                  </a:lnTo>
                  <a:lnTo>
                    <a:pt x="363389" y="1518765"/>
                  </a:lnTo>
                  <a:lnTo>
                    <a:pt x="362544" y="1518765"/>
                  </a:lnTo>
                  <a:lnTo>
                    <a:pt x="361699" y="1518765"/>
                  </a:lnTo>
                  <a:lnTo>
                    <a:pt x="360854" y="1518765"/>
                  </a:lnTo>
                  <a:lnTo>
                    <a:pt x="360009" y="1518765"/>
                  </a:lnTo>
                  <a:lnTo>
                    <a:pt x="359164" y="1518765"/>
                  </a:lnTo>
                  <a:lnTo>
                    <a:pt x="358319" y="1518765"/>
                  </a:lnTo>
                  <a:lnTo>
                    <a:pt x="357473" y="1518765"/>
                  </a:lnTo>
                  <a:lnTo>
                    <a:pt x="356628" y="1518765"/>
                  </a:lnTo>
                  <a:lnTo>
                    <a:pt x="355783" y="1518765"/>
                  </a:lnTo>
                  <a:lnTo>
                    <a:pt x="354938" y="1518765"/>
                  </a:lnTo>
                  <a:lnTo>
                    <a:pt x="354093" y="1518765"/>
                  </a:lnTo>
                  <a:lnTo>
                    <a:pt x="353248" y="1518765"/>
                  </a:lnTo>
                  <a:lnTo>
                    <a:pt x="352403" y="1518765"/>
                  </a:lnTo>
                  <a:lnTo>
                    <a:pt x="351558" y="1518765"/>
                  </a:lnTo>
                  <a:lnTo>
                    <a:pt x="350713" y="1518765"/>
                  </a:lnTo>
                  <a:lnTo>
                    <a:pt x="349868" y="1518765"/>
                  </a:lnTo>
                  <a:lnTo>
                    <a:pt x="349023" y="1518765"/>
                  </a:lnTo>
                  <a:lnTo>
                    <a:pt x="348177" y="1518765"/>
                  </a:lnTo>
                  <a:lnTo>
                    <a:pt x="347332" y="1518765"/>
                  </a:lnTo>
                  <a:lnTo>
                    <a:pt x="346487" y="1518765"/>
                  </a:lnTo>
                  <a:lnTo>
                    <a:pt x="345642" y="1518765"/>
                  </a:lnTo>
                  <a:lnTo>
                    <a:pt x="344797" y="1518765"/>
                  </a:lnTo>
                  <a:lnTo>
                    <a:pt x="343952" y="1518765"/>
                  </a:lnTo>
                  <a:lnTo>
                    <a:pt x="343107" y="1518765"/>
                  </a:lnTo>
                  <a:lnTo>
                    <a:pt x="342262" y="1518765"/>
                  </a:lnTo>
                  <a:lnTo>
                    <a:pt x="341417" y="1518765"/>
                  </a:lnTo>
                  <a:lnTo>
                    <a:pt x="340572" y="1518765"/>
                  </a:lnTo>
                  <a:lnTo>
                    <a:pt x="339727" y="1518765"/>
                  </a:lnTo>
                  <a:lnTo>
                    <a:pt x="338881" y="1518765"/>
                  </a:lnTo>
                  <a:lnTo>
                    <a:pt x="338036" y="1518765"/>
                  </a:lnTo>
                  <a:lnTo>
                    <a:pt x="337191" y="1518765"/>
                  </a:lnTo>
                  <a:lnTo>
                    <a:pt x="336346" y="1518765"/>
                  </a:lnTo>
                  <a:lnTo>
                    <a:pt x="335501" y="1518765"/>
                  </a:lnTo>
                  <a:lnTo>
                    <a:pt x="334656" y="1518765"/>
                  </a:lnTo>
                  <a:lnTo>
                    <a:pt x="333811" y="1518765"/>
                  </a:lnTo>
                  <a:lnTo>
                    <a:pt x="332966" y="1518765"/>
                  </a:lnTo>
                  <a:lnTo>
                    <a:pt x="332121" y="1518765"/>
                  </a:lnTo>
                  <a:lnTo>
                    <a:pt x="331276" y="1518765"/>
                  </a:lnTo>
                  <a:lnTo>
                    <a:pt x="330431" y="1518765"/>
                  </a:lnTo>
                  <a:lnTo>
                    <a:pt x="329585" y="1518765"/>
                  </a:lnTo>
                  <a:lnTo>
                    <a:pt x="328740" y="1518765"/>
                  </a:lnTo>
                  <a:lnTo>
                    <a:pt x="327895" y="1518765"/>
                  </a:lnTo>
                  <a:lnTo>
                    <a:pt x="327050" y="1518765"/>
                  </a:lnTo>
                  <a:lnTo>
                    <a:pt x="326205" y="1518765"/>
                  </a:lnTo>
                  <a:lnTo>
                    <a:pt x="325360" y="1518765"/>
                  </a:lnTo>
                  <a:lnTo>
                    <a:pt x="324515" y="1518765"/>
                  </a:lnTo>
                  <a:lnTo>
                    <a:pt x="323670" y="1518765"/>
                  </a:lnTo>
                  <a:lnTo>
                    <a:pt x="322825" y="1518765"/>
                  </a:lnTo>
                  <a:lnTo>
                    <a:pt x="321980" y="1518765"/>
                  </a:lnTo>
                  <a:lnTo>
                    <a:pt x="321135" y="1518765"/>
                  </a:lnTo>
                  <a:lnTo>
                    <a:pt x="320289" y="1518765"/>
                  </a:lnTo>
                  <a:lnTo>
                    <a:pt x="319444" y="1518765"/>
                  </a:lnTo>
                  <a:lnTo>
                    <a:pt x="318599" y="1518765"/>
                  </a:lnTo>
                  <a:lnTo>
                    <a:pt x="317754" y="1518765"/>
                  </a:lnTo>
                  <a:lnTo>
                    <a:pt x="316909" y="1518765"/>
                  </a:lnTo>
                  <a:lnTo>
                    <a:pt x="316064" y="1518765"/>
                  </a:lnTo>
                  <a:lnTo>
                    <a:pt x="315219" y="1518765"/>
                  </a:lnTo>
                  <a:lnTo>
                    <a:pt x="314374" y="1518765"/>
                  </a:lnTo>
                  <a:lnTo>
                    <a:pt x="313529" y="1518765"/>
                  </a:lnTo>
                  <a:lnTo>
                    <a:pt x="312684" y="1518765"/>
                  </a:lnTo>
                  <a:lnTo>
                    <a:pt x="311838" y="1518765"/>
                  </a:lnTo>
                  <a:lnTo>
                    <a:pt x="310993" y="1518765"/>
                  </a:lnTo>
                  <a:lnTo>
                    <a:pt x="310148" y="1518765"/>
                  </a:lnTo>
                  <a:lnTo>
                    <a:pt x="309303" y="1518765"/>
                  </a:lnTo>
                  <a:lnTo>
                    <a:pt x="308458" y="1518765"/>
                  </a:lnTo>
                  <a:lnTo>
                    <a:pt x="307613" y="1518765"/>
                  </a:lnTo>
                  <a:lnTo>
                    <a:pt x="306768" y="1518765"/>
                  </a:lnTo>
                  <a:lnTo>
                    <a:pt x="305923" y="1518765"/>
                  </a:lnTo>
                  <a:lnTo>
                    <a:pt x="305078" y="1518765"/>
                  </a:lnTo>
                  <a:lnTo>
                    <a:pt x="304233" y="1518765"/>
                  </a:lnTo>
                  <a:lnTo>
                    <a:pt x="303388" y="1518765"/>
                  </a:lnTo>
                  <a:lnTo>
                    <a:pt x="302542" y="1518765"/>
                  </a:lnTo>
                  <a:lnTo>
                    <a:pt x="301697" y="1518765"/>
                  </a:lnTo>
                  <a:lnTo>
                    <a:pt x="300852" y="1518765"/>
                  </a:lnTo>
                  <a:lnTo>
                    <a:pt x="300007" y="1518765"/>
                  </a:lnTo>
                  <a:lnTo>
                    <a:pt x="299162" y="1518765"/>
                  </a:lnTo>
                  <a:lnTo>
                    <a:pt x="298317" y="1518765"/>
                  </a:lnTo>
                  <a:lnTo>
                    <a:pt x="297472" y="1518765"/>
                  </a:lnTo>
                  <a:lnTo>
                    <a:pt x="296627" y="1518765"/>
                  </a:lnTo>
                  <a:lnTo>
                    <a:pt x="295782" y="1518765"/>
                  </a:lnTo>
                  <a:lnTo>
                    <a:pt x="294937" y="1518765"/>
                  </a:lnTo>
                  <a:lnTo>
                    <a:pt x="294092" y="1518765"/>
                  </a:lnTo>
                  <a:lnTo>
                    <a:pt x="293246" y="1518765"/>
                  </a:lnTo>
                  <a:lnTo>
                    <a:pt x="292401" y="1518765"/>
                  </a:lnTo>
                  <a:lnTo>
                    <a:pt x="291556" y="1518765"/>
                  </a:lnTo>
                  <a:lnTo>
                    <a:pt x="290711" y="1518765"/>
                  </a:lnTo>
                  <a:lnTo>
                    <a:pt x="289866" y="1518765"/>
                  </a:lnTo>
                  <a:lnTo>
                    <a:pt x="289021" y="1518765"/>
                  </a:lnTo>
                  <a:lnTo>
                    <a:pt x="288176" y="1518765"/>
                  </a:lnTo>
                  <a:lnTo>
                    <a:pt x="287331" y="1518765"/>
                  </a:lnTo>
                  <a:lnTo>
                    <a:pt x="286486" y="1518765"/>
                  </a:lnTo>
                  <a:lnTo>
                    <a:pt x="285641" y="1518765"/>
                  </a:lnTo>
                  <a:lnTo>
                    <a:pt x="284796" y="1518765"/>
                  </a:lnTo>
                  <a:lnTo>
                    <a:pt x="283950" y="1518765"/>
                  </a:lnTo>
                  <a:lnTo>
                    <a:pt x="283105" y="1518765"/>
                  </a:lnTo>
                  <a:lnTo>
                    <a:pt x="282260" y="1518765"/>
                  </a:lnTo>
                  <a:lnTo>
                    <a:pt x="281415" y="1518765"/>
                  </a:lnTo>
                  <a:lnTo>
                    <a:pt x="280570" y="1518765"/>
                  </a:lnTo>
                  <a:lnTo>
                    <a:pt x="279725" y="1518765"/>
                  </a:lnTo>
                  <a:lnTo>
                    <a:pt x="278880" y="1518765"/>
                  </a:lnTo>
                  <a:lnTo>
                    <a:pt x="278035" y="1518765"/>
                  </a:lnTo>
                  <a:lnTo>
                    <a:pt x="277190" y="1518765"/>
                  </a:lnTo>
                  <a:lnTo>
                    <a:pt x="276345" y="1518765"/>
                  </a:lnTo>
                  <a:lnTo>
                    <a:pt x="275500" y="1518765"/>
                  </a:lnTo>
                  <a:lnTo>
                    <a:pt x="274654" y="1518765"/>
                  </a:lnTo>
                  <a:lnTo>
                    <a:pt x="273809" y="1518765"/>
                  </a:lnTo>
                  <a:lnTo>
                    <a:pt x="272964" y="1518765"/>
                  </a:lnTo>
                  <a:lnTo>
                    <a:pt x="272119" y="1518765"/>
                  </a:lnTo>
                  <a:lnTo>
                    <a:pt x="271274" y="1518765"/>
                  </a:lnTo>
                  <a:lnTo>
                    <a:pt x="270429" y="1518765"/>
                  </a:lnTo>
                  <a:lnTo>
                    <a:pt x="269584" y="1518765"/>
                  </a:lnTo>
                  <a:lnTo>
                    <a:pt x="268739" y="1518765"/>
                  </a:lnTo>
                  <a:lnTo>
                    <a:pt x="267894" y="1518765"/>
                  </a:lnTo>
                  <a:lnTo>
                    <a:pt x="267049" y="1518765"/>
                  </a:lnTo>
                  <a:lnTo>
                    <a:pt x="266204" y="1518765"/>
                  </a:lnTo>
                  <a:lnTo>
                    <a:pt x="265358" y="1518765"/>
                  </a:lnTo>
                  <a:lnTo>
                    <a:pt x="264513" y="1518765"/>
                  </a:lnTo>
                  <a:lnTo>
                    <a:pt x="263668" y="1518765"/>
                  </a:lnTo>
                  <a:lnTo>
                    <a:pt x="262823" y="1518765"/>
                  </a:lnTo>
                  <a:lnTo>
                    <a:pt x="261978" y="1518765"/>
                  </a:lnTo>
                  <a:lnTo>
                    <a:pt x="261133" y="1518765"/>
                  </a:lnTo>
                  <a:lnTo>
                    <a:pt x="260288" y="1518765"/>
                  </a:lnTo>
                  <a:lnTo>
                    <a:pt x="259443" y="1518765"/>
                  </a:lnTo>
                  <a:lnTo>
                    <a:pt x="258598" y="1518765"/>
                  </a:lnTo>
                  <a:lnTo>
                    <a:pt x="257753" y="1518765"/>
                  </a:lnTo>
                  <a:lnTo>
                    <a:pt x="256908" y="1518765"/>
                  </a:lnTo>
                  <a:lnTo>
                    <a:pt x="256062" y="1518765"/>
                  </a:lnTo>
                  <a:lnTo>
                    <a:pt x="255217" y="1518765"/>
                  </a:lnTo>
                  <a:lnTo>
                    <a:pt x="254372" y="1518765"/>
                  </a:lnTo>
                  <a:lnTo>
                    <a:pt x="253527" y="1518765"/>
                  </a:lnTo>
                  <a:lnTo>
                    <a:pt x="252682" y="1518765"/>
                  </a:lnTo>
                  <a:lnTo>
                    <a:pt x="251837" y="1518765"/>
                  </a:lnTo>
                  <a:lnTo>
                    <a:pt x="250992" y="1518765"/>
                  </a:lnTo>
                  <a:lnTo>
                    <a:pt x="250147" y="1518765"/>
                  </a:lnTo>
                  <a:lnTo>
                    <a:pt x="249302" y="1518765"/>
                  </a:lnTo>
                  <a:lnTo>
                    <a:pt x="248457" y="1518765"/>
                  </a:lnTo>
                  <a:lnTo>
                    <a:pt x="247611" y="1518765"/>
                  </a:lnTo>
                  <a:lnTo>
                    <a:pt x="246766" y="1518765"/>
                  </a:lnTo>
                  <a:lnTo>
                    <a:pt x="245921" y="1518765"/>
                  </a:lnTo>
                  <a:lnTo>
                    <a:pt x="245076" y="1518765"/>
                  </a:lnTo>
                  <a:lnTo>
                    <a:pt x="244231" y="1518765"/>
                  </a:lnTo>
                  <a:lnTo>
                    <a:pt x="243386" y="1518765"/>
                  </a:lnTo>
                  <a:lnTo>
                    <a:pt x="242541" y="1518765"/>
                  </a:lnTo>
                  <a:lnTo>
                    <a:pt x="241696" y="1518765"/>
                  </a:lnTo>
                  <a:lnTo>
                    <a:pt x="240851" y="1518765"/>
                  </a:lnTo>
                  <a:lnTo>
                    <a:pt x="240006" y="1518765"/>
                  </a:lnTo>
                  <a:lnTo>
                    <a:pt x="239161" y="1518765"/>
                  </a:lnTo>
                  <a:lnTo>
                    <a:pt x="238315" y="1518765"/>
                  </a:lnTo>
                  <a:lnTo>
                    <a:pt x="237470" y="1518765"/>
                  </a:lnTo>
                  <a:lnTo>
                    <a:pt x="236625" y="1518765"/>
                  </a:lnTo>
                  <a:lnTo>
                    <a:pt x="235780" y="1518765"/>
                  </a:lnTo>
                  <a:lnTo>
                    <a:pt x="234935" y="1518765"/>
                  </a:lnTo>
                  <a:lnTo>
                    <a:pt x="234090" y="1518765"/>
                  </a:lnTo>
                  <a:lnTo>
                    <a:pt x="233245" y="1518765"/>
                  </a:lnTo>
                  <a:lnTo>
                    <a:pt x="232400" y="1518765"/>
                  </a:lnTo>
                  <a:lnTo>
                    <a:pt x="231555" y="1518765"/>
                  </a:lnTo>
                  <a:lnTo>
                    <a:pt x="230710" y="1518765"/>
                  </a:lnTo>
                  <a:lnTo>
                    <a:pt x="229865" y="1518765"/>
                  </a:lnTo>
                  <a:lnTo>
                    <a:pt x="229019" y="1518765"/>
                  </a:lnTo>
                  <a:lnTo>
                    <a:pt x="228174" y="1518765"/>
                  </a:lnTo>
                  <a:lnTo>
                    <a:pt x="227329" y="1518765"/>
                  </a:lnTo>
                  <a:lnTo>
                    <a:pt x="226484" y="1518765"/>
                  </a:lnTo>
                  <a:lnTo>
                    <a:pt x="225639" y="1518765"/>
                  </a:lnTo>
                  <a:lnTo>
                    <a:pt x="224794" y="1518765"/>
                  </a:lnTo>
                  <a:lnTo>
                    <a:pt x="223949" y="1518765"/>
                  </a:lnTo>
                  <a:lnTo>
                    <a:pt x="223104" y="1518765"/>
                  </a:lnTo>
                  <a:lnTo>
                    <a:pt x="222259" y="1518765"/>
                  </a:lnTo>
                  <a:lnTo>
                    <a:pt x="221414" y="1518765"/>
                  </a:lnTo>
                  <a:lnTo>
                    <a:pt x="220569" y="1518765"/>
                  </a:lnTo>
                  <a:lnTo>
                    <a:pt x="219723" y="1518765"/>
                  </a:lnTo>
                  <a:lnTo>
                    <a:pt x="218878" y="1518765"/>
                  </a:lnTo>
                  <a:lnTo>
                    <a:pt x="218033" y="1518765"/>
                  </a:lnTo>
                  <a:lnTo>
                    <a:pt x="217188" y="1518765"/>
                  </a:lnTo>
                  <a:lnTo>
                    <a:pt x="216343" y="1518765"/>
                  </a:lnTo>
                  <a:lnTo>
                    <a:pt x="215498" y="1518765"/>
                  </a:lnTo>
                  <a:lnTo>
                    <a:pt x="214653" y="1518765"/>
                  </a:lnTo>
                  <a:lnTo>
                    <a:pt x="213808" y="1518765"/>
                  </a:lnTo>
                  <a:lnTo>
                    <a:pt x="212963" y="1518765"/>
                  </a:lnTo>
                  <a:lnTo>
                    <a:pt x="212118" y="1518765"/>
                  </a:lnTo>
                  <a:lnTo>
                    <a:pt x="211273" y="1518765"/>
                  </a:lnTo>
                  <a:lnTo>
                    <a:pt x="210427" y="1518765"/>
                  </a:lnTo>
                  <a:lnTo>
                    <a:pt x="209582" y="1518765"/>
                  </a:lnTo>
                  <a:lnTo>
                    <a:pt x="208737" y="1518765"/>
                  </a:lnTo>
                  <a:lnTo>
                    <a:pt x="207892" y="1518765"/>
                  </a:lnTo>
                  <a:lnTo>
                    <a:pt x="207047" y="1518765"/>
                  </a:lnTo>
                  <a:lnTo>
                    <a:pt x="206202" y="1518765"/>
                  </a:lnTo>
                  <a:lnTo>
                    <a:pt x="205357" y="1518765"/>
                  </a:lnTo>
                  <a:lnTo>
                    <a:pt x="204512" y="1518765"/>
                  </a:lnTo>
                  <a:lnTo>
                    <a:pt x="203667" y="1518765"/>
                  </a:lnTo>
                  <a:lnTo>
                    <a:pt x="202822" y="1518765"/>
                  </a:lnTo>
                  <a:lnTo>
                    <a:pt x="201977" y="1518765"/>
                  </a:lnTo>
                  <a:lnTo>
                    <a:pt x="201131" y="1518765"/>
                  </a:lnTo>
                  <a:lnTo>
                    <a:pt x="200286" y="1518765"/>
                  </a:lnTo>
                  <a:lnTo>
                    <a:pt x="199441" y="1518765"/>
                  </a:lnTo>
                  <a:lnTo>
                    <a:pt x="198596" y="1518765"/>
                  </a:lnTo>
                  <a:lnTo>
                    <a:pt x="197751" y="1518765"/>
                  </a:lnTo>
                  <a:lnTo>
                    <a:pt x="196906" y="1518765"/>
                  </a:lnTo>
                  <a:lnTo>
                    <a:pt x="196061" y="1518765"/>
                  </a:lnTo>
                  <a:lnTo>
                    <a:pt x="195216" y="1518765"/>
                  </a:lnTo>
                  <a:lnTo>
                    <a:pt x="194371" y="1518765"/>
                  </a:lnTo>
                  <a:lnTo>
                    <a:pt x="193526" y="1518765"/>
                  </a:lnTo>
                  <a:lnTo>
                    <a:pt x="192681" y="1518765"/>
                  </a:lnTo>
                  <a:lnTo>
                    <a:pt x="191835" y="1518765"/>
                  </a:lnTo>
                  <a:lnTo>
                    <a:pt x="190990" y="1518765"/>
                  </a:lnTo>
                  <a:lnTo>
                    <a:pt x="190145" y="1518765"/>
                  </a:lnTo>
                  <a:lnTo>
                    <a:pt x="189300" y="1518765"/>
                  </a:lnTo>
                  <a:lnTo>
                    <a:pt x="188455" y="1518765"/>
                  </a:lnTo>
                  <a:lnTo>
                    <a:pt x="187610" y="1518765"/>
                  </a:lnTo>
                  <a:lnTo>
                    <a:pt x="186765" y="1518765"/>
                  </a:lnTo>
                  <a:lnTo>
                    <a:pt x="185920" y="1518765"/>
                  </a:lnTo>
                  <a:lnTo>
                    <a:pt x="185075" y="1518765"/>
                  </a:lnTo>
                  <a:lnTo>
                    <a:pt x="184230" y="1518765"/>
                  </a:lnTo>
                  <a:lnTo>
                    <a:pt x="183384" y="1518765"/>
                  </a:lnTo>
                  <a:lnTo>
                    <a:pt x="182539" y="1518765"/>
                  </a:lnTo>
                  <a:lnTo>
                    <a:pt x="181694" y="1518765"/>
                  </a:lnTo>
                  <a:lnTo>
                    <a:pt x="180849" y="1518765"/>
                  </a:lnTo>
                  <a:lnTo>
                    <a:pt x="180004" y="1518765"/>
                  </a:lnTo>
                  <a:lnTo>
                    <a:pt x="179159" y="1518765"/>
                  </a:lnTo>
                  <a:lnTo>
                    <a:pt x="178314" y="1518765"/>
                  </a:lnTo>
                  <a:lnTo>
                    <a:pt x="177469" y="1518765"/>
                  </a:lnTo>
                  <a:lnTo>
                    <a:pt x="176624" y="1518765"/>
                  </a:lnTo>
                  <a:lnTo>
                    <a:pt x="175779" y="1518765"/>
                  </a:lnTo>
                  <a:lnTo>
                    <a:pt x="174934" y="1518765"/>
                  </a:lnTo>
                  <a:lnTo>
                    <a:pt x="174088" y="1518765"/>
                  </a:lnTo>
                  <a:lnTo>
                    <a:pt x="173243" y="1518765"/>
                  </a:lnTo>
                  <a:lnTo>
                    <a:pt x="172398" y="1518765"/>
                  </a:lnTo>
                  <a:lnTo>
                    <a:pt x="171553" y="1518765"/>
                  </a:lnTo>
                  <a:lnTo>
                    <a:pt x="170708" y="1518765"/>
                  </a:lnTo>
                  <a:lnTo>
                    <a:pt x="169863" y="1518765"/>
                  </a:lnTo>
                  <a:lnTo>
                    <a:pt x="169018" y="1518765"/>
                  </a:lnTo>
                  <a:lnTo>
                    <a:pt x="168173" y="1518765"/>
                  </a:lnTo>
                  <a:lnTo>
                    <a:pt x="167328" y="1518765"/>
                  </a:lnTo>
                  <a:lnTo>
                    <a:pt x="166483" y="1518765"/>
                  </a:lnTo>
                  <a:lnTo>
                    <a:pt x="165638" y="1518765"/>
                  </a:lnTo>
                  <a:lnTo>
                    <a:pt x="164792" y="1518765"/>
                  </a:lnTo>
                  <a:lnTo>
                    <a:pt x="163947" y="1518765"/>
                  </a:lnTo>
                  <a:lnTo>
                    <a:pt x="163102" y="1518765"/>
                  </a:lnTo>
                  <a:lnTo>
                    <a:pt x="162257" y="1518765"/>
                  </a:lnTo>
                  <a:lnTo>
                    <a:pt x="161412" y="1518765"/>
                  </a:lnTo>
                  <a:lnTo>
                    <a:pt x="160567" y="1518765"/>
                  </a:lnTo>
                  <a:lnTo>
                    <a:pt x="159722" y="1518765"/>
                  </a:lnTo>
                  <a:lnTo>
                    <a:pt x="158877" y="1518765"/>
                  </a:lnTo>
                  <a:lnTo>
                    <a:pt x="158032" y="1518765"/>
                  </a:lnTo>
                  <a:lnTo>
                    <a:pt x="157187" y="1518765"/>
                  </a:lnTo>
                  <a:lnTo>
                    <a:pt x="156342" y="1518765"/>
                  </a:lnTo>
                  <a:lnTo>
                    <a:pt x="155496" y="1518765"/>
                  </a:lnTo>
                  <a:lnTo>
                    <a:pt x="154651" y="1518765"/>
                  </a:lnTo>
                  <a:lnTo>
                    <a:pt x="153806" y="1518765"/>
                  </a:lnTo>
                  <a:lnTo>
                    <a:pt x="152961" y="1518765"/>
                  </a:lnTo>
                  <a:lnTo>
                    <a:pt x="152116" y="1518765"/>
                  </a:lnTo>
                  <a:lnTo>
                    <a:pt x="151271" y="1518765"/>
                  </a:lnTo>
                  <a:lnTo>
                    <a:pt x="150426" y="1518765"/>
                  </a:lnTo>
                  <a:lnTo>
                    <a:pt x="149581" y="1518765"/>
                  </a:lnTo>
                  <a:lnTo>
                    <a:pt x="148736" y="1518765"/>
                  </a:lnTo>
                  <a:lnTo>
                    <a:pt x="147891" y="1518765"/>
                  </a:lnTo>
                  <a:lnTo>
                    <a:pt x="147046" y="1518765"/>
                  </a:lnTo>
                  <a:lnTo>
                    <a:pt x="146200" y="1518765"/>
                  </a:lnTo>
                  <a:lnTo>
                    <a:pt x="145355" y="1518765"/>
                  </a:lnTo>
                  <a:lnTo>
                    <a:pt x="144510" y="1518765"/>
                  </a:lnTo>
                  <a:lnTo>
                    <a:pt x="143665" y="1518765"/>
                  </a:lnTo>
                  <a:lnTo>
                    <a:pt x="142820" y="1518765"/>
                  </a:lnTo>
                  <a:lnTo>
                    <a:pt x="141975" y="1518765"/>
                  </a:lnTo>
                  <a:lnTo>
                    <a:pt x="141130" y="1518765"/>
                  </a:lnTo>
                  <a:lnTo>
                    <a:pt x="140285" y="1518765"/>
                  </a:lnTo>
                  <a:lnTo>
                    <a:pt x="139440" y="1518765"/>
                  </a:lnTo>
                  <a:lnTo>
                    <a:pt x="138595" y="1518765"/>
                  </a:lnTo>
                  <a:lnTo>
                    <a:pt x="137750" y="1518765"/>
                  </a:lnTo>
                  <a:lnTo>
                    <a:pt x="136904" y="1518765"/>
                  </a:lnTo>
                  <a:lnTo>
                    <a:pt x="136059" y="1518765"/>
                  </a:lnTo>
                  <a:lnTo>
                    <a:pt x="135214" y="1518765"/>
                  </a:lnTo>
                  <a:lnTo>
                    <a:pt x="134369" y="1518765"/>
                  </a:lnTo>
                  <a:lnTo>
                    <a:pt x="133524" y="1518765"/>
                  </a:lnTo>
                  <a:lnTo>
                    <a:pt x="132679" y="1518765"/>
                  </a:lnTo>
                  <a:lnTo>
                    <a:pt x="131834" y="1518765"/>
                  </a:lnTo>
                  <a:lnTo>
                    <a:pt x="130989" y="1518765"/>
                  </a:lnTo>
                  <a:lnTo>
                    <a:pt x="130144" y="1518765"/>
                  </a:lnTo>
                  <a:lnTo>
                    <a:pt x="129299" y="1518765"/>
                  </a:lnTo>
                  <a:lnTo>
                    <a:pt x="128454" y="1518765"/>
                  </a:lnTo>
                  <a:lnTo>
                    <a:pt x="127608" y="1518765"/>
                  </a:lnTo>
                  <a:lnTo>
                    <a:pt x="126763" y="1518765"/>
                  </a:lnTo>
                  <a:lnTo>
                    <a:pt x="125918" y="1518765"/>
                  </a:lnTo>
                  <a:lnTo>
                    <a:pt x="125073" y="1518765"/>
                  </a:lnTo>
                  <a:lnTo>
                    <a:pt x="124228" y="1518765"/>
                  </a:lnTo>
                  <a:lnTo>
                    <a:pt x="123383" y="1518765"/>
                  </a:lnTo>
                  <a:lnTo>
                    <a:pt x="122538" y="1518765"/>
                  </a:lnTo>
                  <a:lnTo>
                    <a:pt x="121693" y="1518765"/>
                  </a:lnTo>
                  <a:lnTo>
                    <a:pt x="120848" y="1518765"/>
                  </a:lnTo>
                  <a:lnTo>
                    <a:pt x="120003" y="1518765"/>
                  </a:lnTo>
                  <a:lnTo>
                    <a:pt x="119157" y="1518765"/>
                  </a:lnTo>
                  <a:lnTo>
                    <a:pt x="118312" y="1518765"/>
                  </a:lnTo>
                  <a:lnTo>
                    <a:pt x="117467" y="1518765"/>
                  </a:lnTo>
                  <a:lnTo>
                    <a:pt x="116622" y="1518765"/>
                  </a:lnTo>
                  <a:lnTo>
                    <a:pt x="115777" y="1518765"/>
                  </a:lnTo>
                  <a:lnTo>
                    <a:pt x="114932" y="1518765"/>
                  </a:lnTo>
                  <a:lnTo>
                    <a:pt x="114087" y="1518765"/>
                  </a:lnTo>
                  <a:lnTo>
                    <a:pt x="113242" y="1518765"/>
                  </a:lnTo>
                  <a:lnTo>
                    <a:pt x="112397" y="1518765"/>
                  </a:lnTo>
                  <a:lnTo>
                    <a:pt x="111552" y="1518765"/>
                  </a:lnTo>
                  <a:lnTo>
                    <a:pt x="110707" y="1518765"/>
                  </a:lnTo>
                  <a:lnTo>
                    <a:pt x="109861" y="1518765"/>
                  </a:lnTo>
                  <a:lnTo>
                    <a:pt x="109016" y="1518765"/>
                  </a:lnTo>
                  <a:lnTo>
                    <a:pt x="108171" y="1518765"/>
                  </a:lnTo>
                  <a:lnTo>
                    <a:pt x="107326" y="1518765"/>
                  </a:lnTo>
                  <a:lnTo>
                    <a:pt x="106481" y="1518765"/>
                  </a:lnTo>
                  <a:lnTo>
                    <a:pt x="105636" y="1518765"/>
                  </a:lnTo>
                  <a:lnTo>
                    <a:pt x="104791" y="1518765"/>
                  </a:lnTo>
                  <a:lnTo>
                    <a:pt x="103946" y="1518765"/>
                  </a:lnTo>
                  <a:lnTo>
                    <a:pt x="103101" y="1518765"/>
                  </a:lnTo>
                  <a:lnTo>
                    <a:pt x="102256" y="1518765"/>
                  </a:lnTo>
                  <a:lnTo>
                    <a:pt x="101411" y="1518765"/>
                  </a:lnTo>
                  <a:lnTo>
                    <a:pt x="100565" y="1518765"/>
                  </a:lnTo>
                  <a:lnTo>
                    <a:pt x="99720" y="1518765"/>
                  </a:lnTo>
                  <a:lnTo>
                    <a:pt x="98875" y="1518765"/>
                  </a:lnTo>
                  <a:lnTo>
                    <a:pt x="98030" y="1518765"/>
                  </a:lnTo>
                  <a:lnTo>
                    <a:pt x="97185" y="1518765"/>
                  </a:lnTo>
                  <a:lnTo>
                    <a:pt x="96340" y="1518765"/>
                  </a:lnTo>
                  <a:lnTo>
                    <a:pt x="95495" y="1518765"/>
                  </a:lnTo>
                  <a:lnTo>
                    <a:pt x="94650" y="1518765"/>
                  </a:lnTo>
                  <a:lnTo>
                    <a:pt x="93805" y="1518765"/>
                  </a:lnTo>
                  <a:lnTo>
                    <a:pt x="92960" y="1518765"/>
                  </a:lnTo>
                  <a:lnTo>
                    <a:pt x="92115" y="1518765"/>
                  </a:lnTo>
                  <a:lnTo>
                    <a:pt x="91269" y="1518765"/>
                  </a:lnTo>
                  <a:lnTo>
                    <a:pt x="90424" y="1518765"/>
                  </a:lnTo>
                  <a:lnTo>
                    <a:pt x="89579" y="1518765"/>
                  </a:lnTo>
                  <a:lnTo>
                    <a:pt x="88734" y="1518765"/>
                  </a:lnTo>
                  <a:lnTo>
                    <a:pt x="87889" y="1518765"/>
                  </a:lnTo>
                  <a:lnTo>
                    <a:pt x="87044" y="1518765"/>
                  </a:lnTo>
                  <a:lnTo>
                    <a:pt x="86199" y="1518765"/>
                  </a:lnTo>
                  <a:lnTo>
                    <a:pt x="85354" y="1518765"/>
                  </a:lnTo>
                  <a:lnTo>
                    <a:pt x="84509" y="1518765"/>
                  </a:lnTo>
                  <a:lnTo>
                    <a:pt x="83664" y="1518765"/>
                  </a:lnTo>
                  <a:lnTo>
                    <a:pt x="82819" y="1518765"/>
                  </a:lnTo>
                  <a:lnTo>
                    <a:pt x="81973" y="1518765"/>
                  </a:lnTo>
                  <a:lnTo>
                    <a:pt x="81128" y="1518765"/>
                  </a:lnTo>
                  <a:lnTo>
                    <a:pt x="80283" y="1518765"/>
                  </a:lnTo>
                  <a:lnTo>
                    <a:pt x="79438" y="1518765"/>
                  </a:lnTo>
                  <a:lnTo>
                    <a:pt x="78593" y="1518765"/>
                  </a:lnTo>
                  <a:lnTo>
                    <a:pt x="77748" y="1518765"/>
                  </a:lnTo>
                  <a:lnTo>
                    <a:pt x="76903" y="1518765"/>
                  </a:lnTo>
                  <a:lnTo>
                    <a:pt x="76058" y="1518765"/>
                  </a:lnTo>
                  <a:lnTo>
                    <a:pt x="75213" y="1518765"/>
                  </a:lnTo>
                  <a:lnTo>
                    <a:pt x="74368" y="1518765"/>
                  </a:lnTo>
                  <a:lnTo>
                    <a:pt x="73523" y="1518765"/>
                  </a:lnTo>
                  <a:lnTo>
                    <a:pt x="72677" y="1518765"/>
                  </a:lnTo>
                  <a:lnTo>
                    <a:pt x="71832" y="1518765"/>
                  </a:lnTo>
                  <a:lnTo>
                    <a:pt x="70987" y="1518765"/>
                  </a:lnTo>
                  <a:lnTo>
                    <a:pt x="70142" y="1518765"/>
                  </a:lnTo>
                  <a:lnTo>
                    <a:pt x="69297" y="1518765"/>
                  </a:lnTo>
                  <a:lnTo>
                    <a:pt x="68452" y="1518765"/>
                  </a:lnTo>
                  <a:lnTo>
                    <a:pt x="67607" y="1518765"/>
                  </a:lnTo>
                  <a:lnTo>
                    <a:pt x="66762" y="1518765"/>
                  </a:lnTo>
                  <a:lnTo>
                    <a:pt x="65917" y="1518765"/>
                  </a:lnTo>
                  <a:lnTo>
                    <a:pt x="65072" y="1518765"/>
                  </a:lnTo>
                  <a:lnTo>
                    <a:pt x="64227" y="1518765"/>
                  </a:lnTo>
                  <a:lnTo>
                    <a:pt x="63381" y="1518765"/>
                  </a:lnTo>
                  <a:lnTo>
                    <a:pt x="62536" y="1518765"/>
                  </a:lnTo>
                  <a:lnTo>
                    <a:pt x="61691" y="1518765"/>
                  </a:lnTo>
                  <a:lnTo>
                    <a:pt x="60846" y="1518765"/>
                  </a:lnTo>
                  <a:lnTo>
                    <a:pt x="60001" y="1518765"/>
                  </a:lnTo>
                  <a:lnTo>
                    <a:pt x="59156" y="1518765"/>
                  </a:lnTo>
                  <a:lnTo>
                    <a:pt x="58311" y="1518765"/>
                  </a:lnTo>
                  <a:lnTo>
                    <a:pt x="57466" y="1518765"/>
                  </a:lnTo>
                  <a:lnTo>
                    <a:pt x="56621" y="1518765"/>
                  </a:lnTo>
                  <a:lnTo>
                    <a:pt x="55776" y="1518765"/>
                  </a:lnTo>
                  <a:lnTo>
                    <a:pt x="54930" y="1518765"/>
                  </a:lnTo>
                  <a:lnTo>
                    <a:pt x="54085" y="1518765"/>
                  </a:lnTo>
                  <a:lnTo>
                    <a:pt x="53240" y="1518765"/>
                  </a:lnTo>
                  <a:lnTo>
                    <a:pt x="52395" y="1518765"/>
                  </a:lnTo>
                  <a:lnTo>
                    <a:pt x="51550" y="1518765"/>
                  </a:lnTo>
                  <a:lnTo>
                    <a:pt x="50705" y="1518765"/>
                  </a:lnTo>
                  <a:lnTo>
                    <a:pt x="49860" y="1518765"/>
                  </a:lnTo>
                  <a:lnTo>
                    <a:pt x="49015" y="1518765"/>
                  </a:lnTo>
                  <a:lnTo>
                    <a:pt x="48170" y="1518765"/>
                  </a:lnTo>
                  <a:lnTo>
                    <a:pt x="47325" y="1518765"/>
                  </a:lnTo>
                  <a:lnTo>
                    <a:pt x="46480" y="1518765"/>
                  </a:lnTo>
                  <a:lnTo>
                    <a:pt x="45634" y="1518765"/>
                  </a:lnTo>
                  <a:lnTo>
                    <a:pt x="44789" y="1518765"/>
                  </a:lnTo>
                  <a:lnTo>
                    <a:pt x="43944" y="1518765"/>
                  </a:lnTo>
                  <a:lnTo>
                    <a:pt x="43099" y="1518765"/>
                  </a:lnTo>
                  <a:lnTo>
                    <a:pt x="42254" y="1518765"/>
                  </a:lnTo>
                  <a:lnTo>
                    <a:pt x="41409" y="1518765"/>
                  </a:lnTo>
                  <a:lnTo>
                    <a:pt x="40564" y="1518765"/>
                  </a:lnTo>
                  <a:lnTo>
                    <a:pt x="39719" y="1518765"/>
                  </a:lnTo>
                  <a:lnTo>
                    <a:pt x="38874" y="1518765"/>
                  </a:lnTo>
                  <a:lnTo>
                    <a:pt x="38029" y="1518765"/>
                  </a:lnTo>
                  <a:lnTo>
                    <a:pt x="37184" y="1518765"/>
                  </a:lnTo>
                  <a:lnTo>
                    <a:pt x="36338" y="1518765"/>
                  </a:lnTo>
                  <a:lnTo>
                    <a:pt x="35493" y="1518765"/>
                  </a:lnTo>
                  <a:lnTo>
                    <a:pt x="34648" y="1518765"/>
                  </a:lnTo>
                  <a:lnTo>
                    <a:pt x="33803" y="1518765"/>
                  </a:lnTo>
                  <a:lnTo>
                    <a:pt x="32958" y="1518765"/>
                  </a:lnTo>
                  <a:lnTo>
                    <a:pt x="32113" y="1518765"/>
                  </a:lnTo>
                  <a:lnTo>
                    <a:pt x="31268" y="1518765"/>
                  </a:lnTo>
                  <a:lnTo>
                    <a:pt x="30423" y="1518765"/>
                  </a:lnTo>
                  <a:lnTo>
                    <a:pt x="29578" y="1518765"/>
                  </a:lnTo>
                  <a:lnTo>
                    <a:pt x="28733" y="1518765"/>
                  </a:lnTo>
                  <a:lnTo>
                    <a:pt x="27888" y="1518765"/>
                  </a:lnTo>
                  <a:lnTo>
                    <a:pt x="27042" y="1518765"/>
                  </a:lnTo>
                  <a:lnTo>
                    <a:pt x="26197" y="1518765"/>
                  </a:lnTo>
                  <a:lnTo>
                    <a:pt x="25352" y="1518765"/>
                  </a:lnTo>
                  <a:lnTo>
                    <a:pt x="24507" y="1518765"/>
                  </a:lnTo>
                  <a:lnTo>
                    <a:pt x="23662" y="1518765"/>
                  </a:lnTo>
                  <a:lnTo>
                    <a:pt x="22817" y="1518765"/>
                  </a:lnTo>
                  <a:lnTo>
                    <a:pt x="21972" y="1518765"/>
                  </a:lnTo>
                  <a:lnTo>
                    <a:pt x="21127" y="1518765"/>
                  </a:lnTo>
                  <a:lnTo>
                    <a:pt x="20282" y="1518765"/>
                  </a:lnTo>
                  <a:lnTo>
                    <a:pt x="19437" y="1518765"/>
                  </a:lnTo>
                  <a:lnTo>
                    <a:pt x="18592" y="1518765"/>
                  </a:lnTo>
                  <a:lnTo>
                    <a:pt x="17746" y="1518765"/>
                  </a:lnTo>
                  <a:lnTo>
                    <a:pt x="16901" y="1518765"/>
                  </a:lnTo>
                  <a:lnTo>
                    <a:pt x="16056" y="1518765"/>
                  </a:lnTo>
                  <a:lnTo>
                    <a:pt x="15211" y="1518765"/>
                  </a:lnTo>
                  <a:lnTo>
                    <a:pt x="14366" y="1518765"/>
                  </a:lnTo>
                  <a:lnTo>
                    <a:pt x="13521" y="1518765"/>
                  </a:lnTo>
                  <a:lnTo>
                    <a:pt x="12676" y="1518765"/>
                  </a:lnTo>
                  <a:lnTo>
                    <a:pt x="11831" y="1518765"/>
                  </a:lnTo>
                  <a:lnTo>
                    <a:pt x="10986" y="1518765"/>
                  </a:lnTo>
                  <a:lnTo>
                    <a:pt x="10141" y="1518765"/>
                  </a:lnTo>
                  <a:lnTo>
                    <a:pt x="9296" y="1518765"/>
                  </a:lnTo>
                  <a:lnTo>
                    <a:pt x="8450" y="1518765"/>
                  </a:lnTo>
                  <a:lnTo>
                    <a:pt x="7605" y="1518765"/>
                  </a:lnTo>
                  <a:lnTo>
                    <a:pt x="6760" y="1518765"/>
                  </a:lnTo>
                  <a:lnTo>
                    <a:pt x="5915" y="1518765"/>
                  </a:lnTo>
                  <a:lnTo>
                    <a:pt x="5070" y="1518765"/>
                  </a:lnTo>
                  <a:lnTo>
                    <a:pt x="4225" y="1518765"/>
                  </a:lnTo>
                  <a:lnTo>
                    <a:pt x="3380" y="1518765"/>
                  </a:lnTo>
                  <a:lnTo>
                    <a:pt x="2535" y="1518765"/>
                  </a:lnTo>
                  <a:lnTo>
                    <a:pt x="1690" y="1518765"/>
                  </a:lnTo>
                  <a:lnTo>
                    <a:pt x="845" y="1518765"/>
                  </a:lnTo>
                  <a:lnTo>
                    <a:pt x="0" y="151876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2" name="pl982"/>
            <p:cNvSpPr/>
            <p:nvPr/>
          </p:nvSpPr>
          <p:spPr>
            <a:xfrm>
              <a:off x="693775" y="2757397"/>
              <a:ext cx="8304720" cy="1518765"/>
            </a:xfrm>
            <a:custGeom>
              <a:avLst/>
              <a:pathLst>
                <a:path w="8304720" h="1518765">
                  <a:moveTo>
                    <a:pt x="0" y="977922"/>
                  </a:moveTo>
                  <a:lnTo>
                    <a:pt x="845" y="892042"/>
                  </a:lnTo>
                  <a:lnTo>
                    <a:pt x="1690" y="841410"/>
                  </a:lnTo>
                  <a:lnTo>
                    <a:pt x="2535" y="850186"/>
                  </a:lnTo>
                  <a:lnTo>
                    <a:pt x="3380" y="914872"/>
                  </a:lnTo>
                  <a:lnTo>
                    <a:pt x="4225" y="815981"/>
                  </a:lnTo>
                  <a:lnTo>
                    <a:pt x="5070" y="896874"/>
                  </a:lnTo>
                  <a:lnTo>
                    <a:pt x="5915" y="918539"/>
                  </a:lnTo>
                  <a:lnTo>
                    <a:pt x="6760" y="923359"/>
                  </a:lnTo>
                  <a:lnTo>
                    <a:pt x="7605" y="911989"/>
                  </a:lnTo>
                  <a:lnTo>
                    <a:pt x="8450" y="760657"/>
                  </a:lnTo>
                  <a:lnTo>
                    <a:pt x="9296" y="662157"/>
                  </a:lnTo>
                  <a:lnTo>
                    <a:pt x="10141" y="679093"/>
                  </a:lnTo>
                  <a:lnTo>
                    <a:pt x="10986" y="679222"/>
                  </a:lnTo>
                  <a:lnTo>
                    <a:pt x="11831" y="533599"/>
                  </a:lnTo>
                  <a:lnTo>
                    <a:pt x="12676" y="540639"/>
                  </a:lnTo>
                  <a:lnTo>
                    <a:pt x="13521" y="506462"/>
                  </a:lnTo>
                  <a:lnTo>
                    <a:pt x="14366" y="508427"/>
                  </a:lnTo>
                  <a:lnTo>
                    <a:pt x="15211" y="490307"/>
                  </a:lnTo>
                  <a:lnTo>
                    <a:pt x="16056" y="459760"/>
                  </a:lnTo>
                  <a:lnTo>
                    <a:pt x="16901" y="429293"/>
                  </a:lnTo>
                  <a:lnTo>
                    <a:pt x="17746" y="342671"/>
                  </a:lnTo>
                  <a:lnTo>
                    <a:pt x="18592" y="342852"/>
                  </a:lnTo>
                  <a:lnTo>
                    <a:pt x="19437" y="342627"/>
                  </a:lnTo>
                  <a:lnTo>
                    <a:pt x="20282" y="309567"/>
                  </a:lnTo>
                  <a:lnTo>
                    <a:pt x="21127" y="282922"/>
                  </a:lnTo>
                  <a:lnTo>
                    <a:pt x="21972" y="255176"/>
                  </a:lnTo>
                  <a:lnTo>
                    <a:pt x="22817" y="190694"/>
                  </a:lnTo>
                  <a:lnTo>
                    <a:pt x="23662" y="151576"/>
                  </a:lnTo>
                  <a:lnTo>
                    <a:pt x="24507" y="85267"/>
                  </a:lnTo>
                  <a:lnTo>
                    <a:pt x="25352" y="37076"/>
                  </a:lnTo>
                  <a:lnTo>
                    <a:pt x="26197" y="65980"/>
                  </a:lnTo>
                  <a:lnTo>
                    <a:pt x="27042" y="49661"/>
                  </a:lnTo>
                  <a:lnTo>
                    <a:pt x="27888" y="66728"/>
                  </a:lnTo>
                  <a:lnTo>
                    <a:pt x="28733" y="63879"/>
                  </a:lnTo>
                  <a:lnTo>
                    <a:pt x="29578" y="0"/>
                  </a:lnTo>
                  <a:lnTo>
                    <a:pt x="30423" y="53290"/>
                  </a:lnTo>
                  <a:lnTo>
                    <a:pt x="31268" y="84059"/>
                  </a:lnTo>
                  <a:lnTo>
                    <a:pt x="32113" y="65767"/>
                  </a:lnTo>
                  <a:lnTo>
                    <a:pt x="32958" y="86504"/>
                  </a:lnTo>
                  <a:lnTo>
                    <a:pt x="33803" y="194189"/>
                  </a:lnTo>
                  <a:lnTo>
                    <a:pt x="34648" y="214074"/>
                  </a:lnTo>
                  <a:lnTo>
                    <a:pt x="35493" y="205446"/>
                  </a:lnTo>
                  <a:lnTo>
                    <a:pt x="36338" y="209309"/>
                  </a:lnTo>
                  <a:lnTo>
                    <a:pt x="37184" y="174194"/>
                  </a:lnTo>
                  <a:lnTo>
                    <a:pt x="38029" y="169793"/>
                  </a:lnTo>
                  <a:lnTo>
                    <a:pt x="38874" y="160927"/>
                  </a:lnTo>
                  <a:lnTo>
                    <a:pt x="39719" y="140246"/>
                  </a:lnTo>
                  <a:lnTo>
                    <a:pt x="40564" y="29080"/>
                  </a:lnTo>
                  <a:lnTo>
                    <a:pt x="41409" y="51491"/>
                  </a:lnTo>
                  <a:lnTo>
                    <a:pt x="42254" y="29905"/>
                  </a:lnTo>
                  <a:lnTo>
                    <a:pt x="43099" y="98821"/>
                  </a:lnTo>
                  <a:lnTo>
                    <a:pt x="43944" y="297224"/>
                  </a:lnTo>
                  <a:lnTo>
                    <a:pt x="44789" y="279655"/>
                  </a:lnTo>
                  <a:lnTo>
                    <a:pt x="45634" y="344615"/>
                  </a:lnTo>
                  <a:lnTo>
                    <a:pt x="46480" y="377729"/>
                  </a:lnTo>
                  <a:lnTo>
                    <a:pt x="47325" y="383729"/>
                  </a:lnTo>
                  <a:lnTo>
                    <a:pt x="48170" y="399225"/>
                  </a:lnTo>
                  <a:lnTo>
                    <a:pt x="49015" y="403898"/>
                  </a:lnTo>
                  <a:lnTo>
                    <a:pt x="49860" y="404301"/>
                  </a:lnTo>
                  <a:lnTo>
                    <a:pt x="50705" y="403047"/>
                  </a:lnTo>
                  <a:lnTo>
                    <a:pt x="51550" y="423788"/>
                  </a:lnTo>
                  <a:lnTo>
                    <a:pt x="52395" y="432581"/>
                  </a:lnTo>
                  <a:lnTo>
                    <a:pt x="53240" y="505494"/>
                  </a:lnTo>
                  <a:lnTo>
                    <a:pt x="54085" y="477815"/>
                  </a:lnTo>
                  <a:lnTo>
                    <a:pt x="54930" y="465194"/>
                  </a:lnTo>
                  <a:lnTo>
                    <a:pt x="55776" y="430821"/>
                  </a:lnTo>
                  <a:lnTo>
                    <a:pt x="56621" y="396380"/>
                  </a:lnTo>
                  <a:lnTo>
                    <a:pt x="57466" y="409930"/>
                  </a:lnTo>
                  <a:lnTo>
                    <a:pt x="58311" y="475549"/>
                  </a:lnTo>
                  <a:lnTo>
                    <a:pt x="59156" y="531817"/>
                  </a:lnTo>
                  <a:lnTo>
                    <a:pt x="60001" y="474720"/>
                  </a:lnTo>
                  <a:lnTo>
                    <a:pt x="60846" y="515120"/>
                  </a:lnTo>
                  <a:lnTo>
                    <a:pt x="61691" y="524155"/>
                  </a:lnTo>
                  <a:lnTo>
                    <a:pt x="62536" y="546968"/>
                  </a:lnTo>
                  <a:lnTo>
                    <a:pt x="63381" y="611472"/>
                  </a:lnTo>
                  <a:lnTo>
                    <a:pt x="64227" y="683895"/>
                  </a:lnTo>
                  <a:lnTo>
                    <a:pt x="65072" y="719377"/>
                  </a:lnTo>
                  <a:lnTo>
                    <a:pt x="65917" y="767747"/>
                  </a:lnTo>
                  <a:lnTo>
                    <a:pt x="66762" y="1518765"/>
                  </a:lnTo>
                  <a:lnTo>
                    <a:pt x="66762" y="1518765"/>
                  </a:lnTo>
                  <a:lnTo>
                    <a:pt x="67607" y="675404"/>
                  </a:lnTo>
                  <a:lnTo>
                    <a:pt x="68452" y="643669"/>
                  </a:lnTo>
                  <a:lnTo>
                    <a:pt x="69297" y="736690"/>
                  </a:lnTo>
                  <a:lnTo>
                    <a:pt x="70142" y="796747"/>
                  </a:lnTo>
                  <a:lnTo>
                    <a:pt x="70987" y="855699"/>
                  </a:lnTo>
                  <a:lnTo>
                    <a:pt x="71832" y="834269"/>
                  </a:lnTo>
                  <a:lnTo>
                    <a:pt x="72677" y="813586"/>
                  </a:lnTo>
                  <a:lnTo>
                    <a:pt x="73523" y="812294"/>
                  </a:lnTo>
                  <a:lnTo>
                    <a:pt x="74368" y="802514"/>
                  </a:lnTo>
                  <a:lnTo>
                    <a:pt x="75213" y="894603"/>
                  </a:lnTo>
                  <a:lnTo>
                    <a:pt x="76058" y="927383"/>
                  </a:lnTo>
                  <a:lnTo>
                    <a:pt x="76903" y="1010872"/>
                  </a:lnTo>
                  <a:lnTo>
                    <a:pt x="77748" y="1025363"/>
                  </a:lnTo>
                  <a:lnTo>
                    <a:pt x="78593" y="1056953"/>
                  </a:lnTo>
                  <a:lnTo>
                    <a:pt x="79438" y="1116531"/>
                  </a:lnTo>
                  <a:lnTo>
                    <a:pt x="80283" y="1131006"/>
                  </a:lnTo>
                  <a:lnTo>
                    <a:pt x="81128" y="1088440"/>
                  </a:lnTo>
                  <a:lnTo>
                    <a:pt x="81973" y="1099462"/>
                  </a:lnTo>
                  <a:lnTo>
                    <a:pt x="82819" y="1081334"/>
                  </a:lnTo>
                  <a:lnTo>
                    <a:pt x="83664" y="1518765"/>
                  </a:lnTo>
                  <a:lnTo>
                    <a:pt x="83664" y="1518765"/>
                  </a:lnTo>
                  <a:lnTo>
                    <a:pt x="84509" y="1127427"/>
                  </a:lnTo>
                  <a:lnTo>
                    <a:pt x="85354" y="1132270"/>
                  </a:lnTo>
                  <a:lnTo>
                    <a:pt x="86199" y="1142535"/>
                  </a:lnTo>
                  <a:lnTo>
                    <a:pt x="87044" y="1176874"/>
                  </a:lnTo>
                  <a:lnTo>
                    <a:pt x="87889" y="1166028"/>
                  </a:lnTo>
                  <a:lnTo>
                    <a:pt x="88734" y="1159231"/>
                  </a:lnTo>
                  <a:lnTo>
                    <a:pt x="89579" y="1181135"/>
                  </a:lnTo>
                  <a:lnTo>
                    <a:pt x="90424" y="1166720"/>
                  </a:lnTo>
                  <a:lnTo>
                    <a:pt x="91269" y="1195649"/>
                  </a:lnTo>
                  <a:lnTo>
                    <a:pt x="92115" y="1205774"/>
                  </a:lnTo>
                  <a:lnTo>
                    <a:pt x="92960" y="1518765"/>
                  </a:lnTo>
                  <a:lnTo>
                    <a:pt x="92960" y="1518765"/>
                  </a:lnTo>
                  <a:lnTo>
                    <a:pt x="93805" y="1317720"/>
                  </a:lnTo>
                  <a:lnTo>
                    <a:pt x="94650" y="1312755"/>
                  </a:lnTo>
                  <a:lnTo>
                    <a:pt x="95495" y="1368915"/>
                  </a:lnTo>
                  <a:lnTo>
                    <a:pt x="96340" y="1356793"/>
                  </a:lnTo>
                  <a:lnTo>
                    <a:pt x="97185" y="1310141"/>
                  </a:lnTo>
                  <a:lnTo>
                    <a:pt x="98030" y="1342338"/>
                  </a:lnTo>
                  <a:lnTo>
                    <a:pt x="98875" y="1294544"/>
                  </a:lnTo>
                  <a:lnTo>
                    <a:pt x="99720" y="1336626"/>
                  </a:lnTo>
                  <a:lnTo>
                    <a:pt x="100565" y="1283723"/>
                  </a:lnTo>
                  <a:lnTo>
                    <a:pt x="101411" y="1248489"/>
                  </a:lnTo>
                  <a:lnTo>
                    <a:pt x="102256" y="1281280"/>
                  </a:lnTo>
                  <a:lnTo>
                    <a:pt x="103101" y="1298430"/>
                  </a:lnTo>
                  <a:lnTo>
                    <a:pt x="103946" y="1282155"/>
                  </a:lnTo>
                  <a:lnTo>
                    <a:pt x="104791" y="1313803"/>
                  </a:lnTo>
                  <a:lnTo>
                    <a:pt x="105636" y="1326892"/>
                  </a:lnTo>
                  <a:lnTo>
                    <a:pt x="106481" y="1358554"/>
                  </a:lnTo>
                  <a:lnTo>
                    <a:pt x="107326" y="1518765"/>
                  </a:lnTo>
                  <a:lnTo>
                    <a:pt x="107326" y="1518765"/>
                  </a:lnTo>
                  <a:lnTo>
                    <a:pt x="108171" y="1341612"/>
                  </a:lnTo>
                  <a:lnTo>
                    <a:pt x="109016" y="1321787"/>
                  </a:lnTo>
                  <a:lnTo>
                    <a:pt x="109861" y="1311192"/>
                  </a:lnTo>
                  <a:lnTo>
                    <a:pt x="110707" y="1283363"/>
                  </a:lnTo>
                  <a:lnTo>
                    <a:pt x="111552" y="1281717"/>
                  </a:lnTo>
                  <a:lnTo>
                    <a:pt x="112397" y="1323095"/>
                  </a:lnTo>
                  <a:lnTo>
                    <a:pt x="113242" y="1313056"/>
                  </a:lnTo>
                  <a:lnTo>
                    <a:pt x="114087" y="1313696"/>
                  </a:lnTo>
                  <a:lnTo>
                    <a:pt x="114932" y="1518765"/>
                  </a:lnTo>
                  <a:lnTo>
                    <a:pt x="114932" y="1518765"/>
                  </a:lnTo>
                  <a:lnTo>
                    <a:pt x="115777" y="1518765"/>
                  </a:lnTo>
                  <a:lnTo>
                    <a:pt x="116622" y="1518765"/>
                  </a:lnTo>
                  <a:lnTo>
                    <a:pt x="117467" y="1518765"/>
                  </a:lnTo>
                  <a:lnTo>
                    <a:pt x="118312" y="1273401"/>
                  </a:lnTo>
                  <a:lnTo>
                    <a:pt x="119157" y="1272110"/>
                  </a:lnTo>
                  <a:lnTo>
                    <a:pt x="120003" y="1260053"/>
                  </a:lnTo>
                  <a:lnTo>
                    <a:pt x="120848" y="1262622"/>
                  </a:lnTo>
                  <a:lnTo>
                    <a:pt x="121693" y="1281970"/>
                  </a:lnTo>
                  <a:lnTo>
                    <a:pt x="122538" y="1299055"/>
                  </a:lnTo>
                  <a:lnTo>
                    <a:pt x="123383" y="1304948"/>
                  </a:lnTo>
                  <a:lnTo>
                    <a:pt x="124228" y="1273881"/>
                  </a:lnTo>
                  <a:lnTo>
                    <a:pt x="125073" y="1257758"/>
                  </a:lnTo>
                  <a:lnTo>
                    <a:pt x="125918" y="1265407"/>
                  </a:lnTo>
                  <a:lnTo>
                    <a:pt x="126763" y="1253331"/>
                  </a:lnTo>
                  <a:lnTo>
                    <a:pt x="127608" y="1285316"/>
                  </a:lnTo>
                  <a:lnTo>
                    <a:pt x="128454" y="1249810"/>
                  </a:lnTo>
                  <a:lnTo>
                    <a:pt x="129299" y="1262908"/>
                  </a:lnTo>
                  <a:lnTo>
                    <a:pt x="130144" y="1266530"/>
                  </a:lnTo>
                  <a:lnTo>
                    <a:pt x="130989" y="1260962"/>
                  </a:lnTo>
                  <a:lnTo>
                    <a:pt x="131834" y="1273686"/>
                  </a:lnTo>
                  <a:lnTo>
                    <a:pt x="132679" y="1268937"/>
                  </a:lnTo>
                  <a:lnTo>
                    <a:pt x="133524" y="1518765"/>
                  </a:lnTo>
                  <a:lnTo>
                    <a:pt x="133524" y="1518765"/>
                  </a:lnTo>
                  <a:lnTo>
                    <a:pt x="134369" y="1518765"/>
                  </a:lnTo>
                  <a:lnTo>
                    <a:pt x="135214" y="1272358"/>
                  </a:lnTo>
                  <a:lnTo>
                    <a:pt x="136059" y="1270658"/>
                  </a:lnTo>
                  <a:lnTo>
                    <a:pt x="136904" y="1276341"/>
                  </a:lnTo>
                  <a:lnTo>
                    <a:pt x="137750" y="1286488"/>
                  </a:lnTo>
                  <a:lnTo>
                    <a:pt x="138595" y="1316468"/>
                  </a:lnTo>
                  <a:lnTo>
                    <a:pt x="139440" y="1298545"/>
                  </a:lnTo>
                  <a:lnTo>
                    <a:pt x="140285" y="1298310"/>
                  </a:lnTo>
                  <a:lnTo>
                    <a:pt x="141130" y="1339203"/>
                  </a:lnTo>
                  <a:lnTo>
                    <a:pt x="141975" y="1324688"/>
                  </a:lnTo>
                  <a:lnTo>
                    <a:pt x="142820" y="1374914"/>
                  </a:lnTo>
                  <a:lnTo>
                    <a:pt x="143665" y="1375884"/>
                  </a:lnTo>
                  <a:lnTo>
                    <a:pt x="144510" y="1373286"/>
                  </a:lnTo>
                  <a:lnTo>
                    <a:pt x="145355" y="1387680"/>
                  </a:lnTo>
                  <a:lnTo>
                    <a:pt x="146200" y="1378699"/>
                  </a:lnTo>
                  <a:lnTo>
                    <a:pt x="147046" y="1402326"/>
                  </a:lnTo>
                  <a:lnTo>
                    <a:pt x="147891" y="1415988"/>
                  </a:lnTo>
                  <a:lnTo>
                    <a:pt x="148736" y="1428945"/>
                  </a:lnTo>
                  <a:lnTo>
                    <a:pt x="149581" y="1420020"/>
                  </a:lnTo>
                  <a:lnTo>
                    <a:pt x="150426" y="1413264"/>
                  </a:lnTo>
                  <a:lnTo>
                    <a:pt x="151271" y="1398374"/>
                  </a:lnTo>
                  <a:lnTo>
                    <a:pt x="152116" y="1407505"/>
                  </a:lnTo>
                  <a:lnTo>
                    <a:pt x="152961" y="1406365"/>
                  </a:lnTo>
                  <a:lnTo>
                    <a:pt x="153806" y="1395550"/>
                  </a:lnTo>
                  <a:lnTo>
                    <a:pt x="154651" y="1382709"/>
                  </a:lnTo>
                  <a:lnTo>
                    <a:pt x="155496" y="1377927"/>
                  </a:lnTo>
                  <a:lnTo>
                    <a:pt x="156342" y="1363597"/>
                  </a:lnTo>
                  <a:lnTo>
                    <a:pt x="157187" y="1360306"/>
                  </a:lnTo>
                  <a:lnTo>
                    <a:pt x="158032" y="1362059"/>
                  </a:lnTo>
                  <a:lnTo>
                    <a:pt x="158877" y="1332230"/>
                  </a:lnTo>
                  <a:lnTo>
                    <a:pt x="159722" y="1329919"/>
                  </a:lnTo>
                  <a:lnTo>
                    <a:pt x="160567" y="1326939"/>
                  </a:lnTo>
                  <a:lnTo>
                    <a:pt x="161412" y="1304140"/>
                  </a:lnTo>
                  <a:lnTo>
                    <a:pt x="162257" y="1308008"/>
                  </a:lnTo>
                  <a:lnTo>
                    <a:pt x="163102" y="1281161"/>
                  </a:lnTo>
                  <a:lnTo>
                    <a:pt x="163947" y="1332172"/>
                  </a:lnTo>
                  <a:lnTo>
                    <a:pt x="164792" y="1293890"/>
                  </a:lnTo>
                  <a:lnTo>
                    <a:pt x="165638" y="1269439"/>
                  </a:lnTo>
                  <a:lnTo>
                    <a:pt x="166483" y="1250590"/>
                  </a:lnTo>
                  <a:lnTo>
                    <a:pt x="167328" y="1236197"/>
                  </a:lnTo>
                  <a:lnTo>
                    <a:pt x="168173" y="1287045"/>
                  </a:lnTo>
                  <a:lnTo>
                    <a:pt x="169018" y="1249411"/>
                  </a:lnTo>
                  <a:lnTo>
                    <a:pt x="169863" y="1233964"/>
                  </a:lnTo>
                  <a:lnTo>
                    <a:pt x="170708" y="1203241"/>
                  </a:lnTo>
                  <a:lnTo>
                    <a:pt x="171553" y="1203622"/>
                  </a:lnTo>
                  <a:lnTo>
                    <a:pt x="172398" y="1236404"/>
                  </a:lnTo>
                  <a:lnTo>
                    <a:pt x="173243" y="1243452"/>
                  </a:lnTo>
                  <a:lnTo>
                    <a:pt x="174088" y="1285732"/>
                  </a:lnTo>
                  <a:lnTo>
                    <a:pt x="174934" y="1249028"/>
                  </a:lnTo>
                  <a:lnTo>
                    <a:pt x="175779" y="1327041"/>
                  </a:lnTo>
                  <a:lnTo>
                    <a:pt x="176624" y="1518765"/>
                  </a:lnTo>
                  <a:lnTo>
                    <a:pt x="176624" y="1518765"/>
                  </a:lnTo>
                  <a:lnTo>
                    <a:pt x="177469" y="1294851"/>
                  </a:lnTo>
                  <a:lnTo>
                    <a:pt x="178314" y="1278516"/>
                  </a:lnTo>
                  <a:lnTo>
                    <a:pt x="179159" y="1518765"/>
                  </a:lnTo>
                  <a:lnTo>
                    <a:pt x="179159" y="1518765"/>
                  </a:lnTo>
                  <a:lnTo>
                    <a:pt x="180004" y="1304517"/>
                  </a:lnTo>
                  <a:lnTo>
                    <a:pt x="180849" y="1308845"/>
                  </a:lnTo>
                  <a:lnTo>
                    <a:pt x="181694" y="1518765"/>
                  </a:lnTo>
                  <a:lnTo>
                    <a:pt x="181694" y="1518765"/>
                  </a:lnTo>
                  <a:lnTo>
                    <a:pt x="182539" y="1313682"/>
                  </a:lnTo>
                  <a:lnTo>
                    <a:pt x="183384" y="1518765"/>
                  </a:lnTo>
                  <a:lnTo>
                    <a:pt x="183384" y="1518765"/>
                  </a:lnTo>
                  <a:lnTo>
                    <a:pt x="184230" y="1518765"/>
                  </a:lnTo>
                  <a:lnTo>
                    <a:pt x="185075" y="1518765"/>
                  </a:lnTo>
                  <a:lnTo>
                    <a:pt x="185920" y="1131224"/>
                  </a:lnTo>
                  <a:lnTo>
                    <a:pt x="186765" y="1156890"/>
                  </a:lnTo>
                  <a:lnTo>
                    <a:pt x="187610" y="1191791"/>
                  </a:lnTo>
                  <a:lnTo>
                    <a:pt x="188455" y="1179889"/>
                  </a:lnTo>
                  <a:lnTo>
                    <a:pt x="189300" y="1191257"/>
                  </a:lnTo>
                  <a:lnTo>
                    <a:pt x="190145" y="1201467"/>
                  </a:lnTo>
                  <a:lnTo>
                    <a:pt x="190990" y="1518765"/>
                  </a:lnTo>
                  <a:lnTo>
                    <a:pt x="190990" y="1518765"/>
                  </a:lnTo>
                  <a:lnTo>
                    <a:pt x="191835" y="1215095"/>
                  </a:lnTo>
                  <a:lnTo>
                    <a:pt x="192681" y="1142949"/>
                  </a:lnTo>
                  <a:lnTo>
                    <a:pt x="193526" y="1142903"/>
                  </a:lnTo>
                  <a:lnTo>
                    <a:pt x="194371" y="1107173"/>
                  </a:lnTo>
                  <a:lnTo>
                    <a:pt x="195216" y="1029960"/>
                  </a:lnTo>
                  <a:lnTo>
                    <a:pt x="196061" y="1028962"/>
                  </a:lnTo>
                  <a:lnTo>
                    <a:pt x="196906" y="1034665"/>
                  </a:lnTo>
                  <a:lnTo>
                    <a:pt x="197751" y="1032400"/>
                  </a:lnTo>
                  <a:lnTo>
                    <a:pt x="198596" y="954342"/>
                  </a:lnTo>
                  <a:lnTo>
                    <a:pt x="199441" y="888494"/>
                  </a:lnTo>
                  <a:lnTo>
                    <a:pt x="200286" y="1518765"/>
                  </a:lnTo>
                  <a:lnTo>
                    <a:pt x="200286" y="1518765"/>
                  </a:lnTo>
                  <a:lnTo>
                    <a:pt x="201131" y="940051"/>
                  </a:lnTo>
                  <a:lnTo>
                    <a:pt x="201977" y="885552"/>
                  </a:lnTo>
                  <a:lnTo>
                    <a:pt x="202822" y="910501"/>
                  </a:lnTo>
                  <a:lnTo>
                    <a:pt x="203667" y="853998"/>
                  </a:lnTo>
                  <a:lnTo>
                    <a:pt x="204512" y="823952"/>
                  </a:lnTo>
                  <a:lnTo>
                    <a:pt x="205357" y="822070"/>
                  </a:lnTo>
                  <a:lnTo>
                    <a:pt x="206202" y="1518765"/>
                  </a:lnTo>
                  <a:lnTo>
                    <a:pt x="206202" y="1518765"/>
                  </a:lnTo>
                  <a:lnTo>
                    <a:pt x="207047" y="841991"/>
                  </a:lnTo>
                  <a:lnTo>
                    <a:pt x="207892" y="812836"/>
                  </a:lnTo>
                  <a:lnTo>
                    <a:pt x="208737" y="830069"/>
                  </a:lnTo>
                  <a:lnTo>
                    <a:pt x="209582" y="1518765"/>
                  </a:lnTo>
                  <a:lnTo>
                    <a:pt x="209582" y="1518765"/>
                  </a:lnTo>
                  <a:lnTo>
                    <a:pt x="210427" y="1518765"/>
                  </a:lnTo>
                  <a:lnTo>
                    <a:pt x="211273" y="910609"/>
                  </a:lnTo>
                  <a:lnTo>
                    <a:pt x="212118" y="950937"/>
                  </a:lnTo>
                  <a:lnTo>
                    <a:pt x="212963" y="1518765"/>
                  </a:lnTo>
                  <a:lnTo>
                    <a:pt x="212963" y="1518765"/>
                  </a:lnTo>
                  <a:lnTo>
                    <a:pt x="213808" y="1046111"/>
                  </a:lnTo>
                  <a:lnTo>
                    <a:pt x="214653" y="1068409"/>
                  </a:lnTo>
                  <a:lnTo>
                    <a:pt x="215498" y="1167736"/>
                  </a:lnTo>
                  <a:lnTo>
                    <a:pt x="216343" y="1128189"/>
                  </a:lnTo>
                  <a:lnTo>
                    <a:pt x="217188" y="1134714"/>
                  </a:lnTo>
                  <a:lnTo>
                    <a:pt x="218033" y="1071977"/>
                  </a:lnTo>
                  <a:lnTo>
                    <a:pt x="218878" y="989761"/>
                  </a:lnTo>
                  <a:lnTo>
                    <a:pt x="219723" y="926983"/>
                  </a:lnTo>
                  <a:lnTo>
                    <a:pt x="220569" y="960188"/>
                  </a:lnTo>
                  <a:lnTo>
                    <a:pt x="221414" y="993761"/>
                  </a:lnTo>
                  <a:lnTo>
                    <a:pt x="222259" y="943296"/>
                  </a:lnTo>
                  <a:lnTo>
                    <a:pt x="223104" y="968556"/>
                  </a:lnTo>
                  <a:lnTo>
                    <a:pt x="223949" y="1047992"/>
                  </a:lnTo>
                  <a:lnTo>
                    <a:pt x="224794" y="1053050"/>
                  </a:lnTo>
                  <a:lnTo>
                    <a:pt x="225639" y="1518765"/>
                  </a:lnTo>
                  <a:lnTo>
                    <a:pt x="225639" y="1518765"/>
                  </a:lnTo>
                  <a:lnTo>
                    <a:pt x="226484" y="1006160"/>
                  </a:lnTo>
                  <a:lnTo>
                    <a:pt x="227329" y="998743"/>
                  </a:lnTo>
                  <a:lnTo>
                    <a:pt x="228174" y="1051539"/>
                  </a:lnTo>
                  <a:lnTo>
                    <a:pt x="229019" y="1518765"/>
                  </a:lnTo>
                  <a:lnTo>
                    <a:pt x="229019" y="1518765"/>
                  </a:lnTo>
                  <a:lnTo>
                    <a:pt x="229865" y="1518765"/>
                  </a:lnTo>
                  <a:lnTo>
                    <a:pt x="230710" y="1518765"/>
                  </a:lnTo>
                  <a:lnTo>
                    <a:pt x="231555" y="1518765"/>
                  </a:lnTo>
                  <a:lnTo>
                    <a:pt x="232400" y="1518765"/>
                  </a:lnTo>
                  <a:lnTo>
                    <a:pt x="233245" y="1020582"/>
                  </a:lnTo>
                  <a:lnTo>
                    <a:pt x="234090" y="951986"/>
                  </a:lnTo>
                  <a:lnTo>
                    <a:pt x="234935" y="899137"/>
                  </a:lnTo>
                  <a:lnTo>
                    <a:pt x="235780" y="832655"/>
                  </a:lnTo>
                  <a:lnTo>
                    <a:pt x="236625" y="857305"/>
                  </a:lnTo>
                  <a:lnTo>
                    <a:pt x="237470" y="777558"/>
                  </a:lnTo>
                  <a:lnTo>
                    <a:pt x="238315" y="791241"/>
                  </a:lnTo>
                  <a:lnTo>
                    <a:pt x="239161" y="824002"/>
                  </a:lnTo>
                  <a:lnTo>
                    <a:pt x="240006" y="887505"/>
                  </a:lnTo>
                  <a:lnTo>
                    <a:pt x="240851" y="984275"/>
                  </a:lnTo>
                  <a:lnTo>
                    <a:pt x="241696" y="1011173"/>
                  </a:lnTo>
                  <a:lnTo>
                    <a:pt x="242541" y="1518765"/>
                  </a:lnTo>
                  <a:lnTo>
                    <a:pt x="242541" y="1518765"/>
                  </a:lnTo>
                  <a:lnTo>
                    <a:pt x="243386" y="1518765"/>
                  </a:lnTo>
                  <a:lnTo>
                    <a:pt x="244231" y="969491"/>
                  </a:lnTo>
                  <a:lnTo>
                    <a:pt x="245076" y="870989"/>
                  </a:lnTo>
                  <a:lnTo>
                    <a:pt x="245921" y="1518765"/>
                  </a:lnTo>
                  <a:lnTo>
                    <a:pt x="245921" y="1518765"/>
                  </a:lnTo>
                  <a:lnTo>
                    <a:pt x="246766" y="1518765"/>
                  </a:lnTo>
                  <a:lnTo>
                    <a:pt x="247611" y="1518765"/>
                  </a:lnTo>
                  <a:lnTo>
                    <a:pt x="248457" y="991728"/>
                  </a:lnTo>
                  <a:lnTo>
                    <a:pt x="249302" y="1518765"/>
                  </a:lnTo>
                  <a:lnTo>
                    <a:pt x="249302" y="1518765"/>
                  </a:lnTo>
                  <a:lnTo>
                    <a:pt x="250147" y="1518765"/>
                  </a:lnTo>
                  <a:lnTo>
                    <a:pt x="250992" y="1518765"/>
                  </a:lnTo>
                  <a:lnTo>
                    <a:pt x="251837" y="1518765"/>
                  </a:lnTo>
                  <a:lnTo>
                    <a:pt x="252682" y="1518765"/>
                  </a:lnTo>
                  <a:lnTo>
                    <a:pt x="253527" y="1518765"/>
                  </a:lnTo>
                  <a:lnTo>
                    <a:pt x="254372" y="1518765"/>
                  </a:lnTo>
                  <a:lnTo>
                    <a:pt x="255217" y="1518765"/>
                  </a:lnTo>
                  <a:lnTo>
                    <a:pt x="256062" y="1518765"/>
                  </a:lnTo>
                  <a:lnTo>
                    <a:pt x="256908" y="981763"/>
                  </a:lnTo>
                  <a:lnTo>
                    <a:pt x="257753" y="937443"/>
                  </a:lnTo>
                  <a:lnTo>
                    <a:pt x="258598" y="905073"/>
                  </a:lnTo>
                  <a:lnTo>
                    <a:pt x="259443" y="1518765"/>
                  </a:lnTo>
                  <a:lnTo>
                    <a:pt x="259443" y="1518765"/>
                  </a:lnTo>
                  <a:lnTo>
                    <a:pt x="260288" y="1518765"/>
                  </a:lnTo>
                  <a:lnTo>
                    <a:pt x="261133" y="1518765"/>
                  </a:lnTo>
                  <a:lnTo>
                    <a:pt x="261978" y="704388"/>
                  </a:lnTo>
                  <a:lnTo>
                    <a:pt x="262823" y="1518765"/>
                  </a:lnTo>
                  <a:lnTo>
                    <a:pt x="262823" y="1518765"/>
                  </a:lnTo>
                  <a:lnTo>
                    <a:pt x="263668" y="518887"/>
                  </a:lnTo>
                  <a:lnTo>
                    <a:pt x="264513" y="1518765"/>
                  </a:lnTo>
                  <a:lnTo>
                    <a:pt x="264513" y="1518765"/>
                  </a:lnTo>
                  <a:lnTo>
                    <a:pt x="265358" y="314490"/>
                  </a:lnTo>
                  <a:lnTo>
                    <a:pt x="266204" y="260279"/>
                  </a:lnTo>
                  <a:lnTo>
                    <a:pt x="267049" y="262065"/>
                  </a:lnTo>
                  <a:lnTo>
                    <a:pt x="267894" y="205059"/>
                  </a:lnTo>
                  <a:lnTo>
                    <a:pt x="268739" y="197415"/>
                  </a:lnTo>
                  <a:lnTo>
                    <a:pt x="269584" y="156619"/>
                  </a:lnTo>
                  <a:lnTo>
                    <a:pt x="270429" y="120790"/>
                  </a:lnTo>
                  <a:lnTo>
                    <a:pt x="271274" y="61575"/>
                  </a:lnTo>
                  <a:lnTo>
                    <a:pt x="272119" y="128141"/>
                  </a:lnTo>
                  <a:lnTo>
                    <a:pt x="272964" y="192753"/>
                  </a:lnTo>
                  <a:lnTo>
                    <a:pt x="273809" y="178388"/>
                  </a:lnTo>
                  <a:lnTo>
                    <a:pt x="274654" y="164360"/>
                  </a:lnTo>
                  <a:lnTo>
                    <a:pt x="275500" y="207813"/>
                  </a:lnTo>
                  <a:lnTo>
                    <a:pt x="276345" y="226975"/>
                  </a:lnTo>
                  <a:lnTo>
                    <a:pt x="277190" y="220653"/>
                  </a:lnTo>
                  <a:lnTo>
                    <a:pt x="278035" y="163477"/>
                  </a:lnTo>
                  <a:lnTo>
                    <a:pt x="278880" y="182252"/>
                  </a:lnTo>
                  <a:lnTo>
                    <a:pt x="279725" y="168623"/>
                  </a:lnTo>
                  <a:lnTo>
                    <a:pt x="280570" y="132925"/>
                  </a:lnTo>
                  <a:lnTo>
                    <a:pt x="281415" y="60913"/>
                  </a:lnTo>
                  <a:lnTo>
                    <a:pt x="282260" y="80583"/>
                  </a:lnTo>
                  <a:lnTo>
                    <a:pt x="283105" y="48366"/>
                  </a:lnTo>
                  <a:lnTo>
                    <a:pt x="283950" y="26538"/>
                  </a:lnTo>
                  <a:lnTo>
                    <a:pt x="284796" y="60313"/>
                  </a:lnTo>
                  <a:lnTo>
                    <a:pt x="285641" y="122958"/>
                  </a:lnTo>
                  <a:lnTo>
                    <a:pt x="286486" y="231893"/>
                  </a:lnTo>
                  <a:lnTo>
                    <a:pt x="287331" y="160929"/>
                  </a:lnTo>
                  <a:lnTo>
                    <a:pt x="288176" y="142058"/>
                  </a:lnTo>
                  <a:lnTo>
                    <a:pt x="289021" y="235649"/>
                  </a:lnTo>
                  <a:lnTo>
                    <a:pt x="289866" y="279245"/>
                  </a:lnTo>
                  <a:lnTo>
                    <a:pt x="290711" y="355409"/>
                  </a:lnTo>
                  <a:lnTo>
                    <a:pt x="291556" y="450930"/>
                  </a:lnTo>
                  <a:lnTo>
                    <a:pt x="292401" y="500171"/>
                  </a:lnTo>
                  <a:lnTo>
                    <a:pt x="293246" y="1518765"/>
                  </a:lnTo>
                  <a:lnTo>
                    <a:pt x="293246" y="1518765"/>
                  </a:lnTo>
                  <a:lnTo>
                    <a:pt x="294092" y="642811"/>
                  </a:lnTo>
                  <a:lnTo>
                    <a:pt x="294937" y="637462"/>
                  </a:lnTo>
                  <a:lnTo>
                    <a:pt x="295782" y="624090"/>
                  </a:lnTo>
                  <a:lnTo>
                    <a:pt x="296627" y="504073"/>
                  </a:lnTo>
                  <a:lnTo>
                    <a:pt x="297472" y="533055"/>
                  </a:lnTo>
                  <a:lnTo>
                    <a:pt x="298317" y="480595"/>
                  </a:lnTo>
                  <a:lnTo>
                    <a:pt x="299162" y="536499"/>
                  </a:lnTo>
                  <a:lnTo>
                    <a:pt x="300007" y="598431"/>
                  </a:lnTo>
                  <a:lnTo>
                    <a:pt x="300852" y="576938"/>
                  </a:lnTo>
                  <a:lnTo>
                    <a:pt x="301697" y="586871"/>
                  </a:lnTo>
                  <a:lnTo>
                    <a:pt x="302542" y="642594"/>
                  </a:lnTo>
                  <a:lnTo>
                    <a:pt x="303388" y="686584"/>
                  </a:lnTo>
                  <a:lnTo>
                    <a:pt x="304233" y="706771"/>
                  </a:lnTo>
                  <a:lnTo>
                    <a:pt x="305078" y="716941"/>
                  </a:lnTo>
                  <a:lnTo>
                    <a:pt x="305923" y="728665"/>
                  </a:lnTo>
                  <a:lnTo>
                    <a:pt x="306768" y="819322"/>
                  </a:lnTo>
                  <a:lnTo>
                    <a:pt x="307613" y="906909"/>
                  </a:lnTo>
                  <a:lnTo>
                    <a:pt x="308458" y="915171"/>
                  </a:lnTo>
                  <a:lnTo>
                    <a:pt x="309303" y="988000"/>
                  </a:lnTo>
                  <a:lnTo>
                    <a:pt x="310148" y="942162"/>
                  </a:lnTo>
                  <a:lnTo>
                    <a:pt x="310993" y="939498"/>
                  </a:lnTo>
                  <a:lnTo>
                    <a:pt x="311838" y="851949"/>
                  </a:lnTo>
                  <a:lnTo>
                    <a:pt x="312684" y="798036"/>
                  </a:lnTo>
                  <a:lnTo>
                    <a:pt x="313529" y="848833"/>
                  </a:lnTo>
                  <a:lnTo>
                    <a:pt x="314374" y="862995"/>
                  </a:lnTo>
                  <a:lnTo>
                    <a:pt x="315219" y="936250"/>
                  </a:lnTo>
                  <a:lnTo>
                    <a:pt x="316064" y="920166"/>
                  </a:lnTo>
                  <a:lnTo>
                    <a:pt x="316909" y="890232"/>
                  </a:lnTo>
                  <a:lnTo>
                    <a:pt x="317754" y="848090"/>
                  </a:lnTo>
                  <a:lnTo>
                    <a:pt x="318599" y="800204"/>
                  </a:lnTo>
                  <a:lnTo>
                    <a:pt x="319444" y="831530"/>
                  </a:lnTo>
                  <a:lnTo>
                    <a:pt x="320289" y="891495"/>
                  </a:lnTo>
                  <a:lnTo>
                    <a:pt x="321135" y="1518765"/>
                  </a:lnTo>
                  <a:lnTo>
                    <a:pt x="321135" y="1518765"/>
                  </a:lnTo>
                  <a:lnTo>
                    <a:pt x="321980" y="912173"/>
                  </a:lnTo>
                  <a:lnTo>
                    <a:pt x="322825" y="938767"/>
                  </a:lnTo>
                  <a:lnTo>
                    <a:pt x="323670" y="947097"/>
                  </a:lnTo>
                  <a:lnTo>
                    <a:pt x="324515" y="987410"/>
                  </a:lnTo>
                  <a:lnTo>
                    <a:pt x="325360" y="1100081"/>
                  </a:lnTo>
                  <a:lnTo>
                    <a:pt x="326205" y="1033590"/>
                  </a:lnTo>
                  <a:lnTo>
                    <a:pt x="327050" y="1033982"/>
                  </a:lnTo>
                  <a:lnTo>
                    <a:pt x="327895" y="955842"/>
                  </a:lnTo>
                  <a:lnTo>
                    <a:pt x="328740" y="984178"/>
                  </a:lnTo>
                  <a:lnTo>
                    <a:pt x="329585" y="1030420"/>
                  </a:lnTo>
                  <a:lnTo>
                    <a:pt x="330431" y="1091068"/>
                  </a:lnTo>
                  <a:lnTo>
                    <a:pt x="331276" y="1150167"/>
                  </a:lnTo>
                  <a:lnTo>
                    <a:pt x="332121" y="1133478"/>
                  </a:lnTo>
                  <a:lnTo>
                    <a:pt x="332966" y="1143090"/>
                  </a:lnTo>
                  <a:lnTo>
                    <a:pt x="333811" y="1518765"/>
                  </a:lnTo>
                  <a:lnTo>
                    <a:pt x="333811" y="1518765"/>
                  </a:lnTo>
                  <a:lnTo>
                    <a:pt x="334656" y="1518765"/>
                  </a:lnTo>
                  <a:lnTo>
                    <a:pt x="335501" y="956633"/>
                  </a:lnTo>
                  <a:lnTo>
                    <a:pt x="336346" y="990522"/>
                  </a:lnTo>
                  <a:lnTo>
                    <a:pt x="337191" y="1518765"/>
                  </a:lnTo>
                  <a:lnTo>
                    <a:pt x="337191" y="1518765"/>
                  </a:lnTo>
                  <a:lnTo>
                    <a:pt x="338036" y="976416"/>
                  </a:lnTo>
                  <a:lnTo>
                    <a:pt x="338881" y="1019853"/>
                  </a:lnTo>
                  <a:lnTo>
                    <a:pt x="339727" y="1010107"/>
                  </a:lnTo>
                  <a:lnTo>
                    <a:pt x="340572" y="1015093"/>
                  </a:lnTo>
                  <a:lnTo>
                    <a:pt x="341417" y="1067785"/>
                  </a:lnTo>
                  <a:lnTo>
                    <a:pt x="342262" y="1104160"/>
                  </a:lnTo>
                  <a:lnTo>
                    <a:pt x="343107" y="1104453"/>
                  </a:lnTo>
                  <a:lnTo>
                    <a:pt x="343952" y="1155321"/>
                  </a:lnTo>
                  <a:lnTo>
                    <a:pt x="344797" y="1119073"/>
                  </a:lnTo>
                  <a:lnTo>
                    <a:pt x="345642" y="1067516"/>
                  </a:lnTo>
                  <a:lnTo>
                    <a:pt x="346487" y="949376"/>
                  </a:lnTo>
                  <a:lnTo>
                    <a:pt x="347332" y="951753"/>
                  </a:lnTo>
                  <a:lnTo>
                    <a:pt x="348177" y="913668"/>
                  </a:lnTo>
                  <a:lnTo>
                    <a:pt x="349023" y="865258"/>
                  </a:lnTo>
                  <a:lnTo>
                    <a:pt x="349868" y="782881"/>
                  </a:lnTo>
                  <a:lnTo>
                    <a:pt x="350713" y="852767"/>
                  </a:lnTo>
                  <a:lnTo>
                    <a:pt x="351558" y="828347"/>
                  </a:lnTo>
                  <a:lnTo>
                    <a:pt x="352403" y="1518765"/>
                  </a:lnTo>
                  <a:lnTo>
                    <a:pt x="352403" y="1518765"/>
                  </a:lnTo>
                  <a:lnTo>
                    <a:pt x="353248" y="1518765"/>
                  </a:lnTo>
                  <a:lnTo>
                    <a:pt x="354093" y="800484"/>
                  </a:lnTo>
                  <a:lnTo>
                    <a:pt x="354938" y="788401"/>
                  </a:lnTo>
                  <a:lnTo>
                    <a:pt x="355783" y="779705"/>
                  </a:lnTo>
                  <a:lnTo>
                    <a:pt x="356628" y="726752"/>
                  </a:lnTo>
                  <a:lnTo>
                    <a:pt x="357473" y="710085"/>
                  </a:lnTo>
                  <a:lnTo>
                    <a:pt x="358319" y="717537"/>
                  </a:lnTo>
                  <a:lnTo>
                    <a:pt x="359164" y="716478"/>
                  </a:lnTo>
                  <a:lnTo>
                    <a:pt x="360009" y="744687"/>
                  </a:lnTo>
                  <a:lnTo>
                    <a:pt x="360854" y="718355"/>
                  </a:lnTo>
                  <a:lnTo>
                    <a:pt x="361699" y="664902"/>
                  </a:lnTo>
                  <a:lnTo>
                    <a:pt x="362544" y="728360"/>
                  </a:lnTo>
                  <a:lnTo>
                    <a:pt x="363389" y="697533"/>
                  </a:lnTo>
                  <a:lnTo>
                    <a:pt x="364234" y="693817"/>
                  </a:lnTo>
                  <a:lnTo>
                    <a:pt x="365079" y="654294"/>
                  </a:lnTo>
                  <a:lnTo>
                    <a:pt x="365924" y="656022"/>
                  </a:lnTo>
                  <a:lnTo>
                    <a:pt x="366769" y="668432"/>
                  </a:lnTo>
                  <a:lnTo>
                    <a:pt x="367615" y="645449"/>
                  </a:lnTo>
                  <a:lnTo>
                    <a:pt x="368460" y="610433"/>
                  </a:lnTo>
                  <a:lnTo>
                    <a:pt x="369305" y="684512"/>
                  </a:lnTo>
                  <a:lnTo>
                    <a:pt x="370150" y="753740"/>
                  </a:lnTo>
                  <a:lnTo>
                    <a:pt x="370995" y="765249"/>
                  </a:lnTo>
                  <a:lnTo>
                    <a:pt x="371840" y="840800"/>
                  </a:lnTo>
                  <a:lnTo>
                    <a:pt x="372685" y="897382"/>
                  </a:lnTo>
                  <a:lnTo>
                    <a:pt x="373530" y="890162"/>
                  </a:lnTo>
                  <a:lnTo>
                    <a:pt x="374375" y="934358"/>
                  </a:lnTo>
                  <a:lnTo>
                    <a:pt x="375220" y="982710"/>
                  </a:lnTo>
                  <a:lnTo>
                    <a:pt x="376065" y="970167"/>
                  </a:lnTo>
                  <a:lnTo>
                    <a:pt x="376911" y="970337"/>
                  </a:lnTo>
                  <a:lnTo>
                    <a:pt x="377756" y="1040677"/>
                  </a:lnTo>
                  <a:lnTo>
                    <a:pt x="378601" y="970478"/>
                  </a:lnTo>
                  <a:lnTo>
                    <a:pt x="379446" y="891036"/>
                  </a:lnTo>
                  <a:lnTo>
                    <a:pt x="380291" y="898677"/>
                  </a:lnTo>
                  <a:lnTo>
                    <a:pt x="381136" y="1518765"/>
                  </a:lnTo>
                  <a:lnTo>
                    <a:pt x="381136" y="1518765"/>
                  </a:lnTo>
                  <a:lnTo>
                    <a:pt x="381981" y="918782"/>
                  </a:lnTo>
                  <a:lnTo>
                    <a:pt x="382826" y="819009"/>
                  </a:lnTo>
                  <a:lnTo>
                    <a:pt x="383671" y="865526"/>
                  </a:lnTo>
                  <a:lnTo>
                    <a:pt x="384516" y="904451"/>
                  </a:lnTo>
                  <a:lnTo>
                    <a:pt x="385362" y="909417"/>
                  </a:lnTo>
                  <a:lnTo>
                    <a:pt x="386207" y="905939"/>
                  </a:lnTo>
                  <a:lnTo>
                    <a:pt x="387052" y="907217"/>
                  </a:lnTo>
                  <a:lnTo>
                    <a:pt x="387897" y="862146"/>
                  </a:lnTo>
                  <a:lnTo>
                    <a:pt x="388742" y="802670"/>
                  </a:lnTo>
                  <a:lnTo>
                    <a:pt x="389587" y="870674"/>
                  </a:lnTo>
                  <a:lnTo>
                    <a:pt x="390432" y="893848"/>
                  </a:lnTo>
                  <a:lnTo>
                    <a:pt x="391277" y="864448"/>
                  </a:lnTo>
                  <a:lnTo>
                    <a:pt x="392122" y="1518765"/>
                  </a:lnTo>
                  <a:lnTo>
                    <a:pt x="392122" y="1518765"/>
                  </a:lnTo>
                  <a:lnTo>
                    <a:pt x="392967" y="1518765"/>
                  </a:lnTo>
                  <a:lnTo>
                    <a:pt x="393812" y="845638"/>
                  </a:lnTo>
                  <a:lnTo>
                    <a:pt x="394658" y="846044"/>
                  </a:lnTo>
                  <a:lnTo>
                    <a:pt x="395503" y="858874"/>
                  </a:lnTo>
                  <a:lnTo>
                    <a:pt x="396348" y="877372"/>
                  </a:lnTo>
                  <a:lnTo>
                    <a:pt x="397193" y="842854"/>
                  </a:lnTo>
                  <a:lnTo>
                    <a:pt x="398038" y="846457"/>
                  </a:lnTo>
                  <a:lnTo>
                    <a:pt x="398883" y="899071"/>
                  </a:lnTo>
                  <a:lnTo>
                    <a:pt x="399728" y="925306"/>
                  </a:lnTo>
                  <a:lnTo>
                    <a:pt x="400573" y="995208"/>
                  </a:lnTo>
                  <a:lnTo>
                    <a:pt x="401418" y="1010642"/>
                  </a:lnTo>
                  <a:lnTo>
                    <a:pt x="402263" y="1063960"/>
                  </a:lnTo>
                  <a:lnTo>
                    <a:pt x="403108" y="1024156"/>
                  </a:lnTo>
                  <a:lnTo>
                    <a:pt x="403954" y="980403"/>
                  </a:lnTo>
                  <a:lnTo>
                    <a:pt x="404799" y="983327"/>
                  </a:lnTo>
                  <a:lnTo>
                    <a:pt x="405644" y="984940"/>
                  </a:lnTo>
                  <a:lnTo>
                    <a:pt x="406489" y="1007163"/>
                  </a:lnTo>
                  <a:lnTo>
                    <a:pt x="407334" y="966549"/>
                  </a:lnTo>
                  <a:lnTo>
                    <a:pt x="408179" y="995420"/>
                  </a:lnTo>
                  <a:lnTo>
                    <a:pt x="409024" y="1126703"/>
                  </a:lnTo>
                  <a:lnTo>
                    <a:pt x="409869" y="1116252"/>
                  </a:lnTo>
                  <a:lnTo>
                    <a:pt x="410714" y="1103566"/>
                  </a:lnTo>
                  <a:lnTo>
                    <a:pt x="411559" y="1033773"/>
                  </a:lnTo>
                  <a:lnTo>
                    <a:pt x="412404" y="1034123"/>
                  </a:lnTo>
                  <a:lnTo>
                    <a:pt x="413250" y="1043487"/>
                  </a:lnTo>
                  <a:lnTo>
                    <a:pt x="414095" y="1102835"/>
                  </a:lnTo>
                  <a:lnTo>
                    <a:pt x="414940" y="1108728"/>
                  </a:lnTo>
                  <a:lnTo>
                    <a:pt x="415785" y="1180528"/>
                  </a:lnTo>
                  <a:lnTo>
                    <a:pt x="416630" y="1518765"/>
                  </a:lnTo>
                  <a:lnTo>
                    <a:pt x="416630" y="1518765"/>
                  </a:lnTo>
                  <a:lnTo>
                    <a:pt x="417475" y="1518765"/>
                  </a:lnTo>
                  <a:lnTo>
                    <a:pt x="418320" y="1209381"/>
                  </a:lnTo>
                  <a:lnTo>
                    <a:pt x="419165" y="1197877"/>
                  </a:lnTo>
                  <a:lnTo>
                    <a:pt x="420010" y="1193850"/>
                  </a:lnTo>
                  <a:lnTo>
                    <a:pt x="420855" y="1273998"/>
                  </a:lnTo>
                  <a:lnTo>
                    <a:pt x="421700" y="1280322"/>
                  </a:lnTo>
                  <a:lnTo>
                    <a:pt x="422546" y="1263027"/>
                  </a:lnTo>
                  <a:lnTo>
                    <a:pt x="423391" y="1295125"/>
                  </a:lnTo>
                  <a:lnTo>
                    <a:pt x="424236" y="1325519"/>
                  </a:lnTo>
                  <a:lnTo>
                    <a:pt x="425081" y="1310802"/>
                  </a:lnTo>
                  <a:lnTo>
                    <a:pt x="425926" y="1310052"/>
                  </a:lnTo>
                  <a:lnTo>
                    <a:pt x="426771" y="1295716"/>
                  </a:lnTo>
                  <a:lnTo>
                    <a:pt x="427616" y="1518765"/>
                  </a:lnTo>
                  <a:lnTo>
                    <a:pt x="427616" y="1518765"/>
                  </a:lnTo>
                  <a:lnTo>
                    <a:pt x="428461" y="1518765"/>
                  </a:lnTo>
                  <a:lnTo>
                    <a:pt x="429306" y="1262581"/>
                  </a:lnTo>
                  <a:lnTo>
                    <a:pt x="430151" y="1302780"/>
                  </a:lnTo>
                  <a:lnTo>
                    <a:pt x="430996" y="1349586"/>
                  </a:lnTo>
                  <a:lnTo>
                    <a:pt x="431842" y="1321635"/>
                  </a:lnTo>
                  <a:lnTo>
                    <a:pt x="432687" y="1327014"/>
                  </a:lnTo>
                  <a:lnTo>
                    <a:pt x="433532" y="1347501"/>
                  </a:lnTo>
                  <a:lnTo>
                    <a:pt x="434377" y="1348761"/>
                  </a:lnTo>
                  <a:lnTo>
                    <a:pt x="435222" y="1341339"/>
                  </a:lnTo>
                  <a:lnTo>
                    <a:pt x="436067" y="1333880"/>
                  </a:lnTo>
                  <a:lnTo>
                    <a:pt x="436912" y="1332402"/>
                  </a:lnTo>
                  <a:lnTo>
                    <a:pt x="437757" y="1331569"/>
                  </a:lnTo>
                  <a:lnTo>
                    <a:pt x="438602" y="1307882"/>
                  </a:lnTo>
                  <a:lnTo>
                    <a:pt x="439447" y="1278476"/>
                  </a:lnTo>
                  <a:lnTo>
                    <a:pt x="440292" y="1270888"/>
                  </a:lnTo>
                  <a:lnTo>
                    <a:pt x="441138" y="1208326"/>
                  </a:lnTo>
                  <a:lnTo>
                    <a:pt x="441983" y="1209319"/>
                  </a:lnTo>
                  <a:lnTo>
                    <a:pt x="442828" y="1165619"/>
                  </a:lnTo>
                  <a:lnTo>
                    <a:pt x="443673" y="1085185"/>
                  </a:lnTo>
                  <a:lnTo>
                    <a:pt x="444518" y="1518765"/>
                  </a:lnTo>
                  <a:lnTo>
                    <a:pt x="444518" y="1518765"/>
                  </a:lnTo>
                  <a:lnTo>
                    <a:pt x="445363" y="1052078"/>
                  </a:lnTo>
                  <a:lnTo>
                    <a:pt x="446208" y="1076452"/>
                  </a:lnTo>
                  <a:lnTo>
                    <a:pt x="447053" y="1050353"/>
                  </a:lnTo>
                  <a:lnTo>
                    <a:pt x="447898" y="1057412"/>
                  </a:lnTo>
                  <a:lnTo>
                    <a:pt x="448743" y="1102079"/>
                  </a:lnTo>
                  <a:lnTo>
                    <a:pt x="449589" y="1120282"/>
                  </a:lnTo>
                  <a:lnTo>
                    <a:pt x="450434" y="1162513"/>
                  </a:lnTo>
                  <a:lnTo>
                    <a:pt x="451279" y="1099095"/>
                  </a:lnTo>
                  <a:lnTo>
                    <a:pt x="452124" y="1518765"/>
                  </a:lnTo>
                  <a:lnTo>
                    <a:pt x="452124" y="1518765"/>
                  </a:lnTo>
                  <a:lnTo>
                    <a:pt x="452969" y="1518765"/>
                  </a:lnTo>
                  <a:lnTo>
                    <a:pt x="453814" y="1266259"/>
                  </a:lnTo>
                  <a:lnTo>
                    <a:pt x="454659" y="1275255"/>
                  </a:lnTo>
                  <a:lnTo>
                    <a:pt x="455504" y="1278161"/>
                  </a:lnTo>
                  <a:lnTo>
                    <a:pt x="456349" y="1324835"/>
                  </a:lnTo>
                  <a:lnTo>
                    <a:pt x="457194" y="1264501"/>
                  </a:lnTo>
                  <a:lnTo>
                    <a:pt x="458039" y="1191975"/>
                  </a:lnTo>
                  <a:lnTo>
                    <a:pt x="458885" y="1134952"/>
                  </a:lnTo>
                  <a:lnTo>
                    <a:pt x="459730" y="1144755"/>
                  </a:lnTo>
                  <a:lnTo>
                    <a:pt x="460575" y="1164495"/>
                  </a:lnTo>
                  <a:lnTo>
                    <a:pt x="461420" y="1141817"/>
                  </a:lnTo>
                  <a:lnTo>
                    <a:pt x="462265" y="1173470"/>
                  </a:lnTo>
                  <a:lnTo>
                    <a:pt x="463110" y="1073287"/>
                  </a:lnTo>
                  <a:lnTo>
                    <a:pt x="463955" y="1104256"/>
                  </a:lnTo>
                  <a:lnTo>
                    <a:pt x="464800" y="1105911"/>
                  </a:lnTo>
                  <a:lnTo>
                    <a:pt x="465645" y="1048896"/>
                  </a:lnTo>
                  <a:lnTo>
                    <a:pt x="466490" y="1052481"/>
                  </a:lnTo>
                  <a:lnTo>
                    <a:pt x="467335" y="997535"/>
                  </a:lnTo>
                  <a:lnTo>
                    <a:pt x="468181" y="1048177"/>
                  </a:lnTo>
                  <a:lnTo>
                    <a:pt x="469026" y="1037261"/>
                  </a:lnTo>
                  <a:lnTo>
                    <a:pt x="469871" y="1023283"/>
                  </a:lnTo>
                  <a:lnTo>
                    <a:pt x="470716" y="1040229"/>
                  </a:lnTo>
                  <a:lnTo>
                    <a:pt x="471561" y="1038129"/>
                  </a:lnTo>
                  <a:lnTo>
                    <a:pt x="472406" y="1072166"/>
                  </a:lnTo>
                  <a:lnTo>
                    <a:pt x="473251" y="1094898"/>
                  </a:lnTo>
                  <a:lnTo>
                    <a:pt x="474096" y="1080142"/>
                  </a:lnTo>
                  <a:lnTo>
                    <a:pt x="474941" y="1087675"/>
                  </a:lnTo>
                  <a:lnTo>
                    <a:pt x="475786" y="1073603"/>
                  </a:lnTo>
                  <a:lnTo>
                    <a:pt x="476631" y="1032143"/>
                  </a:lnTo>
                  <a:lnTo>
                    <a:pt x="477477" y="1014324"/>
                  </a:lnTo>
                  <a:lnTo>
                    <a:pt x="478322" y="991017"/>
                  </a:lnTo>
                  <a:lnTo>
                    <a:pt x="479167" y="960983"/>
                  </a:lnTo>
                  <a:lnTo>
                    <a:pt x="480012" y="975440"/>
                  </a:lnTo>
                  <a:lnTo>
                    <a:pt x="480857" y="974743"/>
                  </a:lnTo>
                  <a:lnTo>
                    <a:pt x="481702" y="993658"/>
                  </a:lnTo>
                  <a:lnTo>
                    <a:pt x="482547" y="1067141"/>
                  </a:lnTo>
                  <a:lnTo>
                    <a:pt x="483392" y="1169621"/>
                  </a:lnTo>
                  <a:lnTo>
                    <a:pt x="484237" y="1518765"/>
                  </a:lnTo>
                  <a:lnTo>
                    <a:pt x="484237" y="1518765"/>
                  </a:lnTo>
                  <a:lnTo>
                    <a:pt x="485082" y="1518765"/>
                  </a:lnTo>
                  <a:lnTo>
                    <a:pt x="485927" y="1160099"/>
                  </a:lnTo>
                  <a:lnTo>
                    <a:pt x="486773" y="1129848"/>
                  </a:lnTo>
                  <a:lnTo>
                    <a:pt x="487618" y="1126690"/>
                  </a:lnTo>
                  <a:lnTo>
                    <a:pt x="488463" y="1049734"/>
                  </a:lnTo>
                  <a:lnTo>
                    <a:pt x="489308" y="1036955"/>
                  </a:lnTo>
                  <a:lnTo>
                    <a:pt x="490153" y="1092489"/>
                  </a:lnTo>
                  <a:lnTo>
                    <a:pt x="490998" y="1155404"/>
                  </a:lnTo>
                  <a:lnTo>
                    <a:pt x="491843" y="1170078"/>
                  </a:lnTo>
                  <a:lnTo>
                    <a:pt x="492688" y="1098059"/>
                  </a:lnTo>
                  <a:lnTo>
                    <a:pt x="493533" y="1109265"/>
                  </a:lnTo>
                  <a:lnTo>
                    <a:pt x="494378" y="1076281"/>
                  </a:lnTo>
                  <a:lnTo>
                    <a:pt x="495223" y="1051638"/>
                  </a:lnTo>
                  <a:lnTo>
                    <a:pt x="496069" y="1077341"/>
                  </a:lnTo>
                  <a:lnTo>
                    <a:pt x="496914" y="1040321"/>
                  </a:lnTo>
                  <a:lnTo>
                    <a:pt x="497759" y="1035586"/>
                  </a:lnTo>
                  <a:lnTo>
                    <a:pt x="498604" y="1005770"/>
                  </a:lnTo>
                  <a:lnTo>
                    <a:pt x="499449" y="1046894"/>
                  </a:lnTo>
                  <a:lnTo>
                    <a:pt x="500294" y="1011041"/>
                  </a:lnTo>
                  <a:lnTo>
                    <a:pt x="501139" y="1518765"/>
                  </a:lnTo>
                  <a:lnTo>
                    <a:pt x="501139" y="1518765"/>
                  </a:lnTo>
                  <a:lnTo>
                    <a:pt x="501984" y="1067697"/>
                  </a:lnTo>
                  <a:lnTo>
                    <a:pt x="502829" y="1046712"/>
                  </a:lnTo>
                  <a:lnTo>
                    <a:pt x="503674" y="1079520"/>
                  </a:lnTo>
                  <a:lnTo>
                    <a:pt x="504520" y="1084777"/>
                  </a:lnTo>
                  <a:lnTo>
                    <a:pt x="505365" y="1028879"/>
                  </a:lnTo>
                  <a:lnTo>
                    <a:pt x="506210" y="1054333"/>
                  </a:lnTo>
                  <a:lnTo>
                    <a:pt x="507055" y="1026415"/>
                  </a:lnTo>
                  <a:lnTo>
                    <a:pt x="507900" y="1027287"/>
                  </a:lnTo>
                  <a:lnTo>
                    <a:pt x="508745" y="1028649"/>
                  </a:lnTo>
                  <a:lnTo>
                    <a:pt x="509590" y="977871"/>
                  </a:lnTo>
                  <a:lnTo>
                    <a:pt x="510435" y="1066473"/>
                  </a:lnTo>
                  <a:lnTo>
                    <a:pt x="511280" y="1075016"/>
                  </a:lnTo>
                  <a:lnTo>
                    <a:pt x="512125" y="1145023"/>
                  </a:lnTo>
                  <a:lnTo>
                    <a:pt x="512970" y="1170213"/>
                  </a:lnTo>
                  <a:lnTo>
                    <a:pt x="513816" y="1158570"/>
                  </a:lnTo>
                  <a:lnTo>
                    <a:pt x="514661" y="1216780"/>
                  </a:lnTo>
                  <a:lnTo>
                    <a:pt x="515506" y="1311502"/>
                  </a:lnTo>
                  <a:lnTo>
                    <a:pt x="516351" y="1366376"/>
                  </a:lnTo>
                  <a:lnTo>
                    <a:pt x="517196" y="1518765"/>
                  </a:lnTo>
                  <a:lnTo>
                    <a:pt x="517196" y="1518765"/>
                  </a:lnTo>
                  <a:lnTo>
                    <a:pt x="518041" y="1350849"/>
                  </a:lnTo>
                  <a:lnTo>
                    <a:pt x="518886" y="1403705"/>
                  </a:lnTo>
                  <a:lnTo>
                    <a:pt x="519731" y="1365320"/>
                  </a:lnTo>
                  <a:lnTo>
                    <a:pt x="520576" y="1394934"/>
                  </a:lnTo>
                  <a:lnTo>
                    <a:pt x="521421" y="1370167"/>
                  </a:lnTo>
                  <a:lnTo>
                    <a:pt x="522266" y="1361289"/>
                  </a:lnTo>
                  <a:lnTo>
                    <a:pt x="523112" y="1411182"/>
                  </a:lnTo>
                  <a:lnTo>
                    <a:pt x="523957" y="1361327"/>
                  </a:lnTo>
                  <a:lnTo>
                    <a:pt x="524802" y="1388583"/>
                  </a:lnTo>
                  <a:lnTo>
                    <a:pt x="525647" y="1518765"/>
                  </a:lnTo>
                  <a:lnTo>
                    <a:pt x="525647" y="1518765"/>
                  </a:lnTo>
                  <a:lnTo>
                    <a:pt x="526492" y="1518765"/>
                  </a:lnTo>
                  <a:lnTo>
                    <a:pt x="527337" y="1352952"/>
                  </a:lnTo>
                  <a:lnTo>
                    <a:pt x="528182" y="1284805"/>
                  </a:lnTo>
                  <a:lnTo>
                    <a:pt x="529027" y="1270759"/>
                  </a:lnTo>
                  <a:lnTo>
                    <a:pt x="529872" y="1239731"/>
                  </a:lnTo>
                  <a:lnTo>
                    <a:pt x="530717" y="1239664"/>
                  </a:lnTo>
                  <a:lnTo>
                    <a:pt x="531562" y="1193751"/>
                  </a:lnTo>
                  <a:lnTo>
                    <a:pt x="532408" y="1177022"/>
                  </a:lnTo>
                  <a:lnTo>
                    <a:pt x="533253" y="1155966"/>
                  </a:lnTo>
                  <a:lnTo>
                    <a:pt x="534098" y="1230903"/>
                  </a:lnTo>
                  <a:lnTo>
                    <a:pt x="534943" y="1225995"/>
                  </a:lnTo>
                  <a:lnTo>
                    <a:pt x="535788" y="1190975"/>
                  </a:lnTo>
                  <a:lnTo>
                    <a:pt x="536633" y="1127645"/>
                  </a:lnTo>
                  <a:lnTo>
                    <a:pt x="537478" y="1137187"/>
                  </a:lnTo>
                  <a:lnTo>
                    <a:pt x="538323" y="1518765"/>
                  </a:lnTo>
                  <a:lnTo>
                    <a:pt x="538323" y="1518765"/>
                  </a:lnTo>
                  <a:lnTo>
                    <a:pt x="539168" y="1205941"/>
                  </a:lnTo>
                  <a:lnTo>
                    <a:pt x="540013" y="1518765"/>
                  </a:lnTo>
                  <a:lnTo>
                    <a:pt x="540013" y="1518765"/>
                  </a:lnTo>
                  <a:lnTo>
                    <a:pt x="540858" y="1518765"/>
                  </a:lnTo>
                  <a:lnTo>
                    <a:pt x="541704" y="1224952"/>
                  </a:lnTo>
                  <a:lnTo>
                    <a:pt x="542549" y="1142291"/>
                  </a:lnTo>
                  <a:lnTo>
                    <a:pt x="543394" y="1154174"/>
                  </a:lnTo>
                  <a:lnTo>
                    <a:pt x="544239" y="1167869"/>
                  </a:lnTo>
                  <a:lnTo>
                    <a:pt x="545084" y="1170926"/>
                  </a:lnTo>
                  <a:lnTo>
                    <a:pt x="545929" y="1131099"/>
                  </a:lnTo>
                  <a:lnTo>
                    <a:pt x="546774" y="1180666"/>
                  </a:lnTo>
                  <a:lnTo>
                    <a:pt x="547619" y="1518765"/>
                  </a:lnTo>
                  <a:lnTo>
                    <a:pt x="547619" y="1518765"/>
                  </a:lnTo>
                  <a:lnTo>
                    <a:pt x="548464" y="1224306"/>
                  </a:lnTo>
                  <a:lnTo>
                    <a:pt x="549309" y="1157618"/>
                  </a:lnTo>
                  <a:lnTo>
                    <a:pt x="550154" y="1107274"/>
                  </a:lnTo>
                  <a:lnTo>
                    <a:pt x="551000" y="1130156"/>
                  </a:lnTo>
                  <a:lnTo>
                    <a:pt x="551845" y="1083307"/>
                  </a:lnTo>
                  <a:lnTo>
                    <a:pt x="552690" y="1086329"/>
                  </a:lnTo>
                  <a:lnTo>
                    <a:pt x="553535" y="1058688"/>
                  </a:lnTo>
                  <a:lnTo>
                    <a:pt x="554380" y="1056762"/>
                  </a:lnTo>
                  <a:lnTo>
                    <a:pt x="555225" y="1080747"/>
                  </a:lnTo>
                  <a:lnTo>
                    <a:pt x="556070" y="1052758"/>
                  </a:lnTo>
                  <a:lnTo>
                    <a:pt x="556915" y="1084054"/>
                  </a:lnTo>
                  <a:lnTo>
                    <a:pt x="557760" y="1086011"/>
                  </a:lnTo>
                  <a:lnTo>
                    <a:pt x="558605" y="1086793"/>
                  </a:lnTo>
                  <a:lnTo>
                    <a:pt x="559450" y="1112364"/>
                  </a:lnTo>
                  <a:lnTo>
                    <a:pt x="560296" y="1518765"/>
                  </a:lnTo>
                  <a:lnTo>
                    <a:pt x="560296" y="1518765"/>
                  </a:lnTo>
                  <a:lnTo>
                    <a:pt x="561141" y="1518765"/>
                  </a:lnTo>
                  <a:lnTo>
                    <a:pt x="561986" y="1165028"/>
                  </a:lnTo>
                  <a:lnTo>
                    <a:pt x="562831" y="1518765"/>
                  </a:lnTo>
                  <a:lnTo>
                    <a:pt x="562831" y="1518765"/>
                  </a:lnTo>
                  <a:lnTo>
                    <a:pt x="563676" y="1518765"/>
                  </a:lnTo>
                  <a:lnTo>
                    <a:pt x="564521" y="1518765"/>
                  </a:lnTo>
                  <a:lnTo>
                    <a:pt x="565366" y="1518765"/>
                  </a:lnTo>
                  <a:lnTo>
                    <a:pt x="566211" y="1317861"/>
                  </a:lnTo>
                  <a:lnTo>
                    <a:pt x="567056" y="1321668"/>
                  </a:lnTo>
                  <a:lnTo>
                    <a:pt x="567901" y="1243110"/>
                  </a:lnTo>
                  <a:lnTo>
                    <a:pt x="568747" y="1266188"/>
                  </a:lnTo>
                  <a:lnTo>
                    <a:pt x="569592" y="1269259"/>
                  </a:lnTo>
                  <a:lnTo>
                    <a:pt x="570437" y="1313868"/>
                  </a:lnTo>
                  <a:lnTo>
                    <a:pt x="571282" y="1518765"/>
                  </a:lnTo>
                  <a:lnTo>
                    <a:pt x="571282" y="1518765"/>
                  </a:lnTo>
                  <a:lnTo>
                    <a:pt x="572127" y="1518765"/>
                  </a:lnTo>
                  <a:lnTo>
                    <a:pt x="572972" y="1518765"/>
                  </a:lnTo>
                  <a:lnTo>
                    <a:pt x="573817" y="1518765"/>
                  </a:lnTo>
                  <a:lnTo>
                    <a:pt x="574662" y="1157052"/>
                  </a:lnTo>
                  <a:lnTo>
                    <a:pt x="575507" y="1132122"/>
                  </a:lnTo>
                  <a:lnTo>
                    <a:pt x="576352" y="1085115"/>
                  </a:lnTo>
                  <a:lnTo>
                    <a:pt x="577197" y="1106211"/>
                  </a:lnTo>
                  <a:lnTo>
                    <a:pt x="578043" y="1107052"/>
                  </a:lnTo>
                  <a:lnTo>
                    <a:pt x="578888" y="1065124"/>
                  </a:lnTo>
                  <a:lnTo>
                    <a:pt x="579733" y="1122376"/>
                  </a:lnTo>
                  <a:lnTo>
                    <a:pt x="580578" y="1178441"/>
                  </a:lnTo>
                  <a:lnTo>
                    <a:pt x="581423" y="1175264"/>
                  </a:lnTo>
                  <a:lnTo>
                    <a:pt x="582268" y="1175809"/>
                  </a:lnTo>
                  <a:lnTo>
                    <a:pt x="583113" y="1101909"/>
                  </a:lnTo>
                  <a:lnTo>
                    <a:pt x="583958" y="1093102"/>
                  </a:lnTo>
                  <a:lnTo>
                    <a:pt x="584803" y="1102416"/>
                  </a:lnTo>
                  <a:lnTo>
                    <a:pt x="585648" y="1044021"/>
                  </a:lnTo>
                  <a:lnTo>
                    <a:pt x="586493" y="1084251"/>
                  </a:lnTo>
                  <a:lnTo>
                    <a:pt x="587339" y="1083735"/>
                  </a:lnTo>
                  <a:lnTo>
                    <a:pt x="588184" y="1066385"/>
                  </a:lnTo>
                  <a:lnTo>
                    <a:pt x="589029" y="1115100"/>
                  </a:lnTo>
                  <a:lnTo>
                    <a:pt x="589874" y="1097777"/>
                  </a:lnTo>
                  <a:lnTo>
                    <a:pt x="590719" y="1156207"/>
                  </a:lnTo>
                  <a:lnTo>
                    <a:pt x="591564" y="1205494"/>
                  </a:lnTo>
                  <a:lnTo>
                    <a:pt x="592409" y="1262089"/>
                  </a:lnTo>
                  <a:lnTo>
                    <a:pt x="593254" y="1304824"/>
                  </a:lnTo>
                  <a:lnTo>
                    <a:pt x="594099" y="1256742"/>
                  </a:lnTo>
                  <a:lnTo>
                    <a:pt x="594944" y="1208359"/>
                  </a:lnTo>
                  <a:lnTo>
                    <a:pt x="595789" y="1176105"/>
                  </a:lnTo>
                  <a:lnTo>
                    <a:pt x="596635" y="1151688"/>
                  </a:lnTo>
                  <a:lnTo>
                    <a:pt x="597480" y="1518765"/>
                  </a:lnTo>
                  <a:lnTo>
                    <a:pt x="597480" y="1518765"/>
                  </a:lnTo>
                  <a:lnTo>
                    <a:pt x="598325" y="1121878"/>
                  </a:lnTo>
                  <a:lnTo>
                    <a:pt x="599170" y="1518765"/>
                  </a:lnTo>
                  <a:lnTo>
                    <a:pt x="599170" y="1518765"/>
                  </a:lnTo>
                  <a:lnTo>
                    <a:pt x="600015" y="1094169"/>
                  </a:lnTo>
                  <a:lnTo>
                    <a:pt x="600860" y="1120081"/>
                  </a:lnTo>
                  <a:lnTo>
                    <a:pt x="601705" y="1065992"/>
                  </a:lnTo>
                  <a:lnTo>
                    <a:pt x="602550" y="1051794"/>
                  </a:lnTo>
                  <a:lnTo>
                    <a:pt x="603395" y="1069072"/>
                  </a:lnTo>
                  <a:lnTo>
                    <a:pt x="604240" y="1051812"/>
                  </a:lnTo>
                  <a:lnTo>
                    <a:pt x="605085" y="1087615"/>
                  </a:lnTo>
                  <a:lnTo>
                    <a:pt x="605931" y="1066093"/>
                  </a:lnTo>
                  <a:lnTo>
                    <a:pt x="606776" y="1082886"/>
                  </a:lnTo>
                  <a:lnTo>
                    <a:pt x="607621" y="1111532"/>
                  </a:lnTo>
                  <a:lnTo>
                    <a:pt x="608466" y="1117364"/>
                  </a:lnTo>
                  <a:lnTo>
                    <a:pt x="609311" y="1172853"/>
                  </a:lnTo>
                  <a:lnTo>
                    <a:pt x="610156" y="1146094"/>
                  </a:lnTo>
                  <a:lnTo>
                    <a:pt x="611001" y="1152246"/>
                  </a:lnTo>
                  <a:lnTo>
                    <a:pt x="611846" y="1518765"/>
                  </a:lnTo>
                  <a:lnTo>
                    <a:pt x="611846" y="1518765"/>
                  </a:lnTo>
                  <a:lnTo>
                    <a:pt x="612691" y="1137047"/>
                  </a:lnTo>
                  <a:lnTo>
                    <a:pt x="613536" y="1518765"/>
                  </a:lnTo>
                  <a:lnTo>
                    <a:pt x="613536" y="1518765"/>
                  </a:lnTo>
                  <a:lnTo>
                    <a:pt x="614381" y="1137848"/>
                  </a:lnTo>
                  <a:lnTo>
                    <a:pt x="615227" y="1131935"/>
                  </a:lnTo>
                  <a:lnTo>
                    <a:pt x="616072" y="1518765"/>
                  </a:lnTo>
                  <a:lnTo>
                    <a:pt x="616072" y="1518765"/>
                  </a:lnTo>
                  <a:lnTo>
                    <a:pt x="616917" y="1518765"/>
                  </a:lnTo>
                  <a:lnTo>
                    <a:pt x="617762" y="1102467"/>
                  </a:lnTo>
                  <a:lnTo>
                    <a:pt x="618607" y="1123285"/>
                  </a:lnTo>
                  <a:lnTo>
                    <a:pt x="619452" y="1161416"/>
                  </a:lnTo>
                  <a:lnTo>
                    <a:pt x="620297" y="1149954"/>
                  </a:lnTo>
                  <a:lnTo>
                    <a:pt x="621142" y="1159199"/>
                  </a:lnTo>
                  <a:lnTo>
                    <a:pt x="621987" y="1207317"/>
                  </a:lnTo>
                  <a:lnTo>
                    <a:pt x="622832" y="1298633"/>
                  </a:lnTo>
                  <a:lnTo>
                    <a:pt x="623677" y="1321492"/>
                  </a:lnTo>
                  <a:lnTo>
                    <a:pt x="624523" y="1316803"/>
                  </a:lnTo>
                  <a:lnTo>
                    <a:pt x="625368" y="1282163"/>
                  </a:lnTo>
                  <a:lnTo>
                    <a:pt x="626213" y="1222880"/>
                  </a:lnTo>
                  <a:lnTo>
                    <a:pt x="627058" y="1199799"/>
                  </a:lnTo>
                  <a:lnTo>
                    <a:pt x="627903" y="1171199"/>
                  </a:lnTo>
                  <a:lnTo>
                    <a:pt x="628748" y="1162511"/>
                  </a:lnTo>
                  <a:lnTo>
                    <a:pt x="629593" y="1155799"/>
                  </a:lnTo>
                  <a:lnTo>
                    <a:pt x="630438" y="1121597"/>
                  </a:lnTo>
                  <a:lnTo>
                    <a:pt x="631283" y="1147686"/>
                  </a:lnTo>
                  <a:lnTo>
                    <a:pt x="632128" y="1159551"/>
                  </a:lnTo>
                  <a:lnTo>
                    <a:pt x="632974" y="1518765"/>
                  </a:lnTo>
                  <a:lnTo>
                    <a:pt x="632974" y="1518765"/>
                  </a:lnTo>
                  <a:lnTo>
                    <a:pt x="633819" y="1518765"/>
                  </a:lnTo>
                  <a:lnTo>
                    <a:pt x="634664" y="1518765"/>
                  </a:lnTo>
                  <a:lnTo>
                    <a:pt x="635509" y="1300559"/>
                  </a:lnTo>
                  <a:lnTo>
                    <a:pt x="636354" y="1276716"/>
                  </a:lnTo>
                  <a:lnTo>
                    <a:pt x="637199" y="1228552"/>
                  </a:lnTo>
                  <a:lnTo>
                    <a:pt x="638044" y="1245287"/>
                  </a:lnTo>
                  <a:lnTo>
                    <a:pt x="638889" y="1282406"/>
                  </a:lnTo>
                  <a:lnTo>
                    <a:pt x="639734" y="1311954"/>
                  </a:lnTo>
                  <a:lnTo>
                    <a:pt x="640579" y="1518765"/>
                  </a:lnTo>
                  <a:lnTo>
                    <a:pt x="640579" y="1518765"/>
                  </a:lnTo>
                  <a:lnTo>
                    <a:pt x="641424" y="1518765"/>
                  </a:lnTo>
                  <a:lnTo>
                    <a:pt x="642270" y="1518765"/>
                  </a:lnTo>
                  <a:lnTo>
                    <a:pt x="643115" y="1518765"/>
                  </a:lnTo>
                  <a:lnTo>
                    <a:pt x="643960" y="1518765"/>
                  </a:lnTo>
                  <a:lnTo>
                    <a:pt x="644805" y="1180493"/>
                  </a:lnTo>
                  <a:lnTo>
                    <a:pt x="645650" y="1166866"/>
                  </a:lnTo>
                  <a:lnTo>
                    <a:pt x="646495" y="1138013"/>
                  </a:lnTo>
                  <a:lnTo>
                    <a:pt x="647340" y="1140397"/>
                  </a:lnTo>
                  <a:lnTo>
                    <a:pt x="648185" y="1174507"/>
                  </a:lnTo>
                  <a:lnTo>
                    <a:pt x="649030" y="1182393"/>
                  </a:lnTo>
                  <a:lnTo>
                    <a:pt x="649875" y="1156597"/>
                  </a:lnTo>
                  <a:lnTo>
                    <a:pt x="650720" y="1518765"/>
                  </a:lnTo>
                  <a:lnTo>
                    <a:pt x="650720" y="1518765"/>
                  </a:lnTo>
                  <a:lnTo>
                    <a:pt x="651566" y="1518765"/>
                  </a:lnTo>
                  <a:lnTo>
                    <a:pt x="652411" y="1159565"/>
                  </a:lnTo>
                  <a:lnTo>
                    <a:pt x="653256" y="1132305"/>
                  </a:lnTo>
                  <a:lnTo>
                    <a:pt x="654101" y="1146138"/>
                  </a:lnTo>
                  <a:lnTo>
                    <a:pt x="654946" y="1184933"/>
                  </a:lnTo>
                  <a:lnTo>
                    <a:pt x="655791" y="1183838"/>
                  </a:lnTo>
                  <a:lnTo>
                    <a:pt x="656636" y="1518765"/>
                  </a:lnTo>
                  <a:lnTo>
                    <a:pt x="656636" y="1518765"/>
                  </a:lnTo>
                  <a:lnTo>
                    <a:pt x="657481" y="1201352"/>
                  </a:lnTo>
                  <a:lnTo>
                    <a:pt x="658326" y="1244604"/>
                  </a:lnTo>
                  <a:lnTo>
                    <a:pt x="659171" y="1265184"/>
                  </a:lnTo>
                  <a:lnTo>
                    <a:pt x="660016" y="1220969"/>
                  </a:lnTo>
                  <a:lnTo>
                    <a:pt x="660862" y="1242519"/>
                  </a:lnTo>
                  <a:lnTo>
                    <a:pt x="661707" y="1314793"/>
                  </a:lnTo>
                  <a:lnTo>
                    <a:pt x="662552" y="1290145"/>
                  </a:lnTo>
                  <a:lnTo>
                    <a:pt x="663397" y="1290890"/>
                  </a:lnTo>
                  <a:lnTo>
                    <a:pt x="664242" y="1277427"/>
                  </a:lnTo>
                  <a:lnTo>
                    <a:pt x="665087" y="1322694"/>
                  </a:lnTo>
                  <a:lnTo>
                    <a:pt x="665932" y="1309056"/>
                  </a:lnTo>
                  <a:lnTo>
                    <a:pt x="666777" y="1305906"/>
                  </a:lnTo>
                  <a:lnTo>
                    <a:pt x="667622" y="1293955"/>
                  </a:lnTo>
                  <a:lnTo>
                    <a:pt x="668467" y="1321042"/>
                  </a:lnTo>
                  <a:lnTo>
                    <a:pt x="669312" y="1518765"/>
                  </a:lnTo>
                  <a:lnTo>
                    <a:pt x="669312" y="1518765"/>
                  </a:lnTo>
                  <a:lnTo>
                    <a:pt x="670158" y="1518765"/>
                  </a:lnTo>
                  <a:lnTo>
                    <a:pt x="671003" y="1177289"/>
                  </a:lnTo>
                  <a:lnTo>
                    <a:pt x="671848" y="1165412"/>
                  </a:lnTo>
                  <a:lnTo>
                    <a:pt x="672693" y="1169768"/>
                  </a:lnTo>
                  <a:lnTo>
                    <a:pt x="673538" y="1126275"/>
                  </a:lnTo>
                  <a:lnTo>
                    <a:pt x="674383" y="1073431"/>
                  </a:lnTo>
                  <a:lnTo>
                    <a:pt x="675228" y="1074608"/>
                  </a:lnTo>
                  <a:lnTo>
                    <a:pt x="676073" y="1068569"/>
                  </a:lnTo>
                  <a:lnTo>
                    <a:pt x="676918" y="1086825"/>
                  </a:lnTo>
                  <a:lnTo>
                    <a:pt x="677763" y="1106222"/>
                  </a:lnTo>
                  <a:lnTo>
                    <a:pt x="678608" y="1037277"/>
                  </a:lnTo>
                  <a:lnTo>
                    <a:pt x="679454" y="1047867"/>
                  </a:lnTo>
                  <a:lnTo>
                    <a:pt x="680299" y="1033039"/>
                  </a:lnTo>
                  <a:lnTo>
                    <a:pt x="681144" y="1035802"/>
                  </a:lnTo>
                  <a:lnTo>
                    <a:pt x="681989" y="1020602"/>
                  </a:lnTo>
                  <a:lnTo>
                    <a:pt x="682834" y="1028045"/>
                  </a:lnTo>
                  <a:lnTo>
                    <a:pt x="683679" y="1025628"/>
                  </a:lnTo>
                  <a:lnTo>
                    <a:pt x="684524" y="1057915"/>
                  </a:lnTo>
                  <a:lnTo>
                    <a:pt x="685369" y="1072168"/>
                  </a:lnTo>
                  <a:lnTo>
                    <a:pt x="686214" y="1518765"/>
                  </a:lnTo>
                  <a:lnTo>
                    <a:pt x="686214" y="1518765"/>
                  </a:lnTo>
                  <a:lnTo>
                    <a:pt x="687059" y="1518765"/>
                  </a:lnTo>
                  <a:lnTo>
                    <a:pt x="687904" y="1518765"/>
                  </a:lnTo>
                  <a:lnTo>
                    <a:pt x="688750" y="973085"/>
                  </a:lnTo>
                  <a:lnTo>
                    <a:pt x="689595" y="944915"/>
                  </a:lnTo>
                  <a:lnTo>
                    <a:pt x="690440" y="939110"/>
                  </a:lnTo>
                  <a:lnTo>
                    <a:pt x="691285" y="959981"/>
                  </a:lnTo>
                  <a:lnTo>
                    <a:pt x="692130" y="943462"/>
                  </a:lnTo>
                  <a:lnTo>
                    <a:pt x="692975" y="907936"/>
                  </a:lnTo>
                  <a:lnTo>
                    <a:pt x="693820" y="868456"/>
                  </a:lnTo>
                  <a:lnTo>
                    <a:pt x="694665" y="859021"/>
                  </a:lnTo>
                  <a:lnTo>
                    <a:pt x="695510" y="840252"/>
                  </a:lnTo>
                  <a:lnTo>
                    <a:pt x="696355" y="853328"/>
                  </a:lnTo>
                  <a:lnTo>
                    <a:pt x="697201" y="947079"/>
                  </a:lnTo>
                  <a:lnTo>
                    <a:pt x="698046" y="873103"/>
                  </a:lnTo>
                  <a:lnTo>
                    <a:pt x="698891" y="898069"/>
                  </a:lnTo>
                  <a:lnTo>
                    <a:pt x="699736" y="882223"/>
                  </a:lnTo>
                  <a:lnTo>
                    <a:pt x="700581" y="895761"/>
                  </a:lnTo>
                  <a:lnTo>
                    <a:pt x="701426" y="939940"/>
                  </a:lnTo>
                  <a:lnTo>
                    <a:pt x="702271" y="849322"/>
                  </a:lnTo>
                  <a:lnTo>
                    <a:pt x="703116" y="895742"/>
                  </a:lnTo>
                  <a:lnTo>
                    <a:pt x="703961" y="841375"/>
                  </a:lnTo>
                  <a:lnTo>
                    <a:pt x="704806" y="803871"/>
                  </a:lnTo>
                  <a:lnTo>
                    <a:pt x="705651" y="874629"/>
                  </a:lnTo>
                  <a:lnTo>
                    <a:pt x="706497" y="781271"/>
                  </a:lnTo>
                  <a:lnTo>
                    <a:pt x="707342" y="817676"/>
                  </a:lnTo>
                  <a:lnTo>
                    <a:pt x="708187" y="781635"/>
                  </a:lnTo>
                  <a:lnTo>
                    <a:pt x="709032" y="850776"/>
                  </a:lnTo>
                  <a:lnTo>
                    <a:pt x="709877" y="893098"/>
                  </a:lnTo>
                  <a:lnTo>
                    <a:pt x="710722" y="959681"/>
                  </a:lnTo>
                  <a:lnTo>
                    <a:pt x="711567" y="1028871"/>
                  </a:lnTo>
                  <a:lnTo>
                    <a:pt x="712412" y="946780"/>
                  </a:lnTo>
                  <a:lnTo>
                    <a:pt x="713257" y="994192"/>
                  </a:lnTo>
                  <a:lnTo>
                    <a:pt x="714102" y="1005239"/>
                  </a:lnTo>
                  <a:lnTo>
                    <a:pt x="714947" y="1106600"/>
                  </a:lnTo>
                  <a:lnTo>
                    <a:pt x="715793" y="1145429"/>
                  </a:lnTo>
                  <a:lnTo>
                    <a:pt x="716638" y="1109634"/>
                  </a:lnTo>
                  <a:lnTo>
                    <a:pt x="717483" y="1131091"/>
                  </a:lnTo>
                  <a:lnTo>
                    <a:pt x="718328" y="1095133"/>
                  </a:lnTo>
                  <a:lnTo>
                    <a:pt x="719173" y="1152895"/>
                  </a:lnTo>
                  <a:lnTo>
                    <a:pt x="720018" y="1179368"/>
                  </a:lnTo>
                  <a:lnTo>
                    <a:pt x="720863" y="1182738"/>
                  </a:lnTo>
                  <a:lnTo>
                    <a:pt x="721708" y="1518765"/>
                  </a:lnTo>
                  <a:lnTo>
                    <a:pt x="721708" y="1518765"/>
                  </a:lnTo>
                  <a:lnTo>
                    <a:pt x="722553" y="1518765"/>
                  </a:lnTo>
                  <a:lnTo>
                    <a:pt x="723398" y="1292967"/>
                  </a:lnTo>
                  <a:lnTo>
                    <a:pt x="724243" y="1276761"/>
                  </a:lnTo>
                  <a:lnTo>
                    <a:pt x="725089" y="1311851"/>
                  </a:lnTo>
                  <a:lnTo>
                    <a:pt x="725934" y="1325155"/>
                  </a:lnTo>
                  <a:lnTo>
                    <a:pt x="726779" y="1351320"/>
                  </a:lnTo>
                  <a:lnTo>
                    <a:pt x="727624" y="1327150"/>
                  </a:lnTo>
                  <a:lnTo>
                    <a:pt x="728469" y="1293476"/>
                  </a:lnTo>
                  <a:lnTo>
                    <a:pt x="729314" y="1254787"/>
                  </a:lnTo>
                  <a:lnTo>
                    <a:pt x="730159" y="1242969"/>
                  </a:lnTo>
                  <a:lnTo>
                    <a:pt x="731004" y="1245535"/>
                  </a:lnTo>
                  <a:lnTo>
                    <a:pt x="731849" y="1255963"/>
                  </a:lnTo>
                  <a:lnTo>
                    <a:pt x="732694" y="1240635"/>
                  </a:lnTo>
                  <a:lnTo>
                    <a:pt x="733539" y="1212924"/>
                  </a:lnTo>
                  <a:lnTo>
                    <a:pt x="734385" y="1197362"/>
                  </a:lnTo>
                  <a:lnTo>
                    <a:pt x="735230" y="1221960"/>
                  </a:lnTo>
                  <a:lnTo>
                    <a:pt x="736075" y="1219105"/>
                  </a:lnTo>
                  <a:lnTo>
                    <a:pt x="736920" y="1207434"/>
                  </a:lnTo>
                  <a:lnTo>
                    <a:pt x="737765" y="1161954"/>
                  </a:lnTo>
                  <a:lnTo>
                    <a:pt x="738610" y="1149788"/>
                  </a:lnTo>
                  <a:lnTo>
                    <a:pt x="739455" y="1174538"/>
                  </a:lnTo>
                  <a:lnTo>
                    <a:pt x="740300" y="1182806"/>
                  </a:lnTo>
                  <a:lnTo>
                    <a:pt x="741145" y="1174873"/>
                  </a:lnTo>
                  <a:lnTo>
                    <a:pt x="741990" y="1233725"/>
                  </a:lnTo>
                  <a:lnTo>
                    <a:pt x="742835" y="1251714"/>
                  </a:lnTo>
                  <a:lnTo>
                    <a:pt x="743681" y="1307970"/>
                  </a:lnTo>
                  <a:lnTo>
                    <a:pt x="744526" y="1314125"/>
                  </a:lnTo>
                  <a:lnTo>
                    <a:pt x="745371" y="1385081"/>
                  </a:lnTo>
                  <a:lnTo>
                    <a:pt x="746216" y="1408527"/>
                  </a:lnTo>
                  <a:lnTo>
                    <a:pt x="747061" y="1420612"/>
                  </a:lnTo>
                  <a:lnTo>
                    <a:pt x="747906" y="1376548"/>
                  </a:lnTo>
                  <a:lnTo>
                    <a:pt x="748751" y="1362548"/>
                  </a:lnTo>
                  <a:lnTo>
                    <a:pt x="749596" y="1351152"/>
                  </a:lnTo>
                  <a:lnTo>
                    <a:pt x="750441" y="1331748"/>
                  </a:lnTo>
                  <a:lnTo>
                    <a:pt x="751286" y="1518765"/>
                  </a:lnTo>
                  <a:lnTo>
                    <a:pt x="751286" y="1518765"/>
                  </a:lnTo>
                  <a:lnTo>
                    <a:pt x="752131" y="1518765"/>
                  </a:lnTo>
                  <a:lnTo>
                    <a:pt x="752977" y="1437693"/>
                  </a:lnTo>
                  <a:lnTo>
                    <a:pt x="753822" y="1371884"/>
                  </a:lnTo>
                  <a:lnTo>
                    <a:pt x="754667" y="1353271"/>
                  </a:lnTo>
                  <a:lnTo>
                    <a:pt x="755512" y="1383632"/>
                  </a:lnTo>
                  <a:lnTo>
                    <a:pt x="756357" y="1386821"/>
                  </a:lnTo>
                  <a:lnTo>
                    <a:pt x="757202" y="1465719"/>
                  </a:lnTo>
                  <a:lnTo>
                    <a:pt x="758047" y="1468386"/>
                  </a:lnTo>
                  <a:lnTo>
                    <a:pt x="758892" y="1459138"/>
                  </a:lnTo>
                  <a:lnTo>
                    <a:pt x="759737" y="1495275"/>
                  </a:lnTo>
                  <a:lnTo>
                    <a:pt x="760582" y="1473124"/>
                  </a:lnTo>
                  <a:lnTo>
                    <a:pt x="761428" y="1449048"/>
                  </a:lnTo>
                  <a:lnTo>
                    <a:pt x="762273" y="1443633"/>
                  </a:lnTo>
                  <a:lnTo>
                    <a:pt x="763118" y="1432376"/>
                  </a:lnTo>
                  <a:lnTo>
                    <a:pt x="763963" y="1446766"/>
                  </a:lnTo>
                  <a:lnTo>
                    <a:pt x="764808" y="1433837"/>
                  </a:lnTo>
                  <a:lnTo>
                    <a:pt x="765653" y="1453581"/>
                  </a:lnTo>
                  <a:lnTo>
                    <a:pt x="766498" y="1466878"/>
                  </a:lnTo>
                  <a:lnTo>
                    <a:pt x="767343" y="1441088"/>
                  </a:lnTo>
                  <a:lnTo>
                    <a:pt x="768188" y="1448406"/>
                  </a:lnTo>
                  <a:lnTo>
                    <a:pt x="769033" y="1458665"/>
                  </a:lnTo>
                  <a:lnTo>
                    <a:pt x="769878" y="1447482"/>
                  </a:lnTo>
                  <a:lnTo>
                    <a:pt x="770724" y="1472332"/>
                  </a:lnTo>
                  <a:lnTo>
                    <a:pt x="771569" y="1425603"/>
                  </a:lnTo>
                  <a:lnTo>
                    <a:pt x="772414" y="1433110"/>
                  </a:lnTo>
                  <a:lnTo>
                    <a:pt x="773259" y="1437425"/>
                  </a:lnTo>
                  <a:lnTo>
                    <a:pt x="774104" y="1437703"/>
                  </a:lnTo>
                  <a:lnTo>
                    <a:pt x="774949" y="1450122"/>
                  </a:lnTo>
                  <a:lnTo>
                    <a:pt x="775794" y="1435919"/>
                  </a:lnTo>
                  <a:lnTo>
                    <a:pt x="776639" y="1438323"/>
                  </a:lnTo>
                  <a:lnTo>
                    <a:pt x="777484" y="1431658"/>
                  </a:lnTo>
                  <a:lnTo>
                    <a:pt x="778329" y="1424927"/>
                  </a:lnTo>
                  <a:lnTo>
                    <a:pt x="779174" y="1430294"/>
                  </a:lnTo>
                  <a:lnTo>
                    <a:pt x="780020" y="1430241"/>
                  </a:lnTo>
                  <a:lnTo>
                    <a:pt x="780865" y="1418547"/>
                  </a:lnTo>
                  <a:lnTo>
                    <a:pt x="781710" y="1406130"/>
                  </a:lnTo>
                  <a:lnTo>
                    <a:pt x="782555" y="1396621"/>
                  </a:lnTo>
                  <a:lnTo>
                    <a:pt x="783400" y="1397573"/>
                  </a:lnTo>
                  <a:lnTo>
                    <a:pt x="784245" y="1427954"/>
                  </a:lnTo>
                  <a:lnTo>
                    <a:pt x="785090" y="1415834"/>
                  </a:lnTo>
                  <a:lnTo>
                    <a:pt x="785935" y="1429326"/>
                  </a:lnTo>
                  <a:lnTo>
                    <a:pt x="786780" y="1411603"/>
                  </a:lnTo>
                  <a:lnTo>
                    <a:pt x="787625" y="1425921"/>
                  </a:lnTo>
                  <a:lnTo>
                    <a:pt x="788470" y="1518765"/>
                  </a:lnTo>
                  <a:lnTo>
                    <a:pt x="788470" y="1518765"/>
                  </a:lnTo>
                  <a:lnTo>
                    <a:pt x="789316" y="1518765"/>
                  </a:lnTo>
                  <a:lnTo>
                    <a:pt x="790161" y="1490720"/>
                  </a:lnTo>
                  <a:lnTo>
                    <a:pt x="791006" y="1445298"/>
                  </a:lnTo>
                  <a:lnTo>
                    <a:pt x="791851" y="1454505"/>
                  </a:lnTo>
                  <a:lnTo>
                    <a:pt x="792696" y="1438436"/>
                  </a:lnTo>
                  <a:lnTo>
                    <a:pt x="793541" y="1429025"/>
                  </a:lnTo>
                  <a:lnTo>
                    <a:pt x="794386" y="1412410"/>
                  </a:lnTo>
                  <a:lnTo>
                    <a:pt x="795231" y="1419071"/>
                  </a:lnTo>
                  <a:lnTo>
                    <a:pt x="796076" y="1407459"/>
                  </a:lnTo>
                  <a:lnTo>
                    <a:pt x="796921" y="1406302"/>
                  </a:lnTo>
                  <a:lnTo>
                    <a:pt x="797766" y="1385685"/>
                  </a:lnTo>
                  <a:lnTo>
                    <a:pt x="798612" y="1377138"/>
                  </a:lnTo>
                  <a:lnTo>
                    <a:pt x="799457" y="1518765"/>
                  </a:lnTo>
                  <a:lnTo>
                    <a:pt x="799457" y="1518765"/>
                  </a:lnTo>
                  <a:lnTo>
                    <a:pt x="800302" y="1518765"/>
                  </a:lnTo>
                  <a:lnTo>
                    <a:pt x="801147" y="1351061"/>
                  </a:lnTo>
                  <a:lnTo>
                    <a:pt x="801992" y="1518765"/>
                  </a:lnTo>
                  <a:lnTo>
                    <a:pt x="801992" y="1518765"/>
                  </a:lnTo>
                  <a:lnTo>
                    <a:pt x="802837" y="1362705"/>
                  </a:lnTo>
                  <a:lnTo>
                    <a:pt x="803682" y="1393747"/>
                  </a:lnTo>
                  <a:lnTo>
                    <a:pt x="804527" y="1396318"/>
                  </a:lnTo>
                  <a:lnTo>
                    <a:pt x="805372" y="1416004"/>
                  </a:lnTo>
                  <a:lnTo>
                    <a:pt x="806217" y="1428640"/>
                  </a:lnTo>
                  <a:lnTo>
                    <a:pt x="807062" y="1399410"/>
                  </a:lnTo>
                  <a:lnTo>
                    <a:pt x="807908" y="1518765"/>
                  </a:lnTo>
                  <a:lnTo>
                    <a:pt x="807908" y="1518765"/>
                  </a:lnTo>
                  <a:lnTo>
                    <a:pt x="808753" y="1518765"/>
                  </a:lnTo>
                  <a:lnTo>
                    <a:pt x="809598" y="1518765"/>
                  </a:lnTo>
                  <a:lnTo>
                    <a:pt x="810443" y="1416510"/>
                  </a:lnTo>
                  <a:lnTo>
                    <a:pt x="811288" y="1467680"/>
                  </a:lnTo>
                  <a:lnTo>
                    <a:pt x="812133" y="1473129"/>
                  </a:lnTo>
                  <a:lnTo>
                    <a:pt x="812978" y="1487218"/>
                  </a:lnTo>
                  <a:lnTo>
                    <a:pt x="813823" y="1469637"/>
                  </a:lnTo>
                  <a:lnTo>
                    <a:pt x="814668" y="1479710"/>
                  </a:lnTo>
                  <a:lnTo>
                    <a:pt x="815513" y="1440260"/>
                  </a:lnTo>
                  <a:lnTo>
                    <a:pt x="816358" y="1429149"/>
                  </a:lnTo>
                  <a:lnTo>
                    <a:pt x="817204" y="1439613"/>
                  </a:lnTo>
                  <a:lnTo>
                    <a:pt x="818049" y="1404683"/>
                  </a:lnTo>
                  <a:lnTo>
                    <a:pt x="818894" y="1405454"/>
                  </a:lnTo>
                  <a:lnTo>
                    <a:pt x="819739" y="1420556"/>
                  </a:lnTo>
                  <a:lnTo>
                    <a:pt x="820584" y="1399719"/>
                  </a:lnTo>
                  <a:lnTo>
                    <a:pt x="821429" y="1394649"/>
                  </a:lnTo>
                  <a:lnTo>
                    <a:pt x="822274" y="1403080"/>
                  </a:lnTo>
                  <a:lnTo>
                    <a:pt x="823119" y="1411007"/>
                  </a:lnTo>
                  <a:lnTo>
                    <a:pt x="823964" y="1413959"/>
                  </a:lnTo>
                  <a:lnTo>
                    <a:pt x="824809" y="1382792"/>
                  </a:lnTo>
                  <a:lnTo>
                    <a:pt x="825655" y="1388438"/>
                  </a:lnTo>
                  <a:lnTo>
                    <a:pt x="826500" y="1420777"/>
                  </a:lnTo>
                  <a:lnTo>
                    <a:pt x="827345" y="1409886"/>
                  </a:lnTo>
                  <a:lnTo>
                    <a:pt x="828190" y="1407030"/>
                  </a:lnTo>
                  <a:lnTo>
                    <a:pt x="829035" y="1381470"/>
                  </a:lnTo>
                  <a:lnTo>
                    <a:pt x="829880" y="1312247"/>
                  </a:lnTo>
                  <a:lnTo>
                    <a:pt x="830725" y="1327563"/>
                  </a:lnTo>
                  <a:lnTo>
                    <a:pt x="831570" y="1320403"/>
                  </a:lnTo>
                  <a:lnTo>
                    <a:pt x="832415" y="1325082"/>
                  </a:lnTo>
                  <a:lnTo>
                    <a:pt x="833260" y="1357552"/>
                  </a:lnTo>
                  <a:lnTo>
                    <a:pt x="834105" y="1318502"/>
                  </a:lnTo>
                  <a:lnTo>
                    <a:pt x="834951" y="1320918"/>
                  </a:lnTo>
                  <a:lnTo>
                    <a:pt x="835796" y="1327169"/>
                  </a:lnTo>
                  <a:lnTo>
                    <a:pt x="836641" y="1311160"/>
                  </a:lnTo>
                  <a:lnTo>
                    <a:pt x="837486" y="1358623"/>
                  </a:lnTo>
                  <a:lnTo>
                    <a:pt x="838331" y="1399841"/>
                  </a:lnTo>
                  <a:lnTo>
                    <a:pt x="839176" y="1387424"/>
                  </a:lnTo>
                  <a:lnTo>
                    <a:pt x="840021" y="1382341"/>
                  </a:lnTo>
                  <a:lnTo>
                    <a:pt x="840866" y="1363695"/>
                  </a:lnTo>
                  <a:lnTo>
                    <a:pt x="841711" y="1385359"/>
                  </a:lnTo>
                  <a:lnTo>
                    <a:pt x="842556" y="1518765"/>
                  </a:lnTo>
                  <a:lnTo>
                    <a:pt x="842556" y="1518765"/>
                  </a:lnTo>
                  <a:lnTo>
                    <a:pt x="843401" y="1338512"/>
                  </a:lnTo>
                  <a:lnTo>
                    <a:pt x="844247" y="1370480"/>
                  </a:lnTo>
                  <a:lnTo>
                    <a:pt x="845092" y="1341800"/>
                  </a:lnTo>
                  <a:lnTo>
                    <a:pt x="845937" y="1386243"/>
                  </a:lnTo>
                  <a:lnTo>
                    <a:pt x="846782" y="1375480"/>
                  </a:lnTo>
                  <a:lnTo>
                    <a:pt x="847627" y="1352186"/>
                  </a:lnTo>
                  <a:lnTo>
                    <a:pt x="848472" y="1518765"/>
                  </a:lnTo>
                  <a:lnTo>
                    <a:pt x="848472" y="1518765"/>
                  </a:lnTo>
                  <a:lnTo>
                    <a:pt x="849317" y="1357409"/>
                  </a:lnTo>
                  <a:lnTo>
                    <a:pt x="850162" y="1407401"/>
                  </a:lnTo>
                  <a:lnTo>
                    <a:pt x="851007" y="1381249"/>
                  </a:lnTo>
                  <a:lnTo>
                    <a:pt x="851852" y="1392600"/>
                  </a:lnTo>
                  <a:lnTo>
                    <a:pt x="852697" y="1410350"/>
                  </a:lnTo>
                  <a:lnTo>
                    <a:pt x="853543" y="1382634"/>
                  </a:lnTo>
                  <a:lnTo>
                    <a:pt x="854388" y="1383769"/>
                  </a:lnTo>
                  <a:lnTo>
                    <a:pt x="855233" y="1392674"/>
                  </a:lnTo>
                  <a:lnTo>
                    <a:pt x="856078" y="1396044"/>
                  </a:lnTo>
                  <a:lnTo>
                    <a:pt x="856923" y="1408575"/>
                  </a:lnTo>
                  <a:lnTo>
                    <a:pt x="857768" y="1424328"/>
                  </a:lnTo>
                  <a:lnTo>
                    <a:pt x="858613" y="1437982"/>
                  </a:lnTo>
                  <a:lnTo>
                    <a:pt x="859458" y="1451146"/>
                  </a:lnTo>
                  <a:lnTo>
                    <a:pt x="860303" y="1457256"/>
                  </a:lnTo>
                  <a:lnTo>
                    <a:pt x="861148" y="1435096"/>
                  </a:lnTo>
                  <a:lnTo>
                    <a:pt x="861993" y="1436899"/>
                  </a:lnTo>
                  <a:lnTo>
                    <a:pt x="862839" y="1440033"/>
                  </a:lnTo>
                  <a:lnTo>
                    <a:pt x="863684" y="1436505"/>
                  </a:lnTo>
                  <a:lnTo>
                    <a:pt x="864529" y="1430386"/>
                  </a:lnTo>
                  <a:lnTo>
                    <a:pt x="865374" y="1421188"/>
                  </a:lnTo>
                  <a:lnTo>
                    <a:pt x="866219" y="1433101"/>
                  </a:lnTo>
                  <a:lnTo>
                    <a:pt x="867064" y="1421327"/>
                  </a:lnTo>
                  <a:lnTo>
                    <a:pt x="867909" y="1437954"/>
                  </a:lnTo>
                  <a:lnTo>
                    <a:pt x="868754" y="1440593"/>
                  </a:lnTo>
                  <a:lnTo>
                    <a:pt x="869599" y="1432650"/>
                  </a:lnTo>
                  <a:lnTo>
                    <a:pt x="870444" y="1415220"/>
                  </a:lnTo>
                  <a:lnTo>
                    <a:pt x="871289" y="1518765"/>
                  </a:lnTo>
                  <a:lnTo>
                    <a:pt x="871289" y="1518765"/>
                  </a:lnTo>
                  <a:lnTo>
                    <a:pt x="872135" y="1402727"/>
                  </a:lnTo>
                  <a:lnTo>
                    <a:pt x="872980" y="1425752"/>
                  </a:lnTo>
                  <a:lnTo>
                    <a:pt x="873825" y="1436429"/>
                  </a:lnTo>
                  <a:lnTo>
                    <a:pt x="874670" y="1423449"/>
                  </a:lnTo>
                  <a:lnTo>
                    <a:pt x="875515" y="1397208"/>
                  </a:lnTo>
                  <a:lnTo>
                    <a:pt x="876360" y="1420625"/>
                  </a:lnTo>
                  <a:lnTo>
                    <a:pt x="877205" y="1518765"/>
                  </a:lnTo>
                  <a:lnTo>
                    <a:pt x="877205" y="1518765"/>
                  </a:lnTo>
                  <a:lnTo>
                    <a:pt x="878050" y="1518765"/>
                  </a:lnTo>
                  <a:lnTo>
                    <a:pt x="878895" y="1518765"/>
                  </a:lnTo>
                  <a:lnTo>
                    <a:pt x="879740" y="1518765"/>
                  </a:lnTo>
                  <a:lnTo>
                    <a:pt x="880585" y="1518765"/>
                  </a:lnTo>
                  <a:lnTo>
                    <a:pt x="881431" y="1518765"/>
                  </a:lnTo>
                  <a:lnTo>
                    <a:pt x="882276" y="1518765"/>
                  </a:lnTo>
                  <a:lnTo>
                    <a:pt x="883121" y="1518765"/>
                  </a:lnTo>
                  <a:lnTo>
                    <a:pt x="883966" y="1426369"/>
                  </a:lnTo>
                  <a:lnTo>
                    <a:pt x="884811" y="1406279"/>
                  </a:lnTo>
                  <a:lnTo>
                    <a:pt x="885656" y="1385952"/>
                  </a:lnTo>
                  <a:lnTo>
                    <a:pt x="886501" y="1385812"/>
                  </a:lnTo>
                  <a:lnTo>
                    <a:pt x="887346" y="1375811"/>
                  </a:lnTo>
                  <a:lnTo>
                    <a:pt x="888191" y="1402520"/>
                  </a:lnTo>
                  <a:lnTo>
                    <a:pt x="889036" y="1393132"/>
                  </a:lnTo>
                  <a:lnTo>
                    <a:pt x="889882" y="1398726"/>
                  </a:lnTo>
                  <a:lnTo>
                    <a:pt x="890727" y="1378122"/>
                  </a:lnTo>
                  <a:lnTo>
                    <a:pt x="891572" y="1370189"/>
                  </a:lnTo>
                  <a:lnTo>
                    <a:pt x="892417" y="1356299"/>
                  </a:lnTo>
                  <a:lnTo>
                    <a:pt x="893262" y="1342763"/>
                  </a:lnTo>
                  <a:lnTo>
                    <a:pt x="894107" y="1350211"/>
                  </a:lnTo>
                  <a:lnTo>
                    <a:pt x="894952" y="1352619"/>
                  </a:lnTo>
                  <a:lnTo>
                    <a:pt x="895797" y="1354721"/>
                  </a:lnTo>
                  <a:lnTo>
                    <a:pt x="896642" y="1408416"/>
                  </a:lnTo>
                  <a:lnTo>
                    <a:pt x="897487" y="1405499"/>
                  </a:lnTo>
                  <a:lnTo>
                    <a:pt x="898332" y="1405713"/>
                  </a:lnTo>
                  <a:lnTo>
                    <a:pt x="899178" y="1389186"/>
                  </a:lnTo>
                  <a:lnTo>
                    <a:pt x="900023" y="1363409"/>
                  </a:lnTo>
                  <a:lnTo>
                    <a:pt x="900868" y="1370795"/>
                  </a:lnTo>
                  <a:lnTo>
                    <a:pt x="901713" y="1360794"/>
                  </a:lnTo>
                  <a:lnTo>
                    <a:pt x="902558" y="1366268"/>
                  </a:lnTo>
                  <a:lnTo>
                    <a:pt x="903403" y="1518765"/>
                  </a:lnTo>
                  <a:lnTo>
                    <a:pt x="903403" y="1518765"/>
                  </a:lnTo>
                  <a:lnTo>
                    <a:pt x="904248" y="1518765"/>
                  </a:lnTo>
                  <a:lnTo>
                    <a:pt x="905093" y="1390849"/>
                  </a:lnTo>
                  <a:lnTo>
                    <a:pt x="905938" y="1394017"/>
                  </a:lnTo>
                  <a:lnTo>
                    <a:pt x="906783" y="1415566"/>
                  </a:lnTo>
                  <a:lnTo>
                    <a:pt x="907628" y="1430629"/>
                  </a:lnTo>
                  <a:lnTo>
                    <a:pt x="908474" y="1431055"/>
                  </a:lnTo>
                  <a:lnTo>
                    <a:pt x="909319" y="1429127"/>
                  </a:lnTo>
                  <a:lnTo>
                    <a:pt x="910164" y="1436722"/>
                  </a:lnTo>
                  <a:lnTo>
                    <a:pt x="911009" y="1446246"/>
                  </a:lnTo>
                  <a:lnTo>
                    <a:pt x="911854" y="1447644"/>
                  </a:lnTo>
                  <a:lnTo>
                    <a:pt x="912699" y="1473688"/>
                  </a:lnTo>
                  <a:lnTo>
                    <a:pt x="913544" y="1481495"/>
                  </a:lnTo>
                  <a:lnTo>
                    <a:pt x="914389" y="1497030"/>
                  </a:lnTo>
                  <a:lnTo>
                    <a:pt x="915234" y="1485722"/>
                  </a:lnTo>
                  <a:lnTo>
                    <a:pt x="916079" y="1455184"/>
                  </a:lnTo>
                  <a:lnTo>
                    <a:pt x="916924" y="1439702"/>
                  </a:lnTo>
                  <a:lnTo>
                    <a:pt x="917770" y="1405202"/>
                  </a:lnTo>
                  <a:lnTo>
                    <a:pt x="918615" y="1463340"/>
                  </a:lnTo>
                  <a:lnTo>
                    <a:pt x="919460" y="1433241"/>
                  </a:lnTo>
                  <a:lnTo>
                    <a:pt x="920305" y="1432658"/>
                  </a:lnTo>
                  <a:lnTo>
                    <a:pt x="921150" y="1413477"/>
                  </a:lnTo>
                  <a:lnTo>
                    <a:pt x="921995" y="1401909"/>
                  </a:lnTo>
                  <a:lnTo>
                    <a:pt x="922840" y="1425180"/>
                  </a:lnTo>
                  <a:lnTo>
                    <a:pt x="923685" y="1417572"/>
                  </a:lnTo>
                  <a:lnTo>
                    <a:pt x="924530" y="1384375"/>
                  </a:lnTo>
                  <a:lnTo>
                    <a:pt x="925375" y="1518765"/>
                  </a:lnTo>
                  <a:lnTo>
                    <a:pt x="925375" y="1518765"/>
                  </a:lnTo>
                  <a:lnTo>
                    <a:pt x="926220" y="1298856"/>
                  </a:lnTo>
                  <a:lnTo>
                    <a:pt x="927066" y="1338739"/>
                  </a:lnTo>
                  <a:lnTo>
                    <a:pt x="927911" y="1365432"/>
                  </a:lnTo>
                  <a:lnTo>
                    <a:pt x="928756" y="1343020"/>
                  </a:lnTo>
                  <a:lnTo>
                    <a:pt x="929601" y="1368512"/>
                  </a:lnTo>
                  <a:lnTo>
                    <a:pt x="930446" y="1355078"/>
                  </a:lnTo>
                  <a:lnTo>
                    <a:pt x="931291" y="1411026"/>
                  </a:lnTo>
                  <a:lnTo>
                    <a:pt x="932136" y="1518765"/>
                  </a:lnTo>
                  <a:lnTo>
                    <a:pt x="932136" y="1518765"/>
                  </a:lnTo>
                  <a:lnTo>
                    <a:pt x="932981" y="1518765"/>
                  </a:lnTo>
                  <a:lnTo>
                    <a:pt x="933826" y="1518765"/>
                  </a:lnTo>
                  <a:lnTo>
                    <a:pt x="934671" y="1346591"/>
                  </a:lnTo>
                  <a:lnTo>
                    <a:pt x="935516" y="1364215"/>
                  </a:lnTo>
                  <a:lnTo>
                    <a:pt x="936362" y="1368960"/>
                  </a:lnTo>
                  <a:lnTo>
                    <a:pt x="937207" y="1333304"/>
                  </a:lnTo>
                  <a:lnTo>
                    <a:pt x="938052" y="1361067"/>
                  </a:lnTo>
                  <a:lnTo>
                    <a:pt x="938897" y="1364904"/>
                  </a:lnTo>
                  <a:lnTo>
                    <a:pt x="939742" y="1335725"/>
                  </a:lnTo>
                  <a:lnTo>
                    <a:pt x="940587" y="1333807"/>
                  </a:lnTo>
                  <a:lnTo>
                    <a:pt x="941432" y="1313345"/>
                  </a:lnTo>
                  <a:lnTo>
                    <a:pt x="942277" y="1381219"/>
                  </a:lnTo>
                  <a:lnTo>
                    <a:pt x="943122" y="1407414"/>
                  </a:lnTo>
                  <a:lnTo>
                    <a:pt x="943967" y="1398266"/>
                  </a:lnTo>
                  <a:lnTo>
                    <a:pt x="944812" y="1419794"/>
                  </a:lnTo>
                  <a:lnTo>
                    <a:pt x="945658" y="1398696"/>
                  </a:lnTo>
                  <a:lnTo>
                    <a:pt x="946503" y="1412099"/>
                  </a:lnTo>
                  <a:lnTo>
                    <a:pt x="947348" y="1396778"/>
                  </a:lnTo>
                  <a:lnTo>
                    <a:pt x="948193" y="1382231"/>
                  </a:lnTo>
                  <a:lnTo>
                    <a:pt x="949038" y="1518765"/>
                  </a:lnTo>
                  <a:lnTo>
                    <a:pt x="949038" y="1518765"/>
                  </a:lnTo>
                  <a:lnTo>
                    <a:pt x="949883" y="1518765"/>
                  </a:lnTo>
                  <a:lnTo>
                    <a:pt x="950728" y="1421834"/>
                  </a:lnTo>
                  <a:lnTo>
                    <a:pt x="951573" y="1442273"/>
                  </a:lnTo>
                  <a:lnTo>
                    <a:pt x="952418" y="1441329"/>
                  </a:lnTo>
                  <a:lnTo>
                    <a:pt x="953263" y="1451915"/>
                  </a:lnTo>
                  <a:lnTo>
                    <a:pt x="954109" y="1452359"/>
                  </a:lnTo>
                  <a:lnTo>
                    <a:pt x="954954" y="1434709"/>
                  </a:lnTo>
                  <a:lnTo>
                    <a:pt x="955799" y="1371573"/>
                  </a:lnTo>
                  <a:lnTo>
                    <a:pt x="956644" y="1380258"/>
                  </a:lnTo>
                  <a:lnTo>
                    <a:pt x="957489" y="1391109"/>
                  </a:lnTo>
                  <a:lnTo>
                    <a:pt x="958334" y="1401463"/>
                  </a:lnTo>
                  <a:lnTo>
                    <a:pt x="959179" y="1401945"/>
                  </a:lnTo>
                  <a:lnTo>
                    <a:pt x="960024" y="1372450"/>
                  </a:lnTo>
                  <a:lnTo>
                    <a:pt x="960869" y="1383889"/>
                  </a:lnTo>
                  <a:lnTo>
                    <a:pt x="961714" y="1402331"/>
                  </a:lnTo>
                  <a:lnTo>
                    <a:pt x="962559" y="1420219"/>
                  </a:lnTo>
                  <a:lnTo>
                    <a:pt x="963405" y="1400703"/>
                  </a:lnTo>
                  <a:lnTo>
                    <a:pt x="964250" y="1381447"/>
                  </a:lnTo>
                  <a:lnTo>
                    <a:pt x="965095" y="1397721"/>
                  </a:lnTo>
                  <a:lnTo>
                    <a:pt x="965940" y="1411024"/>
                  </a:lnTo>
                  <a:lnTo>
                    <a:pt x="966785" y="1412036"/>
                  </a:lnTo>
                  <a:lnTo>
                    <a:pt x="967630" y="1412192"/>
                  </a:lnTo>
                  <a:lnTo>
                    <a:pt x="968475" y="1422396"/>
                  </a:lnTo>
                  <a:lnTo>
                    <a:pt x="969320" y="1367524"/>
                  </a:lnTo>
                  <a:lnTo>
                    <a:pt x="970165" y="1332113"/>
                  </a:lnTo>
                  <a:lnTo>
                    <a:pt x="971010" y="1293880"/>
                  </a:lnTo>
                  <a:lnTo>
                    <a:pt x="971855" y="1315970"/>
                  </a:lnTo>
                  <a:lnTo>
                    <a:pt x="972701" y="1333402"/>
                  </a:lnTo>
                  <a:lnTo>
                    <a:pt x="973546" y="1331576"/>
                  </a:lnTo>
                  <a:lnTo>
                    <a:pt x="974391" y="1347709"/>
                  </a:lnTo>
                  <a:lnTo>
                    <a:pt x="975236" y="1336472"/>
                  </a:lnTo>
                  <a:lnTo>
                    <a:pt x="976081" y="1294066"/>
                  </a:lnTo>
                  <a:lnTo>
                    <a:pt x="976926" y="1307819"/>
                  </a:lnTo>
                  <a:lnTo>
                    <a:pt x="977771" y="1355201"/>
                  </a:lnTo>
                  <a:lnTo>
                    <a:pt x="978616" y="1374418"/>
                  </a:lnTo>
                  <a:lnTo>
                    <a:pt x="979461" y="1357067"/>
                  </a:lnTo>
                  <a:lnTo>
                    <a:pt x="980306" y="1350400"/>
                  </a:lnTo>
                  <a:lnTo>
                    <a:pt x="981151" y="1403484"/>
                  </a:lnTo>
                  <a:lnTo>
                    <a:pt x="981997" y="1368376"/>
                  </a:lnTo>
                  <a:lnTo>
                    <a:pt x="982842" y="1354533"/>
                  </a:lnTo>
                  <a:lnTo>
                    <a:pt x="983687" y="1311040"/>
                  </a:lnTo>
                  <a:lnTo>
                    <a:pt x="984532" y="1339049"/>
                  </a:lnTo>
                  <a:lnTo>
                    <a:pt x="985377" y="1398023"/>
                  </a:lnTo>
                  <a:lnTo>
                    <a:pt x="986222" y="1345741"/>
                  </a:lnTo>
                  <a:lnTo>
                    <a:pt x="987067" y="1341407"/>
                  </a:lnTo>
                  <a:lnTo>
                    <a:pt x="987912" y="1344103"/>
                  </a:lnTo>
                  <a:lnTo>
                    <a:pt x="988757" y="1345206"/>
                  </a:lnTo>
                  <a:lnTo>
                    <a:pt x="989602" y="1333463"/>
                  </a:lnTo>
                  <a:lnTo>
                    <a:pt x="990447" y="1518765"/>
                  </a:lnTo>
                  <a:lnTo>
                    <a:pt x="990447" y="1518765"/>
                  </a:lnTo>
                  <a:lnTo>
                    <a:pt x="991293" y="1518765"/>
                  </a:lnTo>
                  <a:lnTo>
                    <a:pt x="992138" y="1518765"/>
                  </a:lnTo>
                  <a:lnTo>
                    <a:pt x="992983" y="1322268"/>
                  </a:lnTo>
                  <a:lnTo>
                    <a:pt x="993828" y="1333781"/>
                  </a:lnTo>
                  <a:lnTo>
                    <a:pt x="994673" y="1518765"/>
                  </a:lnTo>
                  <a:lnTo>
                    <a:pt x="994673" y="1518765"/>
                  </a:lnTo>
                  <a:lnTo>
                    <a:pt x="995518" y="1518765"/>
                  </a:lnTo>
                  <a:lnTo>
                    <a:pt x="996363" y="1518765"/>
                  </a:lnTo>
                  <a:lnTo>
                    <a:pt x="997208" y="1392716"/>
                  </a:lnTo>
                  <a:lnTo>
                    <a:pt x="998053" y="1371187"/>
                  </a:lnTo>
                  <a:lnTo>
                    <a:pt x="998898" y="1345403"/>
                  </a:lnTo>
                  <a:lnTo>
                    <a:pt x="999743" y="1346279"/>
                  </a:lnTo>
                  <a:lnTo>
                    <a:pt x="1000589" y="1318667"/>
                  </a:lnTo>
                  <a:lnTo>
                    <a:pt x="1001434" y="1327288"/>
                  </a:lnTo>
                  <a:lnTo>
                    <a:pt x="1002279" y="1321047"/>
                  </a:lnTo>
                  <a:lnTo>
                    <a:pt x="1003124" y="1298885"/>
                  </a:lnTo>
                  <a:lnTo>
                    <a:pt x="1003969" y="1315516"/>
                  </a:lnTo>
                  <a:lnTo>
                    <a:pt x="1004814" y="1287361"/>
                  </a:lnTo>
                  <a:lnTo>
                    <a:pt x="1005659" y="1323746"/>
                  </a:lnTo>
                  <a:lnTo>
                    <a:pt x="1006504" y="1351305"/>
                  </a:lnTo>
                  <a:lnTo>
                    <a:pt x="1007349" y="1518765"/>
                  </a:lnTo>
                  <a:lnTo>
                    <a:pt x="1007349" y="1518765"/>
                  </a:lnTo>
                  <a:lnTo>
                    <a:pt x="1008194" y="1518765"/>
                  </a:lnTo>
                  <a:lnTo>
                    <a:pt x="1009040" y="1518765"/>
                  </a:lnTo>
                  <a:lnTo>
                    <a:pt x="1009885" y="1345541"/>
                  </a:lnTo>
                  <a:lnTo>
                    <a:pt x="1010730" y="1355735"/>
                  </a:lnTo>
                  <a:lnTo>
                    <a:pt x="1011575" y="1280900"/>
                  </a:lnTo>
                  <a:lnTo>
                    <a:pt x="1012420" y="1320456"/>
                  </a:lnTo>
                  <a:lnTo>
                    <a:pt x="1013265" y="1293707"/>
                  </a:lnTo>
                  <a:lnTo>
                    <a:pt x="1014110" y="1289452"/>
                  </a:lnTo>
                  <a:lnTo>
                    <a:pt x="1014955" y="1327248"/>
                  </a:lnTo>
                  <a:lnTo>
                    <a:pt x="1015800" y="1291489"/>
                  </a:lnTo>
                  <a:lnTo>
                    <a:pt x="1016645" y="1366340"/>
                  </a:lnTo>
                  <a:lnTo>
                    <a:pt x="1017490" y="1310006"/>
                  </a:lnTo>
                  <a:lnTo>
                    <a:pt x="1018336" y="1400089"/>
                  </a:lnTo>
                  <a:lnTo>
                    <a:pt x="1019181" y="1418038"/>
                  </a:lnTo>
                  <a:lnTo>
                    <a:pt x="1020026" y="1378559"/>
                  </a:lnTo>
                  <a:lnTo>
                    <a:pt x="1020871" y="1401727"/>
                  </a:lnTo>
                  <a:lnTo>
                    <a:pt x="1021716" y="1363264"/>
                  </a:lnTo>
                  <a:lnTo>
                    <a:pt x="1022561" y="1414514"/>
                  </a:lnTo>
                  <a:lnTo>
                    <a:pt x="1023406" y="1384079"/>
                  </a:lnTo>
                  <a:lnTo>
                    <a:pt x="1024251" y="1358632"/>
                  </a:lnTo>
                  <a:lnTo>
                    <a:pt x="1025096" y="1371724"/>
                  </a:lnTo>
                  <a:lnTo>
                    <a:pt x="1025941" y="1387464"/>
                  </a:lnTo>
                  <a:lnTo>
                    <a:pt x="1026786" y="1411009"/>
                  </a:lnTo>
                  <a:lnTo>
                    <a:pt x="1027632" y="1403217"/>
                  </a:lnTo>
                  <a:lnTo>
                    <a:pt x="1028477" y="1387274"/>
                  </a:lnTo>
                  <a:lnTo>
                    <a:pt x="1029322" y="1422993"/>
                  </a:lnTo>
                  <a:lnTo>
                    <a:pt x="1030167" y="1398840"/>
                  </a:lnTo>
                  <a:lnTo>
                    <a:pt x="1031012" y="1397524"/>
                  </a:lnTo>
                  <a:lnTo>
                    <a:pt x="1031857" y="1332700"/>
                  </a:lnTo>
                  <a:lnTo>
                    <a:pt x="1032702" y="1322158"/>
                  </a:lnTo>
                  <a:lnTo>
                    <a:pt x="1033547" y="1352945"/>
                  </a:lnTo>
                  <a:lnTo>
                    <a:pt x="1034392" y="1347641"/>
                  </a:lnTo>
                  <a:lnTo>
                    <a:pt x="1035237" y="1344983"/>
                  </a:lnTo>
                  <a:lnTo>
                    <a:pt x="1036082" y="1362897"/>
                  </a:lnTo>
                  <a:lnTo>
                    <a:pt x="1036928" y="1327265"/>
                  </a:lnTo>
                  <a:lnTo>
                    <a:pt x="1037773" y="1309999"/>
                  </a:lnTo>
                  <a:lnTo>
                    <a:pt x="1038618" y="1291413"/>
                  </a:lnTo>
                  <a:lnTo>
                    <a:pt x="1039463" y="1325330"/>
                  </a:lnTo>
                  <a:lnTo>
                    <a:pt x="1040308" y="1308546"/>
                  </a:lnTo>
                  <a:lnTo>
                    <a:pt x="1041153" y="1327733"/>
                  </a:lnTo>
                  <a:lnTo>
                    <a:pt x="1041998" y="1295130"/>
                  </a:lnTo>
                  <a:lnTo>
                    <a:pt x="1042843" y="1285974"/>
                  </a:lnTo>
                  <a:lnTo>
                    <a:pt x="1043688" y="1289326"/>
                  </a:lnTo>
                  <a:lnTo>
                    <a:pt x="1044533" y="1296450"/>
                  </a:lnTo>
                  <a:lnTo>
                    <a:pt x="1045378" y="1244297"/>
                  </a:lnTo>
                  <a:lnTo>
                    <a:pt x="1046224" y="1237829"/>
                  </a:lnTo>
                  <a:lnTo>
                    <a:pt x="1047069" y="1273633"/>
                  </a:lnTo>
                  <a:lnTo>
                    <a:pt x="1047914" y="1268756"/>
                  </a:lnTo>
                  <a:lnTo>
                    <a:pt x="1048759" y="1320139"/>
                  </a:lnTo>
                  <a:lnTo>
                    <a:pt x="1049604" y="1319925"/>
                  </a:lnTo>
                  <a:lnTo>
                    <a:pt x="1050449" y="1324787"/>
                  </a:lnTo>
                  <a:lnTo>
                    <a:pt x="1051294" y="1388702"/>
                  </a:lnTo>
                  <a:lnTo>
                    <a:pt x="1052139" y="1383799"/>
                  </a:lnTo>
                  <a:lnTo>
                    <a:pt x="1052984" y="1352025"/>
                  </a:lnTo>
                  <a:lnTo>
                    <a:pt x="1053829" y="1368452"/>
                  </a:lnTo>
                  <a:lnTo>
                    <a:pt x="1054674" y="1395533"/>
                  </a:lnTo>
                  <a:lnTo>
                    <a:pt x="1055520" y="1429951"/>
                  </a:lnTo>
                  <a:lnTo>
                    <a:pt x="1056365" y="1411532"/>
                  </a:lnTo>
                  <a:lnTo>
                    <a:pt x="1057210" y="1418163"/>
                  </a:lnTo>
                  <a:lnTo>
                    <a:pt x="1058055" y="1518765"/>
                  </a:lnTo>
                  <a:lnTo>
                    <a:pt x="1058055" y="1518765"/>
                  </a:lnTo>
                  <a:lnTo>
                    <a:pt x="1058900" y="1518765"/>
                  </a:lnTo>
                  <a:lnTo>
                    <a:pt x="1059745" y="1408116"/>
                  </a:lnTo>
                  <a:lnTo>
                    <a:pt x="1060590" y="1518765"/>
                  </a:lnTo>
                  <a:lnTo>
                    <a:pt x="1060590" y="1518765"/>
                  </a:lnTo>
                  <a:lnTo>
                    <a:pt x="1061435" y="1331034"/>
                  </a:lnTo>
                  <a:lnTo>
                    <a:pt x="1062280" y="1316456"/>
                  </a:lnTo>
                  <a:lnTo>
                    <a:pt x="1063125" y="1297397"/>
                  </a:lnTo>
                  <a:lnTo>
                    <a:pt x="1063970" y="1518765"/>
                  </a:lnTo>
                  <a:lnTo>
                    <a:pt x="1063970" y="1518765"/>
                  </a:lnTo>
                  <a:lnTo>
                    <a:pt x="1064816" y="1518765"/>
                  </a:lnTo>
                  <a:lnTo>
                    <a:pt x="1065661" y="1518765"/>
                  </a:lnTo>
                  <a:lnTo>
                    <a:pt x="1066506" y="1518765"/>
                  </a:lnTo>
                  <a:lnTo>
                    <a:pt x="1067351" y="1518765"/>
                  </a:lnTo>
                  <a:lnTo>
                    <a:pt x="1068196" y="1243745"/>
                  </a:lnTo>
                  <a:lnTo>
                    <a:pt x="1069041" y="1224833"/>
                  </a:lnTo>
                  <a:lnTo>
                    <a:pt x="1069886" y="1209620"/>
                  </a:lnTo>
                  <a:lnTo>
                    <a:pt x="1070731" y="1190766"/>
                  </a:lnTo>
                  <a:lnTo>
                    <a:pt x="1071576" y="1193258"/>
                  </a:lnTo>
                  <a:lnTo>
                    <a:pt x="1072421" y="1183904"/>
                  </a:lnTo>
                  <a:lnTo>
                    <a:pt x="1073267" y="1169535"/>
                  </a:lnTo>
                  <a:lnTo>
                    <a:pt x="1074112" y="1165938"/>
                  </a:lnTo>
                  <a:lnTo>
                    <a:pt x="1074957" y="1176824"/>
                  </a:lnTo>
                  <a:lnTo>
                    <a:pt x="1075802" y="1190989"/>
                  </a:lnTo>
                  <a:lnTo>
                    <a:pt x="1076647" y="1211185"/>
                  </a:lnTo>
                  <a:lnTo>
                    <a:pt x="1077492" y="1256831"/>
                  </a:lnTo>
                  <a:lnTo>
                    <a:pt x="1078337" y="1250306"/>
                  </a:lnTo>
                  <a:lnTo>
                    <a:pt x="1079182" y="1289806"/>
                  </a:lnTo>
                  <a:lnTo>
                    <a:pt x="1080027" y="1328767"/>
                  </a:lnTo>
                  <a:lnTo>
                    <a:pt x="1080872" y="1308136"/>
                  </a:lnTo>
                  <a:lnTo>
                    <a:pt x="1081717" y="1250803"/>
                  </a:lnTo>
                  <a:lnTo>
                    <a:pt x="1082563" y="1262022"/>
                  </a:lnTo>
                  <a:lnTo>
                    <a:pt x="1083408" y="1295545"/>
                  </a:lnTo>
                  <a:lnTo>
                    <a:pt x="1084253" y="1286113"/>
                  </a:lnTo>
                  <a:lnTo>
                    <a:pt x="1085098" y="1248527"/>
                  </a:lnTo>
                  <a:lnTo>
                    <a:pt x="1085943" y="1232556"/>
                  </a:lnTo>
                  <a:lnTo>
                    <a:pt x="1086788" y="1273733"/>
                  </a:lnTo>
                  <a:lnTo>
                    <a:pt x="1087633" y="1244242"/>
                  </a:lnTo>
                  <a:lnTo>
                    <a:pt x="1088478" y="1271029"/>
                  </a:lnTo>
                  <a:lnTo>
                    <a:pt x="1089323" y="1249096"/>
                  </a:lnTo>
                  <a:lnTo>
                    <a:pt x="1090168" y="1249081"/>
                  </a:lnTo>
                  <a:lnTo>
                    <a:pt x="1091013" y="1266573"/>
                  </a:lnTo>
                  <a:lnTo>
                    <a:pt x="1091859" y="1294229"/>
                  </a:lnTo>
                  <a:lnTo>
                    <a:pt x="1092704" y="1304730"/>
                  </a:lnTo>
                  <a:lnTo>
                    <a:pt x="1093549" y="1268136"/>
                  </a:lnTo>
                  <a:lnTo>
                    <a:pt x="1094394" y="1236290"/>
                  </a:lnTo>
                  <a:lnTo>
                    <a:pt x="1095239" y="1232648"/>
                  </a:lnTo>
                  <a:lnTo>
                    <a:pt x="1096084" y="1245660"/>
                  </a:lnTo>
                  <a:lnTo>
                    <a:pt x="1096929" y="1219587"/>
                  </a:lnTo>
                  <a:lnTo>
                    <a:pt x="1097774" y="1271373"/>
                  </a:lnTo>
                  <a:lnTo>
                    <a:pt x="1098619" y="1292323"/>
                  </a:lnTo>
                  <a:lnTo>
                    <a:pt x="1099464" y="1283661"/>
                  </a:lnTo>
                  <a:lnTo>
                    <a:pt x="1100309" y="1518765"/>
                  </a:lnTo>
                  <a:lnTo>
                    <a:pt x="1100309" y="1518765"/>
                  </a:lnTo>
                  <a:lnTo>
                    <a:pt x="1101155" y="1518765"/>
                  </a:lnTo>
                  <a:lnTo>
                    <a:pt x="1102000" y="1274402"/>
                  </a:lnTo>
                  <a:lnTo>
                    <a:pt x="1102845" y="1238378"/>
                  </a:lnTo>
                  <a:lnTo>
                    <a:pt x="1103690" y="1209863"/>
                  </a:lnTo>
                  <a:lnTo>
                    <a:pt x="1104535" y="1191149"/>
                  </a:lnTo>
                  <a:lnTo>
                    <a:pt x="1105380" y="1177357"/>
                  </a:lnTo>
                  <a:lnTo>
                    <a:pt x="1106225" y="1188595"/>
                  </a:lnTo>
                  <a:lnTo>
                    <a:pt x="1107070" y="1188006"/>
                  </a:lnTo>
                  <a:lnTo>
                    <a:pt x="1107915" y="1518765"/>
                  </a:lnTo>
                  <a:lnTo>
                    <a:pt x="1107915" y="1518765"/>
                  </a:lnTo>
                  <a:lnTo>
                    <a:pt x="1108760" y="1182054"/>
                  </a:lnTo>
                  <a:lnTo>
                    <a:pt x="1109605" y="1518765"/>
                  </a:lnTo>
                  <a:lnTo>
                    <a:pt x="1109605" y="1518765"/>
                  </a:lnTo>
                  <a:lnTo>
                    <a:pt x="1110451" y="1161319"/>
                  </a:lnTo>
                  <a:lnTo>
                    <a:pt x="1111296" y="1212687"/>
                  </a:lnTo>
                  <a:lnTo>
                    <a:pt x="1112141" y="1180715"/>
                  </a:lnTo>
                  <a:lnTo>
                    <a:pt x="1112986" y="1206959"/>
                  </a:lnTo>
                  <a:lnTo>
                    <a:pt x="1113831" y="1136777"/>
                  </a:lnTo>
                  <a:lnTo>
                    <a:pt x="1114676" y="1115551"/>
                  </a:lnTo>
                  <a:lnTo>
                    <a:pt x="1115521" y="1166762"/>
                  </a:lnTo>
                  <a:lnTo>
                    <a:pt x="1116366" y="1095988"/>
                  </a:lnTo>
                  <a:lnTo>
                    <a:pt x="1117211" y="1185436"/>
                  </a:lnTo>
                  <a:lnTo>
                    <a:pt x="1118056" y="1518765"/>
                  </a:lnTo>
                  <a:lnTo>
                    <a:pt x="1118056" y="1518765"/>
                  </a:lnTo>
                  <a:lnTo>
                    <a:pt x="1118901" y="1518765"/>
                  </a:lnTo>
                  <a:lnTo>
                    <a:pt x="1119747" y="1151556"/>
                  </a:lnTo>
                  <a:lnTo>
                    <a:pt x="1120592" y="1150231"/>
                  </a:lnTo>
                  <a:lnTo>
                    <a:pt x="1121437" y="1236542"/>
                  </a:lnTo>
                  <a:lnTo>
                    <a:pt x="1122282" y="1211231"/>
                  </a:lnTo>
                  <a:lnTo>
                    <a:pt x="1123127" y="1518765"/>
                  </a:lnTo>
                  <a:lnTo>
                    <a:pt x="1123127" y="1518765"/>
                  </a:lnTo>
                  <a:lnTo>
                    <a:pt x="1123972" y="1259981"/>
                  </a:lnTo>
                  <a:lnTo>
                    <a:pt x="1124817" y="1239346"/>
                  </a:lnTo>
                  <a:lnTo>
                    <a:pt x="1125662" y="1308107"/>
                  </a:lnTo>
                  <a:lnTo>
                    <a:pt x="1126507" y="1291958"/>
                  </a:lnTo>
                  <a:lnTo>
                    <a:pt x="1127352" y="1287964"/>
                  </a:lnTo>
                  <a:lnTo>
                    <a:pt x="1128197" y="1304191"/>
                  </a:lnTo>
                  <a:lnTo>
                    <a:pt x="1129043" y="1277396"/>
                  </a:lnTo>
                  <a:lnTo>
                    <a:pt x="1129888" y="1310146"/>
                  </a:lnTo>
                  <a:lnTo>
                    <a:pt x="1130733" y="1305292"/>
                  </a:lnTo>
                  <a:lnTo>
                    <a:pt x="1131578" y="1283162"/>
                  </a:lnTo>
                  <a:lnTo>
                    <a:pt x="1132423" y="1295835"/>
                  </a:lnTo>
                  <a:lnTo>
                    <a:pt x="1133268" y="1293419"/>
                  </a:lnTo>
                  <a:lnTo>
                    <a:pt x="1134113" y="1327571"/>
                  </a:lnTo>
                  <a:lnTo>
                    <a:pt x="1134958" y="1329509"/>
                  </a:lnTo>
                  <a:lnTo>
                    <a:pt x="1135803" y="1295931"/>
                  </a:lnTo>
                  <a:lnTo>
                    <a:pt x="1136648" y="1284596"/>
                  </a:lnTo>
                  <a:lnTo>
                    <a:pt x="1137494" y="1270968"/>
                  </a:lnTo>
                  <a:lnTo>
                    <a:pt x="1138339" y="1518765"/>
                  </a:lnTo>
                  <a:lnTo>
                    <a:pt x="1138339" y="1518765"/>
                  </a:lnTo>
                  <a:lnTo>
                    <a:pt x="1139184" y="1289236"/>
                  </a:lnTo>
                  <a:lnTo>
                    <a:pt x="1140029" y="1251026"/>
                  </a:lnTo>
                  <a:lnTo>
                    <a:pt x="1140874" y="1236211"/>
                  </a:lnTo>
                  <a:lnTo>
                    <a:pt x="1141719" y="1190840"/>
                  </a:lnTo>
                  <a:lnTo>
                    <a:pt x="1142564" y="1208634"/>
                  </a:lnTo>
                  <a:lnTo>
                    <a:pt x="1143409" y="1223653"/>
                  </a:lnTo>
                  <a:lnTo>
                    <a:pt x="1144254" y="1518765"/>
                  </a:lnTo>
                  <a:lnTo>
                    <a:pt x="1144254" y="1518765"/>
                  </a:lnTo>
                  <a:lnTo>
                    <a:pt x="1145099" y="1209355"/>
                  </a:lnTo>
                  <a:lnTo>
                    <a:pt x="1145944" y="1218920"/>
                  </a:lnTo>
                  <a:lnTo>
                    <a:pt x="1146790" y="1518765"/>
                  </a:lnTo>
                  <a:lnTo>
                    <a:pt x="1146790" y="1518765"/>
                  </a:lnTo>
                  <a:lnTo>
                    <a:pt x="1147635" y="1518765"/>
                  </a:lnTo>
                  <a:lnTo>
                    <a:pt x="1148480" y="1238687"/>
                  </a:lnTo>
                  <a:lnTo>
                    <a:pt x="1149325" y="1268688"/>
                  </a:lnTo>
                  <a:lnTo>
                    <a:pt x="1150170" y="1263893"/>
                  </a:lnTo>
                  <a:lnTo>
                    <a:pt x="1151015" y="1282144"/>
                  </a:lnTo>
                  <a:lnTo>
                    <a:pt x="1151860" y="1253817"/>
                  </a:lnTo>
                  <a:lnTo>
                    <a:pt x="1152705" y="1284311"/>
                  </a:lnTo>
                  <a:lnTo>
                    <a:pt x="1153550" y="1364632"/>
                  </a:lnTo>
                  <a:lnTo>
                    <a:pt x="1154395" y="1355958"/>
                  </a:lnTo>
                  <a:lnTo>
                    <a:pt x="1155240" y="1343898"/>
                  </a:lnTo>
                  <a:lnTo>
                    <a:pt x="1156086" y="1326987"/>
                  </a:lnTo>
                  <a:lnTo>
                    <a:pt x="1156931" y="1345063"/>
                  </a:lnTo>
                  <a:lnTo>
                    <a:pt x="1157776" y="1518765"/>
                  </a:lnTo>
                  <a:lnTo>
                    <a:pt x="1157776" y="1518765"/>
                  </a:lnTo>
                  <a:lnTo>
                    <a:pt x="1158621" y="1518765"/>
                  </a:lnTo>
                  <a:lnTo>
                    <a:pt x="1159466" y="1518765"/>
                  </a:lnTo>
                  <a:lnTo>
                    <a:pt x="1160311" y="1518765"/>
                  </a:lnTo>
                  <a:lnTo>
                    <a:pt x="1161156" y="1347907"/>
                  </a:lnTo>
                  <a:lnTo>
                    <a:pt x="1162001" y="1371743"/>
                  </a:lnTo>
                  <a:lnTo>
                    <a:pt x="1162846" y="1358201"/>
                  </a:lnTo>
                  <a:lnTo>
                    <a:pt x="1163691" y="1347075"/>
                  </a:lnTo>
                  <a:lnTo>
                    <a:pt x="1164536" y="1348542"/>
                  </a:lnTo>
                  <a:lnTo>
                    <a:pt x="1165382" y="1331843"/>
                  </a:lnTo>
                  <a:lnTo>
                    <a:pt x="1166227" y="1348208"/>
                  </a:lnTo>
                  <a:lnTo>
                    <a:pt x="1167072" y="1343130"/>
                  </a:lnTo>
                  <a:lnTo>
                    <a:pt x="1167917" y="1361905"/>
                  </a:lnTo>
                  <a:lnTo>
                    <a:pt x="1168762" y="1384143"/>
                  </a:lnTo>
                  <a:lnTo>
                    <a:pt x="1169607" y="1368741"/>
                  </a:lnTo>
                  <a:lnTo>
                    <a:pt x="1170452" y="1351535"/>
                  </a:lnTo>
                  <a:lnTo>
                    <a:pt x="1171297" y="1335505"/>
                  </a:lnTo>
                  <a:lnTo>
                    <a:pt x="1172142" y="1518765"/>
                  </a:lnTo>
                  <a:lnTo>
                    <a:pt x="1172142" y="1518765"/>
                  </a:lnTo>
                  <a:lnTo>
                    <a:pt x="1172987" y="1518765"/>
                  </a:lnTo>
                  <a:lnTo>
                    <a:pt x="1173832" y="1518765"/>
                  </a:lnTo>
                  <a:lnTo>
                    <a:pt x="1174678" y="1267944"/>
                  </a:lnTo>
                  <a:lnTo>
                    <a:pt x="1175523" y="1246458"/>
                  </a:lnTo>
                  <a:lnTo>
                    <a:pt x="1176368" y="1205983"/>
                  </a:lnTo>
                  <a:lnTo>
                    <a:pt x="1177213" y="1195246"/>
                  </a:lnTo>
                  <a:lnTo>
                    <a:pt x="1178058" y="1215747"/>
                  </a:lnTo>
                  <a:lnTo>
                    <a:pt x="1178903" y="1235987"/>
                  </a:lnTo>
                  <a:lnTo>
                    <a:pt x="1179748" y="1278438"/>
                  </a:lnTo>
                  <a:lnTo>
                    <a:pt x="1180593" y="1303202"/>
                  </a:lnTo>
                  <a:lnTo>
                    <a:pt x="1181438" y="1349735"/>
                  </a:lnTo>
                  <a:lnTo>
                    <a:pt x="1182283" y="1386608"/>
                  </a:lnTo>
                  <a:lnTo>
                    <a:pt x="1183128" y="1405472"/>
                  </a:lnTo>
                  <a:lnTo>
                    <a:pt x="1183974" y="1413265"/>
                  </a:lnTo>
                  <a:lnTo>
                    <a:pt x="1184819" y="1407744"/>
                  </a:lnTo>
                  <a:lnTo>
                    <a:pt x="1185664" y="1428677"/>
                  </a:lnTo>
                  <a:lnTo>
                    <a:pt x="1186509" y="1439830"/>
                  </a:lnTo>
                  <a:lnTo>
                    <a:pt x="1187354" y="1431333"/>
                  </a:lnTo>
                  <a:lnTo>
                    <a:pt x="1188199" y="1434070"/>
                  </a:lnTo>
                  <a:lnTo>
                    <a:pt x="1189044" y="1410535"/>
                  </a:lnTo>
                  <a:lnTo>
                    <a:pt x="1189889" y="1401930"/>
                  </a:lnTo>
                  <a:lnTo>
                    <a:pt x="1190734" y="1367533"/>
                  </a:lnTo>
                  <a:lnTo>
                    <a:pt x="1191579" y="1518765"/>
                  </a:lnTo>
                  <a:lnTo>
                    <a:pt x="1191579" y="1518765"/>
                  </a:lnTo>
                  <a:lnTo>
                    <a:pt x="1192424" y="1518765"/>
                  </a:lnTo>
                  <a:lnTo>
                    <a:pt x="1193270" y="1297943"/>
                  </a:lnTo>
                  <a:lnTo>
                    <a:pt x="1194115" y="1302725"/>
                  </a:lnTo>
                  <a:lnTo>
                    <a:pt x="1194960" y="1518765"/>
                  </a:lnTo>
                  <a:lnTo>
                    <a:pt x="1194960" y="1518765"/>
                  </a:lnTo>
                  <a:lnTo>
                    <a:pt x="1195805" y="1518765"/>
                  </a:lnTo>
                  <a:lnTo>
                    <a:pt x="1196650" y="1518765"/>
                  </a:lnTo>
                  <a:lnTo>
                    <a:pt x="1197495" y="1518765"/>
                  </a:lnTo>
                  <a:lnTo>
                    <a:pt x="1198340" y="1518765"/>
                  </a:lnTo>
                  <a:lnTo>
                    <a:pt x="1199185" y="1518765"/>
                  </a:lnTo>
                  <a:lnTo>
                    <a:pt x="1200030" y="1518765"/>
                  </a:lnTo>
                  <a:lnTo>
                    <a:pt x="1200875" y="1415299"/>
                  </a:lnTo>
                  <a:lnTo>
                    <a:pt x="1201721" y="1373545"/>
                  </a:lnTo>
                  <a:lnTo>
                    <a:pt x="1202566" y="1362468"/>
                  </a:lnTo>
                  <a:lnTo>
                    <a:pt x="1203411" y="1362081"/>
                  </a:lnTo>
                  <a:lnTo>
                    <a:pt x="1204256" y="1365855"/>
                  </a:lnTo>
                  <a:lnTo>
                    <a:pt x="1205101" y="1321116"/>
                  </a:lnTo>
                  <a:lnTo>
                    <a:pt x="1205946" y="1267702"/>
                  </a:lnTo>
                  <a:lnTo>
                    <a:pt x="1206791" y="1269384"/>
                  </a:lnTo>
                  <a:lnTo>
                    <a:pt x="1207636" y="1291066"/>
                  </a:lnTo>
                  <a:lnTo>
                    <a:pt x="1208481" y="1296368"/>
                  </a:lnTo>
                  <a:lnTo>
                    <a:pt x="1209326" y="1518765"/>
                  </a:lnTo>
                  <a:lnTo>
                    <a:pt x="1209326" y="1518765"/>
                  </a:lnTo>
                  <a:lnTo>
                    <a:pt x="1210171" y="1518765"/>
                  </a:lnTo>
                  <a:lnTo>
                    <a:pt x="1211017" y="1518765"/>
                  </a:lnTo>
                  <a:lnTo>
                    <a:pt x="1211862" y="1320002"/>
                  </a:lnTo>
                  <a:lnTo>
                    <a:pt x="1212707" y="1300141"/>
                  </a:lnTo>
                  <a:lnTo>
                    <a:pt x="1213552" y="1316378"/>
                  </a:lnTo>
                  <a:lnTo>
                    <a:pt x="1214397" y="1299783"/>
                  </a:lnTo>
                  <a:lnTo>
                    <a:pt x="1215242" y="1321587"/>
                  </a:lnTo>
                  <a:lnTo>
                    <a:pt x="1216087" y="1322686"/>
                  </a:lnTo>
                  <a:lnTo>
                    <a:pt x="1216932" y="1300693"/>
                  </a:lnTo>
                  <a:lnTo>
                    <a:pt x="1217777" y="1518765"/>
                  </a:lnTo>
                  <a:lnTo>
                    <a:pt x="1217777" y="1518765"/>
                  </a:lnTo>
                  <a:lnTo>
                    <a:pt x="1218622" y="1518765"/>
                  </a:lnTo>
                  <a:lnTo>
                    <a:pt x="1219467" y="1311399"/>
                  </a:lnTo>
                  <a:lnTo>
                    <a:pt x="1220313" y="1518765"/>
                  </a:lnTo>
                  <a:lnTo>
                    <a:pt x="1220313" y="1518765"/>
                  </a:lnTo>
                  <a:lnTo>
                    <a:pt x="1221158" y="1518765"/>
                  </a:lnTo>
                  <a:lnTo>
                    <a:pt x="1222003" y="1518765"/>
                  </a:lnTo>
                  <a:lnTo>
                    <a:pt x="1222848" y="1224953"/>
                  </a:lnTo>
                  <a:lnTo>
                    <a:pt x="1223693" y="1202109"/>
                  </a:lnTo>
                  <a:lnTo>
                    <a:pt x="1224538" y="1174039"/>
                  </a:lnTo>
                  <a:lnTo>
                    <a:pt x="1225383" y="1165732"/>
                  </a:lnTo>
                  <a:lnTo>
                    <a:pt x="1226228" y="1518765"/>
                  </a:lnTo>
                  <a:lnTo>
                    <a:pt x="1226228" y="1518765"/>
                  </a:lnTo>
                  <a:lnTo>
                    <a:pt x="1227073" y="1138402"/>
                  </a:lnTo>
                  <a:lnTo>
                    <a:pt x="1227918" y="1145700"/>
                  </a:lnTo>
                  <a:lnTo>
                    <a:pt x="1228763" y="1177312"/>
                  </a:lnTo>
                  <a:lnTo>
                    <a:pt x="1229609" y="1136663"/>
                  </a:lnTo>
                  <a:lnTo>
                    <a:pt x="1230454" y="1180605"/>
                  </a:lnTo>
                  <a:lnTo>
                    <a:pt x="1231299" y="1183043"/>
                  </a:lnTo>
                  <a:lnTo>
                    <a:pt x="1232144" y="1157000"/>
                  </a:lnTo>
                  <a:lnTo>
                    <a:pt x="1232989" y="1166053"/>
                  </a:lnTo>
                  <a:lnTo>
                    <a:pt x="1233834" y="1518765"/>
                  </a:lnTo>
                  <a:lnTo>
                    <a:pt x="1233834" y="1518765"/>
                  </a:lnTo>
                  <a:lnTo>
                    <a:pt x="1234679" y="1518765"/>
                  </a:lnTo>
                  <a:lnTo>
                    <a:pt x="1235524" y="1518765"/>
                  </a:lnTo>
                  <a:lnTo>
                    <a:pt x="1236369" y="1203629"/>
                  </a:lnTo>
                  <a:lnTo>
                    <a:pt x="1237214" y="1278004"/>
                  </a:lnTo>
                  <a:lnTo>
                    <a:pt x="1238059" y="1287884"/>
                  </a:lnTo>
                  <a:lnTo>
                    <a:pt x="1238905" y="1263069"/>
                  </a:lnTo>
                  <a:lnTo>
                    <a:pt x="1239750" y="1293390"/>
                  </a:lnTo>
                  <a:lnTo>
                    <a:pt x="1240595" y="1311848"/>
                  </a:lnTo>
                  <a:lnTo>
                    <a:pt x="1241440" y="1518765"/>
                  </a:lnTo>
                  <a:lnTo>
                    <a:pt x="1241440" y="1518765"/>
                  </a:lnTo>
                  <a:lnTo>
                    <a:pt x="1242285" y="1518765"/>
                  </a:lnTo>
                  <a:lnTo>
                    <a:pt x="1243130" y="1518765"/>
                  </a:lnTo>
                  <a:lnTo>
                    <a:pt x="1243975" y="1303003"/>
                  </a:lnTo>
                  <a:lnTo>
                    <a:pt x="1244820" y="1287365"/>
                  </a:lnTo>
                  <a:lnTo>
                    <a:pt x="1245665" y="1278464"/>
                  </a:lnTo>
                  <a:lnTo>
                    <a:pt x="1246510" y="1279696"/>
                  </a:lnTo>
                  <a:lnTo>
                    <a:pt x="1247355" y="1291816"/>
                  </a:lnTo>
                  <a:lnTo>
                    <a:pt x="1248201" y="1315613"/>
                  </a:lnTo>
                  <a:lnTo>
                    <a:pt x="1249046" y="1288005"/>
                  </a:lnTo>
                  <a:lnTo>
                    <a:pt x="1249891" y="1254746"/>
                  </a:lnTo>
                  <a:lnTo>
                    <a:pt x="1250736" y="1248971"/>
                  </a:lnTo>
                  <a:lnTo>
                    <a:pt x="1251581" y="1244285"/>
                  </a:lnTo>
                  <a:lnTo>
                    <a:pt x="1252426" y="1246634"/>
                  </a:lnTo>
                  <a:lnTo>
                    <a:pt x="1253271" y="1221876"/>
                  </a:lnTo>
                  <a:lnTo>
                    <a:pt x="1254116" y="1199030"/>
                  </a:lnTo>
                  <a:lnTo>
                    <a:pt x="1254961" y="1217089"/>
                  </a:lnTo>
                  <a:lnTo>
                    <a:pt x="1255806" y="1231226"/>
                  </a:lnTo>
                  <a:lnTo>
                    <a:pt x="1256651" y="1254401"/>
                  </a:lnTo>
                  <a:lnTo>
                    <a:pt x="1257497" y="1234032"/>
                  </a:lnTo>
                  <a:lnTo>
                    <a:pt x="1258342" y="1269494"/>
                  </a:lnTo>
                  <a:lnTo>
                    <a:pt x="1259187" y="1326356"/>
                  </a:lnTo>
                  <a:lnTo>
                    <a:pt x="1260032" y="1518765"/>
                  </a:lnTo>
                  <a:lnTo>
                    <a:pt x="1260032" y="1518765"/>
                  </a:lnTo>
                  <a:lnTo>
                    <a:pt x="1260877" y="1518765"/>
                  </a:lnTo>
                  <a:lnTo>
                    <a:pt x="1261722" y="1278025"/>
                  </a:lnTo>
                  <a:lnTo>
                    <a:pt x="1262567" y="1307570"/>
                  </a:lnTo>
                  <a:lnTo>
                    <a:pt x="1263412" y="1368164"/>
                  </a:lnTo>
                  <a:lnTo>
                    <a:pt x="1264257" y="1355066"/>
                  </a:lnTo>
                  <a:lnTo>
                    <a:pt x="1265102" y="1303447"/>
                  </a:lnTo>
                  <a:lnTo>
                    <a:pt x="1265948" y="1266089"/>
                  </a:lnTo>
                  <a:lnTo>
                    <a:pt x="1266793" y="1518765"/>
                  </a:lnTo>
                  <a:lnTo>
                    <a:pt x="1266793" y="1518765"/>
                  </a:lnTo>
                  <a:lnTo>
                    <a:pt x="1267638" y="1327490"/>
                  </a:lnTo>
                  <a:lnTo>
                    <a:pt x="1268483" y="1290902"/>
                  </a:lnTo>
                  <a:lnTo>
                    <a:pt x="1269328" y="1255073"/>
                  </a:lnTo>
                  <a:lnTo>
                    <a:pt x="1270173" y="1267023"/>
                  </a:lnTo>
                  <a:lnTo>
                    <a:pt x="1271018" y="1291838"/>
                  </a:lnTo>
                  <a:lnTo>
                    <a:pt x="1271863" y="1324091"/>
                  </a:lnTo>
                  <a:lnTo>
                    <a:pt x="1272708" y="1319157"/>
                  </a:lnTo>
                  <a:lnTo>
                    <a:pt x="1273553" y="1307593"/>
                  </a:lnTo>
                  <a:lnTo>
                    <a:pt x="1274398" y="1324803"/>
                  </a:lnTo>
                  <a:lnTo>
                    <a:pt x="1275244" y="1355398"/>
                  </a:lnTo>
                  <a:lnTo>
                    <a:pt x="1276089" y="1300919"/>
                  </a:lnTo>
                  <a:lnTo>
                    <a:pt x="1276934" y="1266857"/>
                  </a:lnTo>
                  <a:lnTo>
                    <a:pt x="1277779" y="1264908"/>
                  </a:lnTo>
                  <a:lnTo>
                    <a:pt x="1278624" y="1247996"/>
                  </a:lnTo>
                  <a:lnTo>
                    <a:pt x="1279469" y="1289304"/>
                  </a:lnTo>
                  <a:lnTo>
                    <a:pt x="1280314" y="1242428"/>
                  </a:lnTo>
                  <a:lnTo>
                    <a:pt x="1281159" y="1222424"/>
                  </a:lnTo>
                  <a:lnTo>
                    <a:pt x="1282004" y="1238607"/>
                  </a:lnTo>
                  <a:lnTo>
                    <a:pt x="1282849" y="1214367"/>
                  </a:lnTo>
                  <a:lnTo>
                    <a:pt x="1283694" y="1192668"/>
                  </a:lnTo>
                  <a:lnTo>
                    <a:pt x="1284540" y="1217512"/>
                  </a:lnTo>
                  <a:lnTo>
                    <a:pt x="1285385" y="1199916"/>
                  </a:lnTo>
                  <a:lnTo>
                    <a:pt x="1286230" y="1518765"/>
                  </a:lnTo>
                  <a:lnTo>
                    <a:pt x="1286230" y="1518765"/>
                  </a:lnTo>
                  <a:lnTo>
                    <a:pt x="1287075" y="1206900"/>
                  </a:lnTo>
                  <a:lnTo>
                    <a:pt x="1287920" y="1518765"/>
                  </a:lnTo>
                  <a:lnTo>
                    <a:pt x="1287920" y="1518765"/>
                  </a:lnTo>
                  <a:lnTo>
                    <a:pt x="1288765" y="1242792"/>
                  </a:lnTo>
                  <a:lnTo>
                    <a:pt x="1289610" y="1223973"/>
                  </a:lnTo>
                  <a:lnTo>
                    <a:pt x="1290455" y="1232831"/>
                  </a:lnTo>
                  <a:lnTo>
                    <a:pt x="1291300" y="1254723"/>
                  </a:lnTo>
                  <a:lnTo>
                    <a:pt x="1292145" y="1255184"/>
                  </a:lnTo>
                  <a:lnTo>
                    <a:pt x="1292990" y="1224010"/>
                  </a:lnTo>
                  <a:lnTo>
                    <a:pt x="1293836" y="1186925"/>
                  </a:lnTo>
                  <a:lnTo>
                    <a:pt x="1294681" y="1174829"/>
                  </a:lnTo>
                  <a:lnTo>
                    <a:pt x="1295526" y="1214220"/>
                  </a:lnTo>
                  <a:lnTo>
                    <a:pt x="1296371" y="1204974"/>
                  </a:lnTo>
                  <a:lnTo>
                    <a:pt x="1297216" y="1518765"/>
                  </a:lnTo>
                  <a:lnTo>
                    <a:pt x="1297216" y="1518765"/>
                  </a:lnTo>
                  <a:lnTo>
                    <a:pt x="1298061" y="1518765"/>
                  </a:lnTo>
                  <a:lnTo>
                    <a:pt x="1298906" y="1163528"/>
                  </a:lnTo>
                  <a:lnTo>
                    <a:pt x="1299751" y="1162830"/>
                  </a:lnTo>
                  <a:lnTo>
                    <a:pt x="1300596" y="1158169"/>
                  </a:lnTo>
                  <a:lnTo>
                    <a:pt x="1301441" y="1127542"/>
                  </a:lnTo>
                  <a:lnTo>
                    <a:pt x="1302286" y="1137097"/>
                  </a:lnTo>
                  <a:lnTo>
                    <a:pt x="1303132" y="1140300"/>
                  </a:lnTo>
                  <a:lnTo>
                    <a:pt x="1303977" y="1160925"/>
                  </a:lnTo>
                  <a:lnTo>
                    <a:pt x="1304822" y="1169265"/>
                  </a:lnTo>
                  <a:lnTo>
                    <a:pt x="1305667" y="1518765"/>
                  </a:lnTo>
                  <a:lnTo>
                    <a:pt x="1305667" y="1518765"/>
                  </a:lnTo>
                  <a:lnTo>
                    <a:pt x="1306512" y="1130602"/>
                  </a:lnTo>
                  <a:lnTo>
                    <a:pt x="1307357" y="1140845"/>
                  </a:lnTo>
                  <a:lnTo>
                    <a:pt x="1308202" y="1151446"/>
                  </a:lnTo>
                  <a:lnTo>
                    <a:pt x="1309047" y="1159775"/>
                  </a:lnTo>
                  <a:lnTo>
                    <a:pt x="1309892" y="1173084"/>
                  </a:lnTo>
                  <a:lnTo>
                    <a:pt x="1310737" y="1201227"/>
                  </a:lnTo>
                  <a:lnTo>
                    <a:pt x="1311582" y="1226819"/>
                  </a:lnTo>
                  <a:lnTo>
                    <a:pt x="1312428" y="1196810"/>
                  </a:lnTo>
                  <a:lnTo>
                    <a:pt x="1313273" y="1223797"/>
                  </a:lnTo>
                  <a:lnTo>
                    <a:pt x="1314118" y="1227124"/>
                  </a:lnTo>
                  <a:lnTo>
                    <a:pt x="1314963" y="1246016"/>
                  </a:lnTo>
                  <a:lnTo>
                    <a:pt x="1315808" y="1277541"/>
                  </a:lnTo>
                  <a:lnTo>
                    <a:pt x="1316653" y="1325500"/>
                  </a:lnTo>
                  <a:lnTo>
                    <a:pt x="1317498" y="1356296"/>
                  </a:lnTo>
                  <a:lnTo>
                    <a:pt x="1318343" y="1359227"/>
                  </a:lnTo>
                  <a:lnTo>
                    <a:pt x="1319188" y="1352548"/>
                  </a:lnTo>
                  <a:lnTo>
                    <a:pt x="1320033" y="1348013"/>
                  </a:lnTo>
                  <a:lnTo>
                    <a:pt x="1320878" y="1338417"/>
                  </a:lnTo>
                  <a:lnTo>
                    <a:pt x="1321724" y="1303249"/>
                  </a:lnTo>
                  <a:lnTo>
                    <a:pt x="1322569" y="1278160"/>
                  </a:lnTo>
                  <a:lnTo>
                    <a:pt x="1323414" y="1270492"/>
                  </a:lnTo>
                  <a:lnTo>
                    <a:pt x="1324259" y="1290839"/>
                  </a:lnTo>
                  <a:lnTo>
                    <a:pt x="1325104" y="1309895"/>
                  </a:lnTo>
                  <a:lnTo>
                    <a:pt x="1325949" y="1293456"/>
                  </a:lnTo>
                  <a:lnTo>
                    <a:pt x="1326794" y="1518765"/>
                  </a:lnTo>
                  <a:lnTo>
                    <a:pt x="1326794" y="1518765"/>
                  </a:lnTo>
                  <a:lnTo>
                    <a:pt x="1327639" y="1518765"/>
                  </a:lnTo>
                  <a:lnTo>
                    <a:pt x="1328484" y="1518765"/>
                  </a:lnTo>
                  <a:lnTo>
                    <a:pt x="1329329" y="1518765"/>
                  </a:lnTo>
                  <a:lnTo>
                    <a:pt x="1330175" y="1337524"/>
                  </a:lnTo>
                  <a:lnTo>
                    <a:pt x="1331020" y="1518765"/>
                  </a:lnTo>
                  <a:lnTo>
                    <a:pt x="1331020" y="1518765"/>
                  </a:lnTo>
                  <a:lnTo>
                    <a:pt x="1331865" y="1518765"/>
                  </a:lnTo>
                  <a:lnTo>
                    <a:pt x="1332710" y="1299772"/>
                  </a:lnTo>
                  <a:lnTo>
                    <a:pt x="1333555" y="1305396"/>
                  </a:lnTo>
                  <a:lnTo>
                    <a:pt x="1334400" y="1292753"/>
                  </a:lnTo>
                  <a:lnTo>
                    <a:pt x="1335245" y="1283094"/>
                  </a:lnTo>
                  <a:lnTo>
                    <a:pt x="1336090" y="1297393"/>
                  </a:lnTo>
                  <a:lnTo>
                    <a:pt x="1336935" y="1518765"/>
                  </a:lnTo>
                  <a:lnTo>
                    <a:pt x="1336935" y="1518765"/>
                  </a:lnTo>
                  <a:lnTo>
                    <a:pt x="1337780" y="1518765"/>
                  </a:lnTo>
                  <a:lnTo>
                    <a:pt x="1338625" y="1349117"/>
                  </a:lnTo>
                  <a:lnTo>
                    <a:pt x="1339471" y="1318806"/>
                  </a:lnTo>
                  <a:lnTo>
                    <a:pt x="1340316" y="1303372"/>
                  </a:lnTo>
                  <a:lnTo>
                    <a:pt x="1341161" y="1333999"/>
                  </a:lnTo>
                  <a:lnTo>
                    <a:pt x="1342006" y="1336207"/>
                  </a:lnTo>
                  <a:lnTo>
                    <a:pt x="1342851" y="1313166"/>
                  </a:lnTo>
                  <a:lnTo>
                    <a:pt x="1343696" y="1318130"/>
                  </a:lnTo>
                  <a:lnTo>
                    <a:pt x="1344541" y="1315744"/>
                  </a:lnTo>
                  <a:lnTo>
                    <a:pt x="1345386" y="1330659"/>
                  </a:lnTo>
                  <a:lnTo>
                    <a:pt x="1346231" y="1337338"/>
                  </a:lnTo>
                  <a:lnTo>
                    <a:pt x="1347076" y="1327771"/>
                  </a:lnTo>
                  <a:lnTo>
                    <a:pt x="1347921" y="1344718"/>
                  </a:lnTo>
                  <a:lnTo>
                    <a:pt x="1348767" y="1347136"/>
                  </a:lnTo>
                  <a:lnTo>
                    <a:pt x="1349612" y="1323547"/>
                  </a:lnTo>
                  <a:lnTo>
                    <a:pt x="1350457" y="1303051"/>
                  </a:lnTo>
                  <a:lnTo>
                    <a:pt x="1351302" y="1286335"/>
                  </a:lnTo>
                  <a:lnTo>
                    <a:pt x="1352147" y="1287831"/>
                  </a:lnTo>
                  <a:lnTo>
                    <a:pt x="1352992" y="1270561"/>
                  </a:lnTo>
                  <a:lnTo>
                    <a:pt x="1353837" y="1286166"/>
                  </a:lnTo>
                  <a:lnTo>
                    <a:pt x="1354682" y="1292744"/>
                  </a:lnTo>
                  <a:lnTo>
                    <a:pt x="1355527" y="1280391"/>
                  </a:lnTo>
                  <a:lnTo>
                    <a:pt x="1356372" y="1306282"/>
                  </a:lnTo>
                  <a:lnTo>
                    <a:pt x="1357217" y="1297806"/>
                  </a:lnTo>
                  <a:lnTo>
                    <a:pt x="1358063" y="1518765"/>
                  </a:lnTo>
                  <a:lnTo>
                    <a:pt x="1358063" y="1518765"/>
                  </a:lnTo>
                  <a:lnTo>
                    <a:pt x="1358908" y="1341438"/>
                  </a:lnTo>
                  <a:lnTo>
                    <a:pt x="1359753" y="1369286"/>
                  </a:lnTo>
                  <a:lnTo>
                    <a:pt x="1360598" y="1370891"/>
                  </a:lnTo>
                  <a:lnTo>
                    <a:pt x="1361443" y="1379560"/>
                  </a:lnTo>
                  <a:lnTo>
                    <a:pt x="1362288" y="1518765"/>
                  </a:lnTo>
                  <a:lnTo>
                    <a:pt x="1362288" y="1518765"/>
                  </a:lnTo>
                  <a:lnTo>
                    <a:pt x="1363133" y="1386427"/>
                  </a:lnTo>
                  <a:lnTo>
                    <a:pt x="1363978" y="1518765"/>
                  </a:lnTo>
                  <a:lnTo>
                    <a:pt x="1363978" y="1518765"/>
                  </a:lnTo>
                  <a:lnTo>
                    <a:pt x="1364823" y="1518765"/>
                  </a:lnTo>
                  <a:lnTo>
                    <a:pt x="1365668" y="1518765"/>
                  </a:lnTo>
                  <a:lnTo>
                    <a:pt x="1366513" y="1518765"/>
                  </a:lnTo>
                  <a:lnTo>
                    <a:pt x="1367359" y="1416907"/>
                  </a:lnTo>
                  <a:lnTo>
                    <a:pt x="1368204" y="1409086"/>
                  </a:lnTo>
                  <a:lnTo>
                    <a:pt x="1369049" y="1385857"/>
                  </a:lnTo>
                  <a:lnTo>
                    <a:pt x="1369894" y="1390024"/>
                  </a:lnTo>
                  <a:lnTo>
                    <a:pt x="1370739" y="1381656"/>
                  </a:lnTo>
                  <a:lnTo>
                    <a:pt x="1371584" y="1367592"/>
                  </a:lnTo>
                  <a:lnTo>
                    <a:pt x="1372429" y="1342820"/>
                  </a:lnTo>
                  <a:lnTo>
                    <a:pt x="1373274" y="1365374"/>
                  </a:lnTo>
                  <a:lnTo>
                    <a:pt x="1374119" y="1518765"/>
                  </a:lnTo>
                  <a:lnTo>
                    <a:pt x="1374119" y="1518765"/>
                  </a:lnTo>
                  <a:lnTo>
                    <a:pt x="1374964" y="1518765"/>
                  </a:lnTo>
                  <a:lnTo>
                    <a:pt x="1375809" y="1518765"/>
                  </a:lnTo>
                  <a:lnTo>
                    <a:pt x="1376655" y="1518765"/>
                  </a:lnTo>
                  <a:lnTo>
                    <a:pt x="1377500" y="1338158"/>
                  </a:lnTo>
                  <a:lnTo>
                    <a:pt x="1378345" y="1330119"/>
                  </a:lnTo>
                  <a:lnTo>
                    <a:pt x="1379190" y="1334087"/>
                  </a:lnTo>
                  <a:lnTo>
                    <a:pt x="1380035" y="1349441"/>
                  </a:lnTo>
                  <a:lnTo>
                    <a:pt x="1380880" y="1353645"/>
                  </a:lnTo>
                  <a:lnTo>
                    <a:pt x="1381725" y="1366738"/>
                  </a:lnTo>
                  <a:lnTo>
                    <a:pt x="1382570" y="1372278"/>
                  </a:lnTo>
                  <a:lnTo>
                    <a:pt x="1383415" y="1394781"/>
                  </a:lnTo>
                  <a:lnTo>
                    <a:pt x="1384260" y="1369565"/>
                  </a:lnTo>
                  <a:lnTo>
                    <a:pt x="1385105" y="1347749"/>
                  </a:lnTo>
                  <a:lnTo>
                    <a:pt x="1385951" y="1518765"/>
                  </a:lnTo>
                  <a:lnTo>
                    <a:pt x="1385951" y="1518765"/>
                  </a:lnTo>
                  <a:lnTo>
                    <a:pt x="1386796" y="1344360"/>
                  </a:lnTo>
                  <a:lnTo>
                    <a:pt x="1387641" y="1518765"/>
                  </a:lnTo>
                  <a:lnTo>
                    <a:pt x="1387641" y="1518765"/>
                  </a:lnTo>
                  <a:lnTo>
                    <a:pt x="1388486" y="1518765"/>
                  </a:lnTo>
                  <a:lnTo>
                    <a:pt x="1389331" y="1373302"/>
                  </a:lnTo>
                  <a:lnTo>
                    <a:pt x="1390176" y="1380223"/>
                  </a:lnTo>
                  <a:lnTo>
                    <a:pt x="1391021" y="1382606"/>
                  </a:lnTo>
                  <a:lnTo>
                    <a:pt x="1391866" y="1393462"/>
                  </a:lnTo>
                  <a:lnTo>
                    <a:pt x="1392711" y="1364104"/>
                  </a:lnTo>
                  <a:lnTo>
                    <a:pt x="1393556" y="1339128"/>
                  </a:lnTo>
                  <a:lnTo>
                    <a:pt x="1394402" y="1339395"/>
                  </a:lnTo>
                  <a:lnTo>
                    <a:pt x="1395247" y="1349724"/>
                  </a:lnTo>
                  <a:lnTo>
                    <a:pt x="1396092" y="1340116"/>
                  </a:lnTo>
                  <a:lnTo>
                    <a:pt x="1396937" y="1312879"/>
                  </a:lnTo>
                  <a:lnTo>
                    <a:pt x="1397782" y="1322478"/>
                  </a:lnTo>
                  <a:lnTo>
                    <a:pt x="1398627" y="1333492"/>
                  </a:lnTo>
                  <a:lnTo>
                    <a:pt x="1399472" y="1348911"/>
                  </a:lnTo>
                  <a:lnTo>
                    <a:pt x="1400317" y="1323093"/>
                  </a:lnTo>
                  <a:lnTo>
                    <a:pt x="1401162" y="1296828"/>
                  </a:lnTo>
                  <a:lnTo>
                    <a:pt x="1402007" y="1299766"/>
                  </a:lnTo>
                  <a:lnTo>
                    <a:pt x="1402852" y="1289159"/>
                  </a:lnTo>
                  <a:lnTo>
                    <a:pt x="1403698" y="1313663"/>
                  </a:lnTo>
                  <a:lnTo>
                    <a:pt x="1404543" y="1312284"/>
                  </a:lnTo>
                  <a:lnTo>
                    <a:pt x="1405388" y="1306549"/>
                  </a:lnTo>
                  <a:lnTo>
                    <a:pt x="1406233" y="1322322"/>
                  </a:lnTo>
                  <a:lnTo>
                    <a:pt x="1407078" y="1359214"/>
                  </a:lnTo>
                  <a:lnTo>
                    <a:pt x="1407923" y="1518765"/>
                  </a:lnTo>
                  <a:lnTo>
                    <a:pt x="1407923" y="1518765"/>
                  </a:lnTo>
                  <a:lnTo>
                    <a:pt x="1408768" y="1381781"/>
                  </a:lnTo>
                  <a:lnTo>
                    <a:pt x="1409613" y="1518765"/>
                  </a:lnTo>
                  <a:lnTo>
                    <a:pt x="1409613" y="1518765"/>
                  </a:lnTo>
                  <a:lnTo>
                    <a:pt x="1410458" y="1518765"/>
                  </a:lnTo>
                  <a:lnTo>
                    <a:pt x="1411303" y="1518765"/>
                  </a:lnTo>
                  <a:lnTo>
                    <a:pt x="1412148" y="1518765"/>
                  </a:lnTo>
                  <a:lnTo>
                    <a:pt x="1412994" y="1518765"/>
                  </a:lnTo>
                  <a:lnTo>
                    <a:pt x="1413839" y="1518765"/>
                  </a:lnTo>
                  <a:lnTo>
                    <a:pt x="1414684" y="1518765"/>
                  </a:lnTo>
                  <a:lnTo>
                    <a:pt x="1415529" y="1518765"/>
                  </a:lnTo>
                  <a:lnTo>
                    <a:pt x="1416374" y="1518765"/>
                  </a:lnTo>
                  <a:lnTo>
                    <a:pt x="1417219" y="1518765"/>
                  </a:lnTo>
                  <a:lnTo>
                    <a:pt x="1418064" y="1313518"/>
                  </a:lnTo>
                  <a:lnTo>
                    <a:pt x="1418909" y="1311217"/>
                  </a:lnTo>
                  <a:lnTo>
                    <a:pt x="1419754" y="1307795"/>
                  </a:lnTo>
                  <a:lnTo>
                    <a:pt x="1420599" y="1327629"/>
                  </a:lnTo>
                  <a:lnTo>
                    <a:pt x="1421444" y="1311348"/>
                  </a:lnTo>
                  <a:lnTo>
                    <a:pt x="1422290" y="1316577"/>
                  </a:lnTo>
                  <a:lnTo>
                    <a:pt x="1423135" y="1319479"/>
                  </a:lnTo>
                  <a:lnTo>
                    <a:pt x="1423980" y="1332893"/>
                  </a:lnTo>
                  <a:lnTo>
                    <a:pt x="1424825" y="1518765"/>
                  </a:lnTo>
                  <a:lnTo>
                    <a:pt x="1424825" y="1518765"/>
                  </a:lnTo>
                  <a:lnTo>
                    <a:pt x="1425670" y="1518765"/>
                  </a:lnTo>
                  <a:lnTo>
                    <a:pt x="1426515" y="1367729"/>
                  </a:lnTo>
                  <a:lnTo>
                    <a:pt x="1427360" y="1380116"/>
                  </a:lnTo>
                  <a:lnTo>
                    <a:pt x="1428205" y="1403873"/>
                  </a:lnTo>
                  <a:lnTo>
                    <a:pt x="1429050" y="1518765"/>
                  </a:lnTo>
                  <a:lnTo>
                    <a:pt x="1429050" y="1518765"/>
                  </a:lnTo>
                  <a:lnTo>
                    <a:pt x="1429895" y="1518765"/>
                  </a:lnTo>
                  <a:lnTo>
                    <a:pt x="1430740" y="1518765"/>
                  </a:lnTo>
                  <a:lnTo>
                    <a:pt x="1431586" y="1518765"/>
                  </a:lnTo>
                  <a:lnTo>
                    <a:pt x="1432431" y="1518765"/>
                  </a:lnTo>
                  <a:lnTo>
                    <a:pt x="1433276" y="1518765"/>
                  </a:lnTo>
                  <a:lnTo>
                    <a:pt x="1434121" y="1518765"/>
                  </a:lnTo>
                  <a:lnTo>
                    <a:pt x="1434966" y="1315153"/>
                  </a:lnTo>
                  <a:lnTo>
                    <a:pt x="1435811" y="1294828"/>
                  </a:lnTo>
                  <a:lnTo>
                    <a:pt x="1436656" y="1518765"/>
                  </a:lnTo>
                  <a:lnTo>
                    <a:pt x="1436656" y="1518765"/>
                  </a:lnTo>
                  <a:lnTo>
                    <a:pt x="1437501" y="1328575"/>
                  </a:lnTo>
                  <a:lnTo>
                    <a:pt x="1438346" y="1363724"/>
                  </a:lnTo>
                  <a:lnTo>
                    <a:pt x="1439191" y="1387282"/>
                  </a:lnTo>
                  <a:lnTo>
                    <a:pt x="1440036" y="1518765"/>
                  </a:lnTo>
                  <a:lnTo>
                    <a:pt x="1440036" y="1518765"/>
                  </a:lnTo>
                  <a:lnTo>
                    <a:pt x="1440882" y="1518765"/>
                  </a:lnTo>
                  <a:lnTo>
                    <a:pt x="1441727" y="1377220"/>
                  </a:lnTo>
                  <a:lnTo>
                    <a:pt x="1442572" y="1366067"/>
                  </a:lnTo>
                  <a:lnTo>
                    <a:pt x="1443417" y="1366555"/>
                  </a:lnTo>
                  <a:lnTo>
                    <a:pt x="1444262" y="1518765"/>
                  </a:lnTo>
                  <a:lnTo>
                    <a:pt x="1444262" y="1518765"/>
                  </a:lnTo>
                  <a:lnTo>
                    <a:pt x="1445107" y="1366857"/>
                  </a:lnTo>
                  <a:lnTo>
                    <a:pt x="1445952" y="1400480"/>
                  </a:lnTo>
                  <a:lnTo>
                    <a:pt x="1446797" y="1377139"/>
                  </a:lnTo>
                  <a:lnTo>
                    <a:pt x="1447642" y="1356798"/>
                  </a:lnTo>
                  <a:lnTo>
                    <a:pt x="1448487" y="1518765"/>
                  </a:lnTo>
                  <a:lnTo>
                    <a:pt x="1448487" y="1518765"/>
                  </a:lnTo>
                  <a:lnTo>
                    <a:pt x="1449333" y="1518765"/>
                  </a:lnTo>
                  <a:lnTo>
                    <a:pt x="1450178" y="1367843"/>
                  </a:lnTo>
                  <a:lnTo>
                    <a:pt x="1451023" y="1365686"/>
                  </a:lnTo>
                  <a:lnTo>
                    <a:pt x="1451868" y="1367557"/>
                  </a:lnTo>
                  <a:lnTo>
                    <a:pt x="1452713" y="1363871"/>
                  </a:lnTo>
                  <a:lnTo>
                    <a:pt x="1453558" y="1351818"/>
                  </a:lnTo>
                  <a:lnTo>
                    <a:pt x="1454403" y="1518765"/>
                  </a:lnTo>
                  <a:lnTo>
                    <a:pt x="1454403" y="1518765"/>
                  </a:lnTo>
                  <a:lnTo>
                    <a:pt x="1455248" y="1330910"/>
                  </a:lnTo>
                  <a:lnTo>
                    <a:pt x="1456093" y="1336093"/>
                  </a:lnTo>
                  <a:lnTo>
                    <a:pt x="1456938" y="1518765"/>
                  </a:lnTo>
                  <a:lnTo>
                    <a:pt x="1456938" y="1518765"/>
                  </a:lnTo>
                  <a:lnTo>
                    <a:pt x="1457783" y="1518765"/>
                  </a:lnTo>
                  <a:lnTo>
                    <a:pt x="1458629" y="1370253"/>
                  </a:lnTo>
                  <a:lnTo>
                    <a:pt x="1459474" y="1518765"/>
                  </a:lnTo>
                  <a:lnTo>
                    <a:pt x="1459474" y="1518765"/>
                  </a:lnTo>
                  <a:lnTo>
                    <a:pt x="1460319" y="1518765"/>
                  </a:lnTo>
                  <a:lnTo>
                    <a:pt x="1461164" y="1518765"/>
                  </a:lnTo>
                  <a:lnTo>
                    <a:pt x="1462009" y="1518765"/>
                  </a:lnTo>
                  <a:lnTo>
                    <a:pt x="1462854" y="1518765"/>
                  </a:lnTo>
                  <a:lnTo>
                    <a:pt x="1463699" y="1518765"/>
                  </a:lnTo>
                  <a:lnTo>
                    <a:pt x="1464544" y="1348895"/>
                  </a:lnTo>
                  <a:lnTo>
                    <a:pt x="1465389" y="1310815"/>
                  </a:lnTo>
                  <a:lnTo>
                    <a:pt x="1466234" y="1281906"/>
                  </a:lnTo>
                  <a:lnTo>
                    <a:pt x="1467079" y="1259018"/>
                  </a:lnTo>
                  <a:lnTo>
                    <a:pt x="1467925" y="1302790"/>
                  </a:lnTo>
                  <a:lnTo>
                    <a:pt x="1468770" y="1334069"/>
                  </a:lnTo>
                  <a:lnTo>
                    <a:pt x="1469615" y="1347088"/>
                  </a:lnTo>
                  <a:lnTo>
                    <a:pt x="1470460" y="1384989"/>
                  </a:lnTo>
                  <a:lnTo>
                    <a:pt x="1471305" y="1382403"/>
                  </a:lnTo>
                  <a:lnTo>
                    <a:pt x="1472150" y="1364146"/>
                  </a:lnTo>
                  <a:lnTo>
                    <a:pt x="1472995" y="1389492"/>
                  </a:lnTo>
                  <a:lnTo>
                    <a:pt x="1473840" y="1352610"/>
                  </a:lnTo>
                  <a:lnTo>
                    <a:pt x="1474685" y="1363369"/>
                  </a:lnTo>
                  <a:lnTo>
                    <a:pt x="1475530" y="1359455"/>
                  </a:lnTo>
                  <a:lnTo>
                    <a:pt x="1476375" y="1382754"/>
                  </a:lnTo>
                  <a:lnTo>
                    <a:pt x="1477221" y="1405534"/>
                  </a:lnTo>
                  <a:lnTo>
                    <a:pt x="1478066" y="1403218"/>
                  </a:lnTo>
                  <a:lnTo>
                    <a:pt x="1478911" y="1405376"/>
                  </a:lnTo>
                  <a:lnTo>
                    <a:pt x="1479756" y="1518765"/>
                  </a:lnTo>
                  <a:lnTo>
                    <a:pt x="1479756" y="1518765"/>
                  </a:lnTo>
                  <a:lnTo>
                    <a:pt x="1480601" y="1518765"/>
                  </a:lnTo>
                  <a:lnTo>
                    <a:pt x="1481446" y="1425946"/>
                  </a:lnTo>
                  <a:lnTo>
                    <a:pt x="1482291" y="1427211"/>
                  </a:lnTo>
                  <a:lnTo>
                    <a:pt x="1483136" y="1443162"/>
                  </a:lnTo>
                  <a:lnTo>
                    <a:pt x="1483981" y="1443210"/>
                  </a:lnTo>
                  <a:lnTo>
                    <a:pt x="1484826" y="1446139"/>
                  </a:lnTo>
                  <a:lnTo>
                    <a:pt x="1485671" y="1518765"/>
                  </a:lnTo>
                  <a:lnTo>
                    <a:pt x="1485671" y="1518765"/>
                  </a:lnTo>
                  <a:lnTo>
                    <a:pt x="1486517" y="1385103"/>
                  </a:lnTo>
                  <a:lnTo>
                    <a:pt x="1487362" y="1384807"/>
                  </a:lnTo>
                  <a:lnTo>
                    <a:pt x="1488207" y="1360632"/>
                  </a:lnTo>
                  <a:lnTo>
                    <a:pt x="1489052" y="1377071"/>
                  </a:lnTo>
                  <a:lnTo>
                    <a:pt x="1489897" y="1392410"/>
                  </a:lnTo>
                  <a:lnTo>
                    <a:pt x="1490742" y="1413607"/>
                  </a:lnTo>
                  <a:lnTo>
                    <a:pt x="1491587" y="1441731"/>
                  </a:lnTo>
                  <a:lnTo>
                    <a:pt x="1492432" y="1420081"/>
                  </a:lnTo>
                  <a:lnTo>
                    <a:pt x="1493277" y="1411585"/>
                  </a:lnTo>
                  <a:lnTo>
                    <a:pt x="1494122" y="1412096"/>
                  </a:lnTo>
                  <a:lnTo>
                    <a:pt x="1494967" y="1398825"/>
                  </a:lnTo>
                  <a:lnTo>
                    <a:pt x="1495813" y="1411745"/>
                  </a:lnTo>
                  <a:lnTo>
                    <a:pt x="1496658" y="1395976"/>
                  </a:lnTo>
                  <a:lnTo>
                    <a:pt x="1497503" y="1403281"/>
                  </a:lnTo>
                  <a:lnTo>
                    <a:pt x="1498348" y="1414799"/>
                  </a:lnTo>
                  <a:lnTo>
                    <a:pt x="1499193" y="1399991"/>
                  </a:lnTo>
                  <a:lnTo>
                    <a:pt x="1500038" y="1392090"/>
                  </a:lnTo>
                  <a:lnTo>
                    <a:pt x="1500883" y="1518765"/>
                  </a:lnTo>
                  <a:lnTo>
                    <a:pt x="1500883" y="1518765"/>
                  </a:lnTo>
                  <a:lnTo>
                    <a:pt x="1501728" y="1518765"/>
                  </a:lnTo>
                  <a:lnTo>
                    <a:pt x="1502573" y="1416680"/>
                  </a:lnTo>
                  <a:lnTo>
                    <a:pt x="1503418" y="1423878"/>
                  </a:lnTo>
                  <a:lnTo>
                    <a:pt x="1504263" y="1424625"/>
                  </a:lnTo>
                  <a:lnTo>
                    <a:pt x="1505109" y="1428126"/>
                  </a:lnTo>
                  <a:lnTo>
                    <a:pt x="1505954" y="1518765"/>
                  </a:lnTo>
                  <a:lnTo>
                    <a:pt x="1505954" y="1518765"/>
                  </a:lnTo>
                  <a:lnTo>
                    <a:pt x="1506799" y="1421796"/>
                  </a:lnTo>
                  <a:lnTo>
                    <a:pt x="1507644" y="1416280"/>
                  </a:lnTo>
                  <a:lnTo>
                    <a:pt x="1508489" y="1518765"/>
                  </a:lnTo>
                  <a:lnTo>
                    <a:pt x="1508489" y="1518765"/>
                  </a:lnTo>
                  <a:lnTo>
                    <a:pt x="1509334" y="1409046"/>
                  </a:lnTo>
                  <a:lnTo>
                    <a:pt x="1510179" y="1385920"/>
                  </a:lnTo>
                  <a:lnTo>
                    <a:pt x="1511024" y="1395150"/>
                  </a:lnTo>
                  <a:lnTo>
                    <a:pt x="1511869" y="1518765"/>
                  </a:lnTo>
                  <a:lnTo>
                    <a:pt x="1511869" y="1518765"/>
                  </a:lnTo>
                  <a:lnTo>
                    <a:pt x="1512714" y="1518765"/>
                  </a:lnTo>
                  <a:lnTo>
                    <a:pt x="1513560" y="1518765"/>
                  </a:lnTo>
                  <a:lnTo>
                    <a:pt x="1514405" y="1518765"/>
                  </a:lnTo>
                  <a:lnTo>
                    <a:pt x="1515250" y="1518765"/>
                  </a:lnTo>
                  <a:lnTo>
                    <a:pt x="1516095" y="1518765"/>
                  </a:lnTo>
                  <a:lnTo>
                    <a:pt x="1516940" y="1518765"/>
                  </a:lnTo>
                  <a:lnTo>
                    <a:pt x="1517785" y="1402246"/>
                  </a:lnTo>
                  <a:lnTo>
                    <a:pt x="1518630" y="1377147"/>
                  </a:lnTo>
                  <a:lnTo>
                    <a:pt x="1519475" y="1404969"/>
                  </a:lnTo>
                  <a:lnTo>
                    <a:pt x="1520320" y="1420482"/>
                  </a:lnTo>
                  <a:lnTo>
                    <a:pt x="1521165" y="1518765"/>
                  </a:lnTo>
                  <a:lnTo>
                    <a:pt x="1521165" y="1518765"/>
                  </a:lnTo>
                  <a:lnTo>
                    <a:pt x="1522010" y="1518765"/>
                  </a:lnTo>
                  <a:lnTo>
                    <a:pt x="1522856" y="1518765"/>
                  </a:lnTo>
                  <a:lnTo>
                    <a:pt x="1523701" y="1518765"/>
                  </a:lnTo>
                  <a:lnTo>
                    <a:pt x="1524546" y="1518765"/>
                  </a:lnTo>
                  <a:lnTo>
                    <a:pt x="1525391" y="1401345"/>
                  </a:lnTo>
                  <a:lnTo>
                    <a:pt x="1526236" y="1379596"/>
                  </a:lnTo>
                  <a:lnTo>
                    <a:pt x="1527081" y="1397186"/>
                  </a:lnTo>
                  <a:lnTo>
                    <a:pt x="1527926" y="1410677"/>
                  </a:lnTo>
                  <a:lnTo>
                    <a:pt x="1528771" y="1405581"/>
                  </a:lnTo>
                  <a:lnTo>
                    <a:pt x="1529616" y="1384474"/>
                  </a:lnTo>
                  <a:lnTo>
                    <a:pt x="1530461" y="1369562"/>
                  </a:lnTo>
                  <a:lnTo>
                    <a:pt x="1531306" y="1360967"/>
                  </a:lnTo>
                  <a:lnTo>
                    <a:pt x="1532152" y="1357129"/>
                  </a:lnTo>
                  <a:lnTo>
                    <a:pt x="1532997" y="1350197"/>
                  </a:lnTo>
                  <a:lnTo>
                    <a:pt x="1533842" y="1347065"/>
                  </a:lnTo>
                  <a:lnTo>
                    <a:pt x="1534687" y="1379958"/>
                  </a:lnTo>
                  <a:lnTo>
                    <a:pt x="1535532" y="1379702"/>
                  </a:lnTo>
                  <a:lnTo>
                    <a:pt x="1536377" y="1518765"/>
                  </a:lnTo>
                  <a:lnTo>
                    <a:pt x="1536377" y="1518765"/>
                  </a:lnTo>
                  <a:lnTo>
                    <a:pt x="1537222" y="1518765"/>
                  </a:lnTo>
                  <a:lnTo>
                    <a:pt x="1538067" y="1406516"/>
                  </a:lnTo>
                  <a:lnTo>
                    <a:pt x="1538912" y="1518765"/>
                  </a:lnTo>
                  <a:lnTo>
                    <a:pt x="1538912" y="1518765"/>
                  </a:lnTo>
                  <a:lnTo>
                    <a:pt x="1539757" y="1518765"/>
                  </a:lnTo>
                  <a:lnTo>
                    <a:pt x="1540602" y="1445928"/>
                  </a:lnTo>
                  <a:lnTo>
                    <a:pt x="1541448" y="1438553"/>
                  </a:lnTo>
                  <a:lnTo>
                    <a:pt x="1542293" y="1412584"/>
                  </a:lnTo>
                  <a:lnTo>
                    <a:pt x="1543138" y="1408779"/>
                  </a:lnTo>
                  <a:lnTo>
                    <a:pt x="1543983" y="1518765"/>
                  </a:lnTo>
                  <a:lnTo>
                    <a:pt x="1543983" y="1518765"/>
                  </a:lnTo>
                  <a:lnTo>
                    <a:pt x="1544828" y="1518765"/>
                  </a:lnTo>
                  <a:lnTo>
                    <a:pt x="1545673" y="1518765"/>
                  </a:lnTo>
                  <a:lnTo>
                    <a:pt x="1546518" y="1518765"/>
                  </a:lnTo>
                  <a:lnTo>
                    <a:pt x="1547363" y="1518765"/>
                  </a:lnTo>
                  <a:lnTo>
                    <a:pt x="1548208" y="1404969"/>
                  </a:lnTo>
                  <a:lnTo>
                    <a:pt x="1549053" y="1408574"/>
                  </a:lnTo>
                  <a:lnTo>
                    <a:pt x="1549898" y="1409682"/>
                  </a:lnTo>
                  <a:lnTo>
                    <a:pt x="1550744" y="1404128"/>
                  </a:lnTo>
                  <a:lnTo>
                    <a:pt x="1551589" y="1398712"/>
                  </a:lnTo>
                  <a:lnTo>
                    <a:pt x="1552434" y="1401601"/>
                  </a:lnTo>
                  <a:lnTo>
                    <a:pt x="1553279" y="1403038"/>
                  </a:lnTo>
                  <a:lnTo>
                    <a:pt x="1554124" y="1518765"/>
                  </a:lnTo>
                  <a:lnTo>
                    <a:pt x="1554124" y="1518765"/>
                  </a:lnTo>
                  <a:lnTo>
                    <a:pt x="1554969" y="1377809"/>
                  </a:lnTo>
                  <a:lnTo>
                    <a:pt x="1555814" y="1394682"/>
                  </a:lnTo>
                  <a:lnTo>
                    <a:pt x="1556659" y="1407877"/>
                  </a:lnTo>
                  <a:lnTo>
                    <a:pt x="1557504" y="1395515"/>
                  </a:lnTo>
                  <a:lnTo>
                    <a:pt x="1558349" y="1385333"/>
                  </a:lnTo>
                  <a:lnTo>
                    <a:pt x="1559194" y="1405597"/>
                  </a:lnTo>
                  <a:lnTo>
                    <a:pt x="1560040" y="1427043"/>
                  </a:lnTo>
                  <a:lnTo>
                    <a:pt x="1560885" y="1427593"/>
                  </a:lnTo>
                  <a:lnTo>
                    <a:pt x="1561730" y="1424621"/>
                  </a:lnTo>
                  <a:lnTo>
                    <a:pt x="1562575" y="1423735"/>
                  </a:lnTo>
                  <a:lnTo>
                    <a:pt x="1563420" y="1420869"/>
                  </a:lnTo>
                  <a:lnTo>
                    <a:pt x="1564265" y="1431466"/>
                  </a:lnTo>
                  <a:lnTo>
                    <a:pt x="1565110" y="1443875"/>
                  </a:lnTo>
                  <a:lnTo>
                    <a:pt x="1565955" y="1461314"/>
                  </a:lnTo>
                  <a:lnTo>
                    <a:pt x="1566800" y="1475604"/>
                  </a:lnTo>
                  <a:lnTo>
                    <a:pt x="1567645" y="1493077"/>
                  </a:lnTo>
                  <a:lnTo>
                    <a:pt x="1568490" y="1518765"/>
                  </a:lnTo>
                  <a:lnTo>
                    <a:pt x="1568490" y="1518765"/>
                  </a:lnTo>
                  <a:lnTo>
                    <a:pt x="1569336" y="1489290"/>
                  </a:lnTo>
                  <a:lnTo>
                    <a:pt x="1570181" y="1477373"/>
                  </a:lnTo>
                  <a:lnTo>
                    <a:pt x="1571026" y="1472008"/>
                  </a:lnTo>
                  <a:lnTo>
                    <a:pt x="1571871" y="1449292"/>
                  </a:lnTo>
                  <a:lnTo>
                    <a:pt x="1572716" y="1440758"/>
                  </a:lnTo>
                  <a:lnTo>
                    <a:pt x="1573561" y="1417521"/>
                  </a:lnTo>
                  <a:lnTo>
                    <a:pt x="1574406" y="1518765"/>
                  </a:lnTo>
                  <a:lnTo>
                    <a:pt x="1574406" y="1518765"/>
                  </a:lnTo>
                  <a:lnTo>
                    <a:pt x="1575251" y="1518765"/>
                  </a:lnTo>
                  <a:lnTo>
                    <a:pt x="1576096" y="1377845"/>
                  </a:lnTo>
                  <a:lnTo>
                    <a:pt x="1576941" y="1360523"/>
                  </a:lnTo>
                  <a:lnTo>
                    <a:pt x="1577787" y="1342035"/>
                  </a:lnTo>
                  <a:lnTo>
                    <a:pt x="1578632" y="1355502"/>
                  </a:lnTo>
                  <a:lnTo>
                    <a:pt x="1579477" y="1364682"/>
                  </a:lnTo>
                  <a:lnTo>
                    <a:pt x="1580322" y="1336286"/>
                  </a:lnTo>
                  <a:lnTo>
                    <a:pt x="1581167" y="1322884"/>
                  </a:lnTo>
                  <a:lnTo>
                    <a:pt x="1582012" y="1326190"/>
                  </a:lnTo>
                  <a:lnTo>
                    <a:pt x="1582857" y="1319684"/>
                  </a:lnTo>
                  <a:lnTo>
                    <a:pt x="1583702" y="1334409"/>
                  </a:lnTo>
                  <a:lnTo>
                    <a:pt x="1584547" y="1347915"/>
                  </a:lnTo>
                  <a:lnTo>
                    <a:pt x="1585392" y="1373338"/>
                  </a:lnTo>
                  <a:lnTo>
                    <a:pt x="1586237" y="1518765"/>
                  </a:lnTo>
                  <a:lnTo>
                    <a:pt x="1586237" y="1518765"/>
                  </a:lnTo>
                  <a:lnTo>
                    <a:pt x="1587083" y="1518765"/>
                  </a:lnTo>
                  <a:lnTo>
                    <a:pt x="1587928" y="1443375"/>
                  </a:lnTo>
                  <a:lnTo>
                    <a:pt x="1588773" y="1421576"/>
                  </a:lnTo>
                  <a:lnTo>
                    <a:pt x="1589618" y="1417515"/>
                  </a:lnTo>
                  <a:lnTo>
                    <a:pt x="1590463" y="1518765"/>
                  </a:lnTo>
                  <a:lnTo>
                    <a:pt x="1590463" y="1518765"/>
                  </a:lnTo>
                  <a:lnTo>
                    <a:pt x="1591308" y="1518765"/>
                  </a:lnTo>
                  <a:lnTo>
                    <a:pt x="1592153" y="1518765"/>
                  </a:lnTo>
                  <a:lnTo>
                    <a:pt x="1592998" y="1518765"/>
                  </a:lnTo>
                  <a:lnTo>
                    <a:pt x="1593843" y="1518765"/>
                  </a:lnTo>
                  <a:lnTo>
                    <a:pt x="1594688" y="1518765"/>
                  </a:lnTo>
                  <a:lnTo>
                    <a:pt x="1595533" y="1411871"/>
                  </a:lnTo>
                  <a:lnTo>
                    <a:pt x="1596379" y="1392057"/>
                  </a:lnTo>
                  <a:lnTo>
                    <a:pt x="1597224" y="1384817"/>
                  </a:lnTo>
                  <a:lnTo>
                    <a:pt x="1598069" y="1518765"/>
                  </a:lnTo>
                  <a:lnTo>
                    <a:pt x="1598069" y="1518765"/>
                  </a:lnTo>
                  <a:lnTo>
                    <a:pt x="1598914" y="1518765"/>
                  </a:lnTo>
                  <a:lnTo>
                    <a:pt x="1599759" y="1518765"/>
                  </a:lnTo>
                  <a:lnTo>
                    <a:pt x="1600604" y="1368543"/>
                  </a:lnTo>
                  <a:lnTo>
                    <a:pt x="1601449" y="1328820"/>
                  </a:lnTo>
                  <a:lnTo>
                    <a:pt x="1602294" y="1352980"/>
                  </a:lnTo>
                  <a:lnTo>
                    <a:pt x="1603139" y="1343527"/>
                  </a:lnTo>
                  <a:lnTo>
                    <a:pt x="1603984" y="1313403"/>
                  </a:lnTo>
                  <a:lnTo>
                    <a:pt x="1604829" y="1318105"/>
                  </a:lnTo>
                  <a:lnTo>
                    <a:pt x="1605675" y="1313930"/>
                  </a:lnTo>
                  <a:lnTo>
                    <a:pt x="1606520" y="1322622"/>
                  </a:lnTo>
                  <a:lnTo>
                    <a:pt x="1607365" y="1352479"/>
                  </a:lnTo>
                  <a:lnTo>
                    <a:pt x="1608210" y="1364614"/>
                  </a:lnTo>
                  <a:lnTo>
                    <a:pt x="1609055" y="1380143"/>
                  </a:lnTo>
                  <a:lnTo>
                    <a:pt x="1609900" y="1399214"/>
                  </a:lnTo>
                  <a:lnTo>
                    <a:pt x="1610745" y="1393939"/>
                  </a:lnTo>
                  <a:lnTo>
                    <a:pt x="1611590" y="1518765"/>
                  </a:lnTo>
                  <a:lnTo>
                    <a:pt x="1611590" y="1518765"/>
                  </a:lnTo>
                  <a:lnTo>
                    <a:pt x="1612435" y="1420118"/>
                  </a:lnTo>
                  <a:lnTo>
                    <a:pt x="1613280" y="1430141"/>
                  </a:lnTo>
                  <a:lnTo>
                    <a:pt x="1614125" y="1441352"/>
                  </a:lnTo>
                  <a:lnTo>
                    <a:pt x="1614971" y="1446623"/>
                  </a:lnTo>
                  <a:lnTo>
                    <a:pt x="1615816" y="1451335"/>
                  </a:lnTo>
                  <a:lnTo>
                    <a:pt x="1616661" y="1432053"/>
                  </a:lnTo>
                  <a:lnTo>
                    <a:pt x="1617506" y="1424594"/>
                  </a:lnTo>
                  <a:lnTo>
                    <a:pt x="1618351" y="1395589"/>
                  </a:lnTo>
                  <a:lnTo>
                    <a:pt x="1619196" y="1398771"/>
                  </a:lnTo>
                  <a:lnTo>
                    <a:pt x="1620041" y="1389475"/>
                  </a:lnTo>
                  <a:lnTo>
                    <a:pt x="1620886" y="1518765"/>
                  </a:lnTo>
                  <a:lnTo>
                    <a:pt x="1620886" y="1518765"/>
                  </a:lnTo>
                  <a:lnTo>
                    <a:pt x="1621731" y="1401097"/>
                  </a:lnTo>
                  <a:lnTo>
                    <a:pt x="1622576" y="1402203"/>
                  </a:lnTo>
                  <a:lnTo>
                    <a:pt x="1623421" y="1410794"/>
                  </a:lnTo>
                  <a:lnTo>
                    <a:pt x="1624267" y="1518765"/>
                  </a:lnTo>
                  <a:lnTo>
                    <a:pt x="1624267" y="1518765"/>
                  </a:lnTo>
                  <a:lnTo>
                    <a:pt x="1625112" y="1518765"/>
                  </a:lnTo>
                  <a:lnTo>
                    <a:pt x="1625957" y="1417188"/>
                  </a:lnTo>
                  <a:lnTo>
                    <a:pt x="1626802" y="1419154"/>
                  </a:lnTo>
                  <a:lnTo>
                    <a:pt x="1627647" y="1423881"/>
                  </a:lnTo>
                  <a:lnTo>
                    <a:pt x="1628492" y="1422215"/>
                  </a:lnTo>
                  <a:lnTo>
                    <a:pt x="1629337" y="1411096"/>
                  </a:lnTo>
                  <a:lnTo>
                    <a:pt x="1630182" y="1406547"/>
                  </a:lnTo>
                  <a:lnTo>
                    <a:pt x="1631027" y="1394406"/>
                  </a:lnTo>
                  <a:lnTo>
                    <a:pt x="1631872" y="1376187"/>
                  </a:lnTo>
                  <a:lnTo>
                    <a:pt x="1632717" y="1350193"/>
                  </a:lnTo>
                  <a:lnTo>
                    <a:pt x="1633563" y="1360348"/>
                  </a:lnTo>
                  <a:lnTo>
                    <a:pt x="1634408" y="1350570"/>
                  </a:lnTo>
                  <a:lnTo>
                    <a:pt x="1635253" y="1376026"/>
                  </a:lnTo>
                  <a:lnTo>
                    <a:pt x="1636098" y="1374814"/>
                  </a:lnTo>
                  <a:lnTo>
                    <a:pt x="1636943" y="1409854"/>
                  </a:lnTo>
                  <a:lnTo>
                    <a:pt x="1637788" y="1441888"/>
                  </a:lnTo>
                  <a:lnTo>
                    <a:pt x="1638633" y="1458202"/>
                  </a:lnTo>
                  <a:lnTo>
                    <a:pt x="1639478" y="1469751"/>
                  </a:lnTo>
                  <a:lnTo>
                    <a:pt x="1640323" y="1464316"/>
                  </a:lnTo>
                  <a:lnTo>
                    <a:pt x="1641168" y="1465110"/>
                  </a:lnTo>
                  <a:lnTo>
                    <a:pt x="1642014" y="1462705"/>
                  </a:lnTo>
                  <a:lnTo>
                    <a:pt x="1642859" y="1469094"/>
                  </a:lnTo>
                  <a:lnTo>
                    <a:pt x="1643704" y="1518765"/>
                  </a:lnTo>
                  <a:lnTo>
                    <a:pt x="1643704" y="1518765"/>
                  </a:lnTo>
                  <a:lnTo>
                    <a:pt x="1644549" y="1477782"/>
                  </a:lnTo>
                  <a:lnTo>
                    <a:pt x="1645394" y="1477499"/>
                  </a:lnTo>
                  <a:lnTo>
                    <a:pt x="1646239" y="1464542"/>
                  </a:lnTo>
                  <a:lnTo>
                    <a:pt x="1647084" y="1518765"/>
                  </a:lnTo>
                  <a:lnTo>
                    <a:pt x="1647084" y="1518765"/>
                  </a:lnTo>
                  <a:lnTo>
                    <a:pt x="1647929" y="1440254"/>
                  </a:lnTo>
                  <a:lnTo>
                    <a:pt x="1648774" y="1443247"/>
                  </a:lnTo>
                  <a:lnTo>
                    <a:pt x="1649619" y="1437038"/>
                  </a:lnTo>
                  <a:lnTo>
                    <a:pt x="1650464" y="1413048"/>
                  </a:lnTo>
                  <a:lnTo>
                    <a:pt x="1651310" y="1518765"/>
                  </a:lnTo>
                  <a:lnTo>
                    <a:pt x="1651310" y="1518765"/>
                  </a:lnTo>
                  <a:lnTo>
                    <a:pt x="1652155" y="1518765"/>
                  </a:lnTo>
                  <a:lnTo>
                    <a:pt x="1653000" y="1518765"/>
                  </a:lnTo>
                  <a:lnTo>
                    <a:pt x="1653845" y="1436409"/>
                  </a:lnTo>
                  <a:lnTo>
                    <a:pt x="1654690" y="1431157"/>
                  </a:lnTo>
                  <a:lnTo>
                    <a:pt x="1655535" y="1436957"/>
                  </a:lnTo>
                  <a:lnTo>
                    <a:pt x="1656380" y="1518765"/>
                  </a:lnTo>
                  <a:lnTo>
                    <a:pt x="1656380" y="1518765"/>
                  </a:lnTo>
                  <a:lnTo>
                    <a:pt x="1657225" y="1518765"/>
                  </a:lnTo>
                  <a:lnTo>
                    <a:pt x="1658070" y="1518765"/>
                  </a:lnTo>
                  <a:lnTo>
                    <a:pt x="1658915" y="1518765"/>
                  </a:lnTo>
                  <a:lnTo>
                    <a:pt x="1659760" y="1391180"/>
                  </a:lnTo>
                  <a:lnTo>
                    <a:pt x="1660606" y="1518765"/>
                  </a:lnTo>
                  <a:lnTo>
                    <a:pt x="1660606" y="1518765"/>
                  </a:lnTo>
                  <a:lnTo>
                    <a:pt x="1661451" y="1518765"/>
                  </a:lnTo>
                  <a:lnTo>
                    <a:pt x="1662296" y="1518765"/>
                  </a:lnTo>
                  <a:lnTo>
                    <a:pt x="1663141" y="1518765"/>
                  </a:lnTo>
                  <a:lnTo>
                    <a:pt x="1663986" y="1518765"/>
                  </a:lnTo>
                  <a:lnTo>
                    <a:pt x="1664831" y="1518765"/>
                  </a:lnTo>
                  <a:lnTo>
                    <a:pt x="1665676" y="1424636"/>
                  </a:lnTo>
                  <a:lnTo>
                    <a:pt x="1666521" y="1413076"/>
                  </a:lnTo>
                  <a:lnTo>
                    <a:pt x="1667366" y="1374549"/>
                  </a:lnTo>
                  <a:lnTo>
                    <a:pt x="1668211" y="1370929"/>
                  </a:lnTo>
                  <a:lnTo>
                    <a:pt x="1669056" y="1518765"/>
                  </a:lnTo>
                  <a:lnTo>
                    <a:pt x="1669056" y="1518765"/>
                  </a:lnTo>
                  <a:lnTo>
                    <a:pt x="1669902" y="1378447"/>
                  </a:lnTo>
                  <a:lnTo>
                    <a:pt x="1670747" y="1377665"/>
                  </a:lnTo>
                  <a:lnTo>
                    <a:pt x="1671592" y="1385329"/>
                  </a:lnTo>
                  <a:lnTo>
                    <a:pt x="1672437" y="1518765"/>
                  </a:lnTo>
                  <a:lnTo>
                    <a:pt x="1672437" y="1518765"/>
                  </a:lnTo>
                  <a:lnTo>
                    <a:pt x="1673282" y="1421380"/>
                  </a:lnTo>
                  <a:lnTo>
                    <a:pt x="1674127" y="1518765"/>
                  </a:lnTo>
                  <a:lnTo>
                    <a:pt x="1674127" y="1518765"/>
                  </a:lnTo>
                  <a:lnTo>
                    <a:pt x="1674972" y="1518765"/>
                  </a:lnTo>
                  <a:lnTo>
                    <a:pt x="1675817" y="1518765"/>
                  </a:lnTo>
                  <a:lnTo>
                    <a:pt x="1676662" y="1518765"/>
                  </a:lnTo>
                  <a:lnTo>
                    <a:pt x="1677507" y="1518765"/>
                  </a:lnTo>
                  <a:lnTo>
                    <a:pt x="1678352" y="1355969"/>
                  </a:lnTo>
                  <a:lnTo>
                    <a:pt x="1679198" y="1376546"/>
                  </a:lnTo>
                  <a:lnTo>
                    <a:pt x="1680043" y="1392547"/>
                  </a:lnTo>
                  <a:lnTo>
                    <a:pt x="1680888" y="1381011"/>
                  </a:lnTo>
                  <a:lnTo>
                    <a:pt x="1681733" y="1397001"/>
                  </a:lnTo>
                  <a:lnTo>
                    <a:pt x="1682578" y="1373988"/>
                  </a:lnTo>
                  <a:lnTo>
                    <a:pt x="1683423" y="1386312"/>
                  </a:lnTo>
                  <a:lnTo>
                    <a:pt x="1684268" y="1374000"/>
                  </a:lnTo>
                  <a:lnTo>
                    <a:pt x="1685113" y="1375799"/>
                  </a:lnTo>
                  <a:lnTo>
                    <a:pt x="1685958" y="1518765"/>
                  </a:lnTo>
                  <a:lnTo>
                    <a:pt x="1685958" y="1518765"/>
                  </a:lnTo>
                  <a:lnTo>
                    <a:pt x="1686803" y="1339853"/>
                  </a:lnTo>
                  <a:lnTo>
                    <a:pt x="1687648" y="1322831"/>
                  </a:lnTo>
                  <a:lnTo>
                    <a:pt x="1688494" y="1316837"/>
                  </a:lnTo>
                  <a:lnTo>
                    <a:pt x="1689339" y="1311618"/>
                  </a:lnTo>
                  <a:lnTo>
                    <a:pt x="1690184" y="1518765"/>
                  </a:lnTo>
                  <a:lnTo>
                    <a:pt x="1690184" y="1518765"/>
                  </a:lnTo>
                  <a:lnTo>
                    <a:pt x="1691029" y="1301108"/>
                  </a:lnTo>
                  <a:lnTo>
                    <a:pt x="1691874" y="1316282"/>
                  </a:lnTo>
                  <a:lnTo>
                    <a:pt x="1692719" y="1307289"/>
                  </a:lnTo>
                  <a:lnTo>
                    <a:pt x="1693564" y="1300700"/>
                  </a:lnTo>
                  <a:lnTo>
                    <a:pt x="1694409" y="1518765"/>
                  </a:lnTo>
                  <a:lnTo>
                    <a:pt x="1694409" y="1518765"/>
                  </a:lnTo>
                  <a:lnTo>
                    <a:pt x="1695254" y="1289399"/>
                  </a:lnTo>
                  <a:lnTo>
                    <a:pt x="1696099" y="1518765"/>
                  </a:lnTo>
                  <a:lnTo>
                    <a:pt x="1696099" y="1518765"/>
                  </a:lnTo>
                  <a:lnTo>
                    <a:pt x="1696944" y="1306829"/>
                  </a:lnTo>
                  <a:lnTo>
                    <a:pt x="1697790" y="1306739"/>
                  </a:lnTo>
                  <a:lnTo>
                    <a:pt x="1698635" y="1312074"/>
                  </a:lnTo>
                  <a:lnTo>
                    <a:pt x="1699480" y="1326847"/>
                  </a:lnTo>
                  <a:lnTo>
                    <a:pt x="1700325" y="1362483"/>
                  </a:lnTo>
                  <a:lnTo>
                    <a:pt x="1701170" y="1356011"/>
                  </a:lnTo>
                  <a:lnTo>
                    <a:pt x="1702015" y="1363258"/>
                  </a:lnTo>
                  <a:lnTo>
                    <a:pt x="1702860" y="1372855"/>
                  </a:lnTo>
                  <a:lnTo>
                    <a:pt x="1703705" y="1367126"/>
                  </a:lnTo>
                  <a:lnTo>
                    <a:pt x="1704550" y="1371774"/>
                  </a:lnTo>
                  <a:lnTo>
                    <a:pt x="1705395" y="1377682"/>
                  </a:lnTo>
                  <a:lnTo>
                    <a:pt x="1706241" y="1411043"/>
                  </a:lnTo>
                  <a:lnTo>
                    <a:pt x="1707086" y="1445661"/>
                  </a:lnTo>
                  <a:lnTo>
                    <a:pt x="1707931" y="1458401"/>
                  </a:lnTo>
                  <a:lnTo>
                    <a:pt x="1708776" y="1462384"/>
                  </a:lnTo>
                  <a:lnTo>
                    <a:pt x="1709621" y="1464604"/>
                  </a:lnTo>
                  <a:lnTo>
                    <a:pt x="1710466" y="1466815"/>
                  </a:lnTo>
                  <a:lnTo>
                    <a:pt x="1711311" y="1470259"/>
                  </a:lnTo>
                  <a:lnTo>
                    <a:pt x="1712156" y="1465385"/>
                  </a:lnTo>
                  <a:lnTo>
                    <a:pt x="1713001" y="1518765"/>
                  </a:lnTo>
                  <a:lnTo>
                    <a:pt x="1713001" y="1518765"/>
                  </a:lnTo>
                  <a:lnTo>
                    <a:pt x="1713846" y="1518765"/>
                  </a:lnTo>
                  <a:lnTo>
                    <a:pt x="1714691" y="1437913"/>
                  </a:lnTo>
                  <a:lnTo>
                    <a:pt x="1715537" y="1419938"/>
                  </a:lnTo>
                  <a:lnTo>
                    <a:pt x="1716382" y="1401323"/>
                  </a:lnTo>
                  <a:lnTo>
                    <a:pt x="1717227" y="1394158"/>
                  </a:lnTo>
                  <a:lnTo>
                    <a:pt x="1718072" y="1414295"/>
                  </a:lnTo>
                  <a:lnTo>
                    <a:pt x="1718917" y="1424646"/>
                  </a:lnTo>
                  <a:lnTo>
                    <a:pt x="1719762" y="1426170"/>
                  </a:lnTo>
                  <a:lnTo>
                    <a:pt x="1720607" y="1417289"/>
                  </a:lnTo>
                  <a:lnTo>
                    <a:pt x="1721452" y="1518765"/>
                  </a:lnTo>
                  <a:lnTo>
                    <a:pt x="1721452" y="1518765"/>
                  </a:lnTo>
                  <a:lnTo>
                    <a:pt x="1722297" y="1518765"/>
                  </a:lnTo>
                  <a:lnTo>
                    <a:pt x="1723142" y="1518765"/>
                  </a:lnTo>
                  <a:lnTo>
                    <a:pt x="1723987" y="1397219"/>
                  </a:lnTo>
                  <a:lnTo>
                    <a:pt x="1724833" y="1396242"/>
                  </a:lnTo>
                  <a:lnTo>
                    <a:pt x="1725678" y="1518765"/>
                  </a:lnTo>
                  <a:lnTo>
                    <a:pt x="1725678" y="1518765"/>
                  </a:lnTo>
                  <a:lnTo>
                    <a:pt x="1726523" y="1518765"/>
                  </a:lnTo>
                  <a:lnTo>
                    <a:pt x="1727368" y="1431839"/>
                  </a:lnTo>
                  <a:lnTo>
                    <a:pt x="1728213" y="1423057"/>
                  </a:lnTo>
                  <a:lnTo>
                    <a:pt x="1729058" y="1410826"/>
                  </a:lnTo>
                  <a:lnTo>
                    <a:pt x="1729903" y="1400398"/>
                  </a:lnTo>
                  <a:lnTo>
                    <a:pt x="1730748" y="1397698"/>
                  </a:lnTo>
                  <a:lnTo>
                    <a:pt x="1731593" y="1396079"/>
                  </a:lnTo>
                  <a:lnTo>
                    <a:pt x="1732438" y="1518765"/>
                  </a:lnTo>
                  <a:lnTo>
                    <a:pt x="1732438" y="1518765"/>
                  </a:lnTo>
                  <a:lnTo>
                    <a:pt x="1733283" y="1376442"/>
                  </a:lnTo>
                  <a:lnTo>
                    <a:pt x="1734129" y="1366709"/>
                  </a:lnTo>
                  <a:lnTo>
                    <a:pt x="1734974" y="1518765"/>
                  </a:lnTo>
                  <a:lnTo>
                    <a:pt x="1734974" y="1518765"/>
                  </a:lnTo>
                  <a:lnTo>
                    <a:pt x="1735819" y="1376536"/>
                  </a:lnTo>
                  <a:lnTo>
                    <a:pt x="1736664" y="1381238"/>
                  </a:lnTo>
                  <a:lnTo>
                    <a:pt x="1737509" y="1404859"/>
                  </a:lnTo>
                  <a:lnTo>
                    <a:pt x="1738354" y="1411692"/>
                  </a:lnTo>
                  <a:lnTo>
                    <a:pt x="1739199" y="1406617"/>
                  </a:lnTo>
                  <a:lnTo>
                    <a:pt x="1740044" y="1390531"/>
                  </a:lnTo>
                  <a:lnTo>
                    <a:pt x="1740889" y="1399539"/>
                  </a:lnTo>
                  <a:lnTo>
                    <a:pt x="1741734" y="1363306"/>
                  </a:lnTo>
                  <a:lnTo>
                    <a:pt x="1742579" y="1368460"/>
                  </a:lnTo>
                  <a:lnTo>
                    <a:pt x="1743425" y="1367851"/>
                  </a:lnTo>
                  <a:lnTo>
                    <a:pt x="1744270" y="1374798"/>
                  </a:lnTo>
                  <a:lnTo>
                    <a:pt x="1745115" y="1365001"/>
                  </a:lnTo>
                  <a:lnTo>
                    <a:pt x="1745960" y="1358300"/>
                  </a:lnTo>
                  <a:lnTo>
                    <a:pt x="1746805" y="1365080"/>
                  </a:lnTo>
                  <a:lnTo>
                    <a:pt x="1747650" y="1336676"/>
                  </a:lnTo>
                  <a:lnTo>
                    <a:pt x="1748495" y="1319979"/>
                  </a:lnTo>
                  <a:lnTo>
                    <a:pt x="1749340" y="1325390"/>
                  </a:lnTo>
                  <a:lnTo>
                    <a:pt x="1750185" y="1298279"/>
                  </a:lnTo>
                  <a:lnTo>
                    <a:pt x="1751030" y="1302188"/>
                  </a:lnTo>
                  <a:lnTo>
                    <a:pt x="1751875" y="1326494"/>
                  </a:lnTo>
                  <a:lnTo>
                    <a:pt x="1752721" y="1330585"/>
                  </a:lnTo>
                  <a:lnTo>
                    <a:pt x="1753566" y="1324710"/>
                  </a:lnTo>
                  <a:lnTo>
                    <a:pt x="1754411" y="1318791"/>
                  </a:lnTo>
                  <a:lnTo>
                    <a:pt x="1755256" y="1304942"/>
                  </a:lnTo>
                  <a:lnTo>
                    <a:pt x="1756101" y="1323286"/>
                  </a:lnTo>
                  <a:lnTo>
                    <a:pt x="1756946" y="1355072"/>
                  </a:lnTo>
                  <a:lnTo>
                    <a:pt x="1757791" y="1518765"/>
                  </a:lnTo>
                  <a:lnTo>
                    <a:pt x="1757791" y="1518765"/>
                  </a:lnTo>
                  <a:lnTo>
                    <a:pt x="1758636" y="1352921"/>
                  </a:lnTo>
                  <a:lnTo>
                    <a:pt x="1759481" y="1362265"/>
                  </a:lnTo>
                  <a:lnTo>
                    <a:pt x="1760326" y="1375687"/>
                  </a:lnTo>
                  <a:lnTo>
                    <a:pt x="1761171" y="1340709"/>
                  </a:lnTo>
                  <a:lnTo>
                    <a:pt x="1762017" y="1325870"/>
                  </a:lnTo>
                  <a:lnTo>
                    <a:pt x="1762862" y="1317170"/>
                  </a:lnTo>
                  <a:lnTo>
                    <a:pt x="1763707" y="1312993"/>
                  </a:lnTo>
                  <a:lnTo>
                    <a:pt x="1764552" y="1324705"/>
                  </a:lnTo>
                  <a:lnTo>
                    <a:pt x="1765397" y="1338090"/>
                  </a:lnTo>
                  <a:lnTo>
                    <a:pt x="1766242" y="1361893"/>
                  </a:lnTo>
                  <a:lnTo>
                    <a:pt x="1767087" y="1359963"/>
                  </a:lnTo>
                  <a:lnTo>
                    <a:pt x="1767932" y="1330787"/>
                  </a:lnTo>
                  <a:lnTo>
                    <a:pt x="1768777" y="1518765"/>
                  </a:lnTo>
                  <a:lnTo>
                    <a:pt x="1768777" y="1518765"/>
                  </a:lnTo>
                  <a:lnTo>
                    <a:pt x="1769622" y="1518765"/>
                  </a:lnTo>
                  <a:lnTo>
                    <a:pt x="1770468" y="1518765"/>
                  </a:lnTo>
                  <a:lnTo>
                    <a:pt x="1771313" y="1518765"/>
                  </a:lnTo>
                  <a:lnTo>
                    <a:pt x="1772158" y="1518765"/>
                  </a:lnTo>
                  <a:lnTo>
                    <a:pt x="1773003" y="1518765"/>
                  </a:lnTo>
                  <a:lnTo>
                    <a:pt x="1773848" y="1391845"/>
                  </a:lnTo>
                  <a:lnTo>
                    <a:pt x="1774693" y="1518765"/>
                  </a:lnTo>
                  <a:lnTo>
                    <a:pt x="1774693" y="1518765"/>
                  </a:lnTo>
                  <a:lnTo>
                    <a:pt x="1775538" y="1518765"/>
                  </a:lnTo>
                  <a:lnTo>
                    <a:pt x="1776383" y="1408955"/>
                  </a:lnTo>
                  <a:lnTo>
                    <a:pt x="1777228" y="1403912"/>
                  </a:lnTo>
                  <a:lnTo>
                    <a:pt x="1778073" y="1410188"/>
                  </a:lnTo>
                  <a:lnTo>
                    <a:pt x="1778918" y="1518765"/>
                  </a:lnTo>
                  <a:lnTo>
                    <a:pt x="1778918" y="1518765"/>
                  </a:lnTo>
                  <a:lnTo>
                    <a:pt x="1779764" y="1424769"/>
                  </a:lnTo>
                  <a:lnTo>
                    <a:pt x="1780609" y="1441206"/>
                  </a:lnTo>
                  <a:lnTo>
                    <a:pt x="1781454" y="1474024"/>
                  </a:lnTo>
                  <a:lnTo>
                    <a:pt x="1782299" y="1479680"/>
                  </a:lnTo>
                  <a:lnTo>
                    <a:pt x="1783144" y="1480646"/>
                  </a:lnTo>
                  <a:lnTo>
                    <a:pt x="1783989" y="1452430"/>
                  </a:lnTo>
                  <a:lnTo>
                    <a:pt x="1784834" y="1437804"/>
                  </a:lnTo>
                  <a:lnTo>
                    <a:pt x="1785679" y="1433987"/>
                  </a:lnTo>
                  <a:lnTo>
                    <a:pt x="1786524" y="1437064"/>
                  </a:lnTo>
                  <a:lnTo>
                    <a:pt x="1787369" y="1465533"/>
                  </a:lnTo>
                  <a:lnTo>
                    <a:pt x="1788214" y="1449836"/>
                  </a:lnTo>
                  <a:lnTo>
                    <a:pt x="1789060" y="1452836"/>
                  </a:lnTo>
                  <a:lnTo>
                    <a:pt x="1789905" y="1446101"/>
                  </a:lnTo>
                  <a:lnTo>
                    <a:pt x="1790750" y="1461193"/>
                  </a:lnTo>
                  <a:lnTo>
                    <a:pt x="1791595" y="1474539"/>
                  </a:lnTo>
                  <a:lnTo>
                    <a:pt x="1792440" y="1471771"/>
                  </a:lnTo>
                  <a:lnTo>
                    <a:pt x="1793285" y="1473568"/>
                  </a:lnTo>
                  <a:lnTo>
                    <a:pt x="1794130" y="1478852"/>
                  </a:lnTo>
                  <a:lnTo>
                    <a:pt x="1794975" y="1518765"/>
                  </a:lnTo>
                  <a:lnTo>
                    <a:pt x="1794975" y="1518765"/>
                  </a:lnTo>
                  <a:lnTo>
                    <a:pt x="1795820" y="1518765"/>
                  </a:lnTo>
                  <a:lnTo>
                    <a:pt x="1796665" y="1518765"/>
                  </a:lnTo>
                  <a:lnTo>
                    <a:pt x="1797510" y="1443678"/>
                  </a:lnTo>
                  <a:lnTo>
                    <a:pt x="1798356" y="1470783"/>
                  </a:lnTo>
                  <a:lnTo>
                    <a:pt x="1799201" y="1518765"/>
                  </a:lnTo>
                  <a:lnTo>
                    <a:pt x="1799201" y="1518765"/>
                  </a:lnTo>
                  <a:lnTo>
                    <a:pt x="1800046" y="1452743"/>
                  </a:lnTo>
                  <a:lnTo>
                    <a:pt x="1800891" y="1454052"/>
                  </a:lnTo>
                  <a:lnTo>
                    <a:pt x="1801736" y="1445855"/>
                  </a:lnTo>
                  <a:lnTo>
                    <a:pt x="1802581" y="1456598"/>
                  </a:lnTo>
                  <a:lnTo>
                    <a:pt x="1803426" y="1518765"/>
                  </a:lnTo>
                  <a:lnTo>
                    <a:pt x="1803426" y="1518765"/>
                  </a:lnTo>
                  <a:lnTo>
                    <a:pt x="1804271" y="1402845"/>
                  </a:lnTo>
                  <a:lnTo>
                    <a:pt x="1805116" y="1397203"/>
                  </a:lnTo>
                  <a:lnTo>
                    <a:pt x="1805961" y="1375837"/>
                  </a:lnTo>
                  <a:lnTo>
                    <a:pt x="1806806" y="1392015"/>
                  </a:lnTo>
                  <a:lnTo>
                    <a:pt x="1807652" y="1316176"/>
                  </a:lnTo>
                  <a:lnTo>
                    <a:pt x="1808497" y="1309906"/>
                  </a:lnTo>
                  <a:lnTo>
                    <a:pt x="1809342" y="1314074"/>
                  </a:lnTo>
                  <a:lnTo>
                    <a:pt x="1810187" y="1302818"/>
                  </a:lnTo>
                  <a:lnTo>
                    <a:pt x="1811032" y="1307220"/>
                  </a:lnTo>
                  <a:lnTo>
                    <a:pt x="1811877" y="1304432"/>
                  </a:lnTo>
                  <a:lnTo>
                    <a:pt x="1812722" y="1312983"/>
                  </a:lnTo>
                  <a:lnTo>
                    <a:pt x="1813567" y="1298597"/>
                  </a:lnTo>
                  <a:lnTo>
                    <a:pt x="1814412" y="1265962"/>
                  </a:lnTo>
                  <a:lnTo>
                    <a:pt x="1815257" y="1265303"/>
                  </a:lnTo>
                  <a:lnTo>
                    <a:pt x="1816102" y="1273852"/>
                  </a:lnTo>
                  <a:lnTo>
                    <a:pt x="1816948" y="1294006"/>
                  </a:lnTo>
                  <a:lnTo>
                    <a:pt x="1817793" y="1287942"/>
                  </a:lnTo>
                  <a:lnTo>
                    <a:pt x="1818638" y="1283554"/>
                  </a:lnTo>
                  <a:lnTo>
                    <a:pt x="1819483" y="1273975"/>
                  </a:lnTo>
                  <a:lnTo>
                    <a:pt x="1820328" y="1270881"/>
                  </a:lnTo>
                  <a:lnTo>
                    <a:pt x="1821173" y="1279109"/>
                  </a:lnTo>
                  <a:lnTo>
                    <a:pt x="1822018" y="1283125"/>
                  </a:lnTo>
                  <a:lnTo>
                    <a:pt x="1822863" y="1299605"/>
                  </a:lnTo>
                  <a:lnTo>
                    <a:pt x="1823708" y="1303944"/>
                  </a:lnTo>
                  <a:lnTo>
                    <a:pt x="1824553" y="1307560"/>
                  </a:lnTo>
                  <a:lnTo>
                    <a:pt x="1825398" y="1336621"/>
                  </a:lnTo>
                  <a:lnTo>
                    <a:pt x="1826244" y="1351982"/>
                  </a:lnTo>
                  <a:lnTo>
                    <a:pt x="1827089" y="1363362"/>
                  </a:lnTo>
                  <a:lnTo>
                    <a:pt x="1827934" y="1369916"/>
                  </a:lnTo>
                  <a:lnTo>
                    <a:pt x="1828779" y="1367047"/>
                  </a:lnTo>
                  <a:lnTo>
                    <a:pt x="1829624" y="1371390"/>
                  </a:lnTo>
                  <a:lnTo>
                    <a:pt x="1830469" y="1352299"/>
                  </a:lnTo>
                  <a:lnTo>
                    <a:pt x="1831314" y="1364369"/>
                  </a:lnTo>
                  <a:lnTo>
                    <a:pt x="1832159" y="1518765"/>
                  </a:lnTo>
                  <a:lnTo>
                    <a:pt x="1832159" y="1518765"/>
                  </a:lnTo>
                  <a:lnTo>
                    <a:pt x="1833004" y="1518765"/>
                  </a:lnTo>
                  <a:lnTo>
                    <a:pt x="1833849" y="1342533"/>
                  </a:lnTo>
                  <a:lnTo>
                    <a:pt x="1834695" y="1329721"/>
                  </a:lnTo>
                  <a:lnTo>
                    <a:pt x="1835540" y="1343839"/>
                  </a:lnTo>
                  <a:lnTo>
                    <a:pt x="1836385" y="1374199"/>
                  </a:lnTo>
                  <a:lnTo>
                    <a:pt x="1837230" y="1376803"/>
                  </a:lnTo>
                  <a:lnTo>
                    <a:pt x="1838075" y="1518765"/>
                  </a:lnTo>
                  <a:lnTo>
                    <a:pt x="1838075" y="1518765"/>
                  </a:lnTo>
                  <a:lnTo>
                    <a:pt x="1838920" y="1518765"/>
                  </a:lnTo>
                  <a:lnTo>
                    <a:pt x="1839765" y="1352087"/>
                  </a:lnTo>
                  <a:lnTo>
                    <a:pt x="1840610" y="1362406"/>
                  </a:lnTo>
                  <a:lnTo>
                    <a:pt x="1841455" y="1357991"/>
                  </a:lnTo>
                  <a:lnTo>
                    <a:pt x="1842300" y="1389375"/>
                  </a:lnTo>
                  <a:lnTo>
                    <a:pt x="1843145" y="1518765"/>
                  </a:lnTo>
                  <a:lnTo>
                    <a:pt x="1843145" y="1518765"/>
                  </a:lnTo>
                  <a:lnTo>
                    <a:pt x="1843991" y="1394895"/>
                  </a:lnTo>
                  <a:lnTo>
                    <a:pt x="1844836" y="1395662"/>
                  </a:lnTo>
                  <a:lnTo>
                    <a:pt x="1845681" y="1398281"/>
                  </a:lnTo>
                  <a:lnTo>
                    <a:pt x="1846526" y="1518765"/>
                  </a:lnTo>
                  <a:lnTo>
                    <a:pt x="1846526" y="1518765"/>
                  </a:lnTo>
                  <a:lnTo>
                    <a:pt x="1847371" y="1405633"/>
                  </a:lnTo>
                  <a:lnTo>
                    <a:pt x="1848216" y="1385373"/>
                  </a:lnTo>
                  <a:lnTo>
                    <a:pt x="1849061" y="1352001"/>
                  </a:lnTo>
                  <a:lnTo>
                    <a:pt x="1849906" y="1355949"/>
                  </a:lnTo>
                  <a:lnTo>
                    <a:pt x="1850751" y="1359977"/>
                  </a:lnTo>
                  <a:lnTo>
                    <a:pt x="1851596" y="1345258"/>
                  </a:lnTo>
                  <a:lnTo>
                    <a:pt x="1852441" y="1348035"/>
                  </a:lnTo>
                  <a:lnTo>
                    <a:pt x="1853287" y="1351727"/>
                  </a:lnTo>
                  <a:lnTo>
                    <a:pt x="1854132" y="1367768"/>
                  </a:lnTo>
                  <a:lnTo>
                    <a:pt x="1854977" y="1518765"/>
                  </a:lnTo>
                  <a:lnTo>
                    <a:pt x="1854977" y="1518765"/>
                  </a:lnTo>
                  <a:lnTo>
                    <a:pt x="1855822" y="1372873"/>
                  </a:lnTo>
                  <a:lnTo>
                    <a:pt x="1856667" y="1518765"/>
                  </a:lnTo>
                  <a:lnTo>
                    <a:pt x="1856667" y="1518765"/>
                  </a:lnTo>
                  <a:lnTo>
                    <a:pt x="1857512" y="1518765"/>
                  </a:lnTo>
                  <a:lnTo>
                    <a:pt x="1858357" y="1518765"/>
                  </a:lnTo>
                  <a:lnTo>
                    <a:pt x="1859202" y="1518765"/>
                  </a:lnTo>
                  <a:lnTo>
                    <a:pt x="1860047" y="1518765"/>
                  </a:lnTo>
                  <a:lnTo>
                    <a:pt x="1860892" y="1518765"/>
                  </a:lnTo>
                  <a:lnTo>
                    <a:pt x="1861737" y="1518765"/>
                  </a:lnTo>
                  <a:lnTo>
                    <a:pt x="1862583" y="1436000"/>
                  </a:lnTo>
                  <a:lnTo>
                    <a:pt x="1863428" y="1450006"/>
                  </a:lnTo>
                  <a:lnTo>
                    <a:pt x="1864273" y="1459280"/>
                  </a:lnTo>
                  <a:lnTo>
                    <a:pt x="1865118" y="1460372"/>
                  </a:lnTo>
                  <a:lnTo>
                    <a:pt x="1865963" y="1462114"/>
                  </a:lnTo>
                  <a:lnTo>
                    <a:pt x="1866808" y="1467144"/>
                  </a:lnTo>
                  <a:lnTo>
                    <a:pt x="1867653" y="1518765"/>
                  </a:lnTo>
                  <a:lnTo>
                    <a:pt x="1867653" y="1518765"/>
                  </a:lnTo>
                  <a:lnTo>
                    <a:pt x="1868498" y="1469966"/>
                  </a:lnTo>
                  <a:lnTo>
                    <a:pt x="1869343" y="1447599"/>
                  </a:lnTo>
                  <a:lnTo>
                    <a:pt x="1870188" y="1518765"/>
                  </a:lnTo>
                  <a:lnTo>
                    <a:pt x="1870188" y="1518765"/>
                  </a:lnTo>
                  <a:lnTo>
                    <a:pt x="1871033" y="1518765"/>
                  </a:lnTo>
                  <a:lnTo>
                    <a:pt x="1871879" y="1518765"/>
                  </a:lnTo>
                  <a:lnTo>
                    <a:pt x="1872724" y="1518765"/>
                  </a:lnTo>
                  <a:lnTo>
                    <a:pt x="1873569" y="1486679"/>
                  </a:lnTo>
                  <a:lnTo>
                    <a:pt x="1874414" y="1496724"/>
                  </a:lnTo>
                  <a:lnTo>
                    <a:pt x="1875259" y="1518765"/>
                  </a:lnTo>
                  <a:lnTo>
                    <a:pt x="1875259" y="1518765"/>
                  </a:lnTo>
                  <a:lnTo>
                    <a:pt x="1876104" y="1448810"/>
                  </a:lnTo>
                  <a:lnTo>
                    <a:pt x="1876949" y="1518765"/>
                  </a:lnTo>
                  <a:lnTo>
                    <a:pt x="1876949" y="1518765"/>
                  </a:lnTo>
                  <a:lnTo>
                    <a:pt x="1877794" y="1433065"/>
                  </a:lnTo>
                  <a:lnTo>
                    <a:pt x="1878639" y="1435310"/>
                  </a:lnTo>
                  <a:lnTo>
                    <a:pt x="1879484" y="1518765"/>
                  </a:lnTo>
                  <a:lnTo>
                    <a:pt x="1879484" y="1518765"/>
                  </a:lnTo>
                  <a:lnTo>
                    <a:pt x="1880329" y="1518765"/>
                  </a:lnTo>
                  <a:lnTo>
                    <a:pt x="1881175" y="1423454"/>
                  </a:lnTo>
                  <a:lnTo>
                    <a:pt x="1882020" y="1394386"/>
                  </a:lnTo>
                  <a:lnTo>
                    <a:pt x="1882865" y="1381013"/>
                  </a:lnTo>
                  <a:lnTo>
                    <a:pt x="1883710" y="1384303"/>
                  </a:lnTo>
                  <a:lnTo>
                    <a:pt x="1884555" y="1388794"/>
                  </a:lnTo>
                  <a:lnTo>
                    <a:pt x="1885400" y="1360310"/>
                  </a:lnTo>
                  <a:lnTo>
                    <a:pt x="1886245" y="1357069"/>
                  </a:lnTo>
                  <a:lnTo>
                    <a:pt x="1887090" y="1405612"/>
                  </a:lnTo>
                  <a:lnTo>
                    <a:pt x="1887935" y="1412878"/>
                  </a:lnTo>
                  <a:lnTo>
                    <a:pt x="1888780" y="1400184"/>
                  </a:lnTo>
                  <a:lnTo>
                    <a:pt x="1889625" y="1518765"/>
                  </a:lnTo>
                  <a:lnTo>
                    <a:pt x="1889625" y="1518765"/>
                  </a:lnTo>
                  <a:lnTo>
                    <a:pt x="1890471" y="1518765"/>
                  </a:lnTo>
                  <a:lnTo>
                    <a:pt x="1891316" y="1422502"/>
                  </a:lnTo>
                  <a:lnTo>
                    <a:pt x="1892161" y="1518765"/>
                  </a:lnTo>
                  <a:lnTo>
                    <a:pt x="1892161" y="1518765"/>
                  </a:lnTo>
                  <a:lnTo>
                    <a:pt x="1893006" y="1518765"/>
                  </a:lnTo>
                  <a:lnTo>
                    <a:pt x="1893851" y="1458690"/>
                  </a:lnTo>
                  <a:lnTo>
                    <a:pt x="1894696" y="1472495"/>
                  </a:lnTo>
                  <a:lnTo>
                    <a:pt x="1895541" y="1465559"/>
                  </a:lnTo>
                  <a:lnTo>
                    <a:pt x="1896386" y="1466791"/>
                  </a:lnTo>
                  <a:lnTo>
                    <a:pt x="1897231" y="1475950"/>
                  </a:lnTo>
                  <a:lnTo>
                    <a:pt x="1898076" y="1447712"/>
                  </a:lnTo>
                  <a:lnTo>
                    <a:pt x="1898922" y="1518765"/>
                  </a:lnTo>
                  <a:lnTo>
                    <a:pt x="1898922" y="1518765"/>
                  </a:lnTo>
                  <a:lnTo>
                    <a:pt x="1899767" y="1518765"/>
                  </a:lnTo>
                  <a:lnTo>
                    <a:pt x="1900612" y="1394956"/>
                  </a:lnTo>
                  <a:lnTo>
                    <a:pt x="1901457" y="1395736"/>
                  </a:lnTo>
                  <a:lnTo>
                    <a:pt x="1902302" y="1354206"/>
                  </a:lnTo>
                  <a:lnTo>
                    <a:pt x="1903147" y="1321265"/>
                  </a:lnTo>
                  <a:lnTo>
                    <a:pt x="1903992" y="1303301"/>
                  </a:lnTo>
                  <a:lnTo>
                    <a:pt x="1904837" y="1311311"/>
                  </a:lnTo>
                  <a:lnTo>
                    <a:pt x="1905682" y="1299661"/>
                  </a:lnTo>
                  <a:lnTo>
                    <a:pt x="1906527" y="1260535"/>
                  </a:lnTo>
                  <a:lnTo>
                    <a:pt x="1907372" y="1245882"/>
                  </a:lnTo>
                  <a:lnTo>
                    <a:pt x="1908218" y="1264447"/>
                  </a:lnTo>
                  <a:lnTo>
                    <a:pt x="1909063" y="1243572"/>
                  </a:lnTo>
                  <a:lnTo>
                    <a:pt x="1909908" y="1282761"/>
                  </a:lnTo>
                  <a:lnTo>
                    <a:pt x="1910753" y="1269626"/>
                  </a:lnTo>
                  <a:lnTo>
                    <a:pt x="1911598" y="1299996"/>
                  </a:lnTo>
                  <a:lnTo>
                    <a:pt x="1912443" y="1320567"/>
                  </a:lnTo>
                  <a:lnTo>
                    <a:pt x="1913288" y="1297621"/>
                  </a:lnTo>
                  <a:lnTo>
                    <a:pt x="1914133" y="1312454"/>
                  </a:lnTo>
                  <a:lnTo>
                    <a:pt x="1914978" y="1329957"/>
                  </a:lnTo>
                  <a:lnTo>
                    <a:pt x="1915823" y="1313437"/>
                  </a:lnTo>
                  <a:lnTo>
                    <a:pt x="1916668" y="1276188"/>
                  </a:lnTo>
                  <a:lnTo>
                    <a:pt x="1917514" y="1264795"/>
                  </a:lnTo>
                  <a:lnTo>
                    <a:pt x="1918359" y="1275219"/>
                  </a:lnTo>
                  <a:lnTo>
                    <a:pt x="1919204" y="1267290"/>
                  </a:lnTo>
                  <a:lnTo>
                    <a:pt x="1920049" y="1223756"/>
                  </a:lnTo>
                  <a:lnTo>
                    <a:pt x="1920894" y="1216272"/>
                  </a:lnTo>
                  <a:lnTo>
                    <a:pt x="1921739" y="1194552"/>
                  </a:lnTo>
                  <a:lnTo>
                    <a:pt x="1922584" y="1199785"/>
                  </a:lnTo>
                  <a:lnTo>
                    <a:pt x="1923429" y="1187602"/>
                  </a:lnTo>
                  <a:lnTo>
                    <a:pt x="1924274" y="1220611"/>
                  </a:lnTo>
                  <a:lnTo>
                    <a:pt x="1925119" y="1252720"/>
                  </a:lnTo>
                  <a:lnTo>
                    <a:pt x="1925964" y="1273216"/>
                  </a:lnTo>
                  <a:lnTo>
                    <a:pt x="1926810" y="1284042"/>
                  </a:lnTo>
                  <a:lnTo>
                    <a:pt x="1927655" y="1316789"/>
                  </a:lnTo>
                  <a:lnTo>
                    <a:pt x="1928500" y="1320455"/>
                  </a:lnTo>
                  <a:lnTo>
                    <a:pt x="1929345" y="1318580"/>
                  </a:lnTo>
                  <a:lnTo>
                    <a:pt x="1930190" y="1358710"/>
                  </a:lnTo>
                  <a:lnTo>
                    <a:pt x="1931035" y="1355656"/>
                  </a:lnTo>
                  <a:lnTo>
                    <a:pt x="1931880" y="1385681"/>
                  </a:lnTo>
                  <a:lnTo>
                    <a:pt x="1932725" y="1384181"/>
                  </a:lnTo>
                  <a:lnTo>
                    <a:pt x="1933570" y="1408399"/>
                  </a:lnTo>
                  <a:lnTo>
                    <a:pt x="1934415" y="1425171"/>
                  </a:lnTo>
                  <a:lnTo>
                    <a:pt x="1935260" y="1413218"/>
                  </a:lnTo>
                  <a:lnTo>
                    <a:pt x="1936106" y="1383376"/>
                  </a:lnTo>
                  <a:lnTo>
                    <a:pt x="1936951" y="1366985"/>
                  </a:lnTo>
                  <a:lnTo>
                    <a:pt x="1937796" y="1363331"/>
                  </a:lnTo>
                  <a:lnTo>
                    <a:pt x="1938641" y="1359815"/>
                  </a:lnTo>
                  <a:lnTo>
                    <a:pt x="1939486" y="1321990"/>
                  </a:lnTo>
                  <a:lnTo>
                    <a:pt x="1940331" y="1291588"/>
                  </a:lnTo>
                  <a:lnTo>
                    <a:pt x="1941176" y="1279833"/>
                  </a:lnTo>
                  <a:lnTo>
                    <a:pt x="1942021" y="1271696"/>
                  </a:lnTo>
                  <a:lnTo>
                    <a:pt x="1942866" y="1276858"/>
                  </a:lnTo>
                  <a:lnTo>
                    <a:pt x="1943711" y="1283707"/>
                  </a:lnTo>
                  <a:lnTo>
                    <a:pt x="1944556" y="1255730"/>
                  </a:lnTo>
                  <a:lnTo>
                    <a:pt x="1945402" y="1518765"/>
                  </a:lnTo>
                  <a:lnTo>
                    <a:pt x="1945402" y="1518765"/>
                  </a:lnTo>
                  <a:lnTo>
                    <a:pt x="1946247" y="1518765"/>
                  </a:lnTo>
                  <a:lnTo>
                    <a:pt x="1947092" y="1345799"/>
                  </a:lnTo>
                  <a:lnTo>
                    <a:pt x="1947937" y="1360820"/>
                  </a:lnTo>
                  <a:lnTo>
                    <a:pt x="1948782" y="1356483"/>
                  </a:lnTo>
                  <a:lnTo>
                    <a:pt x="1949627" y="1347634"/>
                  </a:lnTo>
                  <a:lnTo>
                    <a:pt x="1950472" y="1357256"/>
                  </a:lnTo>
                  <a:lnTo>
                    <a:pt x="1951317" y="1345338"/>
                  </a:lnTo>
                  <a:lnTo>
                    <a:pt x="1952162" y="1337855"/>
                  </a:lnTo>
                  <a:lnTo>
                    <a:pt x="1953007" y="1351314"/>
                  </a:lnTo>
                  <a:lnTo>
                    <a:pt x="1953853" y="1382963"/>
                  </a:lnTo>
                  <a:lnTo>
                    <a:pt x="1954698" y="1390915"/>
                  </a:lnTo>
                  <a:lnTo>
                    <a:pt x="1955543" y="1408344"/>
                  </a:lnTo>
                  <a:lnTo>
                    <a:pt x="1956388" y="1385875"/>
                  </a:lnTo>
                  <a:lnTo>
                    <a:pt x="1957233" y="1383164"/>
                  </a:lnTo>
                  <a:lnTo>
                    <a:pt x="1958078" y="1365184"/>
                  </a:lnTo>
                  <a:lnTo>
                    <a:pt x="1958923" y="1383321"/>
                  </a:lnTo>
                  <a:lnTo>
                    <a:pt x="1959768" y="1518765"/>
                  </a:lnTo>
                  <a:lnTo>
                    <a:pt x="1959768" y="1518765"/>
                  </a:lnTo>
                  <a:lnTo>
                    <a:pt x="1960613" y="1418743"/>
                  </a:lnTo>
                  <a:lnTo>
                    <a:pt x="1961458" y="1405992"/>
                  </a:lnTo>
                  <a:lnTo>
                    <a:pt x="1962303" y="1357670"/>
                  </a:lnTo>
                  <a:lnTo>
                    <a:pt x="1963149" y="1357800"/>
                  </a:lnTo>
                  <a:lnTo>
                    <a:pt x="1963994" y="1371408"/>
                  </a:lnTo>
                  <a:lnTo>
                    <a:pt x="1964839" y="1359262"/>
                  </a:lnTo>
                  <a:lnTo>
                    <a:pt x="1965684" y="1304566"/>
                  </a:lnTo>
                  <a:lnTo>
                    <a:pt x="1966529" y="1518765"/>
                  </a:lnTo>
                  <a:lnTo>
                    <a:pt x="1966529" y="1518765"/>
                  </a:lnTo>
                  <a:lnTo>
                    <a:pt x="1967374" y="1518765"/>
                  </a:lnTo>
                  <a:lnTo>
                    <a:pt x="1968219" y="1305273"/>
                  </a:lnTo>
                  <a:lnTo>
                    <a:pt x="1969064" y="1270906"/>
                  </a:lnTo>
                  <a:lnTo>
                    <a:pt x="1969909" y="1239891"/>
                  </a:lnTo>
                  <a:lnTo>
                    <a:pt x="1970754" y="1243002"/>
                  </a:lnTo>
                  <a:lnTo>
                    <a:pt x="1971599" y="1237745"/>
                  </a:lnTo>
                  <a:lnTo>
                    <a:pt x="1972445" y="1238049"/>
                  </a:lnTo>
                  <a:lnTo>
                    <a:pt x="1973290" y="1259261"/>
                  </a:lnTo>
                  <a:lnTo>
                    <a:pt x="1974135" y="1287508"/>
                  </a:lnTo>
                  <a:lnTo>
                    <a:pt x="1974980" y="1325803"/>
                  </a:lnTo>
                  <a:lnTo>
                    <a:pt x="1975825" y="1356040"/>
                  </a:lnTo>
                  <a:lnTo>
                    <a:pt x="1976670" y="1327573"/>
                  </a:lnTo>
                  <a:lnTo>
                    <a:pt x="1977515" y="1323453"/>
                  </a:lnTo>
                  <a:lnTo>
                    <a:pt x="1978360" y="1518765"/>
                  </a:lnTo>
                  <a:lnTo>
                    <a:pt x="1978360" y="1518765"/>
                  </a:lnTo>
                  <a:lnTo>
                    <a:pt x="1979205" y="1518765"/>
                  </a:lnTo>
                  <a:lnTo>
                    <a:pt x="1980050" y="1518765"/>
                  </a:lnTo>
                  <a:lnTo>
                    <a:pt x="1980895" y="1371002"/>
                  </a:lnTo>
                  <a:lnTo>
                    <a:pt x="1981741" y="1518765"/>
                  </a:lnTo>
                  <a:lnTo>
                    <a:pt x="1981741" y="1518765"/>
                  </a:lnTo>
                  <a:lnTo>
                    <a:pt x="1982586" y="1518765"/>
                  </a:lnTo>
                  <a:lnTo>
                    <a:pt x="1983431" y="1396428"/>
                  </a:lnTo>
                  <a:lnTo>
                    <a:pt x="1984276" y="1518765"/>
                  </a:lnTo>
                  <a:lnTo>
                    <a:pt x="1984276" y="1518765"/>
                  </a:lnTo>
                  <a:lnTo>
                    <a:pt x="1985121" y="1410116"/>
                  </a:lnTo>
                  <a:lnTo>
                    <a:pt x="1985966" y="1390775"/>
                  </a:lnTo>
                  <a:lnTo>
                    <a:pt x="1986811" y="1518765"/>
                  </a:lnTo>
                  <a:lnTo>
                    <a:pt x="1986811" y="1518765"/>
                  </a:lnTo>
                  <a:lnTo>
                    <a:pt x="1987656" y="1366183"/>
                  </a:lnTo>
                  <a:lnTo>
                    <a:pt x="1988501" y="1355721"/>
                  </a:lnTo>
                  <a:lnTo>
                    <a:pt x="1989346" y="1346961"/>
                  </a:lnTo>
                  <a:lnTo>
                    <a:pt x="1990191" y="1362476"/>
                  </a:lnTo>
                  <a:lnTo>
                    <a:pt x="1991037" y="1518765"/>
                  </a:lnTo>
                  <a:lnTo>
                    <a:pt x="1991037" y="1518765"/>
                  </a:lnTo>
                  <a:lnTo>
                    <a:pt x="1991882" y="1518765"/>
                  </a:lnTo>
                  <a:lnTo>
                    <a:pt x="1992727" y="1349059"/>
                  </a:lnTo>
                  <a:lnTo>
                    <a:pt x="1993572" y="1518765"/>
                  </a:lnTo>
                  <a:lnTo>
                    <a:pt x="1993572" y="1518765"/>
                  </a:lnTo>
                  <a:lnTo>
                    <a:pt x="1994417" y="1394638"/>
                  </a:lnTo>
                  <a:lnTo>
                    <a:pt x="1995262" y="1368754"/>
                  </a:lnTo>
                  <a:lnTo>
                    <a:pt x="1996107" y="1386404"/>
                  </a:lnTo>
                  <a:lnTo>
                    <a:pt x="1996952" y="1402299"/>
                  </a:lnTo>
                  <a:lnTo>
                    <a:pt x="1997797" y="1395008"/>
                  </a:lnTo>
                  <a:lnTo>
                    <a:pt x="1998642" y="1439320"/>
                  </a:lnTo>
                  <a:lnTo>
                    <a:pt x="1999487" y="1450502"/>
                  </a:lnTo>
                  <a:lnTo>
                    <a:pt x="2000333" y="1451075"/>
                  </a:lnTo>
                  <a:lnTo>
                    <a:pt x="2001178" y="1411376"/>
                  </a:lnTo>
                  <a:lnTo>
                    <a:pt x="2002023" y="1518765"/>
                  </a:lnTo>
                  <a:lnTo>
                    <a:pt x="2002023" y="1518765"/>
                  </a:lnTo>
                  <a:lnTo>
                    <a:pt x="2002868" y="1374947"/>
                  </a:lnTo>
                  <a:lnTo>
                    <a:pt x="2003713" y="1372032"/>
                  </a:lnTo>
                  <a:lnTo>
                    <a:pt x="2004558" y="1518765"/>
                  </a:lnTo>
                  <a:lnTo>
                    <a:pt x="2004558" y="1518765"/>
                  </a:lnTo>
                  <a:lnTo>
                    <a:pt x="2005403" y="1362432"/>
                  </a:lnTo>
                  <a:lnTo>
                    <a:pt x="2006248" y="1376583"/>
                  </a:lnTo>
                  <a:lnTo>
                    <a:pt x="2007093" y="1518765"/>
                  </a:lnTo>
                  <a:lnTo>
                    <a:pt x="2007093" y="1518765"/>
                  </a:lnTo>
                  <a:lnTo>
                    <a:pt x="2007938" y="1372743"/>
                  </a:lnTo>
                  <a:lnTo>
                    <a:pt x="2008783" y="1361090"/>
                  </a:lnTo>
                  <a:lnTo>
                    <a:pt x="2009629" y="1316502"/>
                  </a:lnTo>
                  <a:lnTo>
                    <a:pt x="2010474" y="1336802"/>
                  </a:lnTo>
                  <a:lnTo>
                    <a:pt x="2011319" y="1298388"/>
                  </a:lnTo>
                  <a:lnTo>
                    <a:pt x="2012164" y="1260497"/>
                  </a:lnTo>
                  <a:lnTo>
                    <a:pt x="2013009" y="1250318"/>
                  </a:lnTo>
                  <a:lnTo>
                    <a:pt x="2013854" y="1246361"/>
                  </a:lnTo>
                  <a:lnTo>
                    <a:pt x="2014699" y="1268594"/>
                  </a:lnTo>
                  <a:lnTo>
                    <a:pt x="2015544" y="1296070"/>
                  </a:lnTo>
                  <a:lnTo>
                    <a:pt x="2016389" y="1296068"/>
                  </a:lnTo>
                  <a:lnTo>
                    <a:pt x="2017234" y="1518765"/>
                  </a:lnTo>
                  <a:lnTo>
                    <a:pt x="2017234" y="1518765"/>
                  </a:lnTo>
                  <a:lnTo>
                    <a:pt x="2018080" y="1518765"/>
                  </a:lnTo>
                  <a:lnTo>
                    <a:pt x="2018925" y="1518765"/>
                  </a:lnTo>
                  <a:lnTo>
                    <a:pt x="2019770" y="1518765"/>
                  </a:lnTo>
                  <a:lnTo>
                    <a:pt x="2020615" y="1288444"/>
                  </a:lnTo>
                  <a:lnTo>
                    <a:pt x="2021460" y="1305764"/>
                  </a:lnTo>
                  <a:lnTo>
                    <a:pt x="2022305" y="1318383"/>
                  </a:lnTo>
                  <a:lnTo>
                    <a:pt x="2023150" y="1303332"/>
                  </a:lnTo>
                  <a:lnTo>
                    <a:pt x="2023995" y="1312983"/>
                  </a:lnTo>
                  <a:lnTo>
                    <a:pt x="2024840" y="1315089"/>
                  </a:lnTo>
                  <a:lnTo>
                    <a:pt x="2025685" y="1283072"/>
                  </a:lnTo>
                  <a:lnTo>
                    <a:pt x="2026530" y="1518765"/>
                  </a:lnTo>
                  <a:lnTo>
                    <a:pt x="2026530" y="1518765"/>
                  </a:lnTo>
                  <a:lnTo>
                    <a:pt x="2027376" y="1518765"/>
                  </a:lnTo>
                  <a:lnTo>
                    <a:pt x="2028221" y="1324924"/>
                  </a:lnTo>
                  <a:lnTo>
                    <a:pt x="2029066" y="1341063"/>
                  </a:lnTo>
                  <a:lnTo>
                    <a:pt x="2029911" y="1382165"/>
                  </a:lnTo>
                  <a:lnTo>
                    <a:pt x="2030756" y="1395388"/>
                  </a:lnTo>
                  <a:lnTo>
                    <a:pt x="2031601" y="1402125"/>
                  </a:lnTo>
                  <a:lnTo>
                    <a:pt x="2032446" y="1518765"/>
                  </a:lnTo>
                  <a:lnTo>
                    <a:pt x="2032446" y="1518765"/>
                  </a:lnTo>
                  <a:lnTo>
                    <a:pt x="2033291" y="1406179"/>
                  </a:lnTo>
                  <a:lnTo>
                    <a:pt x="2034136" y="1434733"/>
                  </a:lnTo>
                  <a:lnTo>
                    <a:pt x="2034981" y="1432602"/>
                  </a:lnTo>
                  <a:lnTo>
                    <a:pt x="2035826" y="1422786"/>
                  </a:lnTo>
                  <a:lnTo>
                    <a:pt x="2036672" y="1425192"/>
                  </a:lnTo>
                  <a:lnTo>
                    <a:pt x="2037517" y="1430602"/>
                  </a:lnTo>
                  <a:lnTo>
                    <a:pt x="2038362" y="1433253"/>
                  </a:lnTo>
                  <a:lnTo>
                    <a:pt x="2039207" y="1451860"/>
                  </a:lnTo>
                  <a:lnTo>
                    <a:pt x="2040052" y="1440389"/>
                  </a:lnTo>
                  <a:lnTo>
                    <a:pt x="2040897" y="1518765"/>
                  </a:lnTo>
                  <a:lnTo>
                    <a:pt x="2040897" y="1518765"/>
                  </a:lnTo>
                  <a:lnTo>
                    <a:pt x="2041742" y="1518765"/>
                  </a:lnTo>
                  <a:lnTo>
                    <a:pt x="2042587" y="1467589"/>
                  </a:lnTo>
                  <a:lnTo>
                    <a:pt x="2043432" y="1474662"/>
                  </a:lnTo>
                  <a:lnTo>
                    <a:pt x="2044277" y="1473473"/>
                  </a:lnTo>
                  <a:lnTo>
                    <a:pt x="2045122" y="1463167"/>
                  </a:lnTo>
                  <a:lnTo>
                    <a:pt x="2045968" y="1424384"/>
                  </a:lnTo>
                  <a:lnTo>
                    <a:pt x="2046813" y="1406165"/>
                  </a:lnTo>
                  <a:lnTo>
                    <a:pt x="2047658" y="1424056"/>
                  </a:lnTo>
                  <a:lnTo>
                    <a:pt x="2048503" y="1460594"/>
                  </a:lnTo>
                  <a:lnTo>
                    <a:pt x="2049348" y="1486893"/>
                  </a:lnTo>
                  <a:lnTo>
                    <a:pt x="2050193" y="1467656"/>
                  </a:lnTo>
                  <a:lnTo>
                    <a:pt x="2051038" y="1484196"/>
                  </a:lnTo>
                  <a:lnTo>
                    <a:pt x="2051883" y="1482216"/>
                  </a:lnTo>
                  <a:lnTo>
                    <a:pt x="2052728" y="1481528"/>
                  </a:lnTo>
                  <a:lnTo>
                    <a:pt x="2053573" y="1482787"/>
                  </a:lnTo>
                  <a:lnTo>
                    <a:pt x="2054418" y="1461965"/>
                  </a:lnTo>
                  <a:lnTo>
                    <a:pt x="2055264" y="1472514"/>
                  </a:lnTo>
                  <a:lnTo>
                    <a:pt x="2056109" y="1456265"/>
                  </a:lnTo>
                  <a:lnTo>
                    <a:pt x="2056954" y="1469992"/>
                  </a:lnTo>
                  <a:lnTo>
                    <a:pt x="2057799" y="1477055"/>
                  </a:lnTo>
                  <a:lnTo>
                    <a:pt x="2058644" y="1475325"/>
                  </a:lnTo>
                  <a:lnTo>
                    <a:pt x="2059489" y="1481601"/>
                  </a:lnTo>
                  <a:lnTo>
                    <a:pt x="2060334" y="1491192"/>
                  </a:lnTo>
                  <a:lnTo>
                    <a:pt x="2061179" y="1487253"/>
                  </a:lnTo>
                  <a:lnTo>
                    <a:pt x="2062024" y="1518765"/>
                  </a:lnTo>
                  <a:lnTo>
                    <a:pt x="2062024" y="1518765"/>
                  </a:lnTo>
                  <a:lnTo>
                    <a:pt x="2062869" y="1480737"/>
                  </a:lnTo>
                  <a:lnTo>
                    <a:pt x="2063714" y="1476907"/>
                  </a:lnTo>
                  <a:lnTo>
                    <a:pt x="2064560" y="1518765"/>
                  </a:lnTo>
                  <a:lnTo>
                    <a:pt x="2064560" y="1518765"/>
                  </a:lnTo>
                  <a:lnTo>
                    <a:pt x="2065405" y="1518765"/>
                  </a:lnTo>
                  <a:lnTo>
                    <a:pt x="2066250" y="1518765"/>
                  </a:lnTo>
                  <a:lnTo>
                    <a:pt x="2067095" y="1419317"/>
                  </a:lnTo>
                  <a:lnTo>
                    <a:pt x="2067940" y="1407536"/>
                  </a:lnTo>
                  <a:lnTo>
                    <a:pt x="2068785" y="1409248"/>
                  </a:lnTo>
                  <a:lnTo>
                    <a:pt x="2069630" y="1415718"/>
                  </a:lnTo>
                  <a:lnTo>
                    <a:pt x="2070475" y="1422998"/>
                  </a:lnTo>
                  <a:lnTo>
                    <a:pt x="2071320" y="1444026"/>
                  </a:lnTo>
                  <a:lnTo>
                    <a:pt x="2072165" y="1452769"/>
                  </a:lnTo>
                  <a:lnTo>
                    <a:pt x="2073010" y="1460486"/>
                  </a:lnTo>
                  <a:lnTo>
                    <a:pt x="2073856" y="1518765"/>
                  </a:lnTo>
                  <a:lnTo>
                    <a:pt x="2073856" y="1518765"/>
                  </a:lnTo>
                  <a:lnTo>
                    <a:pt x="2074701" y="1518765"/>
                  </a:lnTo>
                  <a:lnTo>
                    <a:pt x="2075546" y="1518765"/>
                  </a:lnTo>
                  <a:lnTo>
                    <a:pt x="2076391" y="1518765"/>
                  </a:lnTo>
                  <a:lnTo>
                    <a:pt x="2077236" y="1518765"/>
                  </a:lnTo>
                  <a:lnTo>
                    <a:pt x="2078081" y="1518765"/>
                  </a:lnTo>
                  <a:lnTo>
                    <a:pt x="2078926" y="1518765"/>
                  </a:lnTo>
                  <a:lnTo>
                    <a:pt x="2079771" y="1518765"/>
                  </a:lnTo>
                  <a:lnTo>
                    <a:pt x="2080616" y="1518765"/>
                  </a:lnTo>
                  <a:lnTo>
                    <a:pt x="2081461" y="1413710"/>
                  </a:lnTo>
                  <a:lnTo>
                    <a:pt x="2082307" y="1388386"/>
                  </a:lnTo>
                  <a:lnTo>
                    <a:pt x="2083152" y="1376716"/>
                  </a:lnTo>
                  <a:lnTo>
                    <a:pt x="2083997" y="1367921"/>
                  </a:lnTo>
                  <a:lnTo>
                    <a:pt x="2084842" y="1388338"/>
                  </a:lnTo>
                  <a:lnTo>
                    <a:pt x="2085687" y="1428050"/>
                  </a:lnTo>
                  <a:lnTo>
                    <a:pt x="2086532" y="1388896"/>
                  </a:lnTo>
                  <a:lnTo>
                    <a:pt x="2087377" y="1398853"/>
                  </a:lnTo>
                  <a:lnTo>
                    <a:pt x="2088222" y="1349563"/>
                  </a:lnTo>
                  <a:lnTo>
                    <a:pt x="2089067" y="1296263"/>
                  </a:lnTo>
                  <a:lnTo>
                    <a:pt x="2089912" y="1334775"/>
                  </a:lnTo>
                  <a:lnTo>
                    <a:pt x="2090757" y="1336499"/>
                  </a:lnTo>
                  <a:lnTo>
                    <a:pt x="2091603" y="1518765"/>
                  </a:lnTo>
                  <a:lnTo>
                    <a:pt x="2091603" y="1518765"/>
                  </a:lnTo>
                  <a:lnTo>
                    <a:pt x="2092448" y="1518765"/>
                  </a:lnTo>
                  <a:lnTo>
                    <a:pt x="2093293" y="1383885"/>
                  </a:lnTo>
                  <a:lnTo>
                    <a:pt x="2094138" y="1410637"/>
                  </a:lnTo>
                  <a:lnTo>
                    <a:pt x="2094983" y="1407286"/>
                  </a:lnTo>
                  <a:lnTo>
                    <a:pt x="2095828" y="1393575"/>
                  </a:lnTo>
                  <a:lnTo>
                    <a:pt x="2096673" y="1400980"/>
                  </a:lnTo>
                  <a:lnTo>
                    <a:pt x="2097518" y="1412467"/>
                  </a:lnTo>
                  <a:lnTo>
                    <a:pt x="2098363" y="1518765"/>
                  </a:lnTo>
                  <a:lnTo>
                    <a:pt x="2098363" y="1518765"/>
                  </a:lnTo>
                  <a:lnTo>
                    <a:pt x="2099208" y="1518765"/>
                  </a:lnTo>
                  <a:lnTo>
                    <a:pt x="2100053" y="1518765"/>
                  </a:lnTo>
                  <a:lnTo>
                    <a:pt x="2100899" y="1518765"/>
                  </a:lnTo>
                  <a:lnTo>
                    <a:pt x="2101744" y="1414071"/>
                  </a:lnTo>
                  <a:lnTo>
                    <a:pt x="2102589" y="1395623"/>
                  </a:lnTo>
                  <a:lnTo>
                    <a:pt x="2103434" y="1410536"/>
                  </a:lnTo>
                  <a:lnTo>
                    <a:pt x="2104279" y="1415485"/>
                  </a:lnTo>
                  <a:lnTo>
                    <a:pt x="2105124" y="1404908"/>
                  </a:lnTo>
                  <a:lnTo>
                    <a:pt x="2105969" y="1410430"/>
                  </a:lnTo>
                  <a:lnTo>
                    <a:pt x="2106814" y="1518765"/>
                  </a:lnTo>
                  <a:lnTo>
                    <a:pt x="2106814" y="1518765"/>
                  </a:lnTo>
                  <a:lnTo>
                    <a:pt x="2107659" y="1406827"/>
                  </a:lnTo>
                  <a:lnTo>
                    <a:pt x="2108504" y="1424002"/>
                  </a:lnTo>
                  <a:lnTo>
                    <a:pt x="2109349" y="1428110"/>
                  </a:lnTo>
                  <a:lnTo>
                    <a:pt x="2110195" y="1428816"/>
                  </a:lnTo>
                  <a:lnTo>
                    <a:pt x="2111040" y="1444863"/>
                  </a:lnTo>
                  <a:lnTo>
                    <a:pt x="2111885" y="1470813"/>
                  </a:lnTo>
                  <a:lnTo>
                    <a:pt x="2112730" y="1481569"/>
                  </a:lnTo>
                  <a:lnTo>
                    <a:pt x="2113575" y="1489639"/>
                  </a:lnTo>
                  <a:lnTo>
                    <a:pt x="2114420" y="1518765"/>
                  </a:lnTo>
                  <a:lnTo>
                    <a:pt x="2114420" y="1518765"/>
                  </a:lnTo>
                  <a:lnTo>
                    <a:pt x="2115265" y="1494584"/>
                  </a:lnTo>
                  <a:lnTo>
                    <a:pt x="2116110" y="1503194"/>
                  </a:lnTo>
                  <a:lnTo>
                    <a:pt x="2116955" y="1492803"/>
                  </a:lnTo>
                  <a:lnTo>
                    <a:pt x="2117800" y="1492751"/>
                  </a:lnTo>
                  <a:lnTo>
                    <a:pt x="2118645" y="1483336"/>
                  </a:lnTo>
                  <a:lnTo>
                    <a:pt x="2119491" y="1460510"/>
                  </a:lnTo>
                  <a:lnTo>
                    <a:pt x="2120336" y="1470473"/>
                  </a:lnTo>
                  <a:lnTo>
                    <a:pt x="2121181" y="1482962"/>
                  </a:lnTo>
                  <a:lnTo>
                    <a:pt x="2122026" y="1481012"/>
                  </a:lnTo>
                  <a:lnTo>
                    <a:pt x="2122871" y="1475307"/>
                  </a:lnTo>
                  <a:lnTo>
                    <a:pt x="2123716" y="1518765"/>
                  </a:lnTo>
                  <a:lnTo>
                    <a:pt x="2123716" y="1518765"/>
                  </a:lnTo>
                  <a:lnTo>
                    <a:pt x="2124561" y="1491263"/>
                  </a:lnTo>
                  <a:lnTo>
                    <a:pt x="2125406" y="1518765"/>
                  </a:lnTo>
                  <a:lnTo>
                    <a:pt x="2125406" y="1518765"/>
                  </a:lnTo>
                  <a:lnTo>
                    <a:pt x="2126251" y="1487577"/>
                  </a:lnTo>
                  <a:lnTo>
                    <a:pt x="2127096" y="1518765"/>
                  </a:lnTo>
                  <a:lnTo>
                    <a:pt x="2127096" y="1518765"/>
                  </a:lnTo>
                  <a:lnTo>
                    <a:pt x="2127941" y="1475778"/>
                  </a:lnTo>
                  <a:lnTo>
                    <a:pt x="2128787" y="1460621"/>
                  </a:lnTo>
                  <a:lnTo>
                    <a:pt x="2129632" y="1446725"/>
                  </a:lnTo>
                  <a:lnTo>
                    <a:pt x="2130477" y="1447076"/>
                  </a:lnTo>
                  <a:lnTo>
                    <a:pt x="2131322" y="1462432"/>
                  </a:lnTo>
                  <a:lnTo>
                    <a:pt x="2132167" y="1458427"/>
                  </a:lnTo>
                  <a:lnTo>
                    <a:pt x="2133012" y="1445885"/>
                  </a:lnTo>
                  <a:lnTo>
                    <a:pt x="2133857" y="1424189"/>
                  </a:lnTo>
                  <a:lnTo>
                    <a:pt x="2134702" y="1382633"/>
                  </a:lnTo>
                  <a:lnTo>
                    <a:pt x="2135547" y="1376117"/>
                  </a:lnTo>
                  <a:lnTo>
                    <a:pt x="2136392" y="1349523"/>
                  </a:lnTo>
                  <a:lnTo>
                    <a:pt x="2137237" y="1362288"/>
                  </a:lnTo>
                  <a:lnTo>
                    <a:pt x="2138083" y="1363759"/>
                  </a:lnTo>
                  <a:lnTo>
                    <a:pt x="2138928" y="1384214"/>
                  </a:lnTo>
                  <a:lnTo>
                    <a:pt x="2139773" y="1518765"/>
                  </a:lnTo>
                  <a:lnTo>
                    <a:pt x="2139773" y="1518765"/>
                  </a:lnTo>
                  <a:lnTo>
                    <a:pt x="2140618" y="1518765"/>
                  </a:lnTo>
                  <a:lnTo>
                    <a:pt x="2141463" y="1459045"/>
                  </a:lnTo>
                  <a:lnTo>
                    <a:pt x="2142308" y="1518765"/>
                  </a:lnTo>
                  <a:lnTo>
                    <a:pt x="2142308" y="1518765"/>
                  </a:lnTo>
                  <a:lnTo>
                    <a:pt x="2143153" y="1518765"/>
                  </a:lnTo>
                  <a:lnTo>
                    <a:pt x="2143998" y="1480307"/>
                  </a:lnTo>
                  <a:lnTo>
                    <a:pt x="2144843" y="1489387"/>
                  </a:lnTo>
                  <a:lnTo>
                    <a:pt x="2145688" y="1485934"/>
                  </a:lnTo>
                  <a:lnTo>
                    <a:pt x="2146534" y="1518765"/>
                  </a:lnTo>
                  <a:lnTo>
                    <a:pt x="2146534" y="1518765"/>
                  </a:lnTo>
                  <a:lnTo>
                    <a:pt x="2147379" y="1518765"/>
                  </a:lnTo>
                  <a:lnTo>
                    <a:pt x="2148224" y="1518765"/>
                  </a:lnTo>
                  <a:lnTo>
                    <a:pt x="2149069" y="1488228"/>
                  </a:lnTo>
                  <a:lnTo>
                    <a:pt x="2149914" y="1518765"/>
                  </a:lnTo>
                  <a:lnTo>
                    <a:pt x="2149914" y="1518765"/>
                  </a:lnTo>
                  <a:lnTo>
                    <a:pt x="2150759" y="1518765"/>
                  </a:lnTo>
                  <a:lnTo>
                    <a:pt x="2151604" y="1475418"/>
                  </a:lnTo>
                  <a:lnTo>
                    <a:pt x="2152449" y="1464373"/>
                  </a:lnTo>
                  <a:lnTo>
                    <a:pt x="2153294" y="1465496"/>
                  </a:lnTo>
                  <a:lnTo>
                    <a:pt x="2154139" y="1458138"/>
                  </a:lnTo>
                  <a:lnTo>
                    <a:pt x="2154984" y="1440488"/>
                  </a:lnTo>
                  <a:lnTo>
                    <a:pt x="2155830" y="1459542"/>
                  </a:lnTo>
                  <a:lnTo>
                    <a:pt x="2156675" y="1463971"/>
                  </a:lnTo>
                  <a:lnTo>
                    <a:pt x="2157520" y="1484069"/>
                  </a:lnTo>
                  <a:lnTo>
                    <a:pt x="2158365" y="1473085"/>
                  </a:lnTo>
                  <a:lnTo>
                    <a:pt x="2159210" y="1463068"/>
                  </a:lnTo>
                  <a:lnTo>
                    <a:pt x="2160055" y="1472339"/>
                  </a:lnTo>
                  <a:lnTo>
                    <a:pt x="2160900" y="1478031"/>
                  </a:lnTo>
                  <a:lnTo>
                    <a:pt x="2161745" y="1489672"/>
                  </a:lnTo>
                  <a:lnTo>
                    <a:pt x="2162590" y="1479945"/>
                  </a:lnTo>
                  <a:lnTo>
                    <a:pt x="2163435" y="1472766"/>
                  </a:lnTo>
                  <a:lnTo>
                    <a:pt x="2164280" y="1452286"/>
                  </a:lnTo>
                  <a:lnTo>
                    <a:pt x="2165126" y="1442315"/>
                  </a:lnTo>
                  <a:lnTo>
                    <a:pt x="2165971" y="1453100"/>
                  </a:lnTo>
                  <a:lnTo>
                    <a:pt x="2166816" y="1463784"/>
                  </a:lnTo>
                  <a:lnTo>
                    <a:pt x="2167661" y="1479531"/>
                  </a:lnTo>
                  <a:lnTo>
                    <a:pt x="2168506" y="1481364"/>
                  </a:lnTo>
                  <a:lnTo>
                    <a:pt x="2169351" y="1475110"/>
                  </a:lnTo>
                  <a:lnTo>
                    <a:pt x="2170196" y="1473824"/>
                  </a:lnTo>
                  <a:lnTo>
                    <a:pt x="2171041" y="1463216"/>
                  </a:lnTo>
                  <a:lnTo>
                    <a:pt x="2171886" y="1518765"/>
                  </a:lnTo>
                  <a:lnTo>
                    <a:pt x="2171886" y="1518765"/>
                  </a:lnTo>
                  <a:lnTo>
                    <a:pt x="2172731" y="1518765"/>
                  </a:lnTo>
                  <a:lnTo>
                    <a:pt x="2173576" y="1455463"/>
                  </a:lnTo>
                  <a:lnTo>
                    <a:pt x="2174422" y="1466458"/>
                  </a:lnTo>
                  <a:lnTo>
                    <a:pt x="2175267" y="1460227"/>
                  </a:lnTo>
                  <a:lnTo>
                    <a:pt x="2176112" y="1453830"/>
                  </a:lnTo>
                  <a:lnTo>
                    <a:pt x="2176957" y="1444373"/>
                  </a:lnTo>
                  <a:lnTo>
                    <a:pt x="2177802" y="1427243"/>
                  </a:lnTo>
                  <a:lnTo>
                    <a:pt x="2178647" y="1418345"/>
                  </a:lnTo>
                  <a:lnTo>
                    <a:pt x="2179492" y="1518765"/>
                  </a:lnTo>
                  <a:lnTo>
                    <a:pt x="2179492" y="1518765"/>
                  </a:lnTo>
                  <a:lnTo>
                    <a:pt x="2180337" y="1518765"/>
                  </a:lnTo>
                  <a:lnTo>
                    <a:pt x="2181182" y="1393435"/>
                  </a:lnTo>
                  <a:lnTo>
                    <a:pt x="2182027" y="1372836"/>
                  </a:lnTo>
                  <a:lnTo>
                    <a:pt x="2182872" y="1346942"/>
                  </a:lnTo>
                  <a:lnTo>
                    <a:pt x="2183718" y="1348683"/>
                  </a:lnTo>
                  <a:lnTo>
                    <a:pt x="2184563" y="1355907"/>
                  </a:lnTo>
                  <a:lnTo>
                    <a:pt x="2185408" y="1382047"/>
                  </a:lnTo>
                  <a:lnTo>
                    <a:pt x="2186253" y="1398060"/>
                  </a:lnTo>
                  <a:lnTo>
                    <a:pt x="2187098" y="1388601"/>
                  </a:lnTo>
                  <a:lnTo>
                    <a:pt x="2187943" y="1389644"/>
                  </a:lnTo>
                  <a:lnTo>
                    <a:pt x="2188788" y="1404949"/>
                  </a:lnTo>
                  <a:lnTo>
                    <a:pt x="2189633" y="1518765"/>
                  </a:lnTo>
                  <a:lnTo>
                    <a:pt x="2189633" y="1518765"/>
                  </a:lnTo>
                  <a:lnTo>
                    <a:pt x="2190478" y="1518765"/>
                  </a:lnTo>
                  <a:lnTo>
                    <a:pt x="2191323" y="1518765"/>
                  </a:lnTo>
                  <a:lnTo>
                    <a:pt x="2192168" y="1518765"/>
                  </a:lnTo>
                  <a:lnTo>
                    <a:pt x="2193014" y="1457961"/>
                  </a:lnTo>
                  <a:lnTo>
                    <a:pt x="2193859" y="1447882"/>
                  </a:lnTo>
                  <a:lnTo>
                    <a:pt x="2194704" y="1455955"/>
                  </a:lnTo>
                  <a:lnTo>
                    <a:pt x="2195549" y="1447837"/>
                  </a:lnTo>
                  <a:lnTo>
                    <a:pt x="2196394" y="1447003"/>
                  </a:lnTo>
                  <a:lnTo>
                    <a:pt x="2197239" y="1456687"/>
                  </a:lnTo>
                  <a:lnTo>
                    <a:pt x="2198084" y="1447030"/>
                  </a:lnTo>
                  <a:lnTo>
                    <a:pt x="2198929" y="1448021"/>
                  </a:lnTo>
                  <a:lnTo>
                    <a:pt x="2199774" y="1470558"/>
                  </a:lnTo>
                  <a:lnTo>
                    <a:pt x="2200619" y="1464577"/>
                  </a:lnTo>
                  <a:lnTo>
                    <a:pt x="2201464" y="1461334"/>
                  </a:lnTo>
                  <a:lnTo>
                    <a:pt x="2202310" y="1447764"/>
                  </a:lnTo>
                  <a:lnTo>
                    <a:pt x="2203155" y="1518765"/>
                  </a:lnTo>
                  <a:lnTo>
                    <a:pt x="2203155" y="1518765"/>
                  </a:lnTo>
                  <a:lnTo>
                    <a:pt x="2204000" y="1518765"/>
                  </a:lnTo>
                  <a:lnTo>
                    <a:pt x="2204845" y="1440783"/>
                  </a:lnTo>
                  <a:lnTo>
                    <a:pt x="2205690" y="1466217"/>
                  </a:lnTo>
                  <a:lnTo>
                    <a:pt x="2206535" y="1464569"/>
                  </a:lnTo>
                  <a:lnTo>
                    <a:pt x="2207380" y="1468438"/>
                  </a:lnTo>
                  <a:lnTo>
                    <a:pt x="2208225" y="1477220"/>
                  </a:lnTo>
                  <a:lnTo>
                    <a:pt x="2209070" y="1470274"/>
                  </a:lnTo>
                  <a:lnTo>
                    <a:pt x="2209915" y="1491329"/>
                  </a:lnTo>
                  <a:lnTo>
                    <a:pt x="2210761" y="1518765"/>
                  </a:lnTo>
                  <a:lnTo>
                    <a:pt x="2210761" y="1518765"/>
                  </a:lnTo>
                  <a:lnTo>
                    <a:pt x="2211606" y="1518765"/>
                  </a:lnTo>
                  <a:lnTo>
                    <a:pt x="2212451" y="1518765"/>
                  </a:lnTo>
                  <a:lnTo>
                    <a:pt x="2213296" y="1518765"/>
                  </a:lnTo>
                  <a:lnTo>
                    <a:pt x="2214141" y="1518765"/>
                  </a:lnTo>
                  <a:lnTo>
                    <a:pt x="2214986" y="1518765"/>
                  </a:lnTo>
                  <a:lnTo>
                    <a:pt x="2215831" y="1510774"/>
                  </a:lnTo>
                  <a:lnTo>
                    <a:pt x="2216676" y="1518765"/>
                  </a:lnTo>
                  <a:lnTo>
                    <a:pt x="2216676" y="1518765"/>
                  </a:lnTo>
                  <a:lnTo>
                    <a:pt x="2217521" y="1518765"/>
                  </a:lnTo>
                  <a:lnTo>
                    <a:pt x="2218366" y="1503061"/>
                  </a:lnTo>
                  <a:lnTo>
                    <a:pt x="2219211" y="1494572"/>
                  </a:lnTo>
                  <a:lnTo>
                    <a:pt x="2220057" y="1518765"/>
                  </a:lnTo>
                  <a:lnTo>
                    <a:pt x="2220057" y="1518765"/>
                  </a:lnTo>
                  <a:lnTo>
                    <a:pt x="2220902" y="1506233"/>
                  </a:lnTo>
                  <a:lnTo>
                    <a:pt x="2221747" y="1518765"/>
                  </a:lnTo>
                  <a:lnTo>
                    <a:pt x="2221747" y="1518765"/>
                  </a:lnTo>
                  <a:lnTo>
                    <a:pt x="2222592" y="1518765"/>
                  </a:lnTo>
                  <a:lnTo>
                    <a:pt x="2223437" y="1518765"/>
                  </a:lnTo>
                  <a:lnTo>
                    <a:pt x="2224282" y="1465098"/>
                  </a:lnTo>
                  <a:lnTo>
                    <a:pt x="2225127" y="1459594"/>
                  </a:lnTo>
                  <a:lnTo>
                    <a:pt x="2225972" y="1423206"/>
                  </a:lnTo>
                  <a:lnTo>
                    <a:pt x="2226817" y="1431546"/>
                  </a:lnTo>
                  <a:lnTo>
                    <a:pt x="2227662" y="1437882"/>
                  </a:lnTo>
                  <a:lnTo>
                    <a:pt x="2228507" y="1462098"/>
                  </a:lnTo>
                  <a:lnTo>
                    <a:pt x="2229353" y="1485653"/>
                  </a:lnTo>
                  <a:lnTo>
                    <a:pt x="2230198" y="1518765"/>
                  </a:lnTo>
                  <a:lnTo>
                    <a:pt x="2230198" y="1518765"/>
                  </a:lnTo>
                  <a:lnTo>
                    <a:pt x="2231043" y="1518765"/>
                  </a:lnTo>
                  <a:lnTo>
                    <a:pt x="2231888" y="1518765"/>
                  </a:lnTo>
                  <a:lnTo>
                    <a:pt x="2232733" y="1518765"/>
                  </a:lnTo>
                  <a:lnTo>
                    <a:pt x="2233578" y="1518765"/>
                  </a:lnTo>
                  <a:lnTo>
                    <a:pt x="2234423" y="1518765"/>
                  </a:lnTo>
                  <a:lnTo>
                    <a:pt x="2235268" y="1518765"/>
                  </a:lnTo>
                  <a:lnTo>
                    <a:pt x="2236113" y="1518765"/>
                  </a:lnTo>
                  <a:lnTo>
                    <a:pt x="2236958" y="1518765"/>
                  </a:lnTo>
                  <a:lnTo>
                    <a:pt x="2237803" y="1518765"/>
                  </a:lnTo>
                  <a:lnTo>
                    <a:pt x="2238649" y="1518765"/>
                  </a:lnTo>
                  <a:lnTo>
                    <a:pt x="2239494" y="1518765"/>
                  </a:lnTo>
                  <a:lnTo>
                    <a:pt x="2240339" y="1518765"/>
                  </a:lnTo>
                  <a:lnTo>
                    <a:pt x="2241184" y="1518765"/>
                  </a:lnTo>
                  <a:lnTo>
                    <a:pt x="2242029" y="1482126"/>
                  </a:lnTo>
                  <a:lnTo>
                    <a:pt x="2242874" y="1463453"/>
                  </a:lnTo>
                  <a:lnTo>
                    <a:pt x="2243719" y="1452364"/>
                  </a:lnTo>
                  <a:lnTo>
                    <a:pt x="2244564" y="1454608"/>
                  </a:lnTo>
                  <a:lnTo>
                    <a:pt x="2245409" y="1436799"/>
                  </a:lnTo>
                  <a:lnTo>
                    <a:pt x="2246254" y="1449491"/>
                  </a:lnTo>
                  <a:lnTo>
                    <a:pt x="2247099" y="1441426"/>
                  </a:lnTo>
                  <a:lnTo>
                    <a:pt x="2247945" y="1437024"/>
                  </a:lnTo>
                  <a:lnTo>
                    <a:pt x="2248790" y="1518765"/>
                  </a:lnTo>
                  <a:lnTo>
                    <a:pt x="2248790" y="1518765"/>
                  </a:lnTo>
                  <a:lnTo>
                    <a:pt x="2249635" y="1458344"/>
                  </a:lnTo>
                  <a:lnTo>
                    <a:pt x="2250480" y="1473071"/>
                  </a:lnTo>
                  <a:lnTo>
                    <a:pt x="2251325" y="1475718"/>
                  </a:lnTo>
                  <a:lnTo>
                    <a:pt x="2252170" y="1479160"/>
                  </a:lnTo>
                  <a:lnTo>
                    <a:pt x="2253015" y="1483086"/>
                  </a:lnTo>
                  <a:lnTo>
                    <a:pt x="2253860" y="1494029"/>
                  </a:lnTo>
                  <a:lnTo>
                    <a:pt x="2254705" y="1483622"/>
                  </a:lnTo>
                  <a:lnTo>
                    <a:pt x="2255550" y="1479800"/>
                  </a:lnTo>
                  <a:lnTo>
                    <a:pt x="2256395" y="1473142"/>
                  </a:lnTo>
                  <a:lnTo>
                    <a:pt x="2257241" y="1457010"/>
                  </a:lnTo>
                  <a:lnTo>
                    <a:pt x="2258086" y="1518765"/>
                  </a:lnTo>
                  <a:lnTo>
                    <a:pt x="2258086" y="1518765"/>
                  </a:lnTo>
                  <a:lnTo>
                    <a:pt x="2258931" y="1471921"/>
                  </a:lnTo>
                  <a:lnTo>
                    <a:pt x="2259776" y="1518765"/>
                  </a:lnTo>
                  <a:lnTo>
                    <a:pt x="2259776" y="1518765"/>
                  </a:lnTo>
                  <a:lnTo>
                    <a:pt x="2260621" y="1467431"/>
                  </a:lnTo>
                  <a:lnTo>
                    <a:pt x="2261466" y="1518765"/>
                  </a:lnTo>
                  <a:lnTo>
                    <a:pt x="2261466" y="1518765"/>
                  </a:lnTo>
                  <a:lnTo>
                    <a:pt x="2262311" y="1518765"/>
                  </a:lnTo>
                  <a:lnTo>
                    <a:pt x="2263156" y="1447471"/>
                  </a:lnTo>
                  <a:lnTo>
                    <a:pt x="2264001" y="1518765"/>
                  </a:lnTo>
                  <a:lnTo>
                    <a:pt x="2264001" y="1518765"/>
                  </a:lnTo>
                  <a:lnTo>
                    <a:pt x="2264846" y="1518765"/>
                  </a:lnTo>
                  <a:lnTo>
                    <a:pt x="2265691" y="1518765"/>
                  </a:lnTo>
                  <a:lnTo>
                    <a:pt x="2266537" y="1518765"/>
                  </a:lnTo>
                  <a:lnTo>
                    <a:pt x="2267382" y="1366432"/>
                  </a:lnTo>
                  <a:lnTo>
                    <a:pt x="2268227" y="1353438"/>
                  </a:lnTo>
                  <a:lnTo>
                    <a:pt x="2269072" y="1325611"/>
                  </a:lnTo>
                  <a:lnTo>
                    <a:pt x="2269917" y="1304888"/>
                  </a:lnTo>
                  <a:lnTo>
                    <a:pt x="2270762" y="1273328"/>
                  </a:lnTo>
                  <a:lnTo>
                    <a:pt x="2271607" y="1285161"/>
                  </a:lnTo>
                  <a:lnTo>
                    <a:pt x="2272452" y="1319225"/>
                  </a:lnTo>
                  <a:lnTo>
                    <a:pt x="2273297" y="1345549"/>
                  </a:lnTo>
                  <a:lnTo>
                    <a:pt x="2274142" y="1373895"/>
                  </a:lnTo>
                  <a:lnTo>
                    <a:pt x="2274988" y="1384113"/>
                  </a:lnTo>
                  <a:lnTo>
                    <a:pt x="2275833" y="1406676"/>
                  </a:lnTo>
                  <a:lnTo>
                    <a:pt x="2276678" y="1420048"/>
                  </a:lnTo>
                  <a:lnTo>
                    <a:pt x="2277523" y="1432206"/>
                  </a:lnTo>
                  <a:lnTo>
                    <a:pt x="2278368" y="1454259"/>
                  </a:lnTo>
                  <a:lnTo>
                    <a:pt x="2279213" y="1469591"/>
                  </a:lnTo>
                  <a:lnTo>
                    <a:pt x="2280058" y="1469740"/>
                  </a:lnTo>
                  <a:lnTo>
                    <a:pt x="2280903" y="1483839"/>
                  </a:lnTo>
                  <a:lnTo>
                    <a:pt x="2281748" y="1480972"/>
                  </a:lnTo>
                  <a:lnTo>
                    <a:pt x="2282593" y="1476729"/>
                  </a:lnTo>
                  <a:lnTo>
                    <a:pt x="2283438" y="1518765"/>
                  </a:lnTo>
                  <a:lnTo>
                    <a:pt x="2283438" y="1518765"/>
                  </a:lnTo>
                  <a:lnTo>
                    <a:pt x="2284284" y="1518765"/>
                  </a:lnTo>
                  <a:lnTo>
                    <a:pt x="2285129" y="1469852"/>
                  </a:lnTo>
                  <a:lnTo>
                    <a:pt x="2285974" y="1455351"/>
                  </a:lnTo>
                  <a:lnTo>
                    <a:pt x="2286819" y="1455341"/>
                  </a:lnTo>
                  <a:lnTo>
                    <a:pt x="2287664" y="1468085"/>
                  </a:lnTo>
                  <a:lnTo>
                    <a:pt x="2288509" y="1518765"/>
                  </a:lnTo>
                  <a:lnTo>
                    <a:pt x="2288509" y="1518765"/>
                  </a:lnTo>
                  <a:lnTo>
                    <a:pt x="2289354" y="1518765"/>
                  </a:lnTo>
                  <a:lnTo>
                    <a:pt x="2290199" y="1429233"/>
                  </a:lnTo>
                  <a:lnTo>
                    <a:pt x="2291044" y="1518765"/>
                  </a:lnTo>
                  <a:lnTo>
                    <a:pt x="2291044" y="1518765"/>
                  </a:lnTo>
                  <a:lnTo>
                    <a:pt x="2291889" y="1518765"/>
                  </a:lnTo>
                  <a:lnTo>
                    <a:pt x="2292734" y="1518765"/>
                  </a:lnTo>
                  <a:lnTo>
                    <a:pt x="2293580" y="1418902"/>
                  </a:lnTo>
                  <a:lnTo>
                    <a:pt x="2294425" y="1435115"/>
                  </a:lnTo>
                  <a:lnTo>
                    <a:pt x="2295270" y="1424054"/>
                  </a:lnTo>
                  <a:lnTo>
                    <a:pt x="2296115" y="1409768"/>
                  </a:lnTo>
                  <a:lnTo>
                    <a:pt x="2296960" y="1381250"/>
                  </a:lnTo>
                  <a:lnTo>
                    <a:pt x="2297805" y="1518765"/>
                  </a:lnTo>
                  <a:lnTo>
                    <a:pt x="2297805" y="1518765"/>
                  </a:lnTo>
                  <a:lnTo>
                    <a:pt x="2298650" y="1368660"/>
                  </a:lnTo>
                  <a:lnTo>
                    <a:pt x="2299495" y="1371726"/>
                  </a:lnTo>
                  <a:lnTo>
                    <a:pt x="2300340" y="1386017"/>
                  </a:lnTo>
                  <a:lnTo>
                    <a:pt x="2301185" y="1377289"/>
                  </a:lnTo>
                  <a:lnTo>
                    <a:pt x="2302030" y="1392363"/>
                  </a:lnTo>
                  <a:lnTo>
                    <a:pt x="2302876" y="1518765"/>
                  </a:lnTo>
                  <a:lnTo>
                    <a:pt x="2302876" y="1518765"/>
                  </a:lnTo>
                  <a:lnTo>
                    <a:pt x="2303721" y="1518765"/>
                  </a:lnTo>
                  <a:lnTo>
                    <a:pt x="2304566" y="1353262"/>
                  </a:lnTo>
                  <a:lnTo>
                    <a:pt x="2305411" y="1518765"/>
                  </a:lnTo>
                  <a:lnTo>
                    <a:pt x="2305411" y="1518765"/>
                  </a:lnTo>
                  <a:lnTo>
                    <a:pt x="2306256" y="1518765"/>
                  </a:lnTo>
                  <a:lnTo>
                    <a:pt x="2307101" y="1518765"/>
                  </a:lnTo>
                  <a:lnTo>
                    <a:pt x="2307946" y="1407130"/>
                  </a:lnTo>
                  <a:lnTo>
                    <a:pt x="2308791" y="1420983"/>
                  </a:lnTo>
                  <a:lnTo>
                    <a:pt x="2309636" y="1418341"/>
                  </a:lnTo>
                  <a:lnTo>
                    <a:pt x="2310481" y="1432147"/>
                  </a:lnTo>
                  <a:lnTo>
                    <a:pt x="2311326" y="1454679"/>
                  </a:lnTo>
                  <a:lnTo>
                    <a:pt x="2312172" y="1473591"/>
                  </a:lnTo>
                  <a:lnTo>
                    <a:pt x="2313017" y="1458639"/>
                  </a:lnTo>
                  <a:lnTo>
                    <a:pt x="2313862" y="1430249"/>
                  </a:lnTo>
                  <a:lnTo>
                    <a:pt x="2314707" y="1423747"/>
                  </a:lnTo>
                  <a:lnTo>
                    <a:pt x="2315552" y="1518765"/>
                  </a:lnTo>
                  <a:lnTo>
                    <a:pt x="2315552" y="1518765"/>
                  </a:lnTo>
                  <a:lnTo>
                    <a:pt x="2316397" y="1518765"/>
                  </a:lnTo>
                  <a:lnTo>
                    <a:pt x="2317242" y="1452404"/>
                  </a:lnTo>
                  <a:lnTo>
                    <a:pt x="2318087" y="1460106"/>
                  </a:lnTo>
                  <a:lnTo>
                    <a:pt x="2318932" y="1450550"/>
                  </a:lnTo>
                  <a:lnTo>
                    <a:pt x="2319777" y="1444092"/>
                  </a:lnTo>
                  <a:lnTo>
                    <a:pt x="2320622" y="1422064"/>
                  </a:lnTo>
                  <a:lnTo>
                    <a:pt x="2321468" y="1405382"/>
                  </a:lnTo>
                  <a:lnTo>
                    <a:pt x="2322313" y="1405370"/>
                  </a:lnTo>
                  <a:lnTo>
                    <a:pt x="2323158" y="1387536"/>
                  </a:lnTo>
                  <a:lnTo>
                    <a:pt x="2324003" y="1397268"/>
                  </a:lnTo>
                  <a:lnTo>
                    <a:pt x="2324848" y="1402469"/>
                  </a:lnTo>
                  <a:lnTo>
                    <a:pt x="2325693" y="1378938"/>
                  </a:lnTo>
                  <a:lnTo>
                    <a:pt x="2326538" y="1380346"/>
                  </a:lnTo>
                  <a:lnTo>
                    <a:pt x="2327383" y="1369707"/>
                  </a:lnTo>
                  <a:lnTo>
                    <a:pt x="2328228" y="1361239"/>
                  </a:lnTo>
                  <a:lnTo>
                    <a:pt x="2329073" y="1351506"/>
                  </a:lnTo>
                  <a:lnTo>
                    <a:pt x="2329918" y="1369086"/>
                  </a:lnTo>
                  <a:lnTo>
                    <a:pt x="2330764" y="1386956"/>
                  </a:lnTo>
                  <a:lnTo>
                    <a:pt x="2331609" y="1407183"/>
                  </a:lnTo>
                  <a:lnTo>
                    <a:pt x="2332454" y="1393142"/>
                  </a:lnTo>
                  <a:lnTo>
                    <a:pt x="2333299" y="1403443"/>
                  </a:lnTo>
                  <a:lnTo>
                    <a:pt x="2334144" y="1518765"/>
                  </a:lnTo>
                  <a:lnTo>
                    <a:pt x="2334144" y="1518765"/>
                  </a:lnTo>
                  <a:lnTo>
                    <a:pt x="2334989" y="1518765"/>
                  </a:lnTo>
                  <a:lnTo>
                    <a:pt x="2335834" y="1518765"/>
                  </a:lnTo>
                  <a:lnTo>
                    <a:pt x="2336679" y="1386009"/>
                  </a:lnTo>
                  <a:lnTo>
                    <a:pt x="2337524" y="1420481"/>
                  </a:lnTo>
                  <a:lnTo>
                    <a:pt x="2338369" y="1412594"/>
                  </a:lnTo>
                  <a:lnTo>
                    <a:pt x="2339215" y="1399267"/>
                  </a:lnTo>
                  <a:lnTo>
                    <a:pt x="2340060" y="1422192"/>
                  </a:lnTo>
                  <a:lnTo>
                    <a:pt x="2340905" y="1443981"/>
                  </a:lnTo>
                  <a:lnTo>
                    <a:pt x="2341750" y="1457050"/>
                  </a:lnTo>
                  <a:lnTo>
                    <a:pt x="2342595" y="1456326"/>
                  </a:lnTo>
                  <a:lnTo>
                    <a:pt x="2343440" y="1468406"/>
                  </a:lnTo>
                  <a:lnTo>
                    <a:pt x="2344285" y="1518765"/>
                  </a:lnTo>
                  <a:lnTo>
                    <a:pt x="2344285" y="1518765"/>
                  </a:lnTo>
                  <a:lnTo>
                    <a:pt x="2345130" y="1518765"/>
                  </a:lnTo>
                  <a:lnTo>
                    <a:pt x="2345975" y="1440518"/>
                  </a:lnTo>
                  <a:lnTo>
                    <a:pt x="2346820" y="1427138"/>
                  </a:lnTo>
                  <a:lnTo>
                    <a:pt x="2347665" y="1518765"/>
                  </a:lnTo>
                  <a:lnTo>
                    <a:pt x="2347665" y="1518765"/>
                  </a:lnTo>
                  <a:lnTo>
                    <a:pt x="2348511" y="1455141"/>
                  </a:lnTo>
                  <a:lnTo>
                    <a:pt x="2349356" y="1479550"/>
                  </a:lnTo>
                  <a:lnTo>
                    <a:pt x="2350201" y="1485335"/>
                  </a:lnTo>
                  <a:lnTo>
                    <a:pt x="2351046" y="1518765"/>
                  </a:lnTo>
                  <a:lnTo>
                    <a:pt x="2351046" y="1518765"/>
                  </a:lnTo>
                  <a:lnTo>
                    <a:pt x="2351891" y="1485609"/>
                  </a:lnTo>
                  <a:lnTo>
                    <a:pt x="2352736" y="1490052"/>
                  </a:lnTo>
                  <a:lnTo>
                    <a:pt x="2353581" y="1485511"/>
                  </a:lnTo>
                  <a:lnTo>
                    <a:pt x="2354426" y="1497114"/>
                  </a:lnTo>
                  <a:lnTo>
                    <a:pt x="2355271" y="1499111"/>
                  </a:lnTo>
                  <a:lnTo>
                    <a:pt x="2356116" y="1494391"/>
                  </a:lnTo>
                  <a:lnTo>
                    <a:pt x="2356961" y="1496897"/>
                  </a:lnTo>
                  <a:lnTo>
                    <a:pt x="2357807" y="1489787"/>
                  </a:lnTo>
                  <a:lnTo>
                    <a:pt x="2358652" y="1493632"/>
                  </a:lnTo>
                  <a:lnTo>
                    <a:pt x="2359497" y="1495143"/>
                  </a:lnTo>
                  <a:lnTo>
                    <a:pt x="2360342" y="1498326"/>
                  </a:lnTo>
                  <a:lnTo>
                    <a:pt x="2361187" y="1482034"/>
                  </a:lnTo>
                  <a:lnTo>
                    <a:pt x="2362032" y="1478118"/>
                  </a:lnTo>
                  <a:lnTo>
                    <a:pt x="2362877" y="1492011"/>
                  </a:lnTo>
                  <a:lnTo>
                    <a:pt x="2363722" y="1518765"/>
                  </a:lnTo>
                  <a:lnTo>
                    <a:pt x="2363722" y="1518765"/>
                  </a:lnTo>
                  <a:lnTo>
                    <a:pt x="2364567" y="1518765"/>
                  </a:lnTo>
                  <a:lnTo>
                    <a:pt x="2365412" y="1518765"/>
                  </a:lnTo>
                  <a:lnTo>
                    <a:pt x="2366257" y="1518765"/>
                  </a:lnTo>
                  <a:lnTo>
                    <a:pt x="2367103" y="1484269"/>
                  </a:lnTo>
                  <a:lnTo>
                    <a:pt x="2367948" y="1472401"/>
                  </a:lnTo>
                  <a:lnTo>
                    <a:pt x="2368793" y="1486591"/>
                  </a:lnTo>
                  <a:lnTo>
                    <a:pt x="2369638" y="1483694"/>
                  </a:lnTo>
                  <a:lnTo>
                    <a:pt x="2370483" y="1484315"/>
                  </a:lnTo>
                  <a:lnTo>
                    <a:pt x="2371328" y="1499199"/>
                  </a:lnTo>
                  <a:lnTo>
                    <a:pt x="2372173" y="1470291"/>
                  </a:lnTo>
                  <a:lnTo>
                    <a:pt x="2373018" y="1490417"/>
                  </a:lnTo>
                  <a:lnTo>
                    <a:pt x="2373863" y="1470378"/>
                  </a:lnTo>
                  <a:lnTo>
                    <a:pt x="2374708" y="1476524"/>
                  </a:lnTo>
                  <a:lnTo>
                    <a:pt x="2375553" y="1463813"/>
                  </a:lnTo>
                  <a:lnTo>
                    <a:pt x="2376399" y="1442913"/>
                  </a:lnTo>
                  <a:lnTo>
                    <a:pt x="2377244" y="1434729"/>
                  </a:lnTo>
                  <a:lnTo>
                    <a:pt x="2378089" y="1382096"/>
                  </a:lnTo>
                  <a:lnTo>
                    <a:pt x="2378934" y="1386151"/>
                  </a:lnTo>
                  <a:lnTo>
                    <a:pt x="2379779" y="1411531"/>
                  </a:lnTo>
                  <a:lnTo>
                    <a:pt x="2380624" y="1374323"/>
                  </a:lnTo>
                  <a:lnTo>
                    <a:pt x="2381469" y="1518765"/>
                  </a:lnTo>
                  <a:lnTo>
                    <a:pt x="2381469" y="1518765"/>
                  </a:lnTo>
                  <a:lnTo>
                    <a:pt x="2382314" y="1518765"/>
                  </a:lnTo>
                  <a:lnTo>
                    <a:pt x="2383159" y="1395777"/>
                  </a:lnTo>
                  <a:lnTo>
                    <a:pt x="2384004" y="1427520"/>
                  </a:lnTo>
                  <a:lnTo>
                    <a:pt x="2384849" y="1409573"/>
                  </a:lnTo>
                  <a:lnTo>
                    <a:pt x="2385695" y="1378918"/>
                  </a:lnTo>
                  <a:lnTo>
                    <a:pt x="2386540" y="1359677"/>
                  </a:lnTo>
                  <a:lnTo>
                    <a:pt x="2387385" y="1350798"/>
                  </a:lnTo>
                  <a:lnTo>
                    <a:pt x="2388230" y="1334340"/>
                  </a:lnTo>
                  <a:lnTo>
                    <a:pt x="2389075" y="1312655"/>
                  </a:lnTo>
                  <a:lnTo>
                    <a:pt x="2389920" y="1313074"/>
                  </a:lnTo>
                  <a:lnTo>
                    <a:pt x="2390765" y="1301665"/>
                  </a:lnTo>
                  <a:lnTo>
                    <a:pt x="2391610" y="1304554"/>
                  </a:lnTo>
                  <a:lnTo>
                    <a:pt x="2392455" y="1300947"/>
                  </a:lnTo>
                  <a:lnTo>
                    <a:pt x="2393300" y="1300075"/>
                  </a:lnTo>
                  <a:lnTo>
                    <a:pt x="2394145" y="1328581"/>
                  </a:lnTo>
                  <a:lnTo>
                    <a:pt x="2394991" y="1374126"/>
                  </a:lnTo>
                  <a:lnTo>
                    <a:pt x="2395836" y="1396969"/>
                  </a:lnTo>
                  <a:lnTo>
                    <a:pt x="2396681" y="1417127"/>
                  </a:lnTo>
                  <a:lnTo>
                    <a:pt x="2397526" y="1442757"/>
                  </a:lnTo>
                  <a:lnTo>
                    <a:pt x="2398371" y="1518765"/>
                  </a:lnTo>
                  <a:lnTo>
                    <a:pt x="2398371" y="1518765"/>
                  </a:lnTo>
                  <a:lnTo>
                    <a:pt x="2399216" y="1455210"/>
                  </a:lnTo>
                  <a:lnTo>
                    <a:pt x="2400061" y="1518765"/>
                  </a:lnTo>
                  <a:lnTo>
                    <a:pt x="2400061" y="1518765"/>
                  </a:lnTo>
                  <a:lnTo>
                    <a:pt x="2400906" y="1518765"/>
                  </a:lnTo>
                  <a:lnTo>
                    <a:pt x="2401751" y="1518765"/>
                  </a:lnTo>
                  <a:lnTo>
                    <a:pt x="2402596" y="1443850"/>
                  </a:lnTo>
                  <a:lnTo>
                    <a:pt x="2403442" y="1459391"/>
                  </a:lnTo>
                  <a:lnTo>
                    <a:pt x="2404287" y="1518765"/>
                  </a:lnTo>
                  <a:lnTo>
                    <a:pt x="2404287" y="1518765"/>
                  </a:lnTo>
                  <a:lnTo>
                    <a:pt x="2405132" y="1518765"/>
                  </a:lnTo>
                  <a:lnTo>
                    <a:pt x="2405977" y="1453918"/>
                  </a:lnTo>
                  <a:lnTo>
                    <a:pt x="2406822" y="1451038"/>
                  </a:lnTo>
                  <a:lnTo>
                    <a:pt x="2407667" y="1439164"/>
                  </a:lnTo>
                  <a:lnTo>
                    <a:pt x="2408512" y="1431922"/>
                  </a:lnTo>
                  <a:lnTo>
                    <a:pt x="2409357" y="1518765"/>
                  </a:lnTo>
                  <a:lnTo>
                    <a:pt x="2409357" y="1518765"/>
                  </a:lnTo>
                  <a:lnTo>
                    <a:pt x="2410202" y="1518765"/>
                  </a:lnTo>
                  <a:lnTo>
                    <a:pt x="2411047" y="1518765"/>
                  </a:lnTo>
                  <a:lnTo>
                    <a:pt x="2411892" y="1455813"/>
                  </a:lnTo>
                  <a:lnTo>
                    <a:pt x="2412738" y="1452733"/>
                  </a:lnTo>
                  <a:lnTo>
                    <a:pt x="2413583" y="1518765"/>
                  </a:lnTo>
                  <a:lnTo>
                    <a:pt x="2413583" y="1518765"/>
                  </a:lnTo>
                  <a:lnTo>
                    <a:pt x="2414428" y="1449436"/>
                  </a:lnTo>
                  <a:lnTo>
                    <a:pt x="2415273" y="1518765"/>
                  </a:lnTo>
                  <a:lnTo>
                    <a:pt x="2415273" y="1518765"/>
                  </a:lnTo>
                  <a:lnTo>
                    <a:pt x="2416118" y="1453297"/>
                  </a:lnTo>
                  <a:lnTo>
                    <a:pt x="2416963" y="1473054"/>
                  </a:lnTo>
                  <a:lnTo>
                    <a:pt x="2417808" y="1488774"/>
                  </a:lnTo>
                  <a:lnTo>
                    <a:pt x="2418653" y="1490403"/>
                  </a:lnTo>
                  <a:lnTo>
                    <a:pt x="2419498" y="1490199"/>
                  </a:lnTo>
                  <a:lnTo>
                    <a:pt x="2420343" y="1477291"/>
                  </a:lnTo>
                  <a:lnTo>
                    <a:pt x="2421188" y="1477724"/>
                  </a:lnTo>
                  <a:lnTo>
                    <a:pt x="2422034" y="1457909"/>
                  </a:lnTo>
                  <a:lnTo>
                    <a:pt x="2422879" y="1459585"/>
                  </a:lnTo>
                  <a:lnTo>
                    <a:pt x="2423724" y="1518765"/>
                  </a:lnTo>
                  <a:lnTo>
                    <a:pt x="2423724" y="1518765"/>
                  </a:lnTo>
                  <a:lnTo>
                    <a:pt x="2424569" y="1518765"/>
                  </a:lnTo>
                  <a:lnTo>
                    <a:pt x="2425414" y="1479937"/>
                  </a:lnTo>
                  <a:lnTo>
                    <a:pt x="2426259" y="1518765"/>
                  </a:lnTo>
                  <a:lnTo>
                    <a:pt x="2426259" y="1518765"/>
                  </a:lnTo>
                  <a:lnTo>
                    <a:pt x="2427104" y="1450663"/>
                  </a:lnTo>
                  <a:lnTo>
                    <a:pt x="2427949" y="1458147"/>
                  </a:lnTo>
                  <a:lnTo>
                    <a:pt x="2428794" y="1449932"/>
                  </a:lnTo>
                  <a:lnTo>
                    <a:pt x="2429639" y="1461497"/>
                  </a:lnTo>
                  <a:lnTo>
                    <a:pt x="2430484" y="1518765"/>
                  </a:lnTo>
                  <a:lnTo>
                    <a:pt x="2430484" y="1518765"/>
                  </a:lnTo>
                  <a:lnTo>
                    <a:pt x="2431330" y="1518765"/>
                  </a:lnTo>
                  <a:lnTo>
                    <a:pt x="2432175" y="1482378"/>
                  </a:lnTo>
                  <a:lnTo>
                    <a:pt x="2433020" y="1484130"/>
                  </a:lnTo>
                  <a:lnTo>
                    <a:pt x="2433865" y="1518765"/>
                  </a:lnTo>
                  <a:lnTo>
                    <a:pt x="2433865" y="1518765"/>
                  </a:lnTo>
                  <a:lnTo>
                    <a:pt x="2434710" y="1518765"/>
                  </a:lnTo>
                  <a:lnTo>
                    <a:pt x="2435555" y="1518765"/>
                  </a:lnTo>
                  <a:lnTo>
                    <a:pt x="2436400" y="1518765"/>
                  </a:lnTo>
                  <a:lnTo>
                    <a:pt x="2437245" y="1518765"/>
                  </a:lnTo>
                  <a:lnTo>
                    <a:pt x="2438090" y="1518765"/>
                  </a:lnTo>
                  <a:lnTo>
                    <a:pt x="2438935" y="1518765"/>
                  </a:lnTo>
                  <a:lnTo>
                    <a:pt x="2439780" y="1518765"/>
                  </a:lnTo>
                  <a:lnTo>
                    <a:pt x="2440626" y="1518765"/>
                  </a:lnTo>
                  <a:lnTo>
                    <a:pt x="2441471" y="1518765"/>
                  </a:lnTo>
                  <a:lnTo>
                    <a:pt x="2442316" y="1518765"/>
                  </a:lnTo>
                  <a:lnTo>
                    <a:pt x="2443161" y="1518765"/>
                  </a:lnTo>
                  <a:lnTo>
                    <a:pt x="2444006" y="1518765"/>
                  </a:lnTo>
                  <a:lnTo>
                    <a:pt x="2444851" y="1518765"/>
                  </a:lnTo>
                  <a:lnTo>
                    <a:pt x="2445696" y="1518765"/>
                  </a:lnTo>
                  <a:lnTo>
                    <a:pt x="2446541" y="1518765"/>
                  </a:lnTo>
                  <a:lnTo>
                    <a:pt x="2447386" y="1518765"/>
                  </a:lnTo>
                  <a:lnTo>
                    <a:pt x="2448231" y="1518765"/>
                  </a:lnTo>
                  <a:lnTo>
                    <a:pt x="2449076" y="1518765"/>
                  </a:lnTo>
                  <a:lnTo>
                    <a:pt x="2449922" y="1518765"/>
                  </a:lnTo>
                  <a:lnTo>
                    <a:pt x="2450767" y="1437599"/>
                  </a:lnTo>
                  <a:lnTo>
                    <a:pt x="2451612" y="1440735"/>
                  </a:lnTo>
                  <a:lnTo>
                    <a:pt x="2452457" y="1444702"/>
                  </a:lnTo>
                  <a:lnTo>
                    <a:pt x="2453302" y="1434105"/>
                  </a:lnTo>
                  <a:lnTo>
                    <a:pt x="2454147" y="1437537"/>
                  </a:lnTo>
                  <a:lnTo>
                    <a:pt x="2454992" y="1425868"/>
                  </a:lnTo>
                  <a:lnTo>
                    <a:pt x="2455837" y="1398577"/>
                  </a:lnTo>
                  <a:lnTo>
                    <a:pt x="2456682" y="1376226"/>
                  </a:lnTo>
                  <a:lnTo>
                    <a:pt x="2457527" y="1518765"/>
                  </a:lnTo>
                  <a:lnTo>
                    <a:pt x="2457527" y="1518765"/>
                  </a:lnTo>
                  <a:lnTo>
                    <a:pt x="2458373" y="1518765"/>
                  </a:lnTo>
                  <a:lnTo>
                    <a:pt x="2459218" y="1518765"/>
                  </a:lnTo>
                  <a:lnTo>
                    <a:pt x="2460063" y="1518765"/>
                  </a:lnTo>
                  <a:lnTo>
                    <a:pt x="2460908" y="1518765"/>
                  </a:lnTo>
                  <a:lnTo>
                    <a:pt x="2461753" y="1518765"/>
                  </a:lnTo>
                  <a:lnTo>
                    <a:pt x="2462598" y="1518765"/>
                  </a:lnTo>
                  <a:lnTo>
                    <a:pt x="2463443" y="1518765"/>
                  </a:lnTo>
                  <a:lnTo>
                    <a:pt x="2464288" y="1518765"/>
                  </a:lnTo>
                  <a:lnTo>
                    <a:pt x="2465133" y="1450119"/>
                  </a:lnTo>
                  <a:lnTo>
                    <a:pt x="2465978" y="1441706"/>
                  </a:lnTo>
                  <a:lnTo>
                    <a:pt x="2466823" y="1459962"/>
                  </a:lnTo>
                  <a:lnTo>
                    <a:pt x="2467669" y="1447579"/>
                  </a:lnTo>
                  <a:lnTo>
                    <a:pt x="2468514" y="1433753"/>
                  </a:lnTo>
                  <a:lnTo>
                    <a:pt x="2469359" y="1451731"/>
                  </a:lnTo>
                  <a:lnTo>
                    <a:pt x="2470204" y="1467003"/>
                  </a:lnTo>
                  <a:lnTo>
                    <a:pt x="2471049" y="1472380"/>
                  </a:lnTo>
                  <a:lnTo>
                    <a:pt x="2471894" y="1518765"/>
                  </a:lnTo>
                  <a:lnTo>
                    <a:pt x="2471894" y="1518765"/>
                  </a:lnTo>
                  <a:lnTo>
                    <a:pt x="2472739" y="1518765"/>
                  </a:lnTo>
                  <a:lnTo>
                    <a:pt x="2473584" y="1487867"/>
                  </a:lnTo>
                  <a:lnTo>
                    <a:pt x="2474429" y="1484807"/>
                  </a:lnTo>
                  <a:lnTo>
                    <a:pt x="2475274" y="1482621"/>
                  </a:lnTo>
                  <a:lnTo>
                    <a:pt x="2476119" y="1468032"/>
                  </a:lnTo>
                  <a:lnTo>
                    <a:pt x="2476965" y="1458819"/>
                  </a:lnTo>
                  <a:lnTo>
                    <a:pt x="2477810" y="1430824"/>
                  </a:lnTo>
                  <a:lnTo>
                    <a:pt x="2478655" y="1418120"/>
                  </a:lnTo>
                  <a:lnTo>
                    <a:pt x="2479500" y="1406451"/>
                  </a:lnTo>
                  <a:lnTo>
                    <a:pt x="2480345" y="1404261"/>
                  </a:lnTo>
                  <a:lnTo>
                    <a:pt x="2481190" y="1405673"/>
                  </a:lnTo>
                  <a:lnTo>
                    <a:pt x="2482035" y="1416099"/>
                  </a:lnTo>
                  <a:lnTo>
                    <a:pt x="2482880" y="1518765"/>
                  </a:lnTo>
                  <a:lnTo>
                    <a:pt x="2482880" y="1518765"/>
                  </a:lnTo>
                  <a:lnTo>
                    <a:pt x="2483725" y="1518765"/>
                  </a:lnTo>
                  <a:lnTo>
                    <a:pt x="2484570" y="1518765"/>
                  </a:lnTo>
                  <a:lnTo>
                    <a:pt x="2485415" y="1442904"/>
                  </a:lnTo>
                  <a:lnTo>
                    <a:pt x="2486261" y="1463286"/>
                  </a:lnTo>
                  <a:lnTo>
                    <a:pt x="2487106" y="1458351"/>
                  </a:lnTo>
                  <a:lnTo>
                    <a:pt x="2487951" y="1454684"/>
                  </a:lnTo>
                  <a:lnTo>
                    <a:pt x="2488796" y="1467435"/>
                  </a:lnTo>
                  <a:lnTo>
                    <a:pt x="2489641" y="1479616"/>
                  </a:lnTo>
                  <a:lnTo>
                    <a:pt x="2490486" y="1490100"/>
                  </a:lnTo>
                  <a:lnTo>
                    <a:pt x="2491331" y="1476861"/>
                  </a:lnTo>
                  <a:lnTo>
                    <a:pt x="2492176" y="1475047"/>
                  </a:lnTo>
                  <a:lnTo>
                    <a:pt x="2493021" y="1463086"/>
                  </a:lnTo>
                  <a:lnTo>
                    <a:pt x="2493866" y="1482708"/>
                  </a:lnTo>
                  <a:lnTo>
                    <a:pt x="2494711" y="1480510"/>
                  </a:lnTo>
                  <a:lnTo>
                    <a:pt x="2495557" y="1483823"/>
                  </a:lnTo>
                  <a:lnTo>
                    <a:pt x="2496402" y="1518765"/>
                  </a:lnTo>
                  <a:lnTo>
                    <a:pt x="2496402" y="1518765"/>
                  </a:lnTo>
                  <a:lnTo>
                    <a:pt x="2497247" y="1518765"/>
                  </a:lnTo>
                  <a:lnTo>
                    <a:pt x="2498092" y="1507506"/>
                  </a:lnTo>
                  <a:lnTo>
                    <a:pt x="2498937" y="1506632"/>
                  </a:lnTo>
                  <a:lnTo>
                    <a:pt x="2499782" y="1499613"/>
                  </a:lnTo>
                  <a:lnTo>
                    <a:pt x="2500627" y="1504042"/>
                  </a:lnTo>
                  <a:lnTo>
                    <a:pt x="2501472" y="1497162"/>
                  </a:lnTo>
                  <a:lnTo>
                    <a:pt x="2502317" y="1518765"/>
                  </a:lnTo>
                  <a:lnTo>
                    <a:pt x="2502317" y="1518765"/>
                  </a:lnTo>
                  <a:lnTo>
                    <a:pt x="2503162" y="1518765"/>
                  </a:lnTo>
                  <a:lnTo>
                    <a:pt x="2504007" y="1487292"/>
                  </a:lnTo>
                  <a:lnTo>
                    <a:pt x="2504853" y="1487745"/>
                  </a:lnTo>
                  <a:lnTo>
                    <a:pt x="2505698" y="1490884"/>
                  </a:lnTo>
                  <a:lnTo>
                    <a:pt x="2506543" y="1491806"/>
                  </a:lnTo>
                  <a:lnTo>
                    <a:pt x="2507388" y="1483767"/>
                  </a:lnTo>
                  <a:lnTo>
                    <a:pt x="2508233" y="1478661"/>
                  </a:lnTo>
                  <a:lnTo>
                    <a:pt x="2509078" y="1518765"/>
                  </a:lnTo>
                  <a:lnTo>
                    <a:pt x="2509078" y="1518765"/>
                  </a:lnTo>
                  <a:lnTo>
                    <a:pt x="2509923" y="1518765"/>
                  </a:lnTo>
                  <a:lnTo>
                    <a:pt x="2510768" y="1437549"/>
                  </a:lnTo>
                  <a:lnTo>
                    <a:pt x="2511613" y="1435880"/>
                  </a:lnTo>
                  <a:lnTo>
                    <a:pt x="2512458" y="1518765"/>
                  </a:lnTo>
                  <a:lnTo>
                    <a:pt x="2512458" y="1518765"/>
                  </a:lnTo>
                  <a:lnTo>
                    <a:pt x="2513303" y="1518765"/>
                  </a:lnTo>
                  <a:lnTo>
                    <a:pt x="2514149" y="1518765"/>
                  </a:lnTo>
                  <a:lnTo>
                    <a:pt x="2514994" y="1518765"/>
                  </a:lnTo>
                  <a:lnTo>
                    <a:pt x="2515839" y="1448015"/>
                  </a:lnTo>
                  <a:lnTo>
                    <a:pt x="2516684" y="1518765"/>
                  </a:lnTo>
                  <a:lnTo>
                    <a:pt x="2516684" y="1518765"/>
                  </a:lnTo>
                  <a:lnTo>
                    <a:pt x="2517529" y="1518765"/>
                  </a:lnTo>
                  <a:lnTo>
                    <a:pt x="2518374" y="1475392"/>
                  </a:lnTo>
                  <a:lnTo>
                    <a:pt x="2519219" y="1518765"/>
                  </a:lnTo>
                  <a:lnTo>
                    <a:pt x="2519219" y="1518765"/>
                  </a:lnTo>
                  <a:lnTo>
                    <a:pt x="2520064" y="1518765"/>
                  </a:lnTo>
                  <a:lnTo>
                    <a:pt x="2520909" y="1518765"/>
                  </a:lnTo>
                  <a:lnTo>
                    <a:pt x="2521754" y="1518765"/>
                  </a:lnTo>
                  <a:lnTo>
                    <a:pt x="2522600" y="1518765"/>
                  </a:lnTo>
                  <a:lnTo>
                    <a:pt x="2523445" y="1518765"/>
                  </a:lnTo>
                  <a:lnTo>
                    <a:pt x="2524290" y="1518765"/>
                  </a:lnTo>
                  <a:lnTo>
                    <a:pt x="2525135" y="1518765"/>
                  </a:lnTo>
                  <a:lnTo>
                    <a:pt x="2525980" y="1518765"/>
                  </a:lnTo>
                  <a:lnTo>
                    <a:pt x="2526825" y="1447758"/>
                  </a:lnTo>
                  <a:lnTo>
                    <a:pt x="2527670" y="1455916"/>
                  </a:lnTo>
                  <a:lnTo>
                    <a:pt x="2528515" y="1449206"/>
                  </a:lnTo>
                  <a:lnTo>
                    <a:pt x="2529360" y="1452932"/>
                  </a:lnTo>
                  <a:lnTo>
                    <a:pt x="2530205" y="1462884"/>
                  </a:lnTo>
                  <a:lnTo>
                    <a:pt x="2531050" y="1463763"/>
                  </a:lnTo>
                  <a:lnTo>
                    <a:pt x="2531896" y="1518765"/>
                  </a:lnTo>
                  <a:lnTo>
                    <a:pt x="2531896" y="1518765"/>
                  </a:lnTo>
                  <a:lnTo>
                    <a:pt x="2532741" y="1518765"/>
                  </a:lnTo>
                  <a:lnTo>
                    <a:pt x="2533586" y="1441174"/>
                  </a:lnTo>
                  <a:lnTo>
                    <a:pt x="2534431" y="1444363"/>
                  </a:lnTo>
                  <a:lnTo>
                    <a:pt x="2535276" y="1518765"/>
                  </a:lnTo>
                  <a:lnTo>
                    <a:pt x="2535276" y="1518765"/>
                  </a:lnTo>
                  <a:lnTo>
                    <a:pt x="2536121" y="1518765"/>
                  </a:lnTo>
                  <a:lnTo>
                    <a:pt x="2536966" y="1467435"/>
                  </a:lnTo>
                  <a:lnTo>
                    <a:pt x="2537811" y="1518765"/>
                  </a:lnTo>
                  <a:lnTo>
                    <a:pt x="2537811" y="1518765"/>
                  </a:lnTo>
                  <a:lnTo>
                    <a:pt x="2538656" y="1518765"/>
                  </a:lnTo>
                  <a:lnTo>
                    <a:pt x="2539501" y="1433841"/>
                  </a:lnTo>
                  <a:lnTo>
                    <a:pt x="2540346" y="1453447"/>
                  </a:lnTo>
                  <a:lnTo>
                    <a:pt x="2541192" y="1435029"/>
                  </a:lnTo>
                  <a:lnTo>
                    <a:pt x="2542037" y="1436248"/>
                  </a:lnTo>
                  <a:lnTo>
                    <a:pt x="2542882" y="1429469"/>
                  </a:lnTo>
                  <a:lnTo>
                    <a:pt x="2543727" y="1420377"/>
                  </a:lnTo>
                  <a:lnTo>
                    <a:pt x="2544572" y="1518765"/>
                  </a:lnTo>
                  <a:lnTo>
                    <a:pt x="2544572" y="1518765"/>
                  </a:lnTo>
                  <a:lnTo>
                    <a:pt x="2545417" y="1518765"/>
                  </a:lnTo>
                  <a:lnTo>
                    <a:pt x="2546262" y="1518765"/>
                  </a:lnTo>
                  <a:lnTo>
                    <a:pt x="2547107" y="1518765"/>
                  </a:lnTo>
                  <a:lnTo>
                    <a:pt x="2547952" y="1417931"/>
                  </a:lnTo>
                  <a:lnTo>
                    <a:pt x="2548797" y="1441767"/>
                  </a:lnTo>
                  <a:lnTo>
                    <a:pt x="2549642" y="1477733"/>
                  </a:lnTo>
                  <a:lnTo>
                    <a:pt x="2550488" y="1479310"/>
                  </a:lnTo>
                  <a:lnTo>
                    <a:pt x="2551333" y="1487789"/>
                  </a:lnTo>
                  <a:lnTo>
                    <a:pt x="2552178" y="1499795"/>
                  </a:lnTo>
                  <a:lnTo>
                    <a:pt x="2553023" y="1502562"/>
                  </a:lnTo>
                  <a:lnTo>
                    <a:pt x="2553868" y="1506708"/>
                  </a:lnTo>
                  <a:lnTo>
                    <a:pt x="2554713" y="1501522"/>
                  </a:lnTo>
                  <a:lnTo>
                    <a:pt x="2555558" y="1495457"/>
                  </a:lnTo>
                  <a:lnTo>
                    <a:pt x="2556403" y="1483077"/>
                  </a:lnTo>
                  <a:lnTo>
                    <a:pt x="2557248" y="1478823"/>
                  </a:lnTo>
                  <a:lnTo>
                    <a:pt x="2558093" y="1470238"/>
                  </a:lnTo>
                  <a:lnTo>
                    <a:pt x="2558938" y="1518765"/>
                  </a:lnTo>
                  <a:lnTo>
                    <a:pt x="2558938" y="1518765"/>
                  </a:lnTo>
                  <a:lnTo>
                    <a:pt x="2559784" y="1471592"/>
                  </a:lnTo>
                  <a:lnTo>
                    <a:pt x="2560629" y="1518765"/>
                  </a:lnTo>
                  <a:lnTo>
                    <a:pt x="2560629" y="1518765"/>
                  </a:lnTo>
                  <a:lnTo>
                    <a:pt x="2561474" y="1518765"/>
                  </a:lnTo>
                  <a:lnTo>
                    <a:pt x="2562319" y="1466069"/>
                  </a:lnTo>
                  <a:lnTo>
                    <a:pt x="2563164" y="1456292"/>
                  </a:lnTo>
                  <a:lnTo>
                    <a:pt x="2564009" y="1467925"/>
                  </a:lnTo>
                  <a:lnTo>
                    <a:pt x="2564854" y="1480609"/>
                  </a:lnTo>
                  <a:lnTo>
                    <a:pt x="2565699" y="1486153"/>
                  </a:lnTo>
                  <a:lnTo>
                    <a:pt x="2566544" y="1497194"/>
                  </a:lnTo>
                  <a:lnTo>
                    <a:pt x="2567389" y="1492883"/>
                  </a:lnTo>
                  <a:lnTo>
                    <a:pt x="2568234" y="1494318"/>
                  </a:lnTo>
                  <a:lnTo>
                    <a:pt x="2569080" y="1518765"/>
                  </a:lnTo>
                  <a:lnTo>
                    <a:pt x="2569080" y="1518765"/>
                  </a:lnTo>
                  <a:lnTo>
                    <a:pt x="2569925" y="1518765"/>
                  </a:lnTo>
                  <a:lnTo>
                    <a:pt x="2570770" y="1505952"/>
                  </a:lnTo>
                  <a:lnTo>
                    <a:pt x="2571615" y="1507887"/>
                  </a:lnTo>
                  <a:lnTo>
                    <a:pt x="2572460" y="1512215"/>
                  </a:lnTo>
                  <a:lnTo>
                    <a:pt x="2573305" y="1509373"/>
                  </a:lnTo>
                  <a:lnTo>
                    <a:pt x="2574150" y="1502878"/>
                  </a:lnTo>
                  <a:lnTo>
                    <a:pt x="2574995" y="1496808"/>
                  </a:lnTo>
                  <a:lnTo>
                    <a:pt x="2575840" y="1498624"/>
                  </a:lnTo>
                  <a:lnTo>
                    <a:pt x="2576685" y="1500828"/>
                  </a:lnTo>
                  <a:lnTo>
                    <a:pt x="2577530" y="1518765"/>
                  </a:lnTo>
                  <a:lnTo>
                    <a:pt x="2577530" y="1518765"/>
                  </a:lnTo>
                  <a:lnTo>
                    <a:pt x="2578376" y="1513792"/>
                  </a:lnTo>
                  <a:lnTo>
                    <a:pt x="2579221" y="1518765"/>
                  </a:lnTo>
                  <a:lnTo>
                    <a:pt x="2579221" y="1518765"/>
                  </a:lnTo>
                  <a:lnTo>
                    <a:pt x="2580066" y="1518765"/>
                  </a:lnTo>
                  <a:lnTo>
                    <a:pt x="2580911" y="1504223"/>
                  </a:lnTo>
                  <a:lnTo>
                    <a:pt x="2581756" y="1508649"/>
                  </a:lnTo>
                  <a:lnTo>
                    <a:pt x="2582601" y="1510957"/>
                  </a:lnTo>
                  <a:lnTo>
                    <a:pt x="2583446" y="1516653"/>
                  </a:lnTo>
                  <a:lnTo>
                    <a:pt x="2584291" y="1508398"/>
                  </a:lnTo>
                  <a:lnTo>
                    <a:pt x="2585136" y="1510319"/>
                  </a:lnTo>
                  <a:lnTo>
                    <a:pt x="2585981" y="1504245"/>
                  </a:lnTo>
                  <a:lnTo>
                    <a:pt x="2586827" y="1506353"/>
                  </a:lnTo>
                  <a:lnTo>
                    <a:pt x="2587672" y="1518765"/>
                  </a:lnTo>
                  <a:lnTo>
                    <a:pt x="2587672" y="1518765"/>
                  </a:lnTo>
                  <a:lnTo>
                    <a:pt x="2588517" y="1510983"/>
                  </a:lnTo>
                  <a:lnTo>
                    <a:pt x="2589362" y="1514525"/>
                  </a:lnTo>
                  <a:lnTo>
                    <a:pt x="2590207" y="1507006"/>
                  </a:lnTo>
                  <a:lnTo>
                    <a:pt x="2591052" y="1500671"/>
                  </a:lnTo>
                  <a:lnTo>
                    <a:pt x="2591897" y="1497846"/>
                  </a:lnTo>
                  <a:lnTo>
                    <a:pt x="2592742" y="1485870"/>
                  </a:lnTo>
                  <a:lnTo>
                    <a:pt x="2593587" y="1474954"/>
                  </a:lnTo>
                  <a:lnTo>
                    <a:pt x="2594432" y="1463266"/>
                  </a:lnTo>
                  <a:lnTo>
                    <a:pt x="2595277" y="1468961"/>
                  </a:lnTo>
                  <a:lnTo>
                    <a:pt x="2596123" y="1471217"/>
                  </a:lnTo>
                  <a:lnTo>
                    <a:pt x="2596968" y="1463418"/>
                  </a:lnTo>
                  <a:lnTo>
                    <a:pt x="2597813" y="1463093"/>
                  </a:lnTo>
                  <a:lnTo>
                    <a:pt x="2598658" y="1489385"/>
                  </a:lnTo>
                  <a:lnTo>
                    <a:pt x="2599503" y="1485523"/>
                  </a:lnTo>
                  <a:lnTo>
                    <a:pt x="2600348" y="1499962"/>
                  </a:lnTo>
                  <a:lnTo>
                    <a:pt x="2601193" y="1475247"/>
                  </a:lnTo>
                  <a:lnTo>
                    <a:pt x="2602038" y="1450766"/>
                  </a:lnTo>
                  <a:lnTo>
                    <a:pt x="2602883" y="1447858"/>
                  </a:lnTo>
                  <a:lnTo>
                    <a:pt x="2603728" y="1518765"/>
                  </a:lnTo>
                  <a:lnTo>
                    <a:pt x="2603728" y="1518765"/>
                  </a:lnTo>
                  <a:lnTo>
                    <a:pt x="2604573" y="1518765"/>
                  </a:lnTo>
                  <a:lnTo>
                    <a:pt x="2605419" y="1518765"/>
                  </a:lnTo>
                  <a:lnTo>
                    <a:pt x="2606264" y="1464769"/>
                  </a:lnTo>
                  <a:lnTo>
                    <a:pt x="2607109" y="1518765"/>
                  </a:lnTo>
                  <a:lnTo>
                    <a:pt x="2607109" y="1518765"/>
                  </a:lnTo>
                  <a:lnTo>
                    <a:pt x="2607954" y="1518765"/>
                  </a:lnTo>
                  <a:lnTo>
                    <a:pt x="2608799" y="1518765"/>
                  </a:lnTo>
                  <a:lnTo>
                    <a:pt x="2609644" y="1518765"/>
                  </a:lnTo>
                  <a:lnTo>
                    <a:pt x="2610489" y="1518765"/>
                  </a:lnTo>
                  <a:lnTo>
                    <a:pt x="2611334" y="1518765"/>
                  </a:lnTo>
                  <a:lnTo>
                    <a:pt x="2612179" y="1518765"/>
                  </a:lnTo>
                  <a:lnTo>
                    <a:pt x="2613024" y="1518765"/>
                  </a:lnTo>
                  <a:lnTo>
                    <a:pt x="2613869" y="1518765"/>
                  </a:lnTo>
                  <a:lnTo>
                    <a:pt x="2614715" y="1518765"/>
                  </a:lnTo>
                  <a:lnTo>
                    <a:pt x="2615560" y="1518765"/>
                  </a:lnTo>
                  <a:lnTo>
                    <a:pt x="2616405" y="1518765"/>
                  </a:lnTo>
                  <a:lnTo>
                    <a:pt x="2617250" y="1518765"/>
                  </a:lnTo>
                  <a:lnTo>
                    <a:pt x="2618095" y="1518765"/>
                  </a:lnTo>
                  <a:lnTo>
                    <a:pt x="2618940" y="1518765"/>
                  </a:lnTo>
                  <a:lnTo>
                    <a:pt x="2619785" y="1518765"/>
                  </a:lnTo>
                  <a:lnTo>
                    <a:pt x="2620630" y="1518765"/>
                  </a:lnTo>
                  <a:lnTo>
                    <a:pt x="2621475" y="1518765"/>
                  </a:lnTo>
                  <a:lnTo>
                    <a:pt x="2622320" y="1463430"/>
                  </a:lnTo>
                  <a:lnTo>
                    <a:pt x="2623165" y="1483286"/>
                  </a:lnTo>
                  <a:lnTo>
                    <a:pt x="2624011" y="1474482"/>
                  </a:lnTo>
                  <a:lnTo>
                    <a:pt x="2624856" y="1476088"/>
                  </a:lnTo>
                  <a:lnTo>
                    <a:pt x="2625701" y="1492760"/>
                  </a:lnTo>
                  <a:lnTo>
                    <a:pt x="2626546" y="1483277"/>
                  </a:lnTo>
                  <a:lnTo>
                    <a:pt x="2627391" y="1487496"/>
                  </a:lnTo>
                  <a:lnTo>
                    <a:pt x="2628236" y="1470267"/>
                  </a:lnTo>
                  <a:lnTo>
                    <a:pt x="2629081" y="1518765"/>
                  </a:lnTo>
                  <a:lnTo>
                    <a:pt x="2629081" y="1518765"/>
                  </a:lnTo>
                  <a:lnTo>
                    <a:pt x="2629926" y="1518765"/>
                  </a:lnTo>
                  <a:lnTo>
                    <a:pt x="2630771" y="1518765"/>
                  </a:lnTo>
                  <a:lnTo>
                    <a:pt x="2631616" y="1518765"/>
                  </a:lnTo>
                  <a:lnTo>
                    <a:pt x="2632461" y="1518765"/>
                  </a:lnTo>
                  <a:lnTo>
                    <a:pt x="2633307" y="1518765"/>
                  </a:lnTo>
                  <a:lnTo>
                    <a:pt x="2634152" y="1518765"/>
                  </a:lnTo>
                  <a:lnTo>
                    <a:pt x="2634997" y="1518765"/>
                  </a:lnTo>
                  <a:lnTo>
                    <a:pt x="2635842" y="1518765"/>
                  </a:lnTo>
                  <a:lnTo>
                    <a:pt x="2636687" y="1518765"/>
                  </a:lnTo>
                  <a:lnTo>
                    <a:pt x="2637532" y="1518765"/>
                  </a:lnTo>
                  <a:lnTo>
                    <a:pt x="2638377" y="1518765"/>
                  </a:lnTo>
                  <a:lnTo>
                    <a:pt x="2639222" y="1518765"/>
                  </a:lnTo>
                  <a:lnTo>
                    <a:pt x="2640067" y="1518765"/>
                  </a:lnTo>
                  <a:lnTo>
                    <a:pt x="2640912" y="1518765"/>
                  </a:lnTo>
                  <a:lnTo>
                    <a:pt x="2641757" y="1518765"/>
                  </a:lnTo>
                  <a:lnTo>
                    <a:pt x="2642603" y="1518765"/>
                  </a:lnTo>
                  <a:lnTo>
                    <a:pt x="2643448" y="1518765"/>
                  </a:lnTo>
                  <a:lnTo>
                    <a:pt x="2644293" y="1518765"/>
                  </a:lnTo>
                  <a:lnTo>
                    <a:pt x="2645138" y="1518765"/>
                  </a:lnTo>
                  <a:lnTo>
                    <a:pt x="2645983" y="1518765"/>
                  </a:lnTo>
                  <a:lnTo>
                    <a:pt x="2646828" y="1518765"/>
                  </a:lnTo>
                  <a:lnTo>
                    <a:pt x="2647673" y="1518765"/>
                  </a:lnTo>
                  <a:lnTo>
                    <a:pt x="2648518" y="1518765"/>
                  </a:lnTo>
                  <a:lnTo>
                    <a:pt x="2649363" y="1518765"/>
                  </a:lnTo>
                  <a:lnTo>
                    <a:pt x="2650208" y="1427556"/>
                  </a:lnTo>
                  <a:lnTo>
                    <a:pt x="2651054" y="1518765"/>
                  </a:lnTo>
                  <a:lnTo>
                    <a:pt x="2651054" y="1518765"/>
                  </a:lnTo>
                  <a:lnTo>
                    <a:pt x="2651899" y="1518765"/>
                  </a:lnTo>
                  <a:lnTo>
                    <a:pt x="2652744" y="1518765"/>
                  </a:lnTo>
                  <a:lnTo>
                    <a:pt x="2653589" y="1518765"/>
                  </a:lnTo>
                  <a:lnTo>
                    <a:pt x="2654434" y="1518765"/>
                  </a:lnTo>
                  <a:lnTo>
                    <a:pt x="2655279" y="1421909"/>
                  </a:lnTo>
                  <a:lnTo>
                    <a:pt x="2656124" y="1423625"/>
                  </a:lnTo>
                  <a:lnTo>
                    <a:pt x="2656969" y="1429720"/>
                  </a:lnTo>
                  <a:lnTo>
                    <a:pt x="2657814" y="1454608"/>
                  </a:lnTo>
                  <a:lnTo>
                    <a:pt x="2658659" y="1454664"/>
                  </a:lnTo>
                  <a:lnTo>
                    <a:pt x="2659504" y="1454227"/>
                  </a:lnTo>
                  <a:lnTo>
                    <a:pt x="2660350" y="1471902"/>
                  </a:lnTo>
                  <a:lnTo>
                    <a:pt x="2661195" y="1455420"/>
                  </a:lnTo>
                  <a:lnTo>
                    <a:pt x="2662040" y="1449760"/>
                  </a:lnTo>
                  <a:lnTo>
                    <a:pt x="2662885" y="1446382"/>
                  </a:lnTo>
                  <a:lnTo>
                    <a:pt x="2663730" y="1439248"/>
                  </a:lnTo>
                  <a:lnTo>
                    <a:pt x="2664575" y="1442784"/>
                  </a:lnTo>
                  <a:lnTo>
                    <a:pt x="2665420" y="1413155"/>
                  </a:lnTo>
                  <a:lnTo>
                    <a:pt x="2666265" y="1387034"/>
                  </a:lnTo>
                  <a:lnTo>
                    <a:pt x="2667110" y="1366138"/>
                  </a:lnTo>
                  <a:lnTo>
                    <a:pt x="2667955" y="1386894"/>
                  </a:lnTo>
                  <a:lnTo>
                    <a:pt x="2668800" y="1419313"/>
                  </a:lnTo>
                  <a:lnTo>
                    <a:pt x="2669646" y="1425003"/>
                  </a:lnTo>
                  <a:lnTo>
                    <a:pt x="2670491" y="1415286"/>
                  </a:lnTo>
                  <a:lnTo>
                    <a:pt x="2671336" y="1409246"/>
                  </a:lnTo>
                  <a:lnTo>
                    <a:pt x="2672181" y="1384075"/>
                  </a:lnTo>
                  <a:lnTo>
                    <a:pt x="2673026" y="1369677"/>
                  </a:lnTo>
                  <a:lnTo>
                    <a:pt x="2673871" y="1401832"/>
                  </a:lnTo>
                  <a:lnTo>
                    <a:pt x="2674716" y="1425174"/>
                  </a:lnTo>
                  <a:lnTo>
                    <a:pt x="2675561" y="1414961"/>
                  </a:lnTo>
                  <a:lnTo>
                    <a:pt x="2676406" y="1518765"/>
                  </a:lnTo>
                  <a:lnTo>
                    <a:pt x="2676406" y="1518765"/>
                  </a:lnTo>
                  <a:lnTo>
                    <a:pt x="2677251" y="1518765"/>
                  </a:lnTo>
                  <a:lnTo>
                    <a:pt x="2678096" y="1518765"/>
                  </a:lnTo>
                  <a:lnTo>
                    <a:pt x="2678942" y="1422107"/>
                  </a:lnTo>
                  <a:lnTo>
                    <a:pt x="2679787" y="1518765"/>
                  </a:lnTo>
                  <a:lnTo>
                    <a:pt x="2679787" y="1518765"/>
                  </a:lnTo>
                  <a:lnTo>
                    <a:pt x="2680632" y="1518765"/>
                  </a:lnTo>
                  <a:lnTo>
                    <a:pt x="2681477" y="1471865"/>
                  </a:lnTo>
                  <a:lnTo>
                    <a:pt x="2682322" y="1483111"/>
                  </a:lnTo>
                  <a:lnTo>
                    <a:pt x="2683167" y="1472494"/>
                  </a:lnTo>
                  <a:lnTo>
                    <a:pt x="2684012" y="1478995"/>
                  </a:lnTo>
                  <a:lnTo>
                    <a:pt x="2684857" y="1466086"/>
                  </a:lnTo>
                  <a:lnTo>
                    <a:pt x="2685702" y="1518765"/>
                  </a:lnTo>
                  <a:lnTo>
                    <a:pt x="2685702" y="1518765"/>
                  </a:lnTo>
                  <a:lnTo>
                    <a:pt x="2686547" y="1416407"/>
                  </a:lnTo>
                  <a:lnTo>
                    <a:pt x="2687392" y="1421396"/>
                  </a:lnTo>
                  <a:lnTo>
                    <a:pt x="2688238" y="1518765"/>
                  </a:lnTo>
                  <a:lnTo>
                    <a:pt x="2688238" y="1518765"/>
                  </a:lnTo>
                  <a:lnTo>
                    <a:pt x="2689083" y="1406508"/>
                  </a:lnTo>
                  <a:lnTo>
                    <a:pt x="2689928" y="1518765"/>
                  </a:lnTo>
                  <a:lnTo>
                    <a:pt x="2689928" y="1518765"/>
                  </a:lnTo>
                  <a:lnTo>
                    <a:pt x="2690773" y="1518765"/>
                  </a:lnTo>
                  <a:lnTo>
                    <a:pt x="2691618" y="1518765"/>
                  </a:lnTo>
                  <a:lnTo>
                    <a:pt x="2692463" y="1448911"/>
                  </a:lnTo>
                  <a:lnTo>
                    <a:pt x="2693308" y="1424956"/>
                  </a:lnTo>
                  <a:lnTo>
                    <a:pt x="2694153" y="1422200"/>
                  </a:lnTo>
                  <a:lnTo>
                    <a:pt x="2694998" y="1414151"/>
                  </a:lnTo>
                  <a:lnTo>
                    <a:pt x="2695843" y="1427468"/>
                  </a:lnTo>
                  <a:lnTo>
                    <a:pt x="2696688" y="1457429"/>
                  </a:lnTo>
                  <a:lnTo>
                    <a:pt x="2697534" y="1518765"/>
                  </a:lnTo>
                  <a:lnTo>
                    <a:pt x="2697534" y="1518765"/>
                  </a:lnTo>
                  <a:lnTo>
                    <a:pt x="2698379" y="1452678"/>
                  </a:lnTo>
                  <a:lnTo>
                    <a:pt x="2699224" y="1454241"/>
                  </a:lnTo>
                  <a:lnTo>
                    <a:pt x="2700069" y="1456313"/>
                  </a:lnTo>
                  <a:lnTo>
                    <a:pt x="2700914" y="1468728"/>
                  </a:lnTo>
                  <a:lnTo>
                    <a:pt x="2701759" y="1455047"/>
                  </a:lnTo>
                  <a:lnTo>
                    <a:pt x="2702604" y="1442956"/>
                  </a:lnTo>
                  <a:lnTo>
                    <a:pt x="2703449" y="1468005"/>
                  </a:lnTo>
                  <a:lnTo>
                    <a:pt x="2704294" y="1471088"/>
                  </a:lnTo>
                  <a:lnTo>
                    <a:pt x="2705139" y="1476287"/>
                  </a:lnTo>
                  <a:lnTo>
                    <a:pt x="2705984" y="1518765"/>
                  </a:lnTo>
                  <a:lnTo>
                    <a:pt x="2705984" y="1518765"/>
                  </a:lnTo>
                  <a:lnTo>
                    <a:pt x="2706830" y="1458086"/>
                  </a:lnTo>
                  <a:lnTo>
                    <a:pt x="2707675" y="1464796"/>
                  </a:lnTo>
                  <a:lnTo>
                    <a:pt x="2708520" y="1456241"/>
                  </a:lnTo>
                  <a:lnTo>
                    <a:pt x="2709365" y="1453544"/>
                  </a:lnTo>
                  <a:lnTo>
                    <a:pt x="2710210" y="1430563"/>
                  </a:lnTo>
                  <a:lnTo>
                    <a:pt x="2711055" y="1433214"/>
                  </a:lnTo>
                  <a:lnTo>
                    <a:pt x="2711900" y="1518765"/>
                  </a:lnTo>
                  <a:lnTo>
                    <a:pt x="2711900" y="1518765"/>
                  </a:lnTo>
                  <a:lnTo>
                    <a:pt x="2712745" y="1518765"/>
                  </a:lnTo>
                  <a:lnTo>
                    <a:pt x="2713590" y="1456511"/>
                  </a:lnTo>
                  <a:lnTo>
                    <a:pt x="2714435" y="1462823"/>
                  </a:lnTo>
                  <a:lnTo>
                    <a:pt x="2715281" y="1478669"/>
                  </a:lnTo>
                  <a:lnTo>
                    <a:pt x="2716126" y="1477543"/>
                  </a:lnTo>
                  <a:lnTo>
                    <a:pt x="2716971" y="1469582"/>
                  </a:lnTo>
                  <a:lnTo>
                    <a:pt x="2717816" y="1458328"/>
                  </a:lnTo>
                  <a:lnTo>
                    <a:pt x="2718661" y="1464467"/>
                  </a:lnTo>
                  <a:lnTo>
                    <a:pt x="2719506" y="1461642"/>
                  </a:lnTo>
                  <a:lnTo>
                    <a:pt x="2720351" y="1472416"/>
                  </a:lnTo>
                  <a:lnTo>
                    <a:pt x="2721196" y="1518765"/>
                  </a:lnTo>
                  <a:lnTo>
                    <a:pt x="2721196" y="1518765"/>
                  </a:lnTo>
                  <a:lnTo>
                    <a:pt x="2722041" y="1518765"/>
                  </a:lnTo>
                  <a:lnTo>
                    <a:pt x="2722886" y="1477145"/>
                  </a:lnTo>
                  <a:lnTo>
                    <a:pt x="2723731" y="1468140"/>
                  </a:lnTo>
                  <a:lnTo>
                    <a:pt x="2724577" y="1465619"/>
                  </a:lnTo>
                  <a:lnTo>
                    <a:pt x="2725422" y="1457574"/>
                  </a:lnTo>
                  <a:lnTo>
                    <a:pt x="2726267" y="1443941"/>
                  </a:lnTo>
                  <a:lnTo>
                    <a:pt x="2727112" y="1435385"/>
                  </a:lnTo>
                  <a:lnTo>
                    <a:pt x="2727957" y="1447081"/>
                  </a:lnTo>
                  <a:lnTo>
                    <a:pt x="2728802" y="1459328"/>
                  </a:lnTo>
                  <a:lnTo>
                    <a:pt x="2729647" y="1470534"/>
                  </a:lnTo>
                  <a:lnTo>
                    <a:pt x="2730492" y="1476462"/>
                  </a:lnTo>
                  <a:lnTo>
                    <a:pt x="2731337" y="1487524"/>
                  </a:lnTo>
                  <a:lnTo>
                    <a:pt x="2732182" y="1518765"/>
                  </a:lnTo>
                  <a:lnTo>
                    <a:pt x="2732182" y="1518765"/>
                  </a:lnTo>
                  <a:lnTo>
                    <a:pt x="2733027" y="1518765"/>
                  </a:lnTo>
                  <a:lnTo>
                    <a:pt x="2733873" y="1486240"/>
                  </a:lnTo>
                  <a:lnTo>
                    <a:pt x="2734718" y="1478059"/>
                  </a:lnTo>
                  <a:lnTo>
                    <a:pt x="2735563" y="1475105"/>
                  </a:lnTo>
                  <a:lnTo>
                    <a:pt x="2736408" y="1449191"/>
                  </a:lnTo>
                  <a:lnTo>
                    <a:pt x="2737253" y="1448924"/>
                  </a:lnTo>
                  <a:lnTo>
                    <a:pt x="2738098" y="1458288"/>
                  </a:lnTo>
                  <a:lnTo>
                    <a:pt x="2738943" y="1462089"/>
                  </a:lnTo>
                  <a:lnTo>
                    <a:pt x="2739788" y="1462226"/>
                  </a:lnTo>
                  <a:lnTo>
                    <a:pt x="2740633" y="1431533"/>
                  </a:lnTo>
                  <a:lnTo>
                    <a:pt x="2741478" y="1425960"/>
                  </a:lnTo>
                  <a:lnTo>
                    <a:pt x="2742323" y="1428305"/>
                  </a:lnTo>
                  <a:lnTo>
                    <a:pt x="2743169" y="1438823"/>
                  </a:lnTo>
                  <a:lnTo>
                    <a:pt x="2744014" y="1518765"/>
                  </a:lnTo>
                  <a:lnTo>
                    <a:pt x="2744014" y="1518765"/>
                  </a:lnTo>
                  <a:lnTo>
                    <a:pt x="2744859" y="1518765"/>
                  </a:lnTo>
                  <a:lnTo>
                    <a:pt x="2745704" y="1461540"/>
                  </a:lnTo>
                  <a:lnTo>
                    <a:pt x="2746549" y="1464501"/>
                  </a:lnTo>
                  <a:lnTo>
                    <a:pt x="2747394" y="1518765"/>
                  </a:lnTo>
                  <a:lnTo>
                    <a:pt x="2747394" y="1518765"/>
                  </a:lnTo>
                  <a:lnTo>
                    <a:pt x="2748239" y="1465071"/>
                  </a:lnTo>
                  <a:lnTo>
                    <a:pt x="2749084" y="1468880"/>
                  </a:lnTo>
                  <a:lnTo>
                    <a:pt x="2749929" y="1472128"/>
                  </a:lnTo>
                  <a:lnTo>
                    <a:pt x="2750774" y="1466059"/>
                  </a:lnTo>
                  <a:lnTo>
                    <a:pt x="2751619" y="1462611"/>
                  </a:lnTo>
                  <a:lnTo>
                    <a:pt x="2752465" y="1462675"/>
                  </a:lnTo>
                  <a:lnTo>
                    <a:pt x="2753310" y="1457227"/>
                  </a:lnTo>
                  <a:lnTo>
                    <a:pt x="2754155" y="1454428"/>
                  </a:lnTo>
                  <a:lnTo>
                    <a:pt x="2755000" y="1518765"/>
                  </a:lnTo>
                  <a:lnTo>
                    <a:pt x="2755000" y="1518765"/>
                  </a:lnTo>
                  <a:lnTo>
                    <a:pt x="2755845" y="1518765"/>
                  </a:lnTo>
                  <a:lnTo>
                    <a:pt x="2756690" y="1457913"/>
                  </a:lnTo>
                  <a:lnTo>
                    <a:pt x="2757535" y="1466741"/>
                  </a:lnTo>
                  <a:lnTo>
                    <a:pt x="2758380" y="1480966"/>
                  </a:lnTo>
                  <a:lnTo>
                    <a:pt x="2759225" y="1491853"/>
                  </a:lnTo>
                  <a:lnTo>
                    <a:pt x="2760070" y="1502775"/>
                  </a:lnTo>
                  <a:lnTo>
                    <a:pt x="2760915" y="1501465"/>
                  </a:lnTo>
                  <a:lnTo>
                    <a:pt x="2761761" y="1491961"/>
                  </a:lnTo>
                  <a:lnTo>
                    <a:pt x="2762606" y="1518765"/>
                  </a:lnTo>
                  <a:lnTo>
                    <a:pt x="2762606" y="1518765"/>
                  </a:lnTo>
                  <a:lnTo>
                    <a:pt x="2763451" y="1484205"/>
                  </a:lnTo>
                  <a:lnTo>
                    <a:pt x="2764296" y="1485595"/>
                  </a:lnTo>
                  <a:lnTo>
                    <a:pt x="2765141" y="1475105"/>
                  </a:lnTo>
                  <a:lnTo>
                    <a:pt x="2765986" y="1473983"/>
                  </a:lnTo>
                  <a:lnTo>
                    <a:pt x="2766831" y="1482786"/>
                  </a:lnTo>
                  <a:lnTo>
                    <a:pt x="2767676" y="1518765"/>
                  </a:lnTo>
                  <a:lnTo>
                    <a:pt x="2767676" y="1518765"/>
                  </a:lnTo>
                  <a:lnTo>
                    <a:pt x="2768521" y="1518765"/>
                  </a:lnTo>
                  <a:lnTo>
                    <a:pt x="2769366" y="1518765"/>
                  </a:lnTo>
                  <a:lnTo>
                    <a:pt x="2770211" y="1518765"/>
                  </a:lnTo>
                  <a:lnTo>
                    <a:pt x="2771057" y="1518765"/>
                  </a:lnTo>
                  <a:lnTo>
                    <a:pt x="2771902" y="1518765"/>
                  </a:lnTo>
                  <a:lnTo>
                    <a:pt x="2772747" y="1518765"/>
                  </a:lnTo>
                  <a:lnTo>
                    <a:pt x="2773592" y="1518765"/>
                  </a:lnTo>
                  <a:lnTo>
                    <a:pt x="2774437" y="1518765"/>
                  </a:lnTo>
                  <a:lnTo>
                    <a:pt x="2775282" y="1438714"/>
                  </a:lnTo>
                  <a:lnTo>
                    <a:pt x="2776127" y="1441910"/>
                  </a:lnTo>
                  <a:lnTo>
                    <a:pt x="2776972" y="1440492"/>
                  </a:lnTo>
                  <a:lnTo>
                    <a:pt x="2777817" y="1518765"/>
                  </a:lnTo>
                  <a:lnTo>
                    <a:pt x="2777817" y="1518765"/>
                  </a:lnTo>
                  <a:lnTo>
                    <a:pt x="2778662" y="1518765"/>
                  </a:lnTo>
                  <a:lnTo>
                    <a:pt x="2779508" y="1518765"/>
                  </a:lnTo>
                  <a:lnTo>
                    <a:pt x="2780353" y="1447977"/>
                  </a:lnTo>
                  <a:lnTo>
                    <a:pt x="2781198" y="1435885"/>
                  </a:lnTo>
                  <a:lnTo>
                    <a:pt x="2782043" y="1431425"/>
                  </a:lnTo>
                  <a:lnTo>
                    <a:pt x="2782888" y="1446254"/>
                  </a:lnTo>
                  <a:lnTo>
                    <a:pt x="2783733" y="1450359"/>
                  </a:lnTo>
                  <a:lnTo>
                    <a:pt x="2784578" y="1450406"/>
                  </a:lnTo>
                  <a:lnTo>
                    <a:pt x="2785423" y="1448345"/>
                  </a:lnTo>
                  <a:lnTo>
                    <a:pt x="2786268" y="1460894"/>
                  </a:lnTo>
                  <a:lnTo>
                    <a:pt x="2787113" y="1502061"/>
                  </a:lnTo>
                  <a:lnTo>
                    <a:pt x="2787958" y="1509982"/>
                  </a:lnTo>
                  <a:lnTo>
                    <a:pt x="2788804" y="1498119"/>
                  </a:lnTo>
                  <a:lnTo>
                    <a:pt x="2789649" y="1487273"/>
                  </a:lnTo>
                  <a:lnTo>
                    <a:pt x="2790494" y="1518765"/>
                  </a:lnTo>
                  <a:lnTo>
                    <a:pt x="2790494" y="1518765"/>
                  </a:lnTo>
                  <a:lnTo>
                    <a:pt x="2791339" y="1443992"/>
                  </a:lnTo>
                  <a:lnTo>
                    <a:pt x="2792184" y="1466912"/>
                  </a:lnTo>
                  <a:lnTo>
                    <a:pt x="2793029" y="1473128"/>
                  </a:lnTo>
                  <a:lnTo>
                    <a:pt x="2793874" y="1518765"/>
                  </a:lnTo>
                  <a:lnTo>
                    <a:pt x="2793874" y="1518765"/>
                  </a:lnTo>
                  <a:lnTo>
                    <a:pt x="2794719" y="1480793"/>
                  </a:lnTo>
                  <a:lnTo>
                    <a:pt x="2795564" y="1484779"/>
                  </a:lnTo>
                  <a:lnTo>
                    <a:pt x="2796409" y="1490305"/>
                  </a:lnTo>
                  <a:lnTo>
                    <a:pt x="2797254" y="1472552"/>
                  </a:lnTo>
                  <a:lnTo>
                    <a:pt x="2798100" y="1466491"/>
                  </a:lnTo>
                  <a:lnTo>
                    <a:pt x="2798945" y="1464394"/>
                  </a:lnTo>
                  <a:lnTo>
                    <a:pt x="2799790" y="1480297"/>
                  </a:lnTo>
                  <a:lnTo>
                    <a:pt x="2800635" y="1487522"/>
                  </a:lnTo>
                  <a:lnTo>
                    <a:pt x="2801480" y="1474854"/>
                  </a:lnTo>
                  <a:lnTo>
                    <a:pt x="2802325" y="1479867"/>
                  </a:lnTo>
                  <a:lnTo>
                    <a:pt x="2803170" y="1478672"/>
                  </a:lnTo>
                  <a:lnTo>
                    <a:pt x="2804015" y="1455848"/>
                  </a:lnTo>
                  <a:lnTo>
                    <a:pt x="2804860" y="1456960"/>
                  </a:lnTo>
                  <a:lnTo>
                    <a:pt x="2805705" y="1468181"/>
                  </a:lnTo>
                  <a:lnTo>
                    <a:pt x="2806550" y="1470078"/>
                  </a:lnTo>
                  <a:lnTo>
                    <a:pt x="2807396" y="1485354"/>
                  </a:lnTo>
                  <a:lnTo>
                    <a:pt x="2808241" y="1476240"/>
                  </a:lnTo>
                  <a:lnTo>
                    <a:pt x="2809086" y="1474486"/>
                  </a:lnTo>
                  <a:lnTo>
                    <a:pt x="2809931" y="1456241"/>
                  </a:lnTo>
                  <a:lnTo>
                    <a:pt x="2810776" y="1460092"/>
                  </a:lnTo>
                  <a:lnTo>
                    <a:pt x="2811621" y="1518765"/>
                  </a:lnTo>
                  <a:lnTo>
                    <a:pt x="2811621" y="1518765"/>
                  </a:lnTo>
                  <a:lnTo>
                    <a:pt x="2812466" y="1442735"/>
                  </a:lnTo>
                  <a:lnTo>
                    <a:pt x="2813311" y="1431211"/>
                  </a:lnTo>
                  <a:lnTo>
                    <a:pt x="2814156" y="1419149"/>
                  </a:lnTo>
                  <a:lnTo>
                    <a:pt x="2815001" y="1518765"/>
                  </a:lnTo>
                  <a:lnTo>
                    <a:pt x="2815001" y="1518765"/>
                  </a:lnTo>
                  <a:lnTo>
                    <a:pt x="2815846" y="1518765"/>
                  </a:lnTo>
                  <a:lnTo>
                    <a:pt x="2816692" y="1518765"/>
                  </a:lnTo>
                  <a:lnTo>
                    <a:pt x="2817537" y="1518765"/>
                  </a:lnTo>
                  <a:lnTo>
                    <a:pt x="2818382" y="1518765"/>
                  </a:lnTo>
                  <a:lnTo>
                    <a:pt x="2819227" y="1518765"/>
                  </a:lnTo>
                  <a:lnTo>
                    <a:pt x="2820072" y="1503317"/>
                  </a:lnTo>
                  <a:lnTo>
                    <a:pt x="2820917" y="1500881"/>
                  </a:lnTo>
                  <a:lnTo>
                    <a:pt x="2821762" y="1486167"/>
                  </a:lnTo>
                  <a:lnTo>
                    <a:pt x="2822607" y="1464207"/>
                  </a:lnTo>
                  <a:lnTo>
                    <a:pt x="2823452" y="1400279"/>
                  </a:lnTo>
                  <a:lnTo>
                    <a:pt x="2824297" y="1381907"/>
                  </a:lnTo>
                  <a:lnTo>
                    <a:pt x="2825142" y="1404493"/>
                  </a:lnTo>
                  <a:lnTo>
                    <a:pt x="2825988" y="1436005"/>
                  </a:lnTo>
                  <a:lnTo>
                    <a:pt x="2826833" y="1518765"/>
                  </a:lnTo>
                  <a:lnTo>
                    <a:pt x="2826833" y="1518765"/>
                  </a:lnTo>
                  <a:lnTo>
                    <a:pt x="2827678" y="1518765"/>
                  </a:lnTo>
                  <a:lnTo>
                    <a:pt x="2828523" y="1518765"/>
                  </a:lnTo>
                  <a:lnTo>
                    <a:pt x="2829368" y="1518765"/>
                  </a:lnTo>
                  <a:lnTo>
                    <a:pt x="2830213" y="1518765"/>
                  </a:lnTo>
                  <a:lnTo>
                    <a:pt x="2831058" y="1518765"/>
                  </a:lnTo>
                  <a:lnTo>
                    <a:pt x="2831903" y="1475369"/>
                  </a:lnTo>
                  <a:lnTo>
                    <a:pt x="2832748" y="1518765"/>
                  </a:lnTo>
                  <a:lnTo>
                    <a:pt x="2832748" y="1518765"/>
                  </a:lnTo>
                  <a:lnTo>
                    <a:pt x="2833593" y="1518765"/>
                  </a:lnTo>
                  <a:lnTo>
                    <a:pt x="2834438" y="1487695"/>
                  </a:lnTo>
                  <a:lnTo>
                    <a:pt x="2835284" y="1483492"/>
                  </a:lnTo>
                  <a:lnTo>
                    <a:pt x="2836129" y="1518765"/>
                  </a:lnTo>
                  <a:lnTo>
                    <a:pt x="2836129" y="1518765"/>
                  </a:lnTo>
                  <a:lnTo>
                    <a:pt x="2836974" y="1518765"/>
                  </a:lnTo>
                  <a:lnTo>
                    <a:pt x="2837819" y="1518765"/>
                  </a:lnTo>
                  <a:lnTo>
                    <a:pt x="2838664" y="1518765"/>
                  </a:lnTo>
                  <a:lnTo>
                    <a:pt x="2839509" y="1497271"/>
                  </a:lnTo>
                  <a:lnTo>
                    <a:pt x="2840354" y="1518765"/>
                  </a:lnTo>
                  <a:lnTo>
                    <a:pt x="2840354" y="1518765"/>
                  </a:lnTo>
                  <a:lnTo>
                    <a:pt x="2841199" y="1518765"/>
                  </a:lnTo>
                  <a:lnTo>
                    <a:pt x="2842044" y="1503056"/>
                  </a:lnTo>
                  <a:lnTo>
                    <a:pt x="2842889" y="1518765"/>
                  </a:lnTo>
                  <a:lnTo>
                    <a:pt x="2842889" y="1518765"/>
                  </a:lnTo>
                  <a:lnTo>
                    <a:pt x="2843735" y="1518765"/>
                  </a:lnTo>
                  <a:lnTo>
                    <a:pt x="2844580" y="1504382"/>
                  </a:lnTo>
                  <a:lnTo>
                    <a:pt x="2845425" y="1497765"/>
                  </a:lnTo>
                  <a:lnTo>
                    <a:pt x="2846270" y="1518765"/>
                  </a:lnTo>
                  <a:lnTo>
                    <a:pt x="2846270" y="1518765"/>
                  </a:lnTo>
                  <a:lnTo>
                    <a:pt x="2847115" y="1484973"/>
                  </a:lnTo>
                  <a:lnTo>
                    <a:pt x="2847960" y="1469630"/>
                  </a:lnTo>
                  <a:lnTo>
                    <a:pt x="2848805" y="1487510"/>
                  </a:lnTo>
                  <a:lnTo>
                    <a:pt x="2849650" y="1454230"/>
                  </a:lnTo>
                  <a:lnTo>
                    <a:pt x="2850495" y="1459937"/>
                  </a:lnTo>
                  <a:lnTo>
                    <a:pt x="2851340" y="1446701"/>
                  </a:lnTo>
                  <a:lnTo>
                    <a:pt x="2852185" y="1453297"/>
                  </a:lnTo>
                  <a:lnTo>
                    <a:pt x="2853031" y="1467418"/>
                  </a:lnTo>
                  <a:lnTo>
                    <a:pt x="2853876" y="1440178"/>
                  </a:lnTo>
                  <a:lnTo>
                    <a:pt x="2854721" y="1419790"/>
                  </a:lnTo>
                  <a:lnTo>
                    <a:pt x="2855566" y="1406692"/>
                  </a:lnTo>
                  <a:lnTo>
                    <a:pt x="2856411" y="1398296"/>
                  </a:lnTo>
                  <a:lnTo>
                    <a:pt x="2857256" y="1518765"/>
                  </a:lnTo>
                  <a:lnTo>
                    <a:pt x="2857256" y="1518765"/>
                  </a:lnTo>
                  <a:lnTo>
                    <a:pt x="2858101" y="1382486"/>
                  </a:lnTo>
                  <a:lnTo>
                    <a:pt x="2858946" y="1388283"/>
                  </a:lnTo>
                  <a:lnTo>
                    <a:pt x="2859791" y="1394592"/>
                  </a:lnTo>
                  <a:lnTo>
                    <a:pt x="2860636" y="1395970"/>
                  </a:lnTo>
                  <a:lnTo>
                    <a:pt x="2861481" y="1397883"/>
                  </a:lnTo>
                  <a:lnTo>
                    <a:pt x="2862327" y="1402807"/>
                  </a:lnTo>
                  <a:lnTo>
                    <a:pt x="2863172" y="1421406"/>
                  </a:lnTo>
                  <a:lnTo>
                    <a:pt x="2864017" y="1454369"/>
                  </a:lnTo>
                  <a:lnTo>
                    <a:pt x="2864862" y="1465004"/>
                  </a:lnTo>
                  <a:lnTo>
                    <a:pt x="2865707" y="1463354"/>
                  </a:lnTo>
                  <a:lnTo>
                    <a:pt x="2866552" y="1467700"/>
                  </a:lnTo>
                  <a:lnTo>
                    <a:pt x="2867397" y="1449242"/>
                  </a:lnTo>
                  <a:lnTo>
                    <a:pt x="2868242" y="1441245"/>
                  </a:lnTo>
                  <a:lnTo>
                    <a:pt x="2869087" y="1432733"/>
                  </a:lnTo>
                  <a:lnTo>
                    <a:pt x="2869932" y="1446563"/>
                  </a:lnTo>
                  <a:lnTo>
                    <a:pt x="2870777" y="1458527"/>
                  </a:lnTo>
                  <a:lnTo>
                    <a:pt x="2871623" y="1449491"/>
                  </a:lnTo>
                  <a:lnTo>
                    <a:pt x="2872468" y="1446711"/>
                  </a:lnTo>
                  <a:lnTo>
                    <a:pt x="2873313" y="1469578"/>
                  </a:lnTo>
                  <a:lnTo>
                    <a:pt x="2874158" y="1463147"/>
                  </a:lnTo>
                  <a:lnTo>
                    <a:pt x="2875003" y="1471713"/>
                  </a:lnTo>
                  <a:lnTo>
                    <a:pt x="2875848" y="1463747"/>
                  </a:lnTo>
                  <a:lnTo>
                    <a:pt x="2876693" y="1473227"/>
                  </a:lnTo>
                  <a:lnTo>
                    <a:pt x="2877538" y="1479896"/>
                  </a:lnTo>
                  <a:lnTo>
                    <a:pt x="2878383" y="1466716"/>
                  </a:lnTo>
                  <a:lnTo>
                    <a:pt x="2879228" y="1472915"/>
                  </a:lnTo>
                  <a:lnTo>
                    <a:pt x="2880073" y="1467621"/>
                  </a:lnTo>
                  <a:lnTo>
                    <a:pt x="2880919" y="1461247"/>
                  </a:lnTo>
                  <a:lnTo>
                    <a:pt x="2881764" y="1466548"/>
                  </a:lnTo>
                  <a:lnTo>
                    <a:pt x="2882609" y="1477292"/>
                  </a:lnTo>
                  <a:lnTo>
                    <a:pt x="2883454" y="1484467"/>
                  </a:lnTo>
                  <a:lnTo>
                    <a:pt x="2884299" y="1491166"/>
                  </a:lnTo>
                  <a:lnTo>
                    <a:pt x="2885144" y="1470808"/>
                  </a:lnTo>
                  <a:lnTo>
                    <a:pt x="2885989" y="1466847"/>
                  </a:lnTo>
                  <a:lnTo>
                    <a:pt x="2886834" y="1464521"/>
                  </a:lnTo>
                  <a:lnTo>
                    <a:pt x="2887679" y="1472864"/>
                  </a:lnTo>
                  <a:lnTo>
                    <a:pt x="2888524" y="1475236"/>
                  </a:lnTo>
                  <a:lnTo>
                    <a:pt x="2889369" y="1483447"/>
                  </a:lnTo>
                  <a:lnTo>
                    <a:pt x="2890215" y="1489183"/>
                  </a:lnTo>
                  <a:lnTo>
                    <a:pt x="2891060" y="1489576"/>
                  </a:lnTo>
                  <a:lnTo>
                    <a:pt x="2891905" y="1480365"/>
                  </a:lnTo>
                  <a:lnTo>
                    <a:pt x="2892750" y="1468744"/>
                  </a:lnTo>
                  <a:lnTo>
                    <a:pt x="2893595" y="1447172"/>
                  </a:lnTo>
                  <a:lnTo>
                    <a:pt x="2894440" y="1421080"/>
                  </a:lnTo>
                  <a:lnTo>
                    <a:pt x="2895285" y="1432558"/>
                  </a:lnTo>
                  <a:lnTo>
                    <a:pt x="2896130" y="1405039"/>
                  </a:lnTo>
                  <a:lnTo>
                    <a:pt x="2896975" y="1375864"/>
                  </a:lnTo>
                  <a:lnTo>
                    <a:pt x="2897820" y="1396115"/>
                  </a:lnTo>
                  <a:lnTo>
                    <a:pt x="2898666" y="1421465"/>
                  </a:lnTo>
                  <a:lnTo>
                    <a:pt x="2899511" y="1431276"/>
                  </a:lnTo>
                  <a:lnTo>
                    <a:pt x="2900356" y="1518765"/>
                  </a:lnTo>
                  <a:lnTo>
                    <a:pt x="2900356" y="1518765"/>
                  </a:lnTo>
                  <a:lnTo>
                    <a:pt x="2901201" y="1416311"/>
                  </a:lnTo>
                  <a:lnTo>
                    <a:pt x="2902046" y="1413798"/>
                  </a:lnTo>
                  <a:lnTo>
                    <a:pt x="2902891" y="1427952"/>
                  </a:lnTo>
                  <a:lnTo>
                    <a:pt x="2903736" y="1441575"/>
                  </a:lnTo>
                  <a:lnTo>
                    <a:pt x="2904581" y="1449802"/>
                  </a:lnTo>
                  <a:lnTo>
                    <a:pt x="2905426" y="1434628"/>
                  </a:lnTo>
                  <a:lnTo>
                    <a:pt x="2906271" y="1434663"/>
                  </a:lnTo>
                  <a:lnTo>
                    <a:pt x="2907116" y="1415922"/>
                  </a:lnTo>
                  <a:lnTo>
                    <a:pt x="2907962" y="1378903"/>
                  </a:lnTo>
                  <a:lnTo>
                    <a:pt x="2908807" y="1367684"/>
                  </a:lnTo>
                  <a:lnTo>
                    <a:pt x="2909652" y="1356969"/>
                  </a:lnTo>
                  <a:lnTo>
                    <a:pt x="2910497" y="1371801"/>
                  </a:lnTo>
                  <a:lnTo>
                    <a:pt x="2911342" y="1391434"/>
                  </a:lnTo>
                  <a:lnTo>
                    <a:pt x="2912187" y="1380265"/>
                  </a:lnTo>
                  <a:lnTo>
                    <a:pt x="2913032" y="1363778"/>
                  </a:lnTo>
                  <a:lnTo>
                    <a:pt x="2913877" y="1373759"/>
                  </a:lnTo>
                  <a:lnTo>
                    <a:pt x="2914722" y="1373828"/>
                  </a:lnTo>
                  <a:lnTo>
                    <a:pt x="2915567" y="1518765"/>
                  </a:lnTo>
                  <a:lnTo>
                    <a:pt x="2915567" y="1518765"/>
                  </a:lnTo>
                  <a:lnTo>
                    <a:pt x="2916412" y="1518765"/>
                  </a:lnTo>
                  <a:lnTo>
                    <a:pt x="2917258" y="1433415"/>
                  </a:lnTo>
                  <a:lnTo>
                    <a:pt x="2918103" y="1431207"/>
                  </a:lnTo>
                  <a:lnTo>
                    <a:pt x="2918948" y="1440618"/>
                  </a:lnTo>
                  <a:lnTo>
                    <a:pt x="2919793" y="1426760"/>
                  </a:lnTo>
                  <a:lnTo>
                    <a:pt x="2920638" y="1416095"/>
                  </a:lnTo>
                  <a:lnTo>
                    <a:pt x="2921483" y="1424572"/>
                  </a:lnTo>
                  <a:lnTo>
                    <a:pt x="2922328" y="1433686"/>
                  </a:lnTo>
                  <a:lnTo>
                    <a:pt x="2923173" y="1441207"/>
                  </a:lnTo>
                  <a:lnTo>
                    <a:pt x="2924018" y="1442888"/>
                  </a:lnTo>
                  <a:lnTo>
                    <a:pt x="2924863" y="1438142"/>
                  </a:lnTo>
                  <a:lnTo>
                    <a:pt x="2925708" y="1434909"/>
                  </a:lnTo>
                  <a:lnTo>
                    <a:pt x="2926554" y="1433232"/>
                  </a:lnTo>
                  <a:lnTo>
                    <a:pt x="2927399" y="1462669"/>
                  </a:lnTo>
                  <a:lnTo>
                    <a:pt x="2928244" y="1518765"/>
                  </a:lnTo>
                  <a:lnTo>
                    <a:pt x="2928244" y="1518765"/>
                  </a:lnTo>
                  <a:lnTo>
                    <a:pt x="2929089" y="1518765"/>
                  </a:lnTo>
                  <a:lnTo>
                    <a:pt x="2929934" y="1471298"/>
                  </a:lnTo>
                  <a:lnTo>
                    <a:pt x="2930779" y="1470037"/>
                  </a:lnTo>
                  <a:lnTo>
                    <a:pt x="2931624" y="1518765"/>
                  </a:lnTo>
                  <a:lnTo>
                    <a:pt x="2931624" y="1518765"/>
                  </a:lnTo>
                  <a:lnTo>
                    <a:pt x="2932469" y="1518765"/>
                  </a:lnTo>
                  <a:lnTo>
                    <a:pt x="2933314" y="1458868"/>
                  </a:lnTo>
                  <a:lnTo>
                    <a:pt x="2934159" y="1482233"/>
                  </a:lnTo>
                  <a:lnTo>
                    <a:pt x="2935004" y="1466340"/>
                  </a:lnTo>
                  <a:lnTo>
                    <a:pt x="2935850" y="1469594"/>
                  </a:lnTo>
                  <a:lnTo>
                    <a:pt x="2936695" y="1472394"/>
                  </a:lnTo>
                  <a:lnTo>
                    <a:pt x="2937540" y="1518765"/>
                  </a:lnTo>
                  <a:lnTo>
                    <a:pt x="2937540" y="1518765"/>
                  </a:lnTo>
                  <a:lnTo>
                    <a:pt x="2938385" y="1518765"/>
                  </a:lnTo>
                  <a:lnTo>
                    <a:pt x="2939230" y="1477712"/>
                  </a:lnTo>
                  <a:lnTo>
                    <a:pt x="2940075" y="1470874"/>
                  </a:lnTo>
                  <a:lnTo>
                    <a:pt x="2940920" y="1518765"/>
                  </a:lnTo>
                  <a:lnTo>
                    <a:pt x="2940920" y="1518765"/>
                  </a:lnTo>
                  <a:lnTo>
                    <a:pt x="2941765" y="1518765"/>
                  </a:lnTo>
                  <a:lnTo>
                    <a:pt x="2942610" y="1506275"/>
                  </a:lnTo>
                  <a:lnTo>
                    <a:pt x="2943455" y="1505624"/>
                  </a:lnTo>
                  <a:lnTo>
                    <a:pt x="2944300" y="1504226"/>
                  </a:lnTo>
                  <a:lnTo>
                    <a:pt x="2945146" y="1503259"/>
                  </a:lnTo>
                  <a:lnTo>
                    <a:pt x="2945991" y="1500555"/>
                  </a:lnTo>
                  <a:lnTo>
                    <a:pt x="2946836" y="1501703"/>
                  </a:lnTo>
                  <a:lnTo>
                    <a:pt x="2947681" y="1502571"/>
                  </a:lnTo>
                  <a:lnTo>
                    <a:pt x="2948526" y="1518765"/>
                  </a:lnTo>
                  <a:lnTo>
                    <a:pt x="2948526" y="1518765"/>
                  </a:lnTo>
                  <a:lnTo>
                    <a:pt x="2949371" y="1485588"/>
                  </a:lnTo>
                  <a:lnTo>
                    <a:pt x="2950216" y="1518765"/>
                  </a:lnTo>
                  <a:lnTo>
                    <a:pt x="2950216" y="1518765"/>
                  </a:lnTo>
                  <a:lnTo>
                    <a:pt x="2951061" y="1518765"/>
                  </a:lnTo>
                  <a:lnTo>
                    <a:pt x="2951906" y="1518765"/>
                  </a:lnTo>
                  <a:lnTo>
                    <a:pt x="2952751" y="1493555"/>
                  </a:lnTo>
                  <a:lnTo>
                    <a:pt x="2953596" y="1495426"/>
                  </a:lnTo>
                  <a:lnTo>
                    <a:pt x="2954442" y="1518765"/>
                  </a:lnTo>
                  <a:lnTo>
                    <a:pt x="2954442" y="1518765"/>
                  </a:lnTo>
                  <a:lnTo>
                    <a:pt x="2955287" y="1518765"/>
                  </a:lnTo>
                  <a:lnTo>
                    <a:pt x="2956132" y="1493464"/>
                  </a:lnTo>
                  <a:lnTo>
                    <a:pt x="2956977" y="1492416"/>
                  </a:lnTo>
                  <a:lnTo>
                    <a:pt x="2957822" y="1492255"/>
                  </a:lnTo>
                  <a:lnTo>
                    <a:pt x="2958667" y="1518765"/>
                  </a:lnTo>
                  <a:lnTo>
                    <a:pt x="2958667" y="1518765"/>
                  </a:lnTo>
                  <a:lnTo>
                    <a:pt x="2959512" y="1508243"/>
                  </a:lnTo>
                  <a:lnTo>
                    <a:pt x="2960357" y="1512727"/>
                  </a:lnTo>
                  <a:lnTo>
                    <a:pt x="2961202" y="1518765"/>
                  </a:lnTo>
                  <a:lnTo>
                    <a:pt x="2961202" y="1518765"/>
                  </a:lnTo>
                  <a:lnTo>
                    <a:pt x="2962047" y="1518765"/>
                  </a:lnTo>
                  <a:lnTo>
                    <a:pt x="2962893" y="1518765"/>
                  </a:lnTo>
                  <a:lnTo>
                    <a:pt x="2963738" y="1507779"/>
                  </a:lnTo>
                  <a:lnTo>
                    <a:pt x="2964583" y="1496346"/>
                  </a:lnTo>
                  <a:lnTo>
                    <a:pt x="2965428" y="1518765"/>
                  </a:lnTo>
                  <a:lnTo>
                    <a:pt x="2965428" y="1518765"/>
                  </a:lnTo>
                  <a:lnTo>
                    <a:pt x="2966273" y="1494664"/>
                  </a:lnTo>
                  <a:lnTo>
                    <a:pt x="2967118" y="1518765"/>
                  </a:lnTo>
                  <a:lnTo>
                    <a:pt x="2967118" y="1518765"/>
                  </a:lnTo>
                  <a:lnTo>
                    <a:pt x="2967963" y="1501388"/>
                  </a:lnTo>
                  <a:lnTo>
                    <a:pt x="2968808" y="1498443"/>
                  </a:lnTo>
                  <a:lnTo>
                    <a:pt x="2969653" y="1497283"/>
                  </a:lnTo>
                  <a:lnTo>
                    <a:pt x="2970498" y="1492005"/>
                  </a:lnTo>
                  <a:lnTo>
                    <a:pt x="2971343" y="1495276"/>
                  </a:lnTo>
                  <a:lnTo>
                    <a:pt x="2972189" y="1494063"/>
                  </a:lnTo>
                  <a:lnTo>
                    <a:pt x="2973034" y="1494390"/>
                  </a:lnTo>
                  <a:lnTo>
                    <a:pt x="2973879" y="1518765"/>
                  </a:lnTo>
                  <a:lnTo>
                    <a:pt x="2973879" y="1518765"/>
                  </a:lnTo>
                  <a:lnTo>
                    <a:pt x="2974724" y="1479400"/>
                  </a:lnTo>
                  <a:lnTo>
                    <a:pt x="2975569" y="1472141"/>
                  </a:lnTo>
                  <a:lnTo>
                    <a:pt x="2976414" y="1453070"/>
                  </a:lnTo>
                  <a:lnTo>
                    <a:pt x="2977259" y="1438836"/>
                  </a:lnTo>
                  <a:lnTo>
                    <a:pt x="2978104" y="1433097"/>
                  </a:lnTo>
                  <a:lnTo>
                    <a:pt x="2978949" y="1450318"/>
                  </a:lnTo>
                  <a:lnTo>
                    <a:pt x="2979794" y="1455149"/>
                  </a:lnTo>
                  <a:lnTo>
                    <a:pt x="2980639" y="1443963"/>
                  </a:lnTo>
                  <a:lnTo>
                    <a:pt x="2981485" y="1518765"/>
                  </a:lnTo>
                  <a:lnTo>
                    <a:pt x="2981485" y="1518765"/>
                  </a:lnTo>
                  <a:lnTo>
                    <a:pt x="2982330" y="1518765"/>
                  </a:lnTo>
                  <a:lnTo>
                    <a:pt x="2983175" y="1466723"/>
                  </a:lnTo>
                  <a:lnTo>
                    <a:pt x="2984020" y="1448928"/>
                  </a:lnTo>
                  <a:lnTo>
                    <a:pt x="2984865" y="1438282"/>
                  </a:lnTo>
                  <a:lnTo>
                    <a:pt x="2985710" y="1457910"/>
                  </a:lnTo>
                  <a:lnTo>
                    <a:pt x="2986555" y="1470426"/>
                  </a:lnTo>
                  <a:lnTo>
                    <a:pt x="2987400" y="1466514"/>
                  </a:lnTo>
                  <a:lnTo>
                    <a:pt x="2988245" y="1468585"/>
                  </a:lnTo>
                  <a:lnTo>
                    <a:pt x="2989090" y="1467115"/>
                  </a:lnTo>
                  <a:lnTo>
                    <a:pt x="2989935" y="1474850"/>
                  </a:lnTo>
                  <a:lnTo>
                    <a:pt x="2990781" y="1475194"/>
                  </a:lnTo>
                  <a:lnTo>
                    <a:pt x="2991626" y="1466256"/>
                  </a:lnTo>
                  <a:lnTo>
                    <a:pt x="2992471" y="1518765"/>
                  </a:lnTo>
                  <a:lnTo>
                    <a:pt x="2992471" y="1518765"/>
                  </a:lnTo>
                  <a:lnTo>
                    <a:pt x="2993316" y="1518765"/>
                  </a:lnTo>
                  <a:lnTo>
                    <a:pt x="2994161" y="1518765"/>
                  </a:lnTo>
                  <a:lnTo>
                    <a:pt x="2995006" y="1518765"/>
                  </a:lnTo>
                  <a:lnTo>
                    <a:pt x="2995851" y="1518765"/>
                  </a:lnTo>
                  <a:lnTo>
                    <a:pt x="2996696" y="1518765"/>
                  </a:lnTo>
                  <a:lnTo>
                    <a:pt x="2997541" y="1518765"/>
                  </a:lnTo>
                  <a:lnTo>
                    <a:pt x="2998386" y="1415649"/>
                  </a:lnTo>
                  <a:lnTo>
                    <a:pt x="2999231" y="1445777"/>
                  </a:lnTo>
                  <a:lnTo>
                    <a:pt x="3000077" y="1459206"/>
                  </a:lnTo>
                  <a:lnTo>
                    <a:pt x="3000922" y="1485466"/>
                  </a:lnTo>
                  <a:lnTo>
                    <a:pt x="3001767" y="1482301"/>
                  </a:lnTo>
                  <a:lnTo>
                    <a:pt x="3002612" y="1486376"/>
                  </a:lnTo>
                  <a:lnTo>
                    <a:pt x="3003457" y="1518765"/>
                  </a:lnTo>
                  <a:lnTo>
                    <a:pt x="3003457" y="1518765"/>
                  </a:lnTo>
                  <a:lnTo>
                    <a:pt x="3004302" y="1477154"/>
                  </a:lnTo>
                  <a:lnTo>
                    <a:pt x="3005147" y="1518765"/>
                  </a:lnTo>
                  <a:lnTo>
                    <a:pt x="3005147" y="1518765"/>
                  </a:lnTo>
                  <a:lnTo>
                    <a:pt x="3005992" y="1518765"/>
                  </a:lnTo>
                  <a:lnTo>
                    <a:pt x="3006837" y="1518765"/>
                  </a:lnTo>
                  <a:lnTo>
                    <a:pt x="3007682" y="1518765"/>
                  </a:lnTo>
                  <a:lnTo>
                    <a:pt x="3008527" y="1518765"/>
                  </a:lnTo>
                  <a:lnTo>
                    <a:pt x="3009373" y="1518765"/>
                  </a:lnTo>
                  <a:lnTo>
                    <a:pt x="3010218" y="1518765"/>
                  </a:lnTo>
                  <a:lnTo>
                    <a:pt x="3011063" y="1518765"/>
                  </a:lnTo>
                  <a:lnTo>
                    <a:pt x="3011908" y="1469811"/>
                  </a:lnTo>
                  <a:lnTo>
                    <a:pt x="3012753" y="1470436"/>
                  </a:lnTo>
                  <a:lnTo>
                    <a:pt x="3013598" y="1474361"/>
                  </a:lnTo>
                  <a:lnTo>
                    <a:pt x="3014443" y="1518765"/>
                  </a:lnTo>
                  <a:lnTo>
                    <a:pt x="3014443" y="1518765"/>
                  </a:lnTo>
                  <a:lnTo>
                    <a:pt x="3015288" y="1518765"/>
                  </a:lnTo>
                  <a:lnTo>
                    <a:pt x="3016133" y="1460132"/>
                  </a:lnTo>
                  <a:lnTo>
                    <a:pt x="3016978" y="1497973"/>
                  </a:lnTo>
                  <a:lnTo>
                    <a:pt x="3017823" y="1517470"/>
                  </a:lnTo>
                  <a:lnTo>
                    <a:pt x="3018669" y="1499366"/>
                  </a:lnTo>
                  <a:lnTo>
                    <a:pt x="3019514" y="1499691"/>
                  </a:lnTo>
                  <a:lnTo>
                    <a:pt x="3020359" y="1502540"/>
                  </a:lnTo>
                  <a:lnTo>
                    <a:pt x="3021204" y="1507251"/>
                  </a:lnTo>
                  <a:lnTo>
                    <a:pt x="3022049" y="1518645"/>
                  </a:lnTo>
                  <a:lnTo>
                    <a:pt x="3022894" y="1512034"/>
                  </a:lnTo>
                  <a:lnTo>
                    <a:pt x="3023739" y="1513815"/>
                  </a:lnTo>
                  <a:lnTo>
                    <a:pt x="3024584" y="1509093"/>
                  </a:lnTo>
                  <a:lnTo>
                    <a:pt x="3025429" y="1515845"/>
                  </a:lnTo>
                  <a:lnTo>
                    <a:pt x="3026274" y="1516952"/>
                  </a:lnTo>
                  <a:lnTo>
                    <a:pt x="3027120" y="1512765"/>
                  </a:lnTo>
                  <a:lnTo>
                    <a:pt x="3027965" y="1518765"/>
                  </a:lnTo>
                  <a:lnTo>
                    <a:pt x="3027965" y="1518765"/>
                  </a:lnTo>
                  <a:lnTo>
                    <a:pt x="3028810" y="1511693"/>
                  </a:lnTo>
                  <a:lnTo>
                    <a:pt x="3029655" y="1503490"/>
                  </a:lnTo>
                  <a:lnTo>
                    <a:pt x="3030500" y="1497439"/>
                  </a:lnTo>
                  <a:lnTo>
                    <a:pt x="3031345" y="1492618"/>
                  </a:lnTo>
                  <a:lnTo>
                    <a:pt x="3032190" y="1489735"/>
                  </a:lnTo>
                  <a:lnTo>
                    <a:pt x="3033035" y="1483971"/>
                  </a:lnTo>
                  <a:lnTo>
                    <a:pt x="3033880" y="1467338"/>
                  </a:lnTo>
                  <a:lnTo>
                    <a:pt x="3034725" y="1476593"/>
                  </a:lnTo>
                  <a:lnTo>
                    <a:pt x="3035570" y="1493475"/>
                  </a:lnTo>
                  <a:lnTo>
                    <a:pt x="3036416" y="1495774"/>
                  </a:lnTo>
                  <a:lnTo>
                    <a:pt x="3037261" y="1489576"/>
                  </a:lnTo>
                  <a:lnTo>
                    <a:pt x="3038106" y="1488717"/>
                  </a:lnTo>
                  <a:lnTo>
                    <a:pt x="3038951" y="1473547"/>
                  </a:lnTo>
                  <a:lnTo>
                    <a:pt x="3039796" y="1463460"/>
                  </a:lnTo>
                  <a:lnTo>
                    <a:pt x="3040641" y="1459754"/>
                  </a:lnTo>
                  <a:lnTo>
                    <a:pt x="3041486" y="1464861"/>
                  </a:lnTo>
                  <a:lnTo>
                    <a:pt x="3042331" y="1481254"/>
                  </a:lnTo>
                  <a:lnTo>
                    <a:pt x="3043176" y="1518765"/>
                  </a:lnTo>
                  <a:lnTo>
                    <a:pt x="3043176" y="1518765"/>
                  </a:lnTo>
                  <a:lnTo>
                    <a:pt x="3044021" y="1478977"/>
                  </a:lnTo>
                  <a:lnTo>
                    <a:pt x="3044866" y="1518765"/>
                  </a:lnTo>
                  <a:lnTo>
                    <a:pt x="3044866" y="1518765"/>
                  </a:lnTo>
                  <a:lnTo>
                    <a:pt x="3045712" y="1479126"/>
                  </a:lnTo>
                  <a:lnTo>
                    <a:pt x="3046557" y="1486499"/>
                  </a:lnTo>
                  <a:lnTo>
                    <a:pt x="3047402" y="1518765"/>
                  </a:lnTo>
                  <a:lnTo>
                    <a:pt x="3047402" y="1518765"/>
                  </a:lnTo>
                  <a:lnTo>
                    <a:pt x="3048247" y="1496418"/>
                  </a:lnTo>
                  <a:lnTo>
                    <a:pt x="3049092" y="1488585"/>
                  </a:lnTo>
                  <a:lnTo>
                    <a:pt x="3049937" y="1479448"/>
                  </a:lnTo>
                  <a:lnTo>
                    <a:pt x="3050782" y="1469555"/>
                  </a:lnTo>
                  <a:lnTo>
                    <a:pt x="3051627" y="1473593"/>
                  </a:lnTo>
                  <a:lnTo>
                    <a:pt x="3052472" y="1467025"/>
                  </a:lnTo>
                  <a:lnTo>
                    <a:pt x="3053317" y="1518765"/>
                  </a:lnTo>
                  <a:lnTo>
                    <a:pt x="3053317" y="1518765"/>
                  </a:lnTo>
                  <a:lnTo>
                    <a:pt x="3054162" y="1518765"/>
                  </a:lnTo>
                  <a:lnTo>
                    <a:pt x="3055008" y="1470233"/>
                  </a:lnTo>
                  <a:lnTo>
                    <a:pt x="3055853" y="1477701"/>
                  </a:lnTo>
                  <a:lnTo>
                    <a:pt x="3056698" y="1465416"/>
                  </a:lnTo>
                  <a:lnTo>
                    <a:pt x="3057543" y="1466781"/>
                  </a:lnTo>
                  <a:lnTo>
                    <a:pt x="3058388" y="1461630"/>
                  </a:lnTo>
                  <a:lnTo>
                    <a:pt x="3059233" y="1461897"/>
                  </a:lnTo>
                  <a:lnTo>
                    <a:pt x="3060078" y="1461143"/>
                  </a:lnTo>
                  <a:lnTo>
                    <a:pt x="3060923" y="1484784"/>
                  </a:lnTo>
                  <a:lnTo>
                    <a:pt x="3061768" y="1489337"/>
                  </a:lnTo>
                  <a:lnTo>
                    <a:pt x="3062613" y="1492730"/>
                  </a:lnTo>
                  <a:lnTo>
                    <a:pt x="3063458" y="1501007"/>
                  </a:lnTo>
                  <a:lnTo>
                    <a:pt x="3064304" y="1514813"/>
                  </a:lnTo>
                  <a:lnTo>
                    <a:pt x="3065149" y="1506703"/>
                  </a:lnTo>
                  <a:lnTo>
                    <a:pt x="3065994" y="1458428"/>
                  </a:lnTo>
                  <a:lnTo>
                    <a:pt x="3066839" y="1464278"/>
                  </a:lnTo>
                  <a:lnTo>
                    <a:pt x="3067684" y="1473605"/>
                  </a:lnTo>
                  <a:lnTo>
                    <a:pt x="3068529" y="1473402"/>
                  </a:lnTo>
                  <a:lnTo>
                    <a:pt x="3069374" y="1469753"/>
                  </a:lnTo>
                  <a:lnTo>
                    <a:pt x="3070219" y="1476756"/>
                  </a:lnTo>
                  <a:lnTo>
                    <a:pt x="3071064" y="1488257"/>
                  </a:lnTo>
                  <a:lnTo>
                    <a:pt x="3071909" y="1496668"/>
                  </a:lnTo>
                  <a:lnTo>
                    <a:pt x="3072754" y="1496075"/>
                  </a:lnTo>
                  <a:lnTo>
                    <a:pt x="3073600" y="1518765"/>
                  </a:lnTo>
                  <a:lnTo>
                    <a:pt x="3073600" y="1518765"/>
                  </a:lnTo>
                  <a:lnTo>
                    <a:pt x="3074445" y="1518765"/>
                  </a:lnTo>
                  <a:lnTo>
                    <a:pt x="3075290" y="1498323"/>
                  </a:lnTo>
                  <a:lnTo>
                    <a:pt x="3076135" y="1518765"/>
                  </a:lnTo>
                  <a:lnTo>
                    <a:pt x="3076135" y="1518765"/>
                  </a:lnTo>
                  <a:lnTo>
                    <a:pt x="3076980" y="1483150"/>
                  </a:lnTo>
                  <a:lnTo>
                    <a:pt x="3077825" y="1477641"/>
                  </a:lnTo>
                  <a:lnTo>
                    <a:pt x="3078670" y="1477246"/>
                  </a:lnTo>
                  <a:lnTo>
                    <a:pt x="3079515" y="1463768"/>
                  </a:lnTo>
                  <a:lnTo>
                    <a:pt x="3080360" y="1452882"/>
                  </a:lnTo>
                  <a:lnTo>
                    <a:pt x="3081205" y="1518765"/>
                  </a:lnTo>
                  <a:lnTo>
                    <a:pt x="3081205" y="1518765"/>
                  </a:lnTo>
                  <a:lnTo>
                    <a:pt x="3082050" y="1518765"/>
                  </a:lnTo>
                  <a:lnTo>
                    <a:pt x="3082896" y="1518765"/>
                  </a:lnTo>
                  <a:lnTo>
                    <a:pt x="3083741" y="1518765"/>
                  </a:lnTo>
                  <a:lnTo>
                    <a:pt x="3084586" y="1472935"/>
                  </a:lnTo>
                  <a:lnTo>
                    <a:pt x="3085431" y="1481722"/>
                  </a:lnTo>
                  <a:lnTo>
                    <a:pt x="3086276" y="1482506"/>
                  </a:lnTo>
                  <a:lnTo>
                    <a:pt x="3087121" y="1469628"/>
                  </a:lnTo>
                  <a:lnTo>
                    <a:pt x="3087966" y="1473906"/>
                  </a:lnTo>
                  <a:lnTo>
                    <a:pt x="3088811" y="1462881"/>
                  </a:lnTo>
                  <a:lnTo>
                    <a:pt x="3089656" y="1448120"/>
                  </a:lnTo>
                  <a:lnTo>
                    <a:pt x="3090501" y="1452045"/>
                  </a:lnTo>
                  <a:lnTo>
                    <a:pt x="3091347" y="1449444"/>
                  </a:lnTo>
                  <a:lnTo>
                    <a:pt x="3092192" y="1518765"/>
                  </a:lnTo>
                  <a:lnTo>
                    <a:pt x="3092192" y="1518765"/>
                  </a:lnTo>
                  <a:lnTo>
                    <a:pt x="3093037" y="1518765"/>
                  </a:lnTo>
                  <a:lnTo>
                    <a:pt x="3093882" y="1442175"/>
                  </a:lnTo>
                  <a:lnTo>
                    <a:pt x="3094727" y="1449224"/>
                  </a:lnTo>
                  <a:lnTo>
                    <a:pt x="3095572" y="1465561"/>
                  </a:lnTo>
                  <a:lnTo>
                    <a:pt x="3096417" y="1475104"/>
                  </a:lnTo>
                  <a:lnTo>
                    <a:pt x="3097262" y="1483482"/>
                  </a:lnTo>
                  <a:lnTo>
                    <a:pt x="3098107" y="1484051"/>
                  </a:lnTo>
                  <a:lnTo>
                    <a:pt x="3098952" y="1518765"/>
                  </a:lnTo>
                  <a:lnTo>
                    <a:pt x="3098952" y="1518765"/>
                  </a:lnTo>
                  <a:lnTo>
                    <a:pt x="3099797" y="1518765"/>
                  </a:lnTo>
                  <a:lnTo>
                    <a:pt x="3100643" y="1503867"/>
                  </a:lnTo>
                  <a:lnTo>
                    <a:pt x="3101488" y="1500271"/>
                  </a:lnTo>
                  <a:lnTo>
                    <a:pt x="3102333" y="1518765"/>
                  </a:lnTo>
                  <a:lnTo>
                    <a:pt x="3102333" y="1518765"/>
                  </a:lnTo>
                  <a:lnTo>
                    <a:pt x="3103178" y="1518765"/>
                  </a:lnTo>
                  <a:lnTo>
                    <a:pt x="3104023" y="1490763"/>
                  </a:lnTo>
                  <a:lnTo>
                    <a:pt x="3104868" y="1518765"/>
                  </a:lnTo>
                  <a:lnTo>
                    <a:pt x="3104868" y="1518765"/>
                  </a:lnTo>
                  <a:lnTo>
                    <a:pt x="3105713" y="1518765"/>
                  </a:lnTo>
                  <a:lnTo>
                    <a:pt x="3106558" y="1493690"/>
                  </a:lnTo>
                  <a:lnTo>
                    <a:pt x="3107403" y="1496791"/>
                  </a:lnTo>
                  <a:lnTo>
                    <a:pt x="3108248" y="1497411"/>
                  </a:lnTo>
                  <a:lnTo>
                    <a:pt x="3109093" y="1502526"/>
                  </a:lnTo>
                  <a:lnTo>
                    <a:pt x="3109939" y="1509163"/>
                  </a:lnTo>
                  <a:lnTo>
                    <a:pt x="3110784" y="1507745"/>
                  </a:lnTo>
                  <a:lnTo>
                    <a:pt x="3111629" y="1505654"/>
                  </a:lnTo>
                  <a:lnTo>
                    <a:pt x="3112474" y="1503040"/>
                  </a:lnTo>
                  <a:lnTo>
                    <a:pt x="3113319" y="1499855"/>
                  </a:lnTo>
                  <a:lnTo>
                    <a:pt x="3114164" y="1508189"/>
                  </a:lnTo>
                  <a:lnTo>
                    <a:pt x="3115009" y="1513110"/>
                  </a:lnTo>
                  <a:lnTo>
                    <a:pt x="3115854" y="1512817"/>
                  </a:lnTo>
                  <a:lnTo>
                    <a:pt x="3116699" y="1500041"/>
                  </a:lnTo>
                  <a:lnTo>
                    <a:pt x="3117544" y="1498230"/>
                  </a:lnTo>
                  <a:lnTo>
                    <a:pt x="3118389" y="1488842"/>
                  </a:lnTo>
                  <a:lnTo>
                    <a:pt x="3119235" y="1494949"/>
                  </a:lnTo>
                  <a:lnTo>
                    <a:pt x="3120080" y="1497365"/>
                  </a:lnTo>
                  <a:lnTo>
                    <a:pt x="3120925" y="1493227"/>
                  </a:lnTo>
                  <a:lnTo>
                    <a:pt x="3121770" y="1497312"/>
                  </a:lnTo>
                  <a:lnTo>
                    <a:pt x="3122615" y="1483810"/>
                  </a:lnTo>
                  <a:lnTo>
                    <a:pt x="3123460" y="1518765"/>
                  </a:lnTo>
                  <a:lnTo>
                    <a:pt x="3123460" y="1518765"/>
                  </a:lnTo>
                  <a:lnTo>
                    <a:pt x="3124305" y="1518765"/>
                  </a:lnTo>
                  <a:lnTo>
                    <a:pt x="3125150" y="1466681"/>
                  </a:lnTo>
                  <a:lnTo>
                    <a:pt x="3125995" y="1466010"/>
                  </a:lnTo>
                  <a:lnTo>
                    <a:pt x="3126840" y="1518765"/>
                  </a:lnTo>
                  <a:lnTo>
                    <a:pt x="3126840" y="1518765"/>
                  </a:lnTo>
                  <a:lnTo>
                    <a:pt x="3127685" y="1518765"/>
                  </a:lnTo>
                  <a:lnTo>
                    <a:pt x="3128531" y="1518765"/>
                  </a:lnTo>
                  <a:lnTo>
                    <a:pt x="3129376" y="1457930"/>
                  </a:lnTo>
                  <a:lnTo>
                    <a:pt x="3130221" y="1462394"/>
                  </a:lnTo>
                  <a:lnTo>
                    <a:pt x="3131066" y="1445588"/>
                  </a:lnTo>
                  <a:lnTo>
                    <a:pt x="3131911" y="1518765"/>
                  </a:lnTo>
                  <a:lnTo>
                    <a:pt x="3131911" y="1518765"/>
                  </a:lnTo>
                  <a:lnTo>
                    <a:pt x="3132756" y="1454665"/>
                  </a:lnTo>
                  <a:lnTo>
                    <a:pt x="3133601" y="1472781"/>
                  </a:lnTo>
                  <a:lnTo>
                    <a:pt x="3134446" y="1477981"/>
                  </a:lnTo>
                  <a:lnTo>
                    <a:pt x="3135291" y="1518765"/>
                  </a:lnTo>
                  <a:lnTo>
                    <a:pt x="3135291" y="1518765"/>
                  </a:lnTo>
                  <a:lnTo>
                    <a:pt x="3136136" y="1478908"/>
                  </a:lnTo>
                  <a:lnTo>
                    <a:pt x="3136981" y="1464107"/>
                  </a:lnTo>
                  <a:lnTo>
                    <a:pt x="3137827" y="1478616"/>
                  </a:lnTo>
                  <a:lnTo>
                    <a:pt x="3138672" y="1478266"/>
                  </a:lnTo>
                  <a:lnTo>
                    <a:pt x="3139517" y="1450372"/>
                  </a:lnTo>
                  <a:lnTo>
                    <a:pt x="3140362" y="1473349"/>
                  </a:lnTo>
                  <a:lnTo>
                    <a:pt x="3141207" y="1439521"/>
                  </a:lnTo>
                  <a:lnTo>
                    <a:pt x="3142052" y="1518765"/>
                  </a:lnTo>
                  <a:lnTo>
                    <a:pt x="3142052" y="1518765"/>
                  </a:lnTo>
                  <a:lnTo>
                    <a:pt x="3142897" y="1518765"/>
                  </a:lnTo>
                  <a:lnTo>
                    <a:pt x="3143742" y="1518765"/>
                  </a:lnTo>
                  <a:lnTo>
                    <a:pt x="3144587" y="1518765"/>
                  </a:lnTo>
                  <a:lnTo>
                    <a:pt x="3145432" y="1518765"/>
                  </a:lnTo>
                  <a:lnTo>
                    <a:pt x="3146277" y="1518765"/>
                  </a:lnTo>
                  <a:lnTo>
                    <a:pt x="3147123" y="1518765"/>
                  </a:lnTo>
                  <a:lnTo>
                    <a:pt x="3147968" y="1518765"/>
                  </a:lnTo>
                  <a:lnTo>
                    <a:pt x="3148813" y="1518765"/>
                  </a:lnTo>
                  <a:lnTo>
                    <a:pt x="3149658" y="1518765"/>
                  </a:lnTo>
                  <a:lnTo>
                    <a:pt x="3150503" y="1518765"/>
                  </a:lnTo>
                  <a:lnTo>
                    <a:pt x="3151348" y="1518765"/>
                  </a:lnTo>
                  <a:lnTo>
                    <a:pt x="3152193" y="1518765"/>
                  </a:lnTo>
                  <a:lnTo>
                    <a:pt x="3153038" y="1518765"/>
                  </a:lnTo>
                  <a:lnTo>
                    <a:pt x="3153883" y="1518765"/>
                  </a:lnTo>
                  <a:lnTo>
                    <a:pt x="3154728" y="1518765"/>
                  </a:lnTo>
                  <a:lnTo>
                    <a:pt x="3155574" y="1518765"/>
                  </a:lnTo>
                  <a:lnTo>
                    <a:pt x="3156419" y="1518765"/>
                  </a:lnTo>
                  <a:lnTo>
                    <a:pt x="3157264" y="1518765"/>
                  </a:lnTo>
                  <a:lnTo>
                    <a:pt x="3158109" y="1518765"/>
                  </a:lnTo>
                  <a:lnTo>
                    <a:pt x="3158954" y="1518765"/>
                  </a:lnTo>
                  <a:lnTo>
                    <a:pt x="3159799" y="1518765"/>
                  </a:lnTo>
                  <a:lnTo>
                    <a:pt x="3160644" y="1518765"/>
                  </a:lnTo>
                  <a:lnTo>
                    <a:pt x="3161489" y="1518765"/>
                  </a:lnTo>
                  <a:lnTo>
                    <a:pt x="3162334" y="1518765"/>
                  </a:lnTo>
                  <a:lnTo>
                    <a:pt x="3163179" y="1518765"/>
                  </a:lnTo>
                  <a:lnTo>
                    <a:pt x="3164024" y="1518765"/>
                  </a:lnTo>
                  <a:lnTo>
                    <a:pt x="3164870" y="1518765"/>
                  </a:lnTo>
                  <a:lnTo>
                    <a:pt x="3165715" y="1518765"/>
                  </a:lnTo>
                  <a:lnTo>
                    <a:pt x="3166560" y="1518765"/>
                  </a:lnTo>
                  <a:lnTo>
                    <a:pt x="3167405" y="1518765"/>
                  </a:lnTo>
                  <a:lnTo>
                    <a:pt x="3168250" y="1518765"/>
                  </a:lnTo>
                  <a:lnTo>
                    <a:pt x="3169095" y="1518765"/>
                  </a:lnTo>
                  <a:lnTo>
                    <a:pt x="3169940" y="1491352"/>
                  </a:lnTo>
                  <a:lnTo>
                    <a:pt x="3170785" y="1502982"/>
                  </a:lnTo>
                  <a:lnTo>
                    <a:pt x="3171630" y="1518765"/>
                  </a:lnTo>
                  <a:lnTo>
                    <a:pt x="3171630" y="1518765"/>
                  </a:lnTo>
                  <a:lnTo>
                    <a:pt x="3172475" y="1499158"/>
                  </a:lnTo>
                  <a:lnTo>
                    <a:pt x="3173320" y="1518765"/>
                  </a:lnTo>
                  <a:lnTo>
                    <a:pt x="3173320" y="1518765"/>
                  </a:lnTo>
                  <a:lnTo>
                    <a:pt x="3174166" y="1480531"/>
                  </a:lnTo>
                  <a:lnTo>
                    <a:pt x="3175011" y="1465077"/>
                  </a:lnTo>
                  <a:lnTo>
                    <a:pt x="3175856" y="1454711"/>
                  </a:lnTo>
                  <a:lnTo>
                    <a:pt x="3176701" y="1447279"/>
                  </a:lnTo>
                  <a:lnTo>
                    <a:pt x="3177546" y="1458078"/>
                  </a:lnTo>
                  <a:lnTo>
                    <a:pt x="3178391" y="1481005"/>
                  </a:lnTo>
                  <a:lnTo>
                    <a:pt x="3179236" y="1518765"/>
                  </a:lnTo>
                  <a:lnTo>
                    <a:pt x="3179236" y="1518765"/>
                  </a:lnTo>
                  <a:lnTo>
                    <a:pt x="3180081" y="1518765"/>
                  </a:lnTo>
                  <a:lnTo>
                    <a:pt x="3180926" y="1473190"/>
                  </a:lnTo>
                  <a:lnTo>
                    <a:pt x="3181771" y="1461136"/>
                  </a:lnTo>
                  <a:lnTo>
                    <a:pt x="3182616" y="1451916"/>
                  </a:lnTo>
                  <a:lnTo>
                    <a:pt x="3183462" y="1424028"/>
                  </a:lnTo>
                  <a:lnTo>
                    <a:pt x="3184307" y="1398989"/>
                  </a:lnTo>
                  <a:lnTo>
                    <a:pt x="3185152" y="1392290"/>
                  </a:lnTo>
                  <a:lnTo>
                    <a:pt x="3185997" y="1407512"/>
                  </a:lnTo>
                  <a:lnTo>
                    <a:pt x="3186842" y="1403395"/>
                  </a:lnTo>
                  <a:lnTo>
                    <a:pt x="3187687" y="1383999"/>
                  </a:lnTo>
                  <a:lnTo>
                    <a:pt x="3188532" y="1374258"/>
                  </a:lnTo>
                  <a:lnTo>
                    <a:pt x="3189377" y="1396928"/>
                  </a:lnTo>
                  <a:lnTo>
                    <a:pt x="3190222" y="1416241"/>
                  </a:lnTo>
                  <a:lnTo>
                    <a:pt x="3191067" y="1424177"/>
                  </a:lnTo>
                  <a:lnTo>
                    <a:pt x="3191912" y="1441098"/>
                  </a:lnTo>
                  <a:lnTo>
                    <a:pt x="3192758" y="1518765"/>
                  </a:lnTo>
                  <a:lnTo>
                    <a:pt x="3192758" y="1518765"/>
                  </a:lnTo>
                  <a:lnTo>
                    <a:pt x="3193603" y="1465506"/>
                  </a:lnTo>
                  <a:lnTo>
                    <a:pt x="3194448" y="1459154"/>
                  </a:lnTo>
                  <a:lnTo>
                    <a:pt x="3195293" y="1458486"/>
                  </a:lnTo>
                  <a:lnTo>
                    <a:pt x="3196138" y="1443793"/>
                  </a:lnTo>
                  <a:lnTo>
                    <a:pt x="3196983" y="1518765"/>
                  </a:lnTo>
                  <a:lnTo>
                    <a:pt x="3196983" y="1518765"/>
                  </a:lnTo>
                  <a:lnTo>
                    <a:pt x="3197828" y="1518765"/>
                  </a:lnTo>
                  <a:lnTo>
                    <a:pt x="3198673" y="1491345"/>
                  </a:lnTo>
                  <a:lnTo>
                    <a:pt x="3199518" y="1495079"/>
                  </a:lnTo>
                  <a:lnTo>
                    <a:pt x="3200363" y="1498668"/>
                  </a:lnTo>
                  <a:lnTo>
                    <a:pt x="3201208" y="1518765"/>
                  </a:lnTo>
                  <a:lnTo>
                    <a:pt x="3201208" y="1518765"/>
                  </a:lnTo>
                  <a:lnTo>
                    <a:pt x="3202054" y="1498626"/>
                  </a:lnTo>
                  <a:lnTo>
                    <a:pt x="3202899" y="1518765"/>
                  </a:lnTo>
                  <a:lnTo>
                    <a:pt x="3202899" y="1518765"/>
                  </a:lnTo>
                  <a:lnTo>
                    <a:pt x="3203744" y="1505740"/>
                  </a:lnTo>
                  <a:lnTo>
                    <a:pt x="3204589" y="1497175"/>
                  </a:lnTo>
                  <a:lnTo>
                    <a:pt x="3205434" y="1505599"/>
                  </a:lnTo>
                  <a:lnTo>
                    <a:pt x="3206279" y="1482133"/>
                  </a:lnTo>
                  <a:lnTo>
                    <a:pt x="3207124" y="1485090"/>
                  </a:lnTo>
                  <a:lnTo>
                    <a:pt x="3207969" y="1493476"/>
                  </a:lnTo>
                  <a:lnTo>
                    <a:pt x="3208814" y="1518765"/>
                  </a:lnTo>
                  <a:lnTo>
                    <a:pt x="3208814" y="1518765"/>
                  </a:lnTo>
                  <a:lnTo>
                    <a:pt x="3209659" y="1493448"/>
                  </a:lnTo>
                  <a:lnTo>
                    <a:pt x="3210504" y="1487836"/>
                  </a:lnTo>
                  <a:lnTo>
                    <a:pt x="3211350" y="1492777"/>
                  </a:lnTo>
                  <a:lnTo>
                    <a:pt x="3212195" y="1487949"/>
                  </a:lnTo>
                  <a:lnTo>
                    <a:pt x="3213040" y="1477188"/>
                  </a:lnTo>
                  <a:lnTo>
                    <a:pt x="3213885" y="1461511"/>
                  </a:lnTo>
                  <a:lnTo>
                    <a:pt x="3214730" y="1445994"/>
                  </a:lnTo>
                  <a:lnTo>
                    <a:pt x="3215575" y="1460236"/>
                  </a:lnTo>
                  <a:lnTo>
                    <a:pt x="3216420" y="1446486"/>
                  </a:lnTo>
                  <a:lnTo>
                    <a:pt x="3217265" y="1464903"/>
                  </a:lnTo>
                  <a:lnTo>
                    <a:pt x="3218110" y="1458280"/>
                  </a:lnTo>
                  <a:lnTo>
                    <a:pt x="3218955" y="1458161"/>
                  </a:lnTo>
                  <a:lnTo>
                    <a:pt x="3219801" y="1459390"/>
                  </a:lnTo>
                  <a:lnTo>
                    <a:pt x="3220646" y="1467128"/>
                  </a:lnTo>
                  <a:lnTo>
                    <a:pt x="3221491" y="1480147"/>
                  </a:lnTo>
                  <a:lnTo>
                    <a:pt x="3222336" y="1469068"/>
                  </a:lnTo>
                  <a:lnTo>
                    <a:pt x="3223181" y="1465877"/>
                  </a:lnTo>
                  <a:lnTo>
                    <a:pt x="3224026" y="1479222"/>
                  </a:lnTo>
                  <a:lnTo>
                    <a:pt x="3224871" y="1474845"/>
                  </a:lnTo>
                  <a:lnTo>
                    <a:pt x="3225716" y="1463520"/>
                  </a:lnTo>
                  <a:lnTo>
                    <a:pt x="3226561" y="1451915"/>
                  </a:lnTo>
                  <a:lnTo>
                    <a:pt x="3227406" y="1446762"/>
                  </a:lnTo>
                  <a:lnTo>
                    <a:pt x="3228251" y="1449418"/>
                  </a:lnTo>
                  <a:lnTo>
                    <a:pt x="3229097" y="1454175"/>
                  </a:lnTo>
                  <a:lnTo>
                    <a:pt x="3229942" y="1518765"/>
                  </a:lnTo>
                  <a:lnTo>
                    <a:pt x="3229942" y="1518765"/>
                  </a:lnTo>
                  <a:lnTo>
                    <a:pt x="3230787" y="1518765"/>
                  </a:lnTo>
                  <a:lnTo>
                    <a:pt x="3231632" y="1518765"/>
                  </a:lnTo>
                  <a:lnTo>
                    <a:pt x="3232477" y="1518765"/>
                  </a:lnTo>
                  <a:lnTo>
                    <a:pt x="3233322" y="1518765"/>
                  </a:lnTo>
                  <a:lnTo>
                    <a:pt x="3234167" y="1439352"/>
                  </a:lnTo>
                  <a:lnTo>
                    <a:pt x="3235012" y="1518765"/>
                  </a:lnTo>
                  <a:lnTo>
                    <a:pt x="3235012" y="1518765"/>
                  </a:lnTo>
                  <a:lnTo>
                    <a:pt x="3235857" y="1453255"/>
                  </a:lnTo>
                  <a:lnTo>
                    <a:pt x="3236702" y="1455005"/>
                  </a:lnTo>
                  <a:lnTo>
                    <a:pt x="3237547" y="1464077"/>
                  </a:lnTo>
                  <a:lnTo>
                    <a:pt x="3238393" y="1483618"/>
                  </a:lnTo>
                  <a:lnTo>
                    <a:pt x="3239238" y="1484193"/>
                  </a:lnTo>
                  <a:lnTo>
                    <a:pt x="3240083" y="1499636"/>
                  </a:lnTo>
                  <a:lnTo>
                    <a:pt x="3240928" y="1483607"/>
                  </a:lnTo>
                  <a:lnTo>
                    <a:pt x="3241773" y="1484148"/>
                  </a:lnTo>
                  <a:lnTo>
                    <a:pt x="3242618" y="1490578"/>
                  </a:lnTo>
                  <a:lnTo>
                    <a:pt x="3243463" y="1502202"/>
                  </a:lnTo>
                  <a:lnTo>
                    <a:pt x="3244308" y="1508112"/>
                  </a:lnTo>
                  <a:lnTo>
                    <a:pt x="3245153" y="1481213"/>
                  </a:lnTo>
                  <a:lnTo>
                    <a:pt x="3245998" y="1481161"/>
                  </a:lnTo>
                  <a:lnTo>
                    <a:pt x="3246843" y="1460787"/>
                  </a:lnTo>
                  <a:lnTo>
                    <a:pt x="3247689" y="1469760"/>
                  </a:lnTo>
                  <a:lnTo>
                    <a:pt x="3248534" y="1518765"/>
                  </a:lnTo>
                  <a:lnTo>
                    <a:pt x="3248534" y="1518765"/>
                  </a:lnTo>
                  <a:lnTo>
                    <a:pt x="3249379" y="1518765"/>
                  </a:lnTo>
                  <a:lnTo>
                    <a:pt x="3250224" y="1426818"/>
                  </a:lnTo>
                  <a:lnTo>
                    <a:pt x="3251069" y="1408064"/>
                  </a:lnTo>
                  <a:lnTo>
                    <a:pt x="3251914" y="1415500"/>
                  </a:lnTo>
                  <a:lnTo>
                    <a:pt x="3252759" y="1432134"/>
                  </a:lnTo>
                  <a:lnTo>
                    <a:pt x="3253604" y="1462259"/>
                  </a:lnTo>
                  <a:lnTo>
                    <a:pt x="3254449" y="1486291"/>
                  </a:lnTo>
                  <a:lnTo>
                    <a:pt x="3255294" y="1518765"/>
                  </a:lnTo>
                  <a:lnTo>
                    <a:pt x="3255294" y="1518765"/>
                  </a:lnTo>
                  <a:lnTo>
                    <a:pt x="3256139" y="1502139"/>
                  </a:lnTo>
                  <a:lnTo>
                    <a:pt x="3256985" y="1496027"/>
                  </a:lnTo>
                  <a:lnTo>
                    <a:pt x="3257830" y="1518765"/>
                  </a:lnTo>
                  <a:lnTo>
                    <a:pt x="3257830" y="1518765"/>
                  </a:lnTo>
                  <a:lnTo>
                    <a:pt x="3258675" y="1518765"/>
                  </a:lnTo>
                  <a:lnTo>
                    <a:pt x="3259520" y="1518765"/>
                  </a:lnTo>
                  <a:lnTo>
                    <a:pt x="3260365" y="1518765"/>
                  </a:lnTo>
                  <a:lnTo>
                    <a:pt x="3261210" y="1518765"/>
                  </a:lnTo>
                  <a:lnTo>
                    <a:pt x="3262055" y="1467365"/>
                  </a:lnTo>
                  <a:lnTo>
                    <a:pt x="3262900" y="1518765"/>
                  </a:lnTo>
                  <a:lnTo>
                    <a:pt x="3262900" y="1518765"/>
                  </a:lnTo>
                  <a:lnTo>
                    <a:pt x="3263745" y="1518765"/>
                  </a:lnTo>
                  <a:lnTo>
                    <a:pt x="3264590" y="1518765"/>
                  </a:lnTo>
                  <a:lnTo>
                    <a:pt x="3265435" y="1454950"/>
                  </a:lnTo>
                  <a:lnTo>
                    <a:pt x="3266281" y="1471429"/>
                  </a:lnTo>
                  <a:lnTo>
                    <a:pt x="3267126" y="1518765"/>
                  </a:lnTo>
                  <a:lnTo>
                    <a:pt x="3267126" y="1518765"/>
                  </a:lnTo>
                  <a:lnTo>
                    <a:pt x="3267971" y="1518765"/>
                  </a:lnTo>
                  <a:lnTo>
                    <a:pt x="3268816" y="1518765"/>
                  </a:lnTo>
                  <a:lnTo>
                    <a:pt x="3269661" y="1462993"/>
                  </a:lnTo>
                  <a:lnTo>
                    <a:pt x="3270506" y="1491349"/>
                  </a:lnTo>
                  <a:lnTo>
                    <a:pt x="3271351" y="1500112"/>
                  </a:lnTo>
                  <a:lnTo>
                    <a:pt x="3272196" y="1492140"/>
                  </a:lnTo>
                  <a:lnTo>
                    <a:pt x="3273041" y="1518765"/>
                  </a:lnTo>
                  <a:lnTo>
                    <a:pt x="3273041" y="1518765"/>
                  </a:lnTo>
                  <a:lnTo>
                    <a:pt x="3273886" y="1518765"/>
                  </a:lnTo>
                  <a:lnTo>
                    <a:pt x="3274731" y="1497026"/>
                  </a:lnTo>
                  <a:lnTo>
                    <a:pt x="3275577" y="1488963"/>
                  </a:lnTo>
                  <a:lnTo>
                    <a:pt x="3276422" y="1481667"/>
                  </a:lnTo>
                  <a:lnTo>
                    <a:pt x="3277267" y="1502104"/>
                  </a:lnTo>
                  <a:lnTo>
                    <a:pt x="3278112" y="1487960"/>
                  </a:lnTo>
                  <a:lnTo>
                    <a:pt x="3278957" y="1518765"/>
                  </a:lnTo>
                  <a:lnTo>
                    <a:pt x="3278957" y="1518765"/>
                  </a:lnTo>
                  <a:lnTo>
                    <a:pt x="3279802" y="1466434"/>
                  </a:lnTo>
                  <a:lnTo>
                    <a:pt x="3280647" y="1464420"/>
                  </a:lnTo>
                  <a:lnTo>
                    <a:pt x="3281492" y="1518765"/>
                  </a:lnTo>
                  <a:lnTo>
                    <a:pt x="3281492" y="1518765"/>
                  </a:lnTo>
                  <a:lnTo>
                    <a:pt x="3282337" y="1447120"/>
                  </a:lnTo>
                  <a:lnTo>
                    <a:pt x="3283182" y="1425774"/>
                  </a:lnTo>
                  <a:lnTo>
                    <a:pt x="3284028" y="1452164"/>
                  </a:lnTo>
                  <a:lnTo>
                    <a:pt x="3284873" y="1463230"/>
                  </a:lnTo>
                  <a:lnTo>
                    <a:pt x="3285718" y="1446275"/>
                  </a:lnTo>
                  <a:lnTo>
                    <a:pt x="3286563" y="1454143"/>
                  </a:lnTo>
                  <a:lnTo>
                    <a:pt x="3287408" y="1518765"/>
                  </a:lnTo>
                  <a:lnTo>
                    <a:pt x="3287408" y="1518765"/>
                  </a:lnTo>
                  <a:lnTo>
                    <a:pt x="3288253" y="1444347"/>
                  </a:lnTo>
                  <a:lnTo>
                    <a:pt x="3289098" y="1442820"/>
                  </a:lnTo>
                  <a:lnTo>
                    <a:pt x="3289943" y="1451685"/>
                  </a:lnTo>
                  <a:lnTo>
                    <a:pt x="3290788" y="1467284"/>
                  </a:lnTo>
                  <a:lnTo>
                    <a:pt x="3291633" y="1464355"/>
                  </a:lnTo>
                  <a:lnTo>
                    <a:pt x="3292478" y="1518765"/>
                  </a:lnTo>
                  <a:lnTo>
                    <a:pt x="3292478" y="1518765"/>
                  </a:lnTo>
                  <a:lnTo>
                    <a:pt x="3293324" y="1518765"/>
                  </a:lnTo>
                  <a:lnTo>
                    <a:pt x="3294169" y="1450670"/>
                  </a:lnTo>
                  <a:lnTo>
                    <a:pt x="3295014" y="1476670"/>
                  </a:lnTo>
                  <a:lnTo>
                    <a:pt x="3295859" y="1462659"/>
                  </a:lnTo>
                  <a:lnTo>
                    <a:pt x="3296704" y="1472821"/>
                  </a:lnTo>
                  <a:lnTo>
                    <a:pt x="3297549" y="1486675"/>
                  </a:lnTo>
                  <a:lnTo>
                    <a:pt x="3298394" y="1474222"/>
                  </a:lnTo>
                  <a:lnTo>
                    <a:pt x="3299239" y="1470237"/>
                  </a:lnTo>
                  <a:lnTo>
                    <a:pt x="3300084" y="1464925"/>
                  </a:lnTo>
                  <a:lnTo>
                    <a:pt x="3300929" y="1518765"/>
                  </a:lnTo>
                  <a:lnTo>
                    <a:pt x="3300929" y="1518765"/>
                  </a:lnTo>
                  <a:lnTo>
                    <a:pt x="3301774" y="1518765"/>
                  </a:lnTo>
                  <a:lnTo>
                    <a:pt x="3302620" y="1518765"/>
                  </a:lnTo>
                  <a:lnTo>
                    <a:pt x="3303465" y="1504953"/>
                  </a:lnTo>
                  <a:lnTo>
                    <a:pt x="3304310" y="1518765"/>
                  </a:lnTo>
                  <a:lnTo>
                    <a:pt x="3304310" y="1518765"/>
                  </a:lnTo>
                  <a:lnTo>
                    <a:pt x="3305155" y="1518765"/>
                  </a:lnTo>
                  <a:lnTo>
                    <a:pt x="3306000" y="1518765"/>
                  </a:lnTo>
                  <a:lnTo>
                    <a:pt x="3306845" y="1518765"/>
                  </a:lnTo>
                  <a:lnTo>
                    <a:pt x="3307690" y="1518765"/>
                  </a:lnTo>
                  <a:lnTo>
                    <a:pt x="3308535" y="1518765"/>
                  </a:lnTo>
                  <a:lnTo>
                    <a:pt x="3309380" y="1475284"/>
                  </a:lnTo>
                  <a:lnTo>
                    <a:pt x="3310225" y="1474588"/>
                  </a:lnTo>
                  <a:lnTo>
                    <a:pt x="3311070" y="1489967"/>
                  </a:lnTo>
                  <a:lnTo>
                    <a:pt x="3311916" y="1502226"/>
                  </a:lnTo>
                  <a:lnTo>
                    <a:pt x="3312761" y="1499025"/>
                  </a:lnTo>
                  <a:lnTo>
                    <a:pt x="3313606" y="1505906"/>
                  </a:lnTo>
                  <a:lnTo>
                    <a:pt x="3314451" y="1518765"/>
                  </a:lnTo>
                  <a:lnTo>
                    <a:pt x="3314451" y="1518765"/>
                  </a:lnTo>
                  <a:lnTo>
                    <a:pt x="3315296" y="1518765"/>
                  </a:lnTo>
                  <a:lnTo>
                    <a:pt x="3316141" y="1502843"/>
                  </a:lnTo>
                  <a:lnTo>
                    <a:pt x="3316986" y="1507066"/>
                  </a:lnTo>
                  <a:lnTo>
                    <a:pt x="3317831" y="1503231"/>
                  </a:lnTo>
                  <a:lnTo>
                    <a:pt x="3318676" y="1500256"/>
                  </a:lnTo>
                  <a:lnTo>
                    <a:pt x="3319521" y="1499482"/>
                  </a:lnTo>
                  <a:lnTo>
                    <a:pt x="3320366" y="1488525"/>
                  </a:lnTo>
                  <a:lnTo>
                    <a:pt x="3321212" y="1467385"/>
                  </a:lnTo>
                  <a:lnTo>
                    <a:pt x="3322057" y="1472651"/>
                  </a:lnTo>
                  <a:lnTo>
                    <a:pt x="3322902" y="1487034"/>
                  </a:lnTo>
                  <a:lnTo>
                    <a:pt x="3323747" y="1495374"/>
                  </a:lnTo>
                  <a:lnTo>
                    <a:pt x="3324592" y="1493425"/>
                  </a:lnTo>
                  <a:lnTo>
                    <a:pt x="3325437" y="1482983"/>
                  </a:lnTo>
                  <a:lnTo>
                    <a:pt x="3326282" y="1518765"/>
                  </a:lnTo>
                  <a:lnTo>
                    <a:pt x="3326282" y="1518765"/>
                  </a:lnTo>
                  <a:lnTo>
                    <a:pt x="3327127" y="1518765"/>
                  </a:lnTo>
                  <a:lnTo>
                    <a:pt x="3327972" y="1518765"/>
                  </a:lnTo>
                  <a:lnTo>
                    <a:pt x="3328817" y="1518765"/>
                  </a:lnTo>
                  <a:lnTo>
                    <a:pt x="3329662" y="1474317"/>
                  </a:lnTo>
                  <a:lnTo>
                    <a:pt x="3330508" y="1480780"/>
                  </a:lnTo>
                  <a:lnTo>
                    <a:pt x="3331353" y="1486143"/>
                  </a:lnTo>
                  <a:lnTo>
                    <a:pt x="3332198" y="1493584"/>
                  </a:lnTo>
                  <a:lnTo>
                    <a:pt x="3333043" y="1509782"/>
                  </a:lnTo>
                  <a:lnTo>
                    <a:pt x="3333888" y="1518765"/>
                  </a:lnTo>
                  <a:lnTo>
                    <a:pt x="3333888" y="1518765"/>
                  </a:lnTo>
                  <a:lnTo>
                    <a:pt x="3334733" y="1518765"/>
                  </a:lnTo>
                  <a:lnTo>
                    <a:pt x="3335578" y="1518765"/>
                  </a:lnTo>
                  <a:lnTo>
                    <a:pt x="3336423" y="1516505"/>
                  </a:lnTo>
                  <a:lnTo>
                    <a:pt x="3337268" y="1518765"/>
                  </a:lnTo>
                  <a:lnTo>
                    <a:pt x="3337268" y="1518765"/>
                  </a:lnTo>
                  <a:lnTo>
                    <a:pt x="3338113" y="1514869"/>
                  </a:lnTo>
                  <a:lnTo>
                    <a:pt x="3338958" y="1518765"/>
                  </a:lnTo>
                  <a:lnTo>
                    <a:pt x="3338958" y="1518765"/>
                  </a:lnTo>
                  <a:lnTo>
                    <a:pt x="3339804" y="1504431"/>
                  </a:lnTo>
                  <a:lnTo>
                    <a:pt x="3340649" y="1498864"/>
                  </a:lnTo>
                  <a:lnTo>
                    <a:pt x="3341494" y="1500633"/>
                  </a:lnTo>
                  <a:lnTo>
                    <a:pt x="3342339" y="1500523"/>
                  </a:lnTo>
                  <a:lnTo>
                    <a:pt x="3343184" y="1507056"/>
                  </a:lnTo>
                  <a:lnTo>
                    <a:pt x="3344029" y="1487046"/>
                  </a:lnTo>
                  <a:lnTo>
                    <a:pt x="3344874" y="1512958"/>
                  </a:lnTo>
                  <a:lnTo>
                    <a:pt x="3345719" y="1491938"/>
                  </a:lnTo>
                  <a:lnTo>
                    <a:pt x="3346564" y="1491314"/>
                  </a:lnTo>
                  <a:lnTo>
                    <a:pt x="3347409" y="1490677"/>
                  </a:lnTo>
                  <a:lnTo>
                    <a:pt x="3348255" y="1489056"/>
                  </a:lnTo>
                  <a:lnTo>
                    <a:pt x="3349100" y="1500137"/>
                  </a:lnTo>
                  <a:lnTo>
                    <a:pt x="3349945" y="1518765"/>
                  </a:lnTo>
                  <a:lnTo>
                    <a:pt x="3349945" y="1518765"/>
                  </a:lnTo>
                  <a:lnTo>
                    <a:pt x="3350790" y="1476130"/>
                  </a:lnTo>
                  <a:lnTo>
                    <a:pt x="3351635" y="1481120"/>
                  </a:lnTo>
                  <a:lnTo>
                    <a:pt x="3352480" y="1518765"/>
                  </a:lnTo>
                  <a:lnTo>
                    <a:pt x="3352480" y="1518765"/>
                  </a:lnTo>
                  <a:lnTo>
                    <a:pt x="3353325" y="1518765"/>
                  </a:lnTo>
                  <a:lnTo>
                    <a:pt x="3354170" y="1518765"/>
                  </a:lnTo>
                  <a:lnTo>
                    <a:pt x="3355015" y="1518765"/>
                  </a:lnTo>
                  <a:lnTo>
                    <a:pt x="3355860" y="1518765"/>
                  </a:lnTo>
                  <a:lnTo>
                    <a:pt x="3356705" y="1491137"/>
                  </a:lnTo>
                  <a:lnTo>
                    <a:pt x="3357551" y="1502782"/>
                  </a:lnTo>
                  <a:lnTo>
                    <a:pt x="3358396" y="1492995"/>
                  </a:lnTo>
                  <a:lnTo>
                    <a:pt x="3359241" y="1479972"/>
                  </a:lnTo>
                  <a:lnTo>
                    <a:pt x="3360086" y="1476982"/>
                  </a:lnTo>
                  <a:lnTo>
                    <a:pt x="3360931" y="1485573"/>
                  </a:lnTo>
                  <a:lnTo>
                    <a:pt x="3361776" y="1497081"/>
                  </a:lnTo>
                  <a:lnTo>
                    <a:pt x="3362621" y="1489973"/>
                  </a:lnTo>
                  <a:lnTo>
                    <a:pt x="3363466" y="1489475"/>
                  </a:lnTo>
                  <a:lnTo>
                    <a:pt x="3364311" y="1481049"/>
                  </a:lnTo>
                  <a:lnTo>
                    <a:pt x="3365156" y="1477147"/>
                  </a:lnTo>
                  <a:lnTo>
                    <a:pt x="3366001" y="1452379"/>
                  </a:lnTo>
                  <a:lnTo>
                    <a:pt x="3366847" y="1436789"/>
                  </a:lnTo>
                  <a:lnTo>
                    <a:pt x="3367692" y="1436290"/>
                  </a:lnTo>
                  <a:lnTo>
                    <a:pt x="3368537" y="1441897"/>
                  </a:lnTo>
                  <a:lnTo>
                    <a:pt x="3369382" y="1459309"/>
                  </a:lnTo>
                  <a:lnTo>
                    <a:pt x="3370227" y="1434262"/>
                  </a:lnTo>
                  <a:lnTo>
                    <a:pt x="3371072" y="1518765"/>
                  </a:lnTo>
                  <a:lnTo>
                    <a:pt x="3371072" y="1518765"/>
                  </a:lnTo>
                  <a:lnTo>
                    <a:pt x="3371917" y="1518765"/>
                  </a:lnTo>
                  <a:lnTo>
                    <a:pt x="3372762" y="1424200"/>
                  </a:lnTo>
                  <a:lnTo>
                    <a:pt x="3373607" y="1409105"/>
                  </a:lnTo>
                  <a:lnTo>
                    <a:pt x="3374452" y="1427977"/>
                  </a:lnTo>
                  <a:lnTo>
                    <a:pt x="3375297" y="1437181"/>
                  </a:lnTo>
                  <a:lnTo>
                    <a:pt x="3376143" y="1442922"/>
                  </a:lnTo>
                  <a:lnTo>
                    <a:pt x="3376988" y="1446468"/>
                  </a:lnTo>
                  <a:lnTo>
                    <a:pt x="3377833" y="1488091"/>
                  </a:lnTo>
                  <a:lnTo>
                    <a:pt x="3378678" y="1476364"/>
                  </a:lnTo>
                  <a:lnTo>
                    <a:pt x="3379523" y="1469965"/>
                  </a:lnTo>
                  <a:lnTo>
                    <a:pt x="3380368" y="1486528"/>
                  </a:lnTo>
                  <a:lnTo>
                    <a:pt x="3381213" y="1478502"/>
                  </a:lnTo>
                  <a:lnTo>
                    <a:pt x="3382058" y="1479419"/>
                  </a:lnTo>
                  <a:lnTo>
                    <a:pt x="3382903" y="1479857"/>
                  </a:lnTo>
                  <a:lnTo>
                    <a:pt x="3383748" y="1491483"/>
                  </a:lnTo>
                  <a:lnTo>
                    <a:pt x="3384593" y="1504833"/>
                  </a:lnTo>
                  <a:lnTo>
                    <a:pt x="3385439" y="1505830"/>
                  </a:lnTo>
                  <a:lnTo>
                    <a:pt x="3386284" y="1496416"/>
                  </a:lnTo>
                  <a:lnTo>
                    <a:pt x="3387129" y="1491950"/>
                  </a:lnTo>
                  <a:lnTo>
                    <a:pt x="3387974" y="1490382"/>
                  </a:lnTo>
                  <a:lnTo>
                    <a:pt x="3388819" y="1476626"/>
                  </a:lnTo>
                  <a:lnTo>
                    <a:pt x="3389664" y="1454792"/>
                  </a:lnTo>
                  <a:lnTo>
                    <a:pt x="3390509" y="1457295"/>
                  </a:lnTo>
                  <a:lnTo>
                    <a:pt x="3391354" y="1478444"/>
                  </a:lnTo>
                  <a:lnTo>
                    <a:pt x="3392199" y="1489365"/>
                  </a:lnTo>
                  <a:lnTo>
                    <a:pt x="3393044" y="1518765"/>
                  </a:lnTo>
                  <a:lnTo>
                    <a:pt x="3393044" y="1518765"/>
                  </a:lnTo>
                  <a:lnTo>
                    <a:pt x="3393889" y="1518765"/>
                  </a:lnTo>
                  <a:lnTo>
                    <a:pt x="3394735" y="1518765"/>
                  </a:lnTo>
                  <a:lnTo>
                    <a:pt x="3395580" y="1483228"/>
                  </a:lnTo>
                  <a:lnTo>
                    <a:pt x="3396425" y="1494071"/>
                  </a:lnTo>
                  <a:lnTo>
                    <a:pt x="3397270" y="1518765"/>
                  </a:lnTo>
                  <a:lnTo>
                    <a:pt x="3397270" y="1518765"/>
                  </a:lnTo>
                  <a:lnTo>
                    <a:pt x="3398115" y="1518765"/>
                  </a:lnTo>
                  <a:lnTo>
                    <a:pt x="3398960" y="1518765"/>
                  </a:lnTo>
                  <a:lnTo>
                    <a:pt x="3399805" y="1518765"/>
                  </a:lnTo>
                  <a:lnTo>
                    <a:pt x="3400650" y="1479906"/>
                  </a:lnTo>
                  <a:lnTo>
                    <a:pt x="3401495" y="1518765"/>
                  </a:lnTo>
                  <a:lnTo>
                    <a:pt x="3401495" y="1518765"/>
                  </a:lnTo>
                  <a:lnTo>
                    <a:pt x="3402340" y="1518765"/>
                  </a:lnTo>
                  <a:lnTo>
                    <a:pt x="3403186" y="1518765"/>
                  </a:lnTo>
                  <a:lnTo>
                    <a:pt x="3404031" y="1518765"/>
                  </a:lnTo>
                  <a:lnTo>
                    <a:pt x="3404876" y="1518765"/>
                  </a:lnTo>
                  <a:lnTo>
                    <a:pt x="3405721" y="1518765"/>
                  </a:lnTo>
                  <a:lnTo>
                    <a:pt x="3406566" y="1518765"/>
                  </a:lnTo>
                  <a:lnTo>
                    <a:pt x="3407411" y="1518765"/>
                  </a:lnTo>
                  <a:lnTo>
                    <a:pt x="3408256" y="1518765"/>
                  </a:lnTo>
                  <a:lnTo>
                    <a:pt x="3409101" y="1438304"/>
                  </a:lnTo>
                  <a:lnTo>
                    <a:pt x="3409946" y="1460948"/>
                  </a:lnTo>
                  <a:lnTo>
                    <a:pt x="3410791" y="1457687"/>
                  </a:lnTo>
                  <a:lnTo>
                    <a:pt x="3411636" y="1473210"/>
                  </a:lnTo>
                  <a:lnTo>
                    <a:pt x="3412482" y="1473161"/>
                  </a:lnTo>
                  <a:lnTo>
                    <a:pt x="3413327" y="1472285"/>
                  </a:lnTo>
                  <a:lnTo>
                    <a:pt x="3414172" y="1473582"/>
                  </a:lnTo>
                  <a:lnTo>
                    <a:pt x="3415017" y="1464521"/>
                  </a:lnTo>
                  <a:lnTo>
                    <a:pt x="3415862" y="1473797"/>
                  </a:lnTo>
                  <a:lnTo>
                    <a:pt x="3416707" y="1478862"/>
                  </a:lnTo>
                  <a:lnTo>
                    <a:pt x="3417552" y="1497009"/>
                  </a:lnTo>
                  <a:lnTo>
                    <a:pt x="3418397" y="1482000"/>
                  </a:lnTo>
                  <a:lnTo>
                    <a:pt x="3419242" y="1467234"/>
                  </a:lnTo>
                  <a:lnTo>
                    <a:pt x="3420087" y="1462915"/>
                  </a:lnTo>
                  <a:lnTo>
                    <a:pt x="3420932" y="1495509"/>
                  </a:lnTo>
                  <a:lnTo>
                    <a:pt x="3421778" y="1498047"/>
                  </a:lnTo>
                  <a:lnTo>
                    <a:pt x="3422623" y="1461515"/>
                  </a:lnTo>
                  <a:lnTo>
                    <a:pt x="3423468" y="1449258"/>
                  </a:lnTo>
                  <a:lnTo>
                    <a:pt x="3424313" y="1461587"/>
                  </a:lnTo>
                  <a:lnTo>
                    <a:pt x="3425158" y="1438033"/>
                  </a:lnTo>
                  <a:lnTo>
                    <a:pt x="3426003" y="1444944"/>
                  </a:lnTo>
                  <a:lnTo>
                    <a:pt x="3426848" y="1456895"/>
                  </a:lnTo>
                  <a:lnTo>
                    <a:pt x="3427693" y="1460080"/>
                  </a:lnTo>
                  <a:lnTo>
                    <a:pt x="3428538" y="1464620"/>
                  </a:lnTo>
                  <a:lnTo>
                    <a:pt x="3429383" y="1468558"/>
                  </a:lnTo>
                  <a:lnTo>
                    <a:pt x="3430228" y="1461747"/>
                  </a:lnTo>
                  <a:lnTo>
                    <a:pt x="3431074" y="1460028"/>
                  </a:lnTo>
                  <a:lnTo>
                    <a:pt x="3431919" y="1476332"/>
                  </a:lnTo>
                  <a:lnTo>
                    <a:pt x="3432764" y="1478790"/>
                  </a:lnTo>
                  <a:lnTo>
                    <a:pt x="3433609" y="1476716"/>
                  </a:lnTo>
                  <a:lnTo>
                    <a:pt x="3434454" y="1478599"/>
                  </a:lnTo>
                  <a:lnTo>
                    <a:pt x="3435299" y="1518765"/>
                  </a:lnTo>
                  <a:lnTo>
                    <a:pt x="3435299" y="1518765"/>
                  </a:lnTo>
                  <a:lnTo>
                    <a:pt x="3436144" y="1518765"/>
                  </a:lnTo>
                  <a:lnTo>
                    <a:pt x="3436989" y="1488174"/>
                  </a:lnTo>
                  <a:lnTo>
                    <a:pt x="3437834" y="1518765"/>
                  </a:lnTo>
                  <a:lnTo>
                    <a:pt x="3437834" y="1518765"/>
                  </a:lnTo>
                  <a:lnTo>
                    <a:pt x="3438679" y="1456236"/>
                  </a:lnTo>
                  <a:lnTo>
                    <a:pt x="3439524" y="1453835"/>
                  </a:lnTo>
                  <a:lnTo>
                    <a:pt x="3440370" y="1467857"/>
                  </a:lnTo>
                  <a:lnTo>
                    <a:pt x="3441215" y="1480957"/>
                  </a:lnTo>
                  <a:lnTo>
                    <a:pt x="3442060" y="1490592"/>
                  </a:lnTo>
                  <a:lnTo>
                    <a:pt x="3442905" y="1495353"/>
                  </a:lnTo>
                  <a:lnTo>
                    <a:pt x="3443750" y="1502089"/>
                  </a:lnTo>
                  <a:lnTo>
                    <a:pt x="3444595" y="1501830"/>
                  </a:lnTo>
                  <a:lnTo>
                    <a:pt x="3445440" y="1498240"/>
                  </a:lnTo>
                  <a:lnTo>
                    <a:pt x="3446285" y="1491300"/>
                  </a:lnTo>
                  <a:lnTo>
                    <a:pt x="3447130" y="1484079"/>
                  </a:lnTo>
                  <a:lnTo>
                    <a:pt x="3447975" y="1497521"/>
                  </a:lnTo>
                  <a:lnTo>
                    <a:pt x="3448820" y="1492363"/>
                  </a:lnTo>
                  <a:lnTo>
                    <a:pt x="3449666" y="1480661"/>
                  </a:lnTo>
                  <a:lnTo>
                    <a:pt x="3450511" y="1444255"/>
                  </a:lnTo>
                  <a:lnTo>
                    <a:pt x="3451356" y="1452114"/>
                  </a:lnTo>
                  <a:lnTo>
                    <a:pt x="3452201" y="1437374"/>
                  </a:lnTo>
                  <a:lnTo>
                    <a:pt x="3453046" y="1518765"/>
                  </a:lnTo>
                  <a:lnTo>
                    <a:pt x="3453046" y="1518765"/>
                  </a:lnTo>
                  <a:lnTo>
                    <a:pt x="3453891" y="1518765"/>
                  </a:lnTo>
                  <a:lnTo>
                    <a:pt x="3454736" y="1455196"/>
                  </a:lnTo>
                  <a:lnTo>
                    <a:pt x="3455581" y="1454127"/>
                  </a:lnTo>
                  <a:lnTo>
                    <a:pt x="3456426" y="1518765"/>
                  </a:lnTo>
                  <a:lnTo>
                    <a:pt x="3456426" y="1518765"/>
                  </a:lnTo>
                  <a:lnTo>
                    <a:pt x="3457271" y="1518765"/>
                  </a:lnTo>
                  <a:lnTo>
                    <a:pt x="3458116" y="1518765"/>
                  </a:lnTo>
                  <a:lnTo>
                    <a:pt x="3458962" y="1518765"/>
                  </a:lnTo>
                  <a:lnTo>
                    <a:pt x="3459807" y="1410814"/>
                  </a:lnTo>
                  <a:lnTo>
                    <a:pt x="3460652" y="1412892"/>
                  </a:lnTo>
                  <a:lnTo>
                    <a:pt x="3461497" y="1387312"/>
                  </a:lnTo>
                  <a:lnTo>
                    <a:pt x="3462342" y="1390659"/>
                  </a:lnTo>
                  <a:lnTo>
                    <a:pt x="3463187" y="1380170"/>
                  </a:lnTo>
                  <a:lnTo>
                    <a:pt x="3464032" y="1374826"/>
                  </a:lnTo>
                  <a:lnTo>
                    <a:pt x="3464877" y="1367307"/>
                  </a:lnTo>
                  <a:lnTo>
                    <a:pt x="3465722" y="1363343"/>
                  </a:lnTo>
                  <a:lnTo>
                    <a:pt x="3466567" y="1361823"/>
                  </a:lnTo>
                  <a:lnTo>
                    <a:pt x="3467413" y="1391427"/>
                  </a:lnTo>
                  <a:lnTo>
                    <a:pt x="3468258" y="1388981"/>
                  </a:lnTo>
                  <a:lnTo>
                    <a:pt x="3469103" y="1382285"/>
                  </a:lnTo>
                  <a:lnTo>
                    <a:pt x="3469948" y="1373280"/>
                  </a:lnTo>
                  <a:lnTo>
                    <a:pt x="3470793" y="1385288"/>
                  </a:lnTo>
                  <a:lnTo>
                    <a:pt x="3471638" y="1374208"/>
                  </a:lnTo>
                  <a:lnTo>
                    <a:pt x="3472483" y="1347172"/>
                  </a:lnTo>
                  <a:lnTo>
                    <a:pt x="3473328" y="1356978"/>
                  </a:lnTo>
                  <a:lnTo>
                    <a:pt x="3474173" y="1354151"/>
                  </a:lnTo>
                  <a:lnTo>
                    <a:pt x="3475018" y="1518765"/>
                  </a:lnTo>
                  <a:lnTo>
                    <a:pt x="3475018" y="1518765"/>
                  </a:lnTo>
                  <a:lnTo>
                    <a:pt x="3475863" y="1518765"/>
                  </a:lnTo>
                  <a:lnTo>
                    <a:pt x="3476709" y="1518765"/>
                  </a:lnTo>
                  <a:lnTo>
                    <a:pt x="3477554" y="1400364"/>
                  </a:lnTo>
                  <a:lnTo>
                    <a:pt x="3478399" y="1404219"/>
                  </a:lnTo>
                  <a:lnTo>
                    <a:pt x="3479244" y="1518765"/>
                  </a:lnTo>
                  <a:lnTo>
                    <a:pt x="3479244" y="1518765"/>
                  </a:lnTo>
                  <a:lnTo>
                    <a:pt x="3480089" y="1427792"/>
                  </a:lnTo>
                  <a:lnTo>
                    <a:pt x="3480934" y="1518765"/>
                  </a:lnTo>
                  <a:lnTo>
                    <a:pt x="3480934" y="1518765"/>
                  </a:lnTo>
                  <a:lnTo>
                    <a:pt x="3481779" y="1518765"/>
                  </a:lnTo>
                  <a:lnTo>
                    <a:pt x="3482624" y="1518765"/>
                  </a:lnTo>
                  <a:lnTo>
                    <a:pt x="3483469" y="1483983"/>
                  </a:lnTo>
                  <a:lnTo>
                    <a:pt x="3484314" y="1472525"/>
                  </a:lnTo>
                  <a:lnTo>
                    <a:pt x="3485159" y="1468413"/>
                  </a:lnTo>
                  <a:lnTo>
                    <a:pt x="3486005" y="1451750"/>
                  </a:lnTo>
                  <a:lnTo>
                    <a:pt x="3486850" y="1458218"/>
                  </a:lnTo>
                  <a:lnTo>
                    <a:pt x="3487695" y="1466776"/>
                  </a:lnTo>
                  <a:lnTo>
                    <a:pt x="3488540" y="1455104"/>
                  </a:lnTo>
                  <a:lnTo>
                    <a:pt x="3489385" y="1442101"/>
                  </a:lnTo>
                  <a:lnTo>
                    <a:pt x="3490230" y="1447105"/>
                  </a:lnTo>
                  <a:lnTo>
                    <a:pt x="3491075" y="1449155"/>
                  </a:lnTo>
                  <a:lnTo>
                    <a:pt x="3491920" y="1456365"/>
                  </a:lnTo>
                  <a:lnTo>
                    <a:pt x="3492765" y="1436870"/>
                  </a:lnTo>
                  <a:lnTo>
                    <a:pt x="3493610" y="1433284"/>
                  </a:lnTo>
                  <a:lnTo>
                    <a:pt x="3494455" y="1430757"/>
                  </a:lnTo>
                  <a:lnTo>
                    <a:pt x="3495301" y="1437073"/>
                  </a:lnTo>
                  <a:lnTo>
                    <a:pt x="3496146" y="1441071"/>
                  </a:lnTo>
                  <a:lnTo>
                    <a:pt x="3496991" y="1447785"/>
                  </a:lnTo>
                  <a:lnTo>
                    <a:pt x="3497836" y="1459352"/>
                  </a:lnTo>
                  <a:lnTo>
                    <a:pt x="3498681" y="1461916"/>
                  </a:lnTo>
                  <a:lnTo>
                    <a:pt x="3499526" y="1460967"/>
                  </a:lnTo>
                  <a:lnTo>
                    <a:pt x="3500371" y="1440407"/>
                  </a:lnTo>
                  <a:lnTo>
                    <a:pt x="3501216" y="1446602"/>
                  </a:lnTo>
                  <a:lnTo>
                    <a:pt x="3502061" y="1439709"/>
                  </a:lnTo>
                  <a:lnTo>
                    <a:pt x="3502906" y="1450032"/>
                  </a:lnTo>
                  <a:lnTo>
                    <a:pt x="3503751" y="1471754"/>
                  </a:lnTo>
                  <a:lnTo>
                    <a:pt x="3504597" y="1469990"/>
                  </a:lnTo>
                  <a:lnTo>
                    <a:pt x="3505442" y="1461532"/>
                  </a:lnTo>
                  <a:lnTo>
                    <a:pt x="3506287" y="1461661"/>
                  </a:lnTo>
                  <a:lnTo>
                    <a:pt x="3507132" y="1471349"/>
                  </a:lnTo>
                  <a:lnTo>
                    <a:pt x="3507977" y="1478081"/>
                  </a:lnTo>
                  <a:lnTo>
                    <a:pt x="3508822" y="1518765"/>
                  </a:lnTo>
                  <a:lnTo>
                    <a:pt x="3508822" y="1518765"/>
                  </a:lnTo>
                  <a:lnTo>
                    <a:pt x="3509667" y="1471267"/>
                  </a:lnTo>
                  <a:lnTo>
                    <a:pt x="3510512" y="1482534"/>
                  </a:lnTo>
                  <a:lnTo>
                    <a:pt x="3511357" y="1481175"/>
                  </a:lnTo>
                  <a:lnTo>
                    <a:pt x="3512202" y="1489785"/>
                  </a:lnTo>
                  <a:lnTo>
                    <a:pt x="3513047" y="1518765"/>
                  </a:lnTo>
                  <a:lnTo>
                    <a:pt x="3513047" y="1518765"/>
                  </a:lnTo>
                  <a:lnTo>
                    <a:pt x="3513893" y="1518765"/>
                  </a:lnTo>
                  <a:lnTo>
                    <a:pt x="3514738" y="1483288"/>
                  </a:lnTo>
                  <a:lnTo>
                    <a:pt x="3515583" y="1482126"/>
                  </a:lnTo>
                  <a:lnTo>
                    <a:pt x="3516428" y="1484624"/>
                  </a:lnTo>
                  <a:lnTo>
                    <a:pt x="3517273" y="1474386"/>
                  </a:lnTo>
                  <a:lnTo>
                    <a:pt x="3518118" y="1481680"/>
                  </a:lnTo>
                  <a:lnTo>
                    <a:pt x="3518963" y="1468751"/>
                  </a:lnTo>
                  <a:lnTo>
                    <a:pt x="3519808" y="1446501"/>
                  </a:lnTo>
                  <a:lnTo>
                    <a:pt x="3520653" y="1447078"/>
                  </a:lnTo>
                  <a:lnTo>
                    <a:pt x="3521498" y="1431317"/>
                  </a:lnTo>
                  <a:lnTo>
                    <a:pt x="3522343" y="1437421"/>
                  </a:lnTo>
                  <a:lnTo>
                    <a:pt x="3523189" y="1420205"/>
                  </a:lnTo>
                  <a:lnTo>
                    <a:pt x="3524034" y="1417638"/>
                  </a:lnTo>
                  <a:lnTo>
                    <a:pt x="3524879" y="1443223"/>
                  </a:lnTo>
                  <a:lnTo>
                    <a:pt x="3525724" y="1466726"/>
                  </a:lnTo>
                  <a:lnTo>
                    <a:pt x="3526569" y="1486577"/>
                  </a:lnTo>
                  <a:lnTo>
                    <a:pt x="3527414" y="1481761"/>
                  </a:lnTo>
                  <a:lnTo>
                    <a:pt x="3528259" y="1493282"/>
                  </a:lnTo>
                  <a:lnTo>
                    <a:pt x="3529104" y="1491294"/>
                  </a:lnTo>
                  <a:lnTo>
                    <a:pt x="3529949" y="1485200"/>
                  </a:lnTo>
                  <a:lnTo>
                    <a:pt x="3530794" y="1489855"/>
                  </a:lnTo>
                  <a:lnTo>
                    <a:pt x="3531640" y="1484756"/>
                  </a:lnTo>
                  <a:lnTo>
                    <a:pt x="3532485" y="1464900"/>
                  </a:lnTo>
                  <a:lnTo>
                    <a:pt x="3533330" y="1518765"/>
                  </a:lnTo>
                  <a:lnTo>
                    <a:pt x="3533330" y="1518765"/>
                  </a:lnTo>
                  <a:lnTo>
                    <a:pt x="3534175" y="1440896"/>
                  </a:lnTo>
                  <a:lnTo>
                    <a:pt x="3535020" y="1453200"/>
                  </a:lnTo>
                  <a:lnTo>
                    <a:pt x="3535865" y="1465390"/>
                  </a:lnTo>
                  <a:lnTo>
                    <a:pt x="3536710" y="1438009"/>
                  </a:lnTo>
                  <a:lnTo>
                    <a:pt x="3537555" y="1518765"/>
                  </a:lnTo>
                  <a:lnTo>
                    <a:pt x="3537555" y="1518765"/>
                  </a:lnTo>
                  <a:lnTo>
                    <a:pt x="3538400" y="1518765"/>
                  </a:lnTo>
                  <a:lnTo>
                    <a:pt x="3539245" y="1432401"/>
                  </a:lnTo>
                  <a:lnTo>
                    <a:pt x="3540090" y="1437811"/>
                  </a:lnTo>
                  <a:lnTo>
                    <a:pt x="3540936" y="1429123"/>
                  </a:lnTo>
                  <a:lnTo>
                    <a:pt x="3541781" y="1436017"/>
                  </a:lnTo>
                  <a:lnTo>
                    <a:pt x="3542626" y="1453134"/>
                  </a:lnTo>
                  <a:lnTo>
                    <a:pt x="3543471" y="1518765"/>
                  </a:lnTo>
                  <a:lnTo>
                    <a:pt x="3543471" y="1518765"/>
                  </a:lnTo>
                  <a:lnTo>
                    <a:pt x="3544316" y="1518765"/>
                  </a:lnTo>
                  <a:lnTo>
                    <a:pt x="3545161" y="1518765"/>
                  </a:lnTo>
                  <a:lnTo>
                    <a:pt x="3546006" y="1518765"/>
                  </a:lnTo>
                  <a:lnTo>
                    <a:pt x="3546851" y="1480960"/>
                  </a:lnTo>
                  <a:lnTo>
                    <a:pt x="3547696" y="1471582"/>
                  </a:lnTo>
                  <a:lnTo>
                    <a:pt x="3548541" y="1480233"/>
                  </a:lnTo>
                  <a:lnTo>
                    <a:pt x="3549386" y="1473760"/>
                  </a:lnTo>
                  <a:lnTo>
                    <a:pt x="3550232" y="1474934"/>
                  </a:lnTo>
                  <a:lnTo>
                    <a:pt x="3551077" y="1472852"/>
                  </a:lnTo>
                  <a:lnTo>
                    <a:pt x="3551922" y="1453855"/>
                  </a:lnTo>
                  <a:lnTo>
                    <a:pt x="3552767" y="1416059"/>
                  </a:lnTo>
                  <a:lnTo>
                    <a:pt x="3553612" y="1426974"/>
                  </a:lnTo>
                  <a:lnTo>
                    <a:pt x="3554457" y="1463333"/>
                  </a:lnTo>
                  <a:lnTo>
                    <a:pt x="3555302" y="1475475"/>
                  </a:lnTo>
                  <a:lnTo>
                    <a:pt x="3556147" y="1479694"/>
                  </a:lnTo>
                  <a:lnTo>
                    <a:pt x="3556992" y="1495918"/>
                  </a:lnTo>
                  <a:lnTo>
                    <a:pt x="3557837" y="1474154"/>
                  </a:lnTo>
                  <a:lnTo>
                    <a:pt x="3558682" y="1486560"/>
                  </a:lnTo>
                  <a:lnTo>
                    <a:pt x="3559528" y="1461655"/>
                  </a:lnTo>
                  <a:lnTo>
                    <a:pt x="3560373" y="1441147"/>
                  </a:lnTo>
                  <a:lnTo>
                    <a:pt x="3561218" y="1446487"/>
                  </a:lnTo>
                  <a:lnTo>
                    <a:pt x="3562063" y="1455741"/>
                  </a:lnTo>
                  <a:lnTo>
                    <a:pt x="3562908" y="1466616"/>
                  </a:lnTo>
                  <a:lnTo>
                    <a:pt x="3563753" y="1443227"/>
                  </a:lnTo>
                  <a:lnTo>
                    <a:pt x="3564598" y="1456929"/>
                  </a:lnTo>
                  <a:lnTo>
                    <a:pt x="3565443" y="1455893"/>
                  </a:lnTo>
                  <a:lnTo>
                    <a:pt x="3566288" y="1448399"/>
                  </a:lnTo>
                  <a:lnTo>
                    <a:pt x="3567133" y="1435790"/>
                  </a:lnTo>
                  <a:lnTo>
                    <a:pt x="3567978" y="1411213"/>
                  </a:lnTo>
                  <a:lnTo>
                    <a:pt x="3568824" y="1411659"/>
                  </a:lnTo>
                  <a:lnTo>
                    <a:pt x="3569669" y="1398500"/>
                  </a:lnTo>
                  <a:lnTo>
                    <a:pt x="3570514" y="1384735"/>
                  </a:lnTo>
                  <a:lnTo>
                    <a:pt x="3571359" y="1359626"/>
                  </a:lnTo>
                  <a:lnTo>
                    <a:pt x="3572204" y="1518765"/>
                  </a:lnTo>
                  <a:lnTo>
                    <a:pt x="3572204" y="1518765"/>
                  </a:lnTo>
                  <a:lnTo>
                    <a:pt x="3573049" y="1518765"/>
                  </a:lnTo>
                  <a:lnTo>
                    <a:pt x="3573894" y="1518765"/>
                  </a:lnTo>
                  <a:lnTo>
                    <a:pt x="3574739" y="1360003"/>
                  </a:lnTo>
                  <a:lnTo>
                    <a:pt x="3575584" y="1366056"/>
                  </a:lnTo>
                  <a:lnTo>
                    <a:pt x="3576429" y="1358496"/>
                  </a:lnTo>
                  <a:lnTo>
                    <a:pt x="3577274" y="1518765"/>
                  </a:lnTo>
                  <a:lnTo>
                    <a:pt x="3577274" y="1518765"/>
                  </a:lnTo>
                  <a:lnTo>
                    <a:pt x="3578120" y="1518765"/>
                  </a:lnTo>
                  <a:lnTo>
                    <a:pt x="3578965" y="1518765"/>
                  </a:lnTo>
                  <a:lnTo>
                    <a:pt x="3579810" y="1399873"/>
                  </a:lnTo>
                  <a:lnTo>
                    <a:pt x="3580655" y="1404323"/>
                  </a:lnTo>
                  <a:lnTo>
                    <a:pt x="3581500" y="1518765"/>
                  </a:lnTo>
                  <a:lnTo>
                    <a:pt x="3581500" y="1518765"/>
                  </a:lnTo>
                  <a:lnTo>
                    <a:pt x="3582345" y="1415941"/>
                  </a:lnTo>
                  <a:lnTo>
                    <a:pt x="3583190" y="1413223"/>
                  </a:lnTo>
                  <a:lnTo>
                    <a:pt x="3584035" y="1430115"/>
                  </a:lnTo>
                  <a:lnTo>
                    <a:pt x="3584880" y="1426894"/>
                  </a:lnTo>
                  <a:lnTo>
                    <a:pt x="3585725" y="1434430"/>
                  </a:lnTo>
                  <a:lnTo>
                    <a:pt x="3586570" y="1427670"/>
                  </a:lnTo>
                  <a:lnTo>
                    <a:pt x="3587416" y="1431156"/>
                  </a:lnTo>
                  <a:lnTo>
                    <a:pt x="3588261" y="1421488"/>
                  </a:lnTo>
                  <a:lnTo>
                    <a:pt x="3589106" y="1410948"/>
                  </a:lnTo>
                  <a:lnTo>
                    <a:pt x="3589951" y="1409499"/>
                  </a:lnTo>
                  <a:lnTo>
                    <a:pt x="3590796" y="1389651"/>
                  </a:lnTo>
                  <a:lnTo>
                    <a:pt x="3591641" y="1379682"/>
                  </a:lnTo>
                  <a:lnTo>
                    <a:pt x="3592486" y="1381295"/>
                  </a:lnTo>
                  <a:lnTo>
                    <a:pt x="3593331" y="1385990"/>
                  </a:lnTo>
                  <a:lnTo>
                    <a:pt x="3594176" y="1409728"/>
                  </a:lnTo>
                  <a:lnTo>
                    <a:pt x="3595021" y="1518765"/>
                  </a:lnTo>
                  <a:lnTo>
                    <a:pt x="3595021" y="1518765"/>
                  </a:lnTo>
                  <a:lnTo>
                    <a:pt x="3595867" y="1518765"/>
                  </a:lnTo>
                  <a:lnTo>
                    <a:pt x="3596712" y="1441212"/>
                  </a:lnTo>
                  <a:lnTo>
                    <a:pt x="3597557" y="1431719"/>
                  </a:lnTo>
                  <a:lnTo>
                    <a:pt x="3598402" y="1441875"/>
                  </a:lnTo>
                  <a:lnTo>
                    <a:pt x="3599247" y="1439998"/>
                  </a:lnTo>
                  <a:lnTo>
                    <a:pt x="3600092" y="1434949"/>
                  </a:lnTo>
                  <a:lnTo>
                    <a:pt x="3600937" y="1445081"/>
                  </a:lnTo>
                  <a:lnTo>
                    <a:pt x="3601782" y="1450135"/>
                  </a:lnTo>
                  <a:lnTo>
                    <a:pt x="3602627" y="1451664"/>
                  </a:lnTo>
                  <a:lnTo>
                    <a:pt x="3603472" y="1518765"/>
                  </a:lnTo>
                  <a:lnTo>
                    <a:pt x="3603472" y="1518765"/>
                  </a:lnTo>
                  <a:lnTo>
                    <a:pt x="3604317" y="1518765"/>
                  </a:lnTo>
                  <a:lnTo>
                    <a:pt x="3605163" y="1518765"/>
                  </a:lnTo>
                  <a:lnTo>
                    <a:pt x="3606008" y="1518765"/>
                  </a:lnTo>
                  <a:lnTo>
                    <a:pt x="3606853" y="1518765"/>
                  </a:lnTo>
                  <a:lnTo>
                    <a:pt x="3607698" y="1518765"/>
                  </a:lnTo>
                  <a:lnTo>
                    <a:pt x="3608543" y="1518765"/>
                  </a:lnTo>
                  <a:lnTo>
                    <a:pt x="3609388" y="1518765"/>
                  </a:lnTo>
                  <a:lnTo>
                    <a:pt x="3610233" y="1518765"/>
                  </a:lnTo>
                  <a:lnTo>
                    <a:pt x="3611078" y="1518765"/>
                  </a:lnTo>
                  <a:lnTo>
                    <a:pt x="3611923" y="1518765"/>
                  </a:lnTo>
                  <a:lnTo>
                    <a:pt x="3612768" y="1518765"/>
                  </a:lnTo>
                  <a:lnTo>
                    <a:pt x="3613613" y="1518765"/>
                  </a:lnTo>
                  <a:lnTo>
                    <a:pt x="3614459" y="1518765"/>
                  </a:lnTo>
                  <a:lnTo>
                    <a:pt x="3615304" y="1518765"/>
                  </a:lnTo>
                  <a:lnTo>
                    <a:pt x="3616149" y="1518765"/>
                  </a:lnTo>
                  <a:lnTo>
                    <a:pt x="3616994" y="1518765"/>
                  </a:lnTo>
                  <a:lnTo>
                    <a:pt x="3617839" y="1518765"/>
                  </a:lnTo>
                  <a:lnTo>
                    <a:pt x="3618684" y="1518765"/>
                  </a:lnTo>
                  <a:lnTo>
                    <a:pt x="3619529" y="1518765"/>
                  </a:lnTo>
                  <a:lnTo>
                    <a:pt x="3620374" y="1518765"/>
                  </a:lnTo>
                  <a:lnTo>
                    <a:pt x="3621219" y="1518765"/>
                  </a:lnTo>
                  <a:lnTo>
                    <a:pt x="3622064" y="1518765"/>
                  </a:lnTo>
                  <a:lnTo>
                    <a:pt x="3622909" y="1518765"/>
                  </a:lnTo>
                  <a:lnTo>
                    <a:pt x="3623755" y="1518765"/>
                  </a:lnTo>
                  <a:lnTo>
                    <a:pt x="3624600" y="1518765"/>
                  </a:lnTo>
                  <a:lnTo>
                    <a:pt x="3625445" y="1518765"/>
                  </a:lnTo>
                  <a:lnTo>
                    <a:pt x="3626290" y="1518765"/>
                  </a:lnTo>
                  <a:lnTo>
                    <a:pt x="3627135" y="1518765"/>
                  </a:lnTo>
                  <a:lnTo>
                    <a:pt x="3627980" y="1518765"/>
                  </a:lnTo>
                  <a:lnTo>
                    <a:pt x="3628825" y="1518765"/>
                  </a:lnTo>
                  <a:lnTo>
                    <a:pt x="3629670" y="1518765"/>
                  </a:lnTo>
                  <a:lnTo>
                    <a:pt x="3630515" y="1518765"/>
                  </a:lnTo>
                  <a:lnTo>
                    <a:pt x="3631360" y="1518765"/>
                  </a:lnTo>
                  <a:lnTo>
                    <a:pt x="3632205" y="1518765"/>
                  </a:lnTo>
                  <a:lnTo>
                    <a:pt x="3633051" y="1518765"/>
                  </a:lnTo>
                  <a:lnTo>
                    <a:pt x="3633896" y="1518765"/>
                  </a:lnTo>
                  <a:lnTo>
                    <a:pt x="3634741" y="1518765"/>
                  </a:lnTo>
                  <a:lnTo>
                    <a:pt x="3635586" y="1518765"/>
                  </a:lnTo>
                  <a:lnTo>
                    <a:pt x="3636431" y="1518765"/>
                  </a:lnTo>
                  <a:lnTo>
                    <a:pt x="3637276" y="1518765"/>
                  </a:lnTo>
                  <a:lnTo>
                    <a:pt x="3638121" y="1518765"/>
                  </a:lnTo>
                  <a:lnTo>
                    <a:pt x="3638966" y="1518765"/>
                  </a:lnTo>
                  <a:lnTo>
                    <a:pt x="3639811" y="1518765"/>
                  </a:lnTo>
                  <a:lnTo>
                    <a:pt x="3640656" y="1518765"/>
                  </a:lnTo>
                  <a:lnTo>
                    <a:pt x="3641501" y="1518765"/>
                  </a:lnTo>
                  <a:lnTo>
                    <a:pt x="3642347" y="1518765"/>
                  </a:lnTo>
                  <a:lnTo>
                    <a:pt x="3643192" y="1518765"/>
                  </a:lnTo>
                  <a:lnTo>
                    <a:pt x="3644037" y="1518765"/>
                  </a:lnTo>
                  <a:lnTo>
                    <a:pt x="3644882" y="1518765"/>
                  </a:lnTo>
                  <a:lnTo>
                    <a:pt x="3645727" y="1518765"/>
                  </a:lnTo>
                  <a:lnTo>
                    <a:pt x="3646572" y="1518765"/>
                  </a:lnTo>
                  <a:lnTo>
                    <a:pt x="3647417" y="1518765"/>
                  </a:lnTo>
                  <a:lnTo>
                    <a:pt x="3648262" y="1518765"/>
                  </a:lnTo>
                  <a:lnTo>
                    <a:pt x="3649107" y="1518765"/>
                  </a:lnTo>
                  <a:lnTo>
                    <a:pt x="3649952" y="1518765"/>
                  </a:lnTo>
                  <a:lnTo>
                    <a:pt x="3650797" y="1518765"/>
                  </a:lnTo>
                  <a:lnTo>
                    <a:pt x="3651643" y="1518765"/>
                  </a:lnTo>
                  <a:lnTo>
                    <a:pt x="3652488" y="1518765"/>
                  </a:lnTo>
                  <a:lnTo>
                    <a:pt x="3653333" y="1518765"/>
                  </a:lnTo>
                  <a:lnTo>
                    <a:pt x="3654178" y="1518765"/>
                  </a:lnTo>
                  <a:lnTo>
                    <a:pt x="3655023" y="1518765"/>
                  </a:lnTo>
                  <a:lnTo>
                    <a:pt x="3655868" y="1518765"/>
                  </a:lnTo>
                  <a:lnTo>
                    <a:pt x="3656713" y="1518765"/>
                  </a:lnTo>
                  <a:lnTo>
                    <a:pt x="3657558" y="1518765"/>
                  </a:lnTo>
                  <a:lnTo>
                    <a:pt x="3658403" y="1518765"/>
                  </a:lnTo>
                  <a:lnTo>
                    <a:pt x="3659248" y="1518765"/>
                  </a:lnTo>
                  <a:lnTo>
                    <a:pt x="3660094" y="1518765"/>
                  </a:lnTo>
                  <a:lnTo>
                    <a:pt x="3660939" y="1518765"/>
                  </a:lnTo>
                  <a:lnTo>
                    <a:pt x="3661784" y="1518765"/>
                  </a:lnTo>
                  <a:lnTo>
                    <a:pt x="3662629" y="1518765"/>
                  </a:lnTo>
                  <a:lnTo>
                    <a:pt x="3663474" y="1518765"/>
                  </a:lnTo>
                  <a:lnTo>
                    <a:pt x="3664319" y="1518765"/>
                  </a:lnTo>
                  <a:lnTo>
                    <a:pt x="3665164" y="1518765"/>
                  </a:lnTo>
                  <a:lnTo>
                    <a:pt x="3666009" y="1518765"/>
                  </a:lnTo>
                  <a:lnTo>
                    <a:pt x="3666854" y="1518765"/>
                  </a:lnTo>
                  <a:lnTo>
                    <a:pt x="3667699" y="1518765"/>
                  </a:lnTo>
                  <a:lnTo>
                    <a:pt x="3668544" y="1518765"/>
                  </a:lnTo>
                  <a:lnTo>
                    <a:pt x="3669390" y="1518765"/>
                  </a:lnTo>
                  <a:lnTo>
                    <a:pt x="3670235" y="1518765"/>
                  </a:lnTo>
                  <a:lnTo>
                    <a:pt x="3671080" y="1518765"/>
                  </a:lnTo>
                  <a:lnTo>
                    <a:pt x="3671925" y="1518765"/>
                  </a:lnTo>
                  <a:lnTo>
                    <a:pt x="3672770" y="1518765"/>
                  </a:lnTo>
                  <a:lnTo>
                    <a:pt x="3673615" y="1518765"/>
                  </a:lnTo>
                  <a:lnTo>
                    <a:pt x="3674460" y="1418742"/>
                  </a:lnTo>
                  <a:lnTo>
                    <a:pt x="3675305" y="1445931"/>
                  </a:lnTo>
                  <a:lnTo>
                    <a:pt x="3676150" y="1469136"/>
                  </a:lnTo>
                  <a:lnTo>
                    <a:pt x="3676995" y="1477965"/>
                  </a:lnTo>
                  <a:lnTo>
                    <a:pt x="3677840" y="1489360"/>
                  </a:lnTo>
                  <a:lnTo>
                    <a:pt x="3678686" y="1497106"/>
                  </a:lnTo>
                  <a:lnTo>
                    <a:pt x="3679531" y="1518765"/>
                  </a:lnTo>
                  <a:lnTo>
                    <a:pt x="3679531" y="1518765"/>
                  </a:lnTo>
                  <a:lnTo>
                    <a:pt x="3680376" y="1518765"/>
                  </a:lnTo>
                  <a:lnTo>
                    <a:pt x="3681221" y="1478973"/>
                  </a:lnTo>
                  <a:lnTo>
                    <a:pt x="3682066" y="1460606"/>
                  </a:lnTo>
                  <a:lnTo>
                    <a:pt x="3682911" y="1464983"/>
                  </a:lnTo>
                  <a:lnTo>
                    <a:pt x="3683756" y="1459654"/>
                  </a:lnTo>
                  <a:lnTo>
                    <a:pt x="3684601" y="1469157"/>
                  </a:lnTo>
                  <a:lnTo>
                    <a:pt x="3685446" y="1461487"/>
                  </a:lnTo>
                  <a:lnTo>
                    <a:pt x="3686291" y="1452203"/>
                  </a:lnTo>
                  <a:lnTo>
                    <a:pt x="3687136" y="1449535"/>
                  </a:lnTo>
                  <a:lnTo>
                    <a:pt x="3687982" y="1518765"/>
                  </a:lnTo>
                  <a:lnTo>
                    <a:pt x="3687982" y="1518765"/>
                  </a:lnTo>
                  <a:lnTo>
                    <a:pt x="3688827" y="1518765"/>
                  </a:lnTo>
                  <a:lnTo>
                    <a:pt x="3689672" y="1442568"/>
                  </a:lnTo>
                  <a:lnTo>
                    <a:pt x="3690517" y="1518765"/>
                  </a:lnTo>
                  <a:lnTo>
                    <a:pt x="3690517" y="1518765"/>
                  </a:lnTo>
                  <a:lnTo>
                    <a:pt x="3691362" y="1461332"/>
                  </a:lnTo>
                  <a:lnTo>
                    <a:pt x="3692207" y="1467398"/>
                  </a:lnTo>
                  <a:lnTo>
                    <a:pt x="3693052" y="1468474"/>
                  </a:lnTo>
                  <a:lnTo>
                    <a:pt x="3693897" y="1468001"/>
                  </a:lnTo>
                  <a:lnTo>
                    <a:pt x="3694742" y="1482333"/>
                  </a:lnTo>
                  <a:lnTo>
                    <a:pt x="3695587" y="1495016"/>
                  </a:lnTo>
                  <a:lnTo>
                    <a:pt x="3696432" y="1502184"/>
                  </a:lnTo>
                  <a:lnTo>
                    <a:pt x="3697278" y="1505875"/>
                  </a:lnTo>
                  <a:lnTo>
                    <a:pt x="3698123" y="1505729"/>
                  </a:lnTo>
                  <a:lnTo>
                    <a:pt x="3698968" y="1495106"/>
                  </a:lnTo>
                  <a:lnTo>
                    <a:pt x="3699813" y="1492803"/>
                  </a:lnTo>
                  <a:lnTo>
                    <a:pt x="3700658" y="1489250"/>
                  </a:lnTo>
                  <a:lnTo>
                    <a:pt x="3701503" y="1492258"/>
                  </a:lnTo>
                  <a:lnTo>
                    <a:pt x="3702348" y="1506991"/>
                  </a:lnTo>
                  <a:lnTo>
                    <a:pt x="3703193" y="1508511"/>
                  </a:lnTo>
                  <a:lnTo>
                    <a:pt x="3704038" y="1518765"/>
                  </a:lnTo>
                  <a:lnTo>
                    <a:pt x="3704038" y="1518765"/>
                  </a:lnTo>
                  <a:lnTo>
                    <a:pt x="3704883" y="1518765"/>
                  </a:lnTo>
                  <a:lnTo>
                    <a:pt x="3705728" y="1515278"/>
                  </a:lnTo>
                  <a:lnTo>
                    <a:pt x="3706574" y="1506490"/>
                  </a:lnTo>
                  <a:lnTo>
                    <a:pt x="3707419" y="1503591"/>
                  </a:lnTo>
                  <a:lnTo>
                    <a:pt x="3708264" y="1499119"/>
                  </a:lnTo>
                  <a:lnTo>
                    <a:pt x="3709109" y="1488481"/>
                  </a:lnTo>
                  <a:lnTo>
                    <a:pt x="3709954" y="1473673"/>
                  </a:lnTo>
                  <a:lnTo>
                    <a:pt x="3710799" y="1467120"/>
                  </a:lnTo>
                  <a:lnTo>
                    <a:pt x="3711644" y="1465935"/>
                  </a:lnTo>
                  <a:lnTo>
                    <a:pt x="3712489" y="1463083"/>
                  </a:lnTo>
                  <a:lnTo>
                    <a:pt x="3713334" y="1462939"/>
                  </a:lnTo>
                  <a:lnTo>
                    <a:pt x="3714179" y="1462759"/>
                  </a:lnTo>
                  <a:lnTo>
                    <a:pt x="3715024" y="1464348"/>
                  </a:lnTo>
                  <a:lnTo>
                    <a:pt x="3715870" y="1469921"/>
                  </a:lnTo>
                  <a:lnTo>
                    <a:pt x="3716715" y="1466437"/>
                  </a:lnTo>
                  <a:lnTo>
                    <a:pt x="3717560" y="1475370"/>
                  </a:lnTo>
                  <a:lnTo>
                    <a:pt x="3718405" y="1480032"/>
                  </a:lnTo>
                  <a:lnTo>
                    <a:pt x="3719250" y="1472855"/>
                  </a:lnTo>
                  <a:lnTo>
                    <a:pt x="3720095" y="1469779"/>
                  </a:lnTo>
                  <a:lnTo>
                    <a:pt x="3720940" y="1466783"/>
                  </a:lnTo>
                  <a:lnTo>
                    <a:pt x="3721785" y="1493624"/>
                  </a:lnTo>
                  <a:lnTo>
                    <a:pt x="3722630" y="1497831"/>
                  </a:lnTo>
                  <a:lnTo>
                    <a:pt x="3723475" y="1500062"/>
                  </a:lnTo>
                  <a:lnTo>
                    <a:pt x="3724321" y="1502960"/>
                  </a:lnTo>
                  <a:lnTo>
                    <a:pt x="3725166" y="1504852"/>
                  </a:lnTo>
                  <a:lnTo>
                    <a:pt x="3726011" y="1497241"/>
                  </a:lnTo>
                  <a:lnTo>
                    <a:pt x="3726856" y="1485371"/>
                  </a:lnTo>
                  <a:lnTo>
                    <a:pt x="3727701" y="1477354"/>
                  </a:lnTo>
                  <a:lnTo>
                    <a:pt x="3728546" y="1487877"/>
                  </a:lnTo>
                  <a:lnTo>
                    <a:pt x="3729391" y="1492456"/>
                  </a:lnTo>
                  <a:lnTo>
                    <a:pt x="3730236" y="1518765"/>
                  </a:lnTo>
                  <a:lnTo>
                    <a:pt x="3730236" y="1518765"/>
                  </a:lnTo>
                  <a:lnTo>
                    <a:pt x="3731081" y="1518765"/>
                  </a:lnTo>
                  <a:lnTo>
                    <a:pt x="3731926" y="1518765"/>
                  </a:lnTo>
                  <a:lnTo>
                    <a:pt x="3732771" y="1480583"/>
                  </a:lnTo>
                  <a:lnTo>
                    <a:pt x="3733617" y="1490970"/>
                  </a:lnTo>
                  <a:lnTo>
                    <a:pt x="3734462" y="1495992"/>
                  </a:lnTo>
                  <a:lnTo>
                    <a:pt x="3735307" y="1497985"/>
                  </a:lnTo>
                  <a:lnTo>
                    <a:pt x="3736152" y="1493191"/>
                  </a:lnTo>
                  <a:lnTo>
                    <a:pt x="3736997" y="1482797"/>
                  </a:lnTo>
                  <a:lnTo>
                    <a:pt x="3737842" y="1484825"/>
                  </a:lnTo>
                  <a:lnTo>
                    <a:pt x="3738687" y="1495571"/>
                  </a:lnTo>
                  <a:lnTo>
                    <a:pt x="3739532" y="1491427"/>
                  </a:lnTo>
                  <a:lnTo>
                    <a:pt x="3740377" y="1518765"/>
                  </a:lnTo>
                  <a:lnTo>
                    <a:pt x="3740377" y="1518765"/>
                  </a:lnTo>
                  <a:lnTo>
                    <a:pt x="3741222" y="1518765"/>
                  </a:lnTo>
                  <a:lnTo>
                    <a:pt x="3742067" y="1501390"/>
                  </a:lnTo>
                  <a:lnTo>
                    <a:pt x="3742913" y="1508207"/>
                  </a:lnTo>
                  <a:lnTo>
                    <a:pt x="3743758" y="1500052"/>
                  </a:lnTo>
                  <a:lnTo>
                    <a:pt x="3744603" y="1508588"/>
                  </a:lnTo>
                  <a:lnTo>
                    <a:pt x="3745448" y="1504106"/>
                  </a:lnTo>
                  <a:lnTo>
                    <a:pt x="3746293" y="1510613"/>
                  </a:lnTo>
                  <a:lnTo>
                    <a:pt x="3747138" y="1500445"/>
                  </a:lnTo>
                  <a:lnTo>
                    <a:pt x="3747983" y="1486906"/>
                  </a:lnTo>
                  <a:lnTo>
                    <a:pt x="3748828" y="1481339"/>
                  </a:lnTo>
                  <a:lnTo>
                    <a:pt x="3749673" y="1476067"/>
                  </a:lnTo>
                  <a:lnTo>
                    <a:pt x="3750518" y="1518765"/>
                  </a:lnTo>
                  <a:lnTo>
                    <a:pt x="3750518" y="1518765"/>
                  </a:lnTo>
                  <a:lnTo>
                    <a:pt x="3751363" y="1518765"/>
                  </a:lnTo>
                  <a:lnTo>
                    <a:pt x="3752209" y="1486359"/>
                  </a:lnTo>
                  <a:lnTo>
                    <a:pt x="3753054" y="1482952"/>
                  </a:lnTo>
                  <a:lnTo>
                    <a:pt x="3753899" y="1479861"/>
                  </a:lnTo>
                  <a:lnTo>
                    <a:pt x="3754744" y="1492426"/>
                  </a:lnTo>
                  <a:lnTo>
                    <a:pt x="3755589" y="1483422"/>
                  </a:lnTo>
                  <a:lnTo>
                    <a:pt x="3756434" y="1457931"/>
                  </a:lnTo>
                  <a:lnTo>
                    <a:pt x="3757279" y="1453213"/>
                  </a:lnTo>
                  <a:lnTo>
                    <a:pt x="3758124" y="1473261"/>
                  </a:lnTo>
                  <a:lnTo>
                    <a:pt x="3758969" y="1496636"/>
                  </a:lnTo>
                  <a:lnTo>
                    <a:pt x="3759814" y="1518765"/>
                  </a:lnTo>
                  <a:lnTo>
                    <a:pt x="3759814" y="1518765"/>
                  </a:lnTo>
                  <a:lnTo>
                    <a:pt x="3760659" y="1518765"/>
                  </a:lnTo>
                  <a:lnTo>
                    <a:pt x="3761505" y="1474586"/>
                  </a:lnTo>
                  <a:lnTo>
                    <a:pt x="3762350" y="1474481"/>
                  </a:lnTo>
                  <a:lnTo>
                    <a:pt x="3763195" y="1473276"/>
                  </a:lnTo>
                  <a:lnTo>
                    <a:pt x="3764040" y="1475911"/>
                  </a:lnTo>
                  <a:lnTo>
                    <a:pt x="3764885" y="1453476"/>
                  </a:lnTo>
                  <a:lnTo>
                    <a:pt x="3765730" y="1446399"/>
                  </a:lnTo>
                  <a:lnTo>
                    <a:pt x="3766575" y="1462018"/>
                  </a:lnTo>
                  <a:lnTo>
                    <a:pt x="3767420" y="1457973"/>
                  </a:lnTo>
                  <a:lnTo>
                    <a:pt x="3768265" y="1478717"/>
                  </a:lnTo>
                  <a:lnTo>
                    <a:pt x="3769110" y="1486768"/>
                  </a:lnTo>
                  <a:lnTo>
                    <a:pt x="3769955" y="1497790"/>
                  </a:lnTo>
                  <a:lnTo>
                    <a:pt x="3770801" y="1518765"/>
                  </a:lnTo>
                  <a:lnTo>
                    <a:pt x="3770801" y="1518765"/>
                  </a:lnTo>
                  <a:lnTo>
                    <a:pt x="3771646" y="1487867"/>
                  </a:lnTo>
                  <a:lnTo>
                    <a:pt x="3772491" y="1488979"/>
                  </a:lnTo>
                  <a:lnTo>
                    <a:pt x="3773336" y="1489740"/>
                  </a:lnTo>
                  <a:lnTo>
                    <a:pt x="3774181" y="1475888"/>
                  </a:lnTo>
                  <a:lnTo>
                    <a:pt x="3775026" y="1518765"/>
                  </a:lnTo>
                  <a:lnTo>
                    <a:pt x="3775026" y="1518765"/>
                  </a:lnTo>
                  <a:lnTo>
                    <a:pt x="3775871" y="1518765"/>
                  </a:lnTo>
                  <a:lnTo>
                    <a:pt x="3776716" y="1499328"/>
                  </a:lnTo>
                  <a:lnTo>
                    <a:pt x="3777561" y="1502521"/>
                  </a:lnTo>
                  <a:lnTo>
                    <a:pt x="3778406" y="1497313"/>
                  </a:lnTo>
                  <a:lnTo>
                    <a:pt x="3779251" y="1485699"/>
                  </a:lnTo>
                  <a:lnTo>
                    <a:pt x="3780097" y="1518765"/>
                  </a:lnTo>
                  <a:lnTo>
                    <a:pt x="3780097" y="1518765"/>
                  </a:lnTo>
                  <a:lnTo>
                    <a:pt x="3780942" y="1487907"/>
                  </a:lnTo>
                  <a:lnTo>
                    <a:pt x="3781787" y="1518765"/>
                  </a:lnTo>
                  <a:lnTo>
                    <a:pt x="3781787" y="1518765"/>
                  </a:lnTo>
                  <a:lnTo>
                    <a:pt x="3782632" y="1518765"/>
                  </a:lnTo>
                  <a:lnTo>
                    <a:pt x="3783477" y="1427274"/>
                  </a:lnTo>
                  <a:lnTo>
                    <a:pt x="3784322" y="1436016"/>
                  </a:lnTo>
                  <a:lnTo>
                    <a:pt x="3785167" y="1421821"/>
                  </a:lnTo>
                  <a:lnTo>
                    <a:pt x="3786012" y="1393483"/>
                  </a:lnTo>
                  <a:lnTo>
                    <a:pt x="3786857" y="1398165"/>
                  </a:lnTo>
                  <a:lnTo>
                    <a:pt x="3787702" y="1426017"/>
                  </a:lnTo>
                  <a:lnTo>
                    <a:pt x="3788548" y="1466811"/>
                  </a:lnTo>
                  <a:lnTo>
                    <a:pt x="3789393" y="1473514"/>
                  </a:lnTo>
                  <a:lnTo>
                    <a:pt x="3790238" y="1466652"/>
                  </a:lnTo>
                  <a:lnTo>
                    <a:pt x="3791083" y="1482168"/>
                  </a:lnTo>
                  <a:lnTo>
                    <a:pt x="3791928" y="1476609"/>
                  </a:lnTo>
                  <a:lnTo>
                    <a:pt x="3792773" y="1463235"/>
                  </a:lnTo>
                  <a:lnTo>
                    <a:pt x="3793618" y="1453831"/>
                  </a:lnTo>
                  <a:lnTo>
                    <a:pt x="3794463" y="1442910"/>
                  </a:lnTo>
                  <a:lnTo>
                    <a:pt x="3795308" y="1459477"/>
                  </a:lnTo>
                  <a:lnTo>
                    <a:pt x="3796153" y="1453422"/>
                  </a:lnTo>
                  <a:lnTo>
                    <a:pt x="3796998" y="1418222"/>
                  </a:lnTo>
                  <a:lnTo>
                    <a:pt x="3797844" y="1419089"/>
                  </a:lnTo>
                  <a:lnTo>
                    <a:pt x="3798689" y="1415518"/>
                  </a:lnTo>
                  <a:lnTo>
                    <a:pt x="3799534" y="1448775"/>
                  </a:lnTo>
                  <a:lnTo>
                    <a:pt x="3800379" y="1441773"/>
                  </a:lnTo>
                  <a:lnTo>
                    <a:pt x="3801224" y="1518765"/>
                  </a:lnTo>
                  <a:lnTo>
                    <a:pt x="3801224" y="1518765"/>
                  </a:lnTo>
                  <a:lnTo>
                    <a:pt x="3802069" y="1412393"/>
                  </a:lnTo>
                  <a:lnTo>
                    <a:pt x="3802914" y="1393914"/>
                  </a:lnTo>
                  <a:lnTo>
                    <a:pt x="3803759" y="1426244"/>
                  </a:lnTo>
                  <a:lnTo>
                    <a:pt x="3804604" y="1518765"/>
                  </a:lnTo>
                  <a:lnTo>
                    <a:pt x="3804604" y="1518765"/>
                  </a:lnTo>
                  <a:lnTo>
                    <a:pt x="3805449" y="1438647"/>
                  </a:lnTo>
                  <a:lnTo>
                    <a:pt x="3806294" y="1465513"/>
                  </a:lnTo>
                  <a:lnTo>
                    <a:pt x="3807140" y="1464430"/>
                  </a:lnTo>
                  <a:lnTo>
                    <a:pt x="3807985" y="1464112"/>
                  </a:lnTo>
                  <a:lnTo>
                    <a:pt x="3808830" y="1463172"/>
                  </a:lnTo>
                  <a:lnTo>
                    <a:pt x="3809675" y="1451432"/>
                  </a:lnTo>
                  <a:lnTo>
                    <a:pt x="3810520" y="1463480"/>
                  </a:lnTo>
                  <a:lnTo>
                    <a:pt x="3811365" y="1469279"/>
                  </a:lnTo>
                  <a:lnTo>
                    <a:pt x="3812210" y="1477434"/>
                  </a:lnTo>
                  <a:lnTo>
                    <a:pt x="3813055" y="1480722"/>
                  </a:lnTo>
                  <a:lnTo>
                    <a:pt x="3813900" y="1476278"/>
                  </a:lnTo>
                  <a:lnTo>
                    <a:pt x="3814745" y="1474901"/>
                  </a:lnTo>
                  <a:lnTo>
                    <a:pt x="3815590" y="1470795"/>
                  </a:lnTo>
                  <a:lnTo>
                    <a:pt x="3816436" y="1490708"/>
                  </a:lnTo>
                  <a:lnTo>
                    <a:pt x="3817281" y="1518765"/>
                  </a:lnTo>
                  <a:lnTo>
                    <a:pt x="3817281" y="1518765"/>
                  </a:lnTo>
                  <a:lnTo>
                    <a:pt x="3818126" y="1518765"/>
                  </a:lnTo>
                  <a:lnTo>
                    <a:pt x="3818971" y="1518765"/>
                  </a:lnTo>
                  <a:lnTo>
                    <a:pt x="3819816" y="1518765"/>
                  </a:lnTo>
                  <a:lnTo>
                    <a:pt x="3820661" y="1518765"/>
                  </a:lnTo>
                  <a:lnTo>
                    <a:pt x="3821506" y="1518765"/>
                  </a:lnTo>
                  <a:lnTo>
                    <a:pt x="3822351" y="1518765"/>
                  </a:lnTo>
                  <a:lnTo>
                    <a:pt x="3823196" y="1518765"/>
                  </a:lnTo>
                  <a:lnTo>
                    <a:pt x="3824041" y="1518765"/>
                  </a:lnTo>
                  <a:lnTo>
                    <a:pt x="3824886" y="1511821"/>
                  </a:lnTo>
                  <a:lnTo>
                    <a:pt x="3825732" y="1505792"/>
                  </a:lnTo>
                  <a:lnTo>
                    <a:pt x="3826577" y="1518765"/>
                  </a:lnTo>
                  <a:lnTo>
                    <a:pt x="3826577" y="1518765"/>
                  </a:lnTo>
                  <a:lnTo>
                    <a:pt x="3827422" y="1518765"/>
                  </a:lnTo>
                  <a:lnTo>
                    <a:pt x="3828267" y="1518765"/>
                  </a:lnTo>
                  <a:lnTo>
                    <a:pt x="3829112" y="1518765"/>
                  </a:lnTo>
                  <a:lnTo>
                    <a:pt x="3829957" y="1504548"/>
                  </a:lnTo>
                  <a:lnTo>
                    <a:pt x="3830802" y="1518765"/>
                  </a:lnTo>
                  <a:lnTo>
                    <a:pt x="3830802" y="1518765"/>
                  </a:lnTo>
                  <a:lnTo>
                    <a:pt x="3831647" y="1518765"/>
                  </a:lnTo>
                  <a:lnTo>
                    <a:pt x="3832492" y="1518765"/>
                  </a:lnTo>
                  <a:lnTo>
                    <a:pt x="3833337" y="1477415"/>
                  </a:lnTo>
                  <a:lnTo>
                    <a:pt x="3834182" y="1518765"/>
                  </a:lnTo>
                  <a:lnTo>
                    <a:pt x="3834182" y="1518765"/>
                  </a:lnTo>
                  <a:lnTo>
                    <a:pt x="3835028" y="1518765"/>
                  </a:lnTo>
                  <a:lnTo>
                    <a:pt x="3835873" y="1518765"/>
                  </a:lnTo>
                  <a:lnTo>
                    <a:pt x="3836718" y="1518765"/>
                  </a:lnTo>
                  <a:lnTo>
                    <a:pt x="3837563" y="1518765"/>
                  </a:lnTo>
                  <a:lnTo>
                    <a:pt x="3838408" y="1518765"/>
                  </a:lnTo>
                  <a:lnTo>
                    <a:pt x="3839253" y="1480298"/>
                  </a:lnTo>
                  <a:lnTo>
                    <a:pt x="3840098" y="1477769"/>
                  </a:lnTo>
                  <a:lnTo>
                    <a:pt x="3840943" y="1518765"/>
                  </a:lnTo>
                  <a:lnTo>
                    <a:pt x="3840943" y="1518765"/>
                  </a:lnTo>
                  <a:lnTo>
                    <a:pt x="3841788" y="1518765"/>
                  </a:lnTo>
                  <a:lnTo>
                    <a:pt x="3842633" y="1456170"/>
                  </a:lnTo>
                  <a:lnTo>
                    <a:pt x="3843478" y="1436363"/>
                  </a:lnTo>
                  <a:lnTo>
                    <a:pt x="3844324" y="1462280"/>
                  </a:lnTo>
                  <a:lnTo>
                    <a:pt x="3845169" y="1456413"/>
                  </a:lnTo>
                  <a:lnTo>
                    <a:pt x="3846014" y="1465773"/>
                  </a:lnTo>
                  <a:lnTo>
                    <a:pt x="3846859" y="1471092"/>
                  </a:lnTo>
                  <a:lnTo>
                    <a:pt x="3847704" y="1459356"/>
                  </a:lnTo>
                  <a:lnTo>
                    <a:pt x="3848549" y="1458027"/>
                  </a:lnTo>
                  <a:lnTo>
                    <a:pt x="3849394" y="1432689"/>
                  </a:lnTo>
                  <a:lnTo>
                    <a:pt x="3850239" y="1423257"/>
                  </a:lnTo>
                  <a:lnTo>
                    <a:pt x="3851084" y="1397893"/>
                  </a:lnTo>
                  <a:lnTo>
                    <a:pt x="3851929" y="1412062"/>
                  </a:lnTo>
                  <a:lnTo>
                    <a:pt x="3852775" y="1447707"/>
                  </a:lnTo>
                  <a:lnTo>
                    <a:pt x="3853620" y="1453042"/>
                  </a:lnTo>
                  <a:lnTo>
                    <a:pt x="3854465" y="1472872"/>
                  </a:lnTo>
                  <a:lnTo>
                    <a:pt x="3855310" y="1469114"/>
                  </a:lnTo>
                  <a:lnTo>
                    <a:pt x="3856155" y="1472088"/>
                  </a:lnTo>
                  <a:lnTo>
                    <a:pt x="3857000" y="1482866"/>
                  </a:lnTo>
                  <a:lnTo>
                    <a:pt x="3857845" y="1483251"/>
                  </a:lnTo>
                  <a:lnTo>
                    <a:pt x="3858690" y="1489856"/>
                  </a:lnTo>
                  <a:lnTo>
                    <a:pt x="3859535" y="1498705"/>
                  </a:lnTo>
                  <a:lnTo>
                    <a:pt x="3860380" y="1511924"/>
                  </a:lnTo>
                  <a:lnTo>
                    <a:pt x="3861225" y="1516077"/>
                  </a:lnTo>
                  <a:lnTo>
                    <a:pt x="3862071" y="1513463"/>
                  </a:lnTo>
                  <a:lnTo>
                    <a:pt x="3862916" y="1514062"/>
                  </a:lnTo>
                  <a:lnTo>
                    <a:pt x="3863761" y="1512699"/>
                  </a:lnTo>
                  <a:lnTo>
                    <a:pt x="3864606" y="1502502"/>
                  </a:lnTo>
                  <a:lnTo>
                    <a:pt x="3865451" y="1496732"/>
                  </a:lnTo>
                  <a:lnTo>
                    <a:pt x="3866296" y="1490614"/>
                  </a:lnTo>
                  <a:lnTo>
                    <a:pt x="3867141" y="1486991"/>
                  </a:lnTo>
                  <a:lnTo>
                    <a:pt x="3867986" y="1475629"/>
                  </a:lnTo>
                  <a:lnTo>
                    <a:pt x="3868831" y="1459563"/>
                  </a:lnTo>
                  <a:lnTo>
                    <a:pt x="3869676" y="1446082"/>
                  </a:lnTo>
                  <a:lnTo>
                    <a:pt x="3870521" y="1455032"/>
                  </a:lnTo>
                  <a:lnTo>
                    <a:pt x="3871367" y="1443172"/>
                  </a:lnTo>
                  <a:lnTo>
                    <a:pt x="3872212" y="1518765"/>
                  </a:lnTo>
                  <a:lnTo>
                    <a:pt x="3872212" y="1518765"/>
                  </a:lnTo>
                  <a:lnTo>
                    <a:pt x="3873057" y="1449070"/>
                  </a:lnTo>
                  <a:lnTo>
                    <a:pt x="3873902" y="1463831"/>
                  </a:lnTo>
                  <a:lnTo>
                    <a:pt x="3874747" y="1487002"/>
                  </a:lnTo>
                  <a:lnTo>
                    <a:pt x="3875592" y="1493294"/>
                  </a:lnTo>
                  <a:lnTo>
                    <a:pt x="3876437" y="1497055"/>
                  </a:lnTo>
                  <a:lnTo>
                    <a:pt x="3877282" y="1484252"/>
                  </a:lnTo>
                  <a:lnTo>
                    <a:pt x="3878127" y="1481028"/>
                  </a:lnTo>
                  <a:lnTo>
                    <a:pt x="3878972" y="1518765"/>
                  </a:lnTo>
                  <a:lnTo>
                    <a:pt x="3878972" y="1518765"/>
                  </a:lnTo>
                  <a:lnTo>
                    <a:pt x="3879817" y="1487739"/>
                  </a:lnTo>
                  <a:lnTo>
                    <a:pt x="3880663" y="1479795"/>
                  </a:lnTo>
                  <a:lnTo>
                    <a:pt x="3881508" y="1480566"/>
                  </a:lnTo>
                  <a:lnTo>
                    <a:pt x="3882353" y="1467962"/>
                  </a:lnTo>
                  <a:lnTo>
                    <a:pt x="3883198" y="1474535"/>
                  </a:lnTo>
                  <a:lnTo>
                    <a:pt x="3884043" y="1470203"/>
                  </a:lnTo>
                  <a:lnTo>
                    <a:pt x="3884888" y="1474864"/>
                  </a:lnTo>
                  <a:lnTo>
                    <a:pt x="3885733" y="1496116"/>
                  </a:lnTo>
                  <a:lnTo>
                    <a:pt x="3886578" y="1496164"/>
                  </a:lnTo>
                  <a:lnTo>
                    <a:pt x="3887423" y="1518765"/>
                  </a:lnTo>
                  <a:lnTo>
                    <a:pt x="3887423" y="1518765"/>
                  </a:lnTo>
                  <a:lnTo>
                    <a:pt x="3888268" y="1518765"/>
                  </a:lnTo>
                  <a:lnTo>
                    <a:pt x="3889113" y="1510794"/>
                  </a:lnTo>
                  <a:lnTo>
                    <a:pt x="3889959" y="1511574"/>
                  </a:lnTo>
                  <a:lnTo>
                    <a:pt x="3890804" y="1512794"/>
                  </a:lnTo>
                  <a:lnTo>
                    <a:pt x="3891649" y="1511334"/>
                  </a:lnTo>
                  <a:lnTo>
                    <a:pt x="3892494" y="1501841"/>
                  </a:lnTo>
                  <a:lnTo>
                    <a:pt x="3893339" y="1500304"/>
                  </a:lnTo>
                  <a:lnTo>
                    <a:pt x="3894184" y="1492446"/>
                  </a:lnTo>
                  <a:lnTo>
                    <a:pt x="3895029" y="1490137"/>
                  </a:lnTo>
                  <a:lnTo>
                    <a:pt x="3895874" y="1494639"/>
                  </a:lnTo>
                  <a:lnTo>
                    <a:pt x="3896719" y="1479308"/>
                  </a:lnTo>
                  <a:lnTo>
                    <a:pt x="3897564" y="1463539"/>
                  </a:lnTo>
                  <a:lnTo>
                    <a:pt x="3898409" y="1459347"/>
                  </a:lnTo>
                  <a:lnTo>
                    <a:pt x="3899255" y="1518765"/>
                  </a:lnTo>
                  <a:lnTo>
                    <a:pt x="3899255" y="1518765"/>
                  </a:lnTo>
                  <a:lnTo>
                    <a:pt x="3900100" y="1474708"/>
                  </a:lnTo>
                  <a:lnTo>
                    <a:pt x="3900945" y="1451413"/>
                  </a:lnTo>
                  <a:lnTo>
                    <a:pt x="3901790" y="1456820"/>
                  </a:lnTo>
                  <a:lnTo>
                    <a:pt x="3902635" y="1468104"/>
                  </a:lnTo>
                  <a:lnTo>
                    <a:pt x="3903480" y="1490679"/>
                  </a:lnTo>
                  <a:lnTo>
                    <a:pt x="3904325" y="1493838"/>
                  </a:lnTo>
                  <a:lnTo>
                    <a:pt x="3905170" y="1479788"/>
                  </a:lnTo>
                  <a:lnTo>
                    <a:pt x="3906015" y="1486484"/>
                  </a:lnTo>
                  <a:lnTo>
                    <a:pt x="3906860" y="1451542"/>
                  </a:lnTo>
                  <a:lnTo>
                    <a:pt x="3907706" y="1436773"/>
                  </a:lnTo>
                  <a:lnTo>
                    <a:pt x="3908551" y="1429327"/>
                  </a:lnTo>
                  <a:lnTo>
                    <a:pt x="3909396" y="1441698"/>
                  </a:lnTo>
                  <a:lnTo>
                    <a:pt x="3910241" y="1453342"/>
                  </a:lnTo>
                  <a:lnTo>
                    <a:pt x="3911086" y="1458712"/>
                  </a:lnTo>
                  <a:lnTo>
                    <a:pt x="3911931" y="1456999"/>
                  </a:lnTo>
                  <a:lnTo>
                    <a:pt x="3912776" y="1467047"/>
                  </a:lnTo>
                  <a:lnTo>
                    <a:pt x="3913621" y="1463559"/>
                  </a:lnTo>
                  <a:lnTo>
                    <a:pt x="3914466" y="1447674"/>
                  </a:lnTo>
                  <a:lnTo>
                    <a:pt x="3915311" y="1436384"/>
                  </a:lnTo>
                  <a:lnTo>
                    <a:pt x="3916156" y="1518765"/>
                  </a:lnTo>
                  <a:lnTo>
                    <a:pt x="3916156" y="1518765"/>
                  </a:lnTo>
                  <a:lnTo>
                    <a:pt x="3917002" y="1452846"/>
                  </a:lnTo>
                  <a:lnTo>
                    <a:pt x="3917847" y="1458307"/>
                  </a:lnTo>
                  <a:lnTo>
                    <a:pt x="3918692" y="1518765"/>
                  </a:lnTo>
                  <a:lnTo>
                    <a:pt x="3918692" y="1518765"/>
                  </a:lnTo>
                  <a:lnTo>
                    <a:pt x="3919537" y="1518765"/>
                  </a:lnTo>
                  <a:lnTo>
                    <a:pt x="3920382" y="1518765"/>
                  </a:lnTo>
                  <a:lnTo>
                    <a:pt x="3921227" y="1518765"/>
                  </a:lnTo>
                  <a:lnTo>
                    <a:pt x="3922072" y="1518765"/>
                  </a:lnTo>
                  <a:lnTo>
                    <a:pt x="3922917" y="1518765"/>
                  </a:lnTo>
                  <a:lnTo>
                    <a:pt x="3923762" y="1518765"/>
                  </a:lnTo>
                  <a:lnTo>
                    <a:pt x="3924607" y="1518765"/>
                  </a:lnTo>
                  <a:lnTo>
                    <a:pt x="3925452" y="1518765"/>
                  </a:lnTo>
                  <a:lnTo>
                    <a:pt x="3926298" y="1518765"/>
                  </a:lnTo>
                  <a:lnTo>
                    <a:pt x="3927143" y="1518765"/>
                  </a:lnTo>
                  <a:lnTo>
                    <a:pt x="3927988" y="1518765"/>
                  </a:lnTo>
                  <a:lnTo>
                    <a:pt x="3928833" y="1518765"/>
                  </a:lnTo>
                  <a:lnTo>
                    <a:pt x="3929678" y="1518765"/>
                  </a:lnTo>
                  <a:lnTo>
                    <a:pt x="3930523" y="1518765"/>
                  </a:lnTo>
                  <a:lnTo>
                    <a:pt x="3931368" y="1518765"/>
                  </a:lnTo>
                  <a:lnTo>
                    <a:pt x="3932213" y="1499025"/>
                  </a:lnTo>
                  <a:lnTo>
                    <a:pt x="3933058" y="1471546"/>
                  </a:lnTo>
                  <a:lnTo>
                    <a:pt x="3933903" y="1518765"/>
                  </a:lnTo>
                  <a:lnTo>
                    <a:pt x="3933903" y="1518765"/>
                  </a:lnTo>
                  <a:lnTo>
                    <a:pt x="3934748" y="1474964"/>
                  </a:lnTo>
                  <a:lnTo>
                    <a:pt x="3935594" y="1459684"/>
                  </a:lnTo>
                  <a:lnTo>
                    <a:pt x="3936439" y="1451369"/>
                  </a:lnTo>
                  <a:lnTo>
                    <a:pt x="3937284" y="1436194"/>
                  </a:lnTo>
                  <a:lnTo>
                    <a:pt x="3938129" y="1435414"/>
                  </a:lnTo>
                  <a:lnTo>
                    <a:pt x="3938974" y="1435723"/>
                  </a:lnTo>
                  <a:lnTo>
                    <a:pt x="3939819" y="1410389"/>
                  </a:lnTo>
                  <a:lnTo>
                    <a:pt x="3940664" y="1414275"/>
                  </a:lnTo>
                  <a:lnTo>
                    <a:pt x="3941509" y="1423416"/>
                  </a:lnTo>
                  <a:lnTo>
                    <a:pt x="3942354" y="1444615"/>
                  </a:lnTo>
                  <a:lnTo>
                    <a:pt x="3943199" y="1454492"/>
                  </a:lnTo>
                  <a:lnTo>
                    <a:pt x="3944044" y="1458898"/>
                  </a:lnTo>
                  <a:lnTo>
                    <a:pt x="3944890" y="1467858"/>
                  </a:lnTo>
                  <a:lnTo>
                    <a:pt x="3945735" y="1464881"/>
                  </a:lnTo>
                  <a:lnTo>
                    <a:pt x="3946580" y="1446106"/>
                  </a:lnTo>
                  <a:lnTo>
                    <a:pt x="3947425" y="1518765"/>
                  </a:lnTo>
                  <a:lnTo>
                    <a:pt x="3947425" y="1518765"/>
                  </a:lnTo>
                  <a:lnTo>
                    <a:pt x="3948270" y="1518765"/>
                  </a:lnTo>
                  <a:lnTo>
                    <a:pt x="3949115" y="1518765"/>
                  </a:lnTo>
                  <a:lnTo>
                    <a:pt x="3949960" y="1518765"/>
                  </a:lnTo>
                  <a:lnTo>
                    <a:pt x="3950805" y="1518765"/>
                  </a:lnTo>
                  <a:lnTo>
                    <a:pt x="3951650" y="1461867"/>
                  </a:lnTo>
                  <a:lnTo>
                    <a:pt x="3952495" y="1459387"/>
                  </a:lnTo>
                  <a:lnTo>
                    <a:pt x="3953340" y="1468364"/>
                  </a:lnTo>
                  <a:lnTo>
                    <a:pt x="3954186" y="1518765"/>
                  </a:lnTo>
                  <a:lnTo>
                    <a:pt x="3954186" y="1518765"/>
                  </a:lnTo>
                  <a:lnTo>
                    <a:pt x="3955031" y="1518765"/>
                  </a:lnTo>
                  <a:lnTo>
                    <a:pt x="3955876" y="1442937"/>
                  </a:lnTo>
                  <a:lnTo>
                    <a:pt x="3956721" y="1441627"/>
                  </a:lnTo>
                  <a:lnTo>
                    <a:pt x="3957566" y="1445685"/>
                  </a:lnTo>
                  <a:lnTo>
                    <a:pt x="3958411" y="1445609"/>
                  </a:lnTo>
                  <a:lnTo>
                    <a:pt x="3959256" y="1449996"/>
                  </a:lnTo>
                  <a:lnTo>
                    <a:pt x="3960101" y="1451476"/>
                  </a:lnTo>
                  <a:lnTo>
                    <a:pt x="3960946" y="1450538"/>
                  </a:lnTo>
                  <a:lnTo>
                    <a:pt x="3961791" y="1450808"/>
                  </a:lnTo>
                  <a:lnTo>
                    <a:pt x="3962636" y="1426416"/>
                  </a:lnTo>
                  <a:lnTo>
                    <a:pt x="3963482" y="1423165"/>
                  </a:lnTo>
                  <a:lnTo>
                    <a:pt x="3964327" y="1421707"/>
                  </a:lnTo>
                  <a:lnTo>
                    <a:pt x="3965172" y="1463702"/>
                  </a:lnTo>
                  <a:lnTo>
                    <a:pt x="3966017" y="1463601"/>
                  </a:lnTo>
                  <a:lnTo>
                    <a:pt x="3966862" y="1461952"/>
                  </a:lnTo>
                  <a:lnTo>
                    <a:pt x="3967707" y="1472916"/>
                  </a:lnTo>
                  <a:lnTo>
                    <a:pt x="3968552" y="1483170"/>
                  </a:lnTo>
                  <a:lnTo>
                    <a:pt x="3969397" y="1496989"/>
                  </a:lnTo>
                  <a:lnTo>
                    <a:pt x="3970242" y="1483467"/>
                  </a:lnTo>
                  <a:lnTo>
                    <a:pt x="3971087" y="1465765"/>
                  </a:lnTo>
                  <a:lnTo>
                    <a:pt x="3971933" y="1474698"/>
                  </a:lnTo>
                  <a:lnTo>
                    <a:pt x="3972778" y="1498236"/>
                  </a:lnTo>
                  <a:lnTo>
                    <a:pt x="3973623" y="1505342"/>
                  </a:lnTo>
                  <a:lnTo>
                    <a:pt x="3974468" y="1498817"/>
                  </a:lnTo>
                  <a:lnTo>
                    <a:pt x="3975313" y="1494332"/>
                  </a:lnTo>
                  <a:lnTo>
                    <a:pt x="3976158" y="1497318"/>
                  </a:lnTo>
                  <a:lnTo>
                    <a:pt x="3977003" y="1482811"/>
                  </a:lnTo>
                  <a:lnTo>
                    <a:pt x="3977848" y="1518765"/>
                  </a:lnTo>
                  <a:lnTo>
                    <a:pt x="3977848" y="1518765"/>
                  </a:lnTo>
                  <a:lnTo>
                    <a:pt x="3978693" y="1518765"/>
                  </a:lnTo>
                  <a:lnTo>
                    <a:pt x="3979538" y="1478941"/>
                  </a:lnTo>
                  <a:lnTo>
                    <a:pt x="3980383" y="1481678"/>
                  </a:lnTo>
                  <a:lnTo>
                    <a:pt x="3981229" y="1468482"/>
                  </a:lnTo>
                  <a:lnTo>
                    <a:pt x="3982074" y="1464870"/>
                  </a:lnTo>
                  <a:lnTo>
                    <a:pt x="3982919" y="1448566"/>
                  </a:lnTo>
                  <a:lnTo>
                    <a:pt x="3983764" y="1428717"/>
                  </a:lnTo>
                  <a:lnTo>
                    <a:pt x="3984609" y="1417217"/>
                  </a:lnTo>
                  <a:lnTo>
                    <a:pt x="3985454" y="1435441"/>
                  </a:lnTo>
                  <a:lnTo>
                    <a:pt x="3986299" y="1518765"/>
                  </a:lnTo>
                  <a:lnTo>
                    <a:pt x="3986299" y="1518765"/>
                  </a:lnTo>
                  <a:lnTo>
                    <a:pt x="3987144" y="1518765"/>
                  </a:lnTo>
                  <a:lnTo>
                    <a:pt x="3987989" y="1518765"/>
                  </a:lnTo>
                  <a:lnTo>
                    <a:pt x="3988834" y="1518765"/>
                  </a:lnTo>
                  <a:lnTo>
                    <a:pt x="3989679" y="1477390"/>
                  </a:lnTo>
                  <a:lnTo>
                    <a:pt x="3990525" y="1486792"/>
                  </a:lnTo>
                  <a:lnTo>
                    <a:pt x="3991370" y="1496307"/>
                  </a:lnTo>
                  <a:lnTo>
                    <a:pt x="3992215" y="1497022"/>
                  </a:lnTo>
                  <a:lnTo>
                    <a:pt x="3993060" y="1510662"/>
                  </a:lnTo>
                  <a:lnTo>
                    <a:pt x="3993905" y="1518765"/>
                  </a:lnTo>
                  <a:lnTo>
                    <a:pt x="3993905" y="1518765"/>
                  </a:lnTo>
                  <a:lnTo>
                    <a:pt x="3994750" y="1518765"/>
                  </a:lnTo>
                  <a:lnTo>
                    <a:pt x="3995595" y="1518765"/>
                  </a:lnTo>
                  <a:lnTo>
                    <a:pt x="3996440" y="1518765"/>
                  </a:lnTo>
                  <a:lnTo>
                    <a:pt x="3997285" y="1518765"/>
                  </a:lnTo>
                  <a:lnTo>
                    <a:pt x="3998130" y="1518765"/>
                  </a:lnTo>
                  <a:lnTo>
                    <a:pt x="3998975" y="1518765"/>
                  </a:lnTo>
                  <a:lnTo>
                    <a:pt x="3999821" y="1518765"/>
                  </a:lnTo>
                  <a:lnTo>
                    <a:pt x="4000666" y="1518765"/>
                  </a:lnTo>
                  <a:lnTo>
                    <a:pt x="4001511" y="1518765"/>
                  </a:lnTo>
                  <a:lnTo>
                    <a:pt x="4002356" y="1518765"/>
                  </a:lnTo>
                  <a:lnTo>
                    <a:pt x="4003201" y="1518765"/>
                  </a:lnTo>
                  <a:lnTo>
                    <a:pt x="4004046" y="1518765"/>
                  </a:lnTo>
                  <a:lnTo>
                    <a:pt x="4004891" y="1518765"/>
                  </a:lnTo>
                  <a:lnTo>
                    <a:pt x="4005736" y="1518765"/>
                  </a:lnTo>
                  <a:lnTo>
                    <a:pt x="4006581" y="1518765"/>
                  </a:lnTo>
                  <a:lnTo>
                    <a:pt x="4007426" y="1518765"/>
                  </a:lnTo>
                  <a:lnTo>
                    <a:pt x="4008271" y="1518765"/>
                  </a:lnTo>
                  <a:lnTo>
                    <a:pt x="4009117" y="1518765"/>
                  </a:lnTo>
                  <a:lnTo>
                    <a:pt x="4009962" y="1518765"/>
                  </a:lnTo>
                  <a:lnTo>
                    <a:pt x="4010807" y="1518765"/>
                  </a:lnTo>
                  <a:lnTo>
                    <a:pt x="4011652" y="1518765"/>
                  </a:lnTo>
                  <a:lnTo>
                    <a:pt x="4012497" y="1518765"/>
                  </a:lnTo>
                  <a:lnTo>
                    <a:pt x="4013342" y="1518765"/>
                  </a:lnTo>
                  <a:lnTo>
                    <a:pt x="4014187" y="1518765"/>
                  </a:lnTo>
                  <a:lnTo>
                    <a:pt x="4015032" y="1518765"/>
                  </a:lnTo>
                  <a:lnTo>
                    <a:pt x="4015877" y="1518765"/>
                  </a:lnTo>
                  <a:lnTo>
                    <a:pt x="4016722" y="1518765"/>
                  </a:lnTo>
                  <a:lnTo>
                    <a:pt x="4017567" y="1518765"/>
                  </a:lnTo>
                  <a:lnTo>
                    <a:pt x="4018413" y="1518765"/>
                  </a:lnTo>
                  <a:lnTo>
                    <a:pt x="4019258" y="1518765"/>
                  </a:lnTo>
                  <a:lnTo>
                    <a:pt x="4020103" y="1518765"/>
                  </a:lnTo>
                  <a:lnTo>
                    <a:pt x="4020948" y="1518765"/>
                  </a:lnTo>
                  <a:lnTo>
                    <a:pt x="4021793" y="1518765"/>
                  </a:lnTo>
                  <a:lnTo>
                    <a:pt x="4022638" y="1518765"/>
                  </a:lnTo>
                  <a:lnTo>
                    <a:pt x="4023483" y="1518765"/>
                  </a:lnTo>
                  <a:lnTo>
                    <a:pt x="4024328" y="1518765"/>
                  </a:lnTo>
                  <a:lnTo>
                    <a:pt x="4025173" y="1518765"/>
                  </a:lnTo>
                  <a:lnTo>
                    <a:pt x="4026018" y="1518765"/>
                  </a:lnTo>
                  <a:lnTo>
                    <a:pt x="4026863" y="1518765"/>
                  </a:lnTo>
                  <a:lnTo>
                    <a:pt x="4027709" y="1518765"/>
                  </a:lnTo>
                  <a:lnTo>
                    <a:pt x="4028554" y="1518765"/>
                  </a:lnTo>
                  <a:lnTo>
                    <a:pt x="4029399" y="1498155"/>
                  </a:lnTo>
                  <a:lnTo>
                    <a:pt x="4030244" y="1501595"/>
                  </a:lnTo>
                  <a:lnTo>
                    <a:pt x="4031089" y="1507086"/>
                  </a:lnTo>
                  <a:lnTo>
                    <a:pt x="4031934" y="1511299"/>
                  </a:lnTo>
                  <a:lnTo>
                    <a:pt x="4032779" y="1504661"/>
                  </a:lnTo>
                  <a:lnTo>
                    <a:pt x="4033624" y="1503281"/>
                  </a:lnTo>
                  <a:lnTo>
                    <a:pt x="4034469" y="1497568"/>
                  </a:lnTo>
                  <a:lnTo>
                    <a:pt x="4035314" y="1497071"/>
                  </a:lnTo>
                  <a:lnTo>
                    <a:pt x="4036160" y="1494907"/>
                  </a:lnTo>
                  <a:lnTo>
                    <a:pt x="4037005" y="1479411"/>
                  </a:lnTo>
                  <a:lnTo>
                    <a:pt x="4037850" y="1482131"/>
                  </a:lnTo>
                  <a:lnTo>
                    <a:pt x="4038695" y="1518765"/>
                  </a:lnTo>
                  <a:lnTo>
                    <a:pt x="4038695" y="1518765"/>
                  </a:lnTo>
                  <a:lnTo>
                    <a:pt x="4039540" y="1458508"/>
                  </a:lnTo>
                  <a:lnTo>
                    <a:pt x="4040385" y="1452448"/>
                  </a:lnTo>
                  <a:lnTo>
                    <a:pt x="4041230" y="1449629"/>
                  </a:lnTo>
                  <a:lnTo>
                    <a:pt x="4042075" y="1469458"/>
                  </a:lnTo>
                  <a:lnTo>
                    <a:pt x="4042920" y="1479854"/>
                  </a:lnTo>
                  <a:lnTo>
                    <a:pt x="4043765" y="1493584"/>
                  </a:lnTo>
                  <a:lnTo>
                    <a:pt x="4044610" y="1518765"/>
                  </a:lnTo>
                  <a:lnTo>
                    <a:pt x="4044610" y="1518765"/>
                  </a:lnTo>
                  <a:lnTo>
                    <a:pt x="4045456" y="1518765"/>
                  </a:lnTo>
                  <a:lnTo>
                    <a:pt x="4046301" y="1518765"/>
                  </a:lnTo>
                  <a:lnTo>
                    <a:pt x="4047146" y="1518765"/>
                  </a:lnTo>
                  <a:lnTo>
                    <a:pt x="4047991" y="1476441"/>
                  </a:lnTo>
                  <a:lnTo>
                    <a:pt x="4048836" y="1475336"/>
                  </a:lnTo>
                  <a:lnTo>
                    <a:pt x="4049681" y="1477168"/>
                  </a:lnTo>
                  <a:lnTo>
                    <a:pt x="4050526" y="1486103"/>
                  </a:lnTo>
                  <a:lnTo>
                    <a:pt x="4051371" y="1518765"/>
                  </a:lnTo>
                  <a:lnTo>
                    <a:pt x="4051371" y="1518765"/>
                  </a:lnTo>
                  <a:lnTo>
                    <a:pt x="4052216" y="1518765"/>
                  </a:lnTo>
                  <a:lnTo>
                    <a:pt x="4053061" y="1518765"/>
                  </a:lnTo>
                  <a:lnTo>
                    <a:pt x="4053906" y="1456447"/>
                  </a:lnTo>
                  <a:lnTo>
                    <a:pt x="4054752" y="1478967"/>
                  </a:lnTo>
                  <a:lnTo>
                    <a:pt x="4055597" y="1490990"/>
                  </a:lnTo>
                  <a:lnTo>
                    <a:pt x="4056442" y="1489078"/>
                  </a:lnTo>
                  <a:lnTo>
                    <a:pt x="4057287" y="1481751"/>
                  </a:lnTo>
                  <a:lnTo>
                    <a:pt x="4058132" y="1472175"/>
                  </a:lnTo>
                  <a:lnTo>
                    <a:pt x="4058977" y="1461491"/>
                  </a:lnTo>
                  <a:lnTo>
                    <a:pt x="4059822" y="1518765"/>
                  </a:lnTo>
                  <a:lnTo>
                    <a:pt x="4059822" y="1518765"/>
                  </a:lnTo>
                  <a:lnTo>
                    <a:pt x="4060667" y="1518765"/>
                  </a:lnTo>
                  <a:lnTo>
                    <a:pt x="4061512" y="1468193"/>
                  </a:lnTo>
                  <a:lnTo>
                    <a:pt x="4062357" y="1518765"/>
                  </a:lnTo>
                  <a:lnTo>
                    <a:pt x="4062357" y="1518765"/>
                  </a:lnTo>
                  <a:lnTo>
                    <a:pt x="4063202" y="1482750"/>
                  </a:lnTo>
                  <a:lnTo>
                    <a:pt x="4064048" y="1493384"/>
                  </a:lnTo>
                  <a:lnTo>
                    <a:pt x="4064893" y="1485762"/>
                  </a:lnTo>
                  <a:lnTo>
                    <a:pt x="4065738" y="1518765"/>
                  </a:lnTo>
                  <a:lnTo>
                    <a:pt x="4065738" y="1518765"/>
                  </a:lnTo>
                  <a:lnTo>
                    <a:pt x="4066583" y="1518765"/>
                  </a:lnTo>
                  <a:lnTo>
                    <a:pt x="4067428" y="1440908"/>
                  </a:lnTo>
                  <a:lnTo>
                    <a:pt x="4068273" y="1518765"/>
                  </a:lnTo>
                  <a:lnTo>
                    <a:pt x="4068273" y="1518765"/>
                  </a:lnTo>
                  <a:lnTo>
                    <a:pt x="4069118" y="1518765"/>
                  </a:lnTo>
                  <a:lnTo>
                    <a:pt x="4069963" y="1518765"/>
                  </a:lnTo>
                  <a:lnTo>
                    <a:pt x="4070808" y="1446066"/>
                  </a:lnTo>
                  <a:lnTo>
                    <a:pt x="4071653" y="1436165"/>
                  </a:lnTo>
                  <a:lnTo>
                    <a:pt x="4072498" y="1405550"/>
                  </a:lnTo>
                  <a:lnTo>
                    <a:pt x="4073344" y="1405569"/>
                  </a:lnTo>
                  <a:lnTo>
                    <a:pt x="4074189" y="1432495"/>
                  </a:lnTo>
                  <a:lnTo>
                    <a:pt x="4075034" y="1464816"/>
                  </a:lnTo>
                  <a:lnTo>
                    <a:pt x="4075879" y="1472683"/>
                  </a:lnTo>
                  <a:lnTo>
                    <a:pt x="4076724" y="1482132"/>
                  </a:lnTo>
                  <a:lnTo>
                    <a:pt x="4077569" y="1497267"/>
                  </a:lnTo>
                  <a:lnTo>
                    <a:pt x="4078414" y="1502612"/>
                  </a:lnTo>
                  <a:lnTo>
                    <a:pt x="4079259" y="1503080"/>
                  </a:lnTo>
                  <a:lnTo>
                    <a:pt x="4080104" y="1502633"/>
                  </a:lnTo>
                  <a:lnTo>
                    <a:pt x="4080949" y="1518765"/>
                  </a:lnTo>
                  <a:lnTo>
                    <a:pt x="4080949" y="1518765"/>
                  </a:lnTo>
                  <a:lnTo>
                    <a:pt x="4081794" y="1518765"/>
                  </a:lnTo>
                  <a:lnTo>
                    <a:pt x="4082640" y="1518765"/>
                  </a:lnTo>
                  <a:lnTo>
                    <a:pt x="4083485" y="1507418"/>
                  </a:lnTo>
                  <a:lnTo>
                    <a:pt x="4084330" y="1518765"/>
                  </a:lnTo>
                  <a:lnTo>
                    <a:pt x="4084330" y="1518765"/>
                  </a:lnTo>
                  <a:lnTo>
                    <a:pt x="4085175" y="1501827"/>
                  </a:lnTo>
                  <a:lnTo>
                    <a:pt x="4086020" y="1509965"/>
                  </a:lnTo>
                  <a:lnTo>
                    <a:pt x="4086865" y="1512284"/>
                  </a:lnTo>
                  <a:lnTo>
                    <a:pt x="4087710" y="1516311"/>
                  </a:lnTo>
                  <a:lnTo>
                    <a:pt x="4088555" y="1518736"/>
                  </a:lnTo>
                  <a:lnTo>
                    <a:pt x="4089400" y="1513014"/>
                  </a:lnTo>
                  <a:lnTo>
                    <a:pt x="4090245" y="1512256"/>
                  </a:lnTo>
                  <a:lnTo>
                    <a:pt x="4091090" y="1511768"/>
                  </a:lnTo>
                  <a:lnTo>
                    <a:pt x="4091936" y="1509186"/>
                  </a:lnTo>
                  <a:lnTo>
                    <a:pt x="4092781" y="1494555"/>
                  </a:lnTo>
                  <a:lnTo>
                    <a:pt x="4093626" y="1480440"/>
                  </a:lnTo>
                  <a:lnTo>
                    <a:pt x="4094471" y="1478016"/>
                  </a:lnTo>
                  <a:lnTo>
                    <a:pt x="4095316" y="1454520"/>
                  </a:lnTo>
                  <a:lnTo>
                    <a:pt x="4096161" y="1437431"/>
                  </a:lnTo>
                  <a:lnTo>
                    <a:pt x="4097006" y="1457392"/>
                  </a:lnTo>
                  <a:lnTo>
                    <a:pt x="4097851" y="1432389"/>
                  </a:lnTo>
                  <a:lnTo>
                    <a:pt x="4098696" y="1457698"/>
                  </a:lnTo>
                  <a:lnTo>
                    <a:pt x="4099541" y="1495301"/>
                  </a:lnTo>
                  <a:lnTo>
                    <a:pt x="4100387" y="1513020"/>
                  </a:lnTo>
                  <a:lnTo>
                    <a:pt x="4101232" y="1501031"/>
                  </a:lnTo>
                  <a:lnTo>
                    <a:pt x="4102077" y="1478013"/>
                  </a:lnTo>
                  <a:lnTo>
                    <a:pt x="4102922" y="1496492"/>
                  </a:lnTo>
                  <a:lnTo>
                    <a:pt x="4103767" y="1495292"/>
                  </a:lnTo>
                  <a:lnTo>
                    <a:pt x="4104612" y="1492324"/>
                  </a:lnTo>
                  <a:lnTo>
                    <a:pt x="4105457" y="1518765"/>
                  </a:lnTo>
                  <a:lnTo>
                    <a:pt x="4105457" y="1518765"/>
                  </a:lnTo>
                  <a:lnTo>
                    <a:pt x="4106302" y="1472280"/>
                  </a:lnTo>
                  <a:lnTo>
                    <a:pt x="4107147" y="1483261"/>
                  </a:lnTo>
                  <a:lnTo>
                    <a:pt x="4107992" y="1478527"/>
                  </a:lnTo>
                  <a:lnTo>
                    <a:pt x="4108837" y="1518765"/>
                  </a:lnTo>
                  <a:lnTo>
                    <a:pt x="4108837" y="1518765"/>
                  </a:lnTo>
                  <a:lnTo>
                    <a:pt x="4109683" y="1468401"/>
                  </a:lnTo>
                  <a:lnTo>
                    <a:pt x="4110528" y="1467233"/>
                  </a:lnTo>
                  <a:lnTo>
                    <a:pt x="4111373" y="1463690"/>
                  </a:lnTo>
                  <a:lnTo>
                    <a:pt x="4112218" y="1471661"/>
                  </a:lnTo>
                  <a:lnTo>
                    <a:pt x="4113063" y="1483925"/>
                  </a:lnTo>
                  <a:lnTo>
                    <a:pt x="4113908" y="1474267"/>
                  </a:lnTo>
                  <a:lnTo>
                    <a:pt x="4114753" y="1518765"/>
                  </a:lnTo>
                  <a:lnTo>
                    <a:pt x="4114753" y="1518765"/>
                  </a:lnTo>
                  <a:lnTo>
                    <a:pt x="4115598" y="1518765"/>
                  </a:lnTo>
                  <a:lnTo>
                    <a:pt x="4116443" y="1478515"/>
                  </a:lnTo>
                  <a:lnTo>
                    <a:pt x="4117288" y="1478269"/>
                  </a:lnTo>
                  <a:lnTo>
                    <a:pt x="4118133" y="1473924"/>
                  </a:lnTo>
                  <a:lnTo>
                    <a:pt x="4118979" y="1465627"/>
                  </a:lnTo>
                  <a:lnTo>
                    <a:pt x="4119824" y="1518765"/>
                  </a:lnTo>
                  <a:lnTo>
                    <a:pt x="4119824" y="1518765"/>
                  </a:lnTo>
                  <a:lnTo>
                    <a:pt x="4120669" y="1518765"/>
                  </a:lnTo>
                  <a:lnTo>
                    <a:pt x="4121514" y="1518765"/>
                  </a:lnTo>
                  <a:lnTo>
                    <a:pt x="4122359" y="1518765"/>
                  </a:lnTo>
                  <a:lnTo>
                    <a:pt x="4123204" y="1484900"/>
                  </a:lnTo>
                  <a:lnTo>
                    <a:pt x="4124049" y="1492014"/>
                  </a:lnTo>
                  <a:lnTo>
                    <a:pt x="4124894" y="1500388"/>
                  </a:lnTo>
                  <a:lnTo>
                    <a:pt x="4125739" y="1504728"/>
                  </a:lnTo>
                  <a:lnTo>
                    <a:pt x="4126584" y="1503899"/>
                  </a:lnTo>
                  <a:lnTo>
                    <a:pt x="4127429" y="1511881"/>
                  </a:lnTo>
                  <a:lnTo>
                    <a:pt x="4128275" y="1508686"/>
                  </a:lnTo>
                  <a:lnTo>
                    <a:pt x="4129120" y="1516620"/>
                  </a:lnTo>
                  <a:lnTo>
                    <a:pt x="4129965" y="1509411"/>
                  </a:lnTo>
                  <a:lnTo>
                    <a:pt x="4130810" y="1505378"/>
                  </a:lnTo>
                  <a:lnTo>
                    <a:pt x="4131655" y="1503610"/>
                  </a:lnTo>
                  <a:lnTo>
                    <a:pt x="4132500" y="1479646"/>
                  </a:lnTo>
                  <a:lnTo>
                    <a:pt x="4133345" y="1463637"/>
                  </a:lnTo>
                  <a:lnTo>
                    <a:pt x="4134190" y="1454088"/>
                  </a:lnTo>
                  <a:lnTo>
                    <a:pt x="4135035" y="1518765"/>
                  </a:lnTo>
                  <a:lnTo>
                    <a:pt x="4135035" y="1518765"/>
                  </a:lnTo>
                  <a:lnTo>
                    <a:pt x="4135880" y="1448958"/>
                  </a:lnTo>
                  <a:lnTo>
                    <a:pt x="4136725" y="1445764"/>
                  </a:lnTo>
                  <a:lnTo>
                    <a:pt x="4137571" y="1462292"/>
                  </a:lnTo>
                  <a:lnTo>
                    <a:pt x="4138416" y="1479446"/>
                  </a:lnTo>
                  <a:lnTo>
                    <a:pt x="4139261" y="1469957"/>
                  </a:lnTo>
                  <a:lnTo>
                    <a:pt x="4140106" y="1472892"/>
                  </a:lnTo>
                  <a:lnTo>
                    <a:pt x="4140951" y="1469617"/>
                  </a:lnTo>
                  <a:lnTo>
                    <a:pt x="4141796" y="1449645"/>
                  </a:lnTo>
                  <a:lnTo>
                    <a:pt x="4142641" y="1426514"/>
                  </a:lnTo>
                  <a:lnTo>
                    <a:pt x="4143486" y="1415844"/>
                  </a:lnTo>
                  <a:lnTo>
                    <a:pt x="4144331" y="1389008"/>
                  </a:lnTo>
                  <a:lnTo>
                    <a:pt x="4145176" y="1406611"/>
                  </a:lnTo>
                  <a:lnTo>
                    <a:pt x="4146021" y="1391414"/>
                  </a:lnTo>
                  <a:lnTo>
                    <a:pt x="4146867" y="1403282"/>
                  </a:lnTo>
                  <a:lnTo>
                    <a:pt x="4147712" y="1395075"/>
                  </a:lnTo>
                  <a:lnTo>
                    <a:pt x="4148557" y="1409522"/>
                  </a:lnTo>
                  <a:lnTo>
                    <a:pt x="4149402" y="1420695"/>
                  </a:lnTo>
                  <a:lnTo>
                    <a:pt x="4150247" y="1424441"/>
                  </a:lnTo>
                  <a:lnTo>
                    <a:pt x="4151092" y="1418347"/>
                  </a:lnTo>
                  <a:lnTo>
                    <a:pt x="4151937" y="1518765"/>
                  </a:lnTo>
                  <a:lnTo>
                    <a:pt x="4151937" y="1518765"/>
                  </a:lnTo>
                  <a:lnTo>
                    <a:pt x="4152782" y="1518765"/>
                  </a:lnTo>
                  <a:lnTo>
                    <a:pt x="4153627" y="1518765"/>
                  </a:lnTo>
                  <a:lnTo>
                    <a:pt x="4154472" y="1449679"/>
                  </a:lnTo>
                  <a:lnTo>
                    <a:pt x="4155317" y="1461153"/>
                  </a:lnTo>
                  <a:lnTo>
                    <a:pt x="4156163" y="1518765"/>
                  </a:lnTo>
                  <a:lnTo>
                    <a:pt x="4156163" y="1518765"/>
                  </a:lnTo>
                  <a:lnTo>
                    <a:pt x="4157008" y="1440595"/>
                  </a:lnTo>
                  <a:lnTo>
                    <a:pt x="4157853" y="1435602"/>
                  </a:lnTo>
                  <a:lnTo>
                    <a:pt x="4158698" y="1428176"/>
                  </a:lnTo>
                  <a:lnTo>
                    <a:pt x="4159543" y="1432881"/>
                  </a:lnTo>
                  <a:lnTo>
                    <a:pt x="4160388" y="1451395"/>
                  </a:lnTo>
                  <a:lnTo>
                    <a:pt x="4161233" y="1445251"/>
                  </a:lnTo>
                  <a:lnTo>
                    <a:pt x="4162078" y="1387316"/>
                  </a:lnTo>
                  <a:lnTo>
                    <a:pt x="4162923" y="1435189"/>
                  </a:lnTo>
                  <a:lnTo>
                    <a:pt x="4163768" y="1455242"/>
                  </a:lnTo>
                  <a:lnTo>
                    <a:pt x="4164614" y="1518765"/>
                  </a:lnTo>
                  <a:lnTo>
                    <a:pt x="4164614" y="1518765"/>
                  </a:lnTo>
                  <a:lnTo>
                    <a:pt x="4165459" y="1468237"/>
                  </a:lnTo>
                  <a:lnTo>
                    <a:pt x="4166304" y="1472779"/>
                  </a:lnTo>
                  <a:lnTo>
                    <a:pt x="4167149" y="1479623"/>
                  </a:lnTo>
                  <a:lnTo>
                    <a:pt x="4167994" y="1496116"/>
                  </a:lnTo>
                  <a:lnTo>
                    <a:pt x="4168839" y="1503282"/>
                  </a:lnTo>
                  <a:lnTo>
                    <a:pt x="4169684" y="1504228"/>
                  </a:lnTo>
                  <a:lnTo>
                    <a:pt x="4170529" y="1495846"/>
                  </a:lnTo>
                  <a:lnTo>
                    <a:pt x="4171374" y="1506949"/>
                  </a:lnTo>
                  <a:lnTo>
                    <a:pt x="4172219" y="1518765"/>
                  </a:lnTo>
                  <a:lnTo>
                    <a:pt x="4172219" y="1518765"/>
                  </a:lnTo>
                  <a:lnTo>
                    <a:pt x="4173064" y="1518765"/>
                  </a:lnTo>
                  <a:lnTo>
                    <a:pt x="4173910" y="1518765"/>
                  </a:lnTo>
                  <a:lnTo>
                    <a:pt x="4174755" y="1476560"/>
                  </a:lnTo>
                  <a:lnTo>
                    <a:pt x="4175600" y="1473145"/>
                  </a:lnTo>
                  <a:lnTo>
                    <a:pt x="4176445" y="1518765"/>
                  </a:lnTo>
                  <a:lnTo>
                    <a:pt x="4176445" y="1518765"/>
                  </a:lnTo>
                  <a:lnTo>
                    <a:pt x="4177290" y="1479079"/>
                  </a:lnTo>
                  <a:lnTo>
                    <a:pt x="4178135" y="1477907"/>
                  </a:lnTo>
                  <a:lnTo>
                    <a:pt x="4178980" y="1469574"/>
                  </a:lnTo>
                  <a:lnTo>
                    <a:pt x="4179825" y="1518765"/>
                  </a:lnTo>
                  <a:lnTo>
                    <a:pt x="4179825" y="1518765"/>
                  </a:lnTo>
                  <a:lnTo>
                    <a:pt x="4180670" y="1449682"/>
                  </a:lnTo>
                  <a:lnTo>
                    <a:pt x="4181515" y="1432360"/>
                  </a:lnTo>
                  <a:lnTo>
                    <a:pt x="4182360" y="1435443"/>
                  </a:lnTo>
                  <a:lnTo>
                    <a:pt x="4183206" y="1342884"/>
                  </a:lnTo>
                  <a:lnTo>
                    <a:pt x="4184051" y="1289936"/>
                  </a:lnTo>
                  <a:lnTo>
                    <a:pt x="4184896" y="1354012"/>
                  </a:lnTo>
                  <a:lnTo>
                    <a:pt x="4185741" y="1409671"/>
                  </a:lnTo>
                  <a:lnTo>
                    <a:pt x="4186586" y="1435611"/>
                  </a:lnTo>
                  <a:lnTo>
                    <a:pt x="4187431" y="1459143"/>
                  </a:lnTo>
                  <a:lnTo>
                    <a:pt x="4188276" y="1461041"/>
                  </a:lnTo>
                  <a:lnTo>
                    <a:pt x="4189121" y="1481347"/>
                  </a:lnTo>
                  <a:lnTo>
                    <a:pt x="4189966" y="1491167"/>
                  </a:lnTo>
                  <a:lnTo>
                    <a:pt x="4190811" y="1486030"/>
                  </a:lnTo>
                  <a:lnTo>
                    <a:pt x="4191656" y="1496768"/>
                  </a:lnTo>
                  <a:lnTo>
                    <a:pt x="4192502" y="1518765"/>
                  </a:lnTo>
                  <a:lnTo>
                    <a:pt x="4192502" y="1518765"/>
                  </a:lnTo>
                  <a:lnTo>
                    <a:pt x="4193347" y="1518765"/>
                  </a:lnTo>
                  <a:lnTo>
                    <a:pt x="4194192" y="1476603"/>
                  </a:lnTo>
                  <a:lnTo>
                    <a:pt x="4195037" y="1486333"/>
                  </a:lnTo>
                  <a:lnTo>
                    <a:pt x="4195882" y="1470460"/>
                  </a:lnTo>
                  <a:lnTo>
                    <a:pt x="4196727" y="1432571"/>
                  </a:lnTo>
                  <a:lnTo>
                    <a:pt x="4197572" y="1518765"/>
                  </a:lnTo>
                  <a:lnTo>
                    <a:pt x="4197572" y="1518765"/>
                  </a:lnTo>
                  <a:lnTo>
                    <a:pt x="4198417" y="1409072"/>
                  </a:lnTo>
                  <a:lnTo>
                    <a:pt x="4199262" y="1406689"/>
                  </a:lnTo>
                  <a:lnTo>
                    <a:pt x="4200107" y="1346257"/>
                  </a:lnTo>
                  <a:lnTo>
                    <a:pt x="4200952" y="1330032"/>
                  </a:lnTo>
                  <a:lnTo>
                    <a:pt x="4201798" y="1408055"/>
                  </a:lnTo>
                  <a:lnTo>
                    <a:pt x="4202643" y="1424783"/>
                  </a:lnTo>
                  <a:lnTo>
                    <a:pt x="4203488" y="1440052"/>
                  </a:lnTo>
                  <a:lnTo>
                    <a:pt x="4204333" y="1446194"/>
                  </a:lnTo>
                  <a:lnTo>
                    <a:pt x="4205178" y="1443510"/>
                  </a:lnTo>
                  <a:lnTo>
                    <a:pt x="4206023" y="1438413"/>
                  </a:lnTo>
                  <a:lnTo>
                    <a:pt x="4206868" y="1398078"/>
                  </a:lnTo>
                  <a:lnTo>
                    <a:pt x="4207713" y="1367423"/>
                  </a:lnTo>
                  <a:lnTo>
                    <a:pt x="4208558" y="1375784"/>
                  </a:lnTo>
                  <a:lnTo>
                    <a:pt x="4209403" y="1425202"/>
                  </a:lnTo>
                  <a:lnTo>
                    <a:pt x="4210248" y="1416025"/>
                  </a:lnTo>
                  <a:lnTo>
                    <a:pt x="4211094" y="1430164"/>
                  </a:lnTo>
                  <a:lnTo>
                    <a:pt x="4211939" y="1421110"/>
                  </a:lnTo>
                  <a:lnTo>
                    <a:pt x="4212784" y="1446939"/>
                  </a:lnTo>
                  <a:lnTo>
                    <a:pt x="4213629" y="1480691"/>
                  </a:lnTo>
                  <a:lnTo>
                    <a:pt x="4214474" y="1468333"/>
                  </a:lnTo>
                  <a:lnTo>
                    <a:pt x="4215319" y="1518765"/>
                  </a:lnTo>
                  <a:lnTo>
                    <a:pt x="4215319" y="1518765"/>
                  </a:lnTo>
                  <a:lnTo>
                    <a:pt x="4216164" y="1494269"/>
                  </a:lnTo>
                  <a:lnTo>
                    <a:pt x="4217009" y="1487371"/>
                  </a:lnTo>
                  <a:lnTo>
                    <a:pt x="4217854" y="1484276"/>
                  </a:lnTo>
                  <a:lnTo>
                    <a:pt x="4218699" y="1487096"/>
                  </a:lnTo>
                  <a:lnTo>
                    <a:pt x="4219544" y="1485052"/>
                  </a:lnTo>
                  <a:lnTo>
                    <a:pt x="4220390" y="1487802"/>
                  </a:lnTo>
                  <a:lnTo>
                    <a:pt x="4221235" y="1487039"/>
                  </a:lnTo>
                  <a:lnTo>
                    <a:pt x="4222080" y="1502223"/>
                  </a:lnTo>
                  <a:lnTo>
                    <a:pt x="4222925" y="1492657"/>
                  </a:lnTo>
                  <a:lnTo>
                    <a:pt x="4223770" y="1446553"/>
                  </a:lnTo>
                  <a:lnTo>
                    <a:pt x="4224615" y="1451304"/>
                  </a:lnTo>
                  <a:lnTo>
                    <a:pt x="4225460" y="1432639"/>
                  </a:lnTo>
                  <a:lnTo>
                    <a:pt x="4226305" y="1451107"/>
                  </a:lnTo>
                  <a:lnTo>
                    <a:pt x="4227150" y="1461705"/>
                  </a:lnTo>
                  <a:lnTo>
                    <a:pt x="4227995" y="1445075"/>
                  </a:lnTo>
                  <a:lnTo>
                    <a:pt x="4228841" y="1478042"/>
                  </a:lnTo>
                  <a:lnTo>
                    <a:pt x="4229686" y="1473826"/>
                  </a:lnTo>
                  <a:lnTo>
                    <a:pt x="4230531" y="1463589"/>
                  </a:lnTo>
                  <a:lnTo>
                    <a:pt x="4231376" y="1518765"/>
                  </a:lnTo>
                  <a:lnTo>
                    <a:pt x="4231376" y="1518765"/>
                  </a:lnTo>
                  <a:lnTo>
                    <a:pt x="4232221" y="1418519"/>
                  </a:lnTo>
                  <a:lnTo>
                    <a:pt x="4233066" y="1454063"/>
                  </a:lnTo>
                  <a:lnTo>
                    <a:pt x="4233911" y="1430870"/>
                  </a:lnTo>
                  <a:lnTo>
                    <a:pt x="4234756" y="1409864"/>
                  </a:lnTo>
                  <a:lnTo>
                    <a:pt x="4235601" y="1404078"/>
                  </a:lnTo>
                  <a:lnTo>
                    <a:pt x="4236446" y="1518765"/>
                  </a:lnTo>
                  <a:lnTo>
                    <a:pt x="4236446" y="1518765"/>
                  </a:lnTo>
                  <a:lnTo>
                    <a:pt x="4237291" y="1518765"/>
                  </a:lnTo>
                  <a:lnTo>
                    <a:pt x="4238137" y="1342845"/>
                  </a:lnTo>
                  <a:lnTo>
                    <a:pt x="4238982" y="1284030"/>
                  </a:lnTo>
                  <a:lnTo>
                    <a:pt x="4239827" y="1518765"/>
                  </a:lnTo>
                  <a:lnTo>
                    <a:pt x="4239827" y="1518765"/>
                  </a:lnTo>
                  <a:lnTo>
                    <a:pt x="4240672" y="1292310"/>
                  </a:lnTo>
                  <a:lnTo>
                    <a:pt x="4241517" y="1289371"/>
                  </a:lnTo>
                  <a:lnTo>
                    <a:pt x="4242362" y="1312589"/>
                  </a:lnTo>
                  <a:lnTo>
                    <a:pt x="4243207" y="1340514"/>
                  </a:lnTo>
                  <a:lnTo>
                    <a:pt x="4244052" y="1408412"/>
                  </a:lnTo>
                  <a:lnTo>
                    <a:pt x="4244897" y="1405085"/>
                  </a:lnTo>
                  <a:lnTo>
                    <a:pt x="4245742" y="1392244"/>
                  </a:lnTo>
                  <a:lnTo>
                    <a:pt x="4246587" y="1375363"/>
                  </a:lnTo>
                  <a:lnTo>
                    <a:pt x="4247433" y="1419685"/>
                  </a:lnTo>
                  <a:lnTo>
                    <a:pt x="4248278" y="1451629"/>
                  </a:lnTo>
                  <a:lnTo>
                    <a:pt x="4249123" y="1451045"/>
                  </a:lnTo>
                  <a:lnTo>
                    <a:pt x="4249968" y="1446877"/>
                  </a:lnTo>
                  <a:lnTo>
                    <a:pt x="4250813" y="1518765"/>
                  </a:lnTo>
                  <a:lnTo>
                    <a:pt x="4250813" y="1518765"/>
                  </a:lnTo>
                  <a:lnTo>
                    <a:pt x="4251658" y="1518765"/>
                  </a:lnTo>
                  <a:lnTo>
                    <a:pt x="4252503" y="1462240"/>
                  </a:lnTo>
                  <a:lnTo>
                    <a:pt x="4253348" y="1463700"/>
                  </a:lnTo>
                  <a:lnTo>
                    <a:pt x="4254193" y="1480805"/>
                  </a:lnTo>
                  <a:lnTo>
                    <a:pt x="4255038" y="1491115"/>
                  </a:lnTo>
                  <a:lnTo>
                    <a:pt x="4255883" y="1502677"/>
                  </a:lnTo>
                  <a:lnTo>
                    <a:pt x="4256729" y="1518765"/>
                  </a:lnTo>
                  <a:lnTo>
                    <a:pt x="4256729" y="1518765"/>
                  </a:lnTo>
                  <a:lnTo>
                    <a:pt x="4257574" y="1487323"/>
                  </a:lnTo>
                  <a:lnTo>
                    <a:pt x="4258419" y="1503933"/>
                  </a:lnTo>
                  <a:lnTo>
                    <a:pt x="4259264" y="1504196"/>
                  </a:lnTo>
                  <a:lnTo>
                    <a:pt x="4260109" y="1504477"/>
                  </a:lnTo>
                  <a:lnTo>
                    <a:pt x="4260954" y="1497615"/>
                  </a:lnTo>
                  <a:lnTo>
                    <a:pt x="4261799" y="1489585"/>
                  </a:lnTo>
                  <a:lnTo>
                    <a:pt x="4262644" y="1504027"/>
                  </a:lnTo>
                  <a:lnTo>
                    <a:pt x="4263489" y="1502238"/>
                  </a:lnTo>
                  <a:lnTo>
                    <a:pt x="4264334" y="1518765"/>
                  </a:lnTo>
                  <a:lnTo>
                    <a:pt x="4264334" y="1518765"/>
                  </a:lnTo>
                  <a:lnTo>
                    <a:pt x="4265179" y="1518765"/>
                  </a:lnTo>
                  <a:lnTo>
                    <a:pt x="4266025" y="1518765"/>
                  </a:lnTo>
                  <a:lnTo>
                    <a:pt x="4266870" y="1491015"/>
                  </a:lnTo>
                  <a:lnTo>
                    <a:pt x="4267715" y="1487841"/>
                  </a:lnTo>
                  <a:lnTo>
                    <a:pt x="4268560" y="1465501"/>
                  </a:lnTo>
                  <a:lnTo>
                    <a:pt x="4269405" y="1486181"/>
                  </a:lnTo>
                  <a:lnTo>
                    <a:pt x="4270250" y="1479196"/>
                  </a:lnTo>
                  <a:lnTo>
                    <a:pt x="4271095" y="1489623"/>
                  </a:lnTo>
                  <a:lnTo>
                    <a:pt x="4271940" y="1476874"/>
                  </a:lnTo>
                  <a:lnTo>
                    <a:pt x="4272785" y="1464925"/>
                  </a:lnTo>
                  <a:lnTo>
                    <a:pt x="4273630" y="1486952"/>
                  </a:lnTo>
                  <a:lnTo>
                    <a:pt x="4274475" y="1489084"/>
                  </a:lnTo>
                  <a:lnTo>
                    <a:pt x="4275321" y="1482991"/>
                  </a:lnTo>
                  <a:lnTo>
                    <a:pt x="4276166" y="1518765"/>
                  </a:lnTo>
                  <a:lnTo>
                    <a:pt x="4276166" y="1518765"/>
                  </a:lnTo>
                  <a:lnTo>
                    <a:pt x="4277011" y="1494841"/>
                  </a:lnTo>
                  <a:lnTo>
                    <a:pt x="4277856" y="1501855"/>
                  </a:lnTo>
                  <a:lnTo>
                    <a:pt x="4278701" y="1485819"/>
                  </a:lnTo>
                  <a:lnTo>
                    <a:pt x="4279546" y="1518765"/>
                  </a:lnTo>
                  <a:lnTo>
                    <a:pt x="4279546" y="1518765"/>
                  </a:lnTo>
                  <a:lnTo>
                    <a:pt x="4280391" y="1489419"/>
                  </a:lnTo>
                  <a:lnTo>
                    <a:pt x="4281236" y="1496209"/>
                  </a:lnTo>
                  <a:lnTo>
                    <a:pt x="4282081" y="1492775"/>
                  </a:lnTo>
                  <a:lnTo>
                    <a:pt x="4282926" y="1473161"/>
                  </a:lnTo>
                  <a:lnTo>
                    <a:pt x="4283771" y="1518765"/>
                  </a:lnTo>
                  <a:lnTo>
                    <a:pt x="4283771" y="1518765"/>
                  </a:lnTo>
                  <a:lnTo>
                    <a:pt x="4284617" y="1455753"/>
                  </a:lnTo>
                  <a:lnTo>
                    <a:pt x="4285462" y="1409795"/>
                  </a:lnTo>
                  <a:lnTo>
                    <a:pt x="4286307" y="1400021"/>
                  </a:lnTo>
                  <a:lnTo>
                    <a:pt x="4287152" y="1371275"/>
                  </a:lnTo>
                  <a:lnTo>
                    <a:pt x="4287997" y="1415226"/>
                  </a:lnTo>
                  <a:lnTo>
                    <a:pt x="4288842" y="1397832"/>
                  </a:lnTo>
                  <a:lnTo>
                    <a:pt x="4289687" y="1395876"/>
                  </a:lnTo>
                  <a:lnTo>
                    <a:pt x="4290532" y="1394985"/>
                  </a:lnTo>
                  <a:lnTo>
                    <a:pt x="4291377" y="1410555"/>
                  </a:lnTo>
                  <a:lnTo>
                    <a:pt x="4292222" y="1431742"/>
                  </a:lnTo>
                  <a:lnTo>
                    <a:pt x="4293068" y="1444262"/>
                  </a:lnTo>
                  <a:lnTo>
                    <a:pt x="4293913" y="1437356"/>
                  </a:lnTo>
                  <a:lnTo>
                    <a:pt x="4294758" y="1439816"/>
                  </a:lnTo>
                  <a:lnTo>
                    <a:pt x="4295603" y="1457330"/>
                  </a:lnTo>
                  <a:lnTo>
                    <a:pt x="4296448" y="1467811"/>
                  </a:lnTo>
                  <a:lnTo>
                    <a:pt x="4297293" y="1479980"/>
                  </a:lnTo>
                  <a:lnTo>
                    <a:pt x="4298138" y="1482650"/>
                  </a:lnTo>
                  <a:lnTo>
                    <a:pt x="4298983" y="1491064"/>
                  </a:lnTo>
                  <a:lnTo>
                    <a:pt x="4299828" y="1487006"/>
                  </a:lnTo>
                  <a:lnTo>
                    <a:pt x="4300673" y="1482351"/>
                  </a:lnTo>
                  <a:lnTo>
                    <a:pt x="4301518" y="1483522"/>
                  </a:lnTo>
                  <a:lnTo>
                    <a:pt x="4302364" y="1494412"/>
                  </a:lnTo>
                  <a:lnTo>
                    <a:pt x="4303209" y="1494112"/>
                  </a:lnTo>
                  <a:lnTo>
                    <a:pt x="4304054" y="1459318"/>
                  </a:lnTo>
                  <a:lnTo>
                    <a:pt x="4304899" y="1451538"/>
                  </a:lnTo>
                  <a:lnTo>
                    <a:pt x="4305744" y="1518765"/>
                  </a:lnTo>
                  <a:lnTo>
                    <a:pt x="4305744" y="1518765"/>
                  </a:lnTo>
                  <a:lnTo>
                    <a:pt x="4306589" y="1455543"/>
                  </a:lnTo>
                  <a:lnTo>
                    <a:pt x="4307434" y="1443797"/>
                  </a:lnTo>
                  <a:lnTo>
                    <a:pt x="4308279" y="1438607"/>
                  </a:lnTo>
                  <a:lnTo>
                    <a:pt x="4309124" y="1399118"/>
                  </a:lnTo>
                  <a:lnTo>
                    <a:pt x="4309969" y="1420362"/>
                  </a:lnTo>
                  <a:lnTo>
                    <a:pt x="4310814" y="1430908"/>
                  </a:lnTo>
                  <a:lnTo>
                    <a:pt x="4311660" y="1518765"/>
                  </a:lnTo>
                  <a:lnTo>
                    <a:pt x="4311660" y="1518765"/>
                  </a:lnTo>
                  <a:lnTo>
                    <a:pt x="4312505" y="1518765"/>
                  </a:lnTo>
                  <a:lnTo>
                    <a:pt x="4313350" y="1518765"/>
                  </a:lnTo>
                  <a:lnTo>
                    <a:pt x="4314195" y="1445418"/>
                  </a:lnTo>
                  <a:lnTo>
                    <a:pt x="4315040" y="1518765"/>
                  </a:lnTo>
                  <a:lnTo>
                    <a:pt x="4315040" y="1518765"/>
                  </a:lnTo>
                  <a:lnTo>
                    <a:pt x="4315885" y="1433962"/>
                  </a:lnTo>
                  <a:lnTo>
                    <a:pt x="4316730" y="1446059"/>
                  </a:lnTo>
                  <a:lnTo>
                    <a:pt x="4317575" y="1456381"/>
                  </a:lnTo>
                  <a:lnTo>
                    <a:pt x="4318420" y="1454704"/>
                  </a:lnTo>
                  <a:lnTo>
                    <a:pt x="4319265" y="1451208"/>
                  </a:lnTo>
                  <a:lnTo>
                    <a:pt x="4320110" y="1442837"/>
                  </a:lnTo>
                  <a:lnTo>
                    <a:pt x="4320956" y="1461947"/>
                  </a:lnTo>
                  <a:lnTo>
                    <a:pt x="4321801" y="1464785"/>
                  </a:lnTo>
                  <a:lnTo>
                    <a:pt x="4322646" y="1468852"/>
                  </a:lnTo>
                  <a:lnTo>
                    <a:pt x="4323491" y="1460478"/>
                  </a:lnTo>
                  <a:lnTo>
                    <a:pt x="4324336" y="1465103"/>
                  </a:lnTo>
                  <a:lnTo>
                    <a:pt x="4325181" y="1468032"/>
                  </a:lnTo>
                  <a:lnTo>
                    <a:pt x="4326026" y="1482011"/>
                  </a:lnTo>
                  <a:lnTo>
                    <a:pt x="4326871" y="1489024"/>
                  </a:lnTo>
                  <a:lnTo>
                    <a:pt x="4327716" y="1486880"/>
                  </a:lnTo>
                  <a:lnTo>
                    <a:pt x="4328561" y="1518765"/>
                  </a:lnTo>
                  <a:lnTo>
                    <a:pt x="4328561" y="1518765"/>
                  </a:lnTo>
                  <a:lnTo>
                    <a:pt x="4329406" y="1518765"/>
                  </a:lnTo>
                  <a:lnTo>
                    <a:pt x="4330252" y="1461887"/>
                  </a:lnTo>
                  <a:lnTo>
                    <a:pt x="4331097" y="1518765"/>
                  </a:lnTo>
                  <a:lnTo>
                    <a:pt x="4331097" y="1518765"/>
                  </a:lnTo>
                  <a:lnTo>
                    <a:pt x="4331942" y="1443382"/>
                  </a:lnTo>
                  <a:lnTo>
                    <a:pt x="4332787" y="1436290"/>
                  </a:lnTo>
                  <a:lnTo>
                    <a:pt x="4333632" y="1429563"/>
                  </a:lnTo>
                  <a:lnTo>
                    <a:pt x="4334477" y="1420627"/>
                  </a:lnTo>
                  <a:lnTo>
                    <a:pt x="4335322" y="1404826"/>
                  </a:lnTo>
                  <a:lnTo>
                    <a:pt x="4336167" y="1403451"/>
                  </a:lnTo>
                  <a:lnTo>
                    <a:pt x="4337012" y="1393821"/>
                  </a:lnTo>
                  <a:lnTo>
                    <a:pt x="4337857" y="1518765"/>
                  </a:lnTo>
                  <a:lnTo>
                    <a:pt x="4337857" y="1518765"/>
                  </a:lnTo>
                  <a:lnTo>
                    <a:pt x="4338702" y="1410694"/>
                  </a:lnTo>
                  <a:lnTo>
                    <a:pt x="4339548" y="1419619"/>
                  </a:lnTo>
                  <a:lnTo>
                    <a:pt x="4340393" y="1421707"/>
                  </a:lnTo>
                  <a:lnTo>
                    <a:pt x="4341238" y="1429098"/>
                  </a:lnTo>
                  <a:lnTo>
                    <a:pt x="4342083" y="1446247"/>
                  </a:lnTo>
                  <a:lnTo>
                    <a:pt x="4342928" y="1427841"/>
                  </a:lnTo>
                  <a:lnTo>
                    <a:pt x="4343773" y="1518765"/>
                  </a:lnTo>
                  <a:lnTo>
                    <a:pt x="4343773" y="1518765"/>
                  </a:lnTo>
                  <a:lnTo>
                    <a:pt x="4344618" y="1518765"/>
                  </a:lnTo>
                  <a:lnTo>
                    <a:pt x="4345463" y="1440171"/>
                  </a:lnTo>
                  <a:lnTo>
                    <a:pt x="4346308" y="1433176"/>
                  </a:lnTo>
                  <a:lnTo>
                    <a:pt x="4347153" y="1384401"/>
                  </a:lnTo>
                  <a:lnTo>
                    <a:pt x="4347999" y="1285986"/>
                  </a:lnTo>
                  <a:lnTo>
                    <a:pt x="4348844" y="1264001"/>
                  </a:lnTo>
                  <a:lnTo>
                    <a:pt x="4349689" y="1279744"/>
                  </a:lnTo>
                  <a:lnTo>
                    <a:pt x="4350534" y="1293752"/>
                  </a:lnTo>
                  <a:lnTo>
                    <a:pt x="4351379" y="1518765"/>
                  </a:lnTo>
                  <a:lnTo>
                    <a:pt x="4351379" y="1518765"/>
                  </a:lnTo>
                  <a:lnTo>
                    <a:pt x="4352224" y="1258836"/>
                  </a:lnTo>
                  <a:lnTo>
                    <a:pt x="4353069" y="1304240"/>
                  </a:lnTo>
                  <a:lnTo>
                    <a:pt x="4353914" y="1328155"/>
                  </a:lnTo>
                  <a:lnTo>
                    <a:pt x="4354759" y="1366925"/>
                  </a:lnTo>
                  <a:lnTo>
                    <a:pt x="4355604" y="1342635"/>
                  </a:lnTo>
                  <a:lnTo>
                    <a:pt x="4356449" y="1358021"/>
                  </a:lnTo>
                  <a:lnTo>
                    <a:pt x="4357295" y="1373791"/>
                  </a:lnTo>
                  <a:lnTo>
                    <a:pt x="4358140" y="1418236"/>
                  </a:lnTo>
                  <a:lnTo>
                    <a:pt x="4358985" y="1518765"/>
                  </a:lnTo>
                  <a:lnTo>
                    <a:pt x="4358985" y="1518765"/>
                  </a:lnTo>
                  <a:lnTo>
                    <a:pt x="4359830" y="1518765"/>
                  </a:lnTo>
                  <a:lnTo>
                    <a:pt x="4360675" y="1404770"/>
                  </a:lnTo>
                  <a:lnTo>
                    <a:pt x="4361520" y="1409986"/>
                  </a:lnTo>
                  <a:lnTo>
                    <a:pt x="4362365" y="1518765"/>
                  </a:lnTo>
                  <a:lnTo>
                    <a:pt x="4362365" y="1518765"/>
                  </a:lnTo>
                  <a:lnTo>
                    <a:pt x="4363210" y="1428916"/>
                  </a:lnTo>
                  <a:lnTo>
                    <a:pt x="4364055" y="1429491"/>
                  </a:lnTo>
                  <a:lnTo>
                    <a:pt x="4364900" y="1437501"/>
                  </a:lnTo>
                  <a:lnTo>
                    <a:pt x="4365745" y="1426372"/>
                  </a:lnTo>
                  <a:lnTo>
                    <a:pt x="4366591" y="1398624"/>
                  </a:lnTo>
                  <a:lnTo>
                    <a:pt x="4367436" y="1392857"/>
                  </a:lnTo>
                  <a:lnTo>
                    <a:pt x="4368281" y="1383382"/>
                  </a:lnTo>
                  <a:lnTo>
                    <a:pt x="4369126" y="1378164"/>
                  </a:lnTo>
                  <a:lnTo>
                    <a:pt x="4369971" y="1518765"/>
                  </a:lnTo>
                  <a:lnTo>
                    <a:pt x="4369971" y="1518765"/>
                  </a:lnTo>
                  <a:lnTo>
                    <a:pt x="4370816" y="1518765"/>
                  </a:lnTo>
                  <a:lnTo>
                    <a:pt x="4371661" y="1263483"/>
                  </a:lnTo>
                  <a:lnTo>
                    <a:pt x="4372506" y="1336272"/>
                  </a:lnTo>
                  <a:lnTo>
                    <a:pt x="4373351" y="1359204"/>
                  </a:lnTo>
                  <a:lnTo>
                    <a:pt x="4374196" y="1322542"/>
                  </a:lnTo>
                  <a:lnTo>
                    <a:pt x="4375041" y="1518765"/>
                  </a:lnTo>
                  <a:lnTo>
                    <a:pt x="4375041" y="1518765"/>
                  </a:lnTo>
                  <a:lnTo>
                    <a:pt x="4375887" y="1518765"/>
                  </a:lnTo>
                  <a:lnTo>
                    <a:pt x="4376732" y="1518765"/>
                  </a:lnTo>
                  <a:lnTo>
                    <a:pt x="4377577" y="1518765"/>
                  </a:lnTo>
                  <a:lnTo>
                    <a:pt x="4378422" y="1518765"/>
                  </a:lnTo>
                  <a:lnTo>
                    <a:pt x="4379267" y="1518765"/>
                  </a:lnTo>
                  <a:lnTo>
                    <a:pt x="4380112" y="1518765"/>
                  </a:lnTo>
                  <a:lnTo>
                    <a:pt x="4380957" y="1518765"/>
                  </a:lnTo>
                  <a:lnTo>
                    <a:pt x="4381802" y="1518765"/>
                  </a:lnTo>
                  <a:lnTo>
                    <a:pt x="4382647" y="1518765"/>
                  </a:lnTo>
                  <a:lnTo>
                    <a:pt x="4383492" y="1518765"/>
                  </a:lnTo>
                  <a:lnTo>
                    <a:pt x="4384337" y="1518765"/>
                  </a:lnTo>
                  <a:lnTo>
                    <a:pt x="4385183" y="1518765"/>
                  </a:lnTo>
                  <a:lnTo>
                    <a:pt x="4386028" y="1518765"/>
                  </a:lnTo>
                  <a:lnTo>
                    <a:pt x="4386873" y="1518765"/>
                  </a:lnTo>
                  <a:lnTo>
                    <a:pt x="4387718" y="1518765"/>
                  </a:lnTo>
                  <a:lnTo>
                    <a:pt x="4388563" y="1518765"/>
                  </a:lnTo>
                  <a:lnTo>
                    <a:pt x="4389408" y="1518765"/>
                  </a:lnTo>
                  <a:lnTo>
                    <a:pt x="4390253" y="1518765"/>
                  </a:lnTo>
                  <a:lnTo>
                    <a:pt x="4391098" y="1518765"/>
                  </a:lnTo>
                  <a:lnTo>
                    <a:pt x="4391943" y="1518765"/>
                  </a:lnTo>
                  <a:lnTo>
                    <a:pt x="4392788" y="1518765"/>
                  </a:lnTo>
                  <a:lnTo>
                    <a:pt x="4393633" y="1518765"/>
                  </a:lnTo>
                  <a:lnTo>
                    <a:pt x="4394479" y="1518765"/>
                  </a:lnTo>
                  <a:lnTo>
                    <a:pt x="4395324" y="1518765"/>
                  </a:lnTo>
                  <a:lnTo>
                    <a:pt x="4396169" y="1518765"/>
                  </a:lnTo>
                  <a:lnTo>
                    <a:pt x="4397014" y="1518765"/>
                  </a:lnTo>
                  <a:lnTo>
                    <a:pt x="4397859" y="1518765"/>
                  </a:lnTo>
                  <a:lnTo>
                    <a:pt x="4398704" y="1518765"/>
                  </a:lnTo>
                  <a:lnTo>
                    <a:pt x="4399549" y="1518765"/>
                  </a:lnTo>
                  <a:lnTo>
                    <a:pt x="4400394" y="1518765"/>
                  </a:lnTo>
                  <a:lnTo>
                    <a:pt x="4401239" y="1518765"/>
                  </a:lnTo>
                  <a:lnTo>
                    <a:pt x="4402084" y="1518765"/>
                  </a:lnTo>
                  <a:lnTo>
                    <a:pt x="4402929" y="1518765"/>
                  </a:lnTo>
                  <a:lnTo>
                    <a:pt x="4403775" y="1518765"/>
                  </a:lnTo>
                  <a:lnTo>
                    <a:pt x="4404620" y="1518765"/>
                  </a:lnTo>
                  <a:lnTo>
                    <a:pt x="4405465" y="1422548"/>
                  </a:lnTo>
                  <a:lnTo>
                    <a:pt x="4406310" y="1411277"/>
                  </a:lnTo>
                  <a:lnTo>
                    <a:pt x="4407155" y="1410614"/>
                  </a:lnTo>
                  <a:lnTo>
                    <a:pt x="4408000" y="1415683"/>
                  </a:lnTo>
                  <a:lnTo>
                    <a:pt x="4408845" y="1395832"/>
                  </a:lnTo>
                  <a:lnTo>
                    <a:pt x="4409690" y="1413981"/>
                  </a:lnTo>
                  <a:lnTo>
                    <a:pt x="4410535" y="1412025"/>
                  </a:lnTo>
                  <a:lnTo>
                    <a:pt x="4411380" y="1383776"/>
                  </a:lnTo>
                  <a:lnTo>
                    <a:pt x="4412226" y="1333778"/>
                  </a:lnTo>
                  <a:lnTo>
                    <a:pt x="4413071" y="1518765"/>
                  </a:lnTo>
                  <a:lnTo>
                    <a:pt x="4413071" y="1518765"/>
                  </a:lnTo>
                  <a:lnTo>
                    <a:pt x="4413916" y="1383225"/>
                  </a:lnTo>
                  <a:lnTo>
                    <a:pt x="4414761" y="1391873"/>
                  </a:lnTo>
                  <a:lnTo>
                    <a:pt x="4415606" y="1376881"/>
                  </a:lnTo>
                  <a:lnTo>
                    <a:pt x="4416451" y="1386494"/>
                  </a:lnTo>
                  <a:lnTo>
                    <a:pt x="4417296" y="1403242"/>
                  </a:lnTo>
                  <a:lnTo>
                    <a:pt x="4418141" y="1440221"/>
                  </a:lnTo>
                  <a:lnTo>
                    <a:pt x="4418986" y="1433804"/>
                  </a:lnTo>
                  <a:lnTo>
                    <a:pt x="4419831" y="1448983"/>
                  </a:lnTo>
                  <a:lnTo>
                    <a:pt x="4420676" y="1449450"/>
                  </a:lnTo>
                  <a:lnTo>
                    <a:pt x="4421522" y="1474659"/>
                  </a:lnTo>
                  <a:lnTo>
                    <a:pt x="4422367" y="1481808"/>
                  </a:lnTo>
                  <a:lnTo>
                    <a:pt x="4423212" y="1452065"/>
                  </a:lnTo>
                  <a:lnTo>
                    <a:pt x="4424057" y="1453539"/>
                  </a:lnTo>
                  <a:lnTo>
                    <a:pt x="4424902" y="1455036"/>
                  </a:lnTo>
                  <a:lnTo>
                    <a:pt x="4425747" y="1459915"/>
                  </a:lnTo>
                  <a:lnTo>
                    <a:pt x="4426592" y="1474977"/>
                  </a:lnTo>
                  <a:lnTo>
                    <a:pt x="4427437" y="1461653"/>
                  </a:lnTo>
                  <a:lnTo>
                    <a:pt x="4428282" y="1481788"/>
                  </a:lnTo>
                  <a:lnTo>
                    <a:pt x="4429127" y="1518765"/>
                  </a:lnTo>
                  <a:lnTo>
                    <a:pt x="4429127" y="1518765"/>
                  </a:lnTo>
                  <a:lnTo>
                    <a:pt x="4429972" y="1518765"/>
                  </a:lnTo>
                  <a:lnTo>
                    <a:pt x="4430818" y="1459495"/>
                  </a:lnTo>
                  <a:lnTo>
                    <a:pt x="4431663" y="1471544"/>
                  </a:lnTo>
                  <a:lnTo>
                    <a:pt x="4432508" y="1478289"/>
                  </a:lnTo>
                  <a:lnTo>
                    <a:pt x="4433353" y="1482523"/>
                  </a:lnTo>
                  <a:lnTo>
                    <a:pt x="4434198" y="1480968"/>
                  </a:lnTo>
                  <a:lnTo>
                    <a:pt x="4435043" y="1485018"/>
                  </a:lnTo>
                  <a:lnTo>
                    <a:pt x="4435888" y="1494431"/>
                  </a:lnTo>
                  <a:lnTo>
                    <a:pt x="4436733" y="1470950"/>
                  </a:lnTo>
                  <a:lnTo>
                    <a:pt x="4437578" y="1466336"/>
                  </a:lnTo>
                  <a:lnTo>
                    <a:pt x="4438423" y="1469362"/>
                  </a:lnTo>
                  <a:lnTo>
                    <a:pt x="4439268" y="1465691"/>
                  </a:lnTo>
                  <a:lnTo>
                    <a:pt x="4440114" y="1473523"/>
                  </a:lnTo>
                  <a:lnTo>
                    <a:pt x="4440959" y="1457967"/>
                  </a:lnTo>
                  <a:lnTo>
                    <a:pt x="4441804" y="1518765"/>
                  </a:lnTo>
                  <a:lnTo>
                    <a:pt x="4441804" y="1518765"/>
                  </a:lnTo>
                  <a:lnTo>
                    <a:pt x="4442649" y="1449786"/>
                  </a:lnTo>
                  <a:lnTo>
                    <a:pt x="4443494" y="1466506"/>
                  </a:lnTo>
                  <a:lnTo>
                    <a:pt x="4444339" y="1472753"/>
                  </a:lnTo>
                  <a:lnTo>
                    <a:pt x="4445184" y="1460542"/>
                  </a:lnTo>
                  <a:lnTo>
                    <a:pt x="4446029" y="1488940"/>
                  </a:lnTo>
                  <a:lnTo>
                    <a:pt x="4446874" y="1518765"/>
                  </a:lnTo>
                  <a:lnTo>
                    <a:pt x="4446874" y="1518765"/>
                  </a:lnTo>
                  <a:lnTo>
                    <a:pt x="4447719" y="1480231"/>
                  </a:lnTo>
                  <a:lnTo>
                    <a:pt x="4448564" y="1492981"/>
                  </a:lnTo>
                  <a:lnTo>
                    <a:pt x="4449410" y="1462216"/>
                  </a:lnTo>
                  <a:lnTo>
                    <a:pt x="4450255" y="1474242"/>
                  </a:lnTo>
                  <a:lnTo>
                    <a:pt x="4451100" y="1474318"/>
                  </a:lnTo>
                  <a:lnTo>
                    <a:pt x="4451945" y="1435085"/>
                  </a:lnTo>
                  <a:lnTo>
                    <a:pt x="4452790" y="1518765"/>
                  </a:lnTo>
                  <a:lnTo>
                    <a:pt x="4452790" y="1518765"/>
                  </a:lnTo>
                  <a:lnTo>
                    <a:pt x="4453635" y="1518765"/>
                  </a:lnTo>
                  <a:lnTo>
                    <a:pt x="4454480" y="1518765"/>
                  </a:lnTo>
                  <a:lnTo>
                    <a:pt x="4455325" y="1518765"/>
                  </a:lnTo>
                  <a:lnTo>
                    <a:pt x="4456170" y="1518765"/>
                  </a:lnTo>
                  <a:lnTo>
                    <a:pt x="4457015" y="1518765"/>
                  </a:lnTo>
                  <a:lnTo>
                    <a:pt x="4457860" y="1518765"/>
                  </a:lnTo>
                  <a:lnTo>
                    <a:pt x="4458706" y="1518765"/>
                  </a:lnTo>
                  <a:lnTo>
                    <a:pt x="4459551" y="1518765"/>
                  </a:lnTo>
                  <a:lnTo>
                    <a:pt x="4460396" y="1518765"/>
                  </a:lnTo>
                  <a:lnTo>
                    <a:pt x="4461241" y="1518765"/>
                  </a:lnTo>
                  <a:lnTo>
                    <a:pt x="4462086" y="1518765"/>
                  </a:lnTo>
                  <a:lnTo>
                    <a:pt x="4462931" y="1518765"/>
                  </a:lnTo>
                  <a:lnTo>
                    <a:pt x="4463776" y="1518765"/>
                  </a:lnTo>
                  <a:lnTo>
                    <a:pt x="4464621" y="1518765"/>
                  </a:lnTo>
                  <a:lnTo>
                    <a:pt x="4465466" y="1518765"/>
                  </a:lnTo>
                  <a:lnTo>
                    <a:pt x="4466311" y="1518765"/>
                  </a:lnTo>
                  <a:lnTo>
                    <a:pt x="4467156" y="1518765"/>
                  </a:lnTo>
                  <a:lnTo>
                    <a:pt x="4468002" y="1518765"/>
                  </a:lnTo>
                  <a:lnTo>
                    <a:pt x="4468847" y="1518765"/>
                  </a:lnTo>
                  <a:lnTo>
                    <a:pt x="4469692" y="1518765"/>
                  </a:lnTo>
                  <a:lnTo>
                    <a:pt x="4470537" y="1518765"/>
                  </a:lnTo>
                  <a:lnTo>
                    <a:pt x="4471382" y="1518765"/>
                  </a:lnTo>
                  <a:lnTo>
                    <a:pt x="4472227" y="1518765"/>
                  </a:lnTo>
                  <a:lnTo>
                    <a:pt x="4473072" y="1518765"/>
                  </a:lnTo>
                  <a:lnTo>
                    <a:pt x="4473917" y="1518765"/>
                  </a:lnTo>
                  <a:lnTo>
                    <a:pt x="4474762" y="1518765"/>
                  </a:lnTo>
                  <a:lnTo>
                    <a:pt x="4475607" y="1518765"/>
                  </a:lnTo>
                  <a:lnTo>
                    <a:pt x="4476453" y="1518765"/>
                  </a:lnTo>
                  <a:lnTo>
                    <a:pt x="4477298" y="1518765"/>
                  </a:lnTo>
                  <a:lnTo>
                    <a:pt x="4478143" y="1518765"/>
                  </a:lnTo>
                  <a:lnTo>
                    <a:pt x="4478988" y="1518765"/>
                  </a:lnTo>
                  <a:lnTo>
                    <a:pt x="4479833" y="1518765"/>
                  </a:lnTo>
                  <a:lnTo>
                    <a:pt x="4480678" y="1486215"/>
                  </a:lnTo>
                  <a:lnTo>
                    <a:pt x="4481523" y="1463269"/>
                  </a:lnTo>
                  <a:lnTo>
                    <a:pt x="4482368" y="1491947"/>
                  </a:lnTo>
                  <a:lnTo>
                    <a:pt x="4483213" y="1486908"/>
                  </a:lnTo>
                  <a:lnTo>
                    <a:pt x="4484058" y="1486300"/>
                  </a:lnTo>
                  <a:lnTo>
                    <a:pt x="4484903" y="1493406"/>
                  </a:lnTo>
                  <a:lnTo>
                    <a:pt x="4485749" y="1502674"/>
                  </a:lnTo>
                  <a:lnTo>
                    <a:pt x="4486594" y="1518765"/>
                  </a:lnTo>
                  <a:lnTo>
                    <a:pt x="4486594" y="1518765"/>
                  </a:lnTo>
                  <a:lnTo>
                    <a:pt x="4487439" y="1506593"/>
                  </a:lnTo>
                  <a:lnTo>
                    <a:pt x="4488284" y="1504153"/>
                  </a:lnTo>
                  <a:lnTo>
                    <a:pt x="4489129" y="1498352"/>
                  </a:lnTo>
                  <a:lnTo>
                    <a:pt x="4489974" y="1475459"/>
                  </a:lnTo>
                  <a:lnTo>
                    <a:pt x="4490819" y="1478137"/>
                  </a:lnTo>
                  <a:lnTo>
                    <a:pt x="4491664" y="1490797"/>
                  </a:lnTo>
                  <a:lnTo>
                    <a:pt x="4492509" y="1503902"/>
                  </a:lnTo>
                  <a:lnTo>
                    <a:pt x="4493354" y="1494252"/>
                  </a:lnTo>
                  <a:lnTo>
                    <a:pt x="4494199" y="1491951"/>
                  </a:lnTo>
                  <a:lnTo>
                    <a:pt x="4495045" y="1493135"/>
                  </a:lnTo>
                  <a:lnTo>
                    <a:pt x="4495890" y="1484706"/>
                  </a:lnTo>
                  <a:lnTo>
                    <a:pt x="4496735" y="1477506"/>
                  </a:lnTo>
                  <a:lnTo>
                    <a:pt x="4497580" y="1479175"/>
                  </a:lnTo>
                  <a:lnTo>
                    <a:pt x="4498425" y="1482812"/>
                  </a:lnTo>
                  <a:lnTo>
                    <a:pt x="4499270" y="1489632"/>
                  </a:lnTo>
                  <a:lnTo>
                    <a:pt x="4500115" y="1491165"/>
                  </a:lnTo>
                  <a:lnTo>
                    <a:pt x="4500960" y="1492122"/>
                  </a:lnTo>
                  <a:lnTo>
                    <a:pt x="4501805" y="1492736"/>
                  </a:lnTo>
                  <a:lnTo>
                    <a:pt x="4502650" y="1490743"/>
                  </a:lnTo>
                  <a:lnTo>
                    <a:pt x="4503495" y="1472495"/>
                  </a:lnTo>
                  <a:lnTo>
                    <a:pt x="4504341" y="1518765"/>
                  </a:lnTo>
                  <a:lnTo>
                    <a:pt x="4504341" y="1518765"/>
                  </a:lnTo>
                  <a:lnTo>
                    <a:pt x="4505186" y="1518765"/>
                  </a:lnTo>
                  <a:lnTo>
                    <a:pt x="4506031" y="1518765"/>
                  </a:lnTo>
                  <a:lnTo>
                    <a:pt x="4506876" y="1454029"/>
                  </a:lnTo>
                  <a:lnTo>
                    <a:pt x="4507721" y="1443334"/>
                  </a:lnTo>
                  <a:lnTo>
                    <a:pt x="4508566" y="1411388"/>
                  </a:lnTo>
                  <a:lnTo>
                    <a:pt x="4509411" y="1397984"/>
                  </a:lnTo>
                  <a:lnTo>
                    <a:pt x="4510256" y="1375553"/>
                  </a:lnTo>
                  <a:lnTo>
                    <a:pt x="4511101" y="1329530"/>
                  </a:lnTo>
                  <a:lnTo>
                    <a:pt x="4511946" y="1325562"/>
                  </a:lnTo>
                  <a:lnTo>
                    <a:pt x="4512791" y="1336633"/>
                  </a:lnTo>
                  <a:lnTo>
                    <a:pt x="4513637" y="1395834"/>
                  </a:lnTo>
                  <a:lnTo>
                    <a:pt x="4514482" y="1389819"/>
                  </a:lnTo>
                  <a:lnTo>
                    <a:pt x="4515327" y="1518765"/>
                  </a:lnTo>
                  <a:lnTo>
                    <a:pt x="4515327" y="1518765"/>
                  </a:lnTo>
                  <a:lnTo>
                    <a:pt x="4516172" y="1449208"/>
                  </a:lnTo>
                  <a:lnTo>
                    <a:pt x="4517017" y="1453383"/>
                  </a:lnTo>
                  <a:lnTo>
                    <a:pt x="4517862" y="1452089"/>
                  </a:lnTo>
                  <a:lnTo>
                    <a:pt x="4518707" y="1518765"/>
                  </a:lnTo>
                  <a:lnTo>
                    <a:pt x="4518707" y="1518765"/>
                  </a:lnTo>
                  <a:lnTo>
                    <a:pt x="4519552" y="1518765"/>
                  </a:lnTo>
                  <a:lnTo>
                    <a:pt x="4520397" y="1466002"/>
                  </a:lnTo>
                  <a:lnTo>
                    <a:pt x="4521242" y="1467554"/>
                  </a:lnTo>
                  <a:lnTo>
                    <a:pt x="4522087" y="1453352"/>
                  </a:lnTo>
                  <a:lnTo>
                    <a:pt x="4522933" y="1458604"/>
                  </a:lnTo>
                  <a:lnTo>
                    <a:pt x="4523778" y="1518765"/>
                  </a:lnTo>
                  <a:lnTo>
                    <a:pt x="4523778" y="1518765"/>
                  </a:lnTo>
                  <a:lnTo>
                    <a:pt x="4524623" y="1518765"/>
                  </a:lnTo>
                  <a:lnTo>
                    <a:pt x="4525468" y="1518765"/>
                  </a:lnTo>
                  <a:lnTo>
                    <a:pt x="4526313" y="1518765"/>
                  </a:lnTo>
                  <a:lnTo>
                    <a:pt x="4527158" y="1518765"/>
                  </a:lnTo>
                  <a:lnTo>
                    <a:pt x="4528003" y="1518765"/>
                  </a:lnTo>
                  <a:lnTo>
                    <a:pt x="4528848" y="1518765"/>
                  </a:lnTo>
                  <a:lnTo>
                    <a:pt x="4529693" y="1518765"/>
                  </a:lnTo>
                  <a:lnTo>
                    <a:pt x="4530538" y="1518765"/>
                  </a:lnTo>
                  <a:lnTo>
                    <a:pt x="4531383" y="1444734"/>
                  </a:lnTo>
                  <a:lnTo>
                    <a:pt x="4532229" y="1518765"/>
                  </a:lnTo>
                  <a:lnTo>
                    <a:pt x="4532229" y="1518765"/>
                  </a:lnTo>
                  <a:lnTo>
                    <a:pt x="4533074" y="1518765"/>
                  </a:lnTo>
                  <a:lnTo>
                    <a:pt x="4533919" y="1470801"/>
                  </a:lnTo>
                  <a:lnTo>
                    <a:pt x="4534764" y="1518765"/>
                  </a:lnTo>
                  <a:lnTo>
                    <a:pt x="4534764" y="1518765"/>
                  </a:lnTo>
                  <a:lnTo>
                    <a:pt x="4535609" y="1468885"/>
                  </a:lnTo>
                  <a:lnTo>
                    <a:pt x="4536454" y="1474662"/>
                  </a:lnTo>
                  <a:lnTo>
                    <a:pt x="4537299" y="1479271"/>
                  </a:lnTo>
                  <a:lnTo>
                    <a:pt x="4538144" y="1468074"/>
                  </a:lnTo>
                  <a:lnTo>
                    <a:pt x="4538989" y="1456999"/>
                  </a:lnTo>
                  <a:lnTo>
                    <a:pt x="4539834" y="1518765"/>
                  </a:lnTo>
                  <a:lnTo>
                    <a:pt x="4539834" y="1518765"/>
                  </a:lnTo>
                  <a:lnTo>
                    <a:pt x="4540680" y="1447595"/>
                  </a:lnTo>
                  <a:lnTo>
                    <a:pt x="4541525" y="1469157"/>
                  </a:lnTo>
                  <a:lnTo>
                    <a:pt x="4542370" y="1476890"/>
                  </a:lnTo>
                  <a:lnTo>
                    <a:pt x="4543215" y="1473747"/>
                  </a:lnTo>
                  <a:lnTo>
                    <a:pt x="4544060" y="1475652"/>
                  </a:lnTo>
                  <a:lnTo>
                    <a:pt x="4544905" y="1463202"/>
                  </a:lnTo>
                  <a:lnTo>
                    <a:pt x="4545750" y="1465815"/>
                  </a:lnTo>
                  <a:lnTo>
                    <a:pt x="4546595" y="1457756"/>
                  </a:lnTo>
                  <a:lnTo>
                    <a:pt x="4547440" y="1467688"/>
                  </a:lnTo>
                  <a:lnTo>
                    <a:pt x="4548285" y="1466720"/>
                  </a:lnTo>
                  <a:lnTo>
                    <a:pt x="4549130" y="1477232"/>
                  </a:lnTo>
                  <a:lnTo>
                    <a:pt x="4549976" y="1477598"/>
                  </a:lnTo>
                  <a:lnTo>
                    <a:pt x="4550821" y="1518765"/>
                  </a:lnTo>
                  <a:lnTo>
                    <a:pt x="4550821" y="1518765"/>
                  </a:lnTo>
                  <a:lnTo>
                    <a:pt x="4551666" y="1518765"/>
                  </a:lnTo>
                  <a:lnTo>
                    <a:pt x="4552511" y="1449978"/>
                  </a:lnTo>
                  <a:lnTo>
                    <a:pt x="4553356" y="1461734"/>
                  </a:lnTo>
                  <a:lnTo>
                    <a:pt x="4554201" y="1472644"/>
                  </a:lnTo>
                  <a:lnTo>
                    <a:pt x="4555046" y="1459523"/>
                  </a:lnTo>
                  <a:lnTo>
                    <a:pt x="4555891" y="1478812"/>
                  </a:lnTo>
                  <a:lnTo>
                    <a:pt x="4556736" y="1473366"/>
                  </a:lnTo>
                  <a:lnTo>
                    <a:pt x="4557581" y="1493728"/>
                  </a:lnTo>
                  <a:lnTo>
                    <a:pt x="4558426" y="1491074"/>
                  </a:lnTo>
                  <a:lnTo>
                    <a:pt x="4559272" y="1480899"/>
                  </a:lnTo>
                  <a:lnTo>
                    <a:pt x="4560117" y="1482111"/>
                  </a:lnTo>
                  <a:lnTo>
                    <a:pt x="4560962" y="1488416"/>
                  </a:lnTo>
                  <a:lnTo>
                    <a:pt x="4561807" y="1482690"/>
                  </a:lnTo>
                  <a:lnTo>
                    <a:pt x="4562652" y="1518765"/>
                  </a:lnTo>
                  <a:lnTo>
                    <a:pt x="4562652" y="1518765"/>
                  </a:lnTo>
                  <a:lnTo>
                    <a:pt x="4563497" y="1465895"/>
                  </a:lnTo>
                  <a:lnTo>
                    <a:pt x="4564342" y="1466223"/>
                  </a:lnTo>
                  <a:lnTo>
                    <a:pt x="4565187" y="1457077"/>
                  </a:lnTo>
                  <a:lnTo>
                    <a:pt x="4566032" y="1470549"/>
                  </a:lnTo>
                  <a:lnTo>
                    <a:pt x="4566877" y="1465190"/>
                  </a:lnTo>
                  <a:lnTo>
                    <a:pt x="4567722" y="1475470"/>
                  </a:lnTo>
                  <a:lnTo>
                    <a:pt x="4568568" y="1481957"/>
                  </a:lnTo>
                  <a:lnTo>
                    <a:pt x="4569413" y="1494600"/>
                  </a:lnTo>
                  <a:lnTo>
                    <a:pt x="4570258" y="1468765"/>
                  </a:lnTo>
                  <a:lnTo>
                    <a:pt x="4571103" y="1467784"/>
                  </a:lnTo>
                  <a:lnTo>
                    <a:pt x="4571948" y="1464302"/>
                  </a:lnTo>
                  <a:lnTo>
                    <a:pt x="4572793" y="1472244"/>
                  </a:lnTo>
                  <a:lnTo>
                    <a:pt x="4573638" y="1475094"/>
                  </a:lnTo>
                  <a:lnTo>
                    <a:pt x="4574483" y="1518765"/>
                  </a:lnTo>
                  <a:lnTo>
                    <a:pt x="4574483" y="1518765"/>
                  </a:lnTo>
                  <a:lnTo>
                    <a:pt x="4575328" y="1518765"/>
                  </a:lnTo>
                  <a:lnTo>
                    <a:pt x="4576173" y="1518765"/>
                  </a:lnTo>
                  <a:lnTo>
                    <a:pt x="4577018" y="1518765"/>
                  </a:lnTo>
                  <a:lnTo>
                    <a:pt x="4577864" y="1518765"/>
                  </a:lnTo>
                  <a:lnTo>
                    <a:pt x="4578709" y="1518765"/>
                  </a:lnTo>
                  <a:lnTo>
                    <a:pt x="4579554" y="1518765"/>
                  </a:lnTo>
                  <a:lnTo>
                    <a:pt x="4580399" y="1464627"/>
                  </a:lnTo>
                  <a:lnTo>
                    <a:pt x="4581244" y="1453410"/>
                  </a:lnTo>
                  <a:lnTo>
                    <a:pt x="4582089" y="1447450"/>
                  </a:lnTo>
                  <a:lnTo>
                    <a:pt x="4582934" y="1474726"/>
                  </a:lnTo>
                  <a:lnTo>
                    <a:pt x="4583779" y="1496750"/>
                  </a:lnTo>
                  <a:lnTo>
                    <a:pt x="4584624" y="1487435"/>
                  </a:lnTo>
                  <a:lnTo>
                    <a:pt x="4585469" y="1481588"/>
                  </a:lnTo>
                  <a:lnTo>
                    <a:pt x="4586314" y="1518765"/>
                  </a:lnTo>
                  <a:lnTo>
                    <a:pt x="4586314" y="1518765"/>
                  </a:lnTo>
                  <a:lnTo>
                    <a:pt x="4587160" y="1484257"/>
                  </a:lnTo>
                  <a:lnTo>
                    <a:pt x="4588005" y="1498433"/>
                  </a:lnTo>
                  <a:lnTo>
                    <a:pt x="4588850" y="1502176"/>
                  </a:lnTo>
                  <a:lnTo>
                    <a:pt x="4589695" y="1508400"/>
                  </a:lnTo>
                  <a:lnTo>
                    <a:pt x="4590540" y="1517724"/>
                  </a:lnTo>
                  <a:lnTo>
                    <a:pt x="4591385" y="1490668"/>
                  </a:lnTo>
                  <a:lnTo>
                    <a:pt x="4592230" y="1497990"/>
                  </a:lnTo>
                  <a:lnTo>
                    <a:pt x="4593075" y="1502304"/>
                  </a:lnTo>
                  <a:lnTo>
                    <a:pt x="4593920" y="1497702"/>
                  </a:lnTo>
                  <a:lnTo>
                    <a:pt x="4594765" y="1508976"/>
                  </a:lnTo>
                  <a:lnTo>
                    <a:pt x="4595610" y="1500529"/>
                  </a:lnTo>
                  <a:lnTo>
                    <a:pt x="4596456" y="1495888"/>
                  </a:lnTo>
                  <a:lnTo>
                    <a:pt x="4597301" y="1501156"/>
                  </a:lnTo>
                  <a:lnTo>
                    <a:pt x="4598146" y="1506895"/>
                  </a:lnTo>
                  <a:lnTo>
                    <a:pt x="4598991" y="1511132"/>
                  </a:lnTo>
                  <a:lnTo>
                    <a:pt x="4599836" y="1504744"/>
                  </a:lnTo>
                  <a:lnTo>
                    <a:pt x="4600681" y="1503936"/>
                  </a:lnTo>
                  <a:lnTo>
                    <a:pt x="4601526" y="1507038"/>
                  </a:lnTo>
                  <a:lnTo>
                    <a:pt x="4602371" y="1510243"/>
                  </a:lnTo>
                  <a:lnTo>
                    <a:pt x="4603216" y="1506982"/>
                  </a:lnTo>
                  <a:lnTo>
                    <a:pt x="4604061" y="1518765"/>
                  </a:lnTo>
                  <a:lnTo>
                    <a:pt x="4604061" y="1518765"/>
                  </a:lnTo>
                  <a:lnTo>
                    <a:pt x="4604907" y="1518765"/>
                  </a:lnTo>
                  <a:lnTo>
                    <a:pt x="4605752" y="1518412"/>
                  </a:lnTo>
                  <a:lnTo>
                    <a:pt x="4606597" y="1515873"/>
                  </a:lnTo>
                  <a:lnTo>
                    <a:pt x="4607442" y="1512982"/>
                  </a:lnTo>
                  <a:lnTo>
                    <a:pt x="4608287" y="1511801"/>
                  </a:lnTo>
                  <a:lnTo>
                    <a:pt x="4609132" y="1516549"/>
                  </a:lnTo>
                  <a:lnTo>
                    <a:pt x="4609977" y="1513295"/>
                  </a:lnTo>
                  <a:lnTo>
                    <a:pt x="4610822" y="1516377"/>
                  </a:lnTo>
                  <a:lnTo>
                    <a:pt x="4611667" y="1516170"/>
                  </a:lnTo>
                  <a:lnTo>
                    <a:pt x="4612512" y="1507096"/>
                  </a:lnTo>
                  <a:lnTo>
                    <a:pt x="4613357" y="1511849"/>
                  </a:lnTo>
                  <a:lnTo>
                    <a:pt x="4614203" y="1512079"/>
                  </a:lnTo>
                  <a:lnTo>
                    <a:pt x="4615048" y="1514648"/>
                  </a:lnTo>
                  <a:lnTo>
                    <a:pt x="4615893" y="1518765"/>
                  </a:lnTo>
                  <a:lnTo>
                    <a:pt x="4615893" y="1518765"/>
                  </a:lnTo>
                  <a:lnTo>
                    <a:pt x="4616738" y="1510368"/>
                  </a:lnTo>
                  <a:lnTo>
                    <a:pt x="4617583" y="1502818"/>
                  </a:lnTo>
                  <a:lnTo>
                    <a:pt x="4618428" y="1504940"/>
                  </a:lnTo>
                  <a:lnTo>
                    <a:pt x="4619273" y="1496716"/>
                  </a:lnTo>
                  <a:lnTo>
                    <a:pt x="4620118" y="1518765"/>
                  </a:lnTo>
                  <a:lnTo>
                    <a:pt x="4620118" y="1518765"/>
                  </a:lnTo>
                  <a:lnTo>
                    <a:pt x="4620963" y="1481474"/>
                  </a:lnTo>
                  <a:lnTo>
                    <a:pt x="4621808" y="1469494"/>
                  </a:lnTo>
                  <a:lnTo>
                    <a:pt x="4622653" y="1476879"/>
                  </a:lnTo>
                  <a:lnTo>
                    <a:pt x="4623499" y="1458859"/>
                  </a:lnTo>
                  <a:lnTo>
                    <a:pt x="4624344" y="1399109"/>
                  </a:lnTo>
                  <a:lnTo>
                    <a:pt x="4625189" y="1396580"/>
                  </a:lnTo>
                  <a:lnTo>
                    <a:pt x="4626034" y="1436379"/>
                  </a:lnTo>
                  <a:lnTo>
                    <a:pt x="4626879" y="1459329"/>
                  </a:lnTo>
                  <a:lnTo>
                    <a:pt x="4627724" y="1518765"/>
                  </a:lnTo>
                  <a:lnTo>
                    <a:pt x="4627724" y="1518765"/>
                  </a:lnTo>
                  <a:lnTo>
                    <a:pt x="4628569" y="1518765"/>
                  </a:lnTo>
                  <a:lnTo>
                    <a:pt x="4629414" y="1493575"/>
                  </a:lnTo>
                  <a:lnTo>
                    <a:pt x="4630259" y="1518765"/>
                  </a:lnTo>
                  <a:lnTo>
                    <a:pt x="4630259" y="1518765"/>
                  </a:lnTo>
                  <a:lnTo>
                    <a:pt x="4631104" y="1518765"/>
                  </a:lnTo>
                  <a:lnTo>
                    <a:pt x="4631949" y="1498990"/>
                  </a:lnTo>
                  <a:lnTo>
                    <a:pt x="4632795" y="1494364"/>
                  </a:lnTo>
                  <a:lnTo>
                    <a:pt x="4633640" y="1508838"/>
                  </a:lnTo>
                  <a:lnTo>
                    <a:pt x="4634485" y="1518765"/>
                  </a:lnTo>
                  <a:lnTo>
                    <a:pt x="4634485" y="1518765"/>
                  </a:lnTo>
                  <a:lnTo>
                    <a:pt x="4635330" y="1518765"/>
                  </a:lnTo>
                  <a:lnTo>
                    <a:pt x="4636175" y="1518765"/>
                  </a:lnTo>
                  <a:lnTo>
                    <a:pt x="4637020" y="1518765"/>
                  </a:lnTo>
                  <a:lnTo>
                    <a:pt x="4637865" y="1518765"/>
                  </a:lnTo>
                  <a:lnTo>
                    <a:pt x="4638710" y="1518765"/>
                  </a:lnTo>
                  <a:lnTo>
                    <a:pt x="4639555" y="1518765"/>
                  </a:lnTo>
                  <a:lnTo>
                    <a:pt x="4640400" y="1518765"/>
                  </a:lnTo>
                  <a:lnTo>
                    <a:pt x="4641245" y="1501514"/>
                  </a:lnTo>
                  <a:lnTo>
                    <a:pt x="4642091" y="1497811"/>
                  </a:lnTo>
                  <a:lnTo>
                    <a:pt x="4642936" y="1491905"/>
                  </a:lnTo>
                  <a:lnTo>
                    <a:pt x="4643781" y="1518765"/>
                  </a:lnTo>
                  <a:lnTo>
                    <a:pt x="4643781" y="1518765"/>
                  </a:lnTo>
                  <a:lnTo>
                    <a:pt x="4644626" y="1474523"/>
                  </a:lnTo>
                  <a:lnTo>
                    <a:pt x="4645471" y="1477282"/>
                  </a:lnTo>
                  <a:lnTo>
                    <a:pt x="4646316" y="1464175"/>
                  </a:lnTo>
                  <a:lnTo>
                    <a:pt x="4647161" y="1480017"/>
                  </a:lnTo>
                  <a:lnTo>
                    <a:pt x="4648006" y="1471710"/>
                  </a:lnTo>
                  <a:lnTo>
                    <a:pt x="4648851" y="1466566"/>
                  </a:lnTo>
                  <a:lnTo>
                    <a:pt x="4649696" y="1472267"/>
                  </a:lnTo>
                  <a:lnTo>
                    <a:pt x="4650541" y="1450697"/>
                  </a:lnTo>
                  <a:lnTo>
                    <a:pt x="4651387" y="1444976"/>
                  </a:lnTo>
                  <a:lnTo>
                    <a:pt x="4652232" y="1415370"/>
                  </a:lnTo>
                  <a:lnTo>
                    <a:pt x="4653077" y="1432942"/>
                  </a:lnTo>
                  <a:lnTo>
                    <a:pt x="4653922" y="1442993"/>
                  </a:lnTo>
                  <a:lnTo>
                    <a:pt x="4654767" y="1441843"/>
                  </a:lnTo>
                  <a:lnTo>
                    <a:pt x="4655612" y="1453579"/>
                  </a:lnTo>
                  <a:lnTo>
                    <a:pt x="4656457" y="1518765"/>
                  </a:lnTo>
                  <a:lnTo>
                    <a:pt x="4656457" y="1518765"/>
                  </a:lnTo>
                  <a:lnTo>
                    <a:pt x="4657302" y="1518765"/>
                  </a:lnTo>
                  <a:lnTo>
                    <a:pt x="4658147" y="1518765"/>
                  </a:lnTo>
                  <a:lnTo>
                    <a:pt x="4658992" y="1494392"/>
                  </a:lnTo>
                  <a:lnTo>
                    <a:pt x="4659837" y="1499086"/>
                  </a:lnTo>
                  <a:lnTo>
                    <a:pt x="4660683" y="1501805"/>
                  </a:lnTo>
                  <a:lnTo>
                    <a:pt x="4661528" y="1500524"/>
                  </a:lnTo>
                  <a:lnTo>
                    <a:pt x="4662373" y="1500282"/>
                  </a:lnTo>
                  <a:lnTo>
                    <a:pt x="4663218" y="1499240"/>
                  </a:lnTo>
                  <a:lnTo>
                    <a:pt x="4664063" y="1499272"/>
                  </a:lnTo>
                  <a:lnTo>
                    <a:pt x="4664908" y="1510812"/>
                  </a:lnTo>
                  <a:lnTo>
                    <a:pt x="4665753" y="1500604"/>
                  </a:lnTo>
                  <a:lnTo>
                    <a:pt x="4666598" y="1485053"/>
                  </a:lnTo>
                  <a:lnTo>
                    <a:pt x="4667443" y="1477512"/>
                  </a:lnTo>
                  <a:lnTo>
                    <a:pt x="4668288" y="1487464"/>
                  </a:lnTo>
                  <a:lnTo>
                    <a:pt x="4669134" y="1479794"/>
                  </a:lnTo>
                  <a:lnTo>
                    <a:pt x="4669979" y="1462172"/>
                  </a:lnTo>
                  <a:lnTo>
                    <a:pt x="4670824" y="1450483"/>
                  </a:lnTo>
                  <a:lnTo>
                    <a:pt x="4671669" y="1453564"/>
                  </a:lnTo>
                  <a:lnTo>
                    <a:pt x="4672514" y="1455931"/>
                  </a:lnTo>
                  <a:lnTo>
                    <a:pt x="4673359" y="1454097"/>
                  </a:lnTo>
                  <a:lnTo>
                    <a:pt x="4674204" y="1466116"/>
                  </a:lnTo>
                  <a:lnTo>
                    <a:pt x="4675049" y="1476859"/>
                  </a:lnTo>
                  <a:lnTo>
                    <a:pt x="4675894" y="1473509"/>
                  </a:lnTo>
                  <a:lnTo>
                    <a:pt x="4676739" y="1461624"/>
                  </a:lnTo>
                  <a:lnTo>
                    <a:pt x="4677584" y="1460162"/>
                  </a:lnTo>
                  <a:lnTo>
                    <a:pt x="4678430" y="1464103"/>
                  </a:lnTo>
                  <a:lnTo>
                    <a:pt x="4679275" y="1479374"/>
                  </a:lnTo>
                  <a:lnTo>
                    <a:pt x="4680120" y="1486301"/>
                  </a:lnTo>
                  <a:lnTo>
                    <a:pt x="4680965" y="1478374"/>
                  </a:lnTo>
                  <a:lnTo>
                    <a:pt x="4681810" y="1484401"/>
                  </a:lnTo>
                  <a:lnTo>
                    <a:pt x="4682655" y="1484862"/>
                  </a:lnTo>
                  <a:lnTo>
                    <a:pt x="4683500" y="1478967"/>
                  </a:lnTo>
                  <a:lnTo>
                    <a:pt x="4684345" y="1458923"/>
                  </a:lnTo>
                  <a:lnTo>
                    <a:pt x="4685190" y="1464505"/>
                  </a:lnTo>
                  <a:lnTo>
                    <a:pt x="4686035" y="1466719"/>
                  </a:lnTo>
                  <a:lnTo>
                    <a:pt x="4686880" y="1471873"/>
                  </a:lnTo>
                  <a:lnTo>
                    <a:pt x="4687726" y="1480463"/>
                  </a:lnTo>
                  <a:lnTo>
                    <a:pt x="4688571" y="1479160"/>
                  </a:lnTo>
                  <a:lnTo>
                    <a:pt x="4689416" y="1477133"/>
                  </a:lnTo>
                  <a:lnTo>
                    <a:pt x="4690261" y="1479233"/>
                  </a:lnTo>
                  <a:lnTo>
                    <a:pt x="4691106" y="1479739"/>
                  </a:lnTo>
                  <a:lnTo>
                    <a:pt x="4691951" y="1478717"/>
                  </a:lnTo>
                  <a:lnTo>
                    <a:pt x="4692796" y="1490155"/>
                  </a:lnTo>
                  <a:lnTo>
                    <a:pt x="4693641" y="1481769"/>
                  </a:lnTo>
                  <a:lnTo>
                    <a:pt x="4694486" y="1476074"/>
                  </a:lnTo>
                  <a:lnTo>
                    <a:pt x="4695331" y="1485012"/>
                  </a:lnTo>
                  <a:lnTo>
                    <a:pt x="4696176" y="1480046"/>
                  </a:lnTo>
                  <a:lnTo>
                    <a:pt x="4697022" y="1486710"/>
                  </a:lnTo>
                  <a:lnTo>
                    <a:pt x="4697867" y="1484809"/>
                  </a:lnTo>
                  <a:lnTo>
                    <a:pt x="4698712" y="1487396"/>
                  </a:lnTo>
                  <a:lnTo>
                    <a:pt x="4699557" y="1479000"/>
                  </a:lnTo>
                  <a:lnTo>
                    <a:pt x="4700402" y="1469345"/>
                  </a:lnTo>
                  <a:lnTo>
                    <a:pt x="4701247" y="1447245"/>
                  </a:lnTo>
                  <a:lnTo>
                    <a:pt x="4702092" y="1443256"/>
                  </a:lnTo>
                  <a:lnTo>
                    <a:pt x="4702937" y="1425046"/>
                  </a:lnTo>
                  <a:lnTo>
                    <a:pt x="4703782" y="1409341"/>
                  </a:lnTo>
                  <a:lnTo>
                    <a:pt x="4704627" y="1403810"/>
                  </a:lnTo>
                  <a:lnTo>
                    <a:pt x="4705472" y="1388939"/>
                  </a:lnTo>
                  <a:lnTo>
                    <a:pt x="4706318" y="1384556"/>
                  </a:lnTo>
                  <a:lnTo>
                    <a:pt x="4707163" y="1416418"/>
                  </a:lnTo>
                  <a:lnTo>
                    <a:pt x="4708008" y="1432624"/>
                  </a:lnTo>
                  <a:lnTo>
                    <a:pt x="4708853" y="1448062"/>
                  </a:lnTo>
                  <a:lnTo>
                    <a:pt x="4709698" y="1454423"/>
                  </a:lnTo>
                  <a:lnTo>
                    <a:pt x="4710543" y="1491877"/>
                  </a:lnTo>
                  <a:lnTo>
                    <a:pt x="4711388" y="1484598"/>
                  </a:lnTo>
                  <a:lnTo>
                    <a:pt x="4712233" y="1483933"/>
                  </a:lnTo>
                  <a:lnTo>
                    <a:pt x="4713078" y="1518765"/>
                  </a:lnTo>
                  <a:lnTo>
                    <a:pt x="4713078" y="1518765"/>
                  </a:lnTo>
                  <a:lnTo>
                    <a:pt x="4713923" y="1483922"/>
                  </a:lnTo>
                  <a:lnTo>
                    <a:pt x="4714768" y="1472876"/>
                  </a:lnTo>
                  <a:lnTo>
                    <a:pt x="4715614" y="1453487"/>
                  </a:lnTo>
                  <a:lnTo>
                    <a:pt x="4716459" y="1379738"/>
                  </a:lnTo>
                  <a:lnTo>
                    <a:pt x="4717304" y="1368604"/>
                  </a:lnTo>
                  <a:lnTo>
                    <a:pt x="4718149" y="1326095"/>
                  </a:lnTo>
                  <a:lnTo>
                    <a:pt x="4718994" y="1386357"/>
                  </a:lnTo>
                  <a:lnTo>
                    <a:pt x="4719839" y="1388154"/>
                  </a:lnTo>
                  <a:lnTo>
                    <a:pt x="4720684" y="1387695"/>
                  </a:lnTo>
                  <a:lnTo>
                    <a:pt x="4721529" y="1434294"/>
                  </a:lnTo>
                  <a:lnTo>
                    <a:pt x="4722374" y="1445901"/>
                  </a:lnTo>
                  <a:lnTo>
                    <a:pt x="4723219" y="1464661"/>
                  </a:lnTo>
                  <a:lnTo>
                    <a:pt x="4724064" y="1477766"/>
                  </a:lnTo>
                  <a:lnTo>
                    <a:pt x="4724910" y="1483508"/>
                  </a:lnTo>
                  <a:lnTo>
                    <a:pt x="4725755" y="1518765"/>
                  </a:lnTo>
                  <a:lnTo>
                    <a:pt x="4725755" y="1518765"/>
                  </a:lnTo>
                  <a:lnTo>
                    <a:pt x="4726600" y="1518765"/>
                  </a:lnTo>
                  <a:lnTo>
                    <a:pt x="4727445" y="1518765"/>
                  </a:lnTo>
                  <a:lnTo>
                    <a:pt x="4728290" y="1518765"/>
                  </a:lnTo>
                  <a:lnTo>
                    <a:pt x="4729135" y="1518765"/>
                  </a:lnTo>
                  <a:lnTo>
                    <a:pt x="4729980" y="1468593"/>
                  </a:lnTo>
                  <a:lnTo>
                    <a:pt x="4730825" y="1459726"/>
                  </a:lnTo>
                  <a:lnTo>
                    <a:pt x="4731670" y="1443713"/>
                  </a:lnTo>
                  <a:lnTo>
                    <a:pt x="4732515" y="1440330"/>
                  </a:lnTo>
                  <a:lnTo>
                    <a:pt x="4733361" y="1439338"/>
                  </a:lnTo>
                  <a:lnTo>
                    <a:pt x="4734206" y="1474234"/>
                  </a:lnTo>
                  <a:lnTo>
                    <a:pt x="4735051" y="1478635"/>
                  </a:lnTo>
                  <a:lnTo>
                    <a:pt x="4735896" y="1472030"/>
                  </a:lnTo>
                  <a:lnTo>
                    <a:pt x="4736741" y="1469105"/>
                  </a:lnTo>
                  <a:lnTo>
                    <a:pt x="4737586" y="1435620"/>
                  </a:lnTo>
                  <a:lnTo>
                    <a:pt x="4738431" y="1457415"/>
                  </a:lnTo>
                  <a:lnTo>
                    <a:pt x="4739276" y="1518765"/>
                  </a:lnTo>
                  <a:lnTo>
                    <a:pt x="4739276" y="1518765"/>
                  </a:lnTo>
                  <a:lnTo>
                    <a:pt x="4740121" y="1518765"/>
                  </a:lnTo>
                  <a:lnTo>
                    <a:pt x="4740966" y="1460908"/>
                  </a:lnTo>
                  <a:lnTo>
                    <a:pt x="4741811" y="1451599"/>
                  </a:lnTo>
                  <a:lnTo>
                    <a:pt x="4742657" y="1473489"/>
                  </a:lnTo>
                  <a:lnTo>
                    <a:pt x="4743502" y="1464340"/>
                  </a:lnTo>
                  <a:lnTo>
                    <a:pt x="4744347" y="1444306"/>
                  </a:lnTo>
                  <a:lnTo>
                    <a:pt x="4745192" y="1409455"/>
                  </a:lnTo>
                  <a:lnTo>
                    <a:pt x="4746037" y="1444855"/>
                  </a:lnTo>
                  <a:lnTo>
                    <a:pt x="4746882" y="1485048"/>
                  </a:lnTo>
                  <a:lnTo>
                    <a:pt x="4747727" y="1460256"/>
                  </a:lnTo>
                  <a:lnTo>
                    <a:pt x="4748572" y="1464027"/>
                  </a:lnTo>
                  <a:lnTo>
                    <a:pt x="4749417" y="1518765"/>
                  </a:lnTo>
                  <a:lnTo>
                    <a:pt x="4749417" y="1518765"/>
                  </a:lnTo>
                  <a:lnTo>
                    <a:pt x="4750262" y="1473902"/>
                  </a:lnTo>
                  <a:lnTo>
                    <a:pt x="4751107" y="1500606"/>
                  </a:lnTo>
                  <a:lnTo>
                    <a:pt x="4751953" y="1484620"/>
                  </a:lnTo>
                  <a:lnTo>
                    <a:pt x="4752798" y="1483723"/>
                  </a:lnTo>
                  <a:lnTo>
                    <a:pt x="4753643" y="1505213"/>
                  </a:lnTo>
                  <a:lnTo>
                    <a:pt x="4754488" y="1488217"/>
                  </a:lnTo>
                  <a:lnTo>
                    <a:pt x="4755333" y="1477882"/>
                  </a:lnTo>
                  <a:lnTo>
                    <a:pt x="4756178" y="1465553"/>
                  </a:lnTo>
                  <a:lnTo>
                    <a:pt x="4757023" y="1459358"/>
                  </a:lnTo>
                  <a:lnTo>
                    <a:pt x="4757868" y="1518765"/>
                  </a:lnTo>
                  <a:lnTo>
                    <a:pt x="4757868" y="1518765"/>
                  </a:lnTo>
                  <a:lnTo>
                    <a:pt x="4758713" y="1518765"/>
                  </a:lnTo>
                  <a:lnTo>
                    <a:pt x="4759558" y="1476748"/>
                  </a:lnTo>
                  <a:lnTo>
                    <a:pt x="4760403" y="1458561"/>
                  </a:lnTo>
                  <a:lnTo>
                    <a:pt x="4761249" y="1444633"/>
                  </a:lnTo>
                  <a:lnTo>
                    <a:pt x="4762094" y="1438773"/>
                  </a:lnTo>
                  <a:lnTo>
                    <a:pt x="4762939" y="1433429"/>
                  </a:lnTo>
                  <a:lnTo>
                    <a:pt x="4763784" y="1441792"/>
                  </a:lnTo>
                  <a:lnTo>
                    <a:pt x="4764629" y="1401746"/>
                  </a:lnTo>
                  <a:lnTo>
                    <a:pt x="4765474" y="1409790"/>
                  </a:lnTo>
                  <a:lnTo>
                    <a:pt x="4766319" y="1415156"/>
                  </a:lnTo>
                  <a:lnTo>
                    <a:pt x="4767164" y="1429063"/>
                  </a:lnTo>
                  <a:lnTo>
                    <a:pt x="4768009" y="1456502"/>
                  </a:lnTo>
                  <a:lnTo>
                    <a:pt x="4768854" y="1410358"/>
                  </a:lnTo>
                  <a:lnTo>
                    <a:pt x="4769699" y="1410484"/>
                  </a:lnTo>
                  <a:lnTo>
                    <a:pt x="4770545" y="1390675"/>
                  </a:lnTo>
                  <a:lnTo>
                    <a:pt x="4771390" y="1407927"/>
                  </a:lnTo>
                  <a:lnTo>
                    <a:pt x="4772235" y="1417062"/>
                  </a:lnTo>
                  <a:lnTo>
                    <a:pt x="4773080" y="1371933"/>
                  </a:lnTo>
                  <a:lnTo>
                    <a:pt x="4773925" y="1371211"/>
                  </a:lnTo>
                  <a:lnTo>
                    <a:pt x="4774770" y="1412733"/>
                  </a:lnTo>
                  <a:lnTo>
                    <a:pt x="4775615" y="1449974"/>
                  </a:lnTo>
                  <a:lnTo>
                    <a:pt x="4776460" y="1461855"/>
                  </a:lnTo>
                  <a:lnTo>
                    <a:pt x="4777305" y="1458056"/>
                  </a:lnTo>
                  <a:lnTo>
                    <a:pt x="4778150" y="1493199"/>
                  </a:lnTo>
                  <a:lnTo>
                    <a:pt x="4778995" y="1492016"/>
                  </a:lnTo>
                  <a:lnTo>
                    <a:pt x="4779841" y="1496038"/>
                  </a:lnTo>
                  <a:lnTo>
                    <a:pt x="4780686" y="1489657"/>
                  </a:lnTo>
                  <a:lnTo>
                    <a:pt x="4781531" y="1497404"/>
                  </a:lnTo>
                  <a:lnTo>
                    <a:pt x="4782376" y="1499674"/>
                  </a:lnTo>
                  <a:lnTo>
                    <a:pt x="4783221" y="1498270"/>
                  </a:lnTo>
                  <a:lnTo>
                    <a:pt x="4784066" y="1501418"/>
                  </a:lnTo>
                  <a:lnTo>
                    <a:pt x="4784911" y="1511156"/>
                  </a:lnTo>
                  <a:lnTo>
                    <a:pt x="4785756" y="1508494"/>
                  </a:lnTo>
                  <a:lnTo>
                    <a:pt x="4786601" y="1518765"/>
                  </a:lnTo>
                  <a:lnTo>
                    <a:pt x="4786601" y="1518765"/>
                  </a:lnTo>
                  <a:lnTo>
                    <a:pt x="4787446" y="1518765"/>
                  </a:lnTo>
                  <a:lnTo>
                    <a:pt x="4788291" y="1504390"/>
                  </a:lnTo>
                  <a:lnTo>
                    <a:pt x="4789137" y="1518765"/>
                  </a:lnTo>
                  <a:lnTo>
                    <a:pt x="4789137" y="1518765"/>
                  </a:lnTo>
                  <a:lnTo>
                    <a:pt x="4789982" y="1518765"/>
                  </a:lnTo>
                  <a:lnTo>
                    <a:pt x="4790827" y="1518765"/>
                  </a:lnTo>
                  <a:lnTo>
                    <a:pt x="4791672" y="1514454"/>
                  </a:lnTo>
                  <a:lnTo>
                    <a:pt x="4792517" y="1511066"/>
                  </a:lnTo>
                  <a:lnTo>
                    <a:pt x="4793362" y="1512952"/>
                  </a:lnTo>
                  <a:lnTo>
                    <a:pt x="4794207" y="1511160"/>
                  </a:lnTo>
                  <a:lnTo>
                    <a:pt x="4795052" y="1515073"/>
                  </a:lnTo>
                  <a:lnTo>
                    <a:pt x="4795897" y="1513291"/>
                  </a:lnTo>
                  <a:lnTo>
                    <a:pt x="4796742" y="1514074"/>
                  </a:lnTo>
                  <a:lnTo>
                    <a:pt x="4797588" y="1504987"/>
                  </a:lnTo>
                  <a:lnTo>
                    <a:pt x="4798433" y="1499299"/>
                  </a:lnTo>
                  <a:lnTo>
                    <a:pt x="4799278" y="1504955"/>
                  </a:lnTo>
                  <a:lnTo>
                    <a:pt x="4800123" y="1490957"/>
                  </a:lnTo>
                  <a:lnTo>
                    <a:pt x="4800968" y="1501428"/>
                  </a:lnTo>
                  <a:lnTo>
                    <a:pt x="4801813" y="1490024"/>
                  </a:lnTo>
                  <a:lnTo>
                    <a:pt x="4802658" y="1477676"/>
                  </a:lnTo>
                  <a:lnTo>
                    <a:pt x="4803503" y="1476916"/>
                  </a:lnTo>
                  <a:lnTo>
                    <a:pt x="4804348" y="1479182"/>
                  </a:lnTo>
                  <a:lnTo>
                    <a:pt x="4805193" y="1487297"/>
                  </a:lnTo>
                  <a:lnTo>
                    <a:pt x="4806038" y="1484011"/>
                  </a:lnTo>
                  <a:lnTo>
                    <a:pt x="4806884" y="1467805"/>
                  </a:lnTo>
                  <a:lnTo>
                    <a:pt x="4807729" y="1464362"/>
                  </a:lnTo>
                  <a:lnTo>
                    <a:pt x="4808574" y="1481538"/>
                  </a:lnTo>
                  <a:lnTo>
                    <a:pt x="4809419" y="1490356"/>
                  </a:lnTo>
                  <a:lnTo>
                    <a:pt x="4810264" y="1500417"/>
                  </a:lnTo>
                  <a:lnTo>
                    <a:pt x="4811109" y="1498723"/>
                  </a:lnTo>
                  <a:lnTo>
                    <a:pt x="4811954" y="1502827"/>
                  </a:lnTo>
                  <a:lnTo>
                    <a:pt x="4812799" y="1502010"/>
                  </a:lnTo>
                  <a:lnTo>
                    <a:pt x="4813644" y="1503763"/>
                  </a:lnTo>
                  <a:lnTo>
                    <a:pt x="4814489" y="1504520"/>
                  </a:lnTo>
                  <a:lnTo>
                    <a:pt x="4815334" y="1502290"/>
                  </a:lnTo>
                  <a:lnTo>
                    <a:pt x="4816180" y="1508719"/>
                  </a:lnTo>
                  <a:lnTo>
                    <a:pt x="4817025" y="1508754"/>
                  </a:lnTo>
                  <a:lnTo>
                    <a:pt x="4817870" y="1509464"/>
                  </a:lnTo>
                  <a:lnTo>
                    <a:pt x="4818715" y="1518765"/>
                  </a:lnTo>
                  <a:lnTo>
                    <a:pt x="4818715" y="1518765"/>
                  </a:lnTo>
                  <a:lnTo>
                    <a:pt x="4819560" y="1504317"/>
                  </a:lnTo>
                  <a:lnTo>
                    <a:pt x="4820405" y="1508858"/>
                  </a:lnTo>
                  <a:lnTo>
                    <a:pt x="4821250" y="1518765"/>
                  </a:lnTo>
                  <a:lnTo>
                    <a:pt x="4821250" y="1518765"/>
                  </a:lnTo>
                  <a:lnTo>
                    <a:pt x="4822095" y="1512105"/>
                  </a:lnTo>
                  <a:lnTo>
                    <a:pt x="4822940" y="1518765"/>
                  </a:lnTo>
                  <a:lnTo>
                    <a:pt x="4822940" y="1518765"/>
                  </a:lnTo>
                  <a:lnTo>
                    <a:pt x="4823785" y="1518765"/>
                  </a:lnTo>
                  <a:lnTo>
                    <a:pt x="4824630" y="1518765"/>
                  </a:lnTo>
                  <a:lnTo>
                    <a:pt x="4825476" y="1496381"/>
                  </a:lnTo>
                  <a:lnTo>
                    <a:pt x="4826321" y="1518765"/>
                  </a:lnTo>
                  <a:lnTo>
                    <a:pt x="4826321" y="1518765"/>
                  </a:lnTo>
                  <a:lnTo>
                    <a:pt x="4827166" y="1518765"/>
                  </a:lnTo>
                  <a:lnTo>
                    <a:pt x="4828011" y="1448164"/>
                  </a:lnTo>
                  <a:lnTo>
                    <a:pt x="4828856" y="1457349"/>
                  </a:lnTo>
                  <a:lnTo>
                    <a:pt x="4829701" y="1518765"/>
                  </a:lnTo>
                  <a:lnTo>
                    <a:pt x="4829701" y="1518765"/>
                  </a:lnTo>
                  <a:lnTo>
                    <a:pt x="4830546" y="1465734"/>
                  </a:lnTo>
                  <a:lnTo>
                    <a:pt x="4831391" y="1474164"/>
                  </a:lnTo>
                  <a:lnTo>
                    <a:pt x="4832236" y="1484813"/>
                  </a:lnTo>
                  <a:lnTo>
                    <a:pt x="4833081" y="1494286"/>
                  </a:lnTo>
                  <a:lnTo>
                    <a:pt x="4833926" y="1505376"/>
                  </a:lnTo>
                  <a:lnTo>
                    <a:pt x="4834772" y="1498113"/>
                  </a:lnTo>
                  <a:lnTo>
                    <a:pt x="4835617" y="1518765"/>
                  </a:lnTo>
                  <a:lnTo>
                    <a:pt x="4835617" y="1518765"/>
                  </a:lnTo>
                  <a:lnTo>
                    <a:pt x="4836462" y="1497511"/>
                  </a:lnTo>
                  <a:lnTo>
                    <a:pt x="4837307" y="1510147"/>
                  </a:lnTo>
                  <a:lnTo>
                    <a:pt x="4838152" y="1503781"/>
                  </a:lnTo>
                  <a:lnTo>
                    <a:pt x="4838997" y="1496859"/>
                  </a:lnTo>
                  <a:lnTo>
                    <a:pt x="4839842" y="1496252"/>
                  </a:lnTo>
                  <a:lnTo>
                    <a:pt x="4840687" y="1472410"/>
                  </a:lnTo>
                  <a:lnTo>
                    <a:pt x="4841532" y="1458392"/>
                  </a:lnTo>
                  <a:lnTo>
                    <a:pt x="4842377" y="1479654"/>
                  </a:lnTo>
                  <a:lnTo>
                    <a:pt x="4843222" y="1492885"/>
                  </a:lnTo>
                  <a:lnTo>
                    <a:pt x="4844068" y="1508302"/>
                  </a:lnTo>
                  <a:lnTo>
                    <a:pt x="4844913" y="1497206"/>
                  </a:lnTo>
                  <a:lnTo>
                    <a:pt x="4845758" y="1490264"/>
                  </a:lnTo>
                  <a:lnTo>
                    <a:pt x="4846603" y="1494522"/>
                  </a:lnTo>
                  <a:lnTo>
                    <a:pt x="4847448" y="1479369"/>
                  </a:lnTo>
                  <a:lnTo>
                    <a:pt x="4848293" y="1518765"/>
                  </a:lnTo>
                  <a:lnTo>
                    <a:pt x="4848293" y="1518765"/>
                  </a:lnTo>
                  <a:lnTo>
                    <a:pt x="4849138" y="1518765"/>
                  </a:lnTo>
                  <a:lnTo>
                    <a:pt x="4849983" y="1477212"/>
                  </a:lnTo>
                  <a:lnTo>
                    <a:pt x="4850828" y="1482049"/>
                  </a:lnTo>
                  <a:lnTo>
                    <a:pt x="4851673" y="1479025"/>
                  </a:lnTo>
                  <a:lnTo>
                    <a:pt x="4852519" y="1492991"/>
                  </a:lnTo>
                  <a:lnTo>
                    <a:pt x="4853364" y="1489066"/>
                  </a:lnTo>
                  <a:lnTo>
                    <a:pt x="4854209" y="1481442"/>
                  </a:lnTo>
                  <a:lnTo>
                    <a:pt x="4855054" y="1518765"/>
                  </a:lnTo>
                  <a:lnTo>
                    <a:pt x="4855054" y="1518765"/>
                  </a:lnTo>
                  <a:lnTo>
                    <a:pt x="4855899" y="1518765"/>
                  </a:lnTo>
                  <a:lnTo>
                    <a:pt x="4856744" y="1494911"/>
                  </a:lnTo>
                  <a:lnTo>
                    <a:pt x="4857589" y="1502418"/>
                  </a:lnTo>
                  <a:lnTo>
                    <a:pt x="4858434" y="1492352"/>
                  </a:lnTo>
                  <a:lnTo>
                    <a:pt x="4859279" y="1518765"/>
                  </a:lnTo>
                  <a:lnTo>
                    <a:pt x="4859279" y="1518765"/>
                  </a:lnTo>
                  <a:lnTo>
                    <a:pt x="4860124" y="1518765"/>
                  </a:lnTo>
                  <a:lnTo>
                    <a:pt x="4860969" y="1480605"/>
                  </a:lnTo>
                  <a:lnTo>
                    <a:pt x="4861815" y="1490441"/>
                  </a:lnTo>
                  <a:lnTo>
                    <a:pt x="4862660" y="1479172"/>
                  </a:lnTo>
                  <a:lnTo>
                    <a:pt x="4863505" y="1473789"/>
                  </a:lnTo>
                  <a:lnTo>
                    <a:pt x="4864350" y="1518765"/>
                  </a:lnTo>
                  <a:lnTo>
                    <a:pt x="4864350" y="1518765"/>
                  </a:lnTo>
                  <a:lnTo>
                    <a:pt x="4865195" y="1518765"/>
                  </a:lnTo>
                  <a:lnTo>
                    <a:pt x="4866040" y="1425824"/>
                  </a:lnTo>
                  <a:lnTo>
                    <a:pt x="4866885" y="1359266"/>
                  </a:lnTo>
                  <a:lnTo>
                    <a:pt x="4867730" y="1518765"/>
                  </a:lnTo>
                  <a:lnTo>
                    <a:pt x="4867730" y="1518765"/>
                  </a:lnTo>
                  <a:lnTo>
                    <a:pt x="4868575" y="1387833"/>
                  </a:lnTo>
                  <a:lnTo>
                    <a:pt x="4869420" y="1391963"/>
                  </a:lnTo>
                  <a:lnTo>
                    <a:pt x="4870265" y="1518765"/>
                  </a:lnTo>
                  <a:lnTo>
                    <a:pt x="4870265" y="1518765"/>
                  </a:lnTo>
                  <a:lnTo>
                    <a:pt x="4871111" y="1518765"/>
                  </a:lnTo>
                  <a:lnTo>
                    <a:pt x="4871956" y="1321179"/>
                  </a:lnTo>
                  <a:lnTo>
                    <a:pt x="4872801" y="1355436"/>
                  </a:lnTo>
                  <a:lnTo>
                    <a:pt x="4873646" y="1357610"/>
                  </a:lnTo>
                  <a:lnTo>
                    <a:pt x="4874491" y="1384642"/>
                  </a:lnTo>
                  <a:lnTo>
                    <a:pt x="4875336" y="1395386"/>
                  </a:lnTo>
                  <a:lnTo>
                    <a:pt x="4876181" y="1408711"/>
                  </a:lnTo>
                  <a:lnTo>
                    <a:pt x="4877026" y="1438056"/>
                  </a:lnTo>
                  <a:lnTo>
                    <a:pt x="4877871" y="1430188"/>
                  </a:lnTo>
                  <a:lnTo>
                    <a:pt x="4878716" y="1518765"/>
                  </a:lnTo>
                  <a:lnTo>
                    <a:pt x="4878716" y="1518765"/>
                  </a:lnTo>
                  <a:lnTo>
                    <a:pt x="4879561" y="1518765"/>
                  </a:lnTo>
                  <a:lnTo>
                    <a:pt x="4880407" y="1518765"/>
                  </a:lnTo>
                  <a:lnTo>
                    <a:pt x="4881252" y="1518765"/>
                  </a:lnTo>
                  <a:lnTo>
                    <a:pt x="4882097" y="1518765"/>
                  </a:lnTo>
                  <a:lnTo>
                    <a:pt x="4882942" y="1487577"/>
                  </a:lnTo>
                  <a:lnTo>
                    <a:pt x="4883787" y="1491243"/>
                  </a:lnTo>
                  <a:lnTo>
                    <a:pt x="4884632" y="1497615"/>
                  </a:lnTo>
                  <a:lnTo>
                    <a:pt x="4885477" y="1492341"/>
                  </a:lnTo>
                  <a:lnTo>
                    <a:pt x="4886322" y="1487790"/>
                  </a:lnTo>
                  <a:lnTo>
                    <a:pt x="4887167" y="1499579"/>
                  </a:lnTo>
                  <a:lnTo>
                    <a:pt x="4888012" y="1497326"/>
                  </a:lnTo>
                  <a:lnTo>
                    <a:pt x="4888857" y="1518765"/>
                  </a:lnTo>
                  <a:lnTo>
                    <a:pt x="4888857" y="1518765"/>
                  </a:lnTo>
                  <a:lnTo>
                    <a:pt x="4889703" y="1509065"/>
                  </a:lnTo>
                  <a:lnTo>
                    <a:pt x="4890548" y="1512080"/>
                  </a:lnTo>
                  <a:lnTo>
                    <a:pt x="4891393" y="1509317"/>
                  </a:lnTo>
                  <a:lnTo>
                    <a:pt x="4892238" y="1504497"/>
                  </a:lnTo>
                  <a:lnTo>
                    <a:pt x="4893083" y="1507650"/>
                  </a:lnTo>
                  <a:lnTo>
                    <a:pt x="4893928" y="1486985"/>
                  </a:lnTo>
                  <a:lnTo>
                    <a:pt x="4894773" y="1476859"/>
                  </a:lnTo>
                  <a:lnTo>
                    <a:pt x="4895618" y="1476437"/>
                  </a:lnTo>
                  <a:lnTo>
                    <a:pt x="4896463" y="1484058"/>
                  </a:lnTo>
                  <a:lnTo>
                    <a:pt x="4897308" y="1483771"/>
                  </a:lnTo>
                  <a:lnTo>
                    <a:pt x="4898153" y="1484152"/>
                  </a:lnTo>
                  <a:lnTo>
                    <a:pt x="4898999" y="1485913"/>
                  </a:lnTo>
                  <a:lnTo>
                    <a:pt x="4899844" y="1484519"/>
                  </a:lnTo>
                  <a:lnTo>
                    <a:pt x="4900689" y="1486379"/>
                  </a:lnTo>
                  <a:lnTo>
                    <a:pt x="4901534" y="1467369"/>
                  </a:lnTo>
                  <a:lnTo>
                    <a:pt x="4902379" y="1435774"/>
                  </a:lnTo>
                  <a:lnTo>
                    <a:pt x="4903224" y="1428225"/>
                  </a:lnTo>
                  <a:lnTo>
                    <a:pt x="4904069" y="1424381"/>
                  </a:lnTo>
                  <a:lnTo>
                    <a:pt x="4904914" y="1443338"/>
                  </a:lnTo>
                  <a:lnTo>
                    <a:pt x="4905759" y="1445191"/>
                  </a:lnTo>
                  <a:lnTo>
                    <a:pt x="4906604" y="1451495"/>
                  </a:lnTo>
                  <a:lnTo>
                    <a:pt x="4907449" y="1475603"/>
                  </a:lnTo>
                  <a:lnTo>
                    <a:pt x="4908295" y="1476875"/>
                  </a:lnTo>
                  <a:lnTo>
                    <a:pt x="4909140" y="1491204"/>
                  </a:lnTo>
                  <a:lnTo>
                    <a:pt x="4909985" y="1495135"/>
                  </a:lnTo>
                  <a:lnTo>
                    <a:pt x="4910830" y="1492682"/>
                  </a:lnTo>
                  <a:lnTo>
                    <a:pt x="4911675" y="1518765"/>
                  </a:lnTo>
                  <a:lnTo>
                    <a:pt x="4911675" y="1518765"/>
                  </a:lnTo>
                  <a:lnTo>
                    <a:pt x="4912520" y="1483079"/>
                  </a:lnTo>
                  <a:lnTo>
                    <a:pt x="4913365" y="1473582"/>
                  </a:lnTo>
                  <a:lnTo>
                    <a:pt x="4914210" y="1518765"/>
                  </a:lnTo>
                  <a:lnTo>
                    <a:pt x="4914210" y="1518765"/>
                  </a:lnTo>
                  <a:lnTo>
                    <a:pt x="4915055" y="1518765"/>
                  </a:lnTo>
                  <a:lnTo>
                    <a:pt x="4915900" y="1518765"/>
                  </a:lnTo>
                  <a:lnTo>
                    <a:pt x="4916746" y="1518765"/>
                  </a:lnTo>
                  <a:lnTo>
                    <a:pt x="4917591" y="1484484"/>
                  </a:lnTo>
                  <a:lnTo>
                    <a:pt x="4918436" y="1493225"/>
                  </a:lnTo>
                  <a:lnTo>
                    <a:pt x="4919281" y="1504020"/>
                  </a:lnTo>
                  <a:lnTo>
                    <a:pt x="4920126" y="1510123"/>
                  </a:lnTo>
                  <a:lnTo>
                    <a:pt x="4920971" y="1506554"/>
                  </a:lnTo>
                  <a:lnTo>
                    <a:pt x="4921816" y="1516274"/>
                  </a:lnTo>
                  <a:lnTo>
                    <a:pt x="4922661" y="1507398"/>
                  </a:lnTo>
                  <a:lnTo>
                    <a:pt x="4923506" y="1508621"/>
                  </a:lnTo>
                  <a:lnTo>
                    <a:pt x="4924351" y="1505871"/>
                  </a:lnTo>
                  <a:lnTo>
                    <a:pt x="4925196" y="1495717"/>
                  </a:lnTo>
                  <a:lnTo>
                    <a:pt x="4926042" y="1490861"/>
                  </a:lnTo>
                  <a:lnTo>
                    <a:pt x="4926887" y="1487624"/>
                  </a:lnTo>
                  <a:lnTo>
                    <a:pt x="4927732" y="1518765"/>
                  </a:lnTo>
                  <a:lnTo>
                    <a:pt x="4927732" y="1518765"/>
                  </a:lnTo>
                  <a:lnTo>
                    <a:pt x="4928577" y="1518765"/>
                  </a:lnTo>
                  <a:lnTo>
                    <a:pt x="4929422" y="1518765"/>
                  </a:lnTo>
                  <a:lnTo>
                    <a:pt x="4930267" y="1518765"/>
                  </a:lnTo>
                  <a:lnTo>
                    <a:pt x="4931112" y="1518765"/>
                  </a:lnTo>
                  <a:lnTo>
                    <a:pt x="4931957" y="1518765"/>
                  </a:lnTo>
                  <a:lnTo>
                    <a:pt x="4932802" y="1518765"/>
                  </a:lnTo>
                  <a:lnTo>
                    <a:pt x="4933647" y="1518765"/>
                  </a:lnTo>
                  <a:lnTo>
                    <a:pt x="4934492" y="1518765"/>
                  </a:lnTo>
                  <a:lnTo>
                    <a:pt x="4935338" y="1518765"/>
                  </a:lnTo>
                  <a:lnTo>
                    <a:pt x="4936183" y="1518765"/>
                  </a:lnTo>
                  <a:lnTo>
                    <a:pt x="4937028" y="1518765"/>
                  </a:lnTo>
                  <a:lnTo>
                    <a:pt x="4937873" y="1518765"/>
                  </a:lnTo>
                  <a:lnTo>
                    <a:pt x="4938718" y="1518765"/>
                  </a:lnTo>
                  <a:lnTo>
                    <a:pt x="4939563" y="1518765"/>
                  </a:lnTo>
                  <a:lnTo>
                    <a:pt x="4940408" y="1507655"/>
                  </a:lnTo>
                  <a:lnTo>
                    <a:pt x="4941253" y="1505918"/>
                  </a:lnTo>
                  <a:lnTo>
                    <a:pt x="4942098" y="1508897"/>
                  </a:lnTo>
                  <a:lnTo>
                    <a:pt x="4942943" y="1510045"/>
                  </a:lnTo>
                  <a:lnTo>
                    <a:pt x="4943788" y="1509685"/>
                  </a:lnTo>
                  <a:lnTo>
                    <a:pt x="4944634" y="1513979"/>
                  </a:lnTo>
                  <a:lnTo>
                    <a:pt x="4945479" y="1517215"/>
                  </a:lnTo>
                  <a:lnTo>
                    <a:pt x="4946324" y="1518765"/>
                  </a:lnTo>
                  <a:lnTo>
                    <a:pt x="4946324" y="1518765"/>
                  </a:lnTo>
                  <a:lnTo>
                    <a:pt x="4947169" y="1518765"/>
                  </a:lnTo>
                  <a:lnTo>
                    <a:pt x="4948014" y="1518765"/>
                  </a:lnTo>
                  <a:lnTo>
                    <a:pt x="4948859" y="1518765"/>
                  </a:lnTo>
                  <a:lnTo>
                    <a:pt x="4949704" y="1518765"/>
                  </a:lnTo>
                  <a:lnTo>
                    <a:pt x="4950549" y="1518765"/>
                  </a:lnTo>
                  <a:lnTo>
                    <a:pt x="4951394" y="1518765"/>
                  </a:lnTo>
                  <a:lnTo>
                    <a:pt x="4952239" y="1518765"/>
                  </a:lnTo>
                  <a:lnTo>
                    <a:pt x="4953084" y="1518765"/>
                  </a:lnTo>
                  <a:lnTo>
                    <a:pt x="4953930" y="1518765"/>
                  </a:lnTo>
                  <a:lnTo>
                    <a:pt x="4954775" y="1518765"/>
                  </a:lnTo>
                  <a:lnTo>
                    <a:pt x="4955620" y="1518765"/>
                  </a:lnTo>
                  <a:lnTo>
                    <a:pt x="4956465" y="1518765"/>
                  </a:lnTo>
                  <a:lnTo>
                    <a:pt x="4957310" y="1518765"/>
                  </a:lnTo>
                  <a:lnTo>
                    <a:pt x="4958155" y="1518765"/>
                  </a:lnTo>
                  <a:lnTo>
                    <a:pt x="4959000" y="1518765"/>
                  </a:lnTo>
                  <a:lnTo>
                    <a:pt x="4959845" y="1518765"/>
                  </a:lnTo>
                  <a:lnTo>
                    <a:pt x="4960690" y="1518765"/>
                  </a:lnTo>
                  <a:lnTo>
                    <a:pt x="4961535" y="1518765"/>
                  </a:lnTo>
                  <a:lnTo>
                    <a:pt x="4962380" y="1518765"/>
                  </a:lnTo>
                  <a:lnTo>
                    <a:pt x="4963226" y="1518765"/>
                  </a:lnTo>
                  <a:lnTo>
                    <a:pt x="4964071" y="1518765"/>
                  </a:lnTo>
                  <a:lnTo>
                    <a:pt x="4964916" y="1434603"/>
                  </a:lnTo>
                  <a:lnTo>
                    <a:pt x="4965761" y="1391719"/>
                  </a:lnTo>
                  <a:lnTo>
                    <a:pt x="4966606" y="1383062"/>
                  </a:lnTo>
                  <a:lnTo>
                    <a:pt x="4967451" y="1366827"/>
                  </a:lnTo>
                  <a:lnTo>
                    <a:pt x="4968296" y="1367595"/>
                  </a:lnTo>
                  <a:lnTo>
                    <a:pt x="4969141" y="1518765"/>
                  </a:lnTo>
                  <a:lnTo>
                    <a:pt x="4969141" y="1518765"/>
                  </a:lnTo>
                  <a:lnTo>
                    <a:pt x="4969986" y="1389167"/>
                  </a:lnTo>
                  <a:lnTo>
                    <a:pt x="4970831" y="1518765"/>
                  </a:lnTo>
                  <a:lnTo>
                    <a:pt x="4970831" y="1518765"/>
                  </a:lnTo>
                  <a:lnTo>
                    <a:pt x="4971676" y="1518765"/>
                  </a:lnTo>
                  <a:lnTo>
                    <a:pt x="4972522" y="1518765"/>
                  </a:lnTo>
                  <a:lnTo>
                    <a:pt x="4973367" y="1518765"/>
                  </a:lnTo>
                  <a:lnTo>
                    <a:pt x="4974212" y="1518765"/>
                  </a:lnTo>
                  <a:lnTo>
                    <a:pt x="4975057" y="1518765"/>
                  </a:lnTo>
                  <a:lnTo>
                    <a:pt x="4975902" y="1518765"/>
                  </a:lnTo>
                  <a:lnTo>
                    <a:pt x="4976747" y="1518765"/>
                  </a:lnTo>
                  <a:lnTo>
                    <a:pt x="4977592" y="1518765"/>
                  </a:lnTo>
                  <a:lnTo>
                    <a:pt x="4978437" y="1518765"/>
                  </a:lnTo>
                  <a:lnTo>
                    <a:pt x="4979282" y="1451180"/>
                  </a:lnTo>
                  <a:lnTo>
                    <a:pt x="4980127" y="1518765"/>
                  </a:lnTo>
                  <a:lnTo>
                    <a:pt x="4980127" y="1518765"/>
                  </a:lnTo>
                  <a:lnTo>
                    <a:pt x="4980973" y="1518765"/>
                  </a:lnTo>
                  <a:lnTo>
                    <a:pt x="4981818" y="1518765"/>
                  </a:lnTo>
                  <a:lnTo>
                    <a:pt x="4982663" y="1498834"/>
                  </a:lnTo>
                  <a:lnTo>
                    <a:pt x="4983508" y="1493856"/>
                  </a:lnTo>
                  <a:lnTo>
                    <a:pt x="4984353" y="1492646"/>
                  </a:lnTo>
                  <a:lnTo>
                    <a:pt x="4985198" y="1487299"/>
                  </a:lnTo>
                  <a:lnTo>
                    <a:pt x="4986043" y="1473290"/>
                  </a:lnTo>
                  <a:lnTo>
                    <a:pt x="4986888" y="1518765"/>
                  </a:lnTo>
                  <a:lnTo>
                    <a:pt x="4986888" y="1518765"/>
                  </a:lnTo>
                  <a:lnTo>
                    <a:pt x="4987733" y="1518765"/>
                  </a:lnTo>
                  <a:lnTo>
                    <a:pt x="4988578" y="1474127"/>
                  </a:lnTo>
                  <a:lnTo>
                    <a:pt x="4989423" y="1484850"/>
                  </a:lnTo>
                  <a:lnTo>
                    <a:pt x="4990269" y="1488167"/>
                  </a:lnTo>
                  <a:lnTo>
                    <a:pt x="4991114" y="1494060"/>
                  </a:lnTo>
                  <a:lnTo>
                    <a:pt x="4991959" y="1504278"/>
                  </a:lnTo>
                  <a:lnTo>
                    <a:pt x="4992804" y="1491089"/>
                  </a:lnTo>
                  <a:lnTo>
                    <a:pt x="4993649" y="1487568"/>
                  </a:lnTo>
                  <a:lnTo>
                    <a:pt x="4994494" y="1492565"/>
                  </a:lnTo>
                  <a:lnTo>
                    <a:pt x="4995339" y="1495333"/>
                  </a:lnTo>
                  <a:lnTo>
                    <a:pt x="4996184" y="1490644"/>
                  </a:lnTo>
                  <a:lnTo>
                    <a:pt x="4997029" y="1482022"/>
                  </a:lnTo>
                  <a:lnTo>
                    <a:pt x="4997874" y="1481698"/>
                  </a:lnTo>
                  <a:lnTo>
                    <a:pt x="4998719" y="1518765"/>
                  </a:lnTo>
                  <a:lnTo>
                    <a:pt x="4998719" y="1518765"/>
                  </a:lnTo>
                  <a:lnTo>
                    <a:pt x="4999565" y="1473403"/>
                  </a:lnTo>
                  <a:lnTo>
                    <a:pt x="5000410" y="1518765"/>
                  </a:lnTo>
                  <a:lnTo>
                    <a:pt x="5000410" y="1518765"/>
                  </a:lnTo>
                  <a:lnTo>
                    <a:pt x="5001255" y="1518765"/>
                  </a:lnTo>
                  <a:lnTo>
                    <a:pt x="5002100" y="1518765"/>
                  </a:lnTo>
                  <a:lnTo>
                    <a:pt x="5002945" y="1482999"/>
                  </a:lnTo>
                  <a:lnTo>
                    <a:pt x="5003790" y="1485476"/>
                  </a:lnTo>
                  <a:lnTo>
                    <a:pt x="5004635" y="1489042"/>
                  </a:lnTo>
                  <a:lnTo>
                    <a:pt x="5005480" y="1486272"/>
                  </a:lnTo>
                  <a:lnTo>
                    <a:pt x="5006325" y="1491653"/>
                  </a:lnTo>
                  <a:lnTo>
                    <a:pt x="5007170" y="1518765"/>
                  </a:lnTo>
                  <a:lnTo>
                    <a:pt x="5007170" y="1518765"/>
                  </a:lnTo>
                  <a:lnTo>
                    <a:pt x="5008015" y="1518765"/>
                  </a:lnTo>
                  <a:lnTo>
                    <a:pt x="5008861" y="1518765"/>
                  </a:lnTo>
                  <a:lnTo>
                    <a:pt x="5009706" y="1518765"/>
                  </a:lnTo>
                  <a:lnTo>
                    <a:pt x="5010551" y="1518765"/>
                  </a:lnTo>
                  <a:lnTo>
                    <a:pt x="5011396" y="1486507"/>
                  </a:lnTo>
                  <a:lnTo>
                    <a:pt x="5012241" y="1518765"/>
                  </a:lnTo>
                  <a:lnTo>
                    <a:pt x="5012241" y="1518765"/>
                  </a:lnTo>
                  <a:lnTo>
                    <a:pt x="5013086" y="1518765"/>
                  </a:lnTo>
                  <a:lnTo>
                    <a:pt x="5013931" y="1518765"/>
                  </a:lnTo>
                  <a:lnTo>
                    <a:pt x="5014776" y="1518765"/>
                  </a:lnTo>
                  <a:lnTo>
                    <a:pt x="5015621" y="1518765"/>
                  </a:lnTo>
                  <a:lnTo>
                    <a:pt x="5016466" y="1518765"/>
                  </a:lnTo>
                  <a:lnTo>
                    <a:pt x="5017311" y="1518765"/>
                  </a:lnTo>
                  <a:lnTo>
                    <a:pt x="5018157" y="1518765"/>
                  </a:lnTo>
                  <a:lnTo>
                    <a:pt x="5019002" y="1518765"/>
                  </a:lnTo>
                  <a:lnTo>
                    <a:pt x="5019847" y="1518765"/>
                  </a:lnTo>
                  <a:lnTo>
                    <a:pt x="5020692" y="1518765"/>
                  </a:lnTo>
                  <a:lnTo>
                    <a:pt x="5021537" y="1518765"/>
                  </a:lnTo>
                  <a:lnTo>
                    <a:pt x="5022382" y="1518765"/>
                  </a:lnTo>
                  <a:lnTo>
                    <a:pt x="5023227" y="1518765"/>
                  </a:lnTo>
                  <a:lnTo>
                    <a:pt x="5024072" y="1518765"/>
                  </a:lnTo>
                  <a:lnTo>
                    <a:pt x="5024917" y="1518765"/>
                  </a:lnTo>
                  <a:lnTo>
                    <a:pt x="5025762" y="1518765"/>
                  </a:lnTo>
                  <a:lnTo>
                    <a:pt x="5026607" y="1518765"/>
                  </a:lnTo>
                  <a:lnTo>
                    <a:pt x="5027453" y="1518765"/>
                  </a:lnTo>
                  <a:lnTo>
                    <a:pt x="5028298" y="1518765"/>
                  </a:lnTo>
                  <a:lnTo>
                    <a:pt x="5029143" y="1518765"/>
                  </a:lnTo>
                  <a:lnTo>
                    <a:pt x="5029988" y="1518765"/>
                  </a:lnTo>
                  <a:lnTo>
                    <a:pt x="5030833" y="1518765"/>
                  </a:lnTo>
                  <a:lnTo>
                    <a:pt x="5031678" y="1518765"/>
                  </a:lnTo>
                  <a:lnTo>
                    <a:pt x="5032523" y="1518765"/>
                  </a:lnTo>
                  <a:lnTo>
                    <a:pt x="5033368" y="1518765"/>
                  </a:lnTo>
                  <a:lnTo>
                    <a:pt x="5034213" y="1518765"/>
                  </a:lnTo>
                  <a:lnTo>
                    <a:pt x="5035058" y="1518765"/>
                  </a:lnTo>
                  <a:lnTo>
                    <a:pt x="5035903" y="1518765"/>
                  </a:lnTo>
                  <a:lnTo>
                    <a:pt x="5036749" y="1518765"/>
                  </a:lnTo>
                  <a:lnTo>
                    <a:pt x="5037594" y="1518765"/>
                  </a:lnTo>
                  <a:lnTo>
                    <a:pt x="5038439" y="1518765"/>
                  </a:lnTo>
                  <a:lnTo>
                    <a:pt x="5039284" y="1395643"/>
                  </a:lnTo>
                  <a:lnTo>
                    <a:pt x="5040129" y="1400834"/>
                  </a:lnTo>
                  <a:lnTo>
                    <a:pt x="5040974" y="1434736"/>
                  </a:lnTo>
                  <a:lnTo>
                    <a:pt x="5041819" y="1423133"/>
                  </a:lnTo>
                  <a:lnTo>
                    <a:pt x="5042664" y="1426443"/>
                  </a:lnTo>
                  <a:lnTo>
                    <a:pt x="5043509" y="1394421"/>
                  </a:lnTo>
                  <a:lnTo>
                    <a:pt x="5044354" y="1342106"/>
                  </a:lnTo>
                  <a:lnTo>
                    <a:pt x="5045200" y="1321729"/>
                  </a:lnTo>
                  <a:lnTo>
                    <a:pt x="5046045" y="1247176"/>
                  </a:lnTo>
                  <a:lnTo>
                    <a:pt x="5046890" y="1518765"/>
                  </a:lnTo>
                  <a:lnTo>
                    <a:pt x="5046890" y="1518765"/>
                  </a:lnTo>
                  <a:lnTo>
                    <a:pt x="5047735" y="1321448"/>
                  </a:lnTo>
                  <a:lnTo>
                    <a:pt x="5048580" y="1372212"/>
                  </a:lnTo>
                  <a:lnTo>
                    <a:pt x="5049425" y="1518765"/>
                  </a:lnTo>
                  <a:lnTo>
                    <a:pt x="5049425" y="1518765"/>
                  </a:lnTo>
                  <a:lnTo>
                    <a:pt x="5050270" y="1518765"/>
                  </a:lnTo>
                  <a:lnTo>
                    <a:pt x="5051115" y="1518765"/>
                  </a:lnTo>
                  <a:lnTo>
                    <a:pt x="5051960" y="1518765"/>
                  </a:lnTo>
                  <a:lnTo>
                    <a:pt x="5052805" y="1518765"/>
                  </a:lnTo>
                  <a:lnTo>
                    <a:pt x="5053650" y="1518765"/>
                  </a:lnTo>
                  <a:lnTo>
                    <a:pt x="5054496" y="1518765"/>
                  </a:lnTo>
                  <a:lnTo>
                    <a:pt x="5055341" y="1518765"/>
                  </a:lnTo>
                  <a:lnTo>
                    <a:pt x="5056186" y="1518765"/>
                  </a:lnTo>
                  <a:lnTo>
                    <a:pt x="5057031" y="1518765"/>
                  </a:lnTo>
                  <a:lnTo>
                    <a:pt x="5057876" y="1518765"/>
                  </a:lnTo>
                  <a:lnTo>
                    <a:pt x="5058721" y="1518765"/>
                  </a:lnTo>
                  <a:lnTo>
                    <a:pt x="5059566" y="1518765"/>
                  </a:lnTo>
                  <a:lnTo>
                    <a:pt x="5060411" y="1518765"/>
                  </a:lnTo>
                  <a:lnTo>
                    <a:pt x="5061256" y="1518765"/>
                  </a:lnTo>
                  <a:lnTo>
                    <a:pt x="5062101" y="1518765"/>
                  </a:lnTo>
                  <a:lnTo>
                    <a:pt x="5062946" y="1518765"/>
                  </a:lnTo>
                  <a:lnTo>
                    <a:pt x="5063792" y="1515314"/>
                  </a:lnTo>
                  <a:lnTo>
                    <a:pt x="5064637" y="1514512"/>
                  </a:lnTo>
                  <a:lnTo>
                    <a:pt x="5065482" y="1518765"/>
                  </a:lnTo>
                  <a:lnTo>
                    <a:pt x="5065482" y="1518765"/>
                  </a:lnTo>
                  <a:lnTo>
                    <a:pt x="5066327" y="1518566"/>
                  </a:lnTo>
                  <a:lnTo>
                    <a:pt x="5067172" y="1514504"/>
                  </a:lnTo>
                  <a:lnTo>
                    <a:pt x="5068017" y="1518765"/>
                  </a:lnTo>
                  <a:lnTo>
                    <a:pt x="5068017" y="1518765"/>
                  </a:lnTo>
                  <a:lnTo>
                    <a:pt x="5068862" y="1518765"/>
                  </a:lnTo>
                  <a:lnTo>
                    <a:pt x="5069707" y="1505182"/>
                  </a:lnTo>
                  <a:lnTo>
                    <a:pt x="5070552" y="1505442"/>
                  </a:lnTo>
                  <a:lnTo>
                    <a:pt x="5071397" y="1499725"/>
                  </a:lnTo>
                  <a:lnTo>
                    <a:pt x="5072242" y="1518765"/>
                  </a:lnTo>
                  <a:lnTo>
                    <a:pt x="5072242" y="1518765"/>
                  </a:lnTo>
                  <a:lnTo>
                    <a:pt x="5073088" y="1518765"/>
                  </a:lnTo>
                  <a:lnTo>
                    <a:pt x="5073933" y="1518765"/>
                  </a:lnTo>
                  <a:lnTo>
                    <a:pt x="5074778" y="1445607"/>
                  </a:lnTo>
                  <a:lnTo>
                    <a:pt x="5075623" y="1418236"/>
                  </a:lnTo>
                  <a:lnTo>
                    <a:pt x="5076468" y="1518765"/>
                  </a:lnTo>
                  <a:lnTo>
                    <a:pt x="5076468" y="1518765"/>
                  </a:lnTo>
                  <a:lnTo>
                    <a:pt x="5077313" y="1469819"/>
                  </a:lnTo>
                  <a:lnTo>
                    <a:pt x="5078158" y="1480582"/>
                  </a:lnTo>
                  <a:lnTo>
                    <a:pt x="5079003" y="1466006"/>
                  </a:lnTo>
                  <a:lnTo>
                    <a:pt x="5079848" y="1477230"/>
                  </a:lnTo>
                  <a:lnTo>
                    <a:pt x="5080693" y="1463094"/>
                  </a:lnTo>
                  <a:lnTo>
                    <a:pt x="5081538" y="1477269"/>
                  </a:lnTo>
                  <a:lnTo>
                    <a:pt x="5082384" y="1475710"/>
                  </a:lnTo>
                  <a:lnTo>
                    <a:pt x="5083229" y="1518765"/>
                  </a:lnTo>
                  <a:lnTo>
                    <a:pt x="5083229" y="1518765"/>
                  </a:lnTo>
                  <a:lnTo>
                    <a:pt x="5084074" y="1518765"/>
                  </a:lnTo>
                  <a:lnTo>
                    <a:pt x="5084919" y="1518765"/>
                  </a:lnTo>
                  <a:lnTo>
                    <a:pt x="5085764" y="1477911"/>
                  </a:lnTo>
                  <a:lnTo>
                    <a:pt x="5086609" y="1485201"/>
                  </a:lnTo>
                  <a:lnTo>
                    <a:pt x="5087454" y="1474824"/>
                  </a:lnTo>
                  <a:lnTo>
                    <a:pt x="5088299" y="1518765"/>
                  </a:lnTo>
                  <a:lnTo>
                    <a:pt x="5088299" y="1518765"/>
                  </a:lnTo>
                  <a:lnTo>
                    <a:pt x="5089144" y="1518765"/>
                  </a:lnTo>
                  <a:lnTo>
                    <a:pt x="5089989" y="1440352"/>
                  </a:lnTo>
                  <a:lnTo>
                    <a:pt x="5090834" y="1518765"/>
                  </a:lnTo>
                  <a:lnTo>
                    <a:pt x="5090834" y="1518765"/>
                  </a:lnTo>
                  <a:lnTo>
                    <a:pt x="5091680" y="1518765"/>
                  </a:lnTo>
                  <a:lnTo>
                    <a:pt x="5092525" y="1518765"/>
                  </a:lnTo>
                  <a:lnTo>
                    <a:pt x="5093370" y="1518765"/>
                  </a:lnTo>
                  <a:lnTo>
                    <a:pt x="5094215" y="1518765"/>
                  </a:lnTo>
                  <a:lnTo>
                    <a:pt x="5095060" y="1481108"/>
                  </a:lnTo>
                  <a:lnTo>
                    <a:pt x="5095905" y="1482796"/>
                  </a:lnTo>
                  <a:lnTo>
                    <a:pt x="5096750" y="1466616"/>
                  </a:lnTo>
                  <a:lnTo>
                    <a:pt x="5097595" y="1477197"/>
                  </a:lnTo>
                  <a:lnTo>
                    <a:pt x="5098440" y="1484933"/>
                  </a:lnTo>
                  <a:lnTo>
                    <a:pt x="5099285" y="1485869"/>
                  </a:lnTo>
                  <a:lnTo>
                    <a:pt x="5100130" y="1492913"/>
                  </a:lnTo>
                  <a:lnTo>
                    <a:pt x="5100976" y="1486780"/>
                  </a:lnTo>
                  <a:lnTo>
                    <a:pt x="5101821" y="1498572"/>
                  </a:lnTo>
                  <a:lnTo>
                    <a:pt x="5102666" y="1493403"/>
                  </a:lnTo>
                  <a:lnTo>
                    <a:pt x="5103511" y="1488374"/>
                  </a:lnTo>
                  <a:lnTo>
                    <a:pt x="5104356" y="1484357"/>
                  </a:lnTo>
                  <a:lnTo>
                    <a:pt x="5105201" y="1518765"/>
                  </a:lnTo>
                  <a:lnTo>
                    <a:pt x="5105201" y="1518765"/>
                  </a:lnTo>
                  <a:lnTo>
                    <a:pt x="5106046" y="1497891"/>
                  </a:lnTo>
                  <a:lnTo>
                    <a:pt x="5106891" y="1504755"/>
                  </a:lnTo>
                  <a:lnTo>
                    <a:pt x="5107736" y="1508715"/>
                  </a:lnTo>
                  <a:lnTo>
                    <a:pt x="5108581" y="1512722"/>
                  </a:lnTo>
                  <a:lnTo>
                    <a:pt x="5109427" y="1504821"/>
                  </a:lnTo>
                  <a:lnTo>
                    <a:pt x="5110272" y="1507442"/>
                  </a:lnTo>
                  <a:lnTo>
                    <a:pt x="5111117" y="1503472"/>
                  </a:lnTo>
                  <a:lnTo>
                    <a:pt x="5111962" y="1493654"/>
                  </a:lnTo>
                  <a:lnTo>
                    <a:pt x="5112807" y="1491955"/>
                  </a:lnTo>
                  <a:lnTo>
                    <a:pt x="5113652" y="1471906"/>
                  </a:lnTo>
                  <a:lnTo>
                    <a:pt x="5114497" y="1476155"/>
                  </a:lnTo>
                  <a:lnTo>
                    <a:pt x="5115342" y="1466131"/>
                  </a:lnTo>
                  <a:lnTo>
                    <a:pt x="5116187" y="1429969"/>
                  </a:lnTo>
                  <a:lnTo>
                    <a:pt x="5117032" y="1383369"/>
                  </a:lnTo>
                  <a:lnTo>
                    <a:pt x="5117877" y="1429368"/>
                  </a:lnTo>
                  <a:lnTo>
                    <a:pt x="5118723" y="1457411"/>
                  </a:lnTo>
                  <a:lnTo>
                    <a:pt x="5119568" y="1455446"/>
                  </a:lnTo>
                  <a:lnTo>
                    <a:pt x="5120413" y="1436484"/>
                  </a:lnTo>
                  <a:lnTo>
                    <a:pt x="5121258" y="1445789"/>
                  </a:lnTo>
                  <a:lnTo>
                    <a:pt x="5122103" y="1428945"/>
                  </a:lnTo>
                  <a:lnTo>
                    <a:pt x="5122948" y="1403051"/>
                  </a:lnTo>
                  <a:lnTo>
                    <a:pt x="5123793" y="1518765"/>
                  </a:lnTo>
                  <a:lnTo>
                    <a:pt x="5123793" y="1518765"/>
                  </a:lnTo>
                  <a:lnTo>
                    <a:pt x="5124638" y="1518765"/>
                  </a:lnTo>
                  <a:lnTo>
                    <a:pt x="5125483" y="1428147"/>
                  </a:lnTo>
                  <a:lnTo>
                    <a:pt x="5126328" y="1439299"/>
                  </a:lnTo>
                  <a:lnTo>
                    <a:pt x="5127173" y="1436627"/>
                  </a:lnTo>
                  <a:lnTo>
                    <a:pt x="5128019" y="1434810"/>
                  </a:lnTo>
                  <a:lnTo>
                    <a:pt x="5128864" y="1427417"/>
                  </a:lnTo>
                  <a:lnTo>
                    <a:pt x="5129709" y="1417100"/>
                  </a:lnTo>
                  <a:lnTo>
                    <a:pt x="5130554" y="1409313"/>
                  </a:lnTo>
                  <a:lnTo>
                    <a:pt x="5131399" y="1377101"/>
                  </a:lnTo>
                  <a:lnTo>
                    <a:pt x="5132244" y="1450017"/>
                  </a:lnTo>
                  <a:lnTo>
                    <a:pt x="5133089" y="1464781"/>
                  </a:lnTo>
                  <a:lnTo>
                    <a:pt x="5133934" y="1493232"/>
                  </a:lnTo>
                  <a:lnTo>
                    <a:pt x="5134779" y="1481542"/>
                  </a:lnTo>
                  <a:lnTo>
                    <a:pt x="5135624" y="1489673"/>
                  </a:lnTo>
                  <a:lnTo>
                    <a:pt x="5136469" y="1496031"/>
                  </a:lnTo>
                  <a:lnTo>
                    <a:pt x="5137315" y="1496187"/>
                  </a:lnTo>
                  <a:lnTo>
                    <a:pt x="5138160" y="1503776"/>
                  </a:lnTo>
                  <a:lnTo>
                    <a:pt x="5139005" y="1495388"/>
                  </a:lnTo>
                  <a:lnTo>
                    <a:pt x="5139850" y="1503336"/>
                  </a:lnTo>
                  <a:lnTo>
                    <a:pt x="5140695" y="1498504"/>
                  </a:lnTo>
                  <a:lnTo>
                    <a:pt x="5141540" y="1502133"/>
                  </a:lnTo>
                  <a:lnTo>
                    <a:pt x="5142385" y="1501705"/>
                  </a:lnTo>
                  <a:lnTo>
                    <a:pt x="5143230" y="1501781"/>
                  </a:lnTo>
                  <a:lnTo>
                    <a:pt x="5144075" y="1518765"/>
                  </a:lnTo>
                  <a:lnTo>
                    <a:pt x="5144075" y="1518765"/>
                  </a:lnTo>
                  <a:lnTo>
                    <a:pt x="5144920" y="1518765"/>
                  </a:lnTo>
                  <a:lnTo>
                    <a:pt x="5145765" y="1518765"/>
                  </a:lnTo>
                  <a:lnTo>
                    <a:pt x="5146611" y="1518765"/>
                  </a:lnTo>
                  <a:lnTo>
                    <a:pt x="5147456" y="1518765"/>
                  </a:lnTo>
                  <a:lnTo>
                    <a:pt x="5148301" y="1518765"/>
                  </a:lnTo>
                  <a:lnTo>
                    <a:pt x="5149146" y="1518765"/>
                  </a:lnTo>
                  <a:lnTo>
                    <a:pt x="5149991" y="1518765"/>
                  </a:lnTo>
                  <a:lnTo>
                    <a:pt x="5150836" y="1499589"/>
                  </a:lnTo>
                  <a:lnTo>
                    <a:pt x="5151681" y="1503282"/>
                  </a:lnTo>
                  <a:lnTo>
                    <a:pt x="5152526" y="1518765"/>
                  </a:lnTo>
                  <a:lnTo>
                    <a:pt x="5152526" y="1518765"/>
                  </a:lnTo>
                  <a:lnTo>
                    <a:pt x="5153371" y="1497213"/>
                  </a:lnTo>
                  <a:lnTo>
                    <a:pt x="5154216" y="1503572"/>
                  </a:lnTo>
                  <a:lnTo>
                    <a:pt x="5155061" y="1497597"/>
                  </a:lnTo>
                  <a:lnTo>
                    <a:pt x="5155907" y="1489208"/>
                  </a:lnTo>
                  <a:lnTo>
                    <a:pt x="5156752" y="1477051"/>
                  </a:lnTo>
                  <a:lnTo>
                    <a:pt x="5157597" y="1518765"/>
                  </a:lnTo>
                  <a:lnTo>
                    <a:pt x="5157597" y="1518765"/>
                  </a:lnTo>
                  <a:lnTo>
                    <a:pt x="5158442" y="1518765"/>
                  </a:lnTo>
                  <a:lnTo>
                    <a:pt x="5159287" y="1518765"/>
                  </a:lnTo>
                  <a:lnTo>
                    <a:pt x="5160132" y="1518765"/>
                  </a:lnTo>
                  <a:lnTo>
                    <a:pt x="5160977" y="1518765"/>
                  </a:lnTo>
                  <a:lnTo>
                    <a:pt x="5161822" y="1505173"/>
                  </a:lnTo>
                  <a:lnTo>
                    <a:pt x="5162667" y="1508227"/>
                  </a:lnTo>
                  <a:lnTo>
                    <a:pt x="5163512" y="1518765"/>
                  </a:lnTo>
                  <a:lnTo>
                    <a:pt x="5163512" y="1518765"/>
                  </a:lnTo>
                  <a:lnTo>
                    <a:pt x="5164357" y="1518765"/>
                  </a:lnTo>
                  <a:lnTo>
                    <a:pt x="5165203" y="1499134"/>
                  </a:lnTo>
                  <a:lnTo>
                    <a:pt x="5166048" y="1507794"/>
                  </a:lnTo>
                  <a:lnTo>
                    <a:pt x="5166893" y="1507096"/>
                  </a:lnTo>
                  <a:lnTo>
                    <a:pt x="5167738" y="1509692"/>
                  </a:lnTo>
                  <a:lnTo>
                    <a:pt x="5168583" y="1505403"/>
                  </a:lnTo>
                  <a:lnTo>
                    <a:pt x="5169428" y="1498012"/>
                  </a:lnTo>
                  <a:lnTo>
                    <a:pt x="5170273" y="1492721"/>
                  </a:lnTo>
                  <a:lnTo>
                    <a:pt x="5171118" y="1481611"/>
                  </a:lnTo>
                  <a:lnTo>
                    <a:pt x="5171963" y="1463038"/>
                  </a:lnTo>
                  <a:lnTo>
                    <a:pt x="5172808" y="1463656"/>
                  </a:lnTo>
                  <a:lnTo>
                    <a:pt x="5173654" y="1476181"/>
                  </a:lnTo>
                  <a:lnTo>
                    <a:pt x="5174499" y="1484254"/>
                  </a:lnTo>
                  <a:lnTo>
                    <a:pt x="5175344" y="1489233"/>
                  </a:lnTo>
                  <a:lnTo>
                    <a:pt x="5176189" y="1489708"/>
                  </a:lnTo>
                  <a:lnTo>
                    <a:pt x="5177034" y="1497792"/>
                  </a:lnTo>
                  <a:lnTo>
                    <a:pt x="5177879" y="1518765"/>
                  </a:lnTo>
                  <a:lnTo>
                    <a:pt x="5177879" y="1518765"/>
                  </a:lnTo>
                  <a:lnTo>
                    <a:pt x="5178724" y="1494698"/>
                  </a:lnTo>
                  <a:lnTo>
                    <a:pt x="5179569" y="1484385"/>
                  </a:lnTo>
                  <a:lnTo>
                    <a:pt x="5180414" y="1493765"/>
                  </a:lnTo>
                  <a:lnTo>
                    <a:pt x="5181259" y="1500765"/>
                  </a:lnTo>
                  <a:lnTo>
                    <a:pt x="5182104" y="1505630"/>
                  </a:lnTo>
                  <a:lnTo>
                    <a:pt x="5182950" y="1492107"/>
                  </a:lnTo>
                  <a:lnTo>
                    <a:pt x="5183795" y="1489678"/>
                  </a:lnTo>
                  <a:lnTo>
                    <a:pt x="5184640" y="1480031"/>
                  </a:lnTo>
                  <a:lnTo>
                    <a:pt x="5185485" y="1482577"/>
                  </a:lnTo>
                  <a:lnTo>
                    <a:pt x="5186330" y="1477785"/>
                  </a:lnTo>
                  <a:lnTo>
                    <a:pt x="5187175" y="1518765"/>
                  </a:lnTo>
                  <a:lnTo>
                    <a:pt x="5187175" y="1518765"/>
                  </a:lnTo>
                  <a:lnTo>
                    <a:pt x="5188020" y="1518765"/>
                  </a:lnTo>
                  <a:lnTo>
                    <a:pt x="5188865" y="1481434"/>
                  </a:lnTo>
                  <a:lnTo>
                    <a:pt x="5189710" y="1507514"/>
                  </a:lnTo>
                  <a:lnTo>
                    <a:pt x="5190555" y="1518765"/>
                  </a:lnTo>
                  <a:lnTo>
                    <a:pt x="5190555" y="1518765"/>
                  </a:lnTo>
                  <a:lnTo>
                    <a:pt x="5191400" y="1495367"/>
                  </a:lnTo>
                  <a:lnTo>
                    <a:pt x="5192246" y="1518765"/>
                  </a:lnTo>
                  <a:lnTo>
                    <a:pt x="5192246" y="1518765"/>
                  </a:lnTo>
                  <a:lnTo>
                    <a:pt x="5193091" y="1509576"/>
                  </a:lnTo>
                  <a:lnTo>
                    <a:pt x="5193936" y="1504876"/>
                  </a:lnTo>
                  <a:lnTo>
                    <a:pt x="5194781" y="1503849"/>
                  </a:lnTo>
                  <a:lnTo>
                    <a:pt x="5195626" y="1490767"/>
                  </a:lnTo>
                  <a:lnTo>
                    <a:pt x="5196471" y="1479114"/>
                  </a:lnTo>
                  <a:lnTo>
                    <a:pt x="5197316" y="1488006"/>
                  </a:lnTo>
                  <a:lnTo>
                    <a:pt x="5198161" y="1473765"/>
                  </a:lnTo>
                  <a:lnTo>
                    <a:pt x="5199006" y="1449686"/>
                  </a:lnTo>
                  <a:lnTo>
                    <a:pt x="5199851" y="1465082"/>
                  </a:lnTo>
                  <a:lnTo>
                    <a:pt x="5200696" y="1476691"/>
                  </a:lnTo>
                  <a:lnTo>
                    <a:pt x="5201542" y="1518765"/>
                  </a:lnTo>
                  <a:lnTo>
                    <a:pt x="5201542" y="1518765"/>
                  </a:lnTo>
                  <a:lnTo>
                    <a:pt x="5202387" y="1493835"/>
                  </a:lnTo>
                  <a:lnTo>
                    <a:pt x="5203232" y="1486963"/>
                  </a:lnTo>
                  <a:lnTo>
                    <a:pt x="5204077" y="1490094"/>
                  </a:lnTo>
                  <a:lnTo>
                    <a:pt x="5204922" y="1491622"/>
                  </a:lnTo>
                  <a:lnTo>
                    <a:pt x="5205767" y="1518765"/>
                  </a:lnTo>
                  <a:lnTo>
                    <a:pt x="5205767" y="1518765"/>
                  </a:lnTo>
                  <a:lnTo>
                    <a:pt x="5206612" y="1518765"/>
                  </a:lnTo>
                  <a:lnTo>
                    <a:pt x="5207457" y="1518765"/>
                  </a:lnTo>
                  <a:lnTo>
                    <a:pt x="5208302" y="1518765"/>
                  </a:lnTo>
                  <a:lnTo>
                    <a:pt x="5209147" y="1491838"/>
                  </a:lnTo>
                  <a:lnTo>
                    <a:pt x="5209992" y="1478079"/>
                  </a:lnTo>
                  <a:lnTo>
                    <a:pt x="5210838" y="1476773"/>
                  </a:lnTo>
                  <a:lnTo>
                    <a:pt x="5211683" y="1463268"/>
                  </a:lnTo>
                  <a:lnTo>
                    <a:pt x="5212528" y="1447913"/>
                  </a:lnTo>
                  <a:lnTo>
                    <a:pt x="5213373" y="1461256"/>
                  </a:lnTo>
                  <a:lnTo>
                    <a:pt x="5214218" y="1455841"/>
                  </a:lnTo>
                  <a:lnTo>
                    <a:pt x="5215063" y="1459819"/>
                  </a:lnTo>
                  <a:lnTo>
                    <a:pt x="5215908" y="1467530"/>
                  </a:lnTo>
                  <a:lnTo>
                    <a:pt x="5216753" y="1518765"/>
                  </a:lnTo>
                  <a:lnTo>
                    <a:pt x="5216753" y="1518765"/>
                  </a:lnTo>
                  <a:lnTo>
                    <a:pt x="5217598" y="1518765"/>
                  </a:lnTo>
                  <a:lnTo>
                    <a:pt x="5218443" y="1518765"/>
                  </a:lnTo>
                  <a:lnTo>
                    <a:pt x="5219288" y="1518765"/>
                  </a:lnTo>
                  <a:lnTo>
                    <a:pt x="5220134" y="1518765"/>
                  </a:lnTo>
                  <a:lnTo>
                    <a:pt x="5220979" y="1518765"/>
                  </a:lnTo>
                  <a:lnTo>
                    <a:pt x="5221824" y="1476238"/>
                  </a:lnTo>
                  <a:lnTo>
                    <a:pt x="5222669" y="1478678"/>
                  </a:lnTo>
                  <a:lnTo>
                    <a:pt x="5223514" y="1488055"/>
                  </a:lnTo>
                  <a:lnTo>
                    <a:pt x="5224359" y="1489181"/>
                  </a:lnTo>
                  <a:lnTo>
                    <a:pt x="5225204" y="1474857"/>
                  </a:lnTo>
                  <a:lnTo>
                    <a:pt x="5226049" y="1479612"/>
                  </a:lnTo>
                  <a:lnTo>
                    <a:pt x="5226894" y="1451200"/>
                  </a:lnTo>
                  <a:lnTo>
                    <a:pt x="5227739" y="1518765"/>
                  </a:lnTo>
                  <a:lnTo>
                    <a:pt x="5227739" y="1518765"/>
                  </a:lnTo>
                  <a:lnTo>
                    <a:pt x="5228584" y="1518765"/>
                  </a:lnTo>
                  <a:lnTo>
                    <a:pt x="5229430" y="1472064"/>
                  </a:lnTo>
                  <a:lnTo>
                    <a:pt x="5230275" y="1518765"/>
                  </a:lnTo>
                  <a:lnTo>
                    <a:pt x="5230275" y="1518765"/>
                  </a:lnTo>
                  <a:lnTo>
                    <a:pt x="5231120" y="1475247"/>
                  </a:lnTo>
                  <a:lnTo>
                    <a:pt x="5231965" y="1479857"/>
                  </a:lnTo>
                  <a:lnTo>
                    <a:pt x="5232810" y="1484547"/>
                  </a:lnTo>
                  <a:lnTo>
                    <a:pt x="5233655" y="1488195"/>
                  </a:lnTo>
                  <a:lnTo>
                    <a:pt x="5234500" y="1518765"/>
                  </a:lnTo>
                  <a:lnTo>
                    <a:pt x="5234500" y="1518765"/>
                  </a:lnTo>
                  <a:lnTo>
                    <a:pt x="5235345" y="1456623"/>
                  </a:lnTo>
                  <a:lnTo>
                    <a:pt x="5236190" y="1460669"/>
                  </a:lnTo>
                  <a:lnTo>
                    <a:pt x="5237035" y="1471863"/>
                  </a:lnTo>
                  <a:lnTo>
                    <a:pt x="5237881" y="1469459"/>
                  </a:lnTo>
                  <a:lnTo>
                    <a:pt x="5238726" y="1518765"/>
                  </a:lnTo>
                  <a:lnTo>
                    <a:pt x="5238726" y="1518765"/>
                  </a:lnTo>
                  <a:lnTo>
                    <a:pt x="5239571" y="1518765"/>
                  </a:lnTo>
                  <a:lnTo>
                    <a:pt x="5240416" y="1442542"/>
                  </a:lnTo>
                  <a:lnTo>
                    <a:pt x="5241261" y="1460742"/>
                  </a:lnTo>
                  <a:lnTo>
                    <a:pt x="5242106" y="1458799"/>
                  </a:lnTo>
                  <a:lnTo>
                    <a:pt x="5242951" y="1447029"/>
                  </a:lnTo>
                  <a:lnTo>
                    <a:pt x="5243796" y="1447815"/>
                  </a:lnTo>
                  <a:lnTo>
                    <a:pt x="5244641" y="1448921"/>
                  </a:lnTo>
                  <a:lnTo>
                    <a:pt x="5245486" y="1462642"/>
                  </a:lnTo>
                  <a:lnTo>
                    <a:pt x="5246331" y="1456370"/>
                  </a:lnTo>
                  <a:lnTo>
                    <a:pt x="5247177" y="1518765"/>
                  </a:lnTo>
                  <a:lnTo>
                    <a:pt x="5247177" y="1518765"/>
                  </a:lnTo>
                  <a:lnTo>
                    <a:pt x="5248022" y="1518765"/>
                  </a:lnTo>
                  <a:lnTo>
                    <a:pt x="5248867" y="1419651"/>
                  </a:lnTo>
                  <a:lnTo>
                    <a:pt x="5249712" y="1434700"/>
                  </a:lnTo>
                  <a:lnTo>
                    <a:pt x="5250557" y="1441409"/>
                  </a:lnTo>
                  <a:lnTo>
                    <a:pt x="5251402" y="1464220"/>
                  </a:lnTo>
                  <a:lnTo>
                    <a:pt x="5252247" y="1474532"/>
                  </a:lnTo>
                  <a:lnTo>
                    <a:pt x="5253092" y="1483429"/>
                  </a:lnTo>
                  <a:lnTo>
                    <a:pt x="5253937" y="1480161"/>
                  </a:lnTo>
                  <a:lnTo>
                    <a:pt x="5254782" y="1457980"/>
                  </a:lnTo>
                  <a:lnTo>
                    <a:pt x="5255627" y="1455546"/>
                  </a:lnTo>
                  <a:lnTo>
                    <a:pt x="5256473" y="1442497"/>
                  </a:lnTo>
                  <a:lnTo>
                    <a:pt x="5257318" y="1462741"/>
                  </a:lnTo>
                  <a:lnTo>
                    <a:pt x="5258163" y="1480066"/>
                  </a:lnTo>
                  <a:lnTo>
                    <a:pt x="5259008" y="1450565"/>
                  </a:lnTo>
                  <a:lnTo>
                    <a:pt x="5259853" y="1462333"/>
                  </a:lnTo>
                  <a:lnTo>
                    <a:pt x="5260698" y="1443799"/>
                  </a:lnTo>
                  <a:lnTo>
                    <a:pt x="5261543" y="1444455"/>
                  </a:lnTo>
                  <a:lnTo>
                    <a:pt x="5262388" y="1461132"/>
                  </a:lnTo>
                  <a:lnTo>
                    <a:pt x="5263233" y="1465636"/>
                  </a:lnTo>
                  <a:lnTo>
                    <a:pt x="5264078" y="1483257"/>
                  </a:lnTo>
                  <a:lnTo>
                    <a:pt x="5264923" y="1483333"/>
                  </a:lnTo>
                  <a:lnTo>
                    <a:pt x="5265769" y="1494326"/>
                  </a:lnTo>
                  <a:lnTo>
                    <a:pt x="5266614" y="1488615"/>
                  </a:lnTo>
                  <a:lnTo>
                    <a:pt x="5267459" y="1457457"/>
                  </a:lnTo>
                  <a:lnTo>
                    <a:pt x="5268304" y="1518765"/>
                  </a:lnTo>
                  <a:lnTo>
                    <a:pt x="5268304" y="1518765"/>
                  </a:lnTo>
                  <a:lnTo>
                    <a:pt x="5269149" y="1453102"/>
                  </a:lnTo>
                  <a:lnTo>
                    <a:pt x="5269994" y="1468070"/>
                  </a:lnTo>
                  <a:lnTo>
                    <a:pt x="5270839" y="1475960"/>
                  </a:lnTo>
                  <a:lnTo>
                    <a:pt x="5271684" y="1483972"/>
                  </a:lnTo>
                  <a:lnTo>
                    <a:pt x="5272529" y="1490895"/>
                  </a:lnTo>
                  <a:lnTo>
                    <a:pt x="5273374" y="1495783"/>
                  </a:lnTo>
                  <a:lnTo>
                    <a:pt x="5274219" y="1494337"/>
                  </a:lnTo>
                  <a:lnTo>
                    <a:pt x="5275065" y="1518765"/>
                  </a:lnTo>
                  <a:lnTo>
                    <a:pt x="5275065" y="1518765"/>
                  </a:lnTo>
                  <a:lnTo>
                    <a:pt x="5275910" y="1486700"/>
                  </a:lnTo>
                  <a:lnTo>
                    <a:pt x="5276755" y="1471620"/>
                  </a:lnTo>
                  <a:lnTo>
                    <a:pt x="5277600" y="1466219"/>
                  </a:lnTo>
                  <a:lnTo>
                    <a:pt x="5278445" y="1446859"/>
                  </a:lnTo>
                  <a:lnTo>
                    <a:pt x="5279290" y="1461989"/>
                  </a:lnTo>
                  <a:lnTo>
                    <a:pt x="5280135" y="1463831"/>
                  </a:lnTo>
                  <a:lnTo>
                    <a:pt x="5280980" y="1441430"/>
                  </a:lnTo>
                  <a:lnTo>
                    <a:pt x="5281825" y="1452273"/>
                  </a:lnTo>
                  <a:lnTo>
                    <a:pt x="5282670" y="1451972"/>
                  </a:lnTo>
                  <a:lnTo>
                    <a:pt x="5283515" y="1429418"/>
                  </a:lnTo>
                  <a:lnTo>
                    <a:pt x="5284361" y="1441461"/>
                  </a:lnTo>
                  <a:lnTo>
                    <a:pt x="5285206" y="1435565"/>
                  </a:lnTo>
                  <a:lnTo>
                    <a:pt x="5286051" y="1446076"/>
                  </a:lnTo>
                  <a:lnTo>
                    <a:pt x="5286896" y="1457664"/>
                  </a:lnTo>
                  <a:lnTo>
                    <a:pt x="5287741" y="1439587"/>
                  </a:lnTo>
                  <a:lnTo>
                    <a:pt x="5288586" y="1407086"/>
                  </a:lnTo>
                  <a:lnTo>
                    <a:pt x="5289431" y="1362112"/>
                  </a:lnTo>
                  <a:lnTo>
                    <a:pt x="5290276" y="1392756"/>
                  </a:lnTo>
                  <a:lnTo>
                    <a:pt x="5291121" y="1435675"/>
                  </a:lnTo>
                  <a:lnTo>
                    <a:pt x="5291966" y="1423600"/>
                  </a:lnTo>
                  <a:lnTo>
                    <a:pt x="5292812" y="1418811"/>
                  </a:lnTo>
                  <a:lnTo>
                    <a:pt x="5293657" y="1441862"/>
                  </a:lnTo>
                  <a:lnTo>
                    <a:pt x="5294502" y="1455813"/>
                  </a:lnTo>
                  <a:lnTo>
                    <a:pt x="5295347" y="1470412"/>
                  </a:lnTo>
                  <a:lnTo>
                    <a:pt x="5296192" y="1472276"/>
                  </a:lnTo>
                  <a:lnTo>
                    <a:pt x="5297037" y="1479730"/>
                  </a:lnTo>
                  <a:lnTo>
                    <a:pt x="5297882" y="1482582"/>
                  </a:lnTo>
                  <a:lnTo>
                    <a:pt x="5298727" y="1488397"/>
                  </a:lnTo>
                  <a:lnTo>
                    <a:pt x="5299572" y="1490824"/>
                  </a:lnTo>
                  <a:lnTo>
                    <a:pt x="5300417" y="1494779"/>
                  </a:lnTo>
                  <a:lnTo>
                    <a:pt x="5301262" y="1493914"/>
                  </a:lnTo>
                  <a:lnTo>
                    <a:pt x="5302108" y="1498095"/>
                  </a:lnTo>
                  <a:lnTo>
                    <a:pt x="5302953" y="1491807"/>
                  </a:lnTo>
                  <a:lnTo>
                    <a:pt x="5303798" y="1481057"/>
                  </a:lnTo>
                  <a:lnTo>
                    <a:pt x="5304643" y="1518765"/>
                  </a:lnTo>
                  <a:lnTo>
                    <a:pt x="5304643" y="1518765"/>
                  </a:lnTo>
                  <a:lnTo>
                    <a:pt x="5305488" y="1484544"/>
                  </a:lnTo>
                  <a:lnTo>
                    <a:pt x="5306333" y="1494983"/>
                  </a:lnTo>
                  <a:lnTo>
                    <a:pt x="5307178" y="1490141"/>
                  </a:lnTo>
                  <a:lnTo>
                    <a:pt x="5308023" y="1483681"/>
                  </a:lnTo>
                  <a:lnTo>
                    <a:pt x="5308868" y="1483288"/>
                  </a:lnTo>
                  <a:lnTo>
                    <a:pt x="5309713" y="1480517"/>
                  </a:lnTo>
                  <a:lnTo>
                    <a:pt x="5310558" y="1488295"/>
                  </a:lnTo>
                  <a:lnTo>
                    <a:pt x="5311404" y="1493135"/>
                  </a:lnTo>
                  <a:lnTo>
                    <a:pt x="5312249" y="1496470"/>
                  </a:lnTo>
                  <a:lnTo>
                    <a:pt x="5313094" y="1500307"/>
                  </a:lnTo>
                  <a:lnTo>
                    <a:pt x="5313939" y="1500165"/>
                  </a:lnTo>
                  <a:lnTo>
                    <a:pt x="5314784" y="1501566"/>
                  </a:lnTo>
                  <a:lnTo>
                    <a:pt x="5315629" y="1503973"/>
                  </a:lnTo>
                  <a:lnTo>
                    <a:pt x="5316474" y="1502570"/>
                  </a:lnTo>
                  <a:lnTo>
                    <a:pt x="5317319" y="1503438"/>
                  </a:lnTo>
                  <a:lnTo>
                    <a:pt x="5318164" y="1503973"/>
                  </a:lnTo>
                  <a:lnTo>
                    <a:pt x="5319009" y="1498331"/>
                  </a:lnTo>
                  <a:lnTo>
                    <a:pt x="5319854" y="1500213"/>
                  </a:lnTo>
                  <a:lnTo>
                    <a:pt x="5320700" y="1501753"/>
                  </a:lnTo>
                  <a:lnTo>
                    <a:pt x="5321545" y="1499390"/>
                  </a:lnTo>
                  <a:lnTo>
                    <a:pt x="5322390" y="1492554"/>
                  </a:lnTo>
                  <a:lnTo>
                    <a:pt x="5323235" y="1476736"/>
                  </a:lnTo>
                  <a:lnTo>
                    <a:pt x="5324080" y="1459590"/>
                  </a:lnTo>
                  <a:lnTo>
                    <a:pt x="5324925" y="1459862"/>
                  </a:lnTo>
                  <a:lnTo>
                    <a:pt x="5325770" y="1468973"/>
                  </a:lnTo>
                  <a:lnTo>
                    <a:pt x="5326615" y="1477730"/>
                  </a:lnTo>
                  <a:lnTo>
                    <a:pt x="5327460" y="1463629"/>
                  </a:lnTo>
                  <a:lnTo>
                    <a:pt x="5328305" y="1450490"/>
                  </a:lnTo>
                  <a:lnTo>
                    <a:pt x="5329150" y="1466135"/>
                  </a:lnTo>
                  <a:lnTo>
                    <a:pt x="5329996" y="1475540"/>
                  </a:lnTo>
                  <a:lnTo>
                    <a:pt x="5330841" y="1476969"/>
                  </a:lnTo>
                  <a:lnTo>
                    <a:pt x="5331686" y="1459850"/>
                  </a:lnTo>
                  <a:lnTo>
                    <a:pt x="5332531" y="1451235"/>
                  </a:lnTo>
                  <a:lnTo>
                    <a:pt x="5333376" y="1441641"/>
                  </a:lnTo>
                  <a:lnTo>
                    <a:pt x="5334221" y="1438321"/>
                  </a:lnTo>
                  <a:lnTo>
                    <a:pt x="5335066" y="1518765"/>
                  </a:lnTo>
                  <a:lnTo>
                    <a:pt x="5335066" y="1518765"/>
                  </a:lnTo>
                  <a:lnTo>
                    <a:pt x="5335911" y="1518765"/>
                  </a:lnTo>
                  <a:lnTo>
                    <a:pt x="5336756" y="1435852"/>
                  </a:lnTo>
                  <a:lnTo>
                    <a:pt x="5337601" y="1439192"/>
                  </a:lnTo>
                  <a:lnTo>
                    <a:pt x="5338446" y="1445239"/>
                  </a:lnTo>
                  <a:lnTo>
                    <a:pt x="5339292" y="1445115"/>
                  </a:lnTo>
                  <a:lnTo>
                    <a:pt x="5340137" y="1459934"/>
                  </a:lnTo>
                  <a:lnTo>
                    <a:pt x="5340982" y="1454335"/>
                  </a:lnTo>
                  <a:lnTo>
                    <a:pt x="5341827" y="1472107"/>
                  </a:lnTo>
                  <a:lnTo>
                    <a:pt x="5342672" y="1518765"/>
                  </a:lnTo>
                  <a:lnTo>
                    <a:pt x="5342672" y="1518765"/>
                  </a:lnTo>
                  <a:lnTo>
                    <a:pt x="5343517" y="1518765"/>
                  </a:lnTo>
                  <a:lnTo>
                    <a:pt x="5344362" y="1518765"/>
                  </a:lnTo>
                  <a:lnTo>
                    <a:pt x="5345207" y="1518765"/>
                  </a:lnTo>
                  <a:lnTo>
                    <a:pt x="5346052" y="1518765"/>
                  </a:lnTo>
                  <a:lnTo>
                    <a:pt x="5346897" y="1494191"/>
                  </a:lnTo>
                  <a:lnTo>
                    <a:pt x="5347742" y="1453190"/>
                  </a:lnTo>
                  <a:lnTo>
                    <a:pt x="5348588" y="1464304"/>
                  </a:lnTo>
                  <a:lnTo>
                    <a:pt x="5349433" y="1462964"/>
                  </a:lnTo>
                  <a:lnTo>
                    <a:pt x="5350278" y="1484723"/>
                  </a:lnTo>
                  <a:lnTo>
                    <a:pt x="5351123" y="1476115"/>
                  </a:lnTo>
                  <a:lnTo>
                    <a:pt x="5351968" y="1477337"/>
                  </a:lnTo>
                  <a:lnTo>
                    <a:pt x="5352813" y="1480417"/>
                  </a:lnTo>
                  <a:lnTo>
                    <a:pt x="5353658" y="1466802"/>
                  </a:lnTo>
                  <a:lnTo>
                    <a:pt x="5354503" y="1457099"/>
                  </a:lnTo>
                  <a:lnTo>
                    <a:pt x="5355348" y="1458070"/>
                  </a:lnTo>
                  <a:lnTo>
                    <a:pt x="5356193" y="1461536"/>
                  </a:lnTo>
                  <a:lnTo>
                    <a:pt x="5357039" y="1478966"/>
                  </a:lnTo>
                  <a:lnTo>
                    <a:pt x="5357884" y="1477683"/>
                  </a:lnTo>
                  <a:lnTo>
                    <a:pt x="5358729" y="1485601"/>
                  </a:lnTo>
                  <a:lnTo>
                    <a:pt x="5359574" y="1472317"/>
                  </a:lnTo>
                  <a:lnTo>
                    <a:pt x="5360419" y="1467182"/>
                  </a:lnTo>
                  <a:lnTo>
                    <a:pt x="5361264" y="1461390"/>
                  </a:lnTo>
                  <a:lnTo>
                    <a:pt x="5362109" y="1449876"/>
                  </a:lnTo>
                  <a:lnTo>
                    <a:pt x="5362954" y="1451599"/>
                  </a:lnTo>
                  <a:lnTo>
                    <a:pt x="5363799" y="1463631"/>
                  </a:lnTo>
                  <a:lnTo>
                    <a:pt x="5364644" y="1460709"/>
                  </a:lnTo>
                  <a:lnTo>
                    <a:pt x="5365489" y="1473018"/>
                  </a:lnTo>
                  <a:lnTo>
                    <a:pt x="5366335" y="1473079"/>
                  </a:lnTo>
                  <a:lnTo>
                    <a:pt x="5367180" y="1469288"/>
                  </a:lnTo>
                  <a:lnTo>
                    <a:pt x="5368025" y="1458314"/>
                  </a:lnTo>
                  <a:lnTo>
                    <a:pt x="5368870" y="1419295"/>
                  </a:lnTo>
                  <a:lnTo>
                    <a:pt x="5369715" y="1434361"/>
                  </a:lnTo>
                  <a:lnTo>
                    <a:pt x="5370560" y="1444471"/>
                  </a:lnTo>
                  <a:lnTo>
                    <a:pt x="5371405" y="1433295"/>
                  </a:lnTo>
                  <a:lnTo>
                    <a:pt x="5372250" y="1420615"/>
                  </a:lnTo>
                  <a:lnTo>
                    <a:pt x="5373095" y="1518765"/>
                  </a:lnTo>
                  <a:lnTo>
                    <a:pt x="5373095" y="1518765"/>
                  </a:lnTo>
                  <a:lnTo>
                    <a:pt x="5373940" y="1518765"/>
                  </a:lnTo>
                  <a:lnTo>
                    <a:pt x="5374785" y="1465383"/>
                  </a:lnTo>
                  <a:lnTo>
                    <a:pt x="5375631" y="1463666"/>
                  </a:lnTo>
                  <a:lnTo>
                    <a:pt x="5376476" y="1465863"/>
                  </a:lnTo>
                  <a:lnTo>
                    <a:pt x="5377321" y="1472884"/>
                  </a:lnTo>
                  <a:lnTo>
                    <a:pt x="5378166" y="1474640"/>
                  </a:lnTo>
                  <a:lnTo>
                    <a:pt x="5379011" y="1481151"/>
                  </a:lnTo>
                  <a:lnTo>
                    <a:pt x="5379856" y="1472754"/>
                  </a:lnTo>
                  <a:lnTo>
                    <a:pt x="5380701" y="1457018"/>
                  </a:lnTo>
                  <a:lnTo>
                    <a:pt x="5381546" y="1443771"/>
                  </a:lnTo>
                  <a:lnTo>
                    <a:pt x="5382391" y="1434305"/>
                  </a:lnTo>
                  <a:lnTo>
                    <a:pt x="5383236" y="1422840"/>
                  </a:lnTo>
                  <a:lnTo>
                    <a:pt x="5384081" y="1411823"/>
                  </a:lnTo>
                  <a:lnTo>
                    <a:pt x="5384927" y="1400801"/>
                  </a:lnTo>
                  <a:lnTo>
                    <a:pt x="5385772" y="1386262"/>
                  </a:lnTo>
                  <a:lnTo>
                    <a:pt x="5386617" y="1518765"/>
                  </a:lnTo>
                  <a:lnTo>
                    <a:pt x="5386617" y="1518765"/>
                  </a:lnTo>
                  <a:lnTo>
                    <a:pt x="5387462" y="1518765"/>
                  </a:lnTo>
                  <a:lnTo>
                    <a:pt x="5388307" y="1518765"/>
                  </a:lnTo>
                  <a:lnTo>
                    <a:pt x="5389152" y="1426523"/>
                  </a:lnTo>
                  <a:lnTo>
                    <a:pt x="5389997" y="1402745"/>
                  </a:lnTo>
                  <a:lnTo>
                    <a:pt x="5390842" y="1404022"/>
                  </a:lnTo>
                  <a:lnTo>
                    <a:pt x="5391687" y="1450100"/>
                  </a:lnTo>
                  <a:lnTo>
                    <a:pt x="5392532" y="1440539"/>
                  </a:lnTo>
                  <a:lnTo>
                    <a:pt x="5393377" y="1440139"/>
                  </a:lnTo>
                  <a:lnTo>
                    <a:pt x="5394223" y="1430069"/>
                  </a:lnTo>
                  <a:lnTo>
                    <a:pt x="5395068" y="1438926"/>
                  </a:lnTo>
                  <a:lnTo>
                    <a:pt x="5395913" y="1518765"/>
                  </a:lnTo>
                  <a:lnTo>
                    <a:pt x="5395913" y="1518765"/>
                  </a:lnTo>
                  <a:lnTo>
                    <a:pt x="5396758" y="1456560"/>
                  </a:lnTo>
                  <a:lnTo>
                    <a:pt x="5397603" y="1451311"/>
                  </a:lnTo>
                  <a:lnTo>
                    <a:pt x="5398448" y="1482469"/>
                  </a:lnTo>
                  <a:lnTo>
                    <a:pt x="5399293" y="1485345"/>
                  </a:lnTo>
                  <a:lnTo>
                    <a:pt x="5400138" y="1490606"/>
                  </a:lnTo>
                  <a:lnTo>
                    <a:pt x="5400983" y="1482503"/>
                  </a:lnTo>
                  <a:lnTo>
                    <a:pt x="5401828" y="1489237"/>
                  </a:lnTo>
                  <a:lnTo>
                    <a:pt x="5402673" y="1518765"/>
                  </a:lnTo>
                  <a:lnTo>
                    <a:pt x="5402673" y="1518765"/>
                  </a:lnTo>
                  <a:lnTo>
                    <a:pt x="5403519" y="1485378"/>
                  </a:lnTo>
                  <a:lnTo>
                    <a:pt x="5404364" y="1469214"/>
                  </a:lnTo>
                  <a:lnTo>
                    <a:pt x="5405209" y="1455032"/>
                  </a:lnTo>
                  <a:lnTo>
                    <a:pt x="5406054" y="1419758"/>
                  </a:lnTo>
                  <a:lnTo>
                    <a:pt x="5406899" y="1392837"/>
                  </a:lnTo>
                  <a:lnTo>
                    <a:pt x="5407744" y="1462904"/>
                  </a:lnTo>
                  <a:lnTo>
                    <a:pt x="5408589" y="1475554"/>
                  </a:lnTo>
                  <a:lnTo>
                    <a:pt x="5409434" y="1458769"/>
                  </a:lnTo>
                  <a:lnTo>
                    <a:pt x="5410279" y="1453228"/>
                  </a:lnTo>
                  <a:lnTo>
                    <a:pt x="5411124" y="1466061"/>
                  </a:lnTo>
                  <a:lnTo>
                    <a:pt x="5411969" y="1461696"/>
                  </a:lnTo>
                  <a:lnTo>
                    <a:pt x="5412815" y="1475568"/>
                  </a:lnTo>
                  <a:lnTo>
                    <a:pt x="5413660" y="1476671"/>
                  </a:lnTo>
                  <a:lnTo>
                    <a:pt x="5414505" y="1450960"/>
                  </a:lnTo>
                  <a:lnTo>
                    <a:pt x="5415350" y="1421263"/>
                  </a:lnTo>
                  <a:lnTo>
                    <a:pt x="5416195" y="1429570"/>
                  </a:lnTo>
                  <a:lnTo>
                    <a:pt x="5417040" y="1361677"/>
                  </a:lnTo>
                  <a:lnTo>
                    <a:pt x="5417885" y="1376795"/>
                  </a:lnTo>
                  <a:lnTo>
                    <a:pt x="5418730" y="1375200"/>
                  </a:lnTo>
                  <a:lnTo>
                    <a:pt x="5419575" y="1372208"/>
                  </a:lnTo>
                  <a:lnTo>
                    <a:pt x="5420420" y="1410980"/>
                  </a:lnTo>
                  <a:lnTo>
                    <a:pt x="5421266" y="1411613"/>
                  </a:lnTo>
                  <a:lnTo>
                    <a:pt x="5422111" y="1439732"/>
                  </a:lnTo>
                  <a:lnTo>
                    <a:pt x="5422956" y="1446327"/>
                  </a:lnTo>
                  <a:lnTo>
                    <a:pt x="5423801" y="1518765"/>
                  </a:lnTo>
                  <a:lnTo>
                    <a:pt x="5423801" y="1518765"/>
                  </a:lnTo>
                  <a:lnTo>
                    <a:pt x="5424646" y="1518765"/>
                  </a:lnTo>
                  <a:lnTo>
                    <a:pt x="5425491" y="1518765"/>
                  </a:lnTo>
                  <a:lnTo>
                    <a:pt x="5426336" y="1518765"/>
                  </a:lnTo>
                  <a:lnTo>
                    <a:pt x="5427181" y="1518765"/>
                  </a:lnTo>
                  <a:lnTo>
                    <a:pt x="5428026" y="1518765"/>
                  </a:lnTo>
                  <a:lnTo>
                    <a:pt x="5428871" y="1444613"/>
                  </a:lnTo>
                  <a:lnTo>
                    <a:pt x="5429716" y="1435826"/>
                  </a:lnTo>
                  <a:lnTo>
                    <a:pt x="5430562" y="1518765"/>
                  </a:lnTo>
                  <a:lnTo>
                    <a:pt x="5430562" y="1518765"/>
                  </a:lnTo>
                  <a:lnTo>
                    <a:pt x="5431407" y="1518765"/>
                  </a:lnTo>
                  <a:lnTo>
                    <a:pt x="5432252" y="1458912"/>
                  </a:lnTo>
                  <a:lnTo>
                    <a:pt x="5433097" y="1470241"/>
                  </a:lnTo>
                  <a:lnTo>
                    <a:pt x="5433942" y="1518765"/>
                  </a:lnTo>
                  <a:lnTo>
                    <a:pt x="5433942" y="1518765"/>
                  </a:lnTo>
                  <a:lnTo>
                    <a:pt x="5434787" y="1518765"/>
                  </a:lnTo>
                  <a:lnTo>
                    <a:pt x="5435632" y="1424899"/>
                  </a:lnTo>
                  <a:lnTo>
                    <a:pt x="5436477" y="1374766"/>
                  </a:lnTo>
                  <a:lnTo>
                    <a:pt x="5437322" y="1361560"/>
                  </a:lnTo>
                  <a:lnTo>
                    <a:pt x="5438167" y="1416078"/>
                  </a:lnTo>
                  <a:lnTo>
                    <a:pt x="5439012" y="1412407"/>
                  </a:lnTo>
                  <a:lnTo>
                    <a:pt x="5439858" y="1408575"/>
                  </a:lnTo>
                  <a:lnTo>
                    <a:pt x="5440703" y="1411083"/>
                  </a:lnTo>
                  <a:lnTo>
                    <a:pt x="5441548" y="1518765"/>
                  </a:lnTo>
                  <a:lnTo>
                    <a:pt x="5441548" y="1518765"/>
                  </a:lnTo>
                  <a:lnTo>
                    <a:pt x="5442393" y="1518765"/>
                  </a:lnTo>
                  <a:lnTo>
                    <a:pt x="5443238" y="1518765"/>
                  </a:lnTo>
                  <a:lnTo>
                    <a:pt x="5444083" y="1518765"/>
                  </a:lnTo>
                  <a:lnTo>
                    <a:pt x="5444928" y="1433611"/>
                  </a:lnTo>
                  <a:lnTo>
                    <a:pt x="5445773" y="1438625"/>
                  </a:lnTo>
                  <a:lnTo>
                    <a:pt x="5446618" y="1461148"/>
                  </a:lnTo>
                  <a:lnTo>
                    <a:pt x="5447463" y="1459705"/>
                  </a:lnTo>
                  <a:lnTo>
                    <a:pt x="5448308" y="1454592"/>
                  </a:lnTo>
                  <a:lnTo>
                    <a:pt x="5449154" y="1455684"/>
                  </a:lnTo>
                  <a:lnTo>
                    <a:pt x="5449999" y="1457547"/>
                  </a:lnTo>
                  <a:lnTo>
                    <a:pt x="5450844" y="1475732"/>
                  </a:lnTo>
                  <a:lnTo>
                    <a:pt x="5451689" y="1469952"/>
                  </a:lnTo>
                  <a:lnTo>
                    <a:pt x="5452534" y="1472133"/>
                  </a:lnTo>
                  <a:lnTo>
                    <a:pt x="5453379" y="1474459"/>
                  </a:lnTo>
                  <a:lnTo>
                    <a:pt x="5454224" y="1492732"/>
                  </a:lnTo>
                  <a:lnTo>
                    <a:pt x="5455069" y="1491817"/>
                  </a:lnTo>
                  <a:lnTo>
                    <a:pt x="5455914" y="1479775"/>
                  </a:lnTo>
                  <a:lnTo>
                    <a:pt x="5456759" y="1471251"/>
                  </a:lnTo>
                  <a:lnTo>
                    <a:pt x="5457604" y="1461069"/>
                  </a:lnTo>
                  <a:lnTo>
                    <a:pt x="5458450" y="1453482"/>
                  </a:lnTo>
                  <a:lnTo>
                    <a:pt x="5459295" y="1448028"/>
                  </a:lnTo>
                  <a:lnTo>
                    <a:pt x="5460140" y="1443865"/>
                  </a:lnTo>
                  <a:lnTo>
                    <a:pt x="5460985" y="1457155"/>
                  </a:lnTo>
                  <a:lnTo>
                    <a:pt x="5461830" y="1473456"/>
                  </a:lnTo>
                  <a:lnTo>
                    <a:pt x="5462675" y="1474935"/>
                  </a:lnTo>
                  <a:lnTo>
                    <a:pt x="5463520" y="1486162"/>
                  </a:lnTo>
                  <a:lnTo>
                    <a:pt x="5464365" y="1478245"/>
                  </a:lnTo>
                  <a:lnTo>
                    <a:pt x="5465210" y="1476160"/>
                  </a:lnTo>
                  <a:lnTo>
                    <a:pt x="5466055" y="1487528"/>
                  </a:lnTo>
                  <a:lnTo>
                    <a:pt x="5466900" y="1481904"/>
                  </a:lnTo>
                  <a:lnTo>
                    <a:pt x="5467746" y="1489400"/>
                  </a:lnTo>
                  <a:lnTo>
                    <a:pt x="5468591" y="1496386"/>
                  </a:lnTo>
                  <a:lnTo>
                    <a:pt x="5469436" y="1493959"/>
                  </a:lnTo>
                  <a:lnTo>
                    <a:pt x="5470281" y="1491975"/>
                  </a:lnTo>
                  <a:lnTo>
                    <a:pt x="5471126" y="1473664"/>
                  </a:lnTo>
                  <a:lnTo>
                    <a:pt x="5471971" y="1473018"/>
                  </a:lnTo>
                  <a:lnTo>
                    <a:pt x="5472816" y="1475677"/>
                  </a:lnTo>
                  <a:lnTo>
                    <a:pt x="5473661" y="1478436"/>
                  </a:lnTo>
                  <a:lnTo>
                    <a:pt x="5474506" y="1477905"/>
                  </a:lnTo>
                  <a:lnTo>
                    <a:pt x="5475351" y="1471265"/>
                  </a:lnTo>
                  <a:lnTo>
                    <a:pt x="5476196" y="1480170"/>
                  </a:lnTo>
                  <a:lnTo>
                    <a:pt x="5477042" y="1475140"/>
                  </a:lnTo>
                  <a:lnTo>
                    <a:pt x="5477887" y="1474228"/>
                  </a:lnTo>
                  <a:lnTo>
                    <a:pt x="5478732" y="1487992"/>
                  </a:lnTo>
                  <a:lnTo>
                    <a:pt x="5479577" y="1491578"/>
                  </a:lnTo>
                  <a:lnTo>
                    <a:pt x="5480422" y="1518765"/>
                  </a:lnTo>
                  <a:lnTo>
                    <a:pt x="5480422" y="1518765"/>
                  </a:lnTo>
                  <a:lnTo>
                    <a:pt x="5481267" y="1501069"/>
                  </a:lnTo>
                  <a:lnTo>
                    <a:pt x="5482112" y="1506060"/>
                  </a:lnTo>
                  <a:lnTo>
                    <a:pt x="5482957" y="1504501"/>
                  </a:lnTo>
                  <a:lnTo>
                    <a:pt x="5483802" y="1501872"/>
                  </a:lnTo>
                  <a:lnTo>
                    <a:pt x="5484647" y="1518765"/>
                  </a:lnTo>
                  <a:lnTo>
                    <a:pt x="5484647" y="1518765"/>
                  </a:lnTo>
                  <a:lnTo>
                    <a:pt x="5485493" y="1518765"/>
                  </a:lnTo>
                  <a:lnTo>
                    <a:pt x="5486338" y="1518765"/>
                  </a:lnTo>
                  <a:lnTo>
                    <a:pt x="5487183" y="1518765"/>
                  </a:lnTo>
                  <a:lnTo>
                    <a:pt x="5488028" y="1518765"/>
                  </a:lnTo>
                  <a:lnTo>
                    <a:pt x="5488873" y="1510455"/>
                  </a:lnTo>
                  <a:lnTo>
                    <a:pt x="5489718" y="1510537"/>
                  </a:lnTo>
                  <a:lnTo>
                    <a:pt x="5490563" y="1514361"/>
                  </a:lnTo>
                  <a:lnTo>
                    <a:pt x="5491408" y="1510064"/>
                  </a:lnTo>
                  <a:lnTo>
                    <a:pt x="5492253" y="1510654"/>
                  </a:lnTo>
                  <a:lnTo>
                    <a:pt x="5493098" y="1514813"/>
                  </a:lnTo>
                  <a:lnTo>
                    <a:pt x="5493943" y="1507518"/>
                  </a:lnTo>
                  <a:lnTo>
                    <a:pt x="5494789" y="1502314"/>
                  </a:lnTo>
                  <a:lnTo>
                    <a:pt x="5495634" y="1495084"/>
                  </a:lnTo>
                  <a:lnTo>
                    <a:pt x="5496479" y="1518765"/>
                  </a:lnTo>
                  <a:lnTo>
                    <a:pt x="5496479" y="1518765"/>
                  </a:lnTo>
                  <a:lnTo>
                    <a:pt x="5497324" y="1518765"/>
                  </a:lnTo>
                  <a:lnTo>
                    <a:pt x="5498169" y="1518765"/>
                  </a:lnTo>
                  <a:lnTo>
                    <a:pt x="5499014" y="1518765"/>
                  </a:lnTo>
                  <a:lnTo>
                    <a:pt x="5499859" y="1518765"/>
                  </a:lnTo>
                  <a:lnTo>
                    <a:pt x="5500704" y="1518765"/>
                  </a:lnTo>
                  <a:lnTo>
                    <a:pt x="5501549" y="1502284"/>
                  </a:lnTo>
                  <a:lnTo>
                    <a:pt x="5502394" y="1508486"/>
                  </a:lnTo>
                  <a:lnTo>
                    <a:pt x="5503239" y="1497135"/>
                  </a:lnTo>
                  <a:lnTo>
                    <a:pt x="5504085" y="1514448"/>
                  </a:lnTo>
                  <a:lnTo>
                    <a:pt x="5504930" y="1508952"/>
                  </a:lnTo>
                  <a:lnTo>
                    <a:pt x="5505775" y="1504954"/>
                  </a:lnTo>
                  <a:lnTo>
                    <a:pt x="5506620" y="1501063"/>
                  </a:lnTo>
                  <a:lnTo>
                    <a:pt x="5507465" y="1483466"/>
                  </a:lnTo>
                  <a:lnTo>
                    <a:pt x="5508310" y="1502560"/>
                  </a:lnTo>
                  <a:lnTo>
                    <a:pt x="5509155" y="1493116"/>
                  </a:lnTo>
                  <a:lnTo>
                    <a:pt x="5510000" y="1465841"/>
                  </a:lnTo>
                  <a:lnTo>
                    <a:pt x="5510845" y="1459686"/>
                  </a:lnTo>
                  <a:lnTo>
                    <a:pt x="5511690" y="1449775"/>
                  </a:lnTo>
                  <a:lnTo>
                    <a:pt x="5512535" y="1489232"/>
                  </a:lnTo>
                  <a:lnTo>
                    <a:pt x="5513381" y="1493493"/>
                  </a:lnTo>
                  <a:lnTo>
                    <a:pt x="5514226" y="1484194"/>
                  </a:lnTo>
                  <a:lnTo>
                    <a:pt x="5515071" y="1497819"/>
                  </a:lnTo>
                  <a:lnTo>
                    <a:pt x="5515916" y="1518765"/>
                  </a:lnTo>
                  <a:lnTo>
                    <a:pt x="5515916" y="1518765"/>
                  </a:lnTo>
                  <a:lnTo>
                    <a:pt x="5516761" y="1497008"/>
                  </a:lnTo>
                  <a:lnTo>
                    <a:pt x="5517606" y="1488870"/>
                  </a:lnTo>
                  <a:lnTo>
                    <a:pt x="5518451" y="1489160"/>
                  </a:lnTo>
                  <a:lnTo>
                    <a:pt x="5519296" y="1486682"/>
                  </a:lnTo>
                  <a:lnTo>
                    <a:pt x="5520141" y="1493264"/>
                  </a:lnTo>
                  <a:lnTo>
                    <a:pt x="5520986" y="1500871"/>
                  </a:lnTo>
                  <a:lnTo>
                    <a:pt x="5521831" y="1502449"/>
                  </a:lnTo>
                  <a:lnTo>
                    <a:pt x="5522677" y="1503182"/>
                  </a:lnTo>
                  <a:lnTo>
                    <a:pt x="5523522" y="1499192"/>
                  </a:lnTo>
                  <a:lnTo>
                    <a:pt x="5524367" y="1501090"/>
                  </a:lnTo>
                  <a:lnTo>
                    <a:pt x="5525212" y="1492085"/>
                  </a:lnTo>
                  <a:lnTo>
                    <a:pt x="5526057" y="1487975"/>
                  </a:lnTo>
                  <a:lnTo>
                    <a:pt x="5526902" y="1469173"/>
                  </a:lnTo>
                  <a:lnTo>
                    <a:pt x="5527747" y="1463549"/>
                  </a:lnTo>
                  <a:lnTo>
                    <a:pt x="5528592" y="1518765"/>
                  </a:lnTo>
                  <a:lnTo>
                    <a:pt x="5528592" y="1518765"/>
                  </a:lnTo>
                  <a:lnTo>
                    <a:pt x="5529437" y="1518765"/>
                  </a:lnTo>
                  <a:lnTo>
                    <a:pt x="5530282" y="1491012"/>
                  </a:lnTo>
                  <a:lnTo>
                    <a:pt x="5531127" y="1488538"/>
                  </a:lnTo>
                  <a:lnTo>
                    <a:pt x="5531973" y="1493676"/>
                  </a:lnTo>
                  <a:lnTo>
                    <a:pt x="5532818" y="1476403"/>
                  </a:lnTo>
                  <a:lnTo>
                    <a:pt x="5533663" y="1480289"/>
                  </a:lnTo>
                  <a:lnTo>
                    <a:pt x="5534508" y="1462038"/>
                  </a:lnTo>
                  <a:lnTo>
                    <a:pt x="5535353" y="1425004"/>
                  </a:lnTo>
                  <a:lnTo>
                    <a:pt x="5536198" y="1440268"/>
                  </a:lnTo>
                  <a:lnTo>
                    <a:pt x="5537043" y="1441365"/>
                  </a:lnTo>
                  <a:lnTo>
                    <a:pt x="5537888" y="1435617"/>
                  </a:lnTo>
                  <a:lnTo>
                    <a:pt x="5538733" y="1435035"/>
                  </a:lnTo>
                  <a:lnTo>
                    <a:pt x="5539578" y="1429924"/>
                  </a:lnTo>
                  <a:lnTo>
                    <a:pt x="5540423" y="1518765"/>
                  </a:lnTo>
                  <a:lnTo>
                    <a:pt x="5540423" y="1518765"/>
                  </a:lnTo>
                  <a:lnTo>
                    <a:pt x="5541269" y="1518765"/>
                  </a:lnTo>
                  <a:lnTo>
                    <a:pt x="5542114" y="1458960"/>
                  </a:lnTo>
                  <a:lnTo>
                    <a:pt x="5542959" y="1476465"/>
                  </a:lnTo>
                  <a:lnTo>
                    <a:pt x="5543804" y="1475649"/>
                  </a:lnTo>
                  <a:lnTo>
                    <a:pt x="5544649" y="1502236"/>
                  </a:lnTo>
                  <a:lnTo>
                    <a:pt x="5545494" y="1489793"/>
                  </a:lnTo>
                  <a:lnTo>
                    <a:pt x="5546339" y="1518765"/>
                  </a:lnTo>
                  <a:lnTo>
                    <a:pt x="5546339" y="1518765"/>
                  </a:lnTo>
                  <a:lnTo>
                    <a:pt x="5547184" y="1507081"/>
                  </a:lnTo>
                  <a:lnTo>
                    <a:pt x="5548029" y="1495087"/>
                  </a:lnTo>
                  <a:lnTo>
                    <a:pt x="5548874" y="1513813"/>
                  </a:lnTo>
                  <a:lnTo>
                    <a:pt x="5549720" y="1508766"/>
                  </a:lnTo>
                  <a:lnTo>
                    <a:pt x="5550565" y="1506808"/>
                  </a:lnTo>
                  <a:lnTo>
                    <a:pt x="5551410" y="1503712"/>
                  </a:lnTo>
                  <a:lnTo>
                    <a:pt x="5552255" y="1493596"/>
                  </a:lnTo>
                  <a:lnTo>
                    <a:pt x="5553100" y="1494397"/>
                  </a:lnTo>
                  <a:lnTo>
                    <a:pt x="5553945" y="1481975"/>
                  </a:lnTo>
                  <a:lnTo>
                    <a:pt x="5554790" y="1474638"/>
                  </a:lnTo>
                  <a:lnTo>
                    <a:pt x="5555635" y="1465973"/>
                  </a:lnTo>
                  <a:lnTo>
                    <a:pt x="5556480" y="1458812"/>
                  </a:lnTo>
                  <a:lnTo>
                    <a:pt x="5557325" y="1518765"/>
                  </a:lnTo>
                  <a:lnTo>
                    <a:pt x="5557325" y="1518765"/>
                  </a:lnTo>
                  <a:lnTo>
                    <a:pt x="5558170" y="1518765"/>
                  </a:lnTo>
                  <a:lnTo>
                    <a:pt x="5559016" y="1473582"/>
                  </a:lnTo>
                  <a:lnTo>
                    <a:pt x="5559861" y="1479156"/>
                  </a:lnTo>
                  <a:lnTo>
                    <a:pt x="5560706" y="1476799"/>
                  </a:lnTo>
                  <a:lnTo>
                    <a:pt x="5561551" y="1467240"/>
                  </a:lnTo>
                  <a:lnTo>
                    <a:pt x="5562396" y="1467337"/>
                  </a:lnTo>
                  <a:lnTo>
                    <a:pt x="5563241" y="1430576"/>
                  </a:lnTo>
                  <a:lnTo>
                    <a:pt x="5564086" y="1370523"/>
                  </a:lnTo>
                  <a:lnTo>
                    <a:pt x="5564931" y="1403494"/>
                  </a:lnTo>
                  <a:lnTo>
                    <a:pt x="5565776" y="1455327"/>
                  </a:lnTo>
                  <a:lnTo>
                    <a:pt x="5566621" y="1471670"/>
                  </a:lnTo>
                  <a:lnTo>
                    <a:pt x="5567466" y="1437473"/>
                  </a:lnTo>
                  <a:lnTo>
                    <a:pt x="5568312" y="1518765"/>
                  </a:lnTo>
                  <a:lnTo>
                    <a:pt x="5568312" y="1518765"/>
                  </a:lnTo>
                  <a:lnTo>
                    <a:pt x="5569157" y="1518765"/>
                  </a:lnTo>
                  <a:lnTo>
                    <a:pt x="5570002" y="1518765"/>
                  </a:lnTo>
                  <a:lnTo>
                    <a:pt x="5570847" y="1451893"/>
                  </a:lnTo>
                  <a:lnTo>
                    <a:pt x="5571692" y="1434299"/>
                  </a:lnTo>
                  <a:lnTo>
                    <a:pt x="5572537" y="1442678"/>
                  </a:lnTo>
                  <a:lnTo>
                    <a:pt x="5573382" y="1463504"/>
                  </a:lnTo>
                  <a:lnTo>
                    <a:pt x="5574227" y="1472110"/>
                  </a:lnTo>
                  <a:lnTo>
                    <a:pt x="5575072" y="1445386"/>
                  </a:lnTo>
                  <a:lnTo>
                    <a:pt x="5575917" y="1467221"/>
                  </a:lnTo>
                  <a:lnTo>
                    <a:pt x="5576762" y="1474561"/>
                  </a:lnTo>
                  <a:lnTo>
                    <a:pt x="5577608" y="1462620"/>
                  </a:lnTo>
                  <a:lnTo>
                    <a:pt x="5578453" y="1442644"/>
                  </a:lnTo>
                  <a:lnTo>
                    <a:pt x="5579298" y="1456751"/>
                  </a:lnTo>
                  <a:lnTo>
                    <a:pt x="5580143" y="1452634"/>
                  </a:lnTo>
                  <a:lnTo>
                    <a:pt x="5580988" y="1454463"/>
                  </a:lnTo>
                  <a:lnTo>
                    <a:pt x="5581833" y="1518765"/>
                  </a:lnTo>
                  <a:lnTo>
                    <a:pt x="5581833" y="1518765"/>
                  </a:lnTo>
                  <a:lnTo>
                    <a:pt x="5582678" y="1458229"/>
                  </a:lnTo>
                  <a:lnTo>
                    <a:pt x="5583523" y="1477770"/>
                  </a:lnTo>
                  <a:lnTo>
                    <a:pt x="5584368" y="1472571"/>
                  </a:lnTo>
                  <a:lnTo>
                    <a:pt x="5585213" y="1464076"/>
                  </a:lnTo>
                  <a:lnTo>
                    <a:pt x="5586058" y="1485443"/>
                  </a:lnTo>
                  <a:lnTo>
                    <a:pt x="5586904" y="1490456"/>
                  </a:lnTo>
                  <a:lnTo>
                    <a:pt x="5587749" y="1497880"/>
                  </a:lnTo>
                  <a:lnTo>
                    <a:pt x="5588594" y="1489889"/>
                  </a:lnTo>
                  <a:lnTo>
                    <a:pt x="5589439" y="1492566"/>
                  </a:lnTo>
                  <a:lnTo>
                    <a:pt x="5590284" y="1490399"/>
                  </a:lnTo>
                  <a:lnTo>
                    <a:pt x="5591129" y="1470942"/>
                  </a:lnTo>
                  <a:lnTo>
                    <a:pt x="5591974" y="1462873"/>
                  </a:lnTo>
                  <a:lnTo>
                    <a:pt x="5592819" y="1451088"/>
                  </a:lnTo>
                  <a:lnTo>
                    <a:pt x="5593664" y="1518765"/>
                  </a:lnTo>
                  <a:lnTo>
                    <a:pt x="5593664" y="1518765"/>
                  </a:lnTo>
                  <a:lnTo>
                    <a:pt x="5594509" y="1518765"/>
                  </a:lnTo>
                  <a:lnTo>
                    <a:pt x="5595354" y="1518765"/>
                  </a:lnTo>
                  <a:lnTo>
                    <a:pt x="5596200" y="1450352"/>
                  </a:lnTo>
                  <a:lnTo>
                    <a:pt x="5597045" y="1454789"/>
                  </a:lnTo>
                  <a:lnTo>
                    <a:pt x="5597890" y="1458786"/>
                  </a:lnTo>
                  <a:lnTo>
                    <a:pt x="5598735" y="1455689"/>
                  </a:lnTo>
                  <a:lnTo>
                    <a:pt x="5599580" y="1479316"/>
                  </a:lnTo>
                  <a:lnTo>
                    <a:pt x="5600425" y="1489122"/>
                  </a:lnTo>
                  <a:lnTo>
                    <a:pt x="5601270" y="1483778"/>
                  </a:lnTo>
                  <a:lnTo>
                    <a:pt x="5602115" y="1482805"/>
                  </a:lnTo>
                  <a:lnTo>
                    <a:pt x="5602960" y="1474646"/>
                  </a:lnTo>
                  <a:lnTo>
                    <a:pt x="5603805" y="1477016"/>
                  </a:lnTo>
                  <a:lnTo>
                    <a:pt x="5604650" y="1491596"/>
                  </a:lnTo>
                  <a:lnTo>
                    <a:pt x="5605496" y="1481141"/>
                  </a:lnTo>
                  <a:lnTo>
                    <a:pt x="5606341" y="1483867"/>
                  </a:lnTo>
                  <a:lnTo>
                    <a:pt x="5607186" y="1476285"/>
                  </a:lnTo>
                  <a:lnTo>
                    <a:pt x="5608031" y="1483578"/>
                  </a:lnTo>
                  <a:lnTo>
                    <a:pt x="5608876" y="1518765"/>
                  </a:lnTo>
                  <a:lnTo>
                    <a:pt x="5608876" y="1518765"/>
                  </a:lnTo>
                  <a:lnTo>
                    <a:pt x="5609721" y="1518765"/>
                  </a:lnTo>
                  <a:lnTo>
                    <a:pt x="5610566" y="1491794"/>
                  </a:lnTo>
                  <a:lnTo>
                    <a:pt x="5611411" y="1493651"/>
                  </a:lnTo>
                  <a:lnTo>
                    <a:pt x="5612256" y="1518765"/>
                  </a:lnTo>
                  <a:lnTo>
                    <a:pt x="5612256" y="1518765"/>
                  </a:lnTo>
                  <a:lnTo>
                    <a:pt x="5613101" y="1518765"/>
                  </a:lnTo>
                  <a:lnTo>
                    <a:pt x="5613947" y="1518765"/>
                  </a:lnTo>
                  <a:lnTo>
                    <a:pt x="5614792" y="1518765"/>
                  </a:lnTo>
                  <a:lnTo>
                    <a:pt x="5615637" y="1499920"/>
                  </a:lnTo>
                  <a:lnTo>
                    <a:pt x="5616482" y="1487226"/>
                  </a:lnTo>
                  <a:lnTo>
                    <a:pt x="5617327" y="1518765"/>
                  </a:lnTo>
                  <a:lnTo>
                    <a:pt x="5617327" y="1518765"/>
                  </a:lnTo>
                  <a:lnTo>
                    <a:pt x="5618172" y="1474140"/>
                  </a:lnTo>
                  <a:lnTo>
                    <a:pt x="5619017" y="1493578"/>
                  </a:lnTo>
                  <a:lnTo>
                    <a:pt x="5619862" y="1493453"/>
                  </a:lnTo>
                  <a:lnTo>
                    <a:pt x="5620707" y="1518765"/>
                  </a:lnTo>
                  <a:lnTo>
                    <a:pt x="5620707" y="1518765"/>
                  </a:lnTo>
                  <a:lnTo>
                    <a:pt x="5621552" y="1518765"/>
                  </a:lnTo>
                  <a:lnTo>
                    <a:pt x="5622397" y="1518765"/>
                  </a:lnTo>
                  <a:lnTo>
                    <a:pt x="5623243" y="1518765"/>
                  </a:lnTo>
                  <a:lnTo>
                    <a:pt x="5624088" y="1518765"/>
                  </a:lnTo>
                  <a:lnTo>
                    <a:pt x="5624933" y="1518765"/>
                  </a:lnTo>
                  <a:lnTo>
                    <a:pt x="5625778" y="1518765"/>
                  </a:lnTo>
                  <a:lnTo>
                    <a:pt x="5626623" y="1518765"/>
                  </a:lnTo>
                  <a:lnTo>
                    <a:pt x="5627468" y="1518765"/>
                  </a:lnTo>
                  <a:lnTo>
                    <a:pt x="5628313" y="1518765"/>
                  </a:lnTo>
                  <a:lnTo>
                    <a:pt x="5629158" y="1518765"/>
                  </a:lnTo>
                  <a:lnTo>
                    <a:pt x="5630003" y="1518765"/>
                  </a:lnTo>
                  <a:lnTo>
                    <a:pt x="5630848" y="1518765"/>
                  </a:lnTo>
                  <a:lnTo>
                    <a:pt x="5631693" y="1518765"/>
                  </a:lnTo>
                  <a:lnTo>
                    <a:pt x="5632539" y="1518765"/>
                  </a:lnTo>
                  <a:lnTo>
                    <a:pt x="5633384" y="1518765"/>
                  </a:lnTo>
                  <a:lnTo>
                    <a:pt x="5634229" y="1518765"/>
                  </a:lnTo>
                  <a:lnTo>
                    <a:pt x="5635074" y="1518765"/>
                  </a:lnTo>
                  <a:lnTo>
                    <a:pt x="5635919" y="1518765"/>
                  </a:lnTo>
                  <a:lnTo>
                    <a:pt x="5636764" y="1518765"/>
                  </a:lnTo>
                  <a:lnTo>
                    <a:pt x="5637609" y="1518765"/>
                  </a:lnTo>
                  <a:lnTo>
                    <a:pt x="5638454" y="1518765"/>
                  </a:lnTo>
                  <a:lnTo>
                    <a:pt x="5639299" y="1518765"/>
                  </a:lnTo>
                  <a:lnTo>
                    <a:pt x="5640144" y="1518765"/>
                  </a:lnTo>
                  <a:lnTo>
                    <a:pt x="5640989" y="1518765"/>
                  </a:lnTo>
                  <a:lnTo>
                    <a:pt x="5641835" y="1518765"/>
                  </a:lnTo>
                  <a:lnTo>
                    <a:pt x="5642680" y="1518765"/>
                  </a:lnTo>
                  <a:lnTo>
                    <a:pt x="5643525" y="1518765"/>
                  </a:lnTo>
                  <a:lnTo>
                    <a:pt x="5644370" y="1518765"/>
                  </a:lnTo>
                  <a:lnTo>
                    <a:pt x="5645215" y="1518765"/>
                  </a:lnTo>
                  <a:lnTo>
                    <a:pt x="5646060" y="1518765"/>
                  </a:lnTo>
                  <a:lnTo>
                    <a:pt x="5646905" y="1518765"/>
                  </a:lnTo>
                  <a:lnTo>
                    <a:pt x="5647750" y="1440918"/>
                  </a:lnTo>
                  <a:lnTo>
                    <a:pt x="5648595" y="1518765"/>
                  </a:lnTo>
                  <a:lnTo>
                    <a:pt x="5648595" y="1518765"/>
                  </a:lnTo>
                  <a:lnTo>
                    <a:pt x="5649440" y="1518765"/>
                  </a:lnTo>
                  <a:lnTo>
                    <a:pt x="5650285" y="1518765"/>
                  </a:lnTo>
                  <a:lnTo>
                    <a:pt x="5651131" y="1518765"/>
                  </a:lnTo>
                  <a:lnTo>
                    <a:pt x="5651976" y="1518765"/>
                  </a:lnTo>
                  <a:lnTo>
                    <a:pt x="5652821" y="1518765"/>
                  </a:lnTo>
                  <a:lnTo>
                    <a:pt x="5653666" y="1518765"/>
                  </a:lnTo>
                  <a:lnTo>
                    <a:pt x="5654511" y="1518765"/>
                  </a:lnTo>
                  <a:lnTo>
                    <a:pt x="5655356" y="1518765"/>
                  </a:lnTo>
                  <a:lnTo>
                    <a:pt x="5656201" y="1518765"/>
                  </a:lnTo>
                  <a:lnTo>
                    <a:pt x="5657046" y="1518765"/>
                  </a:lnTo>
                  <a:lnTo>
                    <a:pt x="5657891" y="1518765"/>
                  </a:lnTo>
                  <a:lnTo>
                    <a:pt x="5658736" y="1518765"/>
                  </a:lnTo>
                  <a:lnTo>
                    <a:pt x="5659581" y="1487150"/>
                  </a:lnTo>
                  <a:lnTo>
                    <a:pt x="5660427" y="1518765"/>
                  </a:lnTo>
                  <a:lnTo>
                    <a:pt x="5660427" y="1518765"/>
                  </a:lnTo>
                  <a:lnTo>
                    <a:pt x="5661272" y="1518765"/>
                  </a:lnTo>
                  <a:lnTo>
                    <a:pt x="5662117" y="1518765"/>
                  </a:lnTo>
                  <a:lnTo>
                    <a:pt x="5662962" y="1518765"/>
                  </a:lnTo>
                  <a:lnTo>
                    <a:pt x="5663807" y="1487971"/>
                  </a:lnTo>
                  <a:lnTo>
                    <a:pt x="5664652" y="1518765"/>
                  </a:lnTo>
                  <a:lnTo>
                    <a:pt x="5664652" y="1518765"/>
                  </a:lnTo>
                  <a:lnTo>
                    <a:pt x="5665497" y="1518765"/>
                  </a:lnTo>
                  <a:lnTo>
                    <a:pt x="5666342" y="1518765"/>
                  </a:lnTo>
                  <a:lnTo>
                    <a:pt x="5667187" y="1487429"/>
                  </a:lnTo>
                  <a:lnTo>
                    <a:pt x="5668032" y="1476674"/>
                  </a:lnTo>
                  <a:lnTo>
                    <a:pt x="5668877" y="1483680"/>
                  </a:lnTo>
                  <a:lnTo>
                    <a:pt x="5669723" y="1480326"/>
                  </a:lnTo>
                  <a:lnTo>
                    <a:pt x="5670568" y="1482388"/>
                  </a:lnTo>
                  <a:lnTo>
                    <a:pt x="5671413" y="1463264"/>
                  </a:lnTo>
                  <a:lnTo>
                    <a:pt x="5672258" y="1453183"/>
                  </a:lnTo>
                  <a:lnTo>
                    <a:pt x="5673103" y="1462427"/>
                  </a:lnTo>
                  <a:lnTo>
                    <a:pt x="5673948" y="1455176"/>
                  </a:lnTo>
                  <a:lnTo>
                    <a:pt x="5674793" y="1455335"/>
                  </a:lnTo>
                  <a:lnTo>
                    <a:pt x="5675638" y="1428644"/>
                  </a:lnTo>
                  <a:lnTo>
                    <a:pt x="5676483" y="1421988"/>
                  </a:lnTo>
                  <a:lnTo>
                    <a:pt x="5677328" y="1397886"/>
                  </a:lnTo>
                  <a:lnTo>
                    <a:pt x="5678174" y="1359751"/>
                  </a:lnTo>
                  <a:lnTo>
                    <a:pt x="5679019" y="1351564"/>
                  </a:lnTo>
                  <a:lnTo>
                    <a:pt x="5679864" y="1358457"/>
                  </a:lnTo>
                  <a:lnTo>
                    <a:pt x="5680709" y="1518765"/>
                  </a:lnTo>
                  <a:lnTo>
                    <a:pt x="5680709" y="1518765"/>
                  </a:lnTo>
                  <a:lnTo>
                    <a:pt x="5681554" y="1518765"/>
                  </a:lnTo>
                  <a:lnTo>
                    <a:pt x="5682399" y="1341226"/>
                  </a:lnTo>
                  <a:lnTo>
                    <a:pt x="5683244" y="1365317"/>
                  </a:lnTo>
                  <a:lnTo>
                    <a:pt x="5684089" y="1394990"/>
                  </a:lnTo>
                  <a:lnTo>
                    <a:pt x="5684934" y="1425005"/>
                  </a:lnTo>
                  <a:lnTo>
                    <a:pt x="5685779" y="1389110"/>
                  </a:lnTo>
                  <a:lnTo>
                    <a:pt x="5686624" y="1395847"/>
                  </a:lnTo>
                  <a:lnTo>
                    <a:pt x="5687470" y="1403571"/>
                  </a:lnTo>
                  <a:lnTo>
                    <a:pt x="5688315" y="1426538"/>
                  </a:lnTo>
                  <a:lnTo>
                    <a:pt x="5689160" y="1414210"/>
                  </a:lnTo>
                  <a:lnTo>
                    <a:pt x="5690005" y="1416899"/>
                  </a:lnTo>
                  <a:lnTo>
                    <a:pt x="5690850" y="1407410"/>
                  </a:lnTo>
                  <a:lnTo>
                    <a:pt x="5691695" y="1428773"/>
                  </a:lnTo>
                  <a:lnTo>
                    <a:pt x="5692540" y="1449911"/>
                  </a:lnTo>
                  <a:lnTo>
                    <a:pt x="5693385" y="1430166"/>
                  </a:lnTo>
                  <a:lnTo>
                    <a:pt x="5694230" y="1392721"/>
                  </a:lnTo>
                  <a:lnTo>
                    <a:pt x="5695075" y="1358086"/>
                  </a:lnTo>
                  <a:lnTo>
                    <a:pt x="5695920" y="1392583"/>
                  </a:lnTo>
                  <a:lnTo>
                    <a:pt x="5696766" y="1412606"/>
                  </a:lnTo>
                  <a:lnTo>
                    <a:pt x="5697611" y="1408601"/>
                  </a:lnTo>
                  <a:lnTo>
                    <a:pt x="5698456" y="1453609"/>
                  </a:lnTo>
                  <a:lnTo>
                    <a:pt x="5699301" y="1471111"/>
                  </a:lnTo>
                  <a:lnTo>
                    <a:pt x="5700146" y="1471389"/>
                  </a:lnTo>
                  <a:lnTo>
                    <a:pt x="5700991" y="1488391"/>
                  </a:lnTo>
                  <a:lnTo>
                    <a:pt x="5701836" y="1476113"/>
                  </a:lnTo>
                  <a:lnTo>
                    <a:pt x="5702681" y="1480707"/>
                  </a:lnTo>
                  <a:lnTo>
                    <a:pt x="5703526" y="1489679"/>
                  </a:lnTo>
                  <a:lnTo>
                    <a:pt x="5704371" y="1497524"/>
                  </a:lnTo>
                  <a:lnTo>
                    <a:pt x="5705216" y="1499938"/>
                  </a:lnTo>
                  <a:lnTo>
                    <a:pt x="5706062" y="1507887"/>
                  </a:lnTo>
                  <a:lnTo>
                    <a:pt x="5706907" y="1504702"/>
                  </a:lnTo>
                  <a:lnTo>
                    <a:pt x="5707752" y="1503247"/>
                  </a:lnTo>
                  <a:lnTo>
                    <a:pt x="5708597" y="1518765"/>
                  </a:lnTo>
                  <a:lnTo>
                    <a:pt x="5708597" y="1518765"/>
                  </a:lnTo>
                  <a:lnTo>
                    <a:pt x="5709442" y="1518765"/>
                  </a:lnTo>
                  <a:lnTo>
                    <a:pt x="5710287" y="1477452"/>
                  </a:lnTo>
                  <a:lnTo>
                    <a:pt x="5711132" y="1474658"/>
                  </a:lnTo>
                  <a:lnTo>
                    <a:pt x="5711977" y="1518765"/>
                  </a:lnTo>
                  <a:lnTo>
                    <a:pt x="5711977" y="1518765"/>
                  </a:lnTo>
                  <a:lnTo>
                    <a:pt x="5712822" y="1470670"/>
                  </a:lnTo>
                  <a:lnTo>
                    <a:pt x="5713667" y="1471101"/>
                  </a:lnTo>
                  <a:lnTo>
                    <a:pt x="5714512" y="1470014"/>
                  </a:lnTo>
                  <a:lnTo>
                    <a:pt x="5715358" y="1469425"/>
                  </a:lnTo>
                  <a:lnTo>
                    <a:pt x="5716203" y="1452946"/>
                  </a:lnTo>
                  <a:lnTo>
                    <a:pt x="5717048" y="1441780"/>
                  </a:lnTo>
                  <a:lnTo>
                    <a:pt x="5717893" y="1450738"/>
                  </a:lnTo>
                  <a:lnTo>
                    <a:pt x="5718738" y="1455567"/>
                  </a:lnTo>
                  <a:lnTo>
                    <a:pt x="5719583" y="1458529"/>
                  </a:lnTo>
                  <a:lnTo>
                    <a:pt x="5720428" y="1462801"/>
                  </a:lnTo>
                  <a:lnTo>
                    <a:pt x="5721273" y="1518765"/>
                  </a:lnTo>
                  <a:lnTo>
                    <a:pt x="5721273" y="1518765"/>
                  </a:lnTo>
                  <a:lnTo>
                    <a:pt x="5722118" y="1464370"/>
                  </a:lnTo>
                  <a:lnTo>
                    <a:pt x="5722963" y="1479127"/>
                  </a:lnTo>
                  <a:lnTo>
                    <a:pt x="5723808" y="1492802"/>
                  </a:lnTo>
                  <a:lnTo>
                    <a:pt x="5724654" y="1500284"/>
                  </a:lnTo>
                  <a:lnTo>
                    <a:pt x="5725499" y="1506121"/>
                  </a:lnTo>
                  <a:lnTo>
                    <a:pt x="5726344" y="1509202"/>
                  </a:lnTo>
                  <a:lnTo>
                    <a:pt x="5727189" y="1491981"/>
                  </a:lnTo>
                  <a:lnTo>
                    <a:pt x="5728034" y="1500092"/>
                  </a:lnTo>
                  <a:lnTo>
                    <a:pt x="5728879" y="1518765"/>
                  </a:lnTo>
                  <a:lnTo>
                    <a:pt x="5728879" y="1518765"/>
                  </a:lnTo>
                  <a:lnTo>
                    <a:pt x="5729724" y="1518765"/>
                  </a:lnTo>
                  <a:lnTo>
                    <a:pt x="5730569" y="1518765"/>
                  </a:lnTo>
                  <a:lnTo>
                    <a:pt x="5731414" y="1518765"/>
                  </a:lnTo>
                  <a:lnTo>
                    <a:pt x="5732259" y="1518765"/>
                  </a:lnTo>
                  <a:lnTo>
                    <a:pt x="5733104" y="1518765"/>
                  </a:lnTo>
                  <a:lnTo>
                    <a:pt x="5733950" y="1518765"/>
                  </a:lnTo>
                  <a:lnTo>
                    <a:pt x="5734795" y="1518765"/>
                  </a:lnTo>
                  <a:lnTo>
                    <a:pt x="5735640" y="1518765"/>
                  </a:lnTo>
                  <a:lnTo>
                    <a:pt x="5736485" y="1518765"/>
                  </a:lnTo>
                  <a:lnTo>
                    <a:pt x="5737330" y="1518765"/>
                  </a:lnTo>
                  <a:lnTo>
                    <a:pt x="5738175" y="1518765"/>
                  </a:lnTo>
                  <a:lnTo>
                    <a:pt x="5739020" y="1464449"/>
                  </a:lnTo>
                  <a:lnTo>
                    <a:pt x="5739865" y="1430633"/>
                  </a:lnTo>
                  <a:lnTo>
                    <a:pt x="5740710" y="1477412"/>
                  </a:lnTo>
                  <a:lnTo>
                    <a:pt x="5741555" y="1518765"/>
                  </a:lnTo>
                  <a:lnTo>
                    <a:pt x="5741555" y="1518765"/>
                  </a:lnTo>
                  <a:lnTo>
                    <a:pt x="5742401" y="1518765"/>
                  </a:lnTo>
                  <a:lnTo>
                    <a:pt x="5743246" y="1518765"/>
                  </a:lnTo>
                  <a:lnTo>
                    <a:pt x="5744091" y="1518765"/>
                  </a:lnTo>
                  <a:lnTo>
                    <a:pt x="5744936" y="1486417"/>
                  </a:lnTo>
                  <a:lnTo>
                    <a:pt x="5745781" y="1518765"/>
                  </a:lnTo>
                  <a:lnTo>
                    <a:pt x="5745781" y="1518765"/>
                  </a:lnTo>
                  <a:lnTo>
                    <a:pt x="5746626" y="1493421"/>
                  </a:lnTo>
                  <a:lnTo>
                    <a:pt x="5747471" y="1489383"/>
                  </a:lnTo>
                  <a:lnTo>
                    <a:pt x="5748316" y="1479123"/>
                  </a:lnTo>
                  <a:lnTo>
                    <a:pt x="5749161" y="1496012"/>
                  </a:lnTo>
                  <a:lnTo>
                    <a:pt x="5750006" y="1474937"/>
                  </a:lnTo>
                  <a:lnTo>
                    <a:pt x="5750851" y="1496694"/>
                  </a:lnTo>
                  <a:lnTo>
                    <a:pt x="5751697" y="1494402"/>
                  </a:lnTo>
                  <a:lnTo>
                    <a:pt x="5752542" y="1487285"/>
                  </a:lnTo>
                  <a:lnTo>
                    <a:pt x="5753387" y="1505108"/>
                  </a:lnTo>
                  <a:lnTo>
                    <a:pt x="5754232" y="1518765"/>
                  </a:lnTo>
                  <a:lnTo>
                    <a:pt x="5754232" y="1518765"/>
                  </a:lnTo>
                  <a:lnTo>
                    <a:pt x="5755077" y="1518765"/>
                  </a:lnTo>
                  <a:lnTo>
                    <a:pt x="5755922" y="1518765"/>
                  </a:lnTo>
                  <a:lnTo>
                    <a:pt x="5756767" y="1518765"/>
                  </a:lnTo>
                  <a:lnTo>
                    <a:pt x="5757612" y="1518765"/>
                  </a:lnTo>
                  <a:lnTo>
                    <a:pt x="5758457" y="1518765"/>
                  </a:lnTo>
                  <a:lnTo>
                    <a:pt x="5759302" y="1518765"/>
                  </a:lnTo>
                  <a:lnTo>
                    <a:pt x="5760147" y="1518765"/>
                  </a:lnTo>
                  <a:lnTo>
                    <a:pt x="5760993" y="1447240"/>
                  </a:lnTo>
                  <a:lnTo>
                    <a:pt x="5761838" y="1470817"/>
                  </a:lnTo>
                  <a:lnTo>
                    <a:pt x="5762683" y="1463458"/>
                  </a:lnTo>
                  <a:lnTo>
                    <a:pt x="5763528" y="1484524"/>
                  </a:lnTo>
                  <a:lnTo>
                    <a:pt x="5764373" y="1488974"/>
                  </a:lnTo>
                  <a:lnTo>
                    <a:pt x="5765218" y="1490520"/>
                  </a:lnTo>
                  <a:lnTo>
                    <a:pt x="5766063" y="1518765"/>
                  </a:lnTo>
                  <a:lnTo>
                    <a:pt x="5766063" y="1518765"/>
                  </a:lnTo>
                  <a:lnTo>
                    <a:pt x="5766908" y="1518765"/>
                  </a:lnTo>
                  <a:lnTo>
                    <a:pt x="5767753" y="1493622"/>
                  </a:lnTo>
                  <a:lnTo>
                    <a:pt x="5768598" y="1490681"/>
                  </a:lnTo>
                  <a:lnTo>
                    <a:pt x="5769443" y="1481955"/>
                  </a:lnTo>
                  <a:lnTo>
                    <a:pt x="5770289" y="1465285"/>
                  </a:lnTo>
                  <a:lnTo>
                    <a:pt x="5771134" y="1446158"/>
                  </a:lnTo>
                  <a:lnTo>
                    <a:pt x="5771979" y="1435910"/>
                  </a:lnTo>
                  <a:lnTo>
                    <a:pt x="5772824" y="1440216"/>
                  </a:lnTo>
                  <a:lnTo>
                    <a:pt x="5773669" y="1436060"/>
                  </a:lnTo>
                  <a:lnTo>
                    <a:pt x="5774514" y="1444727"/>
                  </a:lnTo>
                  <a:lnTo>
                    <a:pt x="5775359" y="1518765"/>
                  </a:lnTo>
                  <a:lnTo>
                    <a:pt x="5775359" y="1518765"/>
                  </a:lnTo>
                  <a:lnTo>
                    <a:pt x="5776204" y="1518765"/>
                  </a:lnTo>
                  <a:lnTo>
                    <a:pt x="5777049" y="1477774"/>
                  </a:lnTo>
                  <a:lnTo>
                    <a:pt x="5777894" y="1464492"/>
                  </a:lnTo>
                  <a:lnTo>
                    <a:pt x="5778739" y="1454649"/>
                  </a:lnTo>
                  <a:lnTo>
                    <a:pt x="5779585" y="1454892"/>
                  </a:lnTo>
                  <a:lnTo>
                    <a:pt x="5780430" y="1447558"/>
                  </a:lnTo>
                  <a:lnTo>
                    <a:pt x="5781275" y="1432600"/>
                  </a:lnTo>
                  <a:lnTo>
                    <a:pt x="5782120" y="1442217"/>
                  </a:lnTo>
                  <a:lnTo>
                    <a:pt x="5782965" y="1454147"/>
                  </a:lnTo>
                  <a:lnTo>
                    <a:pt x="5783810" y="1471534"/>
                  </a:lnTo>
                  <a:lnTo>
                    <a:pt x="5784655" y="1454979"/>
                  </a:lnTo>
                  <a:lnTo>
                    <a:pt x="5785500" y="1446656"/>
                  </a:lnTo>
                  <a:lnTo>
                    <a:pt x="5786345" y="1445410"/>
                  </a:lnTo>
                  <a:lnTo>
                    <a:pt x="5787190" y="1446823"/>
                  </a:lnTo>
                  <a:lnTo>
                    <a:pt x="5788035" y="1460113"/>
                  </a:lnTo>
                  <a:lnTo>
                    <a:pt x="5788881" y="1463304"/>
                  </a:lnTo>
                  <a:lnTo>
                    <a:pt x="5789726" y="1449126"/>
                  </a:lnTo>
                  <a:lnTo>
                    <a:pt x="5790571" y="1462959"/>
                  </a:lnTo>
                  <a:lnTo>
                    <a:pt x="5791416" y="1453957"/>
                  </a:lnTo>
                  <a:lnTo>
                    <a:pt x="5792261" y="1441748"/>
                  </a:lnTo>
                  <a:lnTo>
                    <a:pt x="5793106" y="1457788"/>
                  </a:lnTo>
                  <a:lnTo>
                    <a:pt x="5793951" y="1451993"/>
                  </a:lnTo>
                  <a:lnTo>
                    <a:pt x="5794796" y="1472548"/>
                  </a:lnTo>
                  <a:lnTo>
                    <a:pt x="5795641" y="1471515"/>
                  </a:lnTo>
                  <a:lnTo>
                    <a:pt x="5796486" y="1465842"/>
                  </a:lnTo>
                  <a:lnTo>
                    <a:pt x="5797332" y="1471281"/>
                  </a:lnTo>
                  <a:lnTo>
                    <a:pt x="5798177" y="1453952"/>
                  </a:lnTo>
                  <a:lnTo>
                    <a:pt x="5799022" y="1466902"/>
                  </a:lnTo>
                  <a:lnTo>
                    <a:pt x="5799867" y="1466996"/>
                  </a:lnTo>
                  <a:lnTo>
                    <a:pt x="5800712" y="1437298"/>
                  </a:lnTo>
                  <a:lnTo>
                    <a:pt x="5801557" y="1383443"/>
                  </a:lnTo>
                  <a:lnTo>
                    <a:pt x="5802402" y="1383419"/>
                  </a:lnTo>
                  <a:lnTo>
                    <a:pt x="5803247" y="1414188"/>
                  </a:lnTo>
                  <a:lnTo>
                    <a:pt x="5804092" y="1427418"/>
                  </a:lnTo>
                  <a:lnTo>
                    <a:pt x="5804937" y="1390313"/>
                  </a:lnTo>
                  <a:lnTo>
                    <a:pt x="5805782" y="1385580"/>
                  </a:lnTo>
                  <a:lnTo>
                    <a:pt x="5806628" y="1379301"/>
                  </a:lnTo>
                  <a:lnTo>
                    <a:pt x="5807473" y="1381903"/>
                  </a:lnTo>
                  <a:lnTo>
                    <a:pt x="5808318" y="1383981"/>
                  </a:lnTo>
                  <a:lnTo>
                    <a:pt x="5809163" y="1340689"/>
                  </a:lnTo>
                  <a:lnTo>
                    <a:pt x="5810008" y="1324711"/>
                  </a:lnTo>
                  <a:lnTo>
                    <a:pt x="5810853" y="1292159"/>
                  </a:lnTo>
                  <a:lnTo>
                    <a:pt x="5811698" y="1314298"/>
                  </a:lnTo>
                  <a:lnTo>
                    <a:pt x="5812543" y="1370516"/>
                  </a:lnTo>
                  <a:lnTo>
                    <a:pt x="5813388" y="1359338"/>
                  </a:lnTo>
                  <a:lnTo>
                    <a:pt x="5814233" y="1339858"/>
                  </a:lnTo>
                  <a:lnTo>
                    <a:pt x="5815078" y="1371556"/>
                  </a:lnTo>
                  <a:lnTo>
                    <a:pt x="5815924" y="1413479"/>
                  </a:lnTo>
                  <a:lnTo>
                    <a:pt x="5816769" y="1442595"/>
                  </a:lnTo>
                  <a:lnTo>
                    <a:pt x="5817614" y="1443906"/>
                  </a:lnTo>
                  <a:lnTo>
                    <a:pt x="5818459" y="1448912"/>
                  </a:lnTo>
                  <a:lnTo>
                    <a:pt x="5819304" y="1449537"/>
                  </a:lnTo>
                  <a:lnTo>
                    <a:pt x="5820149" y="1452913"/>
                  </a:lnTo>
                  <a:lnTo>
                    <a:pt x="5820994" y="1468861"/>
                  </a:lnTo>
                  <a:lnTo>
                    <a:pt x="5821839" y="1457748"/>
                  </a:lnTo>
                  <a:lnTo>
                    <a:pt x="5822684" y="1451243"/>
                  </a:lnTo>
                  <a:lnTo>
                    <a:pt x="5823529" y="1461660"/>
                  </a:lnTo>
                  <a:lnTo>
                    <a:pt x="5824374" y="1473058"/>
                  </a:lnTo>
                  <a:lnTo>
                    <a:pt x="5825220" y="1490043"/>
                  </a:lnTo>
                  <a:lnTo>
                    <a:pt x="5826065" y="1475855"/>
                  </a:lnTo>
                  <a:lnTo>
                    <a:pt x="5826910" y="1470098"/>
                  </a:lnTo>
                  <a:lnTo>
                    <a:pt x="5827755" y="1472464"/>
                  </a:lnTo>
                  <a:lnTo>
                    <a:pt x="5828600" y="1443766"/>
                  </a:lnTo>
                  <a:lnTo>
                    <a:pt x="5829445" y="1421262"/>
                  </a:lnTo>
                  <a:lnTo>
                    <a:pt x="5830290" y="1451566"/>
                  </a:lnTo>
                  <a:lnTo>
                    <a:pt x="5831135" y="1460250"/>
                  </a:lnTo>
                  <a:lnTo>
                    <a:pt x="5831980" y="1468371"/>
                  </a:lnTo>
                  <a:lnTo>
                    <a:pt x="5832825" y="1467811"/>
                  </a:lnTo>
                  <a:lnTo>
                    <a:pt x="5833670" y="1461775"/>
                  </a:lnTo>
                  <a:lnTo>
                    <a:pt x="5834516" y="1461042"/>
                  </a:lnTo>
                  <a:lnTo>
                    <a:pt x="5835361" y="1471699"/>
                  </a:lnTo>
                  <a:lnTo>
                    <a:pt x="5836206" y="1481475"/>
                  </a:lnTo>
                  <a:lnTo>
                    <a:pt x="5837051" y="1477305"/>
                  </a:lnTo>
                  <a:lnTo>
                    <a:pt x="5837896" y="1475940"/>
                  </a:lnTo>
                  <a:lnTo>
                    <a:pt x="5838741" y="1476257"/>
                  </a:lnTo>
                  <a:lnTo>
                    <a:pt x="5839586" y="1466750"/>
                  </a:lnTo>
                  <a:lnTo>
                    <a:pt x="5840431" y="1475699"/>
                  </a:lnTo>
                  <a:lnTo>
                    <a:pt x="5841276" y="1480438"/>
                  </a:lnTo>
                  <a:lnTo>
                    <a:pt x="5842121" y="1474155"/>
                  </a:lnTo>
                  <a:lnTo>
                    <a:pt x="5842966" y="1476793"/>
                  </a:lnTo>
                  <a:lnTo>
                    <a:pt x="5843812" y="1485146"/>
                  </a:lnTo>
                  <a:lnTo>
                    <a:pt x="5844657" y="1492002"/>
                  </a:lnTo>
                  <a:lnTo>
                    <a:pt x="5845502" y="1502649"/>
                  </a:lnTo>
                  <a:lnTo>
                    <a:pt x="5846347" y="1505962"/>
                  </a:lnTo>
                  <a:lnTo>
                    <a:pt x="5847192" y="1493944"/>
                  </a:lnTo>
                  <a:lnTo>
                    <a:pt x="5848037" y="1499009"/>
                  </a:lnTo>
                  <a:lnTo>
                    <a:pt x="5848882" y="1506449"/>
                  </a:lnTo>
                  <a:lnTo>
                    <a:pt x="5849727" y="1500999"/>
                  </a:lnTo>
                  <a:lnTo>
                    <a:pt x="5850572" y="1491625"/>
                  </a:lnTo>
                  <a:lnTo>
                    <a:pt x="5851417" y="1489316"/>
                  </a:lnTo>
                  <a:lnTo>
                    <a:pt x="5852262" y="1486854"/>
                  </a:lnTo>
                  <a:lnTo>
                    <a:pt x="5853108" y="1481847"/>
                  </a:lnTo>
                  <a:lnTo>
                    <a:pt x="5853953" y="1483361"/>
                  </a:lnTo>
                  <a:lnTo>
                    <a:pt x="5854798" y="1470080"/>
                  </a:lnTo>
                  <a:lnTo>
                    <a:pt x="5855643" y="1480467"/>
                  </a:lnTo>
                  <a:lnTo>
                    <a:pt x="5856488" y="1476260"/>
                  </a:lnTo>
                  <a:lnTo>
                    <a:pt x="5857333" y="1453362"/>
                  </a:lnTo>
                  <a:lnTo>
                    <a:pt x="5858178" y="1466794"/>
                  </a:lnTo>
                  <a:lnTo>
                    <a:pt x="5859023" y="1469261"/>
                  </a:lnTo>
                  <a:lnTo>
                    <a:pt x="5859868" y="1495695"/>
                  </a:lnTo>
                  <a:lnTo>
                    <a:pt x="5860713" y="1497921"/>
                  </a:lnTo>
                  <a:lnTo>
                    <a:pt x="5861559" y="1503977"/>
                  </a:lnTo>
                  <a:lnTo>
                    <a:pt x="5862404" y="1504393"/>
                  </a:lnTo>
                  <a:lnTo>
                    <a:pt x="5863249" y="1513975"/>
                  </a:lnTo>
                  <a:lnTo>
                    <a:pt x="5864094" y="1513011"/>
                  </a:lnTo>
                  <a:lnTo>
                    <a:pt x="5864939" y="1509800"/>
                  </a:lnTo>
                  <a:lnTo>
                    <a:pt x="5865784" y="1518765"/>
                  </a:lnTo>
                  <a:lnTo>
                    <a:pt x="5865784" y="1518765"/>
                  </a:lnTo>
                  <a:lnTo>
                    <a:pt x="5866629" y="1518765"/>
                  </a:lnTo>
                  <a:lnTo>
                    <a:pt x="5867474" y="1518765"/>
                  </a:lnTo>
                  <a:lnTo>
                    <a:pt x="5868319" y="1518765"/>
                  </a:lnTo>
                  <a:lnTo>
                    <a:pt x="5869164" y="1518765"/>
                  </a:lnTo>
                  <a:lnTo>
                    <a:pt x="5870009" y="1518765"/>
                  </a:lnTo>
                  <a:lnTo>
                    <a:pt x="5870855" y="1518765"/>
                  </a:lnTo>
                  <a:lnTo>
                    <a:pt x="5871700" y="1469777"/>
                  </a:lnTo>
                  <a:lnTo>
                    <a:pt x="5872545" y="1483500"/>
                  </a:lnTo>
                  <a:lnTo>
                    <a:pt x="5873390" y="1466479"/>
                  </a:lnTo>
                  <a:lnTo>
                    <a:pt x="5874235" y="1486471"/>
                  </a:lnTo>
                  <a:lnTo>
                    <a:pt x="5875080" y="1474147"/>
                  </a:lnTo>
                  <a:lnTo>
                    <a:pt x="5875925" y="1470233"/>
                  </a:lnTo>
                  <a:lnTo>
                    <a:pt x="5876770" y="1482273"/>
                  </a:lnTo>
                  <a:lnTo>
                    <a:pt x="5877615" y="1444961"/>
                  </a:lnTo>
                  <a:lnTo>
                    <a:pt x="5878460" y="1379166"/>
                  </a:lnTo>
                  <a:lnTo>
                    <a:pt x="5879305" y="1367833"/>
                  </a:lnTo>
                  <a:lnTo>
                    <a:pt x="5880151" y="1386863"/>
                  </a:lnTo>
                  <a:lnTo>
                    <a:pt x="5880996" y="1426358"/>
                  </a:lnTo>
                  <a:lnTo>
                    <a:pt x="5881841" y="1396913"/>
                  </a:lnTo>
                  <a:lnTo>
                    <a:pt x="5882686" y="1387745"/>
                  </a:lnTo>
                  <a:lnTo>
                    <a:pt x="5883531" y="1389843"/>
                  </a:lnTo>
                  <a:lnTo>
                    <a:pt x="5884376" y="1391470"/>
                  </a:lnTo>
                  <a:lnTo>
                    <a:pt x="5885221" y="1400038"/>
                  </a:lnTo>
                  <a:lnTo>
                    <a:pt x="5886066" y="1394585"/>
                  </a:lnTo>
                  <a:lnTo>
                    <a:pt x="5886911" y="1415140"/>
                  </a:lnTo>
                  <a:lnTo>
                    <a:pt x="5887756" y="1428960"/>
                  </a:lnTo>
                  <a:lnTo>
                    <a:pt x="5888601" y="1431129"/>
                  </a:lnTo>
                  <a:lnTo>
                    <a:pt x="5889447" y="1435110"/>
                  </a:lnTo>
                  <a:lnTo>
                    <a:pt x="5890292" y="1424553"/>
                  </a:lnTo>
                  <a:lnTo>
                    <a:pt x="5891137" y="1425235"/>
                  </a:lnTo>
                  <a:lnTo>
                    <a:pt x="5891982" y="1430542"/>
                  </a:lnTo>
                  <a:lnTo>
                    <a:pt x="5892827" y="1426942"/>
                  </a:lnTo>
                  <a:lnTo>
                    <a:pt x="5893672" y="1409468"/>
                  </a:lnTo>
                  <a:lnTo>
                    <a:pt x="5894517" y="1355880"/>
                  </a:lnTo>
                  <a:lnTo>
                    <a:pt x="5895362" y="1350421"/>
                  </a:lnTo>
                  <a:lnTo>
                    <a:pt x="5896207" y="1379323"/>
                  </a:lnTo>
                  <a:lnTo>
                    <a:pt x="5897052" y="1387639"/>
                  </a:lnTo>
                  <a:lnTo>
                    <a:pt x="5897897" y="1386083"/>
                  </a:lnTo>
                  <a:lnTo>
                    <a:pt x="5898743" y="1390751"/>
                  </a:lnTo>
                  <a:lnTo>
                    <a:pt x="5899588" y="1394212"/>
                  </a:lnTo>
                  <a:lnTo>
                    <a:pt x="5900433" y="1401015"/>
                  </a:lnTo>
                  <a:lnTo>
                    <a:pt x="5901278" y="1413781"/>
                  </a:lnTo>
                  <a:lnTo>
                    <a:pt x="5902123" y="1415543"/>
                  </a:lnTo>
                  <a:lnTo>
                    <a:pt x="5902968" y="1433956"/>
                  </a:lnTo>
                  <a:lnTo>
                    <a:pt x="5903813" y="1446995"/>
                  </a:lnTo>
                  <a:lnTo>
                    <a:pt x="5904658" y="1470688"/>
                  </a:lnTo>
                  <a:lnTo>
                    <a:pt x="5905503" y="1485588"/>
                  </a:lnTo>
                  <a:lnTo>
                    <a:pt x="5906348" y="1471004"/>
                  </a:lnTo>
                  <a:lnTo>
                    <a:pt x="5907193" y="1483800"/>
                  </a:lnTo>
                  <a:lnTo>
                    <a:pt x="5908039" y="1518765"/>
                  </a:lnTo>
                  <a:lnTo>
                    <a:pt x="5908039" y="1518765"/>
                  </a:lnTo>
                  <a:lnTo>
                    <a:pt x="5908884" y="1487646"/>
                  </a:lnTo>
                  <a:lnTo>
                    <a:pt x="5909729" y="1494176"/>
                  </a:lnTo>
                  <a:lnTo>
                    <a:pt x="5910574" y="1475548"/>
                  </a:lnTo>
                  <a:lnTo>
                    <a:pt x="5911419" y="1485855"/>
                  </a:lnTo>
                  <a:lnTo>
                    <a:pt x="5912264" y="1469976"/>
                  </a:lnTo>
                  <a:lnTo>
                    <a:pt x="5913109" y="1470696"/>
                  </a:lnTo>
                  <a:lnTo>
                    <a:pt x="5913954" y="1451014"/>
                  </a:lnTo>
                  <a:lnTo>
                    <a:pt x="5914799" y="1422739"/>
                  </a:lnTo>
                  <a:lnTo>
                    <a:pt x="5915644" y="1399129"/>
                  </a:lnTo>
                  <a:lnTo>
                    <a:pt x="5916489" y="1337688"/>
                  </a:lnTo>
                  <a:lnTo>
                    <a:pt x="5917335" y="1342775"/>
                  </a:lnTo>
                  <a:lnTo>
                    <a:pt x="5918180" y="1376787"/>
                  </a:lnTo>
                  <a:lnTo>
                    <a:pt x="5919025" y="1396942"/>
                  </a:lnTo>
                  <a:lnTo>
                    <a:pt x="5919870" y="1411627"/>
                  </a:lnTo>
                  <a:lnTo>
                    <a:pt x="5920715" y="1411617"/>
                  </a:lnTo>
                  <a:lnTo>
                    <a:pt x="5921560" y="1401702"/>
                  </a:lnTo>
                  <a:lnTo>
                    <a:pt x="5922405" y="1385788"/>
                  </a:lnTo>
                  <a:lnTo>
                    <a:pt x="5923250" y="1372641"/>
                  </a:lnTo>
                  <a:lnTo>
                    <a:pt x="5924095" y="1405160"/>
                  </a:lnTo>
                  <a:lnTo>
                    <a:pt x="5924940" y="1406974"/>
                  </a:lnTo>
                  <a:lnTo>
                    <a:pt x="5925786" y="1518765"/>
                  </a:lnTo>
                  <a:lnTo>
                    <a:pt x="5925786" y="1518765"/>
                  </a:lnTo>
                  <a:lnTo>
                    <a:pt x="5926631" y="1518765"/>
                  </a:lnTo>
                  <a:lnTo>
                    <a:pt x="5927476" y="1470599"/>
                  </a:lnTo>
                  <a:lnTo>
                    <a:pt x="5928321" y="1458105"/>
                  </a:lnTo>
                  <a:lnTo>
                    <a:pt x="5929166" y="1451954"/>
                  </a:lnTo>
                  <a:lnTo>
                    <a:pt x="5930011" y="1469806"/>
                  </a:lnTo>
                  <a:lnTo>
                    <a:pt x="5930856" y="1473491"/>
                  </a:lnTo>
                  <a:lnTo>
                    <a:pt x="5931701" y="1477356"/>
                  </a:lnTo>
                  <a:lnTo>
                    <a:pt x="5932546" y="1482893"/>
                  </a:lnTo>
                  <a:lnTo>
                    <a:pt x="5933391" y="1518765"/>
                  </a:lnTo>
                  <a:lnTo>
                    <a:pt x="5933391" y="1518765"/>
                  </a:lnTo>
                  <a:lnTo>
                    <a:pt x="5934236" y="1518765"/>
                  </a:lnTo>
                  <a:lnTo>
                    <a:pt x="5935082" y="1498421"/>
                  </a:lnTo>
                  <a:lnTo>
                    <a:pt x="5935927" y="1496338"/>
                  </a:lnTo>
                  <a:lnTo>
                    <a:pt x="5936772" y="1499189"/>
                  </a:lnTo>
                  <a:lnTo>
                    <a:pt x="5937617" y="1508937"/>
                  </a:lnTo>
                  <a:lnTo>
                    <a:pt x="5938462" y="1508566"/>
                  </a:lnTo>
                  <a:lnTo>
                    <a:pt x="5939307" y="1485025"/>
                  </a:lnTo>
                  <a:lnTo>
                    <a:pt x="5940152" y="1494807"/>
                  </a:lnTo>
                  <a:lnTo>
                    <a:pt x="5940997" y="1496391"/>
                  </a:lnTo>
                  <a:lnTo>
                    <a:pt x="5941842" y="1498111"/>
                  </a:lnTo>
                  <a:lnTo>
                    <a:pt x="5942687" y="1493724"/>
                  </a:lnTo>
                  <a:lnTo>
                    <a:pt x="5943532" y="1518765"/>
                  </a:lnTo>
                  <a:lnTo>
                    <a:pt x="5943532" y="1518765"/>
                  </a:lnTo>
                  <a:lnTo>
                    <a:pt x="5944378" y="1488831"/>
                  </a:lnTo>
                  <a:lnTo>
                    <a:pt x="5945223" y="1485486"/>
                  </a:lnTo>
                  <a:lnTo>
                    <a:pt x="5946068" y="1480287"/>
                  </a:lnTo>
                  <a:lnTo>
                    <a:pt x="5946913" y="1466921"/>
                  </a:lnTo>
                  <a:lnTo>
                    <a:pt x="5947758" y="1518765"/>
                  </a:lnTo>
                  <a:lnTo>
                    <a:pt x="5947758" y="1518765"/>
                  </a:lnTo>
                  <a:lnTo>
                    <a:pt x="5948603" y="1422247"/>
                  </a:lnTo>
                  <a:lnTo>
                    <a:pt x="5949448" y="1518765"/>
                  </a:lnTo>
                  <a:lnTo>
                    <a:pt x="5949448" y="1518765"/>
                  </a:lnTo>
                  <a:lnTo>
                    <a:pt x="5950293" y="1518765"/>
                  </a:lnTo>
                  <a:lnTo>
                    <a:pt x="5951138" y="1380942"/>
                  </a:lnTo>
                  <a:lnTo>
                    <a:pt x="5951983" y="1405100"/>
                  </a:lnTo>
                  <a:lnTo>
                    <a:pt x="5952828" y="1370499"/>
                  </a:lnTo>
                  <a:lnTo>
                    <a:pt x="5953674" y="1342237"/>
                  </a:lnTo>
                  <a:lnTo>
                    <a:pt x="5954519" y="1341134"/>
                  </a:lnTo>
                  <a:lnTo>
                    <a:pt x="5955364" y="1367318"/>
                  </a:lnTo>
                  <a:lnTo>
                    <a:pt x="5956209" y="1381818"/>
                  </a:lnTo>
                  <a:lnTo>
                    <a:pt x="5957054" y="1388103"/>
                  </a:lnTo>
                  <a:lnTo>
                    <a:pt x="5957899" y="1403357"/>
                  </a:lnTo>
                  <a:lnTo>
                    <a:pt x="5958744" y="1422120"/>
                  </a:lnTo>
                  <a:lnTo>
                    <a:pt x="5959589" y="1381325"/>
                  </a:lnTo>
                  <a:lnTo>
                    <a:pt x="5960434" y="1336985"/>
                  </a:lnTo>
                  <a:lnTo>
                    <a:pt x="5961279" y="1318565"/>
                  </a:lnTo>
                  <a:lnTo>
                    <a:pt x="5962124" y="1334178"/>
                  </a:lnTo>
                  <a:lnTo>
                    <a:pt x="5962970" y="1367171"/>
                  </a:lnTo>
                  <a:lnTo>
                    <a:pt x="5963815" y="1362203"/>
                  </a:lnTo>
                  <a:lnTo>
                    <a:pt x="5964660" y="1397698"/>
                  </a:lnTo>
                  <a:lnTo>
                    <a:pt x="5965505" y="1438591"/>
                  </a:lnTo>
                  <a:lnTo>
                    <a:pt x="5966350" y="1441730"/>
                  </a:lnTo>
                  <a:lnTo>
                    <a:pt x="5967195" y="1457878"/>
                  </a:lnTo>
                  <a:lnTo>
                    <a:pt x="5968040" y="1447861"/>
                  </a:lnTo>
                  <a:lnTo>
                    <a:pt x="5968885" y="1435456"/>
                  </a:lnTo>
                  <a:lnTo>
                    <a:pt x="5969730" y="1428473"/>
                  </a:lnTo>
                  <a:lnTo>
                    <a:pt x="5970575" y="1445507"/>
                  </a:lnTo>
                  <a:lnTo>
                    <a:pt x="5971420" y="1481788"/>
                  </a:lnTo>
                  <a:lnTo>
                    <a:pt x="5972266" y="1479780"/>
                  </a:lnTo>
                  <a:lnTo>
                    <a:pt x="5973111" y="1518765"/>
                  </a:lnTo>
                  <a:lnTo>
                    <a:pt x="5973111" y="1518765"/>
                  </a:lnTo>
                  <a:lnTo>
                    <a:pt x="5973956" y="1459472"/>
                  </a:lnTo>
                  <a:lnTo>
                    <a:pt x="5974801" y="1439042"/>
                  </a:lnTo>
                  <a:lnTo>
                    <a:pt x="5975646" y="1444266"/>
                  </a:lnTo>
                  <a:lnTo>
                    <a:pt x="5976491" y="1438940"/>
                  </a:lnTo>
                  <a:lnTo>
                    <a:pt x="5977336" y="1442161"/>
                  </a:lnTo>
                  <a:lnTo>
                    <a:pt x="5978181" y="1401747"/>
                  </a:lnTo>
                  <a:lnTo>
                    <a:pt x="5979026" y="1419251"/>
                  </a:lnTo>
                  <a:lnTo>
                    <a:pt x="5979871" y="1434788"/>
                  </a:lnTo>
                  <a:lnTo>
                    <a:pt x="5980716" y="1425313"/>
                  </a:lnTo>
                  <a:lnTo>
                    <a:pt x="5981562" y="1386157"/>
                  </a:lnTo>
                  <a:lnTo>
                    <a:pt x="5982407" y="1344928"/>
                  </a:lnTo>
                  <a:lnTo>
                    <a:pt x="5983252" y="1334444"/>
                  </a:lnTo>
                  <a:lnTo>
                    <a:pt x="5984097" y="1376531"/>
                  </a:lnTo>
                  <a:lnTo>
                    <a:pt x="5984942" y="1409132"/>
                  </a:lnTo>
                  <a:lnTo>
                    <a:pt x="5985787" y="1413897"/>
                  </a:lnTo>
                  <a:lnTo>
                    <a:pt x="5986632" y="1386075"/>
                  </a:lnTo>
                  <a:lnTo>
                    <a:pt x="5987477" y="1386549"/>
                  </a:lnTo>
                  <a:lnTo>
                    <a:pt x="5988322" y="1336093"/>
                  </a:lnTo>
                  <a:lnTo>
                    <a:pt x="5989167" y="1351496"/>
                  </a:lnTo>
                  <a:lnTo>
                    <a:pt x="5990013" y="1363478"/>
                  </a:lnTo>
                  <a:lnTo>
                    <a:pt x="5990858" y="1345416"/>
                  </a:lnTo>
                  <a:lnTo>
                    <a:pt x="5991703" y="1354601"/>
                  </a:lnTo>
                  <a:lnTo>
                    <a:pt x="5992548" y="1322148"/>
                  </a:lnTo>
                  <a:lnTo>
                    <a:pt x="5993393" y="1367567"/>
                  </a:lnTo>
                  <a:lnTo>
                    <a:pt x="5994238" y="1369485"/>
                  </a:lnTo>
                  <a:lnTo>
                    <a:pt x="5995083" y="1518765"/>
                  </a:lnTo>
                  <a:lnTo>
                    <a:pt x="5995083" y="1518765"/>
                  </a:lnTo>
                  <a:lnTo>
                    <a:pt x="5995928" y="1518765"/>
                  </a:lnTo>
                  <a:lnTo>
                    <a:pt x="5996773" y="1329302"/>
                  </a:lnTo>
                  <a:lnTo>
                    <a:pt x="5997618" y="1356085"/>
                  </a:lnTo>
                  <a:lnTo>
                    <a:pt x="5998463" y="1390611"/>
                  </a:lnTo>
                  <a:lnTo>
                    <a:pt x="5999309" y="1384167"/>
                  </a:lnTo>
                  <a:lnTo>
                    <a:pt x="6000154" y="1409790"/>
                  </a:lnTo>
                  <a:lnTo>
                    <a:pt x="6000999" y="1518765"/>
                  </a:lnTo>
                  <a:lnTo>
                    <a:pt x="6000999" y="1518765"/>
                  </a:lnTo>
                  <a:lnTo>
                    <a:pt x="6001844" y="1432019"/>
                  </a:lnTo>
                  <a:lnTo>
                    <a:pt x="6002689" y="1437639"/>
                  </a:lnTo>
                  <a:lnTo>
                    <a:pt x="6003534" y="1440101"/>
                  </a:lnTo>
                  <a:lnTo>
                    <a:pt x="6004379" y="1449735"/>
                  </a:lnTo>
                  <a:lnTo>
                    <a:pt x="6005224" y="1441497"/>
                  </a:lnTo>
                  <a:lnTo>
                    <a:pt x="6006069" y="1449587"/>
                  </a:lnTo>
                  <a:lnTo>
                    <a:pt x="6006914" y="1446378"/>
                  </a:lnTo>
                  <a:lnTo>
                    <a:pt x="6007759" y="1428819"/>
                  </a:lnTo>
                  <a:lnTo>
                    <a:pt x="6008605" y="1518765"/>
                  </a:lnTo>
                  <a:lnTo>
                    <a:pt x="6008605" y="1518765"/>
                  </a:lnTo>
                  <a:lnTo>
                    <a:pt x="6009450" y="1518765"/>
                  </a:lnTo>
                  <a:lnTo>
                    <a:pt x="6010295" y="1461870"/>
                  </a:lnTo>
                  <a:lnTo>
                    <a:pt x="6011140" y="1460601"/>
                  </a:lnTo>
                  <a:lnTo>
                    <a:pt x="6011985" y="1518765"/>
                  </a:lnTo>
                  <a:lnTo>
                    <a:pt x="6011985" y="1518765"/>
                  </a:lnTo>
                  <a:lnTo>
                    <a:pt x="6012830" y="1457688"/>
                  </a:lnTo>
                  <a:lnTo>
                    <a:pt x="6013675" y="1443552"/>
                  </a:lnTo>
                  <a:lnTo>
                    <a:pt x="6014520" y="1440905"/>
                  </a:lnTo>
                  <a:lnTo>
                    <a:pt x="6015365" y="1436488"/>
                  </a:lnTo>
                  <a:lnTo>
                    <a:pt x="6016210" y="1442460"/>
                  </a:lnTo>
                  <a:lnTo>
                    <a:pt x="6017055" y="1452897"/>
                  </a:lnTo>
                  <a:lnTo>
                    <a:pt x="6017901" y="1452874"/>
                  </a:lnTo>
                  <a:lnTo>
                    <a:pt x="6018746" y="1439378"/>
                  </a:lnTo>
                  <a:lnTo>
                    <a:pt x="6019591" y="1452054"/>
                  </a:lnTo>
                  <a:lnTo>
                    <a:pt x="6020436" y="1439263"/>
                  </a:lnTo>
                  <a:lnTo>
                    <a:pt x="6021281" y="1436820"/>
                  </a:lnTo>
                  <a:lnTo>
                    <a:pt x="6022126" y="1412245"/>
                  </a:lnTo>
                  <a:lnTo>
                    <a:pt x="6022971" y="1394689"/>
                  </a:lnTo>
                  <a:lnTo>
                    <a:pt x="6023816" y="1331377"/>
                  </a:lnTo>
                  <a:lnTo>
                    <a:pt x="6024661" y="1302578"/>
                  </a:lnTo>
                  <a:lnTo>
                    <a:pt x="6025506" y="1311249"/>
                  </a:lnTo>
                  <a:lnTo>
                    <a:pt x="6026351" y="1324692"/>
                  </a:lnTo>
                  <a:lnTo>
                    <a:pt x="6027197" y="1322679"/>
                  </a:lnTo>
                  <a:lnTo>
                    <a:pt x="6028042" y="1348610"/>
                  </a:lnTo>
                  <a:lnTo>
                    <a:pt x="6028887" y="1324697"/>
                  </a:lnTo>
                  <a:lnTo>
                    <a:pt x="6029732" y="1310851"/>
                  </a:lnTo>
                  <a:lnTo>
                    <a:pt x="6030577" y="1274121"/>
                  </a:lnTo>
                  <a:lnTo>
                    <a:pt x="6031422" y="1321699"/>
                  </a:lnTo>
                  <a:lnTo>
                    <a:pt x="6032267" y="1339177"/>
                  </a:lnTo>
                  <a:lnTo>
                    <a:pt x="6033112" y="1408963"/>
                  </a:lnTo>
                  <a:lnTo>
                    <a:pt x="6033957" y="1452009"/>
                  </a:lnTo>
                  <a:lnTo>
                    <a:pt x="6034802" y="1440892"/>
                  </a:lnTo>
                  <a:lnTo>
                    <a:pt x="6035647" y="1449018"/>
                  </a:lnTo>
                  <a:lnTo>
                    <a:pt x="6036493" y="1442400"/>
                  </a:lnTo>
                  <a:lnTo>
                    <a:pt x="6037338" y="1425028"/>
                  </a:lnTo>
                  <a:lnTo>
                    <a:pt x="6038183" y="1438668"/>
                  </a:lnTo>
                  <a:lnTo>
                    <a:pt x="6039028" y="1518765"/>
                  </a:lnTo>
                  <a:lnTo>
                    <a:pt x="6039028" y="1518765"/>
                  </a:lnTo>
                  <a:lnTo>
                    <a:pt x="6039873" y="1518765"/>
                  </a:lnTo>
                  <a:lnTo>
                    <a:pt x="6040718" y="1518765"/>
                  </a:lnTo>
                  <a:lnTo>
                    <a:pt x="6041563" y="1518765"/>
                  </a:lnTo>
                  <a:lnTo>
                    <a:pt x="6042408" y="1446884"/>
                  </a:lnTo>
                  <a:lnTo>
                    <a:pt x="6043253" y="1452422"/>
                  </a:lnTo>
                  <a:lnTo>
                    <a:pt x="6044098" y="1412422"/>
                  </a:lnTo>
                  <a:lnTo>
                    <a:pt x="6044943" y="1431837"/>
                  </a:lnTo>
                  <a:lnTo>
                    <a:pt x="6045789" y="1424844"/>
                  </a:lnTo>
                  <a:lnTo>
                    <a:pt x="6046634" y="1440658"/>
                  </a:lnTo>
                  <a:lnTo>
                    <a:pt x="6047479" y="1518765"/>
                  </a:lnTo>
                  <a:lnTo>
                    <a:pt x="6047479" y="1518765"/>
                  </a:lnTo>
                  <a:lnTo>
                    <a:pt x="6048324" y="1413606"/>
                  </a:lnTo>
                  <a:lnTo>
                    <a:pt x="6049169" y="1429188"/>
                  </a:lnTo>
                  <a:lnTo>
                    <a:pt x="6050014" y="1427115"/>
                  </a:lnTo>
                  <a:lnTo>
                    <a:pt x="6050859" y="1430551"/>
                  </a:lnTo>
                  <a:lnTo>
                    <a:pt x="6051704" y="1445229"/>
                  </a:lnTo>
                  <a:lnTo>
                    <a:pt x="6052549" y="1445929"/>
                  </a:lnTo>
                  <a:lnTo>
                    <a:pt x="6053394" y="1446695"/>
                  </a:lnTo>
                  <a:lnTo>
                    <a:pt x="6054240" y="1447320"/>
                  </a:lnTo>
                  <a:lnTo>
                    <a:pt x="6055085" y="1439436"/>
                  </a:lnTo>
                  <a:lnTo>
                    <a:pt x="6055930" y="1436738"/>
                  </a:lnTo>
                  <a:lnTo>
                    <a:pt x="6056775" y="1430486"/>
                  </a:lnTo>
                  <a:lnTo>
                    <a:pt x="6057620" y="1428812"/>
                  </a:lnTo>
                  <a:lnTo>
                    <a:pt x="6058465" y="1430154"/>
                  </a:lnTo>
                  <a:lnTo>
                    <a:pt x="6059310" y="1439663"/>
                  </a:lnTo>
                  <a:lnTo>
                    <a:pt x="6060155" y="1451222"/>
                  </a:lnTo>
                  <a:lnTo>
                    <a:pt x="6061000" y="1439140"/>
                  </a:lnTo>
                  <a:lnTo>
                    <a:pt x="6061845" y="1451491"/>
                  </a:lnTo>
                  <a:lnTo>
                    <a:pt x="6062690" y="1462278"/>
                  </a:lnTo>
                  <a:lnTo>
                    <a:pt x="6063536" y="1472984"/>
                  </a:lnTo>
                  <a:lnTo>
                    <a:pt x="6064381" y="1478393"/>
                  </a:lnTo>
                  <a:lnTo>
                    <a:pt x="6065226" y="1492686"/>
                  </a:lnTo>
                  <a:lnTo>
                    <a:pt x="6066071" y="1501432"/>
                  </a:lnTo>
                  <a:lnTo>
                    <a:pt x="6066916" y="1518765"/>
                  </a:lnTo>
                  <a:lnTo>
                    <a:pt x="6066916" y="1518765"/>
                  </a:lnTo>
                  <a:lnTo>
                    <a:pt x="6067761" y="1518765"/>
                  </a:lnTo>
                  <a:lnTo>
                    <a:pt x="6068606" y="1518765"/>
                  </a:lnTo>
                  <a:lnTo>
                    <a:pt x="6069451" y="1479900"/>
                  </a:lnTo>
                  <a:lnTo>
                    <a:pt x="6070296" y="1518765"/>
                  </a:lnTo>
                  <a:lnTo>
                    <a:pt x="6070296" y="1518765"/>
                  </a:lnTo>
                  <a:lnTo>
                    <a:pt x="6071141" y="1518765"/>
                  </a:lnTo>
                  <a:lnTo>
                    <a:pt x="6071986" y="1518765"/>
                  </a:lnTo>
                  <a:lnTo>
                    <a:pt x="6072832" y="1466995"/>
                  </a:lnTo>
                  <a:lnTo>
                    <a:pt x="6073677" y="1518765"/>
                  </a:lnTo>
                  <a:lnTo>
                    <a:pt x="6073677" y="1518765"/>
                  </a:lnTo>
                  <a:lnTo>
                    <a:pt x="6074522" y="1478314"/>
                  </a:lnTo>
                  <a:lnTo>
                    <a:pt x="6075367" y="1484686"/>
                  </a:lnTo>
                  <a:lnTo>
                    <a:pt x="6076212" y="1485441"/>
                  </a:lnTo>
                  <a:lnTo>
                    <a:pt x="6077057" y="1518765"/>
                  </a:lnTo>
                  <a:lnTo>
                    <a:pt x="6077057" y="1518765"/>
                  </a:lnTo>
                  <a:lnTo>
                    <a:pt x="6077902" y="1518765"/>
                  </a:lnTo>
                  <a:lnTo>
                    <a:pt x="6078747" y="1518765"/>
                  </a:lnTo>
                  <a:lnTo>
                    <a:pt x="6079592" y="1518765"/>
                  </a:lnTo>
                  <a:lnTo>
                    <a:pt x="6080437" y="1518765"/>
                  </a:lnTo>
                  <a:lnTo>
                    <a:pt x="6081282" y="1518765"/>
                  </a:lnTo>
                  <a:lnTo>
                    <a:pt x="6082128" y="1469451"/>
                  </a:lnTo>
                  <a:lnTo>
                    <a:pt x="6082973" y="1450015"/>
                  </a:lnTo>
                  <a:lnTo>
                    <a:pt x="6083818" y="1445657"/>
                  </a:lnTo>
                  <a:lnTo>
                    <a:pt x="6084663" y="1434737"/>
                  </a:lnTo>
                  <a:lnTo>
                    <a:pt x="6085508" y="1518765"/>
                  </a:lnTo>
                  <a:lnTo>
                    <a:pt x="6085508" y="1518765"/>
                  </a:lnTo>
                  <a:lnTo>
                    <a:pt x="6086353" y="1420585"/>
                  </a:lnTo>
                  <a:lnTo>
                    <a:pt x="6087198" y="1400786"/>
                  </a:lnTo>
                  <a:lnTo>
                    <a:pt x="6088043" y="1365661"/>
                  </a:lnTo>
                  <a:lnTo>
                    <a:pt x="6088888" y="1518765"/>
                  </a:lnTo>
                  <a:lnTo>
                    <a:pt x="6088888" y="1518765"/>
                  </a:lnTo>
                  <a:lnTo>
                    <a:pt x="6089733" y="1387051"/>
                  </a:lnTo>
                  <a:lnTo>
                    <a:pt x="6090578" y="1392482"/>
                  </a:lnTo>
                  <a:lnTo>
                    <a:pt x="6091424" y="1375847"/>
                  </a:lnTo>
                  <a:lnTo>
                    <a:pt x="6092269" y="1341919"/>
                  </a:lnTo>
                  <a:lnTo>
                    <a:pt x="6093114" y="1323710"/>
                  </a:lnTo>
                  <a:lnTo>
                    <a:pt x="6093959" y="1343296"/>
                  </a:lnTo>
                  <a:lnTo>
                    <a:pt x="6094804" y="1385018"/>
                  </a:lnTo>
                  <a:lnTo>
                    <a:pt x="6095649" y="1368178"/>
                  </a:lnTo>
                  <a:lnTo>
                    <a:pt x="6096494" y="1397208"/>
                  </a:lnTo>
                  <a:lnTo>
                    <a:pt x="6097339" y="1417223"/>
                  </a:lnTo>
                  <a:lnTo>
                    <a:pt x="6098184" y="1428176"/>
                  </a:lnTo>
                  <a:lnTo>
                    <a:pt x="6099029" y="1425837"/>
                  </a:lnTo>
                  <a:lnTo>
                    <a:pt x="6099874" y="1397929"/>
                  </a:lnTo>
                  <a:lnTo>
                    <a:pt x="6100720" y="1379931"/>
                  </a:lnTo>
                  <a:lnTo>
                    <a:pt x="6101565" y="1380070"/>
                  </a:lnTo>
                  <a:lnTo>
                    <a:pt x="6102410" y="1373491"/>
                  </a:lnTo>
                  <a:lnTo>
                    <a:pt x="6103255" y="1353904"/>
                  </a:lnTo>
                  <a:lnTo>
                    <a:pt x="6104100" y="1325263"/>
                  </a:lnTo>
                  <a:lnTo>
                    <a:pt x="6104945" y="1315599"/>
                  </a:lnTo>
                  <a:lnTo>
                    <a:pt x="6105790" y="1339878"/>
                  </a:lnTo>
                  <a:lnTo>
                    <a:pt x="6106635" y="1348101"/>
                  </a:lnTo>
                  <a:lnTo>
                    <a:pt x="6107480" y="1369317"/>
                  </a:lnTo>
                  <a:lnTo>
                    <a:pt x="6108325" y="1352718"/>
                  </a:lnTo>
                  <a:lnTo>
                    <a:pt x="6109170" y="1518765"/>
                  </a:lnTo>
                  <a:lnTo>
                    <a:pt x="6109170" y="1518765"/>
                  </a:lnTo>
                  <a:lnTo>
                    <a:pt x="6110016" y="1369634"/>
                  </a:lnTo>
                  <a:lnTo>
                    <a:pt x="6110861" y="1367940"/>
                  </a:lnTo>
                  <a:lnTo>
                    <a:pt x="6111706" y="1381862"/>
                  </a:lnTo>
                  <a:lnTo>
                    <a:pt x="6112551" y="1346485"/>
                  </a:lnTo>
                  <a:lnTo>
                    <a:pt x="6113396" y="1323290"/>
                  </a:lnTo>
                  <a:lnTo>
                    <a:pt x="6114241" y="1331185"/>
                  </a:lnTo>
                  <a:lnTo>
                    <a:pt x="6115086" y="1324938"/>
                  </a:lnTo>
                  <a:lnTo>
                    <a:pt x="6115931" y="1386436"/>
                  </a:lnTo>
                  <a:lnTo>
                    <a:pt x="6116776" y="1385739"/>
                  </a:lnTo>
                  <a:lnTo>
                    <a:pt x="6117621" y="1401273"/>
                  </a:lnTo>
                  <a:lnTo>
                    <a:pt x="6118467" y="1384385"/>
                  </a:lnTo>
                  <a:lnTo>
                    <a:pt x="6119312" y="1394865"/>
                  </a:lnTo>
                  <a:lnTo>
                    <a:pt x="6120157" y="1403555"/>
                  </a:lnTo>
                  <a:lnTo>
                    <a:pt x="6121002" y="1403677"/>
                  </a:lnTo>
                  <a:lnTo>
                    <a:pt x="6121847" y="1419182"/>
                  </a:lnTo>
                  <a:lnTo>
                    <a:pt x="6122692" y="1431155"/>
                  </a:lnTo>
                  <a:lnTo>
                    <a:pt x="6123537" y="1428216"/>
                  </a:lnTo>
                  <a:lnTo>
                    <a:pt x="6124382" y="1409479"/>
                  </a:lnTo>
                  <a:lnTo>
                    <a:pt x="6125227" y="1396906"/>
                  </a:lnTo>
                  <a:lnTo>
                    <a:pt x="6126072" y="1400365"/>
                  </a:lnTo>
                  <a:lnTo>
                    <a:pt x="6126917" y="1407021"/>
                  </a:lnTo>
                  <a:lnTo>
                    <a:pt x="6127763" y="1406497"/>
                  </a:lnTo>
                  <a:lnTo>
                    <a:pt x="6128608" y="1380338"/>
                  </a:lnTo>
                  <a:lnTo>
                    <a:pt x="6129453" y="1382668"/>
                  </a:lnTo>
                  <a:lnTo>
                    <a:pt x="6130298" y="1323837"/>
                  </a:lnTo>
                  <a:lnTo>
                    <a:pt x="6131143" y="1346344"/>
                  </a:lnTo>
                  <a:lnTo>
                    <a:pt x="6131988" y="1365266"/>
                  </a:lnTo>
                  <a:lnTo>
                    <a:pt x="6132833" y="1362429"/>
                  </a:lnTo>
                  <a:lnTo>
                    <a:pt x="6133678" y="1373706"/>
                  </a:lnTo>
                  <a:lnTo>
                    <a:pt x="6134523" y="1371286"/>
                  </a:lnTo>
                  <a:lnTo>
                    <a:pt x="6135368" y="1327344"/>
                  </a:lnTo>
                  <a:lnTo>
                    <a:pt x="6136213" y="1273190"/>
                  </a:lnTo>
                  <a:lnTo>
                    <a:pt x="6137059" y="1265330"/>
                  </a:lnTo>
                  <a:lnTo>
                    <a:pt x="6137904" y="1228490"/>
                  </a:lnTo>
                  <a:lnTo>
                    <a:pt x="6138749" y="1210209"/>
                  </a:lnTo>
                  <a:lnTo>
                    <a:pt x="6139594" y="1258448"/>
                  </a:lnTo>
                  <a:lnTo>
                    <a:pt x="6140439" y="1226442"/>
                  </a:lnTo>
                  <a:lnTo>
                    <a:pt x="6141284" y="1237811"/>
                  </a:lnTo>
                  <a:lnTo>
                    <a:pt x="6142129" y="1279817"/>
                  </a:lnTo>
                  <a:lnTo>
                    <a:pt x="6142974" y="1316500"/>
                  </a:lnTo>
                  <a:lnTo>
                    <a:pt x="6143819" y="1358184"/>
                  </a:lnTo>
                  <a:lnTo>
                    <a:pt x="6144664" y="1361881"/>
                  </a:lnTo>
                  <a:lnTo>
                    <a:pt x="6145509" y="1379959"/>
                  </a:lnTo>
                  <a:lnTo>
                    <a:pt x="6146355" y="1413118"/>
                  </a:lnTo>
                  <a:lnTo>
                    <a:pt x="6147200" y="1354641"/>
                  </a:lnTo>
                  <a:lnTo>
                    <a:pt x="6148045" y="1343383"/>
                  </a:lnTo>
                  <a:lnTo>
                    <a:pt x="6148890" y="1299426"/>
                  </a:lnTo>
                  <a:lnTo>
                    <a:pt x="6149735" y="1358916"/>
                  </a:lnTo>
                  <a:lnTo>
                    <a:pt x="6150580" y="1518765"/>
                  </a:lnTo>
                  <a:lnTo>
                    <a:pt x="6150580" y="1518765"/>
                  </a:lnTo>
                  <a:lnTo>
                    <a:pt x="6151425" y="1518765"/>
                  </a:lnTo>
                  <a:lnTo>
                    <a:pt x="6152270" y="1518765"/>
                  </a:lnTo>
                  <a:lnTo>
                    <a:pt x="6153115" y="1371123"/>
                  </a:lnTo>
                  <a:lnTo>
                    <a:pt x="6153960" y="1373092"/>
                  </a:lnTo>
                  <a:lnTo>
                    <a:pt x="6154805" y="1371222"/>
                  </a:lnTo>
                  <a:lnTo>
                    <a:pt x="6155651" y="1395781"/>
                  </a:lnTo>
                  <a:lnTo>
                    <a:pt x="6156496" y="1400780"/>
                  </a:lnTo>
                  <a:lnTo>
                    <a:pt x="6157341" y="1406340"/>
                  </a:lnTo>
                  <a:lnTo>
                    <a:pt x="6158186" y="1441685"/>
                  </a:lnTo>
                  <a:lnTo>
                    <a:pt x="6159031" y="1387607"/>
                  </a:lnTo>
                  <a:lnTo>
                    <a:pt x="6159876" y="1357244"/>
                  </a:lnTo>
                  <a:lnTo>
                    <a:pt x="6160721" y="1425494"/>
                  </a:lnTo>
                  <a:lnTo>
                    <a:pt x="6161566" y="1438954"/>
                  </a:lnTo>
                  <a:lnTo>
                    <a:pt x="6162411" y="1446500"/>
                  </a:lnTo>
                  <a:lnTo>
                    <a:pt x="6163256" y="1441270"/>
                  </a:lnTo>
                  <a:lnTo>
                    <a:pt x="6164101" y="1452107"/>
                  </a:lnTo>
                  <a:lnTo>
                    <a:pt x="6164947" y="1444509"/>
                  </a:lnTo>
                  <a:lnTo>
                    <a:pt x="6165792" y="1437595"/>
                  </a:lnTo>
                  <a:lnTo>
                    <a:pt x="6166637" y="1414652"/>
                  </a:lnTo>
                  <a:lnTo>
                    <a:pt x="6167482" y="1404018"/>
                  </a:lnTo>
                  <a:lnTo>
                    <a:pt x="6168327" y="1394633"/>
                  </a:lnTo>
                  <a:lnTo>
                    <a:pt x="6169172" y="1391413"/>
                  </a:lnTo>
                  <a:lnTo>
                    <a:pt x="6170017" y="1362859"/>
                  </a:lnTo>
                  <a:lnTo>
                    <a:pt x="6170862" y="1369755"/>
                  </a:lnTo>
                  <a:lnTo>
                    <a:pt x="6171707" y="1353671"/>
                  </a:lnTo>
                  <a:lnTo>
                    <a:pt x="6172552" y="1361792"/>
                  </a:lnTo>
                  <a:lnTo>
                    <a:pt x="6173397" y="1344059"/>
                  </a:lnTo>
                  <a:lnTo>
                    <a:pt x="6174243" y="1372726"/>
                  </a:lnTo>
                  <a:lnTo>
                    <a:pt x="6175088" y="1387868"/>
                  </a:lnTo>
                  <a:lnTo>
                    <a:pt x="6175933" y="1399516"/>
                  </a:lnTo>
                  <a:lnTo>
                    <a:pt x="6176778" y="1400658"/>
                  </a:lnTo>
                  <a:lnTo>
                    <a:pt x="6177623" y="1518765"/>
                  </a:lnTo>
                  <a:lnTo>
                    <a:pt x="6177623" y="1518765"/>
                  </a:lnTo>
                  <a:lnTo>
                    <a:pt x="6178468" y="1518765"/>
                  </a:lnTo>
                  <a:lnTo>
                    <a:pt x="6179313" y="1518765"/>
                  </a:lnTo>
                  <a:lnTo>
                    <a:pt x="6180158" y="1518765"/>
                  </a:lnTo>
                  <a:lnTo>
                    <a:pt x="6181003" y="1438880"/>
                  </a:lnTo>
                  <a:lnTo>
                    <a:pt x="6181848" y="1410826"/>
                  </a:lnTo>
                  <a:lnTo>
                    <a:pt x="6182694" y="1399076"/>
                  </a:lnTo>
                  <a:lnTo>
                    <a:pt x="6183539" y="1383163"/>
                  </a:lnTo>
                  <a:lnTo>
                    <a:pt x="6184384" y="1389613"/>
                  </a:lnTo>
                  <a:lnTo>
                    <a:pt x="6185229" y="1428039"/>
                  </a:lnTo>
                  <a:lnTo>
                    <a:pt x="6186074" y="1423531"/>
                  </a:lnTo>
                  <a:lnTo>
                    <a:pt x="6186919" y="1416049"/>
                  </a:lnTo>
                  <a:lnTo>
                    <a:pt x="6187764" y="1362413"/>
                  </a:lnTo>
                  <a:lnTo>
                    <a:pt x="6188609" y="1360009"/>
                  </a:lnTo>
                  <a:lnTo>
                    <a:pt x="6189454" y="1396812"/>
                  </a:lnTo>
                  <a:lnTo>
                    <a:pt x="6190299" y="1395580"/>
                  </a:lnTo>
                  <a:lnTo>
                    <a:pt x="6191144" y="1422652"/>
                  </a:lnTo>
                  <a:lnTo>
                    <a:pt x="6191990" y="1454395"/>
                  </a:lnTo>
                  <a:lnTo>
                    <a:pt x="6192835" y="1453669"/>
                  </a:lnTo>
                  <a:lnTo>
                    <a:pt x="6193680" y="1480764"/>
                  </a:lnTo>
                  <a:lnTo>
                    <a:pt x="6194525" y="1479606"/>
                  </a:lnTo>
                  <a:lnTo>
                    <a:pt x="6195370" y="1444383"/>
                  </a:lnTo>
                  <a:lnTo>
                    <a:pt x="6196215" y="1436971"/>
                  </a:lnTo>
                  <a:lnTo>
                    <a:pt x="6197060" y="1436993"/>
                  </a:lnTo>
                  <a:lnTo>
                    <a:pt x="6197905" y="1447714"/>
                  </a:lnTo>
                  <a:lnTo>
                    <a:pt x="6198750" y="1436908"/>
                  </a:lnTo>
                  <a:lnTo>
                    <a:pt x="6199595" y="1518765"/>
                  </a:lnTo>
                  <a:lnTo>
                    <a:pt x="6199595" y="1518765"/>
                  </a:lnTo>
                  <a:lnTo>
                    <a:pt x="6200440" y="1468769"/>
                  </a:lnTo>
                  <a:lnTo>
                    <a:pt x="6201286" y="1476196"/>
                  </a:lnTo>
                  <a:lnTo>
                    <a:pt x="6202131" y="1470227"/>
                  </a:lnTo>
                  <a:lnTo>
                    <a:pt x="6202976" y="1444327"/>
                  </a:lnTo>
                  <a:lnTo>
                    <a:pt x="6203821" y="1447828"/>
                  </a:lnTo>
                  <a:lnTo>
                    <a:pt x="6204666" y="1433223"/>
                  </a:lnTo>
                  <a:lnTo>
                    <a:pt x="6205511" y="1453964"/>
                  </a:lnTo>
                  <a:lnTo>
                    <a:pt x="6206356" y="1518765"/>
                  </a:lnTo>
                  <a:lnTo>
                    <a:pt x="6206356" y="1518765"/>
                  </a:lnTo>
                  <a:lnTo>
                    <a:pt x="6207201" y="1518765"/>
                  </a:lnTo>
                  <a:lnTo>
                    <a:pt x="6208046" y="1490490"/>
                  </a:lnTo>
                  <a:lnTo>
                    <a:pt x="6208891" y="1489305"/>
                  </a:lnTo>
                  <a:lnTo>
                    <a:pt x="6209736" y="1494557"/>
                  </a:lnTo>
                  <a:lnTo>
                    <a:pt x="6210582" y="1479287"/>
                  </a:lnTo>
                  <a:lnTo>
                    <a:pt x="6211427" y="1518765"/>
                  </a:lnTo>
                  <a:lnTo>
                    <a:pt x="6211427" y="1518765"/>
                  </a:lnTo>
                  <a:lnTo>
                    <a:pt x="6212272" y="1489319"/>
                  </a:lnTo>
                  <a:lnTo>
                    <a:pt x="6213117" y="1481694"/>
                  </a:lnTo>
                  <a:lnTo>
                    <a:pt x="6213962" y="1502917"/>
                  </a:lnTo>
                  <a:lnTo>
                    <a:pt x="6214807" y="1518765"/>
                  </a:lnTo>
                  <a:lnTo>
                    <a:pt x="6214807" y="1518765"/>
                  </a:lnTo>
                  <a:lnTo>
                    <a:pt x="6215652" y="1518765"/>
                  </a:lnTo>
                  <a:lnTo>
                    <a:pt x="6216497" y="1518765"/>
                  </a:lnTo>
                  <a:lnTo>
                    <a:pt x="6217342" y="1518765"/>
                  </a:lnTo>
                  <a:lnTo>
                    <a:pt x="6218187" y="1518765"/>
                  </a:lnTo>
                  <a:lnTo>
                    <a:pt x="6219032" y="1457006"/>
                  </a:lnTo>
                  <a:lnTo>
                    <a:pt x="6219878" y="1518765"/>
                  </a:lnTo>
                  <a:lnTo>
                    <a:pt x="6219878" y="1518765"/>
                  </a:lnTo>
                  <a:lnTo>
                    <a:pt x="6220723" y="1518765"/>
                  </a:lnTo>
                  <a:lnTo>
                    <a:pt x="6221568" y="1491436"/>
                  </a:lnTo>
                  <a:lnTo>
                    <a:pt x="6222413" y="1468146"/>
                  </a:lnTo>
                  <a:lnTo>
                    <a:pt x="6223258" y="1459583"/>
                  </a:lnTo>
                  <a:lnTo>
                    <a:pt x="6224103" y="1450089"/>
                  </a:lnTo>
                  <a:lnTo>
                    <a:pt x="6224948" y="1437155"/>
                  </a:lnTo>
                  <a:lnTo>
                    <a:pt x="6225793" y="1436820"/>
                  </a:lnTo>
                  <a:lnTo>
                    <a:pt x="6226638" y="1412376"/>
                  </a:lnTo>
                  <a:lnTo>
                    <a:pt x="6227483" y="1385790"/>
                  </a:lnTo>
                  <a:lnTo>
                    <a:pt x="6228328" y="1401856"/>
                  </a:lnTo>
                  <a:lnTo>
                    <a:pt x="6229174" y="1416688"/>
                  </a:lnTo>
                  <a:lnTo>
                    <a:pt x="6230019" y="1456103"/>
                  </a:lnTo>
                  <a:lnTo>
                    <a:pt x="6230864" y="1451200"/>
                  </a:lnTo>
                  <a:lnTo>
                    <a:pt x="6231709" y="1440205"/>
                  </a:lnTo>
                  <a:lnTo>
                    <a:pt x="6232554" y="1446963"/>
                  </a:lnTo>
                  <a:lnTo>
                    <a:pt x="6233399" y="1447438"/>
                  </a:lnTo>
                  <a:lnTo>
                    <a:pt x="6234244" y="1518765"/>
                  </a:lnTo>
                  <a:lnTo>
                    <a:pt x="6234244" y="1518765"/>
                  </a:lnTo>
                  <a:lnTo>
                    <a:pt x="6235089" y="1518765"/>
                  </a:lnTo>
                  <a:lnTo>
                    <a:pt x="6235934" y="1453516"/>
                  </a:lnTo>
                  <a:lnTo>
                    <a:pt x="6236779" y="1518765"/>
                  </a:lnTo>
                  <a:lnTo>
                    <a:pt x="6236779" y="1518765"/>
                  </a:lnTo>
                  <a:lnTo>
                    <a:pt x="6237624" y="1518765"/>
                  </a:lnTo>
                  <a:lnTo>
                    <a:pt x="6238470" y="1518765"/>
                  </a:lnTo>
                  <a:lnTo>
                    <a:pt x="6239315" y="1518765"/>
                  </a:lnTo>
                  <a:lnTo>
                    <a:pt x="6240160" y="1518765"/>
                  </a:lnTo>
                  <a:lnTo>
                    <a:pt x="6241005" y="1518765"/>
                  </a:lnTo>
                  <a:lnTo>
                    <a:pt x="6241850" y="1518765"/>
                  </a:lnTo>
                  <a:lnTo>
                    <a:pt x="6242695" y="1518765"/>
                  </a:lnTo>
                  <a:lnTo>
                    <a:pt x="6243540" y="1518765"/>
                  </a:lnTo>
                  <a:lnTo>
                    <a:pt x="6244385" y="1518765"/>
                  </a:lnTo>
                  <a:lnTo>
                    <a:pt x="6245230" y="1518765"/>
                  </a:lnTo>
                  <a:lnTo>
                    <a:pt x="6246075" y="1450560"/>
                  </a:lnTo>
                  <a:lnTo>
                    <a:pt x="6246921" y="1446064"/>
                  </a:lnTo>
                  <a:lnTo>
                    <a:pt x="6247766" y="1454164"/>
                  </a:lnTo>
                  <a:lnTo>
                    <a:pt x="6248611" y="1459315"/>
                  </a:lnTo>
                  <a:lnTo>
                    <a:pt x="6249456" y="1439867"/>
                  </a:lnTo>
                  <a:lnTo>
                    <a:pt x="6250301" y="1447007"/>
                  </a:lnTo>
                  <a:lnTo>
                    <a:pt x="6251146" y="1446879"/>
                  </a:lnTo>
                  <a:lnTo>
                    <a:pt x="6251991" y="1425227"/>
                  </a:lnTo>
                  <a:lnTo>
                    <a:pt x="6252836" y="1419655"/>
                  </a:lnTo>
                  <a:lnTo>
                    <a:pt x="6253681" y="1421925"/>
                  </a:lnTo>
                  <a:lnTo>
                    <a:pt x="6254526" y="1456268"/>
                  </a:lnTo>
                  <a:lnTo>
                    <a:pt x="6255371" y="1490276"/>
                  </a:lnTo>
                  <a:lnTo>
                    <a:pt x="6256217" y="1467648"/>
                  </a:lnTo>
                  <a:lnTo>
                    <a:pt x="6257062" y="1479977"/>
                  </a:lnTo>
                  <a:lnTo>
                    <a:pt x="6257907" y="1476918"/>
                  </a:lnTo>
                  <a:lnTo>
                    <a:pt x="6258752" y="1467104"/>
                  </a:lnTo>
                  <a:lnTo>
                    <a:pt x="6259597" y="1492479"/>
                  </a:lnTo>
                  <a:lnTo>
                    <a:pt x="6260442" y="1474044"/>
                  </a:lnTo>
                  <a:lnTo>
                    <a:pt x="6261287" y="1494882"/>
                  </a:lnTo>
                  <a:lnTo>
                    <a:pt x="6262132" y="1490118"/>
                  </a:lnTo>
                  <a:lnTo>
                    <a:pt x="6262977" y="1478641"/>
                  </a:lnTo>
                  <a:lnTo>
                    <a:pt x="6263822" y="1489387"/>
                  </a:lnTo>
                  <a:lnTo>
                    <a:pt x="6264667" y="1486225"/>
                  </a:lnTo>
                  <a:lnTo>
                    <a:pt x="6265513" y="1478584"/>
                  </a:lnTo>
                  <a:lnTo>
                    <a:pt x="6266358" y="1456699"/>
                  </a:lnTo>
                  <a:lnTo>
                    <a:pt x="6267203" y="1465124"/>
                  </a:lnTo>
                  <a:lnTo>
                    <a:pt x="6268048" y="1478941"/>
                  </a:lnTo>
                  <a:lnTo>
                    <a:pt x="6268893" y="1468706"/>
                  </a:lnTo>
                  <a:lnTo>
                    <a:pt x="6269738" y="1450092"/>
                  </a:lnTo>
                  <a:lnTo>
                    <a:pt x="6270583" y="1455456"/>
                  </a:lnTo>
                  <a:lnTo>
                    <a:pt x="6271428" y="1461992"/>
                  </a:lnTo>
                  <a:lnTo>
                    <a:pt x="6272273" y="1479221"/>
                  </a:lnTo>
                  <a:lnTo>
                    <a:pt x="6273118" y="1473128"/>
                  </a:lnTo>
                  <a:lnTo>
                    <a:pt x="6273963" y="1469648"/>
                  </a:lnTo>
                  <a:lnTo>
                    <a:pt x="6274809" y="1472855"/>
                  </a:lnTo>
                  <a:lnTo>
                    <a:pt x="6275654" y="1472205"/>
                  </a:lnTo>
                  <a:lnTo>
                    <a:pt x="6276499" y="1467361"/>
                  </a:lnTo>
                  <a:lnTo>
                    <a:pt x="6277344" y="1518765"/>
                  </a:lnTo>
                  <a:lnTo>
                    <a:pt x="6277344" y="1518765"/>
                  </a:lnTo>
                  <a:lnTo>
                    <a:pt x="6278189" y="1458681"/>
                  </a:lnTo>
                  <a:lnTo>
                    <a:pt x="6279034" y="1518765"/>
                  </a:lnTo>
                  <a:lnTo>
                    <a:pt x="6279034" y="1518765"/>
                  </a:lnTo>
                  <a:lnTo>
                    <a:pt x="6279879" y="1478835"/>
                  </a:lnTo>
                  <a:lnTo>
                    <a:pt x="6280724" y="1469096"/>
                  </a:lnTo>
                  <a:lnTo>
                    <a:pt x="6281569" y="1518765"/>
                  </a:lnTo>
                  <a:lnTo>
                    <a:pt x="6281569" y="1518765"/>
                  </a:lnTo>
                  <a:lnTo>
                    <a:pt x="6282414" y="1518765"/>
                  </a:lnTo>
                  <a:lnTo>
                    <a:pt x="6283259" y="1490173"/>
                  </a:lnTo>
                  <a:lnTo>
                    <a:pt x="6284105" y="1484844"/>
                  </a:lnTo>
                  <a:lnTo>
                    <a:pt x="6284950" y="1492271"/>
                  </a:lnTo>
                  <a:lnTo>
                    <a:pt x="6285795" y="1494018"/>
                  </a:lnTo>
                  <a:lnTo>
                    <a:pt x="6286640" y="1502457"/>
                  </a:lnTo>
                  <a:lnTo>
                    <a:pt x="6287485" y="1500829"/>
                  </a:lnTo>
                  <a:lnTo>
                    <a:pt x="6288330" y="1494805"/>
                  </a:lnTo>
                  <a:lnTo>
                    <a:pt x="6289175" y="1499732"/>
                  </a:lnTo>
                  <a:lnTo>
                    <a:pt x="6290020" y="1493809"/>
                  </a:lnTo>
                  <a:lnTo>
                    <a:pt x="6290865" y="1485017"/>
                  </a:lnTo>
                  <a:lnTo>
                    <a:pt x="6291710" y="1466033"/>
                  </a:lnTo>
                  <a:lnTo>
                    <a:pt x="6292555" y="1461532"/>
                  </a:lnTo>
                  <a:lnTo>
                    <a:pt x="6293401" y="1468101"/>
                  </a:lnTo>
                  <a:lnTo>
                    <a:pt x="6294246" y="1462815"/>
                  </a:lnTo>
                  <a:lnTo>
                    <a:pt x="6295091" y="1474527"/>
                  </a:lnTo>
                  <a:lnTo>
                    <a:pt x="6295936" y="1518765"/>
                  </a:lnTo>
                  <a:lnTo>
                    <a:pt x="6295936" y="1518765"/>
                  </a:lnTo>
                  <a:lnTo>
                    <a:pt x="6296781" y="1518765"/>
                  </a:lnTo>
                  <a:lnTo>
                    <a:pt x="6297626" y="1466407"/>
                  </a:lnTo>
                  <a:lnTo>
                    <a:pt x="6298471" y="1442698"/>
                  </a:lnTo>
                  <a:lnTo>
                    <a:pt x="6299316" y="1417777"/>
                  </a:lnTo>
                  <a:lnTo>
                    <a:pt x="6300161" y="1459466"/>
                  </a:lnTo>
                  <a:lnTo>
                    <a:pt x="6301006" y="1482367"/>
                  </a:lnTo>
                  <a:lnTo>
                    <a:pt x="6301852" y="1462209"/>
                  </a:lnTo>
                  <a:lnTo>
                    <a:pt x="6302697" y="1518765"/>
                  </a:lnTo>
                  <a:lnTo>
                    <a:pt x="6302697" y="1518765"/>
                  </a:lnTo>
                  <a:lnTo>
                    <a:pt x="6303542" y="1518765"/>
                  </a:lnTo>
                  <a:lnTo>
                    <a:pt x="6304387" y="1518765"/>
                  </a:lnTo>
                  <a:lnTo>
                    <a:pt x="6305232" y="1518765"/>
                  </a:lnTo>
                  <a:lnTo>
                    <a:pt x="6306077" y="1518765"/>
                  </a:lnTo>
                  <a:lnTo>
                    <a:pt x="6306922" y="1472191"/>
                  </a:lnTo>
                  <a:lnTo>
                    <a:pt x="6307767" y="1518765"/>
                  </a:lnTo>
                  <a:lnTo>
                    <a:pt x="6307767" y="1518765"/>
                  </a:lnTo>
                  <a:lnTo>
                    <a:pt x="6308612" y="1466774"/>
                  </a:lnTo>
                  <a:lnTo>
                    <a:pt x="6309457" y="1518765"/>
                  </a:lnTo>
                  <a:lnTo>
                    <a:pt x="6309457" y="1518765"/>
                  </a:lnTo>
                  <a:lnTo>
                    <a:pt x="6310302" y="1518765"/>
                  </a:lnTo>
                  <a:lnTo>
                    <a:pt x="6311148" y="1518765"/>
                  </a:lnTo>
                  <a:lnTo>
                    <a:pt x="6311993" y="1465377"/>
                  </a:lnTo>
                  <a:lnTo>
                    <a:pt x="6312838" y="1518765"/>
                  </a:lnTo>
                  <a:lnTo>
                    <a:pt x="6312838" y="1518765"/>
                  </a:lnTo>
                  <a:lnTo>
                    <a:pt x="6313683" y="1518765"/>
                  </a:lnTo>
                  <a:lnTo>
                    <a:pt x="6314528" y="1518765"/>
                  </a:lnTo>
                  <a:lnTo>
                    <a:pt x="6315373" y="1518765"/>
                  </a:lnTo>
                  <a:lnTo>
                    <a:pt x="6316218" y="1518765"/>
                  </a:lnTo>
                  <a:lnTo>
                    <a:pt x="6317063" y="1518765"/>
                  </a:lnTo>
                  <a:lnTo>
                    <a:pt x="6317908" y="1518765"/>
                  </a:lnTo>
                  <a:lnTo>
                    <a:pt x="6318753" y="1518765"/>
                  </a:lnTo>
                  <a:lnTo>
                    <a:pt x="6319598" y="1518765"/>
                  </a:lnTo>
                  <a:lnTo>
                    <a:pt x="6320444" y="1518765"/>
                  </a:lnTo>
                  <a:lnTo>
                    <a:pt x="6321289" y="1518765"/>
                  </a:lnTo>
                  <a:lnTo>
                    <a:pt x="6322134" y="1518765"/>
                  </a:lnTo>
                  <a:lnTo>
                    <a:pt x="6322979" y="1457801"/>
                  </a:lnTo>
                  <a:lnTo>
                    <a:pt x="6323824" y="1456241"/>
                  </a:lnTo>
                  <a:lnTo>
                    <a:pt x="6324669" y="1518765"/>
                  </a:lnTo>
                  <a:lnTo>
                    <a:pt x="6324669" y="1518765"/>
                  </a:lnTo>
                  <a:lnTo>
                    <a:pt x="6325514" y="1518765"/>
                  </a:lnTo>
                  <a:lnTo>
                    <a:pt x="6326359" y="1518765"/>
                  </a:lnTo>
                  <a:lnTo>
                    <a:pt x="6327204" y="1518765"/>
                  </a:lnTo>
                  <a:lnTo>
                    <a:pt x="6328049" y="1518765"/>
                  </a:lnTo>
                  <a:lnTo>
                    <a:pt x="6328894" y="1518765"/>
                  </a:lnTo>
                  <a:lnTo>
                    <a:pt x="6329740" y="1444364"/>
                  </a:lnTo>
                  <a:lnTo>
                    <a:pt x="6330585" y="1448976"/>
                  </a:lnTo>
                  <a:lnTo>
                    <a:pt x="6331430" y="1451744"/>
                  </a:lnTo>
                  <a:lnTo>
                    <a:pt x="6332275" y="1462146"/>
                  </a:lnTo>
                  <a:lnTo>
                    <a:pt x="6333120" y="1446890"/>
                  </a:lnTo>
                  <a:lnTo>
                    <a:pt x="6333965" y="1457711"/>
                  </a:lnTo>
                  <a:lnTo>
                    <a:pt x="6334810" y="1486471"/>
                  </a:lnTo>
                  <a:lnTo>
                    <a:pt x="6335655" y="1491968"/>
                  </a:lnTo>
                  <a:lnTo>
                    <a:pt x="6336500" y="1493320"/>
                  </a:lnTo>
                  <a:lnTo>
                    <a:pt x="6337345" y="1489241"/>
                  </a:lnTo>
                  <a:lnTo>
                    <a:pt x="6338190" y="1494133"/>
                  </a:lnTo>
                  <a:lnTo>
                    <a:pt x="6339036" y="1495924"/>
                  </a:lnTo>
                  <a:lnTo>
                    <a:pt x="6339881" y="1491686"/>
                  </a:lnTo>
                  <a:lnTo>
                    <a:pt x="6340726" y="1493619"/>
                  </a:lnTo>
                  <a:lnTo>
                    <a:pt x="6341571" y="1518765"/>
                  </a:lnTo>
                  <a:lnTo>
                    <a:pt x="6341571" y="1518765"/>
                  </a:lnTo>
                  <a:lnTo>
                    <a:pt x="6342416" y="1518765"/>
                  </a:lnTo>
                  <a:lnTo>
                    <a:pt x="6343261" y="1473736"/>
                  </a:lnTo>
                  <a:lnTo>
                    <a:pt x="6344106" y="1476093"/>
                  </a:lnTo>
                  <a:lnTo>
                    <a:pt x="6344951" y="1449276"/>
                  </a:lnTo>
                  <a:lnTo>
                    <a:pt x="6345796" y="1435340"/>
                  </a:lnTo>
                  <a:lnTo>
                    <a:pt x="6346641" y="1518765"/>
                  </a:lnTo>
                  <a:lnTo>
                    <a:pt x="6346641" y="1518765"/>
                  </a:lnTo>
                  <a:lnTo>
                    <a:pt x="6347486" y="1518765"/>
                  </a:lnTo>
                  <a:lnTo>
                    <a:pt x="6348332" y="1448772"/>
                  </a:lnTo>
                  <a:lnTo>
                    <a:pt x="6349177" y="1434105"/>
                  </a:lnTo>
                  <a:lnTo>
                    <a:pt x="6350022" y="1435963"/>
                  </a:lnTo>
                  <a:lnTo>
                    <a:pt x="6350867" y="1446727"/>
                  </a:lnTo>
                  <a:lnTo>
                    <a:pt x="6351712" y="1452239"/>
                  </a:lnTo>
                  <a:lnTo>
                    <a:pt x="6352557" y="1437541"/>
                  </a:lnTo>
                  <a:lnTo>
                    <a:pt x="6353402" y="1419637"/>
                  </a:lnTo>
                  <a:lnTo>
                    <a:pt x="6354247" y="1398375"/>
                  </a:lnTo>
                  <a:lnTo>
                    <a:pt x="6355092" y="1429387"/>
                  </a:lnTo>
                  <a:lnTo>
                    <a:pt x="6355937" y="1417145"/>
                  </a:lnTo>
                  <a:lnTo>
                    <a:pt x="6356782" y="1518765"/>
                  </a:lnTo>
                  <a:lnTo>
                    <a:pt x="6356782" y="1518765"/>
                  </a:lnTo>
                  <a:lnTo>
                    <a:pt x="6357628" y="1518765"/>
                  </a:lnTo>
                  <a:lnTo>
                    <a:pt x="6358473" y="1518765"/>
                  </a:lnTo>
                  <a:lnTo>
                    <a:pt x="6359318" y="1466211"/>
                  </a:lnTo>
                  <a:lnTo>
                    <a:pt x="6360163" y="1456778"/>
                  </a:lnTo>
                  <a:lnTo>
                    <a:pt x="6361008" y="1439435"/>
                  </a:lnTo>
                  <a:lnTo>
                    <a:pt x="6361853" y="1442289"/>
                  </a:lnTo>
                  <a:lnTo>
                    <a:pt x="6362698" y="1450334"/>
                  </a:lnTo>
                  <a:lnTo>
                    <a:pt x="6363543" y="1455952"/>
                  </a:lnTo>
                  <a:lnTo>
                    <a:pt x="6364388" y="1518765"/>
                  </a:lnTo>
                  <a:lnTo>
                    <a:pt x="6364388" y="1518765"/>
                  </a:lnTo>
                  <a:lnTo>
                    <a:pt x="6365233" y="1444361"/>
                  </a:lnTo>
                  <a:lnTo>
                    <a:pt x="6366079" y="1442421"/>
                  </a:lnTo>
                  <a:lnTo>
                    <a:pt x="6366924" y="1422372"/>
                  </a:lnTo>
                  <a:lnTo>
                    <a:pt x="6367769" y="1425688"/>
                  </a:lnTo>
                  <a:lnTo>
                    <a:pt x="6368614" y="1419279"/>
                  </a:lnTo>
                  <a:lnTo>
                    <a:pt x="6369459" y="1416849"/>
                  </a:lnTo>
                  <a:lnTo>
                    <a:pt x="6370304" y="1425416"/>
                  </a:lnTo>
                  <a:lnTo>
                    <a:pt x="6371149" y="1415395"/>
                  </a:lnTo>
                  <a:lnTo>
                    <a:pt x="6371994" y="1426726"/>
                  </a:lnTo>
                  <a:lnTo>
                    <a:pt x="6372839" y="1430131"/>
                  </a:lnTo>
                  <a:lnTo>
                    <a:pt x="6373684" y="1444163"/>
                  </a:lnTo>
                  <a:lnTo>
                    <a:pt x="6374529" y="1458172"/>
                  </a:lnTo>
                  <a:lnTo>
                    <a:pt x="6375375" y="1478154"/>
                  </a:lnTo>
                  <a:lnTo>
                    <a:pt x="6376220" y="1488167"/>
                  </a:lnTo>
                  <a:lnTo>
                    <a:pt x="6377065" y="1481350"/>
                  </a:lnTo>
                  <a:lnTo>
                    <a:pt x="6377910" y="1486184"/>
                  </a:lnTo>
                  <a:lnTo>
                    <a:pt x="6378755" y="1518765"/>
                  </a:lnTo>
                  <a:lnTo>
                    <a:pt x="6378755" y="1518765"/>
                  </a:lnTo>
                  <a:lnTo>
                    <a:pt x="6379600" y="1518765"/>
                  </a:lnTo>
                  <a:lnTo>
                    <a:pt x="6380445" y="1445197"/>
                  </a:lnTo>
                  <a:lnTo>
                    <a:pt x="6381290" y="1437835"/>
                  </a:lnTo>
                  <a:lnTo>
                    <a:pt x="6382135" y="1518765"/>
                  </a:lnTo>
                  <a:lnTo>
                    <a:pt x="6382135" y="1518765"/>
                  </a:lnTo>
                  <a:lnTo>
                    <a:pt x="6382980" y="1518765"/>
                  </a:lnTo>
                  <a:lnTo>
                    <a:pt x="6383825" y="1418774"/>
                  </a:lnTo>
                  <a:lnTo>
                    <a:pt x="6384671" y="1425153"/>
                  </a:lnTo>
                  <a:lnTo>
                    <a:pt x="6385516" y="1387801"/>
                  </a:lnTo>
                  <a:lnTo>
                    <a:pt x="6386361" y="1427229"/>
                  </a:lnTo>
                  <a:lnTo>
                    <a:pt x="6387206" y="1420884"/>
                  </a:lnTo>
                  <a:lnTo>
                    <a:pt x="6388051" y="1416252"/>
                  </a:lnTo>
                  <a:lnTo>
                    <a:pt x="6388896" y="1419869"/>
                  </a:lnTo>
                  <a:lnTo>
                    <a:pt x="6389741" y="1419104"/>
                  </a:lnTo>
                  <a:lnTo>
                    <a:pt x="6390586" y="1518765"/>
                  </a:lnTo>
                  <a:lnTo>
                    <a:pt x="6390586" y="1518765"/>
                  </a:lnTo>
                  <a:lnTo>
                    <a:pt x="6391431" y="1518765"/>
                  </a:lnTo>
                  <a:lnTo>
                    <a:pt x="6392276" y="1401324"/>
                  </a:lnTo>
                  <a:lnTo>
                    <a:pt x="6393121" y="1402876"/>
                  </a:lnTo>
                  <a:lnTo>
                    <a:pt x="6393967" y="1518765"/>
                  </a:lnTo>
                  <a:lnTo>
                    <a:pt x="6393967" y="1518765"/>
                  </a:lnTo>
                  <a:lnTo>
                    <a:pt x="6394812" y="1518765"/>
                  </a:lnTo>
                  <a:lnTo>
                    <a:pt x="6395657" y="1416990"/>
                  </a:lnTo>
                  <a:lnTo>
                    <a:pt x="6396502" y="1407911"/>
                  </a:lnTo>
                  <a:lnTo>
                    <a:pt x="6397347" y="1347701"/>
                  </a:lnTo>
                  <a:lnTo>
                    <a:pt x="6398192" y="1335732"/>
                  </a:lnTo>
                  <a:lnTo>
                    <a:pt x="6399037" y="1381546"/>
                  </a:lnTo>
                  <a:lnTo>
                    <a:pt x="6399882" y="1425436"/>
                  </a:lnTo>
                  <a:lnTo>
                    <a:pt x="6400727" y="1437256"/>
                  </a:lnTo>
                  <a:lnTo>
                    <a:pt x="6401572" y="1438511"/>
                  </a:lnTo>
                  <a:lnTo>
                    <a:pt x="6402417" y="1439389"/>
                  </a:lnTo>
                  <a:lnTo>
                    <a:pt x="6403263" y="1428159"/>
                  </a:lnTo>
                  <a:lnTo>
                    <a:pt x="6404108" y="1448565"/>
                  </a:lnTo>
                  <a:lnTo>
                    <a:pt x="6404953" y="1452277"/>
                  </a:lnTo>
                  <a:lnTo>
                    <a:pt x="6405798" y="1471572"/>
                  </a:lnTo>
                  <a:lnTo>
                    <a:pt x="6406643" y="1471620"/>
                  </a:lnTo>
                  <a:lnTo>
                    <a:pt x="6407488" y="1467522"/>
                  </a:lnTo>
                  <a:lnTo>
                    <a:pt x="6408333" y="1487253"/>
                  </a:lnTo>
                  <a:lnTo>
                    <a:pt x="6409178" y="1437517"/>
                  </a:lnTo>
                  <a:lnTo>
                    <a:pt x="6410023" y="1412559"/>
                  </a:lnTo>
                  <a:lnTo>
                    <a:pt x="6410868" y="1399415"/>
                  </a:lnTo>
                  <a:lnTo>
                    <a:pt x="6411713" y="1441292"/>
                  </a:lnTo>
                  <a:lnTo>
                    <a:pt x="6412559" y="1487460"/>
                  </a:lnTo>
                  <a:lnTo>
                    <a:pt x="6413404" y="1446843"/>
                  </a:lnTo>
                  <a:lnTo>
                    <a:pt x="6414249" y="1475293"/>
                  </a:lnTo>
                  <a:lnTo>
                    <a:pt x="6415094" y="1486263"/>
                  </a:lnTo>
                  <a:lnTo>
                    <a:pt x="6415939" y="1478951"/>
                  </a:lnTo>
                  <a:lnTo>
                    <a:pt x="6416784" y="1507440"/>
                  </a:lnTo>
                  <a:lnTo>
                    <a:pt x="6417629" y="1471119"/>
                  </a:lnTo>
                  <a:lnTo>
                    <a:pt x="6418474" y="1464953"/>
                  </a:lnTo>
                  <a:lnTo>
                    <a:pt x="6419319" y="1518765"/>
                  </a:lnTo>
                  <a:lnTo>
                    <a:pt x="6419319" y="1518765"/>
                  </a:lnTo>
                  <a:lnTo>
                    <a:pt x="6420164" y="1518765"/>
                  </a:lnTo>
                  <a:lnTo>
                    <a:pt x="6421009" y="1443732"/>
                  </a:lnTo>
                  <a:lnTo>
                    <a:pt x="6421855" y="1418781"/>
                  </a:lnTo>
                  <a:lnTo>
                    <a:pt x="6422700" y="1518765"/>
                  </a:lnTo>
                  <a:lnTo>
                    <a:pt x="6422700" y="1518765"/>
                  </a:lnTo>
                  <a:lnTo>
                    <a:pt x="6423545" y="1518765"/>
                  </a:lnTo>
                  <a:lnTo>
                    <a:pt x="6424390" y="1518765"/>
                  </a:lnTo>
                  <a:lnTo>
                    <a:pt x="6425235" y="1518765"/>
                  </a:lnTo>
                  <a:lnTo>
                    <a:pt x="6426080" y="1518765"/>
                  </a:lnTo>
                  <a:lnTo>
                    <a:pt x="6426925" y="1423046"/>
                  </a:lnTo>
                  <a:lnTo>
                    <a:pt x="6427770" y="1445160"/>
                  </a:lnTo>
                  <a:lnTo>
                    <a:pt x="6428615" y="1457132"/>
                  </a:lnTo>
                  <a:lnTo>
                    <a:pt x="6429460" y="1453782"/>
                  </a:lnTo>
                  <a:lnTo>
                    <a:pt x="6430306" y="1433103"/>
                  </a:lnTo>
                  <a:lnTo>
                    <a:pt x="6431151" y="1422361"/>
                  </a:lnTo>
                  <a:lnTo>
                    <a:pt x="6431996" y="1409475"/>
                  </a:lnTo>
                  <a:lnTo>
                    <a:pt x="6432841" y="1518765"/>
                  </a:lnTo>
                  <a:lnTo>
                    <a:pt x="6432841" y="1518765"/>
                  </a:lnTo>
                  <a:lnTo>
                    <a:pt x="6433686" y="1518765"/>
                  </a:lnTo>
                  <a:lnTo>
                    <a:pt x="6434531" y="1518765"/>
                  </a:lnTo>
                  <a:lnTo>
                    <a:pt x="6435376" y="1394567"/>
                  </a:lnTo>
                  <a:lnTo>
                    <a:pt x="6436221" y="1386815"/>
                  </a:lnTo>
                  <a:lnTo>
                    <a:pt x="6437066" y="1352484"/>
                  </a:lnTo>
                  <a:lnTo>
                    <a:pt x="6437911" y="1307921"/>
                  </a:lnTo>
                  <a:lnTo>
                    <a:pt x="6438756" y="1322962"/>
                  </a:lnTo>
                  <a:lnTo>
                    <a:pt x="6439602" y="1336707"/>
                  </a:lnTo>
                  <a:lnTo>
                    <a:pt x="6440447" y="1353694"/>
                  </a:lnTo>
                  <a:lnTo>
                    <a:pt x="6441292" y="1347175"/>
                  </a:lnTo>
                  <a:lnTo>
                    <a:pt x="6442137" y="1271057"/>
                  </a:lnTo>
                  <a:lnTo>
                    <a:pt x="6442982" y="1272096"/>
                  </a:lnTo>
                  <a:lnTo>
                    <a:pt x="6443827" y="1266793"/>
                  </a:lnTo>
                  <a:lnTo>
                    <a:pt x="6444672" y="1290940"/>
                  </a:lnTo>
                  <a:lnTo>
                    <a:pt x="6445517" y="1262090"/>
                  </a:lnTo>
                  <a:lnTo>
                    <a:pt x="6446362" y="1312125"/>
                  </a:lnTo>
                  <a:lnTo>
                    <a:pt x="6447207" y="1356174"/>
                  </a:lnTo>
                  <a:lnTo>
                    <a:pt x="6448052" y="1376810"/>
                  </a:lnTo>
                  <a:lnTo>
                    <a:pt x="6448898" y="1400693"/>
                  </a:lnTo>
                  <a:lnTo>
                    <a:pt x="6449743" y="1418854"/>
                  </a:lnTo>
                  <a:lnTo>
                    <a:pt x="6450588" y="1452705"/>
                  </a:lnTo>
                  <a:lnTo>
                    <a:pt x="6451433" y="1451467"/>
                  </a:lnTo>
                  <a:lnTo>
                    <a:pt x="6452278" y="1463386"/>
                  </a:lnTo>
                  <a:lnTo>
                    <a:pt x="6453123" y="1518765"/>
                  </a:lnTo>
                  <a:lnTo>
                    <a:pt x="6453123" y="1518765"/>
                  </a:lnTo>
                  <a:lnTo>
                    <a:pt x="6453968" y="1461251"/>
                  </a:lnTo>
                  <a:lnTo>
                    <a:pt x="6454813" y="1455422"/>
                  </a:lnTo>
                  <a:lnTo>
                    <a:pt x="6455658" y="1434395"/>
                  </a:lnTo>
                  <a:lnTo>
                    <a:pt x="6456503" y="1395617"/>
                  </a:lnTo>
                  <a:lnTo>
                    <a:pt x="6457348" y="1378460"/>
                  </a:lnTo>
                  <a:lnTo>
                    <a:pt x="6458194" y="1393162"/>
                  </a:lnTo>
                  <a:lnTo>
                    <a:pt x="6459039" y="1518765"/>
                  </a:lnTo>
                  <a:lnTo>
                    <a:pt x="6459039" y="1518765"/>
                  </a:lnTo>
                  <a:lnTo>
                    <a:pt x="6459884" y="1518765"/>
                  </a:lnTo>
                  <a:lnTo>
                    <a:pt x="6460729" y="1425939"/>
                  </a:lnTo>
                  <a:lnTo>
                    <a:pt x="6461574" y="1420303"/>
                  </a:lnTo>
                  <a:lnTo>
                    <a:pt x="6462419" y="1416479"/>
                  </a:lnTo>
                  <a:lnTo>
                    <a:pt x="6463264" y="1384523"/>
                  </a:lnTo>
                  <a:lnTo>
                    <a:pt x="6464109" y="1392538"/>
                  </a:lnTo>
                  <a:lnTo>
                    <a:pt x="6464954" y="1408329"/>
                  </a:lnTo>
                  <a:lnTo>
                    <a:pt x="6465799" y="1518765"/>
                  </a:lnTo>
                  <a:lnTo>
                    <a:pt x="6465799" y="1518765"/>
                  </a:lnTo>
                  <a:lnTo>
                    <a:pt x="6466644" y="1436422"/>
                  </a:lnTo>
                  <a:lnTo>
                    <a:pt x="6467490" y="1448766"/>
                  </a:lnTo>
                  <a:lnTo>
                    <a:pt x="6468335" y="1467723"/>
                  </a:lnTo>
                  <a:lnTo>
                    <a:pt x="6469180" y="1480547"/>
                  </a:lnTo>
                  <a:lnTo>
                    <a:pt x="6470025" y="1489207"/>
                  </a:lnTo>
                  <a:lnTo>
                    <a:pt x="6470870" y="1518765"/>
                  </a:lnTo>
                  <a:lnTo>
                    <a:pt x="6470870" y="1518765"/>
                  </a:lnTo>
                  <a:lnTo>
                    <a:pt x="6471715" y="1474964"/>
                  </a:lnTo>
                  <a:lnTo>
                    <a:pt x="6472560" y="1518765"/>
                  </a:lnTo>
                  <a:lnTo>
                    <a:pt x="6472560" y="1518765"/>
                  </a:lnTo>
                  <a:lnTo>
                    <a:pt x="6473405" y="1468351"/>
                  </a:lnTo>
                  <a:lnTo>
                    <a:pt x="6474250" y="1462428"/>
                  </a:lnTo>
                  <a:lnTo>
                    <a:pt x="6475095" y="1518765"/>
                  </a:lnTo>
                  <a:lnTo>
                    <a:pt x="6475095" y="1518765"/>
                  </a:lnTo>
                  <a:lnTo>
                    <a:pt x="6475940" y="1416053"/>
                  </a:lnTo>
                  <a:lnTo>
                    <a:pt x="6476786" y="1518765"/>
                  </a:lnTo>
                  <a:lnTo>
                    <a:pt x="6476786" y="1518765"/>
                  </a:lnTo>
                  <a:lnTo>
                    <a:pt x="6477631" y="1518765"/>
                  </a:lnTo>
                  <a:lnTo>
                    <a:pt x="6478476" y="1518765"/>
                  </a:lnTo>
                  <a:lnTo>
                    <a:pt x="6479321" y="1518765"/>
                  </a:lnTo>
                  <a:lnTo>
                    <a:pt x="6480166" y="1518765"/>
                  </a:lnTo>
                  <a:lnTo>
                    <a:pt x="6481011" y="1518765"/>
                  </a:lnTo>
                  <a:lnTo>
                    <a:pt x="6481856" y="1518765"/>
                  </a:lnTo>
                  <a:lnTo>
                    <a:pt x="6482701" y="1471556"/>
                  </a:lnTo>
                  <a:lnTo>
                    <a:pt x="6483546" y="1480103"/>
                  </a:lnTo>
                  <a:lnTo>
                    <a:pt x="6484391" y="1469753"/>
                  </a:lnTo>
                  <a:lnTo>
                    <a:pt x="6485236" y="1469865"/>
                  </a:lnTo>
                  <a:lnTo>
                    <a:pt x="6486082" y="1458834"/>
                  </a:lnTo>
                  <a:lnTo>
                    <a:pt x="6486927" y="1458455"/>
                  </a:lnTo>
                  <a:lnTo>
                    <a:pt x="6487772" y="1447403"/>
                  </a:lnTo>
                  <a:lnTo>
                    <a:pt x="6488617" y="1430891"/>
                  </a:lnTo>
                  <a:lnTo>
                    <a:pt x="6489462" y="1518765"/>
                  </a:lnTo>
                  <a:lnTo>
                    <a:pt x="6489462" y="1518765"/>
                  </a:lnTo>
                  <a:lnTo>
                    <a:pt x="6490307" y="1518765"/>
                  </a:lnTo>
                  <a:lnTo>
                    <a:pt x="6491152" y="1414784"/>
                  </a:lnTo>
                  <a:lnTo>
                    <a:pt x="6491997" y="1391303"/>
                  </a:lnTo>
                  <a:lnTo>
                    <a:pt x="6492842" y="1352962"/>
                  </a:lnTo>
                  <a:lnTo>
                    <a:pt x="6493687" y="1340165"/>
                  </a:lnTo>
                  <a:lnTo>
                    <a:pt x="6494533" y="1518765"/>
                  </a:lnTo>
                  <a:lnTo>
                    <a:pt x="6494533" y="1518765"/>
                  </a:lnTo>
                  <a:lnTo>
                    <a:pt x="6495378" y="1392605"/>
                  </a:lnTo>
                  <a:lnTo>
                    <a:pt x="6496223" y="1407477"/>
                  </a:lnTo>
                  <a:lnTo>
                    <a:pt x="6497068" y="1401915"/>
                  </a:lnTo>
                  <a:lnTo>
                    <a:pt x="6497913" y="1388111"/>
                  </a:lnTo>
                  <a:lnTo>
                    <a:pt x="6498758" y="1369754"/>
                  </a:lnTo>
                  <a:lnTo>
                    <a:pt x="6499603" y="1379777"/>
                  </a:lnTo>
                  <a:lnTo>
                    <a:pt x="6500448" y="1414357"/>
                  </a:lnTo>
                  <a:lnTo>
                    <a:pt x="6501293" y="1423706"/>
                  </a:lnTo>
                  <a:lnTo>
                    <a:pt x="6502138" y="1423277"/>
                  </a:lnTo>
                  <a:lnTo>
                    <a:pt x="6502983" y="1518765"/>
                  </a:lnTo>
                  <a:lnTo>
                    <a:pt x="6502983" y="1518765"/>
                  </a:lnTo>
                  <a:lnTo>
                    <a:pt x="6503829" y="1415211"/>
                  </a:lnTo>
                  <a:lnTo>
                    <a:pt x="6504674" y="1426991"/>
                  </a:lnTo>
                  <a:lnTo>
                    <a:pt x="6505519" y="1425304"/>
                  </a:lnTo>
                  <a:lnTo>
                    <a:pt x="6506364" y="1408386"/>
                  </a:lnTo>
                  <a:lnTo>
                    <a:pt x="6507209" y="1400765"/>
                  </a:lnTo>
                  <a:lnTo>
                    <a:pt x="6508054" y="1424929"/>
                  </a:lnTo>
                  <a:lnTo>
                    <a:pt x="6508899" y="1413932"/>
                  </a:lnTo>
                  <a:lnTo>
                    <a:pt x="6509744" y="1395340"/>
                  </a:lnTo>
                  <a:lnTo>
                    <a:pt x="6510589" y="1518765"/>
                  </a:lnTo>
                  <a:lnTo>
                    <a:pt x="6510589" y="1518765"/>
                  </a:lnTo>
                  <a:lnTo>
                    <a:pt x="6511434" y="1518765"/>
                  </a:lnTo>
                  <a:lnTo>
                    <a:pt x="6512279" y="1336284"/>
                  </a:lnTo>
                  <a:lnTo>
                    <a:pt x="6513125" y="1329509"/>
                  </a:lnTo>
                  <a:lnTo>
                    <a:pt x="6513970" y="1518765"/>
                  </a:lnTo>
                  <a:lnTo>
                    <a:pt x="6513970" y="1518765"/>
                  </a:lnTo>
                  <a:lnTo>
                    <a:pt x="6514815" y="1518765"/>
                  </a:lnTo>
                  <a:lnTo>
                    <a:pt x="6515660" y="1425011"/>
                  </a:lnTo>
                  <a:lnTo>
                    <a:pt x="6516505" y="1437010"/>
                  </a:lnTo>
                  <a:lnTo>
                    <a:pt x="6517350" y="1446420"/>
                  </a:lnTo>
                  <a:lnTo>
                    <a:pt x="6518195" y="1435259"/>
                  </a:lnTo>
                  <a:lnTo>
                    <a:pt x="6519040" y="1424463"/>
                  </a:lnTo>
                  <a:lnTo>
                    <a:pt x="6519885" y="1428685"/>
                  </a:lnTo>
                  <a:lnTo>
                    <a:pt x="6520730" y="1442718"/>
                  </a:lnTo>
                  <a:lnTo>
                    <a:pt x="6521575" y="1460515"/>
                  </a:lnTo>
                  <a:lnTo>
                    <a:pt x="6522421" y="1452912"/>
                  </a:lnTo>
                  <a:lnTo>
                    <a:pt x="6523266" y="1450260"/>
                  </a:lnTo>
                  <a:lnTo>
                    <a:pt x="6524111" y="1444910"/>
                  </a:lnTo>
                  <a:lnTo>
                    <a:pt x="6524956" y="1433985"/>
                  </a:lnTo>
                  <a:lnTo>
                    <a:pt x="6525801" y="1395172"/>
                  </a:lnTo>
                  <a:lnTo>
                    <a:pt x="6526646" y="1352574"/>
                  </a:lnTo>
                  <a:lnTo>
                    <a:pt x="6527491" y="1342580"/>
                  </a:lnTo>
                  <a:lnTo>
                    <a:pt x="6528336" y="1351724"/>
                  </a:lnTo>
                  <a:lnTo>
                    <a:pt x="6529181" y="1316611"/>
                  </a:lnTo>
                  <a:lnTo>
                    <a:pt x="6530026" y="1281836"/>
                  </a:lnTo>
                  <a:lnTo>
                    <a:pt x="6530871" y="1340443"/>
                  </a:lnTo>
                  <a:lnTo>
                    <a:pt x="6531717" y="1362622"/>
                  </a:lnTo>
                  <a:lnTo>
                    <a:pt x="6532562" y="1384495"/>
                  </a:lnTo>
                  <a:lnTo>
                    <a:pt x="6533407" y="1293202"/>
                  </a:lnTo>
                  <a:lnTo>
                    <a:pt x="6534252" y="1329055"/>
                  </a:lnTo>
                  <a:lnTo>
                    <a:pt x="6535097" y="1370454"/>
                  </a:lnTo>
                  <a:lnTo>
                    <a:pt x="6535942" y="1400411"/>
                  </a:lnTo>
                  <a:lnTo>
                    <a:pt x="6536787" y="1395801"/>
                  </a:lnTo>
                  <a:lnTo>
                    <a:pt x="6537632" y="1346170"/>
                  </a:lnTo>
                  <a:lnTo>
                    <a:pt x="6538477" y="1518765"/>
                  </a:lnTo>
                  <a:lnTo>
                    <a:pt x="6538477" y="1518765"/>
                  </a:lnTo>
                  <a:lnTo>
                    <a:pt x="6539322" y="1518765"/>
                  </a:lnTo>
                  <a:lnTo>
                    <a:pt x="6540167" y="1350369"/>
                  </a:lnTo>
                  <a:lnTo>
                    <a:pt x="6541013" y="1358438"/>
                  </a:lnTo>
                  <a:lnTo>
                    <a:pt x="6541858" y="1518765"/>
                  </a:lnTo>
                  <a:lnTo>
                    <a:pt x="6541858" y="1518765"/>
                  </a:lnTo>
                  <a:lnTo>
                    <a:pt x="6542703" y="1518765"/>
                  </a:lnTo>
                  <a:lnTo>
                    <a:pt x="6543548" y="1437058"/>
                  </a:lnTo>
                  <a:lnTo>
                    <a:pt x="6544393" y="1436852"/>
                  </a:lnTo>
                  <a:lnTo>
                    <a:pt x="6545238" y="1435212"/>
                  </a:lnTo>
                  <a:lnTo>
                    <a:pt x="6546083" y="1420986"/>
                  </a:lnTo>
                  <a:lnTo>
                    <a:pt x="6546928" y="1427572"/>
                  </a:lnTo>
                  <a:lnTo>
                    <a:pt x="6547773" y="1393991"/>
                  </a:lnTo>
                  <a:lnTo>
                    <a:pt x="6548618" y="1518765"/>
                  </a:lnTo>
                  <a:lnTo>
                    <a:pt x="6548618" y="1518765"/>
                  </a:lnTo>
                  <a:lnTo>
                    <a:pt x="6549463" y="1518765"/>
                  </a:lnTo>
                  <a:lnTo>
                    <a:pt x="6550309" y="1400152"/>
                  </a:lnTo>
                  <a:lnTo>
                    <a:pt x="6551154" y="1384410"/>
                  </a:lnTo>
                  <a:lnTo>
                    <a:pt x="6551999" y="1370519"/>
                  </a:lnTo>
                  <a:lnTo>
                    <a:pt x="6552844" y="1392585"/>
                  </a:lnTo>
                  <a:lnTo>
                    <a:pt x="6553689" y="1419552"/>
                  </a:lnTo>
                  <a:lnTo>
                    <a:pt x="6554534" y="1420942"/>
                  </a:lnTo>
                  <a:lnTo>
                    <a:pt x="6555379" y="1429903"/>
                  </a:lnTo>
                  <a:lnTo>
                    <a:pt x="6556224" y="1437598"/>
                  </a:lnTo>
                  <a:lnTo>
                    <a:pt x="6557069" y="1410606"/>
                  </a:lnTo>
                  <a:lnTo>
                    <a:pt x="6557914" y="1392864"/>
                  </a:lnTo>
                  <a:lnTo>
                    <a:pt x="6558760" y="1411434"/>
                  </a:lnTo>
                  <a:lnTo>
                    <a:pt x="6559605" y="1436234"/>
                  </a:lnTo>
                  <a:lnTo>
                    <a:pt x="6560450" y="1451176"/>
                  </a:lnTo>
                  <a:lnTo>
                    <a:pt x="6561295" y="1424364"/>
                  </a:lnTo>
                  <a:lnTo>
                    <a:pt x="6562140" y="1428091"/>
                  </a:lnTo>
                  <a:lnTo>
                    <a:pt x="6562985" y="1401279"/>
                  </a:lnTo>
                  <a:lnTo>
                    <a:pt x="6563830" y="1384912"/>
                  </a:lnTo>
                  <a:lnTo>
                    <a:pt x="6564675" y="1360618"/>
                  </a:lnTo>
                  <a:lnTo>
                    <a:pt x="6565520" y="1327379"/>
                  </a:lnTo>
                  <a:lnTo>
                    <a:pt x="6566365" y="1292393"/>
                  </a:lnTo>
                  <a:lnTo>
                    <a:pt x="6567210" y="1256050"/>
                  </a:lnTo>
                  <a:lnTo>
                    <a:pt x="6568056" y="1281290"/>
                  </a:lnTo>
                  <a:lnTo>
                    <a:pt x="6568901" y="1290295"/>
                  </a:lnTo>
                  <a:lnTo>
                    <a:pt x="6569746" y="1268002"/>
                  </a:lnTo>
                  <a:lnTo>
                    <a:pt x="6570591" y="1248198"/>
                  </a:lnTo>
                  <a:lnTo>
                    <a:pt x="6571436" y="1265372"/>
                  </a:lnTo>
                  <a:lnTo>
                    <a:pt x="6572281" y="1300461"/>
                  </a:lnTo>
                  <a:lnTo>
                    <a:pt x="6573126" y="1274503"/>
                  </a:lnTo>
                  <a:lnTo>
                    <a:pt x="6573971" y="1257759"/>
                  </a:lnTo>
                  <a:lnTo>
                    <a:pt x="6574816" y="1279429"/>
                  </a:lnTo>
                  <a:lnTo>
                    <a:pt x="6575661" y="1353223"/>
                  </a:lnTo>
                  <a:lnTo>
                    <a:pt x="6576506" y="1385773"/>
                  </a:lnTo>
                  <a:lnTo>
                    <a:pt x="6577352" y="1392130"/>
                  </a:lnTo>
                  <a:lnTo>
                    <a:pt x="6578197" y="1385012"/>
                  </a:lnTo>
                  <a:lnTo>
                    <a:pt x="6579042" y="1401024"/>
                  </a:lnTo>
                  <a:lnTo>
                    <a:pt x="6579887" y="1416916"/>
                  </a:lnTo>
                  <a:lnTo>
                    <a:pt x="6580732" y="1396847"/>
                  </a:lnTo>
                  <a:lnTo>
                    <a:pt x="6581577" y="1407542"/>
                  </a:lnTo>
                  <a:lnTo>
                    <a:pt x="6582422" y="1380854"/>
                  </a:lnTo>
                  <a:lnTo>
                    <a:pt x="6583267" y="1380064"/>
                  </a:lnTo>
                  <a:lnTo>
                    <a:pt x="6584112" y="1382718"/>
                  </a:lnTo>
                  <a:lnTo>
                    <a:pt x="6584957" y="1339132"/>
                  </a:lnTo>
                  <a:lnTo>
                    <a:pt x="6585802" y="1296466"/>
                  </a:lnTo>
                  <a:lnTo>
                    <a:pt x="6586648" y="1308199"/>
                  </a:lnTo>
                  <a:lnTo>
                    <a:pt x="6587493" y="1350614"/>
                  </a:lnTo>
                  <a:lnTo>
                    <a:pt x="6588338" y="1384453"/>
                  </a:lnTo>
                  <a:lnTo>
                    <a:pt x="6589183" y="1323371"/>
                  </a:lnTo>
                  <a:lnTo>
                    <a:pt x="6590028" y="1293709"/>
                  </a:lnTo>
                  <a:lnTo>
                    <a:pt x="6590873" y="1351108"/>
                  </a:lnTo>
                  <a:lnTo>
                    <a:pt x="6591718" y="1371002"/>
                  </a:lnTo>
                  <a:lnTo>
                    <a:pt x="6592563" y="1384441"/>
                  </a:lnTo>
                  <a:lnTo>
                    <a:pt x="6593408" y="1296988"/>
                  </a:lnTo>
                  <a:lnTo>
                    <a:pt x="6594253" y="1315497"/>
                  </a:lnTo>
                  <a:lnTo>
                    <a:pt x="6595098" y="1395657"/>
                  </a:lnTo>
                  <a:lnTo>
                    <a:pt x="6595944" y="1418245"/>
                  </a:lnTo>
                  <a:lnTo>
                    <a:pt x="6596789" y="1417620"/>
                  </a:lnTo>
                  <a:lnTo>
                    <a:pt x="6597634" y="1410514"/>
                  </a:lnTo>
                  <a:lnTo>
                    <a:pt x="6598479" y="1403605"/>
                  </a:lnTo>
                  <a:lnTo>
                    <a:pt x="6599324" y="1407102"/>
                  </a:lnTo>
                  <a:lnTo>
                    <a:pt x="6600169" y="1408930"/>
                  </a:lnTo>
                  <a:lnTo>
                    <a:pt x="6601014" y="1413075"/>
                  </a:lnTo>
                  <a:lnTo>
                    <a:pt x="6601859" y="1411178"/>
                  </a:lnTo>
                  <a:lnTo>
                    <a:pt x="6602704" y="1430489"/>
                  </a:lnTo>
                  <a:lnTo>
                    <a:pt x="6603549" y="1437559"/>
                  </a:lnTo>
                  <a:lnTo>
                    <a:pt x="6604394" y="1464061"/>
                  </a:lnTo>
                  <a:lnTo>
                    <a:pt x="6605240" y="1480725"/>
                  </a:lnTo>
                  <a:lnTo>
                    <a:pt x="6606085" y="1451069"/>
                  </a:lnTo>
                  <a:lnTo>
                    <a:pt x="6606930" y="1437543"/>
                  </a:lnTo>
                  <a:lnTo>
                    <a:pt x="6607775" y="1427577"/>
                  </a:lnTo>
                  <a:lnTo>
                    <a:pt x="6608620" y="1446938"/>
                  </a:lnTo>
                  <a:lnTo>
                    <a:pt x="6609465" y="1442457"/>
                  </a:lnTo>
                  <a:lnTo>
                    <a:pt x="6610310" y="1420969"/>
                  </a:lnTo>
                  <a:lnTo>
                    <a:pt x="6611155" y="1518765"/>
                  </a:lnTo>
                  <a:lnTo>
                    <a:pt x="6611155" y="1518765"/>
                  </a:lnTo>
                  <a:lnTo>
                    <a:pt x="6612000" y="1392789"/>
                  </a:lnTo>
                  <a:lnTo>
                    <a:pt x="6612845" y="1518765"/>
                  </a:lnTo>
                  <a:lnTo>
                    <a:pt x="6612845" y="1518765"/>
                  </a:lnTo>
                  <a:lnTo>
                    <a:pt x="6613690" y="1452601"/>
                  </a:lnTo>
                  <a:lnTo>
                    <a:pt x="6614536" y="1436954"/>
                  </a:lnTo>
                  <a:lnTo>
                    <a:pt x="6615381" y="1468474"/>
                  </a:lnTo>
                  <a:lnTo>
                    <a:pt x="6616226" y="1454698"/>
                  </a:lnTo>
                  <a:lnTo>
                    <a:pt x="6617071" y="1425769"/>
                  </a:lnTo>
                  <a:lnTo>
                    <a:pt x="6617916" y="1424623"/>
                  </a:lnTo>
                  <a:lnTo>
                    <a:pt x="6618761" y="1409694"/>
                  </a:lnTo>
                  <a:lnTo>
                    <a:pt x="6619606" y="1407885"/>
                  </a:lnTo>
                  <a:lnTo>
                    <a:pt x="6620451" y="1413791"/>
                  </a:lnTo>
                  <a:lnTo>
                    <a:pt x="6621296" y="1431976"/>
                  </a:lnTo>
                  <a:lnTo>
                    <a:pt x="6622141" y="1430358"/>
                  </a:lnTo>
                  <a:lnTo>
                    <a:pt x="6622987" y="1518765"/>
                  </a:lnTo>
                  <a:lnTo>
                    <a:pt x="6622987" y="1518765"/>
                  </a:lnTo>
                  <a:lnTo>
                    <a:pt x="6623832" y="1438808"/>
                  </a:lnTo>
                  <a:lnTo>
                    <a:pt x="6624677" y="1518765"/>
                  </a:lnTo>
                  <a:lnTo>
                    <a:pt x="6624677" y="1518765"/>
                  </a:lnTo>
                  <a:lnTo>
                    <a:pt x="6625522" y="1518765"/>
                  </a:lnTo>
                  <a:lnTo>
                    <a:pt x="6626367" y="1399337"/>
                  </a:lnTo>
                  <a:lnTo>
                    <a:pt x="6627212" y="1403204"/>
                  </a:lnTo>
                  <a:lnTo>
                    <a:pt x="6628057" y="1386547"/>
                  </a:lnTo>
                  <a:lnTo>
                    <a:pt x="6628902" y="1387343"/>
                  </a:lnTo>
                  <a:lnTo>
                    <a:pt x="6629747" y="1405810"/>
                  </a:lnTo>
                  <a:lnTo>
                    <a:pt x="6630592" y="1397640"/>
                  </a:lnTo>
                  <a:lnTo>
                    <a:pt x="6631437" y="1425748"/>
                  </a:lnTo>
                  <a:lnTo>
                    <a:pt x="6632283" y="1413721"/>
                  </a:lnTo>
                  <a:lnTo>
                    <a:pt x="6633128" y="1415826"/>
                  </a:lnTo>
                  <a:lnTo>
                    <a:pt x="6633973" y="1432485"/>
                  </a:lnTo>
                  <a:lnTo>
                    <a:pt x="6634818" y="1411845"/>
                  </a:lnTo>
                  <a:lnTo>
                    <a:pt x="6635663" y="1346153"/>
                  </a:lnTo>
                  <a:lnTo>
                    <a:pt x="6636508" y="1375928"/>
                  </a:lnTo>
                  <a:lnTo>
                    <a:pt x="6637353" y="1392627"/>
                  </a:lnTo>
                  <a:lnTo>
                    <a:pt x="6638198" y="1415289"/>
                  </a:lnTo>
                  <a:lnTo>
                    <a:pt x="6639043" y="1394228"/>
                  </a:lnTo>
                  <a:lnTo>
                    <a:pt x="6639888" y="1392222"/>
                  </a:lnTo>
                  <a:lnTo>
                    <a:pt x="6640733" y="1373809"/>
                  </a:lnTo>
                  <a:lnTo>
                    <a:pt x="6641579" y="1383139"/>
                  </a:lnTo>
                  <a:lnTo>
                    <a:pt x="6642424" y="1394093"/>
                  </a:lnTo>
                  <a:lnTo>
                    <a:pt x="6643269" y="1333837"/>
                  </a:lnTo>
                  <a:lnTo>
                    <a:pt x="6644114" y="1335906"/>
                  </a:lnTo>
                  <a:lnTo>
                    <a:pt x="6644959" y="1331562"/>
                  </a:lnTo>
                  <a:lnTo>
                    <a:pt x="6645804" y="1392418"/>
                  </a:lnTo>
                  <a:lnTo>
                    <a:pt x="6646649" y="1377671"/>
                  </a:lnTo>
                  <a:lnTo>
                    <a:pt x="6647494" y="1392459"/>
                  </a:lnTo>
                  <a:lnTo>
                    <a:pt x="6648339" y="1399968"/>
                  </a:lnTo>
                  <a:lnTo>
                    <a:pt x="6649184" y="1408296"/>
                  </a:lnTo>
                  <a:lnTo>
                    <a:pt x="6650029" y="1393954"/>
                  </a:lnTo>
                  <a:lnTo>
                    <a:pt x="6650875" y="1378351"/>
                  </a:lnTo>
                  <a:lnTo>
                    <a:pt x="6651720" y="1391577"/>
                  </a:lnTo>
                  <a:lnTo>
                    <a:pt x="6652565" y="1399443"/>
                  </a:lnTo>
                  <a:lnTo>
                    <a:pt x="6653410" y="1406380"/>
                  </a:lnTo>
                  <a:lnTo>
                    <a:pt x="6654255" y="1393064"/>
                  </a:lnTo>
                  <a:lnTo>
                    <a:pt x="6655100" y="1422299"/>
                  </a:lnTo>
                  <a:lnTo>
                    <a:pt x="6655945" y="1431779"/>
                  </a:lnTo>
                  <a:lnTo>
                    <a:pt x="6656790" y="1412688"/>
                  </a:lnTo>
                  <a:lnTo>
                    <a:pt x="6657635" y="1371270"/>
                  </a:lnTo>
                  <a:lnTo>
                    <a:pt x="6658480" y="1362481"/>
                  </a:lnTo>
                  <a:lnTo>
                    <a:pt x="6659325" y="1373926"/>
                  </a:lnTo>
                  <a:lnTo>
                    <a:pt x="6660171" y="1347627"/>
                  </a:lnTo>
                  <a:lnTo>
                    <a:pt x="6661016" y="1312062"/>
                  </a:lnTo>
                  <a:lnTo>
                    <a:pt x="6661861" y="1285779"/>
                  </a:lnTo>
                  <a:lnTo>
                    <a:pt x="6662706" y="1305380"/>
                  </a:lnTo>
                  <a:lnTo>
                    <a:pt x="6663551" y="1518765"/>
                  </a:lnTo>
                  <a:lnTo>
                    <a:pt x="6663551" y="1518765"/>
                  </a:lnTo>
                  <a:lnTo>
                    <a:pt x="6664396" y="1335721"/>
                  </a:lnTo>
                  <a:lnTo>
                    <a:pt x="6665241" y="1338294"/>
                  </a:lnTo>
                  <a:lnTo>
                    <a:pt x="6666086" y="1328616"/>
                  </a:lnTo>
                  <a:lnTo>
                    <a:pt x="6666931" y="1331964"/>
                  </a:lnTo>
                  <a:lnTo>
                    <a:pt x="6667776" y="1297222"/>
                  </a:lnTo>
                  <a:lnTo>
                    <a:pt x="6668621" y="1259428"/>
                  </a:lnTo>
                  <a:lnTo>
                    <a:pt x="6669467" y="1518765"/>
                  </a:lnTo>
                  <a:lnTo>
                    <a:pt x="6669467" y="1518765"/>
                  </a:lnTo>
                  <a:lnTo>
                    <a:pt x="6670312" y="1518765"/>
                  </a:lnTo>
                  <a:lnTo>
                    <a:pt x="6671157" y="1223754"/>
                  </a:lnTo>
                  <a:lnTo>
                    <a:pt x="6672002" y="1205152"/>
                  </a:lnTo>
                  <a:lnTo>
                    <a:pt x="6672847" y="1191326"/>
                  </a:lnTo>
                  <a:lnTo>
                    <a:pt x="6673692" y="1174676"/>
                  </a:lnTo>
                  <a:lnTo>
                    <a:pt x="6674537" y="1175188"/>
                  </a:lnTo>
                  <a:lnTo>
                    <a:pt x="6675382" y="1203506"/>
                  </a:lnTo>
                  <a:lnTo>
                    <a:pt x="6676227" y="1244694"/>
                  </a:lnTo>
                  <a:lnTo>
                    <a:pt x="6677072" y="1273434"/>
                  </a:lnTo>
                  <a:lnTo>
                    <a:pt x="6677917" y="1276155"/>
                  </a:lnTo>
                  <a:lnTo>
                    <a:pt x="6678763" y="1236062"/>
                  </a:lnTo>
                  <a:lnTo>
                    <a:pt x="6679608" y="1284205"/>
                  </a:lnTo>
                  <a:lnTo>
                    <a:pt x="6680453" y="1254899"/>
                  </a:lnTo>
                  <a:lnTo>
                    <a:pt x="6681298" y="1312418"/>
                  </a:lnTo>
                  <a:lnTo>
                    <a:pt x="6682143" y="1312821"/>
                  </a:lnTo>
                  <a:lnTo>
                    <a:pt x="6682988" y="1271230"/>
                  </a:lnTo>
                  <a:lnTo>
                    <a:pt x="6683833" y="1286341"/>
                  </a:lnTo>
                  <a:lnTo>
                    <a:pt x="6684678" y="1288023"/>
                  </a:lnTo>
                  <a:lnTo>
                    <a:pt x="6685523" y="1341632"/>
                  </a:lnTo>
                  <a:lnTo>
                    <a:pt x="6686368" y="1360483"/>
                  </a:lnTo>
                  <a:lnTo>
                    <a:pt x="6687214" y="1333281"/>
                  </a:lnTo>
                  <a:lnTo>
                    <a:pt x="6688059" y="1328078"/>
                  </a:lnTo>
                  <a:lnTo>
                    <a:pt x="6688904" y="1317773"/>
                  </a:lnTo>
                  <a:lnTo>
                    <a:pt x="6689749" y="1290322"/>
                  </a:lnTo>
                  <a:lnTo>
                    <a:pt x="6690594" y="1518765"/>
                  </a:lnTo>
                  <a:lnTo>
                    <a:pt x="6690594" y="1518765"/>
                  </a:lnTo>
                  <a:lnTo>
                    <a:pt x="6691439" y="1286765"/>
                  </a:lnTo>
                  <a:lnTo>
                    <a:pt x="6692284" y="1320091"/>
                  </a:lnTo>
                  <a:lnTo>
                    <a:pt x="6693129" y="1320844"/>
                  </a:lnTo>
                  <a:lnTo>
                    <a:pt x="6693974" y="1317489"/>
                  </a:lnTo>
                  <a:lnTo>
                    <a:pt x="6694819" y="1347138"/>
                  </a:lnTo>
                  <a:lnTo>
                    <a:pt x="6695664" y="1324799"/>
                  </a:lnTo>
                  <a:lnTo>
                    <a:pt x="6696510" y="1518765"/>
                  </a:lnTo>
                  <a:lnTo>
                    <a:pt x="6696510" y="1518765"/>
                  </a:lnTo>
                  <a:lnTo>
                    <a:pt x="6697355" y="1518765"/>
                  </a:lnTo>
                  <a:lnTo>
                    <a:pt x="6698200" y="1518765"/>
                  </a:lnTo>
                  <a:lnTo>
                    <a:pt x="6699045" y="1383860"/>
                  </a:lnTo>
                  <a:lnTo>
                    <a:pt x="6699890" y="1405545"/>
                  </a:lnTo>
                  <a:lnTo>
                    <a:pt x="6700735" y="1418308"/>
                  </a:lnTo>
                  <a:lnTo>
                    <a:pt x="6701580" y="1518765"/>
                  </a:lnTo>
                  <a:lnTo>
                    <a:pt x="6701580" y="1518765"/>
                  </a:lnTo>
                  <a:lnTo>
                    <a:pt x="6702425" y="1518765"/>
                  </a:lnTo>
                  <a:lnTo>
                    <a:pt x="6703270" y="1426406"/>
                  </a:lnTo>
                  <a:lnTo>
                    <a:pt x="6704115" y="1518765"/>
                  </a:lnTo>
                  <a:lnTo>
                    <a:pt x="6704115" y="1518765"/>
                  </a:lnTo>
                  <a:lnTo>
                    <a:pt x="6704960" y="1441124"/>
                  </a:lnTo>
                  <a:lnTo>
                    <a:pt x="6705806" y="1443325"/>
                  </a:lnTo>
                  <a:lnTo>
                    <a:pt x="6706651" y="1456950"/>
                  </a:lnTo>
                  <a:lnTo>
                    <a:pt x="6707496" y="1518765"/>
                  </a:lnTo>
                  <a:lnTo>
                    <a:pt x="6707496" y="1518765"/>
                  </a:lnTo>
                  <a:lnTo>
                    <a:pt x="6708341" y="1445322"/>
                  </a:lnTo>
                  <a:lnTo>
                    <a:pt x="6709186" y="1459358"/>
                  </a:lnTo>
                  <a:lnTo>
                    <a:pt x="6710031" y="1464630"/>
                  </a:lnTo>
                  <a:lnTo>
                    <a:pt x="6710876" y="1485736"/>
                  </a:lnTo>
                  <a:lnTo>
                    <a:pt x="6711721" y="1488414"/>
                  </a:lnTo>
                  <a:lnTo>
                    <a:pt x="6712566" y="1486977"/>
                  </a:lnTo>
                  <a:lnTo>
                    <a:pt x="6713411" y="1518765"/>
                  </a:lnTo>
                  <a:lnTo>
                    <a:pt x="6713411" y="1518765"/>
                  </a:lnTo>
                  <a:lnTo>
                    <a:pt x="6714256" y="1459200"/>
                  </a:lnTo>
                  <a:lnTo>
                    <a:pt x="6715102" y="1452411"/>
                  </a:lnTo>
                  <a:lnTo>
                    <a:pt x="6715947" y="1425889"/>
                  </a:lnTo>
                  <a:lnTo>
                    <a:pt x="6716792" y="1407212"/>
                  </a:lnTo>
                  <a:lnTo>
                    <a:pt x="6717637" y="1406431"/>
                  </a:lnTo>
                  <a:lnTo>
                    <a:pt x="6718482" y="1391923"/>
                  </a:lnTo>
                  <a:lnTo>
                    <a:pt x="6719327" y="1407159"/>
                  </a:lnTo>
                  <a:lnTo>
                    <a:pt x="6720172" y="1348912"/>
                  </a:lnTo>
                  <a:lnTo>
                    <a:pt x="6721017" y="1312581"/>
                  </a:lnTo>
                  <a:lnTo>
                    <a:pt x="6721862" y="1323016"/>
                  </a:lnTo>
                  <a:lnTo>
                    <a:pt x="6722707" y="1368981"/>
                  </a:lnTo>
                  <a:lnTo>
                    <a:pt x="6723552" y="1367937"/>
                  </a:lnTo>
                  <a:lnTo>
                    <a:pt x="6724398" y="1381687"/>
                  </a:lnTo>
                  <a:lnTo>
                    <a:pt x="6725243" y="1388380"/>
                  </a:lnTo>
                  <a:lnTo>
                    <a:pt x="6726088" y="1385315"/>
                  </a:lnTo>
                  <a:lnTo>
                    <a:pt x="6726933" y="1409336"/>
                  </a:lnTo>
                  <a:lnTo>
                    <a:pt x="6727778" y="1397035"/>
                  </a:lnTo>
                  <a:lnTo>
                    <a:pt x="6728623" y="1385713"/>
                  </a:lnTo>
                  <a:lnTo>
                    <a:pt x="6729468" y="1364114"/>
                  </a:lnTo>
                  <a:lnTo>
                    <a:pt x="6730313" y="1518765"/>
                  </a:lnTo>
                  <a:lnTo>
                    <a:pt x="6730313" y="1518765"/>
                  </a:lnTo>
                  <a:lnTo>
                    <a:pt x="6731158" y="1434950"/>
                  </a:lnTo>
                  <a:lnTo>
                    <a:pt x="6732003" y="1518765"/>
                  </a:lnTo>
                  <a:lnTo>
                    <a:pt x="6732003" y="1518765"/>
                  </a:lnTo>
                  <a:lnTo>
                    <a:pt x="6732848" y="1518765"/>
                  </a:lnTo>
                  <a:lnTo>
                    <a:pt x="6733694" y="1518765"/>
                  </a:lnTo>
                  <a:lnTo>
                    <a:pt x="6734539" y="1518765"/>
                  </a:lnTo>
                  <a:lnTo>
                    <a:pt x="6735384" y="1518765"/>
                  </a:lnTo>
                  <a:lnTo>
                    <a:pt x="6736229" y="1518765"/>
                  </a:lnTo>
                  <a:lnTo>
                    <a:pt x="6737074" y="1518765"/>
                  </a:lnTo>
                  <a:lnTo>
                    <a:pt x="6737919" y="1518765"/>
                  </a:lnTo>
                  <a:lnTo>
                    <a:pt x="6738764" y="1518765"/>
                  </a:lnTo>
                  <a:lnTo>
                    <a:pt x="6739609" y="1518765"/>
                  </a:lnTo>
                  <a:lnTo>
                    <a:pt x="6740454" y="1442905"/>
                  </a:lnTo>
                  <a:lnTo>
                    <a:pt x="6741299" y="1446414"/>
                  </a:lnTo>
                  <a:lnTo>
                    <a:pt x="6742145" y="1452619"/>
                  </a:lnTo>
                  <a:lnTo>
                    <a:pt x="6742990" y="1463170"/>
                  </a:lnTo>
                  <a:lnTo>
                    <a:pt x="6743835" y="1478447"/>
                  </a:lnTo>
                  <a:lnTo>
                    <a:pt x="6744680" y="1478017"/>
                  </a:lnTo>
                  <a:lnTo>
                    <a:pt x="6745525" y="1481152"/>
                  </a:lnTo>
                  <a:lnTo>
                    <a:pt x="6746370" y="1478673"/>
                  </a:lnTo>
                  <a:lnTo>
                    <a:pt x="6747215" y="1484574"/>
                  </a:lnTo>
                  <a:lnTo>
                    <a:pt x="6748060" y="1496570"/>
                  </a:lnTo>
                  <a:lnTo>
                    <a:pt x="6748905" y="1480622"/>
                  </a:lnTo>
                  <a:lnTo>
                    <a:pt x="6749750" y="1490384"/>
                  </a:lnTo>
                  <a:lnTo>
                    <a:pt x="6750595" y="1494585"/>
                  </a:lnTo>
                  <a:lnTo>
                    <a:pt x="6751441" y="1498978"/>
                  </a:lnTo>
                  <a:lnTo>
                    <a:pt x="6752286" y="1494107"/>
                  </a:lnTo>
                  <a:lnTo>
                    <a:pt x="6753131" y="1483391"/>
                  </a:lnTo>
                  <a:lnTo>
                    <a:pt x="6753976" y="1490228"/>
                  </a:lnTo>
                  <a:lnTo>
                    <a:pt x="6754821" y="1475943"/>
                  </a:lnTo>
                  <a:lnTo>
                    <a:pt x="6755666" y="1474583"/>
                  </a:lnTo>
                  <a:lnTo>
                    <a:pt x="6756511" y="1458117"/>
                  </a:lnTo>
                  <a:lnTo>
                    <a:pt x="6757356" y="1460281"/>
                  </a:lnTo>
                  <a:lnTo>
                    <a:pt x="6758201" y="1443032"/>
                  </a:lnTo>
                  <a:lnTo>
                    <a:pt x="6759046" y="1423910"/>
                  </a:lnTo>
                  <a:lnTo>
                    <a:pt x="6759891" y="1352226"/>
                  </a:lnTo>
                  <a:lnTo>
                    <a:pt x="6760737" y="1327090"/>
                  </a:lnTo>
                  <a:lnTo>
                    <a:pt x="6761582" y="1340600"/>
                  </a:lnTo>
                  <a:lnTo>
                    <a:pt x="6762427" y="1518765"/>
                  </a:lnTo>
                  <a:lnTo>
                    <a:pt x="6762427" y="1518765"/>
                  </a:lnTo>
                  <a:lnTo>
                    <a:pt x="6763272" y="1369006"/>
                  </a:lnTo>
                  <a:lnTo>
                    <a:pt x="6764117" y="1401769"/>
                  </a:lnTo>
                  <a:lnTo>
                    <a:pt x="6764962" y="1416455"/>
                  </a:lnTo>
                  <a:lnTo>
                    <a:pt x="6765807" y="1518765"/>
                  </a:lnTo>
                  <a:lnTo>
                    <a:pt x="6765807" y="1518765"/>
                  </a:lnTo>
                  <a:lnTo>
                    <a:pt x="6766652" y="1410585"/>
                  </a:lnTo>
                  <a:lnTo>
                    <a:pt x="6767497" y="1518765"/>
                  </a:lnTo>
                  <a:lnTo>
                    <a:pt x="6767497" y="1518765"/>
                  </a:lnTo>
                  <a:lnTo>
                    <a:pt x="6768342" y="1518765"/>
                  </a:lnTo>
                  <a:lnTo>
                    <a:pt x="6769187" y="1417800"/>
                  </a:lnTo>
                  <a:lnTo>
                    <a:pt x="6770033" y="1424664"/>
                  </a:lnTo>
                  <a:lnTo>
                    <a:pt x="6770878" y="1436347"/>
                  </a:lnTo>
                  <a:lnTo>
                    <a:pt x="6771723" y="1518765"/>
                  </a:lnTo>
                  <a:lnTo>
                    <a:pt x="6771723" y="1518765"/>
                  </a:lnTo>
                  <a:lnTo>
                    <a:pt x="6772568" y="1441280"/>
                  </a:lnTo>
                  <a:lnTo>
                    <a:pt x="6773413" y="1518765"/>
                  </a:lnTo>
                  <a:lnTo>
                    <a:pt x="6773413" y="1518765"/>
                  </a:lnTo>
                  <a:lnTo>
                    <a:pt x="6774258" y="1518765"/>
                  </a:lnTo>
                  <a:lnTo>
                    <a:pt x="6775103" y="1518765"/>
                  </a:lnTo>
                  <a:lnTo>
                    <a:pt x="6775948" y="1377813"/>
                  </a:lnTo>
                  <a:lnTo>
                    <a:pt x="6776793" y="1373965"/>
                  </a:lnTo>
                  <a:lnTo>
                    <a:pt x="6777638" y="1518765"/>
                  </a:lnTo>
                  <a:lnTo>
                    <a:pt x="6777638" y="1518765"/>
                  </a:lnTo>
                  <a:lnTo>
                    <a:pt x="6778483" y="1381507"/>
                  </a:lnTo>
                  <a:lnTo>
                    <a:pt x="6779329" y="1384670"/>
                  </a:lnTo>
                  <a:lnTo>
                    <a:pt x="6780174" y="1518765"/>
                  </a:lnTo>
                  <a:lnTo>
                    <a:pt x="6780174" y="1518765"/>
                  </a:lnTo>
                  <a:lnTo>
                    <a:pt x="6781019" y="1297873"/>
                  </a:lnTo>
                  <a:lnTo>
                    <a:pt x="6781864" y="1313506"/>
                  </a:lnTo>
                  <a:lnTo>
                    <a:pt x="6782709" y="1344662"/>
                  </a:lnTo>
                  <a:lnTo>
                    <a:pt x="6783554" y="1346581"/>
                  </a:lnTo>
                  <a:lnTo>
                    <a:pt x="6784399" y="1518765"/>
                  </a:lnTo>
                  <a:lnTo>
                    <a:pt x="6784399" y="1518765"/>
                  </a:lnTo>
                  <a:lnTo>
                    <a:pt x="6785244" y="1518765"/>
                  </a:lnTo>
                  <a:lnTo>
                    <a:pt x="6786089" y="1271085"/>
                  </a:lnTo>
                  <a:lnTo>
                    <a:pt x="6786934" y="1276339"/>
                  </a:lnTo>
                  <a:lnTo>
                    <a:pt x="6787779" y="1303481"/>
                  </a:lnTo>
                  <a:lnTo>
                    <a:pt x="6788625" y="1321509"/>
                  </a:lnTo>
                  <a:lnTo>
                    <a:pt x="6789470" y="1343741"/>
                  </a:lnTo>
                  <a:lnTo>
                    <a:pt x="6790315" y="1314121"/>
                  </a:lnTo>
                  <a:lnTo>
                    <a:pt x="6791160" y="1299403"/>
                  </a:lnTo>
                  <a:lnTo>
                    <a:pt x="6792005" y="1271110"/>
                  </a:lnTo>
                  <a:lnTo>
                    <a:pt x="6792850" y="1259995"/>
                  </a:lnTo>
                  <a:lnTo>
                    <a:pt x="6793695" y="1239472"/>
                  </a:lnTo>
                  <a:lnTo>
                    <a:pt x="6794540" y="1230235"/>
                  </a:lnTo>
                  <a:lnTo>
                    <a:pt x="6795385" y="1212716"/>
                  </a:lnTo>
                  <a:lnTo>
                    <a:pt x="6796230" y="1250182"/>
                  </a:lnTo>
                  <a:lnTo>
                    <a:pt x="6797075" y="1259195"/>
                  </a:lnTo>
                  <a:lnTo>
                    <a:pt x="6797921" y="1304100"/>
                  </a:lnTo>
                  <a:lnTo>
                    <a:pt x="6798766" y="1325440"/>
                  </a:lnTo>
                  <a:lnTo>
                    <a:pt x="6799611" y="1322903"/>
                  </a:lnTo>
                  <a:lnTo>
                    <a:pt x="6800456" y="1367521"/>
                  </a:lnTo>
                  <a:lnTo>
                    <a:pt x="6801301" y="1372981"/>
                  </a:lnTo>
                  <a:lnTo>
                    <a:pt x="6802146" y="1387071"/>
                  </a:lnTo>
                  <a:lnTo>
                    <a:pt x="6802991" y="1398484"/>
                  </a:lnTo>
                  <a:lnTo>
                    <a:pt x="6803836" y="1405045"/>
                  </a:lnTo>
                  <a:lnTo>
                    <a:pt x="6804681" y="1434514"/>
                  </a:lnTo>
                  <a:lnTo>
                    <a:pt x="6805526" y="1424267"/>
                  </a:lnTo>
                  <a:lnTo>
                    <a:pt x="6806372" y="1518765"/>
                  </a:lnTo>
                  <a:lnTo>
                    <a:pt x="6806372" y="1518765"/>
                  </a:lnTo>
                  <a:lnTo>
                    <a:pt x="6807217" y="1423712"/>
                  </a:lnTo>
                  <a:lnTo>
                    <a:pt x="6808062" y="1424979"/>
                  </a:lnTo>
                  <a:lnTo>
                    <a:pt x="6808907" y="1427998"/>
                  </a:lnTo>
                  <a:lnTo>
                    <a:pt x="6809752" y="1414335"/>
                  </a:lnTo>
                  <a:lnTo>
                    <a:pt x="6810597" y="1365332"/>
                  </a:lnTo>
                  <a:lnTo>
                    <a:pt x="6811442" y="1336929"/>
                  </a:lnTo>
                  <a:lnTo>
                    <a:pt x="6812287" y="1518765"/>
                  </a:lnTo>
                  <a:lnTo>
                    <a:pt x="6812287" y="1518765"/>
                  </a:lnTo>
                  <a:lnTo>
                    <a:pt x="6813132" y="1341388"/>
                  </a:lnTo>
                  <a:lnTo>
                    <a:pt x="6813977" y="1518765"/>
                  </a:lnTo>
                  <a:lnTo>
                    <a:pt x="6813977" y="1518765"/>
                  </a:lnTo>
                  <a:lnTo>
                    <a:pt x="6814822" y="1368822"/>
                  </a:lnTo>
                  <a:lnTo>
                    <a:pt x="6815668" y="1518765"/>
                  </a:lnTo>
                  <a:lnTo>
                    <a:pt x="6815668" y="1518765"/>
                  </a:lnTo>
                  <a:lnTo>
                    <a:pt x="6816513" y="1390482"/>
                  </a:lnTo>
                  <a:lnTo>
                    <a:pt x="6817358" y="1387233"/>
                  </a:lnTo>
                  <a:lnTo>
                    <a:pt x="6818203" y="1409767"/>
                  </a:lnTo>
                  <a:lnTo>
                    <a:pt x="6819048" y="1408147"/>
                  </a:lnTo>
                  <a:lnTo>
                    <a:pt x="6819893" y="1446828"/>
                  </a:lnTo>
                  <a:lnTo>
                    <a:pt x="6820738" y="1437137"/>
                  </a:lnTo>
                  <a:lnTo>
                    <a:pt x="6821583" y="1446496"/>
                  </a:lnTo>
                  <a:lnTo>
                    <a:pt x="6822428" y="1432705"/>
                  </a:lnTo>
                  <a:lnTo>
                    <a:pt x="6823273" y="1428658"/>
                  </a:lnTo>
                  <a:lnTo>
                    <a:pt x="6824118" y="1518765"/>
                  </a:lnTo>
                  <a:lnTo>
                    <a:pt x="6824118" y="1518765"/>
                  </a:lnTo>
                  <a:lnTo>
                    <a:pt x="6824964" y="1390675"/>
                  </a:lnTo>
                  <a:lnTo>
                    <a:pt x="6825809" y="1413238"/>
                  </a:lnTo>
                  <a:lnTo>
                    <a:pt x="6826654" y="1366382"/>
                  </a:lnTo>
                  <a:lnTo>
                    <a:pt x="6827499" y="1518765"/>
                  </a:lnTo>
                  <a:lnTo>
                    <a:pt x="6827499" y="1518765"/>
                  </a:lnTo>
                  <a:lnTo>
                    <a:pt x="6828344" y="1518765"/>
                  </a:lnTo>
                  <a:lnTo>
                    <a:pt x="6829189" y="1518765"/>
                  </a:lnTo>
                  <a:lnTo>
                    <a:pt x="6830034" y="1518765"/>
                  </a:lnTo>
                  <a:lnTo>
                    <a:pt x="6830879" y="1518765"/>
                  </a:lnTo>
                  <a:lnTo>
                    <a:pt x="6831724" y="1415721"/>
                  </a:lnTo>
                  <a:lnTo>
                    <a:pt x="6832569" y="1435390"/>
                  </a:lnTo>
                  <a:lnTo>
                    <a:pt x="6833414" y="1428059"/>
                  </a:lnTo>
                  <a:lnTo>
                    <a:pt x="6834260" y="1518765"/>
                  </a:lnTo>
                  <a:lnTo>
                    <a:pt x="6834260" y="1518765"/>
                  </a:lnTo>
                  <a:lnTo>
                    <a:pt x="6835105" y="1419265"/>
                  </a:lnTo>
                  <a:lnTo>
                    <a:pt x="6835950" y="1518765"/>
                  </a:lnTo>
                  <a:lnTo>
                    <a:pt x="6835950" y="1518765"/>
                  </a:lnTo>
                  <a:lnTo>
                    <a:pt x="6836795" y="1351554"/>
                  </a:lnTo>
                  <a:lnTo>
                    <a:pt x="6837640" y="1300904"/>
                  </a:lnTo>
                  <a:lnTo>
                    <a:pt x="6838485" y="1255186"/>
                  </a:lnTo>
                  <a:lnTo>
                    <a:pt x="6839330" y="1222402"/>
                  </a:lnTo>
                  <a:lnTo>
                    <a:pt x="6840175" y="1223272"/>
                  </a:lnTo>
                  <a:lnTo>
                    <a:pt x="6841020" y="1205971"/>
                  </a:lnTo>
                  <a:lnTo>
                    <a:pt x="6841865" y="1224767"/>
                  </a:lnTo>
                  <a:lnTo>
                    <a:pt x="6842710" y="1200030"/>
                  </a:lnTo>
                  <a:lnTo>
                    <a:pt x="6843556" y="1193562"/>
                  </a:lnTo>
                  <a:lnTo>
                    <a:pt x="6844401" y="1229651"/>
                  </a:lnTo>
                  <a:lnTo>
                    <a:pt x="6845246" y="1211610"/>
                  </a:lnTo>
                  <a:lnTo>
                    <a:pt x="6846091" y="1222778"/>
                  </a:lnTo>
                  <a:lnTo>
                    <a:pt x="6846936" y="1239245"/>
                  </a:lnTo>
                  <a:lnTo>
                    <a:pt x="6847781" y="1272668"/>
                  </a:lnTo>
                  <a:lnTo>
                    <a:pt x="6848626" y="1339352"/>
                  </a:lnTo>
                  <a:lnTo>
                    <a:pt x="6849471" y="1518765"/>
                  </a:lnTo>
                  <a:lnTo>
                    <a:pt x="6849471" y="1518765"/>
                  </a:lnTo>
                  <a:lnTo>
                    <a:pt x="6850316" y="1340628"/>
                  </a:lnTo>
                  <a:lnTo>
                    <a:pt x="6851161" y="1355124"/>
                  </a:lnTo>
                  <a:lnTo>
                    <a:pt x="6852006" y="1365502"/>
                  </a:lnTo>
                  <a:lnTo>
                    <a:pt x="6852852" y="1347782"/>
                  </a:lnTo>
                  <a:lnTo>
                    <a:pt x="6853697" y="1268635"/>
                  </a:lnTo>
                  <a:lnTo>
                    <a:pt x="6854542" y="1254419"/>
                  </a:lnTo>
                  <a:lnTo>
                    <a:pt x="6855387" y="1214431"/>
                  </a:lnTo>
                  <a:lnTo>
                    <a:pt x="6856232" y="1214010"/>
                  </a:lnTo>
                  <a:lnTo>
                    <a:pt x="6857077" y="1216220"/>
                  </a:lnTo>
                  <a:lnTo>
                    <a:pt x="6857922" y="1178643"/>
                  </a:lnTo>
                  <a:lnTo>
                    <a:pt x="6858767" y="1271782"/>
                  </a:lnTo>
                  <a:lnTo>
                    <a:pt x="6859612" y="1355562"/>
                  </a:lnTo>
                  <a:lnTo>
                    <a:pt x="6860457" y="1365229"/>
                  </a:lnTo>
                  <a:lnTo>
                    <a:pt x="6861302" y="1378581"/>
                  </a:lnTo>
                  <a:lnTo>
                    <a:pt x="6862148" y="1362136"/>
                  </a:lnTo>
                  <a:lnTo>
                    <a:pt x="6862993" y="1389511"/>
                  </a:lnTo>
                  <a:lnTo>
                    <a:pt x="6863838" y="1353659"/>
                  </a:lnTo>
                  <a:lnTo>
                    <a:pt x="6864683" y="1356124"/>
                  </a:lnTo>
                  <a:lnTo>
                    <a:pt x="6865528" y="1360914"/>
                  </a:lnTo>
                  <a:lnTo>
                    <a:pt x="6866373" y="1518765"/>
                  </a:lnTo>
                  <a:lnTo>
                    <a:pt x="6866373" y="1518765"/>
                  </a:lnTo>
                  <a:lnTo>
                    <a:pt x="6867218" y="1518765"/>
                  </a:lnTo>
                  <a:lnTo>
                    <a:pt x="6868063" y="1518765"/>
                  </a:lnTo>
                  <a:lnTo>
                    <a:pt x="6868908" y="1237731"/>
                  </a:lnTo>
                  <a:lnTo>
                    <a:pt x="6869753" y="1206058"/>
                  </a:lnTo>
                  <a:lnTo>
                    <a:pt x="6870599" y="1226483"/>
                  </a:lnTo>
                  <a:lnTo>
                    <a:pt x="6871444" y="1191487"/>
                  </a:lnTo>
                  <a:lnTo>
                    <a:pt x="6872289" y="1250310"/>
                  </a:lnTo>
                  <a:lnTo>
                    <a:pt x="6873134" y="1284317"/>
                  </a:lnTo>
                  <a:lnTo>
                    <a:pt x="6873979" y="1315578"/>
                  </a:lnTo>
                  <a:lnTo>
                    <a:pt x="6874824" y="1326783"/>
                  </a:lnTo>
                  <a:lnTo>
                    <a:pt x="6875669" y="1301022"/>
                  </a:lnTo>
                  <a:lnTo>
                    <a:pt x="6876514" y="1313308"/>
                  </a:lnTo>
                  <a:lnTo>
                    <a:pt x="6877359" y="1298354"/>
                  </a:lnTo>
                  <a:lnTo>
                    <a:pt x="6878204" y="1318176"/>
                  </a:lnTo>
                  <a:lnTo>
                    <a:pt x="6879049" y="1330700"/>
                  </a:lnTo>
                  <a:lnTo>
                    <a:pt x="6879895" y="1294113"/>
                  </a:lnTo>
                  <a:lnTo>
                    <a:pt x="6880740" y="1229783"/>
                  </a:lnTo>
                  <a:lnTo>
                    <a:pt x="6881585" y="1518765"/>
                  </a:lnTo>
                  <a:lnTo>
                    <a:pt x="6881585" y="1518765"/>
                  </a:lnTo>
                  <a:lnTo>
                    <a:pt x="6882430" y="1518765"/>
                  </a:lnTo>
                  <a:lnTo>
                    <a:pt x="6883275" y="1192197"/>
                  </a:lnTo>
                  <a:lnTo>
                    <a:pt x="6884120" y="1142680"/>
                  </a:lnTo>
                  <a:lnTo>
                    <a:pt x="6884965" y="1140975"/>
                  </a:lnTo>
                  <a:lnTo>
                    <a:pt x="6885810" y="1126318"/>
                  </a:lnTo>
                  <a:lnTo>
                    <a:pt x="6886655" y="1157947"/>
                  </a:lnTo>
                  <a:lnTo>
                    <a:pt x="6887500" y="1171463"/>
                  </a:lnTo>
                  <a:lnTo>
                    <a:pt x="6888345" y="1196859"/>
                  </a:lnTo>
                  <a:lnTo>
                    <a:pt x="6889191" y="1233111"/>
                  </a:lnTo>
                  <a:lnTo>
                    <a:pt x="6890036" y="1303882"/>
                  </a:lnTo>
                  <a:lnTo>
                    <a:pt x="6890881" y="1334790"/>
                  </a:lnTo>
                  <a:lnTo>
                    <a:pt x="6891726" y="1310593"/>
                  </a:lnTo>
                  <a:lnTo>
                    <a:pt x="6892571" y="1289711"/>
                  </a:lnTo>
                  <a:lnTo>
                    <a:pt x="6893416" y="1323574"/>
                  </a:lnTo>
                  <a:lnTo>
                    <a:pt x="6894261" y="1352553"/>
                  </a:lnTo>
                  <a:lnTo>
                    <a:pt x="6895106" y="1341679"/>
                  </a:lnTo>
                  <a:lnTo>
                    <a:pt x="6895951" y="1329563"/>
                  </a:lnTo>
                  <a:lnTo>
                    <a:pt x="6896796" y="1354595"/>
                  </a:lnTo>
                  <a:lnTo>
                    <a:pt x="6897641" y="1340765"/>
                  </a:lnTo>
                  <a:lnTo>
                    <a:pt x="6898487" y="1298277"/>
                  </a:lnTo>
                  <a:lnTo>
                    <a:pt x="6899332" y="1297438"/>
                  </a:lnTo>
                  <a:lnTo>
                    <a:pt x="6900177" y="1350250"/>
                  </a:lnTo>
                  <a:lnTo>
                    <a:pt x="6901022" y="1389309"/>
                  </a:lnTo>
                  <a:lnTo>
                    <a:pt x="6901867" y="1518765"/>
                  </a:lnTo>
                  <a:lnTo>
                    <a:pt x="6901867" y="1518765"/>
                  </a:lnTo>
                  <a:lnTo>
                    <a:pt x="6902712" y="1518765"/>
                  </a:lnTo>
                  <a:lnTo>
                    <a:pt x="6903557" y="1358555"/>
                  </a:lnTo>
                  <a:lnTo>
                    <a:pt x="6904402" y="1375981"/>
                  </a:lnTo>
                  <a:lnTo>
                    <a:pt x="6905247" y="1373769"/>
                  </a:lnTo>
                  <a:lnTo>
                    <a:pt x="6906092" y="1360345"/>
                  </a:lnTo>
                  <a:lnTo>
                    <a:pt x="6906937" y="1353140"/>
                  </a:lnTo>
                  <a:lnTo>
                    <a:pt x="6907783" y="1346499"/>
                  </a:lnTo>
                  <a:lnTo>
                    <a:pt x="6908628" y="1328919"/>
                  </a:lnTo>
                  <a:lnTo>
                    <a:pt x="6909473" y="1329726"/>
                  </a:lnTo>
                  <a:lnTo>
                    <a:pt x="6910318" y="1313052"/>
                  </a:lnTo>
                  <a:lnTo>
                    <a:pt x="6911163" y="1290965"/>
                  </a:lnTo>
                  <a:lnTo>
                    <a:pt x="6912008" y="1314772"/>
                  </a:lnTo>
                  <a:lnTo>
                    <a:pt x="6912853" y="1349566"/>
                  </a:lnTo>
                  <a:lnTo>
                    <a:pt x="6913698" y="1337309"/>
                  </a:lnTo>
                  <a:lnTo>
                    <a:pt x="6914543" y="1333682"/>
                  </a:lnTo>
                  <a:lnTo>
                    <a:pt x="6915388" y="1518765"/>
                  </a:lnTo>
                  <a:lnTo>
                    <a:pt x="6915388" y="1518765"/>
                  </a:lnTo>
                  <a:lnTo>
                    <a:pt x="6916233" y="1281285"/>
                  </a:lnTo>
                  <a:lnTo>
                    <a:pt x="6917079" y="1518765"/>
                  </a:lnTo>
                  <a:lnTo>
                    <a:pt x="6917079" y="1518765"/>
                  </a:lnTo>
                  <a:lnTo>
                    <a:pt x="6917924" y="1313321"/>
                  </a:lnTo>
                  <a:lnTo>
                    <a:pt x="6918769" y="1321890"/>
                  </a:lnTo>
                  <a:lnTo>
                    <a:pt x="6919614" y="1339496"/>
                  </a:lnTo>
                  <a:lnTo>
                    <a:pt x="6920459" y="1302296"/>
                  </a:lnTo>
                  <a:lnTo>
                    <a:pt x="6921304" y="1275567"/>
                  </a:lnTo>
                  <a:lnTo>
                    <a:pt x="6922149" y="1247608"/>
                  </a:lnTo>
                  <a:lnTo>
                    <a:pt x="6922994" y="1228611"/>
                  </a:lnTo>
                  <a:lnTo>
                    <a:pt x="6923839" y="1256739"/>
                  </a:lnTo>
                  <a:lnTo>
                    <a:pt x="6924684" y="1326388"/>
                  </a:lnTo>
                  <a:lnTo>
                    <a:pt x="6925529" y="1316977"/>
                  </a:lnTo>
                  <a:lnTo>
                    <a:pt x="6926375" y="1305750"/>
                  </a:lnTo>
                  <a:lnTo>
                    <a:pt x="6927220" y="1268440"/>
                  </a:lnTo>
                  <a:lnTo>
                    <a:pt x="6928065" y="1257593"/>
                  </a:lnTo>
                  <a:lnTo>
                    <a:pt x="6928910" y="1274801"/>
                  </a:lnTo>
                  <a:lnTo>
                    <a:pt x="6929755" y="1279333"/>
                  </a:lnTo>
                  <a:lnTo>
                    <a:pt x="6930600" y="1273039"/>
                  </a:lnTo>
                  <a:lnTo>
                    <a:pt x="6931445" y="1518765"/>
                  </a:lnTo>
                  <a:lnTo>
                    <a:pt x="6931445" y="1518765"/>
                  </a:lnTo>
                  <a:lnTo>
                    <a:pt x="6932290" y="1518765"/>
                  </a:lnTo>
                  <a:lnTo>
                    <a:pt x="6933135" y="1518765"/>
                  </a:lnTo>
                  <a:lnTo>
                    <a:pt x="6933980" y="1370148"/>
                  </a:lnTo>
                  <a:lnTo>
                    <a:pt x="6934826" y="1377995"/>
                  </a:lnTo>
                  <a:lnTo>
                    <a:pt x="6935671" y="1395376"/>
                  </a:lnTo>
                  <a:lnTo>
                    <a:pt x="6936516" y="1518765"/>
                  </a:lnTo>
                  <a:lnTo>
                    <a:pt x="6936516" y="1518765"/>
                  </a:lnTo>
                  <a:lnTo>
                    <a:pt x="6937361" y="1518765"/>
                  </a:lnTo>
                  <a:lnTo>
                    <a:pt x="6938206" y="1419277"/>
                  </a:lnTo>
                  <a:lnTo>
                    <a:pt x="6939051" y="1392208"/>
                  </a:lnTo>
                  <a:lnTo>
                    <a:pt x="6939896" y="1378659"/>
                  </a:lnTo>
                  <a:lnTo>
                    <a:pt x="6940741" y="1378957"/>
                  </a:lnTo>
                  <a:lnTo>
                    <a:pt x="6941586" y="1518765"/>
                  </a:lnTo>
                  <a:lnTo>
                    <a:pt x="6941586" y="1518765"/>
                  </a:lnTo>
                  <a:lnTo>
                    <a:pt x="6942431" y="1518765"/>
                  </a:lnTo>
                  <a:lnTo>
                    <a:pt x="6943276" y="1518765"/>
                  </a:lnTo>
                  <a:lnTo>
                    <a:pt x="6944122" y="1202606"/>
                  </a:lnTo>
                  <a:lnTo>
                    <a:pt x="6944967" y="1172237"/>
                  </a:lnTo>
                  <a:lnTo>
                    <a:pt x="6945812" y="1196953"/>
                  </a:lnTo>
                  <a:lnTo>
                    <a:pt x="6946657" y="1209631"/>
                  </a:lnTo>
                  <a:lnTo>
                    <a:pt x="6947502" y="1224459"/>
                  </a:lnTo>
                  <a:lnTo>
                    <a:pt x="6948347" y="1264109"/>
                  </a:lnTo>
                  <a:lnTo>
                    <a:pt x="6949192" y="1302793"/>
                  </a:lnTo>
                  <a:lnTo>
                    <a:pt x="6950037" y="1283072"/>
                  </a:lnTo>
                  <a:lnTo>
                    <a:pt x="6950882" y="1214593"/>
                  </a:lnTo>
                  <a:lnTo>
                    <a:pt x="6951727" y="1182316"/>
                  </a:lnTo>
                  <a:lnTo>
                    <a:pt x="6952572" y="1190826"/>
                  </a:lnTo>
                  <a:lnTo>
                    <a:pt x="6953418" y="1239658"/>
                  </a:lnTo>
                  <a:lnTo>
                    <a:pt x="6954263" y="1251656"/>
                  </a:lnTo>
                  <a:lnTo>
                    <a:pt x="6955108" y="1201104"/>
                  </a:lnTo>
                  <a:lnTo>
                    <a:pt x="6955953" y="1214602"/>
                  </a:lnTo>
                  <a:lnTo>
                    <a:pt x="6956798" y="1153085"/>
                  </a:lnTo>
                  <a:lnTo>
                    <a:pt x="6957643" y="1170391"/>
                  </a:lnTo>
                  <a:lnTo>
                    <a:pt x="6958488" y="1129123"/>
                  </a:lnTo>
                  <a:lnTo>
                    <a:pt x="6959333" y="1102257"/>
                  </a:lnTo>
                  <a:lnTo>
                    <a:pt x="6960178" y="1120289"/>
                  </a:lnTo>
                  <a:lnTo>
                    <a:pt x="6961023" y="1132752"/>
                  </a:lnTo>
                  <a:lnTo>
                    <a:pt x="6961868" y="1117842"/>
                  </a:lnTo>
                  <a:lnTo>
                    <a:pt x="6962714" y="1177944"/>
                  </a:lnTo>
                  <a:lnTo>
                    <a:pt x="6963559" y="1235831"/>
                  </a:lnTo>
                  <a:lnTo>
                    <a:pt x="6964404" y="1294442"/>
                  </a:lnTo>
                  <a:lnTo>
                    <a:pt x="6965249" y="1518765"/>
                  </a:lnTo>
                  <a:lnTo>
                    <a:pt x="6965249" y="1518765"/>
                  </a:lnTo>
                  <a:lnTo>
                    <a:pt x="6966094" y="1337299"/>
                  </a:lnTo>
                  <a:lnTo>
                    <a:pt x="6966939" y="1357783"/>
                  </a:lnTo>
                  <a:lnTo>
                    <a:pt x="6967784" y="1359934"/>
                  </a:lnTo>
                  <a:lnTo>
                    <a:pt x="6968629" y="1376691"/>
                  </a:lnTo>
                  <a:lnTo>
                    <a:pt x="6969474" y="1368354"/>
                  </a:lnTo>
                  <a:lnTo>
                    <a:pt x="6970319" y="1401813"/>
                  </a:lnTo>
                  <a:lnTo>
                    <a:pt x="6971164" y="1410377"/>
                  </a:lnTo>
                  <a:lnTo>
                    <a:pt x="6972010" y="1441748"/>
                  </a:lnTo>
                  <a:lnTo>
                    <a:pt x="6972855" y="1441749"/>
                  </a:lnTo>
                  <a:lnTo>
                    <a:pt x="6973700" y="1422894"/>
                  </a:lnTo>
                  <a:lnTo>
                    <a:pt x="6974545" y="1429582"/>
                  </a:lnTo>
                  <a:lnTo>
                    <a:pt x="6975390" y="1399775"/>
                  </a:lnTo>
                  <a:lnTo>
                    <a:pt x="6976235" y="1440557"/>
                  </a:lnTo>
                  <a:lnTo>
                    <a:pt x="6977080" y="1518765"/>
                  </a:lnTo>
                  <a:lnTo>
                    <a:pt x="6977080" y="1518765"/>
                  </a:lnTo>
                  <a:lnTo>
                    <a:pt x="6977925" y="1518765"/>
                  </a:lnTo>
                  <a:lnTo>
                    <a:pt x="6978770" y="1518765"/>
                  </a:lnTo>
                  <a:lnTo>
                    <a:pt x="6979615" y="1408534"/>
                  </a:lnTo>
                  <a:lnTo>
                    <a:pt x="6980460" y="1393208"/>
                  </a:lnTo>
                  <a:lnTo>
                    <a:pt x="6981306" y="1387098"/>
                  </a:lnTo>
                  <a:lnTo>
                    <a:pt x="6982151" y="1368779"/>
                  </a:lnTo>
                  <a:lnTo>
                    <a:pt x="6982996" y="1347481"/>
                  </a:lnTo>
                  <a:lnTo>
                    <a:pt x="6983841" y="1333110"/>
                  </a:lnTo>
                  <a:lnTo>
                    <a:pt x="6984686" y="1274798"/>
                  </a:lnTo>
                  <a:lnTo>
                    <a:pt x="6985531" y="1220322"/>
                  </a:lnTo>
                  <a:lnTo>
                    <a:pt x="6986376" y="1186072"/>
                  </a:lnTo>
                  <a:lnTo>
                    <a:pt x="6987221" y="1186180"/>
                  </a:lnTo>
                  <a:lnTo>
                    <a:pt x="6988066" y="1173612"/>
                  </a:lnTo>
                  <a:lnTo>
                    <a:pt x="6988911" y="1214585"/>
                  </a:lnTo>
                  <a:lnTo>
                    <a:pt x="6989756" y="1247217"/>
                  </a:lnTo>
                  <a:lnTo>
                    <a:pt x="6990602" y="1284707"/>
                  </a:lnTo>
                  <a:lnTo>
                    <a:pt x="6991447" y="1315584"/>
                  </a:lnTo>
                  <a:lnTo>
                    <a:pt x="6992292" y="1325987"/>
                  </a:lnTo>
                  <a:lnTo>
                    <a:pt x="6993137" y="1345035"/>
                  </a:lnTo>
                  <a:lnTo>
                    <a:pt x="6993982" y="1518765"/>
                  </a:lnTo>
                  <a:lnTo>
                    <a:pt x="6993982" y="1518765"/>
                  </a:lnTo>
                  <a:lnTo>
                    <a:pt x="6994827" y="1354366"/>
                  </a:lnTo>
                  <a:lnTo>
                    <a:pt x="6995672" y="1378554"/>
                  </a:lnTo>
                  <a:lnTo>
                    <a:pt x="6996517" y="1384835"/>
                  </a:lnTo>
                  <a:lnTo>
                    <a:pt x="6997362" y="1384878"/>
                  </a:lnTo>
                  <a:lnTo>
                    <a:pt x="6998207" y="1335902"/>
                  </a:lnTo>
                  <a:lnTo>
                    <a:pt x="6999053" y="1337653"/>
                  </a:lnTo>
                  <a:lnTo>
                    <a:pt x="6999898" y="1371461"/>
                  </a:lnTo>
                  <a:lnTo>
                    <a:pt x="7000743" y="1382042"/>
                  </a:lnTo>
                  <a:lnTo>
                    <a:pt x="7001588" y="1518765"/>
                  </a:lnTo>
                  <a:lnTo>
                    <a:pt x="7001588" y="1518765"/>
                  </a:lnTo>
                  <a:lnTo>
                    <a:pt x="7002433" y="1518765"/>
                  </a:lnTo>
                  <a:lnTo>
                    <a:pt x="7003278" y="1323837"/>
                  </a:lnTo>
                  <a:lnTo>
                    <a:pt x="7004123" y="1369037"/>
                  </a:lnTo>
                  <a:lnTo>
                    <a:pt x="7004968" y="1375115"/>
                  </a:lnTo>
                  <a:lnTo>
                    <a:pt x="7005813" y="1518765"/>
                  </a:lnTo>
                  <a:lnTo>
                    <a:pt x="7005813" y="1518765"/>
                  </a:lnTo>
                  <a:lnTo>
                    <a:pt x="7006658" y="1518765"/>
                  </a:lnTo>
                  <a:lnTo>
                    <a:pt x="7007503" y="1340170"/>
                  </a:lnTo>
                  <a:lnTo>
                    <a:pt x="7008349" y="1347784"/>
                  </a:lnTo>
                  <a:lnTo>
                    <a:pt x="7009194" y="1287906"/>
                  </a:lnTo>
                  <a:lnTo>
                    <a:pt x="7010039" y="1233604"/>
                  </a:lnTo>
                  <a:lnTo>
                    <a:pt x="7010884" y="1203954"/>
                  </a:lnTo>
                  <a:lnTo>
                    <a:pt x="7011729" y="1155512"/>
                  </a:lnTo>
                  <a:lnTo>
                    <a:pt x="7012574" y="1152984"/>
                  </a:lnTo>
                  <a:lnTo>
                    <a:pt x="7013419" y="1144927"/>
                  </a:lnTo>
                  <a:lnTo>
                    <a:pt x="7014264" y="1171896"/>
                  </a:lnTo>
                  <a:lnTo>
                    <a:pt x="7015109" y="1200692"/>
                  </a:lnTo>
                  <a:lnTo>
                    <a:pt x="7015954" y="1188046"/>
                  </a:lnTo>
                  <a:lnTo>
                    <a:pt x="7016799" y="1198681"/>
                  </a:lnTo>
                  <a:lnTo>
                    <a:pt x="7017645" y="1203552"/>
                  </a:lnTo>
                  <a:lnTo>
                    <a:pt x="7018490" y="1286840"/>
                  </a:lnTo>
                  <a:lnTo>
                    <a:pt x="7019335" y="1306199"/>
                  </a:lnTo>
                  <a:lnTo>
                    <a:pt x="7020180" y="1300256"/>
                  </a:lnTo>
                  <a:lnTo>
                    <a:pt x="7021025" y="1222084"/>
                  </a:lnTo>
                  <a:lnTo>
                    <a:pt x="7021870" y="1277752"/>
                  </a:lnTo>
                  <a:lnTo>
                    <a:pt x="7022715" y="1241808"/>
                  </a:lnTo>
                  <a:lnTo>
                    <a:pt x="7023560" y="1267532"/>
                  </a:lnTo>
                  <a:lnTo>
                    <a:pt x="7024405" y="1232797"/>
                  </a:lnTo>
                  <a:lnTo>
                    <a:pt x="7025250" y="1280528"/>
                  </a:lnTo>
                  <a:lnTo>
                    <a:pt x="7026095" y="1352303"/>
                  </a:lnTo>
                  <a:lnTo>
                    <a:pt x="7026941" y="1313116"/>
                  </a:lnTo>
                  <a:lnTo>
                    <a:pt x="7027786" y="1518765"/>
                  </a:lnTo>
                  <a:lnTo>
                    <a:pt x="7027786" y="1518765"/>
                  </a:lnTo>
                  <a:lnTo>
                    <a:pt x="7028631" y="1244077"/>
                  </a:lnTo>
                  <a:lnTo>
                    <a:pt x="7029476" y="1518765"/>
                  </a:lnTo>
                  <a:lnTo>
                    <a:pt x="7029476" y="1518765"/>
                  </a:lnTo>
                  <a:lnTo>
                    <a:pt x="7030321" y="1293047"/>
                  </a:lnTo>
                  <a:lnTo>
                    <a:pt x="7031166" y="1270883"/>
                  </a:lnTo>
                  <a:lnTo>
                    <a:pt x="7032011" y="1518765"/>
                  </a:lnTo>
                  <a:lnTo>
                    <a:pt x="7032011" y="1518765"/>
                  </a:lnTo>
                  <a:lnTo>
                    <a:pt x="7032856" y="1220102"/>
                  </a:lnTo>
                  <a:lnTo>
                    <a:pt x="7033701" y="1518765"/>
                  </a:lnTo>
                  <a:lnTo>
                    <a:pt x="7033701" y="1518765"/>
                  </a:lnTo>
                  <a:lnTo>
                    <a:pt x="7034546" y="1221666"/>
                  </a:lnTo>
                  <a:lnTo>
                    <a:pt x="7035391" y="1189349"/>
                  </a:lnTo>
                  <a:lnTo>
                    <a:pt x="7036237" y="1193126"/>
                  </a:lnTo>
                  <a:lnTo>
                    <a:pt x="7037082" y="1227105"/>
                  </a:lnTo>
                  <a:lnTo>
                    <a:pt x="7037927" y="1202097"/>
                  </a:lnTo>
                  <a:lnTo>
                    <a:pt x="7038772" y="1183200"/>
                  </a:lnTo>
                  <a:lnTo>
                    <a:pt x="7039617" y="1214242"/>
                  </a:lnTo>
                  <a:lnTo>
                    <a:pt x="7040462" y="1245964"/>
                  </a:lnTo>
                  <a:lnTo>
                    <a:pt x="7041307" y="1302502"/>
                  </a:lnTo>
                  <a:lnTo>
                    <a:pt x="7042152" y="1314427"/>
                  </a:lnTo>
                  <a:lnTo>
                    <a:pt x="7042997" y="1327111"/>
                  </a:lnTo>
                  <a:lnTo>
                    <a:pt x="7043842" y="1355160"/>
                  </a:lnTo>
                  <a:lnTo>
                    <a:pt x="7044687" y="1518765"/>
                  </a:lnTo>
                  <a:lnTo>
                    <a:pt x="7044687" y="1518765"/>
                  </a:lnTo>
                  <a:lnTo>
                    <a:pt x="7045533" y="1518765"/>
                  </a:lnTo>
                  <a:lnTo>
                    <a:pt x="7046378" y="1366841"/>
                  </a:lnTo>
                  <a:lnTo>
                    <a:pt x="7047223" y="1518765"/>
                  </a:lnTo>
                  <a:lnTo>
                    <a:pt x="7047223" y="1518765"/>
                  </a:lnTo>
                  <a:lnTo>
                    <a:pt x="7048068" y="1518765"/>
                  </a:lnTo>
                  <a:lnTo>
                    <a:pt x="7048913" y="1518765"/>
                  </a:lnTo>
                  <a:lnTo>
                    <a:pt x="7049758" y="1518765"/>
                  </a:lnTo>
                  <a:lnTo>
                    <a:pt x="7050603" y="1196572"/>
                  </a:lnTo>
                  <a:lnTo>
                    <a:pt x="7051448" y="1247963"/>
                  </a:lnTo>
                  <a:lnTo>
                    <a:pt x="7052293" y="1307077"/>
                  </a:lnTo>
                  <a:lnTo>
                    <a:pt x="7053138" y="1518765"/>
                  </a:lnTo>
                  <a:lnTo>
                    <a:pt x="7053138" y="1518765"/>
                  </a:lnTo>
                  <a:lnTo>
                    <a:pt x="7053983" y="1309615"/>
                  </a:lnTo>
                  <a:lnTo>
                    <a:pt x="7054829" y="1320939"/>
                  </a:lnTo>
                  <a:lnTo>
                    <a:pt x="7055674" y="1342910"/>
                  </a:lnTo>
                  <a:lnTo>
                    <a:pt x="7056519" y="1309344"/>
                  </a:lnTo>
                  <a:lnTo>
                    <a:pt x="7057364" y="1322543"/>
                  </a:lnTo>
                  <a:lnTo>
                    <a:pt x="7058209" y="1377713"/>
                  </a:lnTo>
                  <a:lnTo>
                    <a:pt x="7059054" y="1401833"/>
                  </a:lnTo>
                  <a:lnTo>
                    <a:pt x="7059899" y="1518765"/>
                  </a:lnTo>
                  <a:lnTo>
                    <a:pt x="7059899" y="1518765"/>
                  </a:lnTo>
                  <a:lnTo>
                    <a:pt x="7060744" y="1518765"/>
                  </a:lnTo>
                  <a:lnTo>
                    <a:pt x="7061589" y="1431279"/>
                  </a:lnTo>
                  <a:lnTo>
                    <a:pt x="7062434" y="1442276"/>
                  </a:lnTo>
                  <a:lnTo>
                    <a:pt x="7063280" y="1439188"/>
                  </a:lnTo>
                  <a:lnTo>
                    <a:pt x="7064125" y="1423461"/>
                  </a:lnTo>
                  <a:lnTo>
                    <a:pt x="7064970" y="1439680"/>
                  </a:lnTo>
                  <a:lnTo>
                    <a:pt x="7065815" y="1444297"/>
                  </a:lnTo>
                  <a:lnTo>
                    <a:pt x="7066660" y="1426292"/>
                  </a:lnTo>
                  <a:lnTo>
                    <a:pt x="7067505" y="1386696"/>
                  </a:lnTo>
                  <a:lnTo>
                    <a:pt x="7068350" y="1389417"/>
                  </a:lnTo>
                  <a:lnTo>
                    <a:pt x="7069195" y="1375675"/>
                  </a:lnTo>
                  <a:lnTo>
                    <a:pt x="7070040" y="1365452"/>
                  </a:lnTo>
                  <a:lnTo>
                    <a:pt x="7070885" y="1346546"/>
                  </a:lnTo>
                  <a:lnTo>
                    <a:pt x="7071730" y="1518765"/>
                  </a:lnTo>
                  <a:lnTo>
                    <a:pt x="7071730" y="1518765"/>
                  </a:lnTo>
                  <a:lnTo>
                    <a:pt x="7072576" y="1353998"/>
                  </a:lnTo>
                  <a:lnTo>
                    <a:pt x="7073421" y="1346649"/>
                  </a:lnTo>
                  <a:lnTo>
                    <a:pt x="7074266" y="1330826"/>
                  </a:lnTo>
                  <a:lnTo>
                    <a:pt x="7075111" y="1315375"/>
                  </a:lnTo>
                  <a:lnTo>
                    <a:pt x="7075956" y="1518765"/>
                  </a:lnTo>
                  <a:lnTo>
                    <a:pt x="7075956" y="1518765"/>
                  </a:lnTo>
                  <a:lnTo>
                    <a:pt x="7076801" y="1270872"/>
                  </a:lnTo>
                  <a:lnTo>
                    <a:pt x="7077646" y="1264519"/>
                  </a:lnTo>
                  <a:lnTo>
                    <a:pt x="7078491" y="1300803"/>
                  </a:lnTo>
                  <a:lnTo>
                    <a:pt x="7079336" y="1368383"/>
                  </a:lnTo>
                  <a:lnTo>
                    <a:pt x="7080181" y="1375304"/>
                  </a:lnTo>
                  <a:lnTo>
                    <a:pt x="7081026" y="1378251"/>
                  </a:lnTo>
                  <a:lnTo>
                    <a:pt x="7081872" y="1411394"/>
                  </a:lnTo>
                  <a:lnTo>
                    <a:pt x="7082717" y="1417411"/>
                  </a:lnTo>
                  <a:lnTo>
                    <a:pt x="7083562" y="1424525"/>
                  </a:lnTo>
                  <a:lnTo>
                    <a:pt x="7084407" y="1391612"/>
                  </a:lnTo>
                  <a:lnTo>
                    <a:pt x="7085252" y="1400092"/>
                  </a:lnTo>
                  <a:lnTo>
                    <a:pt x="7086097" y="1391770"/>
                  </a:lnTo>
                  <a:lnTo>
                    <a:pt x="7086942" y="1367236"/>
                  </a:lnTo>
                  <a:lnTo>
                    <a:pt x="7087787" y="1341666"/>
                  </a:lnTo>
                  <a:lnTo>
                    <a:pt x="7088632" y="1351402"/>
                  </a:lnTo>
                  <a:lnTo>
                    <a:pt x="7089477" y="1411658"/>
                  </a:lnTo>
                  <a:lnTo>
                    <a:pt x="7090322" y="1431893"/>
                  </a:lnTo>
                  <a:lnTo>
                    <a:pt x="7091168" y="1429167"/>
                  </a:lnTo>
                  <a:lnTo>
                    <a:pt x="7092013" y="1457549"/>
                  </a:lnTo>
                  <a:lnTo>
                    <a:pt x="7092858" y="1451753"/>
                  </a:lnTo>
                  <a:lnTo>
                    <a:pt x="7093703" y="1439397"/>
                  </a:lnTo>
                  <a:lnTo>
                    <a:pt x="7094548" y="1518765"/>
                  </a:lnTo>
                  <a:lnTo>
                    <a:pt x="7094548" y="1518765"/>
                  </a:lnTo>
                  <a:lnTo>
                    <a:pt x="7095393" y="1432850"/>
                  </a:lnTo>
                  <a:lnTo>
                    <a:pt x="7096238" y="1417757"/>
                  </a:lnTo>
                  <a:lnTo>
                    <a:pt x="7097083" y="1518765"/>
                  </a:lnTo>
                  <a:lnTo>
                    <a:pt x="7097083" y="1518765"/>
                  </a:lnTo>
                  <a:lnTo>
                    <a:pt x="7097928" y="1418954"/>
                  </a:lnTo>
                  <a:lnTo>
                    <a:pt x="7098773" y="1408618"/>
                  </a:lnTo>
                  <a:lnTo>
                    <a:pt x="7099618" y="1422344"/>
                  </a:lnTo>
                  <a:lnTo>
                    <a:pt x="7100464" y="1518765"/>
                  </a:lnTo>
                  <a:lnTo>
                    <a:pt x="7100464" y="1518765"/>
                  </a:lnTo>
                  <a:lnTo>
                    <a:pt x="7101309" y="1518765"/>
                  </a:lnTo>
                  <a:lnTo>
                    <a:pt x="7102154" y="1407510"/>
                  </a:lnTo>
                  <a:lnTo>
                    <a:pt x="7102999" y="1407497"/>
                  </a:lnTo>
                  <a:lnTo>
                    <a:pt x="7103844" y="1421356"/>
                  </a:lnTo>
                  <a:lnTo>
                    <a:pt x="7104689" y="1410544"/>
                  </a:lnTo>
                  <a:lnTo>
                    <a:pt x="7105534" y="1435353"/>
                  </a:lnTo>
                  <a:lnTo>
                    <a:pt x="7106379" y="1432528"/>
                  </a:lnTo>
                  <a:lnTo>
                    <a:pt x="7107224" y="1400242"/>
                  </a:lnTo>
                  <a:lnTo>
                    <a:pt x="7108069" y="1518765"/>
                  </a:lnTo>
                  <a:lnTo>
                    <a:pt x="7108069" y="1518765"/>
                  </a:lnTo>
                  <a:lnTo>
                    <a:pt x="7108914" y="1418476"/>
                  </a:lnTo>
                  <a:lnTo>
                    <a:pt x="7109760" y="1429220"/>
                  </a:lnTo>
                  <a:lnTo>
                    <a:pt x="7110605" y="1417345"/>
                  </a:lnTo>
                  <a:lnTo>
                    <a:pt x="7111450" y="1407840"/>
                  </a:lnTo>
                  <a:lnTo>
                    <a:pt x="7112295" y="1424990"/>
                  </a:lnTo>
                  <a:lnTo>
                    <a:pt x="7113140" y="1427920"/>
                  </a:lnTo>
                  <a:lnTo>
                    <a:pt x="7113985" y="1431456"/>
                  </a:lnTo>
                  <a:lnTo>
                    <a:pt x="7114830" y="1518765"/>
                  </a:lnTo>
                  <a:lnTo>
                    <a:pt x="7114830" y="1518765"/>
                  </a:lnTo>
                  <a:lnTo>
                    <a:pt x="7115675" y="1426656"/>
                  </a:lnTo>
                  <a:lnTo>
                    <a:pt x="7116520" y="1430753"/>
                  </a:lnTo>
                  <a:lnTo>
                    <a:pt x="7117365" y="1423499"/>
                  </a:lnTo>
                  <a:lnTo>
                    <a:pt x="7118210" y="1398545"/>
                  </a:lnTo>
                  <a:lnTo>
                    <a:pt x="7119056" y="1351344"/>
                  </a:lnTo>
                  <a:lnTo>
                    <a:pt x="7119901" y="1359482"/>
                  </a:lnTo>
                  <a:lnTo>
                    <a:pt x="7120746" y="1332493"/>
                  </a:lnTo>
                  <a:lnTo>
                    <a:pt x="7121591" y="1332310"/>
                  </a:lnTo>
                  <a:lnTo>
                    <a:pt x="7122436" y="1335514"/>
                  </a:lnTo>
                  <a:lnTo>
                    <a:pt x="7123281" y="1332547"/>
                  </a:lnTo>
                  <a:lnTo>
                    <a:pt x="7124126" y="1362217"/>
                  </a:lnTo>
                  <a:lnTo>
                    <a:pt x="7124971" y="1296718"/>
                  </a:lnTo>
                  <a:lnTo>
                    <a:pt x="7125816" y="1319593"/>
                  </a:lnTo>
                  <a:lnTo>
                    <a:pt x="7126661" y="1310899"/>
                  </a:lnTo>
                  <a:lnTo>
                    <a:pt x="7127507" y="1360858"/>
                  </a:lnTo>
                  <a:lnTo>
                    <a:pt x="7128352" y="1518765"/>
                  </a:lnTo>
                  <a:lnTo>
                    <a:pt x="7128352" y="1518765"/>
                  </a:lnTo>
                  <a:lnTo>
                    <a:pt x="7129197" y="1388207"/>
                  </a:lnTo>
                  <a:lnTo>
                    <a:pt x="7130042" y="1416196"/>
                  </a:lnTo>
                  <a:lnTo>
                    <a:pt x="7130887" y="1446366"/>
                  </a:lnTo>
                  <a:lnTo>
                    <a:pt x="7131732" y="1448227"/>
                  </a:lnTo>
                  <a:lnTo>
                    <a:pt x="7132577" y="1518765"/>
                  </a:lnTo>
                  <a:lnTo>
                    <a:pt x="7132577" y="1518765"/>
                  </a:lnTo>
                  <a:lnTo>
                    <a:pt x="7133422" y="1518765"/>
                  </a:lnTo>
                  <a:lnTo>
                    <a:pt x="7134267" y="1466464"/>
                  </a:lnTo>
                  <a:lnTo>
                    <a:pt x="7135112" y="1482651"/>
                  </a:lnTo>
                  <a:lnTo>
                    <a:pt x="7135957" y="1486501"/>
                  </a:lnTo>
                  <a:lnTo>
                    <a:pt x="7136803" y="1518765"/>
                  </a:lnTo>
                  <a:lnTo>
                    <a:pt x="7136803" y="1518765"/>
                  </a:lnTo>
                  <a:lnTo>
                    <a:pt x="7137648" y="1518765"/>
                  </a:lnTo>
                  <a:lnTo>
                    <a:pt x="7138493" y="1518765"/>
                  </a:lnTo>
                  <a:lnTo>
                    <a:pt x="7139338" y="1518765"/>
                  </a:lnTo>
                  <a:lnTo>
                    <a:pt x="7140183" y="1448504"/>
                  </a:lnTo>
                  <a:lnTo>
                    <a:pt x="7141028" y="1425823"/>
                  </a:lnTo>
                  <a:lnTo>
                    <a:pt x="7141873" y="1397319"/>
                  </a:lnTo>
                  <a:lnTo>
                    <a:pt x="7142718" y="1386879"/>
                  </a:lnTo>
                  <a:lnTo>
                    <a:pt x="7143563" y="1348896"/>
                  </a:lnTo>
                  <a:lnTo>
                    <a:pt x="7144408" y="1304836"/>
                  </a:lnTo>
                  <a:lnTo>
                    <a:pt x="7145253" y="1302863"/>
                  </a:lnTo>
                  <a:lnTo>
                    <a:pt x="7146099" y="1353553"/>
                  </a:lnTo>
                  <a:lnTo>
                    <a:pt x="7146944" y="1373503"/>
                  </a:lnTo>
                  <a:lnTo>
                    <a:pt x="7147789" y="1340235"/>
                  </a:lnTo>
                  <a:lnTo>
                    <a:pt x="7148634" y="1350304"/>
                  </a:lnTo>
                  <a:lnTo>
                    <a:pt x="7149479" y="1339198"/>
                  </a:lnTo>
                  <a:lnTo>
                    <a:pt x="7150324" y="1368137"/>
                  </a:lnTo>
                  <a:lnTo>
                    <a:pt x="7151169" y="1373053"/>
                  </a:lnTo>
                  <a:lnTo>
                    <a:pt x="7152014" y="1349532"/>
                  </a:lnTo>
                  <a:lnTo>
                    <a:pt x="7152859" y="1518765"/>
                  </a:lnTo>
                  <a:lnTo>
                    <a:pt x="7152859" y="1518765"/>
                  </a:lnTo>
                  <a:lnTo>
                    <a:pt x="7153704" y="1518765"/>
                  </a:lnTo>
                  <a:lnTo>
                    <a:pt x="7154549" y="1411452"/>
                  </a:lnTo>
                  <a:lnTo>
                    <a:pt x="7155395" y="1399943"/>
                  </a:lnTo>
                  <a:lnTo>
                    <a:pt x="7156240" y="1394610"/>
                  </a:lnTo>
                  <a:lnTo>
                    <a:pt x="7157085" y="1355946"/>
                  </a:lnTo>
                  <a:lnTo>
                    <a:pt x="7157930" y="1360043"/>
                  </a:lnTo>
                  <a:lnTo>
                    <a:pt x="7158775" y="1340197"/>
                  </a:lnTo>
                  <a:lnTo>
                    <a:pt x="7159620" y="1264773"/>
                  </a:lnTo>
                  <a:lnTo>
                    <a:pt x="7160465" y="1266301"/>
                  </a:lnTo>
                  <a:lnTo>
                    <a:pt x="7161310" y="1287174"/>
                  </a:lnTo>
                  <a:lnTo>
                    <a:pt x="7162155" y="1351631"/>
                  </a:lnTo>
                  <a:lnTo>
                    <a:pt x="7163000" y="1348595"/>
                  </a:lnTo>
                  <a:lnTo>
                    <a:pt x="7163845" y="1343115"/>
                  </a:lnTo>
                  <a:lnTo>
                    <a:pt x="7164691" y="1351837"/>
                  </a:lnTo>
                  <a:lnTo>
                    <a:pt x="7165536" y="1337801"/>
                  </a:lnTo>
                  <a:lnTo>
                    <a:pt x="7166381" y="1347160"/>
                  </a:lnTo>
                  <a:lnTo>
                    <a:pt x="7167226" y="1282436"/>
                  </a:lnTo>
                  <a:lnTo>
                    <a:pt x="7168071" y="1285032"/>
                  </a:lnTo>
                  <a:lnTo>
                    <a:pt x="7168916" y="1327688"/>
                  </a:lnTo>
                  <a:lnTo>
                    <a:pt x="7169761" y="1518765"/>
                  </a:lnTo>
                  <a:lnTo>
                    <a:pt x="7169761" y="1518765"/>
                  </a:lnTo>
                  <a:lnTo>
                    <a:pt x="7170606" y="1373803"/>
                  </a:lnTo>
                  <a:lnTo>
                    <a:pt x="7171451" y="1346635"/>
                  </a:lnTo>
                  <a:lnTo>
                    <a:pt x="7172296" y="1390207"/>
                  </a:lnTo>
                  <a:lnTo>
                    <a:pt x="7173141" y="1406024"/>
                  </a:lnTo>
                  <a:lnTo>
                    <a:pt x="7173987" y="1393485"/>
                  </a:lnTo>
                  <a:lnTo>
                    <a:pt x="7174832" y="1389291"/>
                  </a:lnTo>
                  <a:lnTo>
                    <a:pt x="7175677" y="1407142"/>
                  </a:lnTo>
                  <a:lnTo>
                    <a:pt x="7176522" y="1518765"/>
                  </a:lnTo>
                  <a:lnTo>
                    <a:pt x="7176522" y="1518765"/>
                  </a:lnTo>
                  <a:lnTo>
                    <a:pt x="7177367" y="1518765"/>
                  </a:lnTo>
                  <a:lnTo>
                    <a:pt x="7178212" y="1518765"/>
                  </a:lnTo>
                  <a:lnTo>
                    <a:pt x="7179057" y="1518765"/>
                  </a:lnTo>
                  <a:lnTo>
                    <a:pt x="7179902" y="1518765"/>
                  </a:lnTo>
                  <a:lnTo>
                    <a:pt x="7180747" y="1518765"/>
                  </a:lnTo>
                  <a:lnTo>
                    <a:pt x="7181592" y="1518765"/>
                  </a:lnTo>
                  <a:lnTo>
                    <a:pt x="7182437" y="1518765"/>
                  </a:lnTo>
                  <a:lnTo>
                    <a:pt x="7183283" y="1419989"/>
                  </a:lnTo>
                  <a:lnTo>
                    <a:pt x="7184128" y="1431720"/>
                  </a:lnTo>
                  <a:lnTo>
                    <a:pt x="7184973" y="1455605"/>
                  </a:lnTo>
                  <a:lnTo>
                    <a:pt x="7185818" y="1446162"/>
                  </a:lnTo>
                  <a:lnTo>
                    <a:pt x="7186663" y="1459670"/>
                  </a:lnTo>
                  <a:lnTo>
                    <a:pt x="7187508" y="1444764"/>
                  </a:lnTo>
                  <a:lnTo>
                    <a:pt x="7188353" y="1444907"/>
                  </a:lnTo>
                  <a:lnTo>
                    <a:pt x="7189198" y="1424800"/>
                  </a:lnTo>
                  <a:lnTo>
                    <a:pt x="7190043" y="1518765"/>
                  </a:lnTo>
                  <a:lnTo>
                    <a:pt x="7190043" y="1518765"/>
                  </a:lnTo>
                  <a:lnTo>
                    <a:pt x="7190888" y="1518765"/>
                  </a:lnTo>
                  <a:lnTo>
                    <a:pt x="7191734" y="1377319"/>
                  </a:lnTo>
                  <a:lnTo>
                    <a:pt x="7192579" y="1416303"/>
                  </a:lnTo>
                  <a:lnTo>
                    <a:pt x="7193424" y="1439228"/>
                  </a:lnTo>
                  <a:lnTo>
                    <a:pt x="7194269" y="1518765"/>
                  </a:lnTo>
                  <a:lnTo>
                    <a:pt x="7194269" y="1518765"/>
                  </a:lnTo>
                  <a:lnTo>
                    <a:pt x="7195114" y="1518765"/>
                  </a:lnTo>
                  <a:lnTo>
                    <a:pt x="7195959" y="1518765"/>
                  </a:lnTo>
                  <a:lnTo>
                    <a:pt x="7196804" y="1426596"/>
                  </a:lnTo>
                  <a:lnTo>
                    <a:pt x="7197649" y="1412198"/>
                  </a:lnTo>
                  <a:lnTo>
                    <a:pt x="7198494" y="1518765"/>
                  </a:lnTo>
                  <a:lnTo>
                    <a:pt x="7198494" y="1518765"/>
                  </a:lnTo>
                  <a:lnTo>
                    <a:pt x="7199339" y="1518765"/>
                  </a:lnTo>
                  <a:lnTo>
                    <a:pt x="7200184" y="1426871"/>
                  </a:lnTo>
                  <a:lnTo>
                    <a:pt x="7201030" y="1432863"/>
                  </a:lnTo>
                  <a:lnTo>
                    <a:pt x="7201875" y="1436633"/>
                  </a:lnTo>
                  <a:lnTo>
                    <a:pt x="7202720" y="1425073"/>
                  </a:lnTo>
                  <a:lnTo>
                    <a:pt x="7203565" y="1401057"/>
                  </a:lnTo>
                  <a:lnTo>
                    <a:pt x="7204410" y="1379342"/>
                  </a:lnTo>
                  <a:lnTo>
                    <a:pt x="7205255" y="1381955"/>
                  </a:lnTo>
                  <a:lnTo>
                    <a:pt x="7206100" y="1370795"/>
                  </a:lnTo>
                  <a:lnTo>
                    <a:pt x="7206945" y="1518765"/>
                  </a:lnTo>
                  <a:lnTo>
                    <a:pt x="7206945" y="1518765"/>
                  </a:lnTo>
                  <a:lnTo>
                    <a:pt x="7207790" y="1376823"/>
                  </a:lnTo>
                  <a:lnTo>
                    <a:pt x="7208635" y="1348197"/>
                  </a:lnTo>
                  <a:lnTo>
                    <a:pt x="7209480" y="1518765"/>
                  </a:lnTo>
                  <a:lnTo>
                    <a:pt x="7209480" y="1518765"/>
                  </a:lnTo>
                  <a:lnTo>
                    <a:pt x="7210326" y="1518765"/>
                  </a:lnTo>
                  <a:lnTo>
                    <a:pt x="7211171" y="1237206"/>
                  </a:lnTo>
                  <a:lnTo>
                    <a:pt x="7212016" y="1216039"/>
                  </a:lnTo>
                  <a:lnTo>
                    <a:pt x="7212861" y="1197210"/>
                  </a:lnTo>
                  <a:lnTo>
                    <a:pt x="7213706" y="1144948"/>
                  </a:lnTo>
                  <a:lnTo>
                    <a:pt x="7214551" y="1214541"/>
                  </a:lnTo>
                  <a:lnTo>
                    <a:pt x="7215396" y="1261014"/>
                  </a:lnTo>
                  <a:lnTo>
                    <a:pt x="7216241" y="1518765"/>
                  </a:lnTo>
                  <a:lnTo>
                    <a:pt x="7216241" y="1518765"/>
                  </a:lnTo>
                  <a:lnTo>
                    <a:pt x="7217086" y="1518765"/>
                  </a:lnTo>
                  <a:lnTo>
                    <a:pt x="7217931" y="1317567"/>
                  </a:lnTo>
                  <a:lnTo>
                    <a:pt x="7218776" y="1352547"/>
                  </a:lnTo>
                  <a:lnTo>
                    <a:pt x="7219622" y="1355871"/>
                  </a:lnTo>
                  <a:lnTo>
                    <a:pt x="7220467" y="1365097"/>
                  </a:lnTo>
                  <a:lnTo>
                    <a:pt x="7221312" y="1372248"/>
                  </a:lnTo>
                  <a:lnTo>
                    <a:pt x="7222157" y="1333236"/>
                  </a:lnTo>
                  <a:lnTo>
                    <a:pt x="7223002" y="1305275"/>
                  </a:lnTo>
                  <a:lnTo>
                    <a:pt x="7223847" y="1339470"/>
                  </a:lnTo>
                  <a:lnTo>
                    <a:pt x="7224692" y="1358544"/>
                  </a:lnTo>
                  <a:lnTo>
                    <a:pt x="7225537" y="1360329"/>
                  </a:lnTo>
                  <a:lnTo>
                    <a:pt x="7226382" y="1304806"/>
                  </a:lnTo>
                  <a:lnTo>
                    <a:pt x="7227227" y="1518765"/>
                  </a:lnTo>
                  <a:lnTo>
                    <a:pt x="7227227" y="1518765"/>
                  </a:lnTo>
                  <a:lnTo>
                    <a:pt x="7228072" y="1335352"/>
                  </a:lnTo>
                  <a:lnTo>
                    <a:pt x="7228918" y="1518765"/>
                  </a:lnTo>
                  <a:lnTo>
                    <a:pt x="7228918" y="1518765"/>
                  </a:lnTo>
                  <a:lnTo>
                    <a:pt x="7229763" y="1253894"/>
                  </a:lnTo>
                  <a:lnTo>
                    <a:pt x="7230608" y="1189258"/>
                  </a:lnTo>
                  <a:lnTo>
                    <a:pt x="7231453" y="1215140"/>
                  </a:lnTo>
                  <a:lnTo>
                    <a:pt x="7232298" y="1261502"/>
                  </a:lnTo>
                  <a:lnTo>
                    <a:pt x="7233143" y="1262505"/>
                  </a:lnTo>
                  <a:lnTo>
                    <a:pt x="7233988" y="1274718"/>
                  </a:lnTo>
                  <a:lnTo>
                    <a:pt x="7234833" y="1252043"/>
                  </a:lnTo>
                  <a:lnTo>
                    <a:pt x="7235678" y="1518765"/>
                  </a:lnTo>
                  <a:lnTo>
                    <a:pt x="7235678" y="1518765"/>
                  </a:lnTo>
                  <a:lnTo>
                    <a:pt x="7236523" y="1518765"/>
                  </a:lnTo>
                  <a:lnTo>
                    <a:pt x="7237368" y="1172939"/>
                  </a:lnTo>
                  <a:lnTo>
                    <a:pt x="7238214" y="1217783"/>
                  </a:lnTo>
                  <a:lnTo>
                    <a:pt x="7239059" y="1289815"/>
                  </a:lnTo>
                  <a:lnTo>
                    <a:pt x="7239904" y="1269237"/>
                  </a:lnTo>
                  <a:lnTo>
                    <a:pt x="7240749" y="1234037"/>
                  </a:lnTo>
                  <a:lnTo>
                    <a:pt x="7241594" y="1242401"/>
                  </a:lnTo>
                  <a:lnTo>
                    <a:pt x="7242439" y="1288853"/>
                  </a:lnTo>
                  <a:lnTo>
                    <a:pt x="7243284" y="1327255"/>
                  </a:lnTo>
                  <a:lnTo>
                    <a:pt x="7244129" y="1357785"/>
                  </a:lnTo>
                  <a:lnTo>
                    <a:pt x="7244974" y="1329020"/>
                  </a:lnTo>
                  <a:lnTo>
                    <a:pt x="7245819" y="1330162"/>
                  </a:lnTo>
                  <a:lnTo>
                    <a:pt x="7246665" y="1335142"/>
                  </a:lnTo>
                  <a:lnTo>
                    <a:pt x="7247510" y="1318603"/>
                  </a:lnTo>
                  <a:lnTo>
                    <a:pt x="7248355" y="1329980"/>
                  </a:lnTo>
                  <a:lnTo>
                    <a:pt x="7249200" y="1314950"/>
                  </a:lnTo>
                  <a:lnTo>
                    <a:pt x="7250045" y="1263664"/>
                  </a:lnTo>
                  <a:lnTo>
                    <a:pt x="7250890" y="1289357"/>
                  </a:lnTo>
                  <a:lnTo>
                    <a:pt x="7251735" y="1211543"/>
                  </a:lnTo>
                  <a:lnTo>
                    <a:pt x="7252580" y="1156224"/>
                  </a:lnTo>
                  <a:lnTo>
                    <a:pt x="7253425" y="1195122"/>
                  </a:lnTo>
                  <a:lnTo>
                    <a:pt x="7254270" y="1257621"/>
                  </a:lnTo>
                  <a:lnTo>
                    <a:pt x="7255115" y="1302527"/>
                  </a:lnTo>
                  <a:lnTo>
                    <a:pt x="7255961" y="1518765"/>
                  </a:lnTo>
                  <a:lnTo>
                    <a:pt x="7255961" y="1518765"/>
                  </a:lnTo>
                  <a:lnTo>
                    <a:pt x="7256806" y="1315730"/>
                  </a:lnTo>
                  <a:lnTo>
                    <a:pt x="7257651" y="1273174"/>
                  </a:lnTo>
                  <a:lnTo>
                    <a:pt x="7258496" y="1229189"/>
                  </a:lnTo>
                  <a:lnTo>
                    <a:pt x="7259341" y="1518765"/>
                  </a:lnTo>
                  <a:lnTo>
                    <a:pt x="7259341" y="1518765"/>
                  </a:lnTo>
                  <a:lnTo>
                    <a:pt x="7260186" y="1518765"/>
                  </a:lnTo>
                  <a:lnTo>
                    <a:pt x="7261031" y="1216485"/>
                  </a:lnTo>
                  <a:lnTo>
                    <a:pt x="7261876" y="1244662"/>
                  </a:lnTo>
                  <a:lnTo>
                    <a:pt x="7262721" y="1222570"/>
                  </a:lnTo>
                  <a:lnTo>
                    <a:pt x="7263566" y="1222537"/>
                  </a:lnTo>
                  <a:lnTo>
                    <a:pt x="7264411" y="1196591"/>
                  </a:lnTo>
                  <a:lnTo>
                    <a:pt x="7265257" y="1126473"/>
                  </a:lnTo>
                  <a:lnTo>
                    <a:pt x="7266102" y="1084617"/>
                  </a:lnTo>
                  <a:lnTo>
                    <a:pt x="7266947" y="1094339"/>
                  </a:lnTo>
                  <a:lnTo>
                    <a:pt x="7267792" y="1108314"/>
                  </a:lnTo>
                  <a:lnTo>
                    <a:pt x="7268637" y="1201462"/>
                  </a:lnTo>
                  <a:lnTo>
                    <a:pt x="7269482" y="1186766"/>
                  </a:lnTo>
                  <a:lnTo>
                    <a:pt x="7270327" y="1186174"/>
                  </a:lnTo>
                  <a:lnTo>
                    <a:pt x="7271172" y="1184717"/>
                  </a:lnTo>
                  <a:lnTo>
                    <a:pt x="7272017" y="1189112"/>
                  </a:lnTo>
                  <a:lnTo>
                    <a:pt x="7272862" y="1253347"/>
                  </a:lnTo>
                  <a:lnTo>
                    <a:pt x="7273707" y="1316723"/>
                  </a:lnTo>
                  <a:lnTo>
                    <a:pt x="7274553" y="1322224"/>
                  </a:lnTo>
                  <a:lnTo>
                    <a:pt x="7275398" y="1262027"/>
                  </a:lnTo>
                  <a:lnTo>
                    <a:pt x="7276243" y="1212573"/>
                  </a:lnTo>
                  <a:lnTo>
                    <a:pt x="7277088" y="1266140"/>
                  </a:lnTo>
                  <a:lnTo>
                    <a:pt x="7277933" y="1300389"/>
                  </a:lnTo>
                  <a:lnTo>
                    <a:pt x="7278778" y="1264291"/>
                  </a:lnTo>
                  <a:lnTo>
                    <a:pt x="7279623" y="1196881"/>
                  </a:lnTo>
                  <a:lnTo>
                    <a:pt x="7280468" y="1216379"/>
                  </a:lnTo>
                  <a:lnTo>
                    <a:pt x="7281313" y="1277869"/>
                  </a:lnTo>
                  <a:lnTo>
                    <a:pt x="7282158" y="1293250"/>
                  </a:lnTo>
                  <a:lnTo>
                    <a:pt x="7283003" y="1263143"/>
                  </a:lnTo>
                  <a:lnTo>
                    <a:pt x="7283849" y="1157262"/>
                  </a:lnTo>
                  <a:lnTo>
                    <a:pt x="7284694" y="1170661"/>
                  </a:lnTo>
                  <a:lnTo>
                    <a:pt x="7285539" y="1246384"/>
                  </a:lnTo>
                  <a:lnTo>
                    <a:pt x="7286384" y="1225301"/>
                  </a:lnTo>
                  <a:lnTo>
                    <a:pt x="7287229" y="1115410"/>
                  </a:lnTo>
                  <a:lnTo>
                    <a:pt x="7288074" y="1067526"/>
                  </a:lnTo>
                  <a:lnTo>
                    <a:pt x="7288919" y="1079364"/>
                  </a:lnTo>
                  <a:lnTo>
                    <a:pt x="7289764" y="1099306"/>
                  </a:lnTo>
                  <a:lnTo>
                    <a:pt x="7290609" y="1117399"/>
                  </a:lnTo>
                  <a:lnTo>
                    <a:pt x="7291454" y="1085261"/>
                  </a:lnTo>
                  <a:lnTo>
                    <a:pt x="7292299" y="1131875"/>
                  </a:lnTo>
                  <a:lnTo>
                    <a:pt x="7293145" y="1086612"/>
                  </a:lnTo>
                  <a:lnTo>
                    <a:pt x="7293990" y="1100928"/>
                  </a:lnTo>
                  <a:lnTo>
                    <a:pt x="7294835" y="1065519"/>
                  </a:lnTo>
                  <a:lnTo>
                    <a:pt x="7295680" y="1024768"/>
                  </a:lnTo>
                  <a:lnTo>
                    <a:pt x="7296525" y="1108807"/>
                  </a:lnTo>
                  <a:lnTo>
                    <a:pt x="7297370" y="1209696"/>
                  </a:lnTo>
                  <a:lnTo>
                    <a:pt x="7298215" y="1229272"/>
                  </a:lnTo>
                  <a:lnTo>
                    <a:pt x="7299060" y="1187483"/>
                  </a:lnTo>
                  <a:lnTo>
                    <a:pt x="7299905" y="1103284"/>
                  </a:lnTo>
                  <a:lnTo>
                    <a:pt x="7300750" y="1153926"/>
                  </a:lnTo>
                  <a:lnTo>
                    <a:pt x="7301595" y="1242541"/>
                  </a:lnTo>
                  <a:lnTo>
                    <a:pt x="7302441" y="1308210"/>
                  </a:lnTo>
                  <a:lnTo>
                    <a:pt x="7303286" y="1273581"/>
                  </a:lnTo>
                  <a:lnTo>
                    <a:pt x="7304131" y="1311610"/>
                  </a:lnTo>
                  <a:lnTo>
                    <a:pt x="7304976" y="1325714"/>
                  </a:lnTo>
                  <a:lnTo>
                    <a:pt x="7305821" y="1322711"/>
                  </a:lnTo>
                  <a:lnTo>
                    <a:pt x="7306666" y="1232217"/>
                  </a:lnTo>
                  <a:lnTo>
                    <a:pt x="7307511" y="1113392"/>
                  </a:lnTo>
                  <a:lnTo>
                    <a:pt x="7308356" y="1049213"/>
                  </a:lnTo>
                  <a:lnTo>
                    <a:pt x="7309201" y="996961"/>
                  </a:lnTo>
                  <a:lnTo>
                    <a:pt x="7310046" y="1006148"/>
                  </a:lnTo>
                  <a:lnTo>
                    <a:pt x="7310892" y="948388"/>
                  </a:lnTo>
                  <a:lnTo>
                    <a:pt x="7311737" y="947724"/>
                  </a:lnTo>
                  <a:lnTo>
                    <a:pt x="7312582" y="1518765"/>
                  </a:lnTo>
                  <a:lnTo>
                    <a:pt x="7312582" y="1518765"/>
                  </a:lnTo>
                  <a:lnTo>
                    <a:pt x="7313427" y="940884"/>
                  </a:lnTo>
                  <a:lnTo>
                    <a:pt x="7314272" y="972471"/>
                  </a:lnTo>
                  <a:lnTo>
                    <a:pt x="7315117" y="957625"/>
                  </a:lnTo>
                  <a:lnTo>
                    <a:pt x="7315962" y="969228"/>
                  </a:lnTo>
                  <a:lnTo>
                    <a:pt x="7316807" y="981208"/>
                  </a:lnTo>
                  <a:lnTo>
                    <a:pt x="7317652" y="966934"/>
                  </a:lnTo>
                  <a:lnTo>
                    <a:pt x="7318497" y="1057209"/>
                  </a:lnTo>
                  <a:lnTo>
                    <a:pt x="7319342" y="1182479"/>
                  </a:lnTo>
                  <a:lnTo>
                    <a:pt x="7320188" y="1208325"/>
                  </a:lnTo>
                  <a:lnTo>
                    <a:pt x="7321033" y="1518765"/>
                  </a:lnTo>
                  <a:lnTo>
                    <a:pt x="7321033" y="1518765"/>
                  </a:lnTo>
                  <a:lnTo>
                    <a:pt x="7321878" y="1247049"/>
                  </a:lnTo>
                  <a:lnTo>
                    <a:pt x="7322723" y="1276063"/>
                  </a:lnTo>
                  <a:lnTo>
                    <a:pt x="7323568" y="1253516"/>
                  </a:lnTo>
                  <a:lnTo>
                    <a:pt x="7324413" y="1205809"/>
                  </a:lnTo>
                  <a:lnTo>
                    <a:pt x="7325258" y="1116607"/>
                  </a:lnTo>
                  <a:lnTo>
                    <a:pt x="7326103" y="1071252"/>
                  </a:lnTo>
                  <a:lnTo>
                    <a:pt x="7326948" y="1055864"/>
                  </a:lnTo>
                  <a:lnTo>
                    <a:pt x="7327793" y="1103690"/>
                  </a:lnTo>
                  <a:lnTo>
                    <a:pt x="7328638" y="1518765"/>
                  </a:lnTo>
                  <a:lnTo>
                    <a:pt x="7328638" y="1518765"/>
                  </a:lnTo>
                  <a:lnTo>
                    <a:pt x="7329484" y="1518765"/>
                  </a:lnTo>
                  <a:lnTo>
                    <a:pt x="7330329" y="1056455"/>
                  </a:lnTo>
                  <a:lnTo>
                    <a:pt x="7331174" y="1016168"/>
                  </a:lnTo>
                  <a:lnTo>
                    <a:pt x="7332019" y="1056251"/>
                  </a:lnTo>
                  <a:lnTo>
                    <a:pt x="7332864" y="1066352"/>
                  </a:lnTo>
                  <a:lnTo>
                    <a:pt x="7333709" y="1132491"/>
                  </a:lnTo>
                  <a:lnTo>
                    <a:pt x="7334554" y="1199249"/>
                  </a:lnTo>
                  <a:lnTo>
                    <a:pt x="7335399" y="1187695"/>
                  </a:lnTo>
                  <a:lnTo>
                    <a:pt x="7336244" y="1177006"/>
                  </a:lnTo>
                  <a:lnTo>
                    <a:pt x="7337089" y="1152752"/>
                  </a:lnTo>
                  <a:lnTo>
                    <a:pt x="7337934" y="1201293"/>
                  </a:lnTo>
                  <a:lnTo>
                    <a:pt x="7338780" y="1518765"/>
                  </a:lnTo>
                  <a:lnTo>
                    <a:pt x="7338780" y="1518765"/>
                  </a:lnTo>
                  <a:lnTo>
                    <a:pt x="7339625" y="1518765"/>
                  </a:lnTo>
                  <a:lnTo>
                    <a:pt x="7340470" y="1518765"/>
                  </a:lnTo>
                  <a:lnTo>
                    <a:pt x="7341315" y="1014229"/>
                  </a:lnTo>
                  <a:lnTo>
                    <a:pt x="7342160" y="997765"/>
                  </a:lnTo>
                  <a:lnTo>
                    <a:pt x="7343005" y="1044545"/>
                  </a:lnTo>
                  <a:lnTo>
                    <a:pt x="7343850" y="1118352"/>
                  </a:lnTo>
                  <a:lnTo>
                    <a:pt x="7344695" y="1105065"/>
                  </a:lnTo>
                  <a:lnTo>
                    <a:pt x="7345540" y="1104715"/>
                  </a:lnTo>
                  <a:lnTo>
                    <a:pt x="7346385" y="1072584"/>
                  </a:lnTo>
                  <a:lnTo>
                    <a:pt x="7347230" y="1086156"/>
                  </a:lnTo>
                  <a:lnTo>
                    <a:pt x="7348076" y="1179036"/>
                  </a:lnTo>
                  <a:lnTo>
                    <a:pt x="7348921" y="1232238"/>
                  </a:lnTo>
                  <a:lnTo>
                    <a:pt x="7349766" y="1518765"/>
                  </a:lnTo>
                  <a:lnTo>
                    <a:pt x="7349766" y="1518765"/>
                  </a:lnTo>
                  <a:lnTo>
                    <a:pt x="7350611" y="1229071"/>
                  </a:lnTo>
                  <a:lnTo>
                    <a:pt x="7351456" y="1221119"/>
                  </a:lnTo>
                  <a:lnTo>
                    <a:pt x="7352301" y="1235205"/>
                  </a:lnTo>
                  <a:lnTo>
                    <a:pt x="7353146" y="1158827"/>
                  </a:lnTo>
                  <a:lnTo>
                    <a:pt x="7353991" y="1136350"/>
                  </a:lnTo>
                  <a:lnTo>
                    <a:pt x="7354836" y="1062345"/>
                  </a:lnTo>
                  <a:lnTo>
                    <a:pt x="7355681" y="1074645"/>
                  </a:lnTo>
                  <a:lnTo>
                    <a:pt x="7356526" y="1042601"/>
                  </a:lnTo>
                  <a:lnTo>
                    <a:pt x="7357372" y="924663"/>
                  </a:lnTo>
                  <a:lnTo>
                    <a:pt x="7358217" y="879797"/>
                  </a:lnTo>
                  <a:lnTo>
                    <a:pt x="7359062" y="841239"/>
                  </a:lnTo>
                  <a:lnTo>
                    <a:pt x="7359907" y="910313"/>
                  </a:lnTo>
                  <a:lnTo>
                    <a:pt x="7360752" y="930513"/>
                  </a:lnTo>
                  <a:lnTo>
                    <a:pt x="7361597" y="870293"/>
                  </a:lnTo>
                  <a:lnTo>
                    <a:pt x="7362442" y="836795"/>
                  </a:lnTo>
                  <a:lnTo>
                    <a:pt x="7363287" y="864300"/>
                  </a:lnTo>
                  <a:lnTo>
                    <a:pt x="7364132" y="905968"/>
                  </a:lnTo>
                  <a:lnTo>
                    <a:pt x="7364977" y="899088"/>
                  </a:lnTo>
                  <a:lnTo>
                    <a:pt x="7365822" y="838275"/>
                  </a:lnTo>
                  <a:lnTo>
                    <a:pt x="7366668" y="880155"/>
                  </a:lnTo>
                  <a:lnTo>
                    <a:pt x="7367513" y="978060"/>
                  </a:lnTo>
                  <a:lnTo>
                    <a:pt x="7368358" y="1013308"/>
                  </a:lnTo>
                  <a:lnTo>
                    <a:pt x="7369203" y="1051524"/>
                  </a:lnTo>
                  <a:lnTo>
                    <a:pt x="7370048" y="961834"/>
                  </a:lnTo>
                  <a:lnTo>
                    <a:pt x="7370893" y="995408"/>
                  </a:lnTo>
                  <a:lnTo>
                    <a:pt x="7371738" y="1031129"/>
                  </a:lnTo>
                  <a:lnTo>
                    <a:pt x="7372583" y="1009546"/>
                  </a:lnTo>
                  <a:lnTo>
                    <a:pt x="7373428" y="1039065"/>
                  </a:lnTo>
                  <a:lnTo>
                    <a:pt x="7374273" y="1047424"/>
                  </a:lnTo>
                  <a:lnTo>
                    <a:pt x="7375119" y="1122407"/>
                  </a:lnTo>
                  <a:lnTo>
                    <a:pt x="7375964" y="1129048"/>
                  </a:lnTo>
                  <a:lnTo>
                    <a:pt x="7376809" y="1221393"/>
                  </a:lnTo>
                  <a:lnTo>
                    <a:pt x="7377654" y="1170529"/>
                  </a:lnTo>
                  <a:lnTo>
                    <a:pt x="7378499" y="1103225"/>
                  </a:lnTo>
                  <a:lnTo>
                    <a:pt x="7379344" y="1003979"/>
                  </a:lnTo>
                  <a:lnTo>
                    <a:pt x="7380189" y="1518765"/>
                  </a:lnTo>
                  <a:lnTo>
                    <a:pt x="7380189" y="1518765"/>
                  </a:lnTo>
                  <a:lnTo>
                    <a:pt x="7381034" y="1518765"/>
                  </a:lnTo>
                  <a:lnTo>
                    <a:pt x="7381879" y="1518765"/>
                  </a:lnTo>
                  <a:lnTo>
                    <a:pt x="7382724" y="944809"/>
                  </a:lnTo>
                  <a:lnTo>
                    <a:pt x="7383569" y="981443"/>
                  </a:lnTo>
                  <a:lnTo>
                    <a:pt x="7384415" y="1112037"/>
                  </a:lnTo>
                  <a:lnTo>
                    <a:pt x="7385260" y="1216065"/>
                  </a:lnTo>
                  <a:lnTo>
                    <a:pt x="7386105" y="1144898"/>
                  </a:lnTo>
                  <a:lnTo>
                    <a:pt x="7386950" y="1059351"/>
                  </a:lnTo>
                  <a:lnTo>
                    <a:pt x="7387795" y="991517"/>
                  </a:lnTo>
                  <a:lnTo>
                    <a:pt x="7388640" y="956584"/>
                  </a:lnTo>
                  <a:lnTo>
                    <a:pt x="7389485" y="856943"/>
                  </a:lnTo>
                  <a:lnTo>
                    <a:pt x="7390330" y="954399"/>
                  </a:lnTo>
                  <a:lnTo>
                    <a:pt x="7391175" y="993926"/>
                  </a:lnTo>
                  <a:lnTo>
                    <a:pt x="7392020" y="1066044"/>
                  </a:lnTo>
                  <a:lnTo>
                    <a:pt x="7392865" y="1071199"/>
                  </a:lnTo>
                  <a:lnTo>
                    <a:pt x="7393711" y="976211"/>
                  </a:lnTo>
                  <a:lnTo>
                    <a:pt x="7394556" y="959761"/>
                  </a:lnTo>
                  <a:lnTo>
                    <a:pt x="7395401" y="1518765"/>
                  </a:lnTo>
                  <a:lnTo>
                    <a:pt x="7395401" y="1518765"/>
                  </a:lnTo>
                  <a:lnTo>
                    <a:pt x="7396246" y="1518765"/>
                  </a:lnTo>
                  <a:lnTo>
                    <a:pt x="7397091" y="1518765"/>
                  </a:lnTo>
                  <a:lnTo>
                    <a:pt x="7397936" y="885474"/>
                  </a:lnTo>
                  <a:lnTo>
                    <a:pt x="7398781" y="898908"/>
                  </a:lnTo>
                  <a:lnTo>
                    <a:pt x="7399626" y="785034"/>
                  </a:lnTo>
                  <a:lnTo>
                    <a:pt x="7400471" y="834725"/>
                  </a:lnTo>
                  <a:lnTo>
                    <a:pt x="7401316" y="902800"/>
                  </a:lnTo>
                  <a:lnTo>
                    <a:pt x="7402161" y="1003860"/>
                  </a:lnTo>
                  <a:lnTo>
                    <a:pt x="7403007" y="1098617"/>
                  </a:lnTo>
                  <a:lnTo>
                    <a:pt x="7403852" y="1124535"/>
                  </a:lnTo>
                  <a:lnTo>
                    <a:pt x="7404697" y="1127080"/>
                  </a:lnTo>
                  <a:lnTo>
                    <a:pt x="7405542" y="1040097"/>
                  </a:lnTo>
                  <a:lnTo>
                    <a:pt x="7406387" y="873346"/>
                  </a:lnTo>
                  <a:lnTo>
                    <a:pt x="7407232" y="811736"/>
                  </a:lnTo>
                  <a:lnTo>
                    <a:pt x="7408077" y="788201"/>
                  </a:lnTo>
                  <a:lnTo>
                    <a:pt x="7408922" y="945505"/>
                  </a:lnTo>
                  <a:lnTo>
                    <a:pt x="7409767" y="924400"/>
                  </a:lnTo>
                  <a:lnTo>
                    <a:pt x="7410612" y="940580"/>
                  </a:lnTo>
                  <a:lnTo>
                    <a:pt x="7411457" y="841674"/>
                  </a:lnTo>
                  <a:lnTo>
                    <a:pt x="7412303" y="748800"/>
                  </a:lnTo>
                  <a:lnTo>
                    <a:pt x="7413148" y="694512"/>
                  </a:lnTo>
                  <a:lnTo>
                    <a:pt x="7413993" y="661240"/>
                  </a:lnTo>
                  <a:lnTo>
                    <a:pt x="7414838" y="556194"/>
                  </a:lnTo>
                  <a:lnTo>
                    <a:pt x="7415683" y="549397"/>
                  </a:lnTo>
                  <a:lnTo>
                    <a:pt x="7416528" y="586676"/>
                  </a:lnTo>
                  <a:lnTo>
                    <a:pt x="7417373" y="622453"/>
                  </a:lnTo>
                  <a:lnTo>
                    <a:pt x="7418218" y="532761"/>
                  </a:lnTo>
                  <a:lnTo>
                    <a:pt x="7419063" y="541232"/>
                  </a:lnTo>
                  <a:lnTo>
                    <a:pt x="7419908" y="522342"/>
                  </a:lnTo>
                  <a:lnTo>
                    <a:pt x="7420753" y="557931"/>
                  </a:lnTo>
                  <a:lnTo>
                    <a:pt x="7421599" y="535463"/>
                  </a:lnTo>
                  <a:lnTo>
                    <a:pt x="7422444" y="487404"/>
                  </a:lnTo>
                  <a:lnTo>
                    <a:pt x="7423289" y="619042"/>
                  </a:lnTo>
                  <a:lnTo>
                    <a:pt x="7424134" y="643321"/>
                  </a:lnTo>
                  <a:lnTo>
                    <a:pt x="7424979" y="652106"/>
                  </a:lnTo>
                  <a:lnTo>
                    <a:pt x="7425824" y="559987"/>
                  </a:lnTo>
                  <a:lnTo>
                    <a:pt x="7426669" y="507327"/>
                  </a:lnTo>
                  <a:lnTo>
                    <a:pt x="7427514" y="501681"/>
                  </a:lnTo>
                  <a:lnTo>
                    <a:pt x="7428359" y="452822"/>
                  </a:lnTo>
                  <a:lnTo>
                    <a:pt x="7429204" y="428710"/>
                  </a:lnTo>
                  <a:lnTo>
                    <a:pt x="7430049" y="309411"/>
                  </a:lnTo>
                  <a:lnTo>
                    <a:pt x="7430895" y="376224"/>
                  </a:lnTo>
                  <a:lnTo>
                    <a:pt x="7431740" y="329614"/>
                  </a:lnTo>
                  <a:lnTo>
                    <a:pt x="7432585" y="284733"/>
                  </a:lnTo>
                  <a:lnTo>
                    <a:pt x="7433430" y="283677"/>
                  </a:lnTo>
                  <a:lnTo>
                    <a:pt x="7434275" y="281509"/>
                  </a:lnTo>
                  <a:lnTo>
                    <a:pt x="7435120" y="237096"/>
                  </a:lnTo>
                  <a:lnTo>
                    <a:pt x="7435965" y="267974"/>
                  </a:lnTo>
                  <a:lnTo>
                    <a:pt x="7436810" y="226294"/>
                  </a:lnTo>
                  <a:lnTo>
                    <a:pt x="7437655" y="153425"/>
                  </a:lnTo>
                  <a:lnTo>
                    <a:pt x="7438500" y="240685"/>
                  </a:lnTo>
                  <a:lnTo>
                    <a:pt x="7439346" y="169436"/>
                  </a:lnTo>
                  <a:lnTo>
                    <a:pt x="7440191" y="274764"/>
                  </a:lnTo>
                  <a:lnTo>
                    <a:pt x="7441036" y="243032"/>
                  </a:lnTo>
                  <a:lnTo>
                    <a:pt x="7441881" y="381138"/>
                  </a:lnTo>
                  <a:lnTo>
                    <a:pt x="7442726" y="523298"/>
                  </a:lnTo>
                  <a:lnTo>
                    <a:pt x="7443571" y="421579"/>
                  </a:lnTo>
                  <a:lnTo>
                    <a:pt x="7444416" y="348804"/>
                  </a:lnTo>
                  <a:lnTo>
                    <a:pt x="7445261" y="179651"/>
                  </a:lnTo>
                  <a:lnTo>
                    <a:pt x="7446106" y="115150"/>
                  </a:lnTo>
                  <a:lnTo>
                    <a:pt x="7446951" y="222333"/>
                  </a:lnTo>
                  <a:lnTo>
                    <a:pt x="7447796" y="263741"/>
                  </a:lnTo>
                  <a:lnTo>
                    <a:pt x="7448642" y="134710"/>
                  </a:lnTo>
                  <a:lnTo>
                    <a:pt x="7449487" y="198560"/>
                  </a:lnTo>
                  <a:lnTo>
                    <a:pt x="7450332" y="253033"/>
                  </a:lnTo>
                  <a:lnTo>
                    <a:pt x="7451177" y="215852"/>
                  </a:lnTo>
                  <a:lnTo>
                    <a:pt x="7452022" y="225531"/>
                  </a:lnTo>
                  <a:lnTo>
                    <a:pt x="7452867" y="211595"/>
                  </a:lnTo>
                  <a:lnTo>
                    <a:pt x="7453712" y="181760"/>
                  </a:lnTo>
                  <a:lnTo>
                    <a:pt x="7454557" y="192956"/>
                  </a:lnTo>
                  <a:lnTo>
                    <a:pt x="7455402" y="156302"/>
                  </a:lnTo>
                  <a:lnTo>
                    <a:pt x="7456247" y="162768"/>
                  </a:lnTo>
                  <a:lnTo>
                    <a:pt x="7457092" y="186976"/>
                  </a:lnTo>
                  <a:lnTo>
                    <a:pt x="7457938" y="184304"/>
                  </a:lnTo>
                  <a:lnTo>
                    <a:pt x="7458783" y="135097"/>
                  </a:lnTo>
                  <a:lnTo>
                    <a:pt x="7459628" y="120073"/>
                  </a:lnTo>
                  <a:lnTo>
                    <a:pt x="7460473" y="133343"/>
                  </a:lnTo>
                  <a:lnTo>
                    <a:pt x="7461318" y="140046"/>
                  </a:lnTo>
                  <a:lnTo>
                    <a:pt x="7462163" y="153746"/>
                  </a:lnTo>
                  <a:lnTo>
                    <a:pt x="7463008" y="165805"/>
                  </a:lnTo>
                  <a:lnTo>
                    <a:pt x="7463853" y="255514"/>
                  </a:lnTo>
                  <a:lnTo>
                    <a:pt x="7464698" y="254726"/>
                  </a:lnTo>
                  <a:lnTo>
                    <a:pt x="7465543" y="283297"/>
                  </a:lnTo>
                  <a:lnTo>
                    <a:pt x="7466388" y="267419"/>
                  </a:lnTo>
                  <a:lnTo>
                    <a:pt x="7467234" y="255658"/>
                  </a:lnTo>
                  <a:lnTo>
                    <a:pt x="7468079" y="237548"/>
                  </a:lnTo>
                  <a:lnTo>
                    <a:pt x="7468924" y="232690"/>
                  </a:lnTo>
                  <a:lnTo>
                    <a:pt x="7469769" y="244842"/>
                  </a:lnTo>
                  <a:lnTo>
                    <a:pt x="7470614" y="215385"/>
                  </a:lnTo>
                  <a:lnTo>
                    <a:pt x="7471459" y="200816"/>
                  </a:lnTo>
                  <a:lnTo>
                    <a:pt x="7472304" y="186666"/>
                  </a:lnTo>
                  <a:lnTo>
                    <a:pt x="7473149" y="208222"/>
                  </a:lnTo>
                  <a:lnTo>
                    <a:pt x="7473994" y="182637"/>
                  </a:lnTo>
                  <a:lnTo>
                    <a:pt x="7474839" y="95438"/>
                  </a:lnTo>
                  <a:lnTo>
                    <a:pt x="7475684" y="128112"/>
                  </a:lnTo>
                  <a:lnTo>
                    <a:pt x="7476530" y="155443"/>
                  </a:lnTo>
                  <a:lnTo>
                    <a:pt x="7477375" y="188366"/>
                  </a:lnTo>
                  <a:lnTo>
                    <a:pt x="7478220" y="187050"/>
                  </a:lnTo>
                  <a:lnTo>
                    <a:pt x="7479065" y="224276"/>
                  </a:lnTo>
                  <a:lnTo>
                    <a:pt x="7479910" y="1518765"/>
                  </a:lnTo>
                  <a:lnTo>
                    <a:pt x="7479910" y="1518765"/>
                  </a:lnTo>
                  <a:lnTo>
                    <a:pt x="7480755" y="298947"/>
                  </a:lnTo>
                  <a:lnTo>
                    <a:pt x="7481600" y="435520"/>
                  </a:lnTo>
                  <a:lnTo>
                    <a:pt x="7482445" y="582537"/>
                  </a:lnTo>
                  <a:lnTo>
                    <a:pt x="7483290" y="1518765"/>
                  </a:lnTo>
                  <a:lnTo>
                    <a:pt x="7483290" y="1518765"/>
                  </a:lnTo>
                  <a:lnTo>
                    <a:pt x="7484135" y="462292"/>
                  </a:lnTo>
                  <a:lnTo>
                    <a:pt x="7484980" y="352365"/>
                  </a:lnTo>
                  <a:lnTo>
                    <a:pt x="7485826" y="372611"/>
                  </a:lnTo>
                  <a:lnTo>
                    <a:pt x="7486671" y="411496"/>
                  </a:lnTo>
                  <a:lnTo>
                    <a:pt x="7487516" y="325925"/>
                  </a:lnTo>
                  <a:lnTo>
                    <a:pt x="7488361" y="304769"/>
                  </a:lnTo>
                  <a:lnTo>
                    <a:pt x="7489206" y="345774"/>
                  </a:lnTo>
                  <a:lnTo>
                    <a:pt x="7490051" y="384804"/>
                  </a:lnTo>
                  <a:lnTo>
                    <a:pt x="7490896" y="410622"/>
                  </a:lnTo>
                  <a:lnTo>
                    <a:pt x="7491741" y="378562"/>
                  </a:lnTo>
                  <a:lnTo>
                    <a:pt x="7492586" y="431855"/>
                  </a:lnTo>
                  <a:lnTo>
                    <a:pt x="7493431" y="432013"/>
                  </a:lnTo>
                  <a:lnTo>
                    <a:pt x="7494276" y="462451"/>
                  </a:lnTo>
                  <a:lnTo>
                    <a:pt x="7495122" y="473018"/>
                  </a:lnTo>
                  <a:lnTo>
                    <a:pt x="7495967" y="481427"/>
                  </a:lnTo>
                  <a:lnTo>
                    <a:pt x="7496812" y="510688"/>
                  </a:lnTo>
                  <a:lnTo>
                    <a:pt x="7497657" y="476425"/>
                  </a:lnTo>
                  <a:lnTo>
                    <a:pt x="7498502" y="553827"/>
                  </a:lnTo>
                  <a:lnTo>
                    <a:pt x="7499347" y="489156"/>
                  </a:lnTo>
                  <a:lnTo>
                    <a:pt x="7500192" y="499361"/>
                  </a:lnTo>
                  <a:lnTo>
                    <a:pt x="7501037" y="504925"/>
                  </a:lnTo>
                  <a:lnTo>
                    <a:pt x="7501882" y="528253"/>
                  </a:lnTo>
                  <a:lnTo>
                    <a:pt x="7502727" y="584674"/>
                  </a:lnTo>
                  <a:lnTo>
                    <a:pt x="7503573" y="600296"/>
                  </a:lnTo>
                  <a:lnTo>
                    <a:pt x="7504418" y="593041"/>
                  </a:lnTo>
                  <a:lnTo>
                    <a:pt x="7505263" y="628010"/>
                  </a:lnTo>
                  <a:lnTo>
                    <a:pt x="7506108" y="626753"/>
                  </a:lnTo>
                  <a:lnTo>
                    <a:pt x="7506953" y="1518765"/>
                  </a:lnTo>
                  <a:lnTo>
                    <a:pt x="7506953" y="1518765"/>
                  </a:lnTo>
                  <a:lnTo>
                    <a:pt x="7507798" y="1518765"/>
                  </a:lnTo>
                  <a:lnTo>
                    <a:pt x="7508643" y="984617"/>
                  </a:lnTo>
                  <a:lnTo>
                    <a:pt x="7509488" y="958586"/>
                  </a:lnTo>
                  <a:lnTo>
                    <a:pt x="7510333" y="904158"/>
                  </a:lnTo>
                  <a:lnTo>
                    <a:pt x="7511178" y="808094"/>
                  </a:lnTo>
                  <a:lnTo>
                    <a:pt x="7512023" y="801560"/>
                  </a:lnTo>
                  <a:lnTo>
                    <a:pt x="7512869" y="785347"/>
                  </a:lnTo>
                  <a:lnTo>
                    <a:pt x="7513714" y="845387"/>
                  </a:lnTo>
                  <a:lnTo>
                    <a:pt x="7514559" y="878763"/>
                  </a:lnTo>
                  <a:lnTo>
                    <a:pt x="7515404" y="857903"/>
                  </a:lnTo>
                  <a:lnTo>
                    <a:pt x="7516249" y="868739"/>
                  </a:lnTo>
                  <a:lnTo>
                    <a:pt x="7517094" y="1008230"/>
                  </a:lnTo>
                  <a:lnTo>
                    <a:pt x="7517939" y="1076057"/>
                  </a:lnTo>
                  <a:lnTo>
                    <a:pt x="7518784" y="1148250"/>
                  </a:lnTo>
                  <a:lnTo>
                    <a:pt x="7519629" y="1141288"/>
                  </a:lnTo>
                  <a:lnTo>
                    <a:pt x="7520474" y="1066990"/>
                  </a:lnTo>
                  <a:lnTo>
                    <a:pt x="7521319" y="1023481"/>
                  </a:lnTo>
                  <a:lnTo>
                    <a:pt x="7522165" y="1058460"/>
                  </a:lnTo>
                  <a:lnTo>
                    <a:pt x="7523010" y="1097633"/>
                  </a:lnTo>
                  <a:lnTo>
                    <a:pt x="7523855" y="1105413"/>
                  </a:lnTo>
                  <a:lnTo>
                    <a:pt x="7524700" y="1124297"/>
                  </a:lnTo>
                  <a:lnTo>
                    <a:pt x="7525545" y="1101297"/>
                  </a:lnTo>
                  <a:lnTo>
                    <a:pt x="7526390" y="1024052"/>
                  </a:lnTo>
                  <a:lnTo>
                    <a:pt x="7527235" y="1018502"/>
                  </a:lnTo>
                  <a:lnTo>
                    <a:pt x="7528080" y="1058481"/>
                  </a:lnTo>
                  <a:lnTo>
                    <a:pt x="7528925" y="1146779"/>
                  </a:lnTo>
                  <a:lnTo>
                    <a:pt x="7529770" y="1244845"/>
                  </a:lnTo>
                  <a:lnTo>
                    <a:pt x="7530615" y="1256606"/>
                  </a:lnTo>
                  <a:lnTo>
                    <a:pt x="7531461" y="1266381"/>
                  </a:lnTo>
                  <a:lnTo>
                    <a:pt x="7532306" y="1295654"/>
                  </a:lnTo>
                  <a:lnTo>
                    <a:pt x="7533151" y="1258709"/>
                  </a:lnTo>
                  <a:lnTo>
                    <a:pt x="7533996" y="1268198"/>
                  </a:lnTo>
                  <a:lnTo>
                    <a:pt x="7534841" y="1331921"/>
                  </a:lnTo>
                  <a:lnTo>
                    <a:pt x="7535686" y="1351051"/>
                  </a:lnTo>
                  <a:lnTo>
                    <a:pt x="7536531" y="1366406"/>
                  </a:lnTo>
                  <a:lnTo>
                    <a:pt x="7537376" y="1518765"/>
                  </a:lnTo>
                  <a:lnTo>
                    <a:pt x="7537376" y="1518765"/>
                  </a:lnTo>
                  <a:lnTo>
                    <a:pt x="7538221" y="1399379"/>
                  </a:lnTo>
                  <a:lnTo>
                    <a:pt x="7539066" y="1366095"/>
                  </a:lnTo>
                  <a:lnTo>
                    <a:pt x="7539911" y="1518765"/>
                  </a:lnTo>
                  <a:lnTo>
                    <a:pt x="7539911" y="1518765"/>
                  </a:lnTo>
                  <a:lnTo>
                    <a:pt x="7540757" y="1518765"/>
                  </a:lnTo>
                  <a:lnTo>
                    <a:pt x="7541602" y="1383772"/>
                  </a:lnTo>
                  <a:lnTo>
                    <a:pt x="7542447" y="1359469"/>
                  </a:lnTo>
                  <a:lnTo>
                    <a:pt x="7543292" y="1270615"/>
                  </a:lnTo>
                  <a:lnTo>
                    <a:pt x="7544137" y="1301479"/>
                  </a:lnTo>
                  <a:lnTo>
                    <a:pt x="7544982" y="1278127"/>
                  </a:lnTo>
                  <a:lnTo>
                    <a:pt x="7545827" y="1201946"/>
                  </a:lnTo>
                  <a:lnTo>
                    <a:pt x="7546672" y="1146411"/>
                  </a:lnTo>
                  <a:lnTo>
                    <a:pt x="7547517" y="1107402"/>
                  </a:lnTo>
                  <a:lnTo>
                    <a:pt x="7548362" y="1183602"/>
                  </a:lnTo>
                  <a:lnTo>
                    <a:pt x="7549207" y="1190713"/>
                  </a:lnTo>
                  <a:lnTo>
                    <a:pt x="7550053" y="1258774"/>
                  </a:lnTo>
                  <a:lnTo>
                    <a:pt x="7550898" y="1232473"/>
                  </a:lnTo>
                  <a:lnTo>
                    <a:pt x="7551743" y="1216994"/>
                  </a:lnTo>
                  <a:lnTo>
                    <a:pt x="7552588" y="1202872"/>
                  </a:lnTo>
                  <a:lnTo>
                    <a:pt x="7553433" y="1172599"/>
                  </a:lnTo>
                  <a:lnTo>
                    <a:pt x="7554278" y="1107557"/>
                  </a:lnTo>
                  <a:lnTo>
                    <a:pt x="7555123" y="990799"/>
                  </a:lnTo>
                  <a:lnTo>
                    <a:pt x="7555968" y="1011499"/>
                  </a:lnTo>
                  <a:lnTo>
                    <a:pt x="7556813" y="1052009"/>
                  </a:lnTo>
                  <a:lnTo>
                    <a:pt x="7557658" y="1003800"/>
                  </a:lnTo>
                  <a:lnTo>
                    <a:pt x="7558503" y="1078444"/>
                  </a:lnTo>
                  <a:lnTo>
                    <a:pt x="7559349" y="1084167"/>
                  </a:lnTo>
                  <a:lnTo>
                    <a:pt x="7560194" y="1035847"/>
                  </a:lnTo>
                  <a:lnTo>
                    <a:pt x="7561039" y="1029488"/>
                  </a:lnTo>
                  <a:lnTo>
                    <a:pt x="7561884" y="1044529"/>
                  </a:lnTo>
                  <a:lnTo>
                    <a:pt x="7562729" y="1112340"/>
                  </a:lnTo>
                  <a:lnTo>
                    <a:pt x="7563574" y="1091262"/>
                  </a:lnTo>
                  <a:lnTo>
                    <a:pt x="7564419" y="1053052"/>
                  </a:lnTo>
                  <a:lnTo>
                    <a:pt x="7565264" y="1015207"/>
                  </a:lnTo>
                  <a:lnTo>
                    <a:pt x="7566109" y="1009484"/>
                  </a:lnTo>
                  <a:lnTo>
                    <a:pt x="7566954" y="1087403"/>
                  </a:lnTo>
                  <a:lnTo>
                    <a:pt x="7567800" y="1518765"/>
                  </a:lnTo>
                  <a:lnTo>
                    <a:pt x="7567800" y="1518765"/>
                  </a:lnTo>
                  <a:lnTo>
                    <a:pt x="7568645" y="1116577"/>
                  </a:lnTo>
                  <a:lnTo>
                    <a:pt x="7569490" y="1150457"/>
                  </a:lnTo>
                  <a:lnTo>
                    <a:pt x="7570335" y="1089937"/>
                  </a:lnTo>
                  <a:lnTo>
                    <a:pt x="7571180" y="1109559"/>
                  </a:lnTo>
                  <a:lnTo>
                    <a:pt x="7572025" y="1117202"/>
                  </a:lnTo>
                  <a:lnTo>
                    <a:pt x="7572870" y="1029562"/>
                  </a:lnTo>
                  <a:lnTo>
                    <a:pt x="7573715" y="1096416"/>
                  </a:lnTo>
                  <a:lnTo>
                    <a:pt x="7574560" y="1142048"/>
                  </a:lnTo>
                  <a:lnTo>
                    <a:pt x="7575405" y="1220348"/>
                  </a:lnTo>
                  <a:lnTo>
                    <a:pt x="7576250" y="1281077"/>
                  </a:lnTo>
                  <a:lnTo>
                    <a:pt x="7577096" y="1237006"/>
                  </a:lnTo>
                  <a:lnTo>
                    <a:pt x="7577941" y="1303532"/>
                  </a:lnTo>
                  <a:lnTo>
                    <a:pt x="7578786" y="1282825"/>
                  </a:lnTo>
                  <a:lnTo>
                    <a:pt x="7579631" y="1248433"/>
                  </a:lnTo>
                  <a:lnTo>
                    <a:pt x="7580476" y="1228856"/>
                  </a:lnTo>
                  <a:lnTo>
                    <a:pt x="7581321" y="1176665"/>
                  </a:lnTo>
                  <a:lnTo>
                    <a:pt x="7582166" y="1156033"/>
                  </a:lnTo>
                  <a:lnTo>
                    <a:pt x="7583011" y="1146764"/>
                  </a:lnTo>
                  <a:lnTo>
                    <a:pt x="7583856" y="1143052"/>
                  </a:lnTo>
                  <a:lnTo>
                    <a:pt x="7584701" y="1131997"/>
                  </a:lnTo>
                  <a:lnTo>
                    <a:pt x="7585546" y="1059646"/>
                  </a:lnTo>
                  <a:lnTo>
                    <a:pt x="7586392" y="1096795"/>
                  </a:lnTo>
                  <a:lnTo>
                    <a:pt x="7587237" y="1091419"/>
                  </a:lnTo>
                  <a:lnTo>
                    <a:pt x="7588082" y="1095575"/>
                  </a:lnTo>
                  <a:lnTo>
                    <a:pt x="7588927" y="1518765"/>
                  </a:lnTo>
                  <a:lnTo>
                    <a:pt x="7588927" y="1518765"/>
                  </a:lnTo>
                  <a:lnTo>
                    <a:pt x="7589772" y="1080973"/>
                  </a:lnTo>
                  <a:lnTo>
                    <a:pt x="7590617" y="1113389"/>
                  </a:lnTo>
                  <a:lnTo>
                    <a:pt x="7591462" y="1200488"/>
                  </a:lnTo>
                  <a:lnTo>
                    <a:pt x="7592307" y="1227208"/>
                  </a:lnTo>
                  <a:lnTo>
                    <a:pt x="7593152" y="1205965"/>
                  </a:lnTo>
                  <a:lnTo>
                    <a:pt x="7593997" y="1518765"/>
                  </a:lnTo>
                  <a:lnTo>
                    <a:pt x="7593997" y="1518765"/>
                  </a:lnTo>
                  <a:lnTo>
                    <a:pt x="7594842" y="1518765"/>
                  </a:lnTo>
                  <a:lnTo>
                    <a:pt x="7595688" y="1518765"/>
                  </a:lnTo>
                  <a:lnTo>
                    <a:pt x="7596533" y="1518765"/>
                  </a:lnTo>
                  <a:lnTo>
                    <a:pt x="7597378" y="1293186"/>
                  </a:lnTo>
                  <a:lnTo>
                    <a:pt x="7598223" y="1276006"/>
                  </a:lnTo>
                  <a:lnTo>
                    <a:pt x="7599068" y="1518765"/>
                  </a:lnTo>
                  <a:lnTo>
                    <a:pt x="7599068" y="1518765"/>
                  </a:lnTo>
                  <a:lnTo>
                    <a:pt x="7599913" y="1192713"/>
                  </a:lnTo>
                  <a:lnTo>
                    <a:pt x="7600758" y="1164187"/>
                  </a:lnTo>
                  <a:lnTo>
                    <a:pt x="7601603" y="1518765"/>
                  </a:lnTo>
                  <a:lnTo>
                    <a:pt x="7601603" y="1518765"/>
                  </a:lnTo>
                  <a:lnTo>
                    <a:pt x="7602448" y="1214770"/>
                  </a:lnTo>
                  <a:lnTo>
                    <a:pt x="7603293" y="1223225"/>
                  </a:lnTo>
                  <a:lnTo>
                    <a:pt x="7604138" y="1225306"/>
                  </a:lnTo>
                  <a:lnTo>
                    <a:pt x="7604984" y="1125271"/>
                  </a:lnTo>
                  <a:lnTo>
                    <a:pt x="7605829" y="1095259"/>
                  </a:lnTo>
                  <a:lnTo>
                    <a:pt x="7606674" y="1128962"/>
                  </a:lnTo>
                  <a:lnTo>
                    <a:pt x="7607519" y="1147392"/>
                  </a:lnTo>
                  <a:lnTo>
                    <a:pt x="7608364" y="1216341"/>
                  </a:lnTo>
                  <a:lnTo>
                    <a:pt x="7609209" y="1256792"/>
                  </a:lnTo>
                  <a:lnTo>
                    <a:pt x="7610054" y="1518765"/>
                  </a:lnTo>
                  <a:lnTo>
                    <a:pt x="7610054" y="1518765"/>
                  </a:lnTo>
                  <a:lnTo>
                    <a:pt x="7610899" y="1308281"/>
                  </a:lnTo>
                  <a:lnTo>
                    <a:pt x="7611744" y="1356988"/>
                  </a:lnTo>
                  <a:lnTo>
                    <a:pt x="7612589" y="1359724"/>
                  </a:lnTo>
                  <a:lnTo>
                    <a:pt x="7613434" y="1518765"/>
                  </a:lnTo>
                  <a:lnTo>
                    <a:pt x="7613434" y="1518765"/>
                  </a:lnTo>
                  <a:lnTo>
                    <a:pt x="7614280" y="1355899"/>
                  </a:lnTo>
                  <a:lnTo>
                    <a:pt x="7615125" y="1518765"/>
                  </a:lnTo>
                  <a:lnTo>
                    <a:pt x="7615125" y="1518765"/>
                  </a:lnTo>
                  <a:lnTo>
                    <a:pt x="7615970" y="1518765"/>
                  </a:lnTo>
                  <a:lnTo>
                    <a:pt x="7616815" y="1333433"/>
                  </a:lnTo>
                  <a:lnTo>
                    <a:pt x="7617660" y="1325803"/>
                  </a:lnTo>
                  <a:lnTo>
                    <a:pt x="7618505" y="1316793"/>
                  </a:lnTo>
                  <a:lnTo>
                    <a:pt x="7619350" y="1282340"/>
                  </a:lnTo>
                  <a:lnTo>
                    <a:pt x="7620195" y="1215883"/>
                  </a:lnTo>
                  <a:lnTo>
                    <a:pt x="7621040" y="1263345"/>
                  </a:lnTo>
                  <a:lnTo>
                    <a:pt x="7621885" y="1302371"/>
                  </a:lnTo>
                  <a:lnTo>
                    <a:pt x="7622730" y="1312490"/>
                  </a:lnTo>
                  <a:lnTo>
                    <a:pt x="7623576" y="1286936"/>
                  </a:lnTo>
                  <a:lnTo>
                    <a:pt x="7624421" y="1316177"/>
                  </a:lnTo>
                  <a:lnTo>
                    <a:pt x="7625266" y="1289403"/>
                  </a:lnTo>
                  <a:lnTo>
                    <a:pt x="7626111" y="1282463"/>
                  </a:lnTo>
                  <a:lnTo>
                    <a:pt x="7626956" y="1209831"/>
                  </a:lnTo>
                  <a:lnTo>
                    <a:pt x="7627801" y="1089016"/>
                  </a:lnTo>
                  <a:lnTo>
                    <a:pt x="7628646" y="1043200"/>
                  </a:lnTo>
                  <a:lnTo>
                    <a:pt x="7629491" y="969768"/>
                  </a:lnTo>
                  <a:lnTo>
                    <a:pt x="7630336" y="974200"/>
                  </a:lnTo>
                  <a:lnTo>
                    <a:pt x="7631181" y="929679"/>
                  </a:lnTo>
                  <a:lnTo>
                    <a:pt x="7632027" y="948940"/>
                  </a:lnTo>
                  <a:lnTo>
                    <a:pt x="7632872" y="954958"/>
                  </a:lnTo>
                  <a:lnTo>
                    <a:pt x="7633717" y="958360"/>
                  </a:lnTo>
                  <a:lnTo>
                    <a:pt x="7634562" y="1074562"/>
                  </a:lnTo>
                  <a:lnTo>
                    <a:pt x="7635407" y="1186869"/>
                  </a:lnTo>
                  <a:lnTo>
                    <a:pt x="7636252" y="1259940"/>
                  </a:lnTo>
                  <a:lnTo>
                    <a:pt x="7637097" y="1518765"/>
                  </a:lnTo>
                  <a:lnTo>
                    <a:pt x="7637097" y="1518765"/>
                  </a:lnTo>
                  <a:lnTo>
                    <a:pt x="7637942" y="1311549"/>
                  </a:lnTo>
                  <a:lnTo>
                    <a:pt x="7638787" y="1366312"/>
                  </a:lnTo>
                  <a:lnTo>
                    <a:pt x="7639632" y="1390640"/>
                  </a:lnTo>
                  <a:lnTo>
                    <a:pt x="7640477" y="1411390"/>
                  </a:lnTo>
                  <a:lnTo>
                    <a:pt x="7641323" y="1411857"/>
                  </a:lnTo>
                  <a:lnTo>
                    <a:pt x="7642168" y="1433054"/>
                  </a:lnTo>
                  <a:lnTo>
                    <a:pt x="7643013" y="1421614"/>
                  </a:lnTo>
                  <a:lnTo>
                    <a:pt x="7643858" y="1417820"/>
                  </a:lnTo>
                  <a:lnTo>
                    <a:pt x="7644703" y="1402600"/>
                  </a:lnTo>
                  <a:lnTo>
                    <a:pt x="7645548" y="1376390"/>
                  </a:lnTo>
                  <a:lnTo>
                    <a:pt x="7646393" y="1394162"/>
                  </a:lnTo>
                  <a:lnTo>
                    <a:pt x="7647238" y="1382165"/>
                  </a:lnTo>
                  <a:lnTo>
                    <a:pt x="7648083" y="1364048"/>
                  </a:lnTo>
                  <a:lnTo>
                    <a:pt x="7648928" y="1354068"/>
                  </a:lnTo>
                  <a:lnTo>
                    <a:pt x="7649773" y="1518765"/>
                  </a:lnTo>
                  <a:lnTo>
                    <a:pt x="7649773" y="1518765"/>
                  </a:lnTo>
                  <a:lnTo>
                    <a:pt x="7650619" y="1258311"/>
                  </a:lnTo>
                  <a:lnTo>
                    <a:pt x="7651464" y="1285183"/>
                  </a:lnTo>
                  <a:lnTo>
                    <a:pt x="7652309" y="1347670"/>
                  </a:lnTo>
                  <a:lnTo>
                    <a:pt x="7653154" y="1367142"/>
                  </a:lnTo>
                  <a:lnTo>
                    <a:pt x="7653999" y="1363604"/>
                  </a:lnTo>
                  <a:lnTo>
                    <a:pt x="7654844" y="1334264"/>
                  </a:lnTo>
                  <a:lnTo>
                    <a:pt x="7655689" y="1373761"/>
                  </a:lnTo>
                  <a:lnTo>
                    <a:pt x="7656534" y="1341202"/>
                  </a:lnTo>
                  <a:lnTo>
                    <a:pt x="7657379" y="1333086"/>
                  </a:lnTo>
                  <a:lnTo>
                    <a:pt x="7658224" y="1282121"/>
                  </a:lnTo>
                  <a:lnTo>
                    <a:pt x="7659069" y="1152816"/>
                  </a:lnTo>
                  <a:lnTo>
                    <a:pt x="7659915" y="1230539"/>
                  </a:lnTo>
                  <a:lnTo>
                    <a:pt x="7660760" y="1232832"/>
                  </a:lnTo>
                  <a:lnTo>
                    <a:pt x="7661605" y="1275537"/>
                  </a:lnTo>
                  <a:lnTo>
                    <a:pt x="7662450" y="1282614"/>
                  </a:lnTo>
                  <a:lnTo>
                    <a:pt x="7663295" y="1281203"/>
                  </a:lnTo>
                  <a:lnTo>
                    <a:pt x="7664140" y="1308894"/>
                  </a:lnTo>
                  <a:lnTo>
                    <a:pt x="7664985" y="1281344"/>
                  </a:lnTo>
                  <a:lnTo>
                    <a:pt x="7665830" y="1307007"/>
                  </a:lnTo>
                  <a:lnTo>
                    <a:pt x="7666675" y="1227191"/>
                  </a:lnTo>
                  <a:lnTo>
                    <a:pt x="7667520" y="1224516"/>
                  </a:lnTo>
                  <a:lnTo>
                    <a:pt x="7668365" y="1284992"/>
                  </a:lnTo>
                  <a:lnTo>
                    <a:pt x="7669211" y="1282210"/>
                  </a:lnTo>
                  <a:lnTo>
                    <a:pt x="7670056" y="1291771"/>
                  </a:lnTo>
                  <a:lnTo>
                    <a:pt x="7670901" y="1212059"/>
                  </a:lnTo>
                  <a:lnTo>
                    <a:pt x="7671746" y="1198619"/>
                  </a:lnTo>
                  <a:lnTo>
                    <a:pt x="7672591" y="1166109"/>
                  </a:lnTo>
                  <a:lnTo>
                    <a:pt x="7673436" y="1207330"/>
                  </a:lnTo>
                  <a:lnTo>
                    <a:pt x="7674281" y="1261820"/>
                  </a:lnTo>
                  <a:lnTo>
                    <a:pt x="7675126" y="1225858"/>
                  </a:lnTo>
                  <a:lnTo>
                    <a:pt x="7675971" y="1518765"/>
                  </a:lnTo>
                  <a:lnTo>
                    <a:pt x="7675971" y="1518765"/>
                  </a:lnTo>
                  <a:lnTo>
                    <a:pt x="7676816" y="1178653"/>
                  </a:lnTo>
                  <a:lnTo>
                    <a:pt x="7677661" y="1518765"/>
                  </a:lnTo>
                  <a:lnTo>
                    <a:pt x="7677661" y="1518765"/>
                  </a:lnTo>
                  <a:lnTo>
                    <a:pt x="7678507" y="1228861"/>
                  </a:lnTo>
                  <a:lnTo>
                    <a:pt x="7679352" y="1299106"/>
                  </a:lnTo>
                  <a:lnTo>
                    <a:pt x="7680197" y="1518765"/>
                  </a:lnTo>
                  <a:lnTo>
                    <a:pt x="7680197" y="1518765"/>
                  </a:lnTo>
                  <a:lnTo>
                    <a:pt x="7681042" y="1308111"/>
                  </a:lnTo>
                  <a:lnTo>
                    <a:pt x="7681887" y="1332887"/>
                  </a:lnTo>
                  <a:lnTo>
                    <a:pt x="7682732" y="1350827"/>
                  </a:lnTo>
                  <a:lnTo>
                    <a:pt x="7683577" y="1387150"/>
                  </a:lnTo>
                  <a:lnTo>
                    <a:pt x="7684422" y="1320974"/>
                  </a:lnTo>
                  <a:lnTo>
                    <a:pt x="7685267" y="1314137"/>
                  </a:lnTo>
                  <a:lnTo>
                    <a:pt x="7686112" y="1258667"/>
                  </a:lnTo>
                  <a:lnTo>
                    <a:pt x="7686957" y="1221924"/>
                  </a:lnTo>
                  <a:lnTo>
                    <a:pt x="7687803" y="1245118"/>
                  </a:lnTo>
                  <a:lnTo>
                    <a:pt x="7688648" y="1249402"/>
                  </a:lnTo>
                  <a:lnTo>
                    <a:pt x="7689493" y="1326906"/>
                  </a:lnTo>
                  <a:lnTo>
                    <a:pt x="7690338" y="1319505"/>
                  </a:lnTo>
                  <a:lnTo>
                    <a:pt x="7691183" y="1318048"/>
                  </a:lnTo>
                  <a:lnTo>
                    <a:pt x="7692028" y="1336489"/>
                  </a:lnTo>
                  <a:lnTo>
                    <a:pt x="7692873" y="1333451"/>
                  </a:lnTo>
                  <a:lnTo>
                    <a:pt x="7693718" y="1329153"/>
                  </a:lnTo>
                  <a:lnTo>
                    <a:pt x="7694563" y="1343211"/>
                  </a:lnTo>
                  <a:lnTo>
                    <a:pt x="7695408" y="1355520"/>
                  </a:lnTo>
                  <a:lnTo>
                    <a:pt x="7696254" y="1367921"/>
                  </a:lnTo>
                  <a:lnTo>
                    <a:pt x="7697099" y="1300501"/>
                  </a:lnTo>
                  <a:lnTo>
                    <a:pt x="7697944" y="1518765"/>
                  </a:lnTo>
                  <a:lnTo>
                    <a:pt x="7697944" y="1518765"/>
                  </a:lnTo>
                  <a:lnTo>
                    <a:pt x="7698789" y="1518765"/>
                  </a:lnTo>
                  <a:lnTo>
                    <a:pt x="7699634" y="1227791"/>
                  </a:lnTo>
                  <a:lnTo>
                    <a:pt x="7700479" y="1215754"/>
                  </a:lnTo>
                  <a:lnTo>
                    <a:pt x="7701324" y="1175812"/>
                  </a:lnTo>
                  <a:lnTo>
                    <a:pt x="7702169" y="1216378"/>
                  </a:lnTo>
                  <a:lnTo>
                    <a:pt x="7703014" y="1227699"/>
                  </a:lnTo>
                  <a:lnTo>
                    <a:pt x="7703859" y="1263202"/>
                  </a:lnTo>
                  <a:lnTo>
                    <a:pt x="7704704" y="1287080"/>
                  </a:lnTo>
                  <a:lnTo>
                    <a:pt x="7705550" y="1326395"/>
                  </a:lnTo>
                  <a:lnTo>
                    <a:pt x="7706395" y="1367914"/>
                  </a:lnTo>
                  <a:lnTo>
                    <a:pt x="7707240" y="1366112"/>
                  </a:lnTo>
                  <a:lnTo>
                    <a:pt x="7708085" y="1367210"/>
                  </a:lnTo>
                  <a:lnTo>
                    <a:pt x="7708930" y="1315204"/>
                  </a:lnTo>
                  <a:lnTo>
                    <a:pt x="7709775" y="1303680"/>
                  </a:lnTo>
                  <a:lnTo>
                    <a:pt x="7710620" y="1261180"/>
                  </a:lnTo>
                  <a:lnTo>
                    <a:pt x="7711465" y="1227077"/>
                  </a:lnTo>
                  <a:lnTo>
                    <a:pt x="7712310" y="1243837"/>
                  </a:lnTo>
                  <a:lnTo>
                    <a:pt x="7713155" y="1250947"/>
                  </a:lnTo>
                  <a:lnTo>
                    <a:pt x="7714000" y="1348590"/>
                  </a:lnTo>
                  <a:lnTo>
                    <a:pt x="7714846" y="1335309"/>
                  </a:lnTo>
                  <a:lnTo>
                    <a:pt x="7715691" y="1339675"/>
                  </a:lnTo>
                  <a:lnTo>
                    <a:pt x="7716536" y="1338113"/>
                  </a:lnTo>
                  <a:lnTo>
                    <a:pt x="7717381" y="1340083"/>
                  </a:lnTo>
                  <a:lnTo>
                    <a:pt x="7718226" y="1334502"/>
                  </a:lnTo>
                  <a:lnTo>
                    <a:pt x="7719071" y="1340881"/>
                  </a:lnTo>
                  <a:lnTo>
                    <a:pt x="7719916" y="1349024"/>
                  </a:lnTo>
                  <a:lnTo>
                    <a:pt x="7720761" y="1390492"/>
                  </a:lnTo>
                  <a:lnTo>
                    <a:pt x="7721606" y="1365109"/>
                  </a:lnTo>
                  <a:lnTo>
                    <a:pt x="7722451" y="1321561"/>
                  </a:lnTo>
                  <a:lnTo>
                    <a:pt x="7723296" y="1336801"/>
                  </a:lnTo>
                  <a:lnTo>
                    <a:pt x="7724142" y="1307194"/>
                  </a:lnTo>
                  <a:lnTo>
                    <a:pt x="7724987" y="1518765"/>
                  </a:lnTo>
                  <a:lnTo>
                    <a:pt x="7724987" y="1518765"/>
                  </a:lnTo>
                  <a:lnTo>
                    <a:pt x="7725832" y="1518765"/>
                  </a:lnTo>
                  <a:lnTo>
                    <a:pt x="7726677" y="1319477"/>
                  </a:lnTo>
                  <a:lnTo>
                    <a:pt x="7727522" y="1330796"/>
                  </a:lnTo>
                  <a:lnTo>
                    <a:pt x="7728367" y="1328504"/>
                  </a:lnTo>
                  <a:lnTo>
                    <a:pt x="7729212" y="1518765"/>
                  </a:lnTo>
                  <a:lnTo>
                    <a:pt x="7729212" y="1518765"/>
                  </a:lnTo>
                  <a:lnTo>
                    <a:pt x="7730057" y="1305834"/>
                  </a:lnTo>
                  <a:lnTo>
                    <a:pt x="7730902" y="1267884"/>
                  </a:lnTo>
                  <a:lnTo>
                    <a:pt x="7731747" y="1243926"/>
                  </a:lnTo>
                  <a:lnTo>
                    <a:pt x="7732592" y="1174165"/>
                  </a:lnTo>
                  <a:lnTo>
                    <a:pt x="7733438" y="1167112"/>
                  </a:lnTo>
                  <a:lnTo>
                    <a:pt x="7734283" y="1141587"/>
                  </a:lnTo>
                  <a:lnTo>
                    <a:pt x="7735128" y="1140228"/>
                  </a:lnTo>
                  <a:lnTo>
                    <a:pt x="7735973" y="1151523"/>
                  </a:lnTo>
                  <a:lnTo>
                    <a:pt x="7736818" y="1090214"/>
                  </a:lnTo>
                  <a:lnTo>
                    <a:pt x="7737663" y="1173467"/>
                  </a:lnTo>
                  <a:lnTo>
                    <a:pt x="7738508" y="1241858"/>
                  </a:lnTo>
                  <a:lnTo>
                    <a:pt x="7739353" y="1261232"/>
                  </a:lnTo>
                  <a:lnTo>
                    <a:pt x="7740198" y="1289767"/>
                  </a:lnTo>
                  <a:lnTo>
                    <a:pt x="7741043" y="1518765"/>
                  </a:lnTo>
                  <a:lnTo>
                    <a:pt x="7741043" y="1518765"/>
                  </a:lnTo>
                  <a:lnTo>
                    <a:pt x="7741888" y="1306412"/>
                  </a:lnTo>
                  <a:lnTo>
                    <a:pt x="7742734" y="1320480"/>
                  </a:lnTo>
                  <a:lnTo>
                    <a:pt x="7743579" y="1332328"/>
                  </a:lnTo>
                  <a:lnTo>
                    <a:pt x="7744424" y="1332143"/>
                  </a:lnTo>
                  <a:lnTo>
                    <a:pt x="7745269" y="1333139"/>
                  </a:lnTo>
                  <a:lnTo>
                    <a:pt x="7746114" y="1317480"/>
                  </a:lnTo>
                  <a:lnTo>
                    <a:pt x="7746959" y="1303581"/>
                  </a:lnTo>
                  <a:lnTo>
                    <a:pt x="7747804" y="1272230"/>
                  </a:lnTo>
                  <a:lnTo>
                    <a:pt x="7748649" y="1256824"/>
                  </a:lnTo>
                  <a:lnTo>
                    <a:pt x="7749494" y="1245195"/>
                  </a:lnTo>
                  <a:lnTo>
                    <a:pt x="7750339" y="1286724"/>
                  </a:lnTo>
                  <a:lnTo>
                    <a:pt x="7751185" y="1518765"/>
                  </a:lnTo>
                  <a:lnTo>
                    <a:pt x="7751185" y="1518765"/>
                  </a:lnTo>
                  <a:lnTo>
                    <a:pt x="7752030" y="1518765"/>
                  </a:lnTo>
                  <a:lnTo>
                    <a:pt x="7752875" y="1518765"/>
                  </a:lnTo>
                  <a:lnTo>
                    <a:pt x="7753720" y="1205592"/>
                  </a:lnTo>
                  <a:lnTo>
                    <a:pt x="7754565" y="1170873"/>
                  </a:lnTo>
                  <a:lnTo>
                    <a:pt x="7755410" y="1195355"/>
                  </a:lnTo>
                  <a:lnTo>
                    <a:pt x="7756255" y="1221782"/>
                  </a:lnTo>
                  <a:lnTo>
                    <a:pt x="7757100" y="1250340"/>
                  </a:lnTo>
                  <a:lnTo>
                    <a:pt x="7757945" y="1221775"/>
                  </a:lnTo>
                  <a:lnTo>
                    <a:pt x="7758790" y="1158551"/>
                  </a:lnTo>
                  <a:lnTo>
                    <a:pt x="7759635" y="1150435"/>
                  </a:lnTo>
                  <a:lnTo>
                    <a:pt x="7760481" y="1153867"/>
                  </a:lnTo>
                  <a:lnTo>
                    <a:pt x="7761326" y="1111860"/>
                  </a:lnTo>
                  <a:lnTo>
                    <a:pt x="7762171" y="1063767"/>
                  </a:lnTo>
                  <a:lnTo>
                    <a:pt x="7763016" y="1087539"/>
                  </a:lnTo>
                  <a:lnTo>
                    <a:pt x="7763861" y="1117912"/>
                  </a:lnTo>
                  <a:lnTo>
                    <a:pt x="7764706" y="1119339"/>
                  </a:lnTo>
                  <a:lnTo>
                    <a:pt x="7765551" y="1166202"/>
                  </a:lnTo>
                  <a:lnTo>
                    <a:pt x="7766396" y="1185495"/>
                  </a:lnTo>
                  <a:lnTo>
                    <a:pt x="7767241" y="1243285"/>
                  </a:lnTo>
                  <a:lnTo>
                    <a:pt x="7768086" y="1210379"/>
                  </a:lnTo>
                  <a:lnTo>
                    <a:pt x="7768931" y="1127255"/>
                  </a:lnTo>
                  <a:lnTo>
                    <a:pt x="7769777" y="1158519"/>
                  </a:lnTo>
                  <a:lnTo>
                    <a:pt x="7770622" y="1176174"/>
                  </a:lnTo>
                  <a:lnTo>
                    <a:pt x="7771467" y="1159851"/>
                  </a:lnTo>
                  <a:lnTo>
                    <a:pt x="7772312" y="1099730"/>
                  </a:lnTo>
                  <a:lnTo>
                    <a:pt x="7773157" y="1104032"/>
                  </a:lnTo>
                  <a:lnTo>
                    <a:pt x="7774002" y="1128071"/>
                  </a:lnTo>
                  <a:lnTo>
                    <a:pt x="7774847" y="1210590"/>
                  </a:lnTo>
                  <a:lnTo>
                    <a:pt x="7775692" y="1236002"/>
                  </a:lnTo>
                  <a:lnTo>
                    <a:pt x="7776537" y="1238265"/>
                  </a:lnTo>
                  <a:lnTo>
                    <a:pt x="7777382" y="1202958"/>
                  </a:lnTo>
                  <a:lnTo>
                    <a:pt x="7778227" y="1153562"/>
                  </a:lnTo>
                  <a:lnTo>
                    <a:pt x="7779073" y="1137532"/>
                  </a:lnTo>
                  <a:lnTo>
                    <a:pt x="7779918" y="1048161"/>
                  </a:lnTo>
                  <a:lnTo>
                    <a:pt x="7780763" y="1084713"/>
                  </a:lnTo>
                  <a:lnTo>
                    <a:pt x="7781608" y="1036462"/>
                  </a:lnTo>
                  <a:lnTo>
                    <a:pt x="7782453" y="1075327"/>
                  </a:lnTo>
                  <a:lnTo>
                    <a:pt x="7783298" y="1029889"/>
                  </a:lnTo>
                  <a:lnTo>
                    <a:pt x="7784143" y="1518765"/>
                  </a:lnTo>
                  <a:lnTo>
                    <a:pt x="7784143" y="1518765"/>
                  </a:lnTo>
                  <a:lnTo>
                    <a:pt x="7784988" y="1061235"/>
                  </a:lnTo>
                  <a:lnTo>
                    <a:pt x="7785833" y="1143267"/>
                  </a:lnTo>
                  <a:lnTo>
                    <a:pt x="7786678" y="1131737"/>
                  </a:lnTo>
                  <a:lnTo>
                    <a:pt x="7787523" y="1118742"/>
                  </a:lnTo>
                  <a:lnTo>
                    <a:pt x="7788369" y="1024953"/>
                  </a:lnTo>
                  <a:lnTo>
                    <a:pt x="7789214" y="1046532"/>
                  </a:lnTo>
                  <a:lnTo>
                    <a:pt x="7790059" y="1008817"/>
                  </a:lnTo>
                  <a:lnTo>
                    <a:pt x="7790904" y="1025231"/>
                  </a:lnTo>
                  <a:lnTo>
                    <a:pt x="7791749" y="994260"/>
                  </a:lnTo>
                  <a:lnTo>
                    <a:pt x="7792594" y="996407"/>
                  </a:lnTo>
                  <a:lnTo>
                    <a:pt x="7793439" y="1028217"/>
                  </a:lnTo>
                  <a:lnTo>
                    <a:pt x="7794284" y="1021574"/>
                  </a:lnTo>
                  <a:lnTo>
                    <a:pt x="7795129" y="1067396"/>
                  </a:lnTo>
                  <a:lnTo>
                    <a:pt x="7795974" y="1107498"/>
                  </a:lnTo>
                  <a:lnTo>
                    <a:pt x="7796819" y="1172592"/>
                  </a:lnTo>
                  <a:lnTo>
                    <a:pt x="7797665" y="1157619"/>
                  </a:lnTo>
                  <a:lnTo>
                    <a:pt x="7798510" y="1130757"/>
                  </a:lnTo>
                  <a:lnTo>
                    <a:pt x="7799355" y="1139923"/>
                  </a:lnTo>
                  <a:lnTo>
                    <a:pt x="7800200" y="1139933"/>
                  </a:lnTo>
                  <a:lnTo>
                    <a:pt x="7801045" y="1097421"/>
                  </a:lnTo>
                  <a:lnTo>
                    <a:pt x="7801890" y="1149747"/>
                  </a:lnTo>
                  <a:lnTo>
                    <a:pt x="7802735" y="1184595"/>
                  </a:lnTo>
                  <a:lnTo>
                    <a:pt x="7803580" y="1150588"/>
                  </a:lnTo>
                  <a:lnTo>
                    <a:pt x="7804425" y="1140448"/>
                  </a:lnTo>
                  <a:lnTo>
                    <a:pt x="7805270" y="1165888"/>
                  </a:lnTo>
                  <a:lnTo>
                    <a:pt x="7806115" y="1194928"/>
                  </a:lnTo>
                  <a:lnTo>
                    <a:pt x="7806961" y="1198229"/>
                  </a:lnTo>
                  <a:lnTo>
                    <a:pt x="7807806" y="1190914"/>
                  </a:lnTo>
                  <a:lnTo>
                    <a:pt x="7808651" y="1136103"/>
                  </a:lnTo>
                  <a:lnTo>
                    <a:pt x="7809496" y="1154996"/>
                  </a:lnTo>
                  <a:lnTo>
                    <a:pt x="7810341" y="1114484"/>
                  </a:lnTo>
                  <a:lnTo>
                    <a:pt x="7811186" y="1111925"/>
                  </a:lnTo>
                  <a:lnTo>
                    <a:pt x="7812031" y="1086104"/>
                  </a:lnTo>
                  <a:lnTo>
                    <a:pt x="7812876" y="1076339"/>
                  </a:lnTo>
                  <a:lnTo>
                    <a:pt x="7813721" y="1116613"/>
                  </a:lnTo>
                  <a:lnTo>
                    <a:pt x="7814566" y="1126480"/>
                  </a:lnTo>
                  <a:lnTo>
                    <a:pt x="7815412" y="1134365"/>
                  </a:lnTo>
                  <a:lnTo>
                    <a:pt x="7816257" y="1212494"/>
                  </a:lnTo>
                  <a:lnTo>
                    <a:pt x="7817102" y="1317101"/>
                  </a:lnTo>
                  <a:lnTo>
                    <a:pt x="7817947" y="1348698"/>
                  </a:lnTo>
                  <a:lnTo>
                    <a:pt x="7818792" y="1358969"/>
                  </a:lnTo>
                  <a:lnTo>
                    <a:pt x="7819637" y="1320023"/>
                  </a:lnTo>
                  <a:lnTo>
                    <a:pt x="7820482" y="1355960"/>
                  </a:lnTo>
                  <a:lnTo>
                    <a:pt x="7821327" y="1518765"/>
                  </a:lnTo>
                  <a:lnTo>
                    <a:pt x="7821327" y="1518765"/>
                  </a:lnTo>
                  <a:lnTo>
                    <a:pt x="7822172" y="1518765"/>
                  </a:lnTo>
                  <a:lnTo>
                    <a:pt x="7823017" y="1356448"/>
                  </a:lnTo>
                  <a:lnTo>
                    <a:pt x="7823862" y="1382489"/>
                  </a:lnTo>
                  <a:lnTo>
                    <a:pt x="7824708" y="1401767"/>
                  </a:lnTo>
                  <a:lnTo>
                    <a:pt x="7825553" y="1518765"/>
                  </a:lnTo>
                  <a:lnTo>
                    <a:pt x="7825553" y="1518765"/>
                  </a:lnTo>
                  <a:lnTo>
                    <a:pt x="7826398" y="1518765"/>
                  </a:lnTo>
                  <a:lnTo>
                    <a:pt x="7827243" y="1360394"/>
                  </a:lnTo>
                  <a:lnTo>
                    <a:pt x="7828088" y="1345173"/>
                  </a:lnTo>
                  <a:lnTo>
                    <a:pt x="7828933" y="1328119"/>
                  </a:lnTo>
                  <a:lnTo>
                    <a:pt x="7829778" y="1303986"/>
                  </a:lnTo>
                  <a:lnTo>
                    <a:pt x="7830623" y="1314001"/>
                  </a:lnTo>
                  <a:lnTo>
                    <a:pt x="7831468" y="1313185"/>
                  </a:lnTo>
                  <a:lnTo>
                    <a:pt x="7832313" y="1260614"/>
                  </a:lnTo>
                  <a:lnTo>
                    <a:pt x="7833158" y="1168199"/>
                  </a:lnTo>
                  <a:lnTo>
                    <a:pt x="7834004" y="1144644"/>
                  </a:lnTo>
                  <a:lnTo>
                    <a:pt x="7834849" y="1126431"/>
                  </a:lnTo>
                  <a:lnTo>
                    <a:pt x="7835694" y="1130009"/>
                  </a:lnTo>
                  <a:lnTo>
                    <a:pt x="7836539" y="1518765"/>
                  </a:lnTo>
                  <a:lnTo>
                    <a:pt x="7836539" y="1518765"/>
                  </a:lnTo>
                  <a:lnTo>
                    <a:pt x="7837384" y="1518765"/>
                  </a:lnTo>
                  <a:lnTo>
                    <a:pt x="7838229" y="1062308"/>
                  </a:lnTo>
                  <a:lnTo>
                    <a:pt x="7839074" y="1018011"/>
                  </a:lnTo>
                  <a:lnTo>
                    <a:pt x="7839919" y="1049179"/>
                  </a:lnTo>
                  <a:lnTo>
                    <a:pt x="7840764" y="1518765"/>
                  </a:lnTo>
                  <a:lnTo>
                    <a:pt x="7840764" y="1518765"/>
                  </a:lnTo>
                  <a:lnTo>
                    <a:pt x="7841609" y="1518765"/>
                  </a:lnTo>
                  <a:lnTo>
                    <a:pt x="7842454" y="1109420"/>
                  </a:lnTo>
                  <a:lnTo>
                    <a:pt x="7843300" y="1175503"/>
                  </a:lnTo>
                  <a:lnTo>
                    <a:pt x="7844145" y="1175399"/>
                  </a:lnTo>
                  <a:lnTo>
                    <a:pt x="7844990" y="1156750"/>
                  </a:lnTo>
                  <a:lnTo>
                    <a:pt x="7845835" y="1165950"/>
                  </a:lnTo>
                  <a:lnTo>
                    <a:pt x="7846680" y="1518765"/>
                  </a:lnTo>
                  <a:lnTo>
                    <a:pt x="7846680" y="1518765"/>
                  </a:lnTo>
                  <a:lnTo>
                    <a:pt x="7847525" y="1260259"/>
                  </a:lnTo>
                  <a:lnTo>
                    <a:pt x="7848370" y="1274611"/>
                  </a:lnTo>
                  <a:lnTo>
                    <a:pt x="7849215" y="1283117"/>
                  </a:lnTo>
                  <a:lnTo>
                    <a:pt x="7850060" y="1295310"/>
                  </a:lnTo>
                  <a:lnTo>
                    <a:pt x="7850905" y="1209940"/>
                  </a:lnTo>
                  <a:lnTo>
                    <a:pt x="7851750" y="1232095"/>
                  </a:lnTo>
                  <a:lnTo>
                    <a:pt x="7852596" y="1257986"/>
                  </a:lnTo>
                  <a:lnTo>
                    <a:pt x="7853441" y="1258783"/>
                  </a:lnTo>
                  <a:lnTo>
                    <a:pt x="7854286" y="1321693"/>
                  </a:lnTo>
                  <a:lnTo>
                    <a:pt x="7855131" y="1321284"/>
                  </a:lnTo>
                  <a:lnTo>
                    <a:pt x="7855976" y="1329213"/>
                  </a:lnTo>
                  <a:lnTo>
                    <a:pt x="7856821" y="1371097"/>
                  </a:lnTo>
                  <a:lnTo>
                    <a:pt x="7857666" y="1518765"/>
                  </a:lnTo>
                  <a:lnTo>
                    <a:pt x="7857666" y="1518765"/>
                  </a:lnTo>
                  <a:lnTo>
                    <a:pt x="7858511" y="1406206"/>
                  </a:lnTo>
                  <a:lnTo>
                    <a:pt x="7859356" y="1429722"/>
                  </a:lnTo>
                  <a:lnTo>
                    <a:pt x="7860201" y="1411728"/>
                  </a:lnTo>
                  <a:lnTo>
                    <a:pt x="7861046" y="1414191"/>
                  </a:lnTo>
                  <a:lnTo>
                    <a:pt x="7861892" y="1419430"/>
                  </a:lnTo>
                  <a:lnTo>
                    <a:pt x="7862737" y="1422795"/>
                  </a:lnTo>
                  <a:lnTo>
                    <a:pt x="7863582" y="1443523"/>
                  </a:lnTo>
                  <a:lnTo>
                    <a:pt x="7864427" y="1397459"/>
                  </a:lnTo>
                  <a:lnTo>
                    <a:pt x="7865272" y="1388144"/>
                  </a:lnTo>
                  <a:lnTo>
                    <a:pt x="7866117" y="1366089"/>
                  </a:lnTo>
                  <a:lnTo>
                    <a:pt x="7866962" y="1342085"/>
                  </a:lnTo>
                  <a:lnTo>
                    <a:pt x="7867807" y="1374630"/>
                  </a:lnTo>
                  <a:lnTo>
                    <a:pt x="7868652" y="1518765"/>
                  </a:lnTo>
                  <a:lnTo>
                    <a:pt x="7868652" y="1518765"/>
                  </a:lnTo>
                  <a:lnTo>
                    <a:pt x="7869497" y="1518765"/>
                  </a:lnTo>
                  <a:lnTo>
                    <a:pt x="7870342" y="1411204"/>
                  </a:lnTo>
                  <a:lnTo>
                    <a:pt x="7871188" y="1387782"/>
                  </a:lnTo>
                  <a:lnTo>
                    <a:pt x="7872033" y="1415740"/>
                  </a:lnTo>
                  <a:lnTo>
                    <a:pt x="7872878" y="1375305"/>
                  </a:lnTo>
                  <a:lnTo>
                    <a:pt x="7873723" y="1365903"/>
                  </a:lnTo>
                  <a:lnTo>
                    <a:pt x="7874568" y="1364822"/>
                  </a:lnTo>
                  <a:lnTo>
                    <a:pt x="7875413" y="1365366"/>
                  </a:lnTo>
                  <a:lnTo>
                    <a:pt x="7876258" y="1404292"/>
                  </a:lnTo>
                  <a:lnTo>
                    <a:pt x="7877103" y="1382373"/>
                  </a:lnTo>
                  <a:lnTo>
                    <a:pt x="7877948" y="1369548"/>
                  </a:lnTo>
                  <a:lnTo>
                    <a:pt x="7878793" y="1518765"/>
                  </a:lnTo>
                  <a:lnTo>
                    <a:pt x="7878793" y="1518765"/>
                  </a:lnTo>
                  <a:lnTo>
                    <a:pt x="7879639" y="1518765"/>
                  </a:lnTo>
                  <a:lnTo>
                    <a:pt x="7880484" y="1355951"/>
                  </a:lnTo>
                  <a:lnTo>
                    <a:pt x="7881329" y="1316359"/>
                  </a:lnTo>
                  <a:lnTo>
                    <a:pt x="7882174" y="1518765"/>
                  </a:lnTo>
                  <a:lnTo>
                    <a:pt x="7882174" y="1518765"/>
                  </a:lnTo>
                  <a:lnTo>
                    <a:pt x="7883019" y="1236446"/>
                  </a:lnTo>
                  <a:lnTo>
                    <a:pt x="7883864" y="1307796"/>
                  </a:lnTo>
                  <a:lnTo>
                    <a:pt x="7884709" y="1326266"/>
                  </a:lnTo>
                  <a:lnTo>
                    <a:pt x="7885554" y="1518765"/>
                  </a:lnTo>
                  <a:lnTo>
                    <a:pt x="7885554" y="1518765"/>
                  </a:lnTo>
                  <a:lnTo>
                    <a:pt x="7886399" y="1306260"/>
                  </a:lnTo>
                  <a:lnTo>
                    <a:pt x="7887244" y="1271433"/>
                  </a:lnTo>
                  <a:lnTo>
                    <a:pt x="7888089" y="1298952"/>
                  </a:lnTo>
                  <a:lnTo>
                    <a:pt x="7888935" y="1313643"/>
                  </a:lnTo>
                  <a:lnTo>
                    <a:pt x="7889780" y="1357638"/>
                  </a:lnTo>
                  <a:lnTo>
                    <a:pt x="7890625" y="1360515"/>
                  </a:lnTo>
                  <a:lnTo>
                    <a:pt x="7891470" y="1518765"/>
                  </a:lnTo>
                  <a:lnTo>
                    <a:pt x="7891470" y="1518765"/>
                  </a:lnTo>
                  <a:lnTo>
                    <a:pt x="7892315" y="1518765"/>
                  </a:lnTo>
                  <a:lnTo>
                    <a:pt x="7893160" y="1518765"/>
                  </a:lnTo>
                  <a:lnTo>
                    <a:pt x="7894005" y="1358611"/>
                  </a:lnTo>
                  <a:lnTo>
                    <a:pt x="7894850" y="1316705"/>
                  </a:lnTo>
                  <a:lnTo>
                    <a:pt x="7895695" y="1317181"/>
                  </a:lnTo>
                  <a:lnTo>
                    <a:pt x="7896540" y="1306838"/>
                  </a:lnTo>
                  <a:lnTo>
                    <a:pt x="7897385" y="1271395"/>
                  </a:lnTo>
                  <a:lnTo>
                    <a:pt x="7898231" y="1287676"/>
                  </a:lnTo>
                  <a:lnTo>
                    <a:pt x="7899076" y="1374999"/>
                  </a:lnTo>
                  <a:lnTo>
                    <a:pt x="7899921" y="1309136"/>
                  </a:lnTo>
                  <a:lnTo>
                    <a:pt x="7900766" y="1336023"/>
                  </a:lnTo>
                  <a:lnTo>
                    <a:pt x="7901611" y="1327603"/>
                  </a:lnTo>
                  <a:lnTo>
                    <a:pt x="7902456" y="1314887"/>
                  </a:lnTo>
                  <a:lnTo>
                    <a:pt x="7903301" y="1280040"/>
                  </a:lnTo>
                  <a:lnTo>
                    <a:pt x="7904146" y="1242381"/>
                  </a:lnTo>
                  <a:lnTo>
                    <a:pt x="7904991" y="1228704"/>
                  </a:lnTo>
                  <a:lnTo>
                    <a:pt x="7905836" y="1231635"/>
                  </a:lnTo>
                  <a:lnTo>
                    <a:pt x="7906681" y="1233721"/>
                  </a:lnTo>
                  <a:lnTo>
                    <a:pt x="7907527" y="1234288"/>
                  </a:lnTo>
                  <a:lnTo>
                    <a:pt x="7908372" y="1274134"/>
                  </a:lnTo>
                  <a:lnTo>
                    <a:pt x="7909217" y="1279479"/>
                  </a:lnTo>
                  <a:lnTo>
                    <a:pt x="7910062" y="1314688"/>
                  </a:lnTo>
                  <a:lnTo>
                    <a:pt x="7910907" y="1300065"/>
                  </a:lnTo>
                  <a:lnTo>
                    <a:pt x="7911752" y="1264775"/>
                  </a:lnTo>
                  <a:lnTo>
                    <a:pt x="7912597" y="1229024"/>
                  </a:lnTo>
                  <a:lnTo>
                    <a:pt x="7913442" y="1208871"/>
                  </a:lnTo>
                  <a:lnTo>
                    <a:pt x="7914287" y="1296945"/>
                  </a:lnTo>
                  <a:lnTo>
                    <a:pt x="7915132" y="1274405"/>
                  </a:lnTo>
                  <a:lnTo>
                    <a:pt x="7915977" y="1291127"/>
                  </a:lnTo>
                  <a:lnTo>
                    <a:pt x="7916823" y="1518765"/>
                  </a:lnTo>
                  <a:lnTo>
                    <a:pt x="7916823" y="1518765"/>
                  </a:lnTo>
                  <a:lnTo>
                    <a:pt x="7917668" y="1291164"/>
                  </a:lnTo>
                  <a:lnTo>
                    <a:pt x="7918513" y="1518765"/>
                  </a:lnTo>
                  <a:lnTo>
                    <a:pt x="7918513" y="1518765"/>
                  </a:lnTo>
                  <a:lnTo>
                    <a:pt x="7919358" y="1518765"/>
                  </a:lnTo>
                  <a:lnTo>
                    <a:pt x="7920203" y="1518765"/>
                  </a:lnTo>
                  <a:lnTo>
                    <a:pt x="7921048" y="1286378"/>
                  </a:lnTo>
                  <a:lnTo>
                    <a:pt x="7921893" y="1205416"/>
                  </a:lnTo>
                  <a:lnTo>
                    <a:pt x="7922738" y="1164159"/>
                  </a:lnTo>
                  <a:lnTo>
                    <a:pt x="7923583" y="1135734"/>
                  </a:lnTo>
                  <a:lnTo>
                    <a:pt x="7924428" y="1154494"/>
                  </a:lnTo>
                  <a:lnTo>
                    <a:pt x="7925273" y="1107699"/>
                  </a:lnTo>
                  <a:lnTo>
                    <a:pt x="7926119" y="1518765"/>
                  </a:lnTo>
                  <a:lnTo>
                    <a:pt x="7926119" y="1518765"/>
                  </a:lnTo>
                  <a:lnTo>
                    <a:pt x="7926964" y="1059456"/>
                  </a:lnTo>
                  <a:lnTo>
                    <a:pt x="7927809" y="1057027"/>
                  </a:lnTo>
                  <a:lnTo>
                    <a:pt x="7928654" y="1052890"/>
                  </a:lnTo>
                  <a:lnTo>
                    <a:pt x="7929499" y="1087396"/>
                  </a:lnTo>
                  <a:lnTo>
                    <a:pt x="7930344" y="1084271"/>
                  </a:lnTo>
                  <a:lnTo>
                    <a:pt x="7931189" y="1102319"/>
                  </a:lnTo>
                  <a:lnTo>
                    <a:pt x="7932034" y="1145920"/>
                  </a:lnTo>
                  <a:lnTo>
                    <a:pt x="7932879" y="1172085"/>
                  </a:lnTo>
                  <a:lnTo>
                    <a:pt x="7933724" y="1195301"/>
                  </a:lnTo>
                  <a:lnTo>
                    <a:pt x="7934569" y="1142182"/>
                  </a:lnTo>
                  <a:lnTo>
                    <a:pt x="7935415" y="1158055"/>
                  </a:lnTo>
                  <a:lnTo>
                    <a:pt x="7936260" y="1127326"/>
                  </a:lnTo>
                  <a:lnTo>
                    <a:pt x="7937105" y="1142076"/>
                  </a:lnTo>
                  <a:lnTo>
                    <a:pt x="7937950" y="1199693"/>
                  </a:lnTo>
                  <a:lnTo>
                    <a:pt x="7938795" y="1197572"/>
                  </a:lnTo>
                  <a:lnTo>
                    <a:pt x="7939640" y="1221530"/>
                  </a:lnTo>
                  <a:lnTo>
                    <a:pt x="7940485" y="1255077"/>
                  </a:lnTo>
                  <a:lnTo>
                    <a:pt x="7941330" y="1284109"/>
                  </a:lnTo>
                  <a:lnTo>
                    <a:pt x="7942175" y="1316056"/>
                  </a:lnTo>
                  <a:lnTo>
                    <a:pt x="7943020" y="1260808"/>
                  </a:lnTo>
                  <a:lnTo>
                    <a:pt x="7943866" y="1215256"/>
                  </a:lnTo>
                  <a:lnTo>
                    <a:pt x="7944711" y="1238238"/>
                  </a:lnTo>
                  <a:lnTo>
                    <a:pt x="7945556" y="1233133"/>
                  </a:lnTo>
                  <a:lnTo>
                    <a:pt x="7946401" y="1236275"/>
                  </a:lnTo>
                  <a:lnTo>
                    <a:pt x="7947246" y="1253241"/>
                  </a:lnTo>
                  <a:lnTo>
                    <a:pt x="7948091" y="1288522"/>
                  </a:lnTo>
                  <a:lnTo>
                    <a:pt x="7948936" y="1302163"/>
                  </a:lnTo>
                  <a:lnTo>
                    <a:pt x="7949781" y="1271085"/>
                  </a:lnTo>
                  <a:lnTo>
                    <a:pt x="7950626" y="1239915"/>
                  </a:lnTo>
                  <a:lnTo>
                    <a:pt x="7951471" y="1228283"/>
                  </a:lnTo>
                  <a:lnTo>
                    <a:pt x="7952316" y="1237309"/>
                  </a:lnTo>
                  <a:lnTo>
                    <a:pt x="7953162" y="1281725"/>
                  </a:lnTo>
                  <a:lnTo>
                    <a:pt x="7954007" y="1276269"/>
                  </a:lnTo>
                  <a:lnTo>
                    <a:pt x="7954852" y="1336051"/>
                  </a:lnTo>
                  <a:lnTo>
                    <a:pt x="7955697" y="1378635"/>
                  </a:lnTo>
                  <a:lnTo>
                    <a:pt x="7956542" y="1345417"/>
                  </a:lnTo>
                  <a:lnTo>
                    <a:pt x="7957387" y="1332149"/>
                  </a:lnTo>
                  <a:lnTo>
                    <a:pt x="7958232" y="1360699"/>
                  </a:lnTo>
                  <a:lnTo>
                    <a:pt x="7959077" y="1379077"/>
                  </a:lnTo>
                  <a:lnTo>
                    <a:pt x="7959922" y="1518765"/>
                  </a:lnTo>
                  <a:lnTo>
                    <a:pt x="7959922" y="1518765"/>
                  </a:lnTo>
                  <a:lnTo>
                    <a:pt x="7960767" y="1518765"/>
                  </a:lnTo>
                  <a:lnTo>
                    <a:pt x="7961612" y="1415862"/>
                  </a:lnTo>
                  <a:lnTo>
                    <a:pt x="7962458" y="1518765"/>
                  </a:lnTo>
                  <a:lnTo>
                    <a:pt x="7962458" y="1518765"/>
                  </a:lnTo>
                  <a:lnTo>
                    <a:pt x="7963303" y="1518765"/>
                  </a:lnTo>
                  <a:lnTo>
                    <a:pt x="7964148" y="1388734"/>
                  </a:lnTo>
                  <a:lnTo>
                    <a:pt x="7964993" y="1401422"/>
                  </a:lnTo>
                  <a:lnTo>
                    <a:pt x="7965838" y="1518765"/>
                  </a:lnTo>
                  <a:lnTo>
                    <a:pt x="7965838" y="1518765"/>
                  </a:lnTo>
                  <a:lnTo>
                    <a:pt x="7966683" y="1401232"/>
                  </a:lnTo>
                  <a:lnTo>
                    <a:pt x="7967528" y="1394943"/>
                  </a:lnTo>
                  <a:lnTo>
                    <a:pt x="7968373" y="1378111"/>
                  </a:lnTo>
                  <a:lnTo>
                    <a:pt x="7969218" y="1385682"/>
                  </a:lnTo>
                  <a:lnTo>
                    <a:pt x="7970063" y="1384009"/>
                  </a:lnTo>
                  <a:lnTo>
                    <a:pt x="7970908" y="1352785"/>
                  </a:lnTo>
                  <a:lnTo>
                    <a:pt x="7971754" y="1331642"/>
                  </a:lnTo>
                  <a:lnTo>
                    <a:pt x="7972599" y="1288151"/>
                  </a:lnTo>
                  <a:lnTo>
                    <a:pt x="7973444" y="1267989"/>
                  </a:lnTo>
                  <a:lnTo>
                    <a:pt x="7974289" y="1243880"/>
                  </a:lnTo>
                  <a:lnTo>
                    <a:pt x="7975134" y="1235140"/>
                  </a:lnTo>
                  <a:lnTo>
                    <a:pt x="7975979" y="1190178"/>
                  </a:lnTo>
                  <a:lnTo>
                    <a:pt x="7976824" y="1226093"/>
                  </a:lnTo>
                  <a:lnTo>
                    <a:pt x="7977669" y="1245329"/>
                  </a:lnTo>
                  <a:lnTo>
                    <a:pt x="7978514" y="1270209"/>
                  </a:lnTo>
                  <a:lnTo>
                    <a:pt x="7979359" y="1268087"/>
                  </a:lnTo>
                  <a:lnTo>
                    <a:pt x="7980204" y="1251761"/>
                  </a:lnTo>
                  <a:lnTo>
                    <a:pt x="7981050" y="1208639"/>
                  </a:lnTo>
                  <a:lnTo>
                    <a:pt x="7981895" y="1518765"/>
                  </a:lnTo>
                  <a:lnTo>
                    <a:pt x="7981895" y="1518765"/>
                  </a:lnTo>
                  <a:lnTo>
                    <a:pt x="7982740" y="1214459"/>
                  </a:lnTo>
                  <a:lnTo>
                    <a:pt x="7983585" y="1214509"/>
                  </a:lnTo>
                  <a:lnTo>
                    <a:pt x="7984430" y="1243871"/>
                  </a:lnTo>
                  <a:lnTo>
                    <a:pt x="7985275" y="1274453"/>
                  </a:lnTo>
                  <a:lnTo>
                    <a:pt x="7986120" y="1278898"/>
                  </a:lnTo>
                  <a:lnTo>
                    <a:pt x="7986965" y="1207715"/>
                  </a:lnTo>
                  <a:lnTo>
                    <a:pt x="7987810" y="1231420"/>
                  </a:lnTo>
                  <a:lnTo>
                    <a:pt x="7988655" y="1209111"/>
                  </a:lnTo>
                  <a:lnTo>
                    <a:pt x="7989500" y="1292468"/>
                  </a:lnTo>
                  <a:lnTo>
                    <a:pt x="7990346" y="1320114"/>
                  </a:lnTo>
                  <a:lnTo>
                    <a:pt x="7991191" y="1301698"/>
                  </a:lnTo>
                  <a:lnTo>
                    <a:pt x="7992036" y="1234251"/>
                  </a:lnTo>
                  <a:lnTo>
                    <a:pt x="7992881" y="1518765"/>
                  </a:lnTo>
                  <a:lnTo>
                    <a:pt x="7992881" y="1518765"/>
                  </a:lnTo>
                  <a:lnTo>
                    <a:pt x="7993726" y="1124029"/>
                  </a:lnTo>
                  <a:lnTo>
                    <a:pt x="7994571" y="1128873"/>
                  </a:lnTo>
                  <a:lnTo>
                    <a:pt x="7995416" y="1086956"/>
                  </a:lnTo>
                  <a:lnTo>
                    <a:pt x="7996261" y="1081295"/>
                  </a:lnTo>
                  <a:lnTo>
                    <a:pt x="7997106" y="1027465"/>
                  </a:lnTo>
                  <a:lnTo>
                    <a:pt x="7997951" y="1025657"/>
                  </a:lnTo>
                  <a:lnTo>
                    <a:pt x="7998796" y="1070049"/>
                  </a:lnTo>
                  <a:lnTo>
                    <a:pt x="7999642" y="1036583"/>
                  </a:lnTo>
                  <a:lnTo>
                    <a:pt x="8000487" y="1039091"/>
                  </a:lnTo>
                  <a:lnTo>
                    <a:pt x="8001332" y="1036492"/>
                  </a:lnTo>
                  <a:lnTo>
                    <a:pt x="8002177" y="1076197"/>
                  </a:lnTo>
                  <a:lnTo>
                    <a:pt x="8003022" y="1518765"/>
                  </a:lnTo>
                  <a:lnTo>
                    <a:pt x="8003022" y="1518765"/>
                  </a:lnTo>
                  <a:lnTo>
                    <a:pt x="8003867" y="1518765"/>
                  </a:lnTo>
                  <a:lnTo>
                    <a:pt x="8004712" y="1150831"/>
                  </a:lnTo>
                  <a:lnTo>
                    <a:pt x="8005557" y="1518765"/>
                  </a:lnTo>
                  <a:lnTo>
                    <a:pt x="8005557" y="1518765"/>
                  </a:lnTo>
                  <a:lnTo>
                    <a:pt x="8006402" y="1250921"/>
                  </a:lnTo>
                  <a:lnTo>
                    <a:pt x="8007247" y="1234736"/>
                  </a:lnTo>
                  <a:lnTo>
                    <a:pt x="8008093" y="1166907"/>
                  </a:lnTo>
                  <a:lnTo>
                    <a:pt x="8008938" y="1176028"/>
                  </a:lnTo>
                  <a:lnTo>
                    <a:pt x="8009783" y="1219953"/>
                  </a:lnTo>
                  <a:lnTo>
                    <a:pt x="8010628" y="1518765"/>
                  </a:lnTo>
                  <a:lnTo>
                    <a:pt x="8010628" y="1518765"/>
                  </a:lnTo>
                  <a:lnTo>
                    <a:pt x="8011473" y="1258108"/>
                  </a:lnTo>
                  <a:lnTo>
                    <a:pt x="8012318" y="1259508"/>
                  </a:lnTo>
                  <a:lnTo>
                    <a:pt x="8013163" y="1276923"/>
                  </a:lnTo>
                  <a:lnTo>
                    <a:pt x="8014008" y="1304067"/>
                  </a:lnTo>
                  <a:lnTo>
                    <a:pt x="8014853" y="1286583"/>
                  </a:lnTo>
                  <a:lnTo>
                    <a:pt x="8015698" y="1197862"/>
                  </a:lnTo>
                  <a:lnTo>
                    <a:pt x="8016543" y="1240584"/>
                  </a:lnTo>
                  <a:lnTo>
                    <a:pt x="8017389" y="1249315"/>
                  </a:lnTo>
                  <a:lnTo>
                    <a:pt x="8018234" y="1232054"/>
                  </a:lnTo>
                  <a:lnTo>
                    <a:pt x="8019079" y="1234883"/>
                  </a:lnTo>
                  <a:lnTo>
                    <a:pt x="8019924" y="1289814"/>
                  </a:lnTo>
                  <a:lnTo>
                    <a:pt x="8020769" y="1518765"/>
                  </a:lnTo>
                  <a:lnTo>
                    <a:pt x="8020769" y="1518765"/>
                  </a:lnTo>
                  <a:lnTo>
                    <a:pt x="8021614" y="1314373"/>
                  </a:lnTo>
                  <a:lnTo>
                    <a:pt x="8022459" y="1518765"/>
                  </a:lnTo>
                  <a:lnTo>
                    <a:pt x="8022459" y="1518765"/>
                  </a:lnTo>
                  <a:lnTo>
                    <a:pt x="8023304" y="1295652"/>
                  </a:lnTo>
                  <a:lnTo>
                    <a:pt x="8024149" y="1518765"/>
                  </a:lnTo>
                  <a:lnTo>
                    <a:pt x="8024149" y="1518765"/>
                  </a:lnTo>
                  <a:lnTo>
                    <a:pt x="8024994" y="1518765"/>
                  </a:lnTo>
                  <a:lnTo>
                    <a:pt x="8025839" y="1291191"/>
                  </a:lnTo>
                  <a:lnTo>
                    <a:pt x="8026685" y="1295987"/>
                  </a:lnTo>
                  <a:lnTo>
                    <a:pt x="8027530" y="1232550"/>
                  </a:lnTo>
                  <a:lnTo>
                    <a:pt x="8028375" y="1206650"/>
                  </a:lnTo>
                  <a:lnTo>
                    <a:pt x="8029220" y="1122592"/>
                  </a:lnTo>
                  <a:lnTo>
                    <a:pt x="8030065" y="1112245"/>
                  </a:lnTo>
                  <a:lnTo>
                    <a:pt x="8030910" y="1146655"/>
                  </a:lnTo>
                  <a:lnTo>
                    <a:pt x="8031755" y="1518765"/>
                  </a:lnTo>
                  <a:lnTo>
                    <a:pt x="8031755" y="1518765"/>
                  </a:lnTo>
                  <a:lnTo>
                    <a:pt x="8032600" y="1518765"/>
                  </a:lnTo>
                  <a:lnTo>
                    <a:pt x="8033445" y="1165701"/>
                  </a:lnTo>
                  <a:lnTo>
                    <a:pt x="8034290" y="1176415"/>
                  </a:lnTo>
                  <a:lnTo>
                    <a:pt x="8035135" y="1198104"/>
                  </a:lnTo>
                  <a:lnTo>
                    <a:pt x="8035981" y="1185960"/>
                  </a:lnTo>
                  <a:lnTo>
                    <a:pt x="8036826" y="1140144"/>
                  </a:lnTo>
                  <a:lnTo>
                    <a:pt x="8037671" y="1181330"/>
                  </a:lnTo>
                  <a:lnTo>
                    <a:pt x="8038516" y="1518765"/>
                  </a:lnTo>
                  <a:lnTo>
                    <a:pt x="8038516" y="1518765"/>
                  </a:lnTo>
                  <a:lnTo>
                    <a:pt x="8039361" y="1518765"/>
                  </a:lnTo>
                  <a:lnTo>
                    <a:pt x="8040206" y="1518765"/>
                  </a:lnTo>
                  <a:lnTo>
                    <a:pt x="8041051" y="1518765"/>
                  </a:lnTo>
                  <a:lnTo>
                    <a:pt x="8041896" y="1144429"/>
                  </a:lnTo>
                  <a:lnTo>
                    <a:pt x="8042741" y="1139829"/>
                  </a:lnTo>
                  <a:lnTo>
                    <a:pt x="8043586" y="1134712"/>
                  </a:lnTo>
                  <a:lnTo>
                    <a:pt x="8044431" y="1175691"/>
                  </a:lnTo>
                  <a:lnTo>
                    <a:pt x="8045277" y="1201888"/>
                  </a:lnTo>
                  <a:lnTo>
                    <a:pt x="8046122" y="1244052"/>
                  </a:lnTo>
                  <a:lnTo>
                    <a:pt x="8046967" y="1518765"/>
                  </a:lnTo>
                  <a:lnTo>
                    <a:pt x="8046967" y="1518765"/>
                  </a:lnTo>
                  <a:lnTo>
                    <a:pt x="8047812" y="1237575"/>
                  </a:lnTo>
                  <a:lnTo>
                    <a:pt x="8048657" y="1257467"/>
                  </a:lnTo>
                  <a:lnTo>
                    <a:pt x="8049502" y="1205753"/>
                  </a:lnTo>
                  <a:lnTo>
                    <a:pt x="8050347" y="1174409"/>
                  </a:lnTo>
                  <a:lnTo>
                    <a:pt x="8051192" y="1209423"/>
                  </a:lnTo>
                  <a:lnTo>
                    <a:pt x="8052037" y="1295400"/>
                  </a:lnTo>
                  <a:lnTo>
                    <a:pt x="8052882" y="1274620"/>
                  </a:lnTo>
                  <a:lnTo>
                    <a:pt x="8053727" y="1266920"/>
                  </a:lnTo>
                  <a:lnTo>
                    <a:pt x="8054573" y="1271522"/>
                  </a:lnTo>
                  <a:lnTo>
                    <a:pt x="8055418" y="1518765"/>
                  </a:lnTo>
                  <a:lnTo>
                    <a:pt x="8055418" y="1518765"/>
                  </a:lnTo>
                  <a:lnTo>
                    <a:pt x="8056263" y="1237837"/>
                  </a:lnTo>
                  <a:lnTo>
                    <a:pt x="8057108" y="1241572"/>
                  </a:lnTo>
                  <a:lnTo>
                    <a:pt x="8057953" y="1246774"/>
                  </a:lnTo>
                  <a:lnTo>
                    <a:pt x="8058798" y="1263615"/>
                  </a:lnTo>
                  <a:lnTo>
                    <a:pt x="8059643" y="1270185"/>
                  </a:lnTo>
                  <a:lnTo>
                    <a:pt x="8060488" y="1287808"/>
                  </a:lnTo>
                  <a:lnTo>
                    <a:pt x="8061333" y="1518765"/>
                  </a:lnTo>
                  <a:lnTo>
                    <a:pt x="8061333" y="1518765"/>
                  </a:lnTo>
                  <a:lnTo>
                    <a:pt x="8062178" y="1518765"/>
                  </a:lnTo>
                  <a:lnTo>
                    <a:pt x="8063023" y="1373143"/>
                  </a:lnTo>
                  <a:lnTo>
                    <a:pt x="8063869" y="1395484"/>
                  </a:lnTo>
                  <a:lnTo>
                    <a:pt x="8064714" y="1427580"/>
                  </a:lnTo>
                  <a:lnTo>
                    <a:pt x="8065559" y="1416945"/>
                  </a:lnTo>
                  <a:lnTo>
                    <a:pt x="8066404" y="1453551"/>
                  </a:lnTo>
                  <a:lnTo>
                    <a:pt x="8067249" y="1472616"/>
                  </a:lnTo>
                  <a:lnTo>
                    <a:pt x="8068094" y="1518765"/>
                  </a:lnTo>
                  <a:lnTo>
                    <a:pt x="8068094" y="1518765"/>
                  </a:lnTo>
                  <a:lnTo>
                    <a:pt x="8068939" y="1373694"/>
                  </a:lnTo>
                  <a:lnTo>
                    <a:pt x="8069784" y="1389210"/>
                  </a:lnTo>
                  <a:lnTo>
                    <a:pt x="8070629" y="1402940"/>
                  </a:lnTo>
                  <a:lnTo>
                    <a:pt x="8071474" y="1378129"/>
                  </a:lnTo>
                  <a:lnTo>
                    <a:pt x="8072320" y="1384204"/>
                  </a:lnTo>
                  <a:lnTo>
                    <a:pt x="8073165" y="1380827"/>
                  </a:lnTo>
                  <a:lnTo>
                    <a:pt x="8074010" y="1378242"/>
                  </a:lnTo>
                  <a:lnTo>
                    <a:pt x="8074855" y="1401089"/>
                  </a:lnTo>
                  <a:lnTo>
                    <a:pt x="8075700" y="1377499"/>
                  </a:lnTo>
                  <a:lnTo>
                    <a:pt x="8076545" y="1378563"/>
                  </a:lnTo>
                  <a:lnTo>
                    <a:pt x="8077390" y="1354314"/>
                  </a:lnTo>
                  <a:lnTo>
                    <a:pt x="8078235" y="1348907"/>
                  </a:lnTo>
                  <a:lnTo>
                    <a:pt x="8079080" y="1341789"/>
                  </a:lnTo>
                  <a:lnTo>
                    <a:pt x="8079925" y="1316918"/>
                  </a:lnTo>
                  <a:lnTo>
                    <a:pt x="8080770" y="1346662"/>
                  </a:lnTo>
                  <a:lnTo>
                    <a:pt x="8081616" y="1329738"/>
                  </a:lnTo>
                  <a:lnTo>
                    <a:pt x="8082461" y="1300285"/>
                  </a:lnTo>
                  <a:lnTo>
                    <a:pt x="8083306" y="1299275"/>
                  </a:lnTo>
                  <a:lnTo>
                    <a:pt x="8084151" y="1307054"/>
                  </a:lnTo>
                  <a:lnTo>
                    <a:pt x="8084996" y="1317998"/>
                  </a:lnTo>
                  <a:lnTo>
                    <a:pt x="8085841" y="1303205"/>
                  </a:lnTo>
                  <a:lnTo>
                    <a:pt x="8086686" y="1314469"/>
                  </a:lnTo>
                  <a:lnTo>
                    <a:pt x="8087531" y="1347900"/>
                  </a:lnTo>
                  <a:lnTo>
                    <a:pt x="8088376" y="1307901"/>
                  </a:lnTo>
                  <a:lnTo>
                    <a:pt x="8089221" y="1330956"/>
                  </a:lnTo>
                  <a:lnTo>
                    <a:pt x="8090066" y="1313367"/>
                  </a:lnTo>
                  <a:lnTo>
                    <a:pt x="8090912" y="1333282"/>
                  </a:lnTo>
                  <a:lnTo>
                    <a:pt x="8091757" y="1319509"/>
                  </a:lnTo>
                  <a:lnTo>
                    <a:pt x="8092602" y="1320550"/>
                  </a:lnTo>
                  <a:lnTo>
                    <a:pt x="8093447" y="1340103"/>
                  </a:lnTo>
                  <a:lnTo>
                    <a:pt x="8094292" y="1334418"/>
                  </a:lnTo>
                  <a:lnTo>
                    <a:pt x="8095137" y="1318762"/>
                  </a:lnTo>
                  <a:lnTo>
                    <a:pt x="8095982" y="1244108"/>
                  </a:lnTo>
                  <a:lnTo>
                    <a:pt x="8096827" y="1518765"/>
                  </a:lnTo>
                  <a:lnTo>
                    <a:pt x="8096827" y="1518765"/>
                  </a:lnTo>
                  <a:lnTo>
                    <a:pt x="8097672" y="1257561"/>
                  </a:lnTo>
                  <a:lnTo>
                    <a:pt x="8098517" y="1235399"/>
                  </a:lnTo>
                  <a:lnTo>
                    <a:pt x="8099362" y="1233612"/>
                  </a:lnTo>
                  <a:lnTo>
                    <a:pt x="8100208" y="1178097"/>
                  </a:lnTo>
                  <a:lnTo>
                    <a:pt x="8101053" y="1185073"/>
                  </a:lnTo>
                  <a:lnTo>
                    <a:pt x="8101898" y="1166123"/>
                  </a:lnTo>
                  <a:lnTo>
                    <a:pt x="8102743" y="1178862"/>
                  </a:lnTo>
                  <a:lnTo>
                    <a:pt x="8103588" y="1199269"/>
                  </a:lnTo>
                  <a:lnTo>
                    <a:pt x="8104433" y="1518765"/>
                  </a:lnTo>
                  <a:lnTo>
                    <a:pt x="8104433" y="1518765"/>
                  </a:lnTo>
                  <a:lnTo>
                    <a:pt x="8105278" y="1518765"/>
                  </a:lnTo>
                  <a:lnTo>
                    <a:pt x="8106123" y="1219775"/>
                  </a:lnTo>
                  <a:lnTo>
                    <a:pt x="8106968" y="1239583"/>
                  </a:lnTo>
                  <a:lnTo>
                    <a:pt x="8107813" y="1207606"/>
                  </a:lnTo>
                  <a:lnTo>
                    <a:pt x="8108658" y="1208873"/>
                  </a:lnTo>
                  <a:lnTo>
                    <a:pt x="8109504" y="1246878"/>
                  </a:lnTo>
                  <a:lnTo>
                    <a:pt x="8110349" y="1518765"/>
                  </a:lnTo>
                  <a:lnTo>
                    <a:pt x="8110349" y="1518765"/>
                  </a:lnTo>
                  <a:lnTo>
                    <a:pt x="8111194" y="1518765"/>
                  </a:lnTo>
                  <a:lnTo>
                    <a:pt x="8112039" y="1518765"/>
                  </a:lnTo>
                  <a:lnTo>
                    <a:pt x="8112884" y="1366428"/>
                  </a:lnTo>
                  <a:lnTo>
                    <a:pt x="8113729" y="1362088"/>
                  </a:lnTo>
                  <a:lnTo>
                    <a:pt x="8114574" y="1373847"/>
                  </a:lnTo>
                  <a:lnTo>
                    <a:pt x="8115419" y="1382681"/>
                  </a:lnTo>
                  <a:lnTo>
                    <a:pt x="8116264" y="1518765"/>
                  </a:lnTo>
                  <a:lnTo>
                    <a:pt x="8116264" y="1518765"/>
                  </a:lnTo>
                  <a:lnTo>
                    <a:pt x="8117109" y="1388007"/>
                  </a:lnTo>
                  <a:lnTo>
                    <a:pt x="8117954" y="1376301"/>
                  </a:lnTo>
                  <a:lnTo>
                    <a:pt x="8118800" y="1369469"/>
                  </a:lnTo>
                  <a:lnTo>
                    <a:pt x="8119645" y="1371543"/>
                  </a:lnTo>
                  <a:lnTo>
                    <a:pt x="8120490" y="1518765"/>
                  </a:lnTo>
                  <a:lnTo>
                    <a:pt x="8120490" y="1518765"/>
                  </a:lnTo>
                  <a:lnTo>
                    <a:pt x="8121335" y="1518765"/>
                  </a:lnTo>
                  <a:lnTo>
                    <a:pt x="8122180" y="1518765"/>
                  </a:lnTo>
                  <a:lnTo>
                    <a:pt x="8123025" y="1301814"/>
                  </a:lnTo>
                  <a:lnTo>
                    <a:pt x="8123870" y="1302235"/>
                  </a:lnTo>
                  <a:lnTo>
                    <a:pt x="8124715" y="1518765"/>
                  </a:lnTo>
                  <a:lnTo>
                    <a:pt x="8124715" y="1518765"/>
                  </a:lnTo>
                  <a:lnTo>
                    <a:pt x="8125560" y="1518765"/>
                  </a:lnTo>
                  <a:lnTo>
                    <a:pt x="8126405" y="1254352"/>
                  </a:lnTo>
                  <a:lnTo>
                    <a:pt x="8127250" y="1228947"/>
                  </a:lnTo>
                  <a:lnTo>
                    <a:pt x="8128096" y="1244126"/>
                  </a:lnTo>
                  <a:lnTo>
                    <a:pt x="8128941" y="1249378"/>
                  </a:lnTo>
                  <a:lnTo>
                    <a:pt x="8129786" y="1271949"/>
                  </a:lnTo>
                  <a:lnTo>
                    <a:pt x="8130631" y="1222032"/>
                  </a:lnTo>
                  <a:lnTo>
                    <a:pt x="8131476" y="1208908"/>
                  </a:lnTo>
                  <a:lnTo>
                    <a:pt x="8132321" y="1209706"/>
                  </a:lnTo>
                  <a:lnTo>
                    <a:pt x="8133166" y="1225805"/>
                  </a:lnTo>
                  <a:lnTo>
                    <a:pt x="8134011" y="1518765"/>
                  </a:lnTo>
                  <a:lnTo>
                    <a:pt x="8134011" y="1518765"/>
                  </a:lnTo>
                  <a:lnTo>
                    <a:pt x="8134856" y="1518765"/>
                  </a:lnTo>
                  <a:lnTo>
                    <a:pt x="8135701" y="1197914"/>
                  </a:lnTo>
                  <a:lnTo>
                    <a:pt x="8136547" y="1200343"/>
                  </a:lnTo>
                  <a:lnTo>
                    <a:pt x="8137392" y="1235250"/>
                  </a:lnTo>
                  <a:lnTo>
                    <a:pt x="8138237" y="1236092"/>
                  </a:lnTo>
                  <a:lnTo>
                    <a:pt x="8139082" y="1212646"/>
                  </a:lnTo>
                  <a:lnTo>
                    <a:pt x="8139927" y="1226910"/>
                  </a:lnTo>
                  <a:lnTo>
                    <a:pt x="8140772" y="1285810"/>
                  </a:lnTo>
                  <a:lnTo>
                    <a:pt x="8141617" y="1518765"/>
                  </a:lnTo>
                  <a:lnTo>
                    <a:pt x="8141617" y="1518765"/>
                  </a:lnTo>
                  <a:lnTo>
                    <a:pt x="8142462" y="1518765"/>
                  </a:lnTo>
                  <a:lnTo>
                    <a:pt x="8143307" y="1243008"/>
                  </a:lnTo>
                  <a:lnTo>
                    <a:pt x="8144152" y="1265013"/>
                  </a:lnTo>
                  <a:lnTo>
                    <a:pt x="8144997" y="1278150"/>
                  </a:lnTo>
                  <a:lnTo>
                    <a:pt x="8145843" y="1240547"/>
                  </a:lnTo>
                  <a:lnTo>
                    <a:pt x="8146688" y="1245287"/>
                  </a:lnTo>
                  <a:lnTo>
                    <a:pt x="8147533" y="1251856"/>
                  </a:lnTo>
                  <a:lnTo>
                    <a:pt x="8148378" y="1286039"/>
                  </a:lnTo>
                  <a:lnTo>
                    <a:pt x="8149223" y="1293828"/>
                  </a:lnTo>
                  <a:lnTo>
                    <a:pt x="8150068" y="1262296"/>
                  </a:lnTo>
                  <a:lnTo>
                    <a:pt x="8150913" y="1296991"/>
                  </a:lnTo>
                  <a:lnTo>
                    <a:pt x="8151758" y="1518765"/>
                  </a:lnTo>
                  <a:lnTo>
                    <a:pt x="8151758" y="1518765"/>
                  </a:lnTo>
                  <a:lnTo>
                    <a:pt x="8152603" y="1374746"/>
                  </a:lnTo>
                  <a:lnTo>
                    <a:pt x="8153448" y="1518765"/>
                  </a:lnTo>
                  <a:lnTo>
                    <a:pt x="8153448" y="1518765"/>
                  </a:lnTo>
                  <a:lnTo>
                    <a:pt x="8154293" y="1423800"/>
                  </a:lnTo>
                  <a:lnTo>
                    <a:pt x="8155139" y="1432171"/>
                  </a:lnTo>
                  <a:lnTo>
                    <a:pt x="8155984" y="1416573"/>
                  </a:lnTo>
                  <a:lnTo>
                    <a:pt x="8156829" y="1414757"/>
                  </a:lnTo>
                  <a:lnTo>
                    <a:pt x="8157674" y="1518765"/>
                  </a:lnTo>
                  <a:lnTo>
                    <a:pt x="8157674" y="1518765"/>
                  </a:lnTo>
                  <a:lnTo>
                    <a:pt x="8158519" y="1370681"/>
                  </a:lnTo>
                  <a:lnTo>
                    <a:pt x="8159364" y="1337160"/>
                  </a:lnTo>
                  <a:lnTo>
                    <a:pt x="8160209" y="1359133"/>
                  </a:lnTo>
                  <a:lnTo>
                    <a:pt x="8161054" y="1353004"/>
                  </a:lnTo>
                  <a:lnTo>
                    <a:pt x="8161899" y="1323994"/>
                  </a:lnTo>
                  <a:lnTo>
                    <a:pt x="8162744" y="1274040"/>
                  </a:lnTo>
                  <a:lnTo>
                    <a:pt x="8163589" y="1263921"/>
                  </a:lnTo>
                  <a:lnTo>
                    <a:pt x="8164435" y="1518765"/>
                  </a:lnTo>
                  <a:lnTo>
                    <a:pt x="8164435" y="1518765"/>
                  </a:lnTo>
                  <a:lnTo>
                    <a:pt x="8165280" y="1518765"/>
                  </a:lnTo>
                  <a:lnTo>
                    <a:pt x="8166125" y="1518765"/>
                  </a:lnTo>
                  <a:lnTo>
                    <a:pt x="8166970" y="1249229"/>
                  </a:lnTo>
                  <a:lnTo>
                    <a:pt x="8167815" y="1258857"/>
                  </a:lnTo>
                  <a:lnTo>
                    <a:pt x="8168660" y="1263007"/>
                  </a:lnTo>
                  <a:lnTo>
                    <a:pt x="8169505" y="1232559"/>
                  </a:lnTo>
                  <a:lnTo>
                    <a:pt x="8170350" y="1222384"/>
                  </a:lnTo>
                  <a:lnTo>
                    <a:pt x="8171195" y="1208522"/>
                  </a:lnTo>
                  <a:lnTo>
                    <a:pt x="8172040" y="1261218"/>
                  </a:lnTo>
                  <a:lnTo>
                    <a:pt x="8172885" y="1289579"/>
                  </a:lnTo>
                  <a:lnTo>
                    <a:pt x="8173731" y="1286217"/>
                  </a:lnTo>
                  <a:lnTo>
                    <a:pt x="8174576" y="1238194"/>
                  </a:lnTo>
                  <a:lnTo>
                    <a:pt x="8175421" y="1272508"/>
                  </a:lnTo>
                  <a:lnTo>
                    <a:pt x="8176266" y="1232631"/>
                  </a:lnTo>
                  <a:lnTo>
                    <a:pt x="8177111" y="1265385"/>
                  </a:lnTo>
                  <a:lnTo>
                    <a:pt x="8177956" y="1240669"/>
                  </a:lnTo>
                  <a:lnTo>
                    <a:pt x="8178801" y="1243312"/>
                  </a:lnTo>
                  <a:lnTo>
                    <a:pt x="8179646" y="1247928"/>
                  </a:lnTo>
                  <a:lnTo>
                    <a:pt x="8180491" y="1276469"/>
                  </a:lnTo>
                  <a:lnTo>
                    <a:pt x="8181336" y="1302345"/>
                  </a:lnTo>
                  <a:lnTo>
                    <a:pt x="8182181" y="1294294"/>
                  </a:lnTo>
                  <a:lnTo>
                    <a:pt x="8183027" y="1267612"/>
                  </a:lnTo>
                  <a:lnTo>
                    <a:pt x="8183872" y="1281179"/>
                  </a:lnTo>
                  <a:lnTo>
                    <a:pt x="8184717" y="1317848"/>
                  </a:lnTo>
                  <a:lnTo>
                    <a:pt x="8185562" y="1343861"/>
                  </a:lnTo>
                  <a:lnTo>
                    <a:pt x="8186407" y="1331672"/>
                  </a:lnTo>
                  <a:lnTo>
                    <a:pt x="8187252" y="1292007"/>
                  </a:lnTo>
                  <a:lnTo>
                    <a:pt x="8188097" y="1315703"/>
                  </a:lnTo>
                  <a:lnTo>
                    <a:pt x="8188942" y="1329821"/>
                  </a:lnTo>
                  <a:lnTo>
                    <a:pt x="8189787" y="1518765"/>
                  </a:lnTo>
                  <a:lnTo>
                    <a:pt x="8189787" y="1518765"/>
                  </a:lnTo>
                  <a:lnTo>
                    <a:pt x="8190632" y="1518765"/>
                  </a:lnTo>
                  <a:lnTo>
                    <a:pt x="8191478" y="1289978"/>
                  </a:lnTo>
                  <a:lnTo>
                    <a:pt x="8192323" y="1321860"/>
                  </a:lnTo>
                  <a:lnTo>
                    <a:pt x="8193168" y="1327700"/>
                  </a:lnTo>
                  <a:lnTo>
                    <a:pt x="8194013" y="1309885"/>
                  </a:lnTo>
                  <a:lnTo>
                    <a:pt x="8194858" y="1351576"/>
                  </a:lnTo>
                  <a:lnTo>
                    <a:pt x="8195703" y="1359374"/>
                  </a:lnTo>
                  <a:lnTo>
                    <a:pt x="8196548" y="1344010"/>
                  </a:lnTo>
                  <a:lnTo>
                    <a:pt x="8197393" y="1369001"/>
                  </a:lnTo>
                  <a:lnTo>
                    <a:pt x="8198238" y="1364710"/>
                  </a:lnTo>
                  <a:lnTo>
                    <a:pt x="8199083" y="1422689"/>
                  </a:lnTo>
                  <a:lnTo>
                    <a:pt x="8199928" y="1422879"/>
                  </a:lnTo>
                  <a:lnTo>
                    <a:pt x="8200774" y="1398463"/>
                  </a:lnTo>
                  <a:lnTo>
                    <a:pt x="8201619" y="1368323"/>
                  </a:lnTo>
                  <a:lnTo>
                    <a:pt x="8202464" y="1379912"/>
                  </a:lnTo>
                  <a:lnTo>
                    <a:pt x="8203309" y="1410769"/>
                  </a:lnTo>
                  <a:lnTo>
                    <a:pt x="8204154" y="1390569"/>
                  </a:lnTo>
                  <a:lnTo>
                    <a:pt x="8204999" y="1380968"/>
                  </a:lnTo>
                  <a:lnTo>
                    <a:pt x="8205844" y="1412105"/>
                  </a:lnTo>
                  <a:lnTo>
                    <a:pt x="8206689" y="1372232"/>
                  </a:lnTo>
                  <a:lnTo>
                    <a:pt x="8207534" y="1372832"/>
                  </a:lnTo>
                  <a:lnTo>
                    <a:pt x="8208379" y="1343808"/>
                  </a:lnTo>
                  <a:lnTo>
                    <a:pt x="8209224" y="1369328"/>
                  </a:lnTo>
                  <a:lnTo>
                    <a:pt x="8210070" y="1390425"/>
                  </a:lnTo>
                  <a:lnTo>
                    <a:pt x="8210915" y="1348887"/>
                  </a:lnTo>
                  <a:lnTo>
                    <a:pt x="8211760" y="1372503"/>
                  </a:lnTo>
                  <a:lnTo>
                    <a:pt x="8212605" y="1387116"/>
                  </a:lnTo>
                  <a:lnTo>
                    <a:pt x="8213450" y="1394034"/>
                  </a:lnTo>
                  <a:lnTo>
                    <a:pt x="8214295" y="1380325"/>
                  </a:lnTo>
                  <a:lnTo>
                    <a:pt x="8215140" y="1401915"/>
                  </a:lnTo>
                  <a:lnTo>
                    <a:pt x="8215985" y="1445468"/>
                  </a:lnTo>
                  <a:lnTo>
                    <a:pt x="8216830" y="1441755"/>
                  </a:lnTo>
                  <a:lnTo>
                    <a:pt x="8217675" y="1420610"/>
                  </a:lnTo>
                  <a:lnTo>
                    <a:pt x="8218520" y="1405565"/>
                  </a:lnTo>
                  <a:lnTo>
                    <a:pt x="8219366" y="1406368"/>
                  </a:lnTo>
                  <a:lnTo>
                    <a:pt x="8220211" y="1438727"/>
                  </a:lnTo>
                  <a:lnTo>
                    <a:pt x="8221056" y="1518765"/>
                  </a:lnTo>
                  <a:lnTo>
                    <a:pt x="8221056" y="1518765"/>
                  </a:lnTo>
                  <a:lnTo>
                    <a:pt x="8221901" y="1518765"/>
                  </a:lnTo>
                  <a:lnTo>
                    <a:pt x="8222746" y="1337648"/>
                  </a:lnTo>
                  <a:lnTo>
                    <a:pt x="8223591" y="1358130"/>
                  </a:lnTo>
                  <a:lnTo>
                    <a:pt x="8224436" y="1373625"/>
                  </a:lnTo>
                  <a:lnTo>
                    <a:pt x="8225281" y="1323084"/>
                  </a:lnTo>
                  <a:lnTo>
                    <a:pt x="8226126" y="1324557"/>
                  </a:lnTo>
                  <a:lnTo>
                    <a:pt x="8226971" y="1362171"/>
                  </a:lnTo>
                  <a:lnTo>
                    <a:pt x="8227816" y="1518765"/>
                  </a:lnTo>
                  <a:lnTo>
                    <a:pt x="8227816" y="1518765"/>
                  </a:lnTo>
                  <a:lnTo>
                    <a:pt x="8228662" y="1380976"/>
                  </a:lnTo>
                  <a:lnTo>
                    <a:pt x="8229507" y="1374207"/>
                  </a:lnTo>
                  <a:lnTo>
                    <a:pt x="8230352" y="1390562"/>
                  </a:lnTo>
                  <a:lnTo>
                    <a:pt x="8231197" y="1518765"/>
                  </a:lnTo>
                  <a:lnTo>
                    <a:pt x="8231197" y="1518765"/>
                  </a:lnTo>
                  <a:lnTo>
                    <a:pt x="8232042" y="1404931"/>
                  </a:lnTo>
                  <a:lnTo>
                    <a:pt x="8232887" y="1390557"/>
                  </a:lnTo>
                  <a:lnTo>
                    <a:pt x="8233732" y="1518765"/>
                  </a:lnTo>
                  <a:lnTo>
                    <a:pt x="8233732" y="1518765"/>
                  </a:lnTo>
                  <a:lnTo>
                    <a:pt x="8234577" y="1412145"/>
                  </a:lnTo>
                  <a:lnTo>
                    <a:pt x="8235422" y="1409654"/>
                  </a:lnTo>
                  <a:lnTo>
                    <a:pt x="8236267" y="1414708"/>
                  </a:lnTo>
                  <a:lnTo>
                    <a:pt x="8237112" y="1410734"/>
                  </a:lnTo>
                  <a:lnTo>
                    <a:pt x="8237958" y="1449975"/>
                  </a:lnTo>
                  <a:lnTo>
                    <a:pt x="8238803" y="1435401"/>
                  </a:lnTo>
                  <a:lnTo>
                    <a:pt x="8239648" y="1428692"/>
                  </a:lnTo>
                  <a:lnTo>
                    <a:pt x="8240493" y="1425351"/>
                  </a:lnTo>
                  <a:lnTo>
                    <a:pt x="8241338" y="1438893"/>
                  </a:lnTo>
                  <a:lnTo>
                    <a:pt x="8242183" y="1463619"/>
                  </a:lnTo>
                  <a:lnTo>
                    <a:pt x="8243028" y="1518765"/>
                  </a:lnTo>
                  <a:lnTo>
                    <a:pt x="8243028" y="1518765"/>
                  </a:lnTo>
                  <a:lnTo>
                    <a:pt x="8243873" y="1453962"/>
                  </a:lnTo>
                  <a:lnTo>
                    <a:pt x="8244718" y="1470205"/>
                  </a:lnTo>
                  <a:lnTo>
                    <a:pt x="8245563" y="1458594"/>
                  </a:lnTo>
                  <a:lnTo>
                    <a:pt x="8246408" y="1485486"/>
                  </a:lnTo>
                  <a:lnTo>
                    <a:pt x="8247254" y="1504321"/>
                  </a:lnTo>
                  <a:lnTo>
                    <a:pt x="8248099" y="1508581"/>
                  </a:lnTo>
                  <a:lnTo>
                    <a:pt x="8248944" y="1495706"/>
                  </a:lnTo>
                  <a:lnTo>
                    <a:pt x="8249789" y="1518765"/>
                  </a:lnTo>
                  <a:lnTo>
                    <a:pt x="8249789" y="1518765"/>
                  </a:lnTo>
                  <a:lnTo>
                    <a:pt x="8250634" y="1518765"/>
                  </a:lnTo>
                  <a:lnTo>
                    <a:pt x="8251479" y="1503917"/>
                  </a:lnTo>
                  <a:lnTo>
                    <a:pt x="8252324" y="1495568"/>
                  </a:lnTo>
                  <a:lnTo>
                    <a:pt x="8253169" y="1506392"/>
                  </a:lnTo>
                  <a:lnTo>
                    <a:pt x="8254014" y="1518765"/>
                  </a:lnTo>
                  <a:lnTo>
                    <a:pt x="8254014" y="1518765"/>
                  </a:lnTo>
                  <a:lnTo>
                    <a:pt x="8254859" y="1518765"/>
                  </a:lnTo>
                  <a:lnTo>
                    <a:pt x="8255705" y="1518765"/>
                  </a:lnTo>
                  <a:lnTo>
                    <a:pt x="8256550" y="1478077"/>
                  </a:lnTo>
                  <a:lnTo>
                    <a:pt x="8257395" y="1518765"/>
                  </a:lnTo>
                  <a:lnTo>
                    <a:pt x="8257395" y="1518765"/>
                  </a:lnTo>
                  <a:lnTo>
                    <a:pt x="8258240" y="1518765"/>
                  </a:lnTo>
                  <a:lnTo>
                    <a:pt x="8259085" y="1518765"/>
                  </a:lnTo>
                  <a:lnTo>
                    <a:pt x="8259930" y="1494530"/>
                  </a:lnTo>
                  <a:lnTo>
                    <a:pt x="8260775" y="1481836"/>
                  </a:lnTo>
                  <a:lnTo>
                    <a:pt x="8261620" y="1481667"/>
                  </a:lnTo>
                  <a:lnTo>
                    <a:pt x="8262465" y="1518765"/>
                  </a:lnTo>
                  <a:lnTo>
                    <a:pt x="8262465" y="1518765"/>
                  </a:lnTo>
                  <a:lnTo>
                    <a:pt x="8263310" y="1518765"/>
                  </a:lnTo>
                  <a:lnTo>
                    <a:pt x="8264155" y="1518765"/>
                  </a:lnTo>
                  <a:lnTo>
                    <a:pt x="8265001" y="1518765"/>
                  </a:lnTo>
                  <a:lnTo>
                    <a:pt x="8265846" y="1484388"/>
                  </a:lnTo>
                  <a:lnTo>
                    <a:pt x="8266691" y="1518765"/>
                  </a:lnTo>
                  <a:lnTo>
                    <a:pt x="8266691" y="1518765"/>
                  </a:lnTo>
                  <a:lnTo>
                    <a:pt x="8267536" y="1518765"/>
                  </a:lnTo>
                  <a:lnTo>
                    <a:pt x="8268381" y="1484821"/>
                  </a:lnTo>
                  <a:lnTo>
                    <a:pt x="8269226" y="1518765"/>
                  </a:lnTo>
                  <a:lnTo>
                    <a:pt x="8269226" y="1518765"/>
                  </a:lnTo>
                  <a:lnTo>
                    <a:pt x="8270071" y="1518765"/>
                  </a:lnTo>
                  <a:lnTo>
                    <a:pt x="8270916" y="1518765"/>
                  </a:lnTo>
                  <a:lnTo>
                    <a:pt x="8271761" y="1411139"/>
                  </a:lnTo>
                  <a:lnTo>
                    <a:pt x="8272606" y="1518765"/>
                  </a:lnTo>
                  <a:lnTo>
                    <a:pt x="8272606" y="1518765"/>
                  </a:lnTo>
                  <a:lnTo>
                    <a:pt x="8273451" y="1415016"/>
                  </a:lnTo>
                  <a:lnTo>
                    <a:pt x="8274297" y="1429159"/>
                  </a:lnTo>
                  <a:lnTo>
                    <a:pt x="8275142" y="1424429"/>
                  </a:lnTo>
                  <a:lnTo>
                    <a:pt x="8275987" y="1418725"/>
                  </a:lnTo>
                  <a:lnTo>
                    <a:pt x="8276832" y="1428985"/>
                  </a:lnTo>
                  <a:lnTo>
                    <a:pt x="8277677" y="1387459"/>
                  </a:lnTo>
                  <a:lnTo>
                    <a:pt x="8278522" y="1422980"/>
                  </a:lnTo>
                  <a:lnTo>
                    <a:pt x="8279367" y="1518765"/>
                  </a:lnTo>
                  <a:lnTo>
                    <a:pt x="8279367" y="1518765"/>
                  </a:lnTo>
                  <a:lnTo>
                    <a:pt x="8280212" y="1518765"/>
                  </a:lnTo>
                  <a:lnTo>
                    <a:pt x="8281057" y="1423392"/>
                  </a:lnTo>
                  <a:lnTo>
                    <a:pt x="8281902" y="1403825"/>
                  </a:lnTo>
                  <a:lnTo>
                    <a:pt x="8282747" y="1419177"/>
                  </a:lnTo>
                  <a:lnTo>
                    <a:pt x="8283593" y="1518765"/>
                  </a:lnTo>
                  <a:lnTo>
                    <a:pt x="8283593" y="1518765"/>
                  </a:lnTo>
                  <a:lnTo>
                    <a:pt x="8284438" y="1408694"/>
                  </a:lnTo>
                  <a:lnTo>
                    <a:pt x="8285283" y="1421233"/>
                  </a:lnTo>
                  <a:lnTo>
                    <a:pt x="8286128" y="1518765"/>
                  </a:lnTo>
                  <a:lnTo>
                    <a:pt x="8286128" y="1518765"/>
                  </a:lnTo>
                  <a:lnTo>
                    <a:pt x="8286973" y="1518765"/>
                  </a:lnTo>
                  <a:lnTo>
                    <a:pt x="8287818" y="1518765"/>
                  </a:lnTo>
                  <a:lnTo>
                    <a:pt x="8288663" y="1518765"/>
                  </a:lnTo>
                  <a:lnTo>
                    <a:pt x="8289508" y="1518765"/>
                  </a:lnTo>
                  <a:lnTo>
                    <a:pt x="8290353" y="1500380"/>
                  </a:lnTo>
                  <a:lnTo>
                    <a:pt x="8291198" y="1518765"/>
                  </a:lnTo>
                  <a:lnTo>
                    <a:pt x="8291198" y="1518765"/>
                  </a:lnTo>
                  <a:lnTo>
                    <a:pt x="8292043" y="1518765"/>
                  </a:lnTo>
                  <a:lnTo>
                    <a:pt x="8292889" y="1518765"/>
                  </a:lnTo>
                  <a:lnTo>
                    <a:pt x="8293734" y="1518765"/>
                  </a:lnTo>
                  <a:lnTo>
                    <a:pt x="8294579" y="1518765"/>
                  </a:lnTo>
                  <a:lnTo>
                    <a:pt x="8295424" y="1518765"/>
                  </a:lnTo>
                  <a:lnTo>
                    <a:pt x="8296269" y="1518765"/>
                  </a:lnTo>
                  <a:lnTo>
                    <a:pt x="8297114" y="1518765"/>
                  </a:lnTo>
                  <a:lnTo>
                    <a:pt x="8297959" y="1518765"/>
                  </a:lnTo>
                  <a:lnTo>
                    <a:pt x="8298804" y="1506365"/>
                  </a:lnTo>
                  <a:lnTo>
                    <a:pt x="8299649" y="1483992"/>
                  </a:lnTo>
                  <a:lnTo>
                    <a:pt x="8300494" y="1499742"/>
                  </a:lnTo>
                  <a:lnTo>
                    <a:pt x="8301339" y="1513689"/>
                  </a:lnTo>
                  <a:lnTo>
                    <a:pt x="8302185" y="1497713"/>
                  </a:lnTo>
                  <a:lnTo>
                    <a:pt x="8303030" y="1502662"/>
                  </a:lnTo>
                  <a:lnTo>
                    <a:pt x="8303875" y="1518765"/>
                  </a:lnTo>
                  <a:lnTo>
                    <a:pt x="8303875" y="1518765"/>
                  </a:lnTo>
                  <a:lnTo>
                    <a:pt x="8304720" y="1518765"/>
                  </a:lnTo>
                  <a:lnTo>
                    <a:pt x="8304720" y="15187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83" name="pl983"/>
            <p:cNvSpPr/>
            <p:nvPr/>
          </p:nvSpPr>
          <p:spPr>
            <a:xfrm>
              <a:off x="693775" y="4276163"/>
              <a:ext cx="8304720" cy="0"/>
            </a:xfrm>
            <a:custGeom>
              <a:avLst/>
              <a:pathLst>
                <a:path w="8304720" h="0">
                  <a:moveTo>
                    <a:pt x="8304720" y="0"/>
                  </a:moveTo>
                  <a:lnTo>
                    <a:pt x="8303875" y="0"/>
                  </a:lnTo>
                  <a:lnTo>
                    <a:pt x="8303030" y="0"/>
                  </a:lnTo>
                  <a:lnTo>
                    <a:pt x="8302185" y="0"/>
                  </a:lnTo>
                  <a:lnTo>
                    <a:pt x="8301339" y="0"/>
                  </a:lnTo>
                  <a:lnTo>
                    <a:pt x="8300494" y="0"/>
                  </a:lnTo>
                  <a:lnTo>
                    <a:pt x="8299649" y="0"/>
                  </a:lnTo>
                  <a:lnTo>
                    <a:pt x="8298804" y="0"/>
                  </a:lnTo>
                  <a:lnTo>
                    <a:pt x="8297959" y="0"/>
                  </a:lnTo>
                  <a:lnTo>
                    <a:pt x="8297114" y="0"/>
                  </a:lnTo>
                  <a:lnTo>
                    <a:pt x="8296269" y="0"/>
                  </a:lnTo>
                  <a:lnTo>
                    <a:pt x="8295424" y="0"/>
                  </a:lnTo>
                  <a:lnTo>
                    <a:pt x="8294579" y="0"/>
                  </a:lnTo>
                  <a:lnTo>
                    <a:pt x="8293734" y="0"/>
                  </a:lnTo>
                  <a:lnTo>
                    <a:pt x="8292889" y="0"/>
                  </a:lnTo>
                  <a:lnTo>
                    <a:pt x="8292043" y="0"/>
                  </a:lnTo>
                  <a:lnTo>
                    <a:pt x="8291198" y="0"/>
                  </a:lnTo>
                  <a:lnTo>
                    <a:pt x="8290353" y="0"/>
                  </a:lnTo>
                  <a:lnTo>
                    <a:pt x="8289508" y="0"/>
                  </a:lnTo>
                  <a:lnTo>
                    <a:pt x="8288663" y="0"/>
                  </a:lnTo>
                  <a:lnTo>
                    <a:pt x="8287818" y="0"/>
                  </a:lnTo>
                  <a:lnTo>
                    <a:pt x="8286973" y="0"/>
                  </a:lnTo>
                  <a:lnTo>
                    <a:pt x="8286128" y="0"/>
                  </a:lnTo>
                  <a:lnTo>
                    <a:pt x="8285283" y="0"/>
                  </a:lnTo>
                  <a:lnTo>
                    <a:pt x="8284438" y="0"/>
                  </a:lnTo>
                  <a:lnTo>
                    <a:pt x="8283593" y="0"/>
                  </a:lnTo>
                  <a:lnTo>
                    <a:pt x="8282747" y="0"/>
                  </a:lnTo>
                  <a:lnTo>
                    <a:pt x="8281902" y="0"/>
                  </a:lnTo>
                  <a:lnTo>
                    <a:pt x="8281057" y="0"/>
                  </a:lnTo>
                  <a:lnTo>
                    <a:pt x="8280212" y="0"/>
                  </a:lnTo>
                  <a:lnTo>
                    <a:pt x="8279367" y="0"/>
                  </a:lnTo>
                  <a:lnTo>
                    <a:pt x="8278522" y="0"/>
                  </a:lnTo>
                  <a:lnTo>
                    <a:pt x="8277677" y="0"/>
                  </a:lnTo>
                  <a:lnTo>
                    <a:pt x="8276832" y="0"/>
                  </a:lnTo>
                  <a:lnTo>
                    <a:pt x="8275987" y="0"/>
                  </a:lnTo>
                  <a:lnTo>
                    <a:pt x="8275142" y="0"/>
                  </a:lnTo>
                  <a:lnTo>
                    <a:pt x="8274297" y="0"/>
                  </a:lnTo>
                  <a:lnTo>
                    <a:pt x="8273451" y="0"/>
                  </a:lnTo>
                  <a:lnTo>
                    <a:pt x="8272606" y="0"/>
                  </a:lnTo>
                  <a:lnTo>
                    <a:pt x="8271761" y="0"/>
                  </a:lnTo>
                  <a:lnTo>
                    <a:pt x="8270916" y="0"/>
                  </a:lnTo>
                  <a:lnTo>
                    <a:pt x="8270071" y="0"/>
                  </a:lnTo>
                  <a:lnTo>
                    <a:pt x="8269226" y="0"/>
                  </a:lnTo>
                  <a:lnTo>
                    <a:pt x="8268381" y="0"/>
                  </a:lnTo>
                  <a:lnTo>
                    <a:pt x="8267536" y="0"/>
                  </a:lnTo>
                  <a:lnTo>
                    <a:pt x="8266691" y="0"/>
                  </a:lnTo>
                  <a:lnTo>
                    <a:pt x="8265846" y="0"/>
                  </a:lnTo>
                  <a:lnTo>
                    <a:pt x="8265001" y="0"/>
                  </a:lnTo>
                  <a:lnTo>
                    <a:pt x="8264155" y="0"/>
                  </a:lnTo>
                  <a:lnTo>
                    <a:pt x="8263310" y="0"/>
                  </a:lnTo>
                  <a:lnTo>
                    <a:pt x="8262465" y="0"/>
                  </a:lnTo>
                  <a:lnTo>
                    <a:pt x="8261620" y="0"/>
                  </a:lnTo>
                  <a:lnTo>
                    <a:pt x="8260775" y="0"/>
                  </a:lnTo>
                  <a:lnTo>
                    <a:pt x="8259930" y="0"/>
                  </a:lnTo>
                  <a:lnTo>
                    <a:pt x="8259085" y="0"/>
                  </a:lnTo>
                  <a:lnTo>
                    <a:pt x="8258240" y="0"/>
                  </a:lnTo>
                  <a:lnTo>
                    <a:pt x="8257395" y="0"/>
                  </a:lnTo>
                  <a:lnTo>
                    <a:pt x="8256550" y="0"/>
                  </a:lnTo>
                  <a:lnTo>
                    <a:pt x="8255705" y="0"/>
                  </a:lnTo>
                  <a:lnTo>
                    <a:pt x="8254859" y="0"/>
                  </a:lnTo>
                  <a:lnTo>
                    <a:pt x="8254014" y="0"/>
                  </a:lnTo>
                  <a:lnTo>
                    <a:pt x="8253169" y="0"/>
                  </a:lnTo>
                  <a:lnTo>
                    <a:pt x="8252324" y="0"/>
                  </a:lnTo>
                  <a:lnTo>
                    <a:pt x="8251479" y="0"/>
                  </a:lnTo>
                  <a:lnTo>
                    <a:pt x="8250634" y="0"/>
                  </a:lnTo>
                  <a:lnTo>
                    <a:pt x="8249789" y="0"/>
                  </a:lnTo>
                  <a:lnTo>
                    <a:pt x="8248944" y="0"/>
                  </a:lnTo>
                  <a:lnTo>
                    <a:pt x="8248099" y="0"/>
                  </a:lnTo>
                  <a:lnTo>
                    <a:pt x="8247254" y="0"/>
                  </a:lnTo>
                  <a:lnTo>
                    <a:pt x="8246408" y="0"/>
                  </a:lnTo>
                  <a:lnTo>
                    <a:pt x="8245563" y="0"/>
                  </a:lnTo>
                  <a:lnTo>
                    <a:pt x="8244718" y="0"/>
                  </a:lnTo>
                  <a:lnTo>
                    <a:pt x="8243873" y="0"/>
                  </a:lnTo>
                  <a:lnTo>
                    <a:pt x="8243028" y="0"/>
                  </a:lnTo>
                  <a:lnTo>
                    <a:pt x="8242183" y="0"/>
                  </a:lnTo>
                  <a:lnTo>
                    <a:pt x="8241338" y="0"/>
                  </a:lnTo>
                  <a:lnTo>
                    <a:pt x="8240493" y="0"/>
                  </a:lnTo>
                  <a:lnTo>
                    <a:pt x="8239648" y="0"/>
                  </a:lnTo>
                  <a:lnTo>
                    <a:pt x="8238803" y="0"/>
                  </a:lnTo>
                  <a:lnTo>
                    <a:pt x="8237958" y="0"/>
                  </a:lnTo>
                  <a:lnTo>
                    <a:pt x="8237112" y="0"/>
                  </a:lnTo>
                  <a:lnTo>
                    <a:pt x="8236267" y="0"/>
                  </a:lnTo>
                  <a:lnTo>
                    <a:pt x="8235422" y="0"/>
                  </a:lnTo>
                  <a:lnTo>
                    <a:pt x="8234577" y="0"/>
                  </a:lnTo>
                  <a:lnTo>
                    <a:pt x="8233732" y="0"/>
                  </a:lnTo>
                  <a:lnTo>
                    <a:pt x="8232887" y="0"/>
                  </a:lnTo>
                  <a:lnTo>
                    <a:pt x="8232042" y="0"/>
                  </a:lnTo>
                  <a:lnTo>
                    <a:pt x="8231197" y="0"/>
                  </a:lnTo>
                  <a:lnTo>
                    <a:pt x="8230352" y="0"/>
                  </a:lnTo>
                  <a:lnTo>
                    <a:pt x="8229507" y="0"/>
                  </a:lnTo>
                  <a:lnTo>
                    <a:pt x="8228662" y="0"/>
                  </a:lnTo>
                  <a:lnTo>
                    <a:pt x="8227816" y="0"/>
                  </a:lnTo>
                  <a:lnTo>
                    <a:pt x="8226971" y="0"/>
                  </a:lnTo>
                  <a:lnTo>
                    <a:pt x="8226126" y="0"/>
                  </a:lnTo>
                  <a:lnTo>
                    <a:pt x="8225281" y="0"/>
                  </a:lnTo>
                  <a:lnTo>
                    <a:pt x="8224436" y="0"/>
                  </a:lnTo>
                  <a:lnTo>
                    <a:pt x="8223591" y="0"/>
                  </a:lnTo>
                  <a:lnTo>
                    <a:pt x="8222746" y="0"/>
                  </a:lnTo>
                  <a:lnTo>
                    <a:pt x="8221901" y="0"/>
                  </a:lnTo>
                  <a:lnTo>
                    <a:pt x="8221056" y="0"/>
                  </a:lnTo>
                  <a:lnTo>
                    <a:pt x="8220211" y="0"/>
                  </a:lnTo>
                  <a:lnTo>
                    <a:pt x="8219366" y="0"/>
                  </a:lnTo>
                  <a:lnTo>
                    <a:pt x="8218520" y="0"/>
                  </a:lnTo>
                  <a:lnTo>
                    <a:pt x="8217675" y="0"/>
                  </a:lnTo>
                  <a:lnTo>
                    <a:pt x="8216830" y="0"/>
                  </a:lnTo>
                  <a:lnTo>
                    <a:pt x="8215985" y="0"/>
                  </a:lnTo>
                  <a:lnTo>
                    <a:pt x="8215140" y="0"/>
                  </a:lnTo>
                  <a:lnTo>
                    <a:pt x="8214295" y="0"/>
                  </a:lnTo>
                  <a:lnTo>
                    <a:pt x="8213450" y="0"/>
                  </a:lnTo>
                  <a:lnTo>
                    <a:pt x="8212605" y="0"/>
                  </a:lnTo>
                  <a:lnTo>
                    <a:pt x="8211760" y="0"/>
                  </a:lnTo>
                  <a:lnTo>
                    <a:pt x="8210915" y="0"/>
                  </a:lnTo>
                  <a:lnTo>
                    <a:pt x="8210070" y="0"/>
                  </a:lnTo>
                  <a:lnTo>
                    <a:pt x="8209224" y="0"/>
                  </a:lnTo>
                  <a:lnTo>
                    <a:pt x="8208379" y="0"/>
                  </a:lnTo>
                  <a:lnTo>
                    <a:pt x="8207534" y="0"/>
                  </a:lnTo>
                  <a:lnTo>
                    <a:pt x="8206689" y="0"/>
                  </a:lnTo>
                  <a:lnTo>
                    <a:pt x="8205844" y="0"/>
                  </a:lnTo>
                  <a:lnTo>
                    <a:pt x="8204999" y="0"/>
                  </a:lnTo>
                  <a:lnTo>
                    <a:pt x="8204154" y="0"/>
                  </a:lnTo>
                  <a:lnTo>
                    <a:pt x="8203309" y="0"/>
                  </a:lnTo>
                  <a:lnTo>
                    <a:pt x="8202464" y="0"/>
                  </a:lnTo>
                  <a:lnTo>
                    <a:pt x="8201619" y="0"/>
                  </a:lnTo>
                  <a:lnTo>
                    <a:pt x="8200774" y="0"/>
                  </a:lnTo>
                  <a:lnTo>
                    <a:pt x="8199928" y="0"/>
                  </a:lnTo>
                  <a:lnTo>
                    <a:pt x="8199083" y="0"/>
                  </a:lnTo>
                  <a:lnTo>
                    <a:pt x="8198238" y="0"/>
                  </a:lnTo>
                  <a:lnTo>
                    <a:pt x="8197393" y="0"/>
                  </a:lnTo>
                  <a:lnTo>
                    <a:pt x="8196548" y="0"/>
                  </a:lnTo>
                  <a:lnTo>
                    <a:pt x="8195703" y="0"/>
                  </a:lnTo>
                  <a:lnTo>
                    <a:pt x="8194858" y="0"/>
                  </a:lnTo>
                  <a:lnTo>
                    <a:pt x="8194013" y="0"/>
                  </a:lnTo>
                  <a:lnTo>
                    <a:pt x="8193168" y="0"/>
                  </a:lnTo>
                  <a:lnTo>
                    <a:pt x="8192323" y="0"/>
                  </a:lnTo>
                  <a:lnTo>
                    <a:pt x="8191478" y="0"/>
                  </a:lnTo>
                  <a:lnTo>
                    <a:pt x="8190632" y="0"/>
                  </a:lnTo>
                  <a:lnTo>
                    <a:pt x="8189787" y="0"/>
                  </a:lnTo>
                  <a:lnTo>
                    <a:pt x="8188942" y="0"/>
                  </a:lnTo>
                  <a:lnTo>
                    <a:pt x="8188097" y="0"/>
                  </a:lnTo>
                  <a:lnTo>
                    <a:pt x="8187252" y="0"/>
                  </a:lnTo>
                  <a:lnTo>
                    <a:pt x="8186407" y="0"/>
                  </a:lnTo>
                  <a:lnTo>
                    <a:pt x="8185562" y="0"/>
                  </a:lnTo>
                  <a:lnTo>
                    <a:pt x="8184717" y="0"/>
                  </a:lnTo>
                  <a:lnTo>
                    <a:pt x="8183872" y="0"/>
                  </a:lnTo>
                  <a:lnTo>
                    <a:pt x="8183027" y="0"/>
                  </a:lnTo>
                  <a:lnTo>
                    <a:pt x="8182181" y="0"/>
                  </a:lnTo>
                  <a:lnTo>
                    <a:pt x="8181336" y="0"/>
                  </a:lnTo>
                  <a:lnTo>
                    <a:pt x="8180491" y="0"/>
                  </a:lnTo>
                  <a:lnTo>
                    <a:pt x="8179646" y="0"/>
                  </a:lnTo>
                  <a:lnTo>
                    <a:pt x="8178801" y="0"/>
                  </a:lnTo>
                  <a:lnTo>
                    <a:pt x="8177956" y="0"/>
                  </a:lnTo>
                  <a:lnTo>
                    <a:pt x="8177111" y="0"/>
                  </a:lnTo>
                  <a:lnTo>
                    <a:pt x="8176266" y="0"/>
                  </a:lnTo>
                  <a:lnTo>
                    <a:pt x="8175421" y="0"/>
                  </a:lnTo>
                  <a:lnTo>
                    <a:pt x="8174576" y="0"/>
                  </a:lnTo>
                  <a:lnTo>
                    <a:pt x="8173731" y="0"/>
                  </a:lnTo>
                  <a:lnTo>
                    <a:pt x="8172885" y="0"/>
                  </a:lnTo>
                  <a:lnTo>
                    <a:pt x="8172040" y="0"/>
                  </a:lnTo>
                  <a:lnTo>
                    <a:pt x="8171195" y="0"/>
                  </a:lnTo>
                  <a:lnTo>
                    <a:pt x="8170350" y="0"/>
                  </a:lnTo>
                  <a:lnTo>
                    <a:pt x="8169505" y="0"/>
                  </a:lnTo>
                  <a:lnTo>
                    <a:pt x="8168660" y="0"/>
                  </a:lnTo>
                  <a:lnTo>
                    <a:pt x="8167815" y="0"/>
                  </a:lnTo>
                  <a:lnTo>
                    <a:pt x="8166970" y="0"/>
                  </a:lnTo>
                  <a:lnTo>
                    <a:pt x="8166125" y="0"/>
                  </a:lnTo>
                  <a:lnTo>
                    <a:pt x="8165280" y="0"/>
                  </a:lnTo>
                  <a:lnTo>
                    <a:pt x="8164435" y="0"/>
                  </a:lnTo>
                  <a:lnTo>
                    <a:pt x="8163589" y="0"/>
                  </a:lnTo>
                  <a:lnTo>
                    <a:pt x="8162744" y="0"/>
                  </a:lnTo>
                  <a:lnTo>
                    <a:pt x="8161899" y="0"/>
                  </a:lnTo>
                  <a:lnTo>
                    <a:pt x="8161054" y="0"/>
                  </a:lnTo>
                  <a:lnTo>
                    <a:pt x="8160209" y="0"/>
                  </a:lnTo>
                  <a:lnTo>
                    <a:pt x="8159364" y="0"/>
                  </a:lnTo>
                  <a:lnTo>
                    <a:pt x="8158519" y="0"/>
                  </a:lnTo>
                  <a:lnTo>
                    <a:pt x="8157674" y="0"/>
                  </a:lnTo>
                  <a:lnTo>
                    <a:pt x="8156829" y="0"/>
                  </a:lnTo>
                  <a:lnTo>
                    <a:pt x="8155984" y="0"/>
                  </a:lnTo>
                  <a:lnTo>
                    <a:pt x="8155139" y="0"/>
                  </a:lnTo>
                  <a:lnTo>
                    <a:pt x="8154293" y="0"/>
                  </a:lnTo>
                  <a:lnTo>
                    <a:pt x="8153448" y="0"/>
                  </a:lnTo>
                  <a:lnTo>
                    <a:pt x="8152603" y="0"/>
                  </a:lnTo>
                  <a:lnTo>
                    <a:pt x="8151758" y="0"/>
                  </a:lnTo>
                  <a:lnTo>
                    <a:pt x="8150913" y="0"/>
                  </a:lnTo>
                  <a:lnTo>
                    <a:pt x="8150068" y="0"/>
                  </a:lnTo>
                  <a:lnTo>
                    <a:pt x="8149223" y="0"/>
                  </a:lnTo>
                  <a:lnTo>
                    <a:pt x="8148378" y="0"/>
                  </a:lnTo>
                  <a:lnTo>
                    <a:pt x="8147533" y="0"/>
                  </a:lnTo>
                  <a:lnTo>
                    <a:pt x="8146688" y="0"/>
                  </a:lnTo>
                  <a:lnTo>
                    <a:pt x="8145843" y="0"/>
                  </a:lnTo>
                  <a:lnTo>
                    <a:pt x="8144997" y="0"/>
                  </a:lnTo>
                  <a:lnTo>
                    <a:pt x="8144152" y="0"/>
                  </a:lnTo>
                  <a:lnTo>
                    <a:pt x="8143307" y="0"/>
                  </a:lnTo>
                  <a:lnTo>
                    <a:pt x="8142462" y="0"/>
                  </a:lnTo>
                  <a:lnTo>
                    <a:pt x="8141617" y="0"/>
                  </a:lnTo>
                  <a:lnTo>
                    <a:pt x="8140772" y="0"/>
                  </a:lnTo>
                  <a:lnTo>
                    <a:pt x="8139927" y="0"/>
                  </a:lnTo>
                  <a:lnTo>
                    <a:pt x="8139082" y="0"/>
                  </a:lnTo>
                  <a:lnTo>
                    <a:pt x="8138237" y="0"/>
                  </a:lnTo>
                  <a:lnTo>
                    <a:pt x="8137392" y="0"/>
                  </a:lnTo>
                  <a:lnTo>
                    <a:pt x="8136547" y="0"/>
                  </a:lnTo>
                  <a:lnTo>
                    <a:pt x="8135701" y="0"/>
                  </a:lnTo>
                  <a:lnTo>
                    <a:pt x="8134856" y="0"/>
                  </a:lnTo>
                  <a:lnTo>
                    <a:pt x="8134011" y="0"/>
                  </a:lnTo>
                  <a:lnTo>
                    <a:pt x="8133166" y="0"/>
                  </a:lnTo>
                  <a:lnTo>
                    <a:pt x="8132321" y="0"/>
                  </a:lnTo>
                  <a:lnTo>
                    <a:pt x="8131476" y="0"/>
                  </a:lnTo>
                  <a:lnTo>
                    <a:pt x="8130631" y="0"/>
                  </a:lnTo>
                  <a:lnTo>
                    <a:pt x="8129786" y="0"/>
                  </a:lnTo>
                  <a:lnTo>
                    <a:pt x="8128941" y="0"/>
                  </a:lnTo>
                  <a:lnTo>
                    <a:pt x="8128096" y="0"/>
                  </a:lnTo>
                  <a:lnTo>
                    <a:pt x="8127250" y="0"/>
                  </a:lnTo>
                  <a:lnTo>
                    <a:pt x="8126405" y="0"/>
                  </a:lnTo>
                  <a:lnTo>
                    <a:pt x="8125560" y="0"/>
                  </a:lnTo>
                  <a:lnTo>
                    <a:pt x="8124715" y="0"/>
                  </a:lnTo>
                  <a:lnTo>
                    <a:pt x="8123870" y="0"/>
                  </a:lnTo>
                  <a:lnTo>
                    <a:pt x="8123025" y="0"/>
                  </a:lnTo>
                  <a:lnTo>
                    <a:pt x="8122180" y="0"/>
                  </a:lnTo>
                  <a:lnTo>
                    <a:pt x="8121335" y="0"/>
                  </a:lnTo>
                  <a:lnTo>
                    <a:pt x="8120490" y="0"/>
                  </a:lnTo>
                  <a:lnTo>
                    <a:pt x="8119645" y="0"/>
                  </a:lnTo>
                  <a:lnTo>
                    <a:pt x="8118800" y="0"/>
                  </a:lnTo>
                  <a:lnTo>
                    <a:pt x="8117954" y="0"/>
                  </a:lnTo>
                  <a:lnTo>
                    <a:pt x="8117109" y="0"/>
                  </a:lnTo>
                  <a:lnTo>
                    <a:pt x="8116264" y="0"/>
                  </a:lnTo>
                  <a:lnTo>
                    <a:pt x="8115419" y="0"/>
                  </a:lnTo>
                  <a:lnTo>
                    <a:pt x="8114574" y="0"/>
                  </a:lnTo>
                  <a:lnTo>
                    <a:pt x="8113729" y="0"/>
                  </a:lnTo>
                  <a:lnTo>
                    <a:pt x="8112884" y="0"/>
                  </a:lnTo>
                  <a:lnTo>
                    <a:pt x="8112039" y="0"/>
                  </a:lnTo>
                  <a:lnTo>
                    <a:pt x="8111194" y="0"/>
                  </a:lnTo>
                  <a:lnTo>
                    <a:pt x="8110349" y="0"/>
                  </a:lnTo>
                  <a:lnTo>
                    <a:pt x="8109504" y="0"/>
                  </a:lnTo>
                  <a:lnTo>
                    <a:pt x="8108658" y="0"/>
                  </a:lnTo>
                  <a:lnTo>
                    <a:pt x="8107813" y="0"/>
                  </a:lnTo>
                  <a:lnTo>
                    <a:pt x="8106968" y="0"/>
                  </a:lnTo>
                  <a:lnTo>
                    <a:pt x="8106123" y="0"/>
                  </a:lnTo>
                  <a:lnTo>
                    <a:pt x="8105278" y="0"/>
                  </a:lnTo>
                  <a:lnTo>
                    <a:pt x="8104433" y="0"/>
                  </a:lnTo>
                  <a:lnTo>
                    <a:pt x="8103588" y="0"/>
                  </a:lnTo>
                  <a:lnTo>
                    <a:pt x="8102743" y="0"/>
                  </a:lnTo>
                  <a:lnTo>
                    <a:pt x="8101898" y="0"/>
                  </a:lnTo>
                  <a:lnTo>
                    <a:pt x="8101053" y="0"/>
                  </a:lnTo>
                  <a:lnTo>
                    <a:pt x="8100208" y="0"/>
                  </a:lnTo>
                  <a:lnTo>
                    <a:pt x="8099362" y="0"/>
                  </a:lnTo>
                  <a:lnTo>
                    <a:pt x="8098517" y="0"/>
                  </a:lnTo>
                  <a:lnTo>
                    <a:pt x="8097672" y="0"/>
                  </a:lnTo>
                  <a:lnTo>
                    <a:pt x="8096827" y="0"/>
                  </a:lnTo>
                  <a:lnTo>
                    <a:pt x="8095982" y="0"/>
                  </a:lnTo>
                  <a:lnTo>
                    <a:pt x="8095137" y="0"/>
                  </a:lnTo>
                  <a:lnTo>
                    <a:pt x="8094292" y="0"/>
                  </a:lnTo>
                  <a:lnTo>
                    <a:pt x="8093447" y="0"/>
                  </a:lnTo>
                  <a:lnTo>
                    <a:pt x="8092602" y="0"/>
                  </a:lnTo>
                  <a:lnTo>
                    <a:pt x="8091757" y="0"/>
                  </a:lnTo>
                  <a:lnTo>
                    <a:pt x="8090912" y="0"/>
                  </a:lnTo>
                  <a:lnTo>
                    <a:pt x="8090066" y="0"/>
                  </a:lnTo>
                  <a:lnTo>
                    <a:pt x="8089221" y="0"/>
                  </a:lnTo>
                  <a:lnTo>
                    <a:pt x="8088376" y="0"/>
                  </a:lnTo>
                  <a:lnTo>
                    <a:pt x="8087531" y="0"/>
                  </a:lnTo>
                  <a:lnTo>
                    <a:pt x="8086686" y="0"/>
                  </a:lnTo>
                  <a:lnTo>
                    <a:pt x="8085841" y="0"/>
                  </a:lnTo>
                  <a:lnTo>
                    <a:pt x="8084996" y="0"/>
                  </a:lnTo>
                  <a:lnTo>
                    <a:pt x="8084151" y="0"/>
                  </a:lnTo>
                  <a:lnTo>
                    <a:pt x="8083306" y="0"/>
                  </a:lnTo>
                  <a:lnTo>
                    <a:pt x="8082461" y="0"/>
                  </a:lnTo>
                  <a:lnTo>
                    <a:pt x="8081616" y="0"/>
                  </a:lnTo>
                  <a:lnTo>
                    <a:pt x="8080770" y="0"/>
                  </a:lnTo>
                  <a:lnTo>
                    <a:pt x="8079925" y="0"/>
                  </a:lnTo>
                  <a:lnTo>
                    <a:pt x="8079080" y="0"/>
                  </a:lnTo>
                  <a:lnTo>
                    <a:pt x="8078235" y="0"/>
                  </a:lnTo>
                  <a:lnTo>
                    <a:pt x="8077390" y="0"/>
                  </a:lnTo>
                  <a:lnTo>
                    <a:pt x="8076545" y="0"/>
                  </a:lnTo>
                  <a:lnTo>
                    <a:pt x="8075700" y="0"/>
                  </a:lnTo>
                  <a:lnTo>
                    <a:pt x="8074855" y="0"/>
                  </a:lnTo>
                  <a:lnTo>
                    <a:pt x="8074010" y="0"/>
                  </a:lnTo>
                  <a:lnTo>
                    <a:pt x="8073165" y="0"/>
                  </a:lnTo>
                  <a:lnTo>
                    <a:pt x="8072320" y="0"/>
                  </a:lnTo>
                  <a:lnTo>
                    <a:pt x="8071474" y="0"/>
                  </a:lnTo>
                  <a:lnTo>
                    <a:pt x="8070629" y="0"/>
                  </a:lnTo>
                  <a:lnTo>
                    <a:pt x="8069784" y="0"/>
                  </a:lnTo>
                  <a:lnTo>
                    <a:pt x="8068939" y="0"/>
                  </a:lnTo>
                  <a:lnTo>
                    <a:pt x="8068094" y="0"/>
                  </a:lnTo>
                  <a:lnTo>
                    <a:pt x="8067249" y="0"/>
                  </a:lnTo>
                  <a:lnTo>
                    <a:pt x="8066404" y="0"/>
                  </a:lnTo>
                  <a:lnTo>
                    <a:pt x="8065559" y="0"/>
                  </a:lnTo>
                  <a:lnTo>
                    <a:pt x="8064714" y="0"/>
                  </a:lnTo>
                  <a:lnTo>
                    <a:pt x="8063869" y="0"/>
                  </a:lnTo>
                  <a:lnTo>
                    <a:pt x="8063023" y="0"/>
                  </a:lnTo>
                  <a:lnTo>
                    <a:pt x="8062178" y="0"/>
                  </a:lnTo>
                  <a:lnTo>
                    <a:pt x="8061333" y="0"/>
                  </a:lnTo>
                  <a:lnTo>
                    <a:pt x="8060488" y="0"/>
                  </a:lnTo>
                  <a:lnTo>
                    <a:pt x="8059643" y="0"/>
                  </a:lnTo>
                  <a:lnTo>
                    <a:pt x="8058798" y="0"/>
                  </a:lnTo>
                  <a:lnTo>
                    <a:pt x="8057953" y="0"/>
                  </a:lnTo>
                  <a:lnTo>
                    <a:pt x="8057108" y="0"/>
                  </a:lnTo>
                  <a:lnTo>
                    <a:pt x="8056263" y="0"/>
                  </a:lnTo>
                  <a:lnTo>
                    <a:pt x="8055418" y="0"/>
                  </a:lnTo>
                  <a:lnTo>
                    <a:pt x="8054573" y="0"/>
                  </a:lnTo>
                  <a:lnTo>
                    <a:pt x="8053727" y="0"/>
                  </a:lnTo>
                  <a:lnTo>
                    <a:pt x="8052882" y="0"/>
                  </a:lnTo>
                  <a:lnTo>
                    <a:pt x="8052037" y="0"/>
                  </a:lnTo>
                  <a:lnTo>
                    <a:pt x="8051192" y="0"/>
                  </a:lnTo>
                  <a:lnTo>
                    <a:pt x="8050347" y="0"/>
                  </a:lnTo>
                  <a:lnTo>
                    <a:pt x="8049502" y="0"/>
                  </a:lnTo>
                  <a:lnTo>
                    <a:pt x="8048657" y="0"/>
                  </a:lnTo>
                  <a:lnTo>
                    <a:pt x="8047812" y="0"/>
                  </a:lnTo>
                  <a:lnTo>
                    <a:pt x="8046967" y="0"/>
                  </a:lnTo>
                  <a:lnTo>
                    <a:pt x="8046122" y="0"/>
                  </a:lnTo>
                  <a:lnTo>
                    <a:pt x="8045277" y="0"/>
                  </a:lnTo>
                  <a:lnTo>
                    <a:pt x="8044431" y="0"/>
                  </a:lnTo>
                  <a:lnTo>
                    <a:pt x="8043586" y="0"/>
                  </a:lnTo>
                  <a:lnTo>
                    <a:pt x="8042741" y="0"/>
                  </a:lnTo>
                  <a:lnTo>
                    <a:pt x="8041896" y="0"/>
                  </a:lnTo>
                  <a:lnTo>
                    <a:pt x="8041051" y="0"/>
                  </a:lnTo>
                  <a:lnTo>
                    <a:pt x="8040206" y="0"/>
                  </a:lnTo>
                  <a:lnTo>
                    <a:pt x="8039361" y="0"/>
                  </a:lnTo>
                  <a:lnTo>
                    <a:pt x="8038516" y="0"/>
                  </a:lnTo>
                  <a:lnTo>
                    <a:pt x="8037671" y="0"/>
                  </a:lnTo>
                  <a:lnTo>
                    <a:pt x="8036826" y="0"/>
                  </a:lnTo>
                  <a:lnTo>
                    <a:pt x="8035981" y="0"/>
                  </a:lnTo>
                  <a:lnTo>
                    <a:pt x="8035135" y="0"/>
                  </a:lnTo>
                  <a:lnTo>
                    <a:pt x="8034290" y="0"/>
                  </a:lnTo>
                  <a:lnTo>
                    <a:pt x="8033445" y="0"/>
                  </a:lnTo>
                  <a:lnTo>
                    <a:pt x="8032600" y="0"/>
                  </a:lnTo>
                  <a:lnTo>
                    <a:pt x="8031755" y="0"/>
                  </a:lnTo>
                  <a:lnTo>
                    <a:pt x="8030910" y="0"/>
                  </a:lnTo>
                  <a:lnTo>
                    <a:pt x="8030065" y="0"/>
                  </a:lnTo>
                  <a:lnTo>
                    <a:pt x="8029220" y="0"/>
                  </a:lnTo>
                  <a:lnTo>
                    <a:pt x="8028375" y="0"/>
                  </a:lnTo>
                  <a:lnTo>
                    <a:pt x="8027530" y="0"/>
                  </a:lnTo>
                  <a:lnTo>
                    <a:pt x="8026685" y="0"/>
                  </a:lnTo>
                  <a:lnTo>
                    <a:pt x="8025839" y="0"/>
                  </a:lnTo>
                  <a:lnTo>
                    <a:pt x="8024994" y="0"/>
                  </a:lnTo>
                  <a:lnTo>
                    <a:pt x="8024149" y="0"/>
                  </a:lnTo>
                  <a:lnTo>
                    <a:pt x="8023304" y="0"/>
                  </a:lnTo>
                  <a:lnTo>
                    <a:pt x="8022459" y="0"/>
                  </a:lnTo>
                  <a:lnTo>
                    <a:pt x="8021614" y="0"/>
                  </a:lnTo>
                  <a:lnTo>
                    <a:pt x="8020769" y="0"/>
                  </a:lnTo>
                  <a:lnTo>
                    <a:pt x="8019924" y="0"/>
                  </a:lnTo>
                  <a:lnTo>
                    <a:pt x="8019079" y="0"/>
                  </a:lnTo>
                  <a:lnTo>
                    <a:pt x="8018234" y="0"/>
                  </a:lnTo>
                  <a:lnTo>
                    <a:pt x="8017389" y="0"/>
                  </a:lnTo>
                  <a:lnTo>
                    <a:pt x="8016543" y="0"/>
                  </a:lnTo>
                  <a:lnTo>
                    <a:pt x="8015698" y="0"/>
                  </a:lnTo>
                  <a:lnTo>
                    <a:pt x="8014853" y="0"/>
                  </a:lnTo>
                  <a:lnTo>
                    <a:pt x="8014008" y="0"/>
                  </a:lnTo>
                  <a:lnTo>
                    <a:pt x="8013163" y="0"/>
                  </a:lnTo>
                  <a:lnTo>
                    <a:pt x="8012318" y="0"/>
                  </a:lnTo>
                  <a:lnTo>
                    <a:pt x="8011473" y="0"/>
                  </a:lnTo>
                  <a:lnTo>
                    <a:pt x="8010628" y="0"/>
                  </a:lnTo>
                  <a:lnTo>
                    <a:pt x="8009783" y="0"/>
                  </a:lnTo>
                  <a:lnTo>
                    <a:pt x="8008938" y="0"/>
                  </a:lnTo>
                  <a:lnTo>
                    <a:pt x="8008093" y="0"/>
                  </a:lnTo>
                  <a:lnTo>
                    <a:pt x="8007247" y="0"/>
                  </a:lnTo>
                  <a:lnTo>
                    <a:pt x="8006402" y="0"/>
                  </a:lnTo>
                  <a:lnTo>
                    <a:pt x="8005557" y="0"/>
                  </a:lnTo>
                  <a:lnTo>
                    <a:pt x="8004712" y="0"/>
                  </a:lnTo>
                  <a:lnTo>
                    <a:pt x="8003867" y="0"/>
                  </a:lnTo>
                  <a:lnTo>
                    <a:pt x="8003022" y="0"/>
                  </a:lnTo>
                  <a:lnTo>
                    <a:pt x="8002177" y="0"/>
                  </a:lnTo>
                  <a:lnTo>
                    <a:pt x="8001332" y="0"/>
                  </a:lnTo>
                  <a:lnTo>
                    <a:pt x="8000487" y="0"/>
                  </a:lnTo>
                  <a:lnTo>
                    <a:pt x="7999642" y="0"/>
                  </a:lnTo>
                  <a:lnTo>
                    <a:pt x="7998796" y="0"/>
                  </a:lnTo>
                  <a:lnTo>
                    <a:pt x="7997951" y="0"/>
                  </a:lnTo>
                  <a:lnTo>
                    <a:pt x="7997106" y="0"/>
                  </a:lnTo>
                  <a:lnTo>
                    <a:pt x="7996261" y="0"/>
                  </a:lnTo>
                  <a:lnTo>
                    <a:pt x="7995416" y="0"/>
                  </a:lnTo>
                  <a:lnTo>
                    <a:pt x="7994571" y="0"/>
                  </a:lnTo>
                  <a:lnTo>
                    <a:pt x="7993726" y="0"/>
                  </a:lnTo>
                  <a:lnTo>
                    <a:pt x="7992881" y="0"/>
                  </a:lnTo>
                  <a:lnTo>
                    <a:pt x="7992036" y="0"/>
                  </a:lnTo>
                  <a:lnTo>
                    <a:pt x="7991191" y="0"/>
                  </a:lnTo>
                  <a:lnTo>
                    <a:pt x="7990346" y="0"/>
                  </a:lnTo>
                  <a:lnTo>
                    <a:pt x="7989500" y="0"/>
                  </a:lnTo>
                  <a:lnTo>
                    <a:pt x="7988655" y="0"/>
                  </a:lnTo>
                  <a:lnTo>
                    <a:pt x="7987810" y="0"/>
                  </a:lnTo>
                  <a:lnTo>
                    <a:pt x="7986965" y="0"/>
                  </a:lnTo>
                  <a:lnTo>
                    <a:pt x="7986120" y="0"/>
                  </a:lnTo>
                  <a:lnTo>
                    <a:pt x="7985275" y="0"/>
                  </a:lnTo>
                  <a:lnTo>
                    <a:pt x="7984430" y="0"/>
                  </a:lnTo>
                  <a:lnTo>
                    <a:pt x="7983585" y="0"/>
                  </a:lnTo>
                  <a:lnTo>
                    <a:pt x="7982740" y="0"/>
                  </a:lnTo>
                  <a:lnTo>
                    <a:pt x="7981895" y="0"/>
                  </a:lnTo>
                  <a:lnTo>
                    <a:pt x="7981050" y="0"/>
                  </a:lnTo>
                  <a:lnTo>
                    <a:pt x="7980204" y="0"/>
                  </a:lnTo>
                  <a:lnTo>
                    <a:pt x="7979359" y="0"/>
                  </a:lnTo>
                  <a:lnTo>
                    <a:pt x="7978514" y="0"/>
                  </a:lnTo>
                  <a:lnTo>
                    <a:pt x="7977669" y="0"/>
                  </a:lnTo>
                  <a:lnTo>
                    <a:pt x="7976824" y="0"/>
                  </a:lnTo>
                  <a:lnTo>
                    <a:pt x="7975979" y="0"/>
                  </a:lnTo>
                  <a:lnTo>
                    <a:pt x="7975134" y="0"/>
                  </a:lnTo>
                  <a:lnTo>
                    <a:pt x="7974289" y="0"/>
                  </a:lnTo>
                  <a:lnTo>
                    <a:pt x="7973444" y="0"/>
                  </a:lnTo>
                  <a:lnTo>
                    <a:pt x="7972599" y="0"/>
                  </a:lnTo>
                  <a:lnTo>
                    <a:pt x="7971754" y="0"/>
                  </a:lnTo>
                  <a:lnTo>
                    <a:pt x="7970908" y="0"/>
                  </a:lnTo>
                  <a:lnTo>
                    <a:pt x="7970063" y="0"/>
                  </a:lnTo>
                  <a:lnTo>
                    <a:pt x="7969218" y="0"/>
                  </a:lnTo>
                  <a:lnTo>
                    <a:pt x="7968373" y="0"/>
                  </a:lnTo>
                  <a:lnTo>
                    <a:pt x="7967528" y="0"/>
                  </a:lnTo>
                  <a:lnTo>
                    <a:pt x="7966683" y="0"/>
                  </a:lnTo>
                  <a:lnTo>
                    <a:pt x="7965838" y="0"/>
                  </a:lnTo>
                  <a:lnTo>
                    <a:pt x="7964993" y="0"/>
                  </a:lnTo>
                  <a:lnTo>
                    <a:pt x="7964148" y="0"/>
                  </a:lnTo>
                  <a:lnTo>
                    <a:pt x="7963303" y="0"/>
                  </a:lnTo>
                  <a:lnTo>
                    <a:pt x="7962458" y="0"/>
                  </a:lnTo>
                  <a:lnTo>
                    <a:pt x="7961612" y="0"/>
                  </a:lnTo>
                  <a:lnTo>
                    <a:pt x="7960767" y="0"/>
                  </a:lnTo>
                  <a:lnTo>
                    <a:pt x="7959922" y="0"/>
                  </a:lnTo>
                  <a:lnTo>
                    <a:pt x="7959077" y="0"/>
                  </a:lnTo>
                  <a:lnTo>
                    <a:pt x="7958232" y="0"/>
                  </a:lnTo>
                  <a:lnTo>
                    <a:pt x="7957387" y="0"/>
                  </a:lnTo>
                  <a:lnTo>
                    <a:pt x="7956542" y="0"/>
                  </a:lnTo>
                  <a:lnTo>
                    <a:pt x="7955697" y="0"/>
                  </a:lnTo>
                  <a:lnTo>
                    <a:pt x="7954852" y="0"/>
                  </a:lnTo>
                  <a:lnTo>
                    <a:pt x="7954007" y="0"/>
                  </a:lnTo>
                  <a:lnTo>
                    <a:pt x="7953162" y="0"/>
                  </a:lnTo>
                  <a:lnTo>
                    <a:pt x="7952316" y="0"/>
                  </a:lnTo>
                  <a:lnTo>
                    <a:pt x="7951471" y="0"/>
                  </a:lnTo>
                  <a:lnTo>
                    <a:pt x="7950626" y="0"/>
                  </a:lnTo>
                  <a:lnTo>
                    <a:pt x="7949781" y="0"/>
                  </a:lnTo>
                  <a:lnTo>
                    <a:pt x="7948936" y="0"/>
                  </a:lnTo>
                  <a:lnTo>
                    <a:pt x="7948091" y="0"/>
                  </a:lnTo>
                  <a:lnTo>
                    <a:pt x="7947246" y="0"/>
                  </a:lnTo>
                  <a:lnTo>
                    <a:pt x="7946401" y="0"/>
                  </a:lnTo>
                  <a:lnTo>
                    <a:pt x="7945556" y="0"/>
                  </a:lnTo>
                  <a:lnTo>
                    <a:pt x="7944711" y="0"/>
                  </a:lnTo>
                  <a:lnTo>
                    <a:pt x="7943866" y="0"/>
                  </a:lnTo>
                  <a:lnTo>
                    <a:pt x="7943020" y="0"/>
                  </a:lnTo>
                  <a:lnTo>
                    <a:pt x="7942175" y="0"/>
                  </a:lnTo>
                  <a:lnTo>
                    <a:pt x="7941330" y="0"/>
                  </a:lnTo>
                  <a:lnTo>
                    <a:pt x="7940485" y="0"/>
                  </a:lnTo>
                  <a:lnTo>
                    <a:pt x="7939640" y="0"/>
                  </a:lnTo>
                  <a:lnTo>
                    <a:pt x="7938795" y="0"/>
                  </a:lnTo>
                  <a:lnTo>
                    <a:pt x="7937950" y="0"/>
                  </a:lnTo>
                  <a:lnTo>
                    <a:pt x="7937105" y="0"/>
                  </a:lnTo>
                  <a:lnTo>
                    <a:pt x="7936260" y="0"/>
                  </a:lnTo>
                  <a:lnTo>
                    <a:pt x="7935415" y="0"/>
                  </a:lnTo>
                  <a:lnTo>
                    <a:pt x="7934569" y="0"/>
                  </a:lnTo>
                  <a:lnTo>
                    <a:pt x="7933724" y="0"/>
                  </a:lnTo>
                  <a:lnTo>
                    <a:pt x="7932879" y="0"/>
                  </a:lnTo>
                  <a:lnTo>
                    <a:pt x="7932034" y="0"/>
                  </a:lnTo>
                  <a:lnTo>
                    <a:pt x="7931189" y="0"/>
                  </a:lnTo>
                  <a:lnTo>
                    <a:pt x="7930344" y="0"/>
                  </a:lnTo>
                  <a:lnTo>
                    <a:pt x="7929499" y="0"/>
                  </a:lnTo>
                  <a:lnTo>
                    <a:pt x="7928654" y="0"/>
                  </a:lnTo>
                  <a:lnTo>
                    <a:pt x="7927809" y="0"/>
                  </a:lnTo>
                  <a:lnTo>
                    <a:pt x="7926964" y="0"/>
                  </a:lnTo>
                  <a:lnTo>
                    <a:pt x="7926119" y="0"/>
                  </a:lnTo>
                  <a:lnTo>
                    <a:pt x="7925273" y="0"/>
                  </a:lnTo>
                  <a:lnTo>
                    <a:pt x="7924428" y="0"/>
                  </a:lnTo>
                  <a:lnTo>
                    <a:pt x="7923583" y="0"/>
                  </a:lnTo>
                  <a:lnTo>
                    <a:pt x="7922738" y="0"/>
                  </a:lnTo>
                  <a:lnTo>
                    <a:pt x="7921893" y="0"/>
                  </a:lnTo>
                  <a:lnTo>
                    <a:pt x="7921048" y="0"/>
                  </a:lnTo>
                  <a:lnTo>
                    <a:pt x="7920203" y="0"/>
                  </a:lnTo>
                  <a:lnTo>
                    <a:pt x="7919358" y="0"/>
                  </a:lnTo>
                  <a:lnTo>
                    <a:pt x="7918513" y="0"/>
                  </a:lnTo>
                  <a:lnTo>
                    <a:pt x="7917668" y="0"/>
                  </a:lnTo>
                  <a:lnTo>
                    <a:pt x="7916823" y="0"/>
                  </a:lnTo>
                  <a:lnTo>
                    <a:pt x="7915977" y="0"/>
                  </a:lnTo>
                  <a:lnTo>
                    <a:pt x="7915132" y="0"/>
                  </a:lnTo>
                  <a:lnTo>
                    <a:pt x="7914287" y="0"/>
                  </a:lnTo>
                  <a:lnTo>
                    <a:pt x="7913442" y="0"/>
                  </a:lnTo>
                  <a:lnTo>
                    <a:pt x="7912597" y="0"/>
                  </a:lnTo>
                  <a:lnTo>
                    <a:pt x="7911752" y="0"/>
                  </a:lnTo>
                  <a:lnTo>
                    <a:pt x="7910907" y="0"/>
                  </a:lnTo>
                  <a:lnTo>
                    <a:pt x="7910062" y="0"/>
                  </a:lnTo>
                  <a:lnTo>
                    <a:pt x="7909217" y="0"/>
                  </a:lnTo>
                  <a:lnTo>
                    <a:pt x="7908372" y="0"/>
                  </a:lnTo>
                  <a:lnTo>
                    <a:pt x="7907527" y="0"/>
                  </a:lnTo>
                  <a:lnTo>
                    <a:pt x="7906681" y="0"/>
                  </a:lnTo>
                  <a:lnTo>
                    <a:pt x="7905836" y="0"/>
                  </a:lnTo>
                  <a:lnTo>
                    <a:pt x="7904991" y="0"/>
                  </a:lnTo>
                  <a:lnTo>
                    <a:pt x="7904146" y="0"/>
                  </a:lnTo>
                  <a:lnTo>
                    <a:pt x="7903301" y="0"/>
                  </a:lnTo>
                  <a:lnTo>
                    <a:pt x="7902456" y="0"/>
                  </a:lnTo>
                  <a:lnTo>
                    <a:pt x="7901611" y="0"/>
                  </a:lnTo>
                  <a:lnTo>
                    <a:pt x="7900766" y="0"/>
                  </a:lnTo>
                  <a:lnTo>
                    <a:pt x="7899921" y="0"/>
                  </a:lnTo>
                  <a:lnTo>
                    <a:pt x="7899076" y="0"/>
                  </a:lnTo>
                  <a:lnTo>
                    <a:pt x="7898231" y="0"/>
                  </a:lnTo>
                  <a:lnTo>
                    <a:pt x="7897385" y="0"/>
                  </a:lnTo>
                  <a:lnTo>
                    <a:pt x="7896540" y="0"/>
                  </a:lnTo>
                  <a:lnTo>
                    <a:pt x="7895695" y="0"/>
                  </a:lnTo>
                  <a:lnTo>
                    <a:pt x="7894850" y="0"/>
                  </a:lnTo>
                  <a:lnTo>
                    <a:pt x="7894005" y="0"/>
                  </a:lnTo>
                  <a:lnTo>
                    <a:pt x="7893160" y="0"/>
                  </a:lnTo>
                  <a:lnTo>
                    <a:pt x="7892315" y="0"/>
                  </a:lnTo>
                  <a:lnTo>
                    <a:pt x="7891470" y="0"/>
                  </a:lnTo>
                  <a:lnTo>
                    <a:pt x="7890625" y="0"/>
                  </a:lnTo>
                  <a:lnTo>
                    <a:pt x="7889780" y="0"/>
                  </a:lnTo>
                  <a:lnTo>
                    <a:pt x="7888935" y="0"/>
                  </a:lnTo>
                  <a:lnTo>
                    <a:pt x="7888089" y="0"/>
                  </a:lnTo>
                  <a:lnTo>
                    <a:pt x="7887244" y="0"/>
                  </a:lnTo>
                  <a:lnTo>
                    <a:pt x="7886399" y="0"/>
                  </a:lnTo>
                  <a:lnTo>
                    <a:pt x="7885554" y="0"/>
                  </a:lnTo>
                  <a:lnTo>
                    <a:pt x="7884709" y="0"/>
                  </a:lnTo>
                  <a:lnTo>
                    <a:pt x="7883864" y="0"/>
                  </a:lnTo>
                  <a:lnTo>
                    <a:pt x="7883019" y="0"/>
                  </a:lnTo>
                  <a:lnTo>
                    <a:pt x="7882174" y="0"/>
                  </a:lnTo>
                  <a:lnTo>
                    <a:pt x="7881329" y="0"/>
                  </a:lnTo>
                  <a:lnTo>
                    <a:pt x="7880484" y="0"/>
                  </a:lnTo>
                  <a:lnTo>
                    <a:pt x="7879639" y="0"/>
                  </a:lnTo>
                  <a:lnTo>
                    <a:pt x="7878793" y="0"/>
                  </a:lnTo>
                  <a:lnTo>
                    <a:pt x="7877948" y="0"/>
                  </a:lnTo>
                  <a:lnTo>
                    <a:pt x="7877103" y="0"/>
                  </a:lnTo>
                  <a:lnTo>
                    <a:pt x="7876258" y="0"/>
                  </a:lnTo>
                  <a:lnTo>
                    <a:pt x="7875413" y="0"/>
                  </a:lnTo>
                  <a:lnTo>
                    <a:pt x="7874568" y="0"/>
                  </a:lnTo>
                  <a:lnTo>
                    <a:pt x="7873723" y="0"/>
                  </a:lnTo>
                  <a:lnTo>
                    <a:pt x="7872878" y="0"/>
                  </a:lnTo>
                  <a:lnTo>
                    <a:pt x="7872033" y="0"/>
                  </a:lnTo>
                  <a:lnTo>
                    <a:pt x="7871188" y="0"/>
                  </a:lnTo>
                  <a:lnTo>
                    <a:pt x="7870342" y="0"/>
                  </a:lnTo>
                  <a:lnTo>
                    <a:pt x="7869497" y="0"/>
                  </a:lnTo>
                  <a:lnTo>
                    <a:pt x="7868652" y="0"/>
                  </a:lnTo>
                  <a:lnTo>
                    <a:pt x="7867807" y="0"/>
                  </a:lnTo>
                  <a:lnTo>
                    <a:pt x="7866962" y="0"/>
                  </a:lnTo>
                  <a:lnTo>
                    <a:pt x="7866117" y="0"/>
                  </a:lnTo>
                  <a:lnTo>
                    <a:pt x="7865272" y="0"/>
                  </a:lnTo>
                  <a:lnTo>
                    <a:pt x="7864427" y="0"/>
                  </a:lnTo>
                  <a:lnTo>
                    <a:pt x="7863582" y="0"/>
                  </a:lnTo>
                  <a:lnTo>
                    <a:pt x="7862737" y="0"/>
                  </a:lnTo>
                  <a:lnTo>
                    <a:pt x="7861892" y="0"/>
                  </a:lnTo>
                  <a:lnTo>
                    <a:pt x="7861046" y="0"/>
                  </a:lnTo>
                  <a:lnTo>
                    <a:pt x="7860201" y="0"/>
                  </a:lnTo>
                  <a:lnTo>
                    <a:pt x="7859356" y="0"/>
                  </a:lnTo>
                  <a:lnTo>
                    <a:pt x="7858511" y="0"/>
                  </a:lnTo>
                  <a:lnTo>
                    <a:pt x="7857666" y="0"/>
                  </a:lnTo>
                  <a:lnTo>
                    <a:pt x="7856821" y="0"/>
                  </a:lnTo>
                  <a:lnTo>
                    <a:pt x="7855976" y="0"/>
                  </a:lnTo>
                  <a:lnTo>
                    <a:pt x="7855131" y="0"/>
                  </a:lnTo>
                  <a:lnTo>
                    <a:pt x="7854286" y="0"/>
                  </a:lnTo>
                  <a:lnTo>
                    <a:pt x="7853441" y="0"/>
                  </a:lnTo>
                  <a:lnTo>
                    <a:pt x="7852596" y="0"/>
                  </a:lnTo>
                  <a:lnTo>
                    <a:pt x="7851750" y="0"/>
                  </a:lnTo>
                  <a:lnTo>
                    <a:pt x="7850905" y="0"/>
                  </a:lnTo>
                  <a:lnTo>
                    <a:pt x="7850060" y="0"/>
                  </a:lnTo>
                  <a:lnTo>
                    <a:pt x="7849215" y="0"/>
                  </a:lnTo>
                  <a:lnTo>
                    <a:pt x="7848370" y="0"/>
                  </a:lnTo>
                  <a:lnTo>
                    <a:pt x="7847525" y="0"/>
                  </a:lnTo>
                  <a:lnTo>
                    <a:pt x="7846680" y="0"/>
                  </a:lnTo>
                  <a:lnTo>
                    <a:pt x="7845835" y="0"/>
                  </a:lnTo>
                  <a:lnTo>
                    <a:pt x="7844990" y="0"/>
                  </a:lnTo>
                  <a:lnTo>
                    <a:pt x="7844145" y="0"/>
                  </a:lnTo>
                  <a:lnTo>
                    <a:pt x="7843300" y="0"/>
                  </a:lnTo>
                  <a:lnTo>
                    <a:pt x="7842454" y="0"/>
                  </a:lnTo>
                  <a:lnTo>
                    <a:pt x="7841609" y="0"/>
                  </a:lnTo>
                  <a:lnTo>
                    <a:pt x="7840764" y="0"/>
                  </a:lnTo>
                  <a:lnTo>
                    <a:pt x="7839919" y="0"/>
                  </a:lnTo>
                  <a:lnTo>
                    <a:pt x="7839074" y="0"/>
                  </a:lnTo>
                  <a:lnTo>
                    <a:pt x="7838229" y="0"/>
                  </a:lnTo>
                  <a:lnTo>
                    <a:pt x="7837384" y="0"/>
                  </a:lnTo>
                  <a:lnTo>
                    <a:pt x="7836539" y="0"/>
                  </a:lnTo>
                  <a:lnTo>
                    <a:pt x="7835694" y="0"/>
                  </a:lnTo>
                  <a:lnTo>
                    <a:pt x="7834849" y="0"/>
                  </a:lnTo>
                  <a:lnTo>
                    <a:pt x="7834004" y="0"/>
                  </a:lnTo>
                  <a:lnTo>
                    <a:pt x="7833158" y="0"/>
                  </a:lnTo>
                  <a:lnTo>
                    <a:pt x="7832313" y="0"/>
                  </a:lnTo>
                  <a:lnTo>
                    <a:pt x="7831468" y="0"/>
                  </a:lnTo>
                  <a:lnTo>
                    <a:pt x="7830623" y="0"/>
                  </a:lnTo>
                  <a:lnTo>
                    <a:pt x="7829778" y="0"/>
                  </a:lnTo>
                  <a:lnTo>
                    <a:pt x="7828933" y="0"/>
                  </a:lnTo>
                  <a:lnTo>
                    <a:pt x="7828088" y="0"/>
                  </a:lnTo>
                  <a:lnTo>
                    <a:pt x="7827243" y="0"/>
                  </a:lnTo>
                  <a:lnTo>
                    <a:pt x="7826398" y="0"/>
                  </a:lnTo>
                  <a:lnTo>
                    <a:pt x="7825553" y="0"/>
                  </a:lnTo>
                  <a:lnTo>
                    <a:pt x="7824708" y="0"/>
                  </a:lnTo>
                  <a:lnTo>
                    <a:pt x="7823862" y="0"/>
                  </a:lnTo>
                  <a:lnTo>
                    <a:pt x="7823017" y="0"/>
                  </a:lnTo>
                  <a:lnTo>
                    <a:pt x="7822172" y="0"/>
                  </a:lnTo>
                  <a:lnTo>
                    <a:pt x="7821327" y="0"/>
                  </a:lnTo>
                  <a:lnTo>
                    <a:pt x="7820482" y="0"/>
                  </a:lnTo>
                  <a:lnTo>
                    <a:pt x="7819637" y="0"/>
                  </a:lnTo>
                  <a:lnTo>
                    <a:pt x="7818792" y="0"/>
                  </a:lnTo>
                  <a:lnTo>
                    <a:pt x="7817947" y="0"/>
                  </a:lnTo>
                  <a:lnTo>
                    <a:pt x="7817102" y="0"/>
                  </a:lnTo>
                  <a:lnTo>
                    <a:pt x="7816257" y="0"/>
                  </a:lnTo>
                  <a:lnTo>
                    <a:pt x="7815412" y="0"/>
                  </a:lnTo>
                  <a:lnTo>
                    <a:pt x="7814566" y="0"/>
                  </a:lnTo>
                  <a:lnTo>
                    <a:pt x="7813721" y="0"/>
                  </a:lnTo>
                  <a:lnTo>
                    <a:pt x="7812876" y="0"/>
                  </a:lnTo>
                  <a:lnTo>
                    <a:pt x="7812031" y="0"/>
                  </a:lnTo>
                  <a:lnTo>
                    <a:pt x="7811186" y="0"/>
                  </a:lnTo>
                  <a:lnTo>
                    <a:pt x="7810341" y="0"/>
                  </a:lnTo>
                  <a:lnTo>
                    <a:pt x="7809496" y="0"/>
                  </a:lnTo>
                  <a:lnTo>
                    <a:pt x="7808651" y="0"/>
                  </a:lnTo>
                  <a:lnTo>
                    <a:pt x="7807806" y="0"/>
                  </a:lnTo>
                  <a:lnTo>
                    <a:pt x="7806961" y="0"/>
                  </a:lnTo>
                  <a:lnTo>
                    <a:pt x="7806115" y="0"/>
                  </a:lnTo>
                  <a:lnTo>
                    <a:pt x="7805270" y="0"/>
                  </a:lnTo>
                  <a:lnTo>
                    <a:pt x="7804425" y="0"/>
                  </a:lnTo>
                  <a:lnTo>
                    <a:pt x="7803580" y="0"/>
                  </a:lnTo>
                  <a:lnTo>
                    <a:pt x="7802735" y="0"/>
                  </a:lnTo>
                  <a:lnTo>
                    <a:pt x="7801890" y="0"/>
                  </a:lnTo>
                  <a:lnTo>
                    <a:pt x="7801045" y="0"/>
                  </a:lnTo>
                  <a:lnTo>
                    <a:pt x="7800200" y="0"/>
                  </a:lnTo>
                  <a:lnTo>
                    <a:pt x="7799355" y="0"/>
                  </a:lnTo>
                  <a:lnTo>
                    <a:pt x="7798510" y="0"/>
                  </a:lnTo>
                  <a:lnTo>
                    <a:pt x="7797665" y="0"/>
                  </a:lnTo>
                  <a:lnTo>
                    <a:pt x="7796819" y="0"/>
                  </a:lnTo>
                  <a:lnTo>
                    <a:pt x="7795974" y="0"/>
                  </a:lnTo>
                  <a:lnTo>
                    <a:pt x="7795129" y="0"/>
                  </a:lnTo>
                  <a:lnTo>
                    <a:pt x="7794284" y="0"/>
                  </a:lnTo>
                  <a:lnTo>
                    <a:pt x="7793439" y="0"/>
                  </a:lnTo>
                  <a:lnTo>
                    <a:pt x="7792594" y="0"/>
                  </a:lnTo>
                  <a:lnTo>
                    <a:pt x="7791749" y="0"/>
                  </a:lnTo>
                  <a:lnTo>
                    <a:pt x="7790904" y="0"/>
                  </a:lnTo>
                  <a:lnTo>
                    <a:pt x="7790059" y="0"/>
                  </a:lnTo>
                  <a:lnTo>
                    <a:pt x="7789214" y="0"/>
                  </a:lnTo>
                  <a:lnTo>
                    <a:pt x="7788369" y="0"/>
                  </a:lnTo>
                  <a:lnTo>
                    <a:pt x="7787523" y="0"/>
                  </a:lnTo>
                  <a:lnTo>
                    <a:pt x="7786678" y="0"/>
                  </a:lnTo>
                  <a:lnTo>
                    <a:pt x="7785833" y="0"/>
                  </a:lnTo>
                  <a:lnTo>
                    <a:pt x="7784988" y="0"/>
                  </a:lnTo>
                  <a:lnTo>
                    <a:pt x="7784143" y="0"/>
                  </a:lnTo>
                  <a:lnTo>
                    <a:pt x="7783298" y="0"/>
                  </a:lnTo>
                  <a:lnTo>
                    <a:pt x="7782453" y="0"/>
                  </a:lnTo>
                  <a:lnTo>
                    <a:pt x="7781608" y="0"/>
                  </a:lnTo>
                  <a:lnTo>
                    <a:pt x="7780763" y="0"/>
                  </a:lnTo>
                  <a:lnTo>
                    <a:pt x="7779918" y="0"/>
                  </a:lnTo>
                  <a:lnTo>
                    <a:pt x="7779073" y="0"/>
                  </a:lnTo>
                  <a:lnTo>
                    <a:pt x="7778227" y="0"/>
                  </a:lnTo>
                  <a:lnTo>
                    <a:pt x="7777382" y="0"/>
                  </a:lnTo>
                  <a:lnTo>
                    <a:pt x="7776537" y="0"/>
                  </a:lnTo>
                  <a:lnTo>
                    <a:pt x="7775692" y="0"/>
                  </a:lnTo>
                  <a:lnTo>
                    <a:pt x="7774847" y="0"/>
                  </a:lnTo>
                  <a:lnTo>
                    <a:pt x="7774002" y="0"/>
                  </a:lnTo>
                  <a:lnTo>
                    <a:pt x="7773157" y="0"/>
                  </a:lnTo>
                  <a:lnTo>
                    <a:pt x="7772312" y="0"/>
                  </a:lnTo>
                  <a:lnTo>
                    <a:pt x="7771467" y="0"/>
                  </a:lnTo>
                  <a:lnTo>
                    <a:pt x="7770622" y="0"/>
                  </a:lnTo>
                  <a:lnTo>
                    <a:pt x="7769777" y="0"/>
                  </a:lnTo>
                  <a:lnTo>
                    <a:pt x="7768931" y="0"/>
                  </a:lnTo>
                  <a:lnTo>
                    <a:pt x="7768086" y="0"/>
                  </a:lnTo>
                  <a:lnTo>
                    <a:pt x="7767241" y="0"/>
                  </a:lnTo>
                  <a:lnTo>
                    <a:pt x="7766396" y="0"/>
                  </a:lnTo>
                  <a:lnTo>
                    <a:pt x="7765551" y="0"/>
                  </a:lnTo>
                  <a:lnTo>
                    <a:pt x="7764706" y="0"/>
                  </a:lnTo>
                  <a:lnTo>
                    <a:pt x="7763861" y="0"/>
                  </a:lnTo>
                  <a:lnTo>
                    <a:pt x="7763016" y="0"/>
                  </a:lnTo>
                  <a:lnTo>
                    <a:pt x="7762171" y="0"/>
                  </a:lnTo>
                  <a:lnTo>
                    <a:pt x="7761326" y="0"/>
                  </a:lnTo>
                  <a:lnTo>
                    <a:pt x="7760481" y="0"/>
                  </a:lnTo>
                  <a:lnTo>
                    <a:pt x="7759635" y="0"/>
                  </a:lnTo>
                  <a:lnTo>
                    <a:pt x="7758790" y="0"/>
                  </a:lnTo>
                  <a:lnTo>
                    <a:pt x="7757945" y="0"/>
                  </a:lnTo>
                  <a:lnTo>
                    <a:pt x="7757100" y="0"/>
                  </a:lnTo>
                  <a:lnTo>
                    <a:pt x="7756255" y="0"/>
                  </a:lnTo>
                  <a:lnTo>
                    <a:pt x="7755410" y="0"/>
                  </a:lnTo>
                  <a:lnTo>
                    <a:pt x="7754565" y="0"/>
                  </a:lnTo>
                  <a:lnTo>
                    <a:pt x="7753720" y="0"/>
                  </a:lnTo>
                  <a:lnTo>
                    <a:pt x="7752875" y="0"/>
                  </a:lnTo>
                  <a:lnTo>
                    <a:pt x="7752030" y="0"/>
                  </a:lnTo>
                  <a:lnTo>
                    <a:pt x="7751185" y="0"/>
                  </a:lnTo>
                  <a:lnTo>
                    <a:pt x="7750339" y="0"/>
                  </a:lnTo>
                  <a:lnTo>
                    <a:pt x="7749494" y="0"/>
                  </a:lnTo>
                  <a:lnTo>
                    <a:pt x="7748649" y="0"/>
                  </a:lnTo>
                  <a:lnTo>
                    <a:pt x="7747804" y="0"/>
                  </a:lnTo>
                  <a:lnTo>
                    <a:pt x="7746959" y="0"/>
                  </a:lnTo>
                  <a:lnTo>
                    <a:pt x="7746114" y="0"/>
                  </a:lnTo>
                  <a:lnTo>
                    <a:pt x="7745269" y="0"/>
                  </a:lnTo>
                  <a:lnTo>
                    <a:pt x="7744424" y="0"/>
                  </a:lnTo>
                  <a:lnTo>
                    <a:pt x="7743579" y="0"/>
                  </a:lnTo>
                  <a:lnTo>
                    <a:pt x="7742734" y="0"/>
                  </a:lnTo>
                  <a:lnTo>
                    <a:pt x="7741888" y="0"/>
                  </a:lnTo>
                  <a:lnTo>
                    <a:pt x="7741043" y="0"/>
                  </a:lnTo>
                  <a:lnTo>
                    <a:pt x="7740198" y="0"/>
                  </a:lnTo>
                  <a:lnTo>
                    <a:pt x="7739353" y="0"/>
                  </a:lnTo>
                  <a:lnTo>
                    <a:pt x="7738508" y="0"/>
                  </a:lnTo>
                  <a:lnTo>
                    <a:pt x="7737663" y="0"/>
                  </a:lnTo>
                  <a:lnTo>
                    <a:pt x="7736818" y="0"/>
                  </a:lnTo>
                  <a:lnTo>
                    <a:pt x="7735973" y="0"/>
                  </a:lnTo>
                  <a:lnTo>
                    <a:pt x="7735128" y="0"/>
                  </a:lnTo>
                  <a:lnTo>
                    <a:pt x="7734283" y="0"/>
                  </a:lnTo>
                  <a:lnTo>
                    <a:pt x="7733438" y="0"/>
                  </a:lnTo>
                  <a:lnTo>
                    <a:pt x="7732592" y="0"/>
                  </a:lnTo>
                  <a:lnTo>
                    <a:pt x="7731747" y="0"/>
                  </a:lnTo>
                  <a:lnTo>
                    <a:pt x="7730902" y="0"/>
                  </a:lnTo>
                  <a:lnTo>
                    <a:pt x="7730057" y="0"/>
                  </a:lnTo>
                  <a:lnTo>
                    <a:pt x="7729212" y="0"/>
                  </a:lnTo>
                  <a:lnTo>
                    <a:pt x="7728367" y="0"/>
                  </a:lnTo>
                  <a:lnTo>
                    <a:pt x="7727522" y="0"/>
                  </a:lnTo>
                  <a:lnTo>
                    <a:pt x="7726677" y="0"/>
                  </a:lnTo>
                  <a:lnTo>
                    <a:pt x="7725832" y="0"/>
                  </a:lnTo>
                  <a:lnTo>
                    <a:pt x="7724987" y="0"/>
                  </a:lnTo>
                  <a:lnTo>
                    <a:pt x="7724142" y="0"/>
                  </a:lnTo>
                  <a:lnTo>
                    <a:pt x="7723296" y="0"/>
                  </a:lnTo>
                  <a:lnTo>
                    <a:pt x="7722451" y="0"/>
                  </a:lnTo>
                  <a:lnTo>
                    <a:pt x="7721606" y="0"/>
                  </a:lnTo>
                  <a:lnTo>
                    <a:pt x="7720761" y="0"/>
                  </a:lnTo>
                  <a:lnTo>
                    <a:pt x="7719916" y="0"/>
                  </a:lnTo>
                  <a:lnTo>
                    <a:pt x="7719071" y="0"/>
                  </a:lnTo>
                  <a:lnTo>
                    <a:pt x="7718226" y="0"/>
                  </a:lnTo>
                  <a:lnTo>
                    <a:pt x="7717381" y="0"/>
                  </a:lnTo>
                  <a:lnTo>
                    <a:pt x="7716536" y="0"/>
                  </a:lnTo>
                  <a:lnTo>
                    <a:pt x="7715691" y="0"/>
                  </a:lnTo>
                  <a:lnTo>
                    <a:pt x="7714846" y="0"/>
                  </a:lnTo>
                  <a:lnTo>
                    <a:pt x="7714000" y="0"/>
                  </a:lnTo>
                  <a:lnTo>
                    <a:pt x="7713155" y="0"/>
                  </a:lnTo>
                  <a:lnTo>
                    <a:pt x="7712310" y="0"/>
                  </a:lnTo>
                  <a:lnTo>
                    <a:pt x="7711465" y="0"/>
                  </a:lnTo>
                  <a:lnTo>
                    <a:pt x="7710620" y="0"/>
                  </a:lnTo>
                  <a:lnTo>
                    <a:pt x="7709775" y="0"/>
                  </a:lnTo>
                  <a:lnTo>
                    <a:pt x="7708930" y="0"/>
                  </a:lnTo>
                  <a:lnTo>
                    <a:pt x="7708085" y="0"/>
                  </a:lnTo>
                  <a:lnTo>
                    <a:pt x="7707240" y="0"/>
                  </a:lnTo>
                  <a:lnTo>
                    <a:pt x="7706395" y="0"/>
                  </a:lnTo>
                  <a:lnTo>
                    <a:pt x="7705550" y="0"/>
                  </a:lnTo>
                  <a:lnTo>
                    <a:pt x="7704704" y="0"/>
                  </a:lnTo>
                  <a:lnTo>
                    <a:pt x="7703859" y="0"/>
                  </a:lnTo>
                  <a:lnTo>
                    <a:pt x="7703014" y="0"/>
                  </a:lnTo>
                  <a:lnTo>
                    <a:pt x="7702169" y="0"/>
                  </a:lnTo>
                  <a:lnTo>
                    <a:pt x="7701324" y="0"/>
                  </a:lnTo>
                  <a:lnTo>
                    <a:pt x="7700479" y="0"/>
                  </a:lnTo>
                  <a:lnTo>
                    <a:pt x="7699634" y="0"/>
                  </a:lnTo>
                  <a:lnTo>
                    <a:pt x="7698789" y="0"/>
                  </a:lnTo>
                  <a:lnTo>
                    <a:pt x="7697944" y="0"/>
                  </a:lnTo>
                  <a:lnTo>
                    <a:pt x="7697099" y="0"/>
                  </a:lnTo>
                  <a:lnTo>
                    <a:pt x="7696254" y="0"/>
                  </a:lnTo>
                  <a:lnTo>
                    <a:pt x="7695408" y="0"/>
                  </a:lnTo>
                  <a:lnTo>
                    <a:pt x="7694563" y="0"/>
                  </a:lnTo>
                  <a:lnTo>
                    <a:pt x="7693718" y="0"/>
                  </a:lnTo>
                  <a:lnTo>
                    <a:pt x="7692873" y="0"/>
                  </a:lnTo>
                  <a:lnTo>
                    <a:pt x="7692028" y="0"/>
                  </a:lnTo>
                  <a:lnTo>
                    <a:pt x="7691183" y="0"/>
                  </a:lnTo>
                  <a:lnTo>
                    <a:pt x="7690338" y="0"/>
                  </a:lnTo>
                  <a:lnTo>
                    <a:pt x="7689493" y="0"/>
                  </a:lnTo>
                  <a:lnTo>
                    <a:pt x="7688648" y="0"/>
                  </a:lnTo>
                  <a:lnTo>
                    <a:pt x="7687803" y="0"/>
                  </a:lnTo>
                  <a:lnTo>
                    <a:pt x="7686957" y="0"/>
                  </a:lnTo>
                  <a:lnTo>
                    <a:pt x="7686112" y="0"/>
                  </a:lnTo>
                  <a:lnTo>
                    <a:pt x="7685267" y="0"/>
                  </a:lnTo>
                  <a:lnTo>
                    <a:pt x="7684422" y="0"/>
                  </a:lnTo>
                  <a:lnTo>
                    <a:pt x="7683577" y="0"/>
                  </a:lnTo>
                  <a:lnTo>
                    <a:pt x="7682732" y="0"/>
                  </a:lnTo>
                  <a:lnTo>
                    <a:pt x="7681887" y="0"/>
                  </a:lnTo>
                  <a:lnTo>
                    <a:pt x="7681042" y="0"/>
                  </a:lnTo>
                  <a:lnTo>
                    <a:pt x="7680197" y="0"/>
                  </a:lnTo>
                  <a:lnTo>
                    <a:pt x="7679352" y="0"/>
                  </a:lnTo>
                  <a:lnTo>
                    <a:pt x="7678507" y="0"/>
                  </a:lnTo>
                  <a:lnTo>
                    <a:pt x="7677661" y="0"/>
                  </a:lnTo>
                  <a:lnTo>
                    <a:pt x="7676816" y="0"/>
                  </a:lnTo>
                  <a:lnTo>
                    <a:pt x="7675971" y="0"/>
                  </a:lnTo>
                  <a:lnTo>
                    <a:pt x="7675126" y="0"/>
                  </a:lnTo>
                  <a:lnTo>
                    <a:pt x="7674281" y="0"/>
                  </a:lnTo>
                  <a:lnTo>
                    <a:pt x="7673436" y="0"/>
                  </a:lnTo>
                  <a:lnTo>
                    <a:pt x="7672591" y="0"/>
                  </a:lnTo>
                  <a:lnTo>
                    <a:pt x="7671746" y="0"/>
                  </a:lnTo>
                  <a:lnTo>
                    <a:pt x="7670901" y="0"/>
                  </a:lnTo>
                  <a:lnTo>
                    <a:pt x="7670056" y="0"/>
                  </a:lnTo>
                  <a:lnTo>
                    <a:pt x="7669211" y="0"/>
                  </a:lnTo>
                  <a:lnTo>
                    <a:pt x="7668365" y="0"/>
                  </a:lnTo>
                  <a:lnTo>
                    <a:pt x="7667520" y="0"/>
                  </a:lnTo>
                  <a:lnTo>
                    <a:pt x="7666675" y="0"/>
                  </a:lnTo>
                  <a:lnTo>
                    <a:pt x="7665830" y="0"/>
                  </a:lnTo>
                  <a:lnTo>
                    <a:pt x="7664985" y="0"/>
                  </a:lnTo>
                  <a:lnTo>
                    <a:pt x="7664140" y="0"/>
                  </a:lnTo>
                  <a:lnTo>
                    <a:pt x="7663295" y="0"/>
                  </a:lnTo>
                  <a:lnTo>
                    <a:pt x="7662450" y="0"/>
                  </a:lnTo>
                  <a:lnTo>
                    <a:pt x="7661605" y="0"/>
                  </a:lnTo>
                  <a:lnTo>
                    <a:pt x="7660760" y="0"/>
                  </a:lnTo>
                  <a:lnTo>
                    <a:pt x="7659915" y="0"/>
                  </a:lnTo>
                  <a:lnTo>
                    <a:pt x="7659069" y="0"/>
                  </a:lnTo>
                  <a:lnTo>
                    <a:pt x="7658224" y="0"/>
                  </a:lnTo>
                  <a:lnTo>
                    <a:pt x="7657379" y="0"/>
                  </a:lnTo>
                  <a:lnTo>
                    <a:pt x="7656534" y="0"/>
                  </a:lnTo>
                  <a:lnTo>
                    <a:pt x="7655689" y="0"/>
                  </a:lnTo>
                  <a:lnTo>
                    <a:pt x="7654844" y="0"/>
                  </a:lnTo>
                  <a:lnTo>
                    <a:pt x="7653999" y="0"/>
                  </a:lnTo>
                  <a:lnTo>
                    <a:pt x="7653154" y="0"/>
                  </a:lnTo>
                  <a:lnTo>
                    <a:pt x="7652309" y="0"/>
                  </a:lnTo>
                  <a:lnTo>
                    <a:pt x="7651464" y="0"/>
                  </a:lnTo>
                  <a:lnTo>
                    <a:pt x="7650619" y="0"/>
                  </a:lnTo>
                  <a:lnTo>
                    <a:pt x="7649773" y="0"/>
                  </a:lnTo>
                  <a:lnTo>
                    <a:pt x="7648928" y="0"/>
                  </a:lnTo>
                  <a:lnTo>
                    <a:pt x="7648083" y="0"/>
                  </a:lnTo>
                  <a:lnTo>
                    <a:pt x="7647238" y="0"/>
                  </a:lnTo>
                  <a:lnTo>
                    <a:pt x="7646393" y="0"/>
                  </a:lnTo>
                  <a:lnTo>
                    <a:pt x="7645548" y="0"/>
                  </a:lnTo>
                  <a:lnTo>
                    <a:pt x="7644703" y="0"/>
                  </a:lnTo>
                  <a:lnTo>
                    <a:pt x="7643858" y="0"/>
                  </a:lnTo>
                  <a:lnTo>
                    <a:pt x="7643013" y="0"/>
                  </a:lnTo>
                  <a:lnTo>
                    <a:pt x="7642168" y="0"/>
                  </a:lnTo>
                  <a:lnTo>
                    <a:pt x="7641323" y="0"/>
                  </a:lnTo>
                  <a:lnTo>
                    <a:pt x="7640477" y="0"/>
                  </a:lnTo>
                  <a:lnTo>
                    <a:pt x="7639632" y="0"/>
                  </a:lnTo>
                  <a:lnTo>
                    <a:pt x="7638787" y="0"/>
                  </a:lnTo>
                  <a:lnTo>
                    <a:pt x="7637942" y="0"/>
                  </a:lnTo>
                  <a:lnTo>
                    <a:pt x="7637097" y="0"/>
                  </a:lnTo>
                  <a:lnTo>
                    <a:pt x="7636252" y="0"/>
                  </a:lnTo>
                  <a:lnTo>
                    <a:pt x="7635407" y="0"/>
                  </a:lnTo>
                  <a:lnTo>
                    <a:pt x="7634562" y="0"/>
                  </a:lnTo>
                  <a:lnTo>
                    <a:pt x="7633717" y="0"/>
                  </a:lnTo>
                  <a:lnTo>
                    <a:pt x="7632872" y="0"/>
                  </a:lnTo>
                  <a:lnTo>
                    <a:pt x="7632027" y="0"/>
                  </a:lnTo>
                  <a:lnTo>
                    <a:pt x="7631181" y="0"/>
                  </a:lnTo>
                  <a:lnTo>
                    <a:pt x="7630336" y="0"/>
                  </a:lnTo>
                  <a:lnTo>
                    <a:pt x="7629491" y="0"/>
                  </a:lnTo>
                  <a:lnTo>
                    <a:pt x="7628646" y="0"/>
                  </a:lnTo>
                  <a:lnTo>
                    <a:pt x="7627801" y="0"/>
                  </a:lnTo>
                  <a:lnTo>
                    <a:pt x="7626956" y="0"/>
                  </a:lnTo>
                  <a:lnTo>
                    <a:pt x="7626111" y="0"/>
                  </a:lnTo>
                  <a:lnTo>
                    <a:pt x="7625266" y="0"/>
                  </a:lnTo>
                  <a:lnTo>
                    <a:pt x="7624421" y="0"/>
                  </a:lnTo>
                  <a:lnTo>
                    <a:pt x="7623576" y="0"/>
                  </a:lnTo>
                  <a:lnTo>
                    <a:pt x="7622730" y="0"/>
                  </a:lnTo>
                  <a:lnTo>
                    <a:pt x="7621885" y="0"/>
                  </a:lnTo>
                  <a:lnTo>
                    <a:pt x="7621040" y="0"/>
                  </a:lnTo>
                  <a:lnTo>
                    <a:pt x="7620195" y="0"/>
                  </a:lnTo>
                  <a:lnTo>
                    <a:pt x="7619350" y="0"/>
                  </a:lnTo>
                  <a:lnTo>
                    <a:pt x="7618505" y="0"/>
                  </a:lnTo>
                  <a:lnTo>
                    <a:pt x="7617660" y="0"/>
                  </a:lnTo>
                  <a:lnTo>
                    <a:pt x="7616815" y="0"/>
                  </a:lnTo>
                  <a:lnTo>
                    <a:pt x="7615970" y="0"/>
                  </a:lnTo>
                  <a:lnTo>
                    <a:pt x="7615125" y="0"/>
                  </a:lnTo>
                  <a:lnTo>
                    <a:pt x="7614280" y="0"/>
                  </a:lnTo>
                  <a:lnTo>
                    <a:pt x="7613434" y="0"/>
                  </a:lnTo>
                  <a:lnTo>
                    <a:pt x="7612589" y="0"/>
                  </a:lnTo>
                  <a:lnTo>
                    <a:pt x="7611744" y="0"/>
                  </a:lnTo>
                  <a:lnTo>
                    <a:pt x="7610899" y="0"/>
                  </a:lnTo>
                  <a:lnTo>
                    <a:pt x="7610054" y="0"/>
                  </a:lnTo>
                  <a:lnTo>
                    <a:pt x="7609209" y="0"/>
                  </a:lnTo>
                  <a:lnTo>
                    <a:pt x="7608364" y="0"/>
                  </a:lnTo>
                  <a:lnTo>
                    <a:pt x="7607519" y="0"/>
                  </a:lnTo>
                  <a:lnTo>
                    <a:pt x="7606674" y="0"/>
                  </a:lnTo>
                  <a:lnTo>
                    <a:pt x="7605829" y="0"/>
                  </a:lnTo>
                  <a:lnTo>
                    <a:pt x="7604984" y="0"/>
                  </a:lnTo>
                  <a:lnTo>
                    <a:pt x="7604138" y="0"/>
                  </a:lnTo>
                  <a:lnTo>
                    <a:pt x="7603293" y="0"/>
                  </a:lnTo>
                  <a:lnTo>
                    <a:pt x="7602448" y="0"/>
                  </a:lnTo>
                  <a:lnTo>
                    <a:pt x="7601603" y="0"/>
                  </a:lnTo>
                  <a:lnTo>
                    <a:pt x="7600758" y="0"/>
                  </a:lnTo>
                  <a:lnTo>
                    <a:pt x="7599913" y="0"/>
                  </a:lnTo>
                  <a:lnTo>
                    <a:pt x="7599068" y="0"/>
                  </a:lnTo>
                  <a:lnTo>
                    <a:pt x="7598223" y="0"/>
                  </a:lnTo>
                  <a:lnTo>
                    <a:pt x="7597378" y="0"/>
                  </a:lnTo>
                  <a:lnTo>
                    <a:pt x="7596533" y="0"/>
                  </a:lnTo>
                  <a:lnTo>
                    <a:pt x="7595688" y="0"/>
                  </a:lnTo>
                  <a:lnTo>
                    <a:pt x="7594842" y="0"/>
                  </a:lnTo>
                  <a:lnTo>
                    <a:pt x="7593997" y="0"/>
                  </a:lnTo>
                  <a:lnTo>
                    <a:pt x="7593152" y="0"/>
                  </a:lnTo>
                  <a:lnTo>
                    <a:pt x="7592307" y="0"/>
                  </a:lnTo>
                  <a:lnTo>
                    <a:pt x="7591462" y="0"/>
                  </a:lnTo>
                  <a:lnTo>
                    <a:pt x="7590617" y="0"/>
                  </a:lnTo>
                  <a:lnTo>
                    <a:pt x="7589772" y="0"/>
                  </a:lnTo>
                  <a:lnTo>
                    <a:pt x="7588927" y="0"/>
                  </a:lnTo>
                  <a:lnTo>
                    <a:pt x="7588082" y="0"/>
                  </a:lnTo>
                  <a:lnTo>
                    <a:pt x="7587237" y="0"/>
                  </a:lnTo>
                  <a:lnTo>
                    <a:pt x="7586392" y="0"/>
                  </a:lnTo>
                  <a:lnTo>
                    <a:pt x="7585546" y="0"/>
                  </a:lnTo>
                  <a:lnTo>
                    <a:pt x="7584701" y="0"/>
                  </a:lnTo>
                  <a:lnTo>
                    <a:pt x="7583856" y="0"/>
                  </a:lnTo>
                  <a:lnTo>
                    <a:pt x="7583011" y="0"/>
                  </a:lnTo>
                  <a:lnTo>
                    <a:pt x="7582166" y="0"/>
                  </a:lnTo>
                  <a:lnTo>
                    <a:pt x="7581321" y="0"/>
                  </a:lnTo>
                  <a:lnTo>
                    <a:pt x="7580476" y="0"/>
                  </a:lnTo>
                  <a:lnTo>
                    <a:pt x="7579631" y="0"/>
                  </a:lnTo>
                  <a:lnTo>
                    <a:pt x="7578786" y="0"/>
                  </a:lnTo>
                  <a:lnTo>
                    <a:pt x="7577941" y="0"/>
                  </a:lnTo>
                  <a:lnTo>
                    <a:pt x="7577096" y="0"/>
                  </a:lnTo>
                  <a:lnTo>
                    <a:pt x="7576250" y="0"/>
                  </a:lnTo>
                  <a:lnTo>
                    <a:pt x="7575405" y="0"/>
                  </a:lnTo>
                  <a:lnTo>
                    <a:pt x="7574560" y="0"/>
                  </a:lnTo>
                  <a:lnTo>
                    <a:pt x="7573715" y="0"/>
                  </a:lnTo>
                  <a:lnTo>
                    <a:pt x="7572870" y="0"/>
                  </a:lnTo>
                  <a:lnTo>
                    <a:pt x="7572025" y="0"/>
                  </a:lnTo>
                  <a:lnTo>
                    <a:pt x="7571180" y="0"/>
                  </a:lnTo>
                  <a:lnTo>
                    <a:pt x="7570335" y="0"/>
                  </a:lnTo>
                  <a:lnTo>
                    <a:pt x="7569490" y="0"/>
                  </a:lnTo>
                  <a:lnTo>
                    <a:pt x="7568645" y="0"/>
                  </a:lnTo>
                  <a:lnTo>
                    <a:pt x="7567800" y="0"/>
                  </a:lnTo>
                  <a:lnTo>
                    <a:pt x="7566954" y="0"/>
                  </a:lnTo>
                  <a:lnTo>
                    <a:pt x="7566109" y="0"/>
                  </a:lnTo>
                  <a:lnTo>
                    <a:pt x="7565264" y="0"/>
                  </a:lnTo>
                  <a:lnTo>
                    <a:pt x="7564419" y="0"/>
                  </a:lnTo>
                  <a:lnTo>
                    <a:pt x="7563574" y="0"/>
                  </a:lnTo>
                  <a:lnTo>
                    <a:pt x="7562729" y="0"/>
                  </a:lnTo>
                  <a:lnTo>
                    <a:pt x="7561884" y="0"/>
                  </a:lnTo>
                  <a:lnTo>
                    <a:pt x="7561039" y="0"/>
                  </a:lnTo>
                  <a:lnTo>
                    <a:pt x="7560194" y="0"/>
                  </a:lnTo>
                  <a:lnTo>
                    <a:pt x="7559349" y="0"/>
                  </a:lnTo>
                  <a:lnTo>
                    <a:pt x="7558503" y="0"/>
                  </a:lnTo>
                  <a:lnTo>
                    <a:pt x="7557658" y="0"/>
                  </a:lnTo>
                  <a:lnTo>
                    <a:pt x="7556813" y="0"/>
                  </a:lnTo>
                  <a:lnTo>
                    <a:pt x="7555968" y="0"/>
                  </a:lnTo>
                  <a:lnTo>
                    <a:pt x="7555123" y="0"/>
                  </a:lnTo>
                  <a:lnTo>
                    <a:pt x="7554278" y="0"/>
                  </a:lnTo>
                  <a:lnTo>
                    <a:pt x="7553433" y="0"/>
                  </a:lnTo>
                  <a:lnTo>
                    <a:pt x="7552588" y="0"/>
                  </a:lnTo>
                  <a:lnTo>
                    <a:pt x="7551743" y="0"/>
                  </a:lnTo>
                  <a:lnTo>
                    <a:pt x="7550898" y="0"/>
                  </a:lnTo>
                  <a:lnTo>
                    <a:pt x="7550053" y="0"/>
                  </a:lnTo>
                  <a:lnTo>
                    <a:pt x="7549207" y="0"/>
                  </a:lnTo>
                  <a:lnTo>
                    <a:pt x="7548362" y="0"/>
                  </a:lnTo>
                  <a:lnTo>
                    <a:pt x="7547517" y="0"/>
                  </a:lnTo>
                  <a:lnTo>
                    <a:pt x="7546672" y="0"/>
                  </a:lnTo>
                  <a:lnTo>
                    <a:pt x="7545827" y="0"/>
                  </a:lnTo>
                  <a:lnTo>
                    <a:pt x="7544982" y="0"/>
                  </a:lnTo>
                  <a:lnTo>
                    <a:pt x="7544137" y="0"/>
                  </a:lnTo>
                  <a:lnTo>
                    <a:pt x="7543292" y="0"/>
                  </a:lnTo>
                  <a:lnTo>
                    <a:pt x="7542447" y="0"/>
                  </a:lnTo>
                  <a:lnTo>
                    <a:pt x="7541602" y="0"/>
                  </a:lnTo>
                  <a:lnTo>
                    <a:pt x="7540757" y="0"/>
                  </a:lnTo>
                  <a:lnTo>
                    <a:pt x="7539911" y="0"/>
                  </a:lnTo>
                  <a:lnTo>
                    <a:pt x="7539066" y="0"/>
                  </a:lnTo>
                  <a:lnTo>
                    <a:pt x="7538221" y="0"/>
                  </a:lnTo>
                  <a:lnTo>
                    <a:pt x="7537376" y="0"/>
                  </a:lnTo>
                  <a:lnTo>
                    <a:pt x="7536531" y="0"/>
                  </a:lnTo>
                  <a:lnTo>
                    <a:pt x="7535686" y="0"/>
                  </a:lnTo>
                  <a:lnTo>
                    <a:pt x="7534841" y="0"/>
                  </a:lnTo>
                  <a:lnTo>
                    <a:pt x="7533996" y="0"/>
                  </a:lnTo>
                  <a:lnTo>
                    <a:pt x="7533151" y="0"/>
                  </a:lnTo>
                  <a:lnTo>
                    <a:pt x="7532306" y="0"/>
                  </a:lnTo>
                  <a:lnTo>
                    <a:pt x="7531461" y="0"/>
                  </a:lnTo>
                  <a:lnTo>
                    <a:pt x="7530615" y="0"/>
                  </a:lnTo>
                  <a:lnTo>
                    <a:pt x="7529770" y="0"/>
                  </a:lnTo>
                  <a:lnTo>
                    <a:pt x="7528925" y="0"/>
                  </a:lnTo>
                  <a:lnTo>
                    <a:pt x="7528080" y="0"/>
                  </a:lnTo>
                  <a:lnTo>
                    <a:pt x="7527235" y="0"/>
                  </a:lnTo>
                  <a:lnTo>
                    <a:pt x="7526390" y="0"/>
                  </a:lnTo>
                  <a:lnTo>
                    <a:pt x="7525545" y="0"/>
                  </a:lnTo>
                  <a:lnTo>
                    <a:pt x="7524700" y="0"/>
                  </a:lnTo>
                  <a:lnTo>
                    <a:pt x="7523855" y="0"/>
                  </a:lnTo>
                  <a:lnTo>
                    <a:pt x="7523010" y="0"/>
                  </a:lnTo>
                  <a:lnTo>
                    <a:pt x="7522165" y="0"/>
                  </a:lnTo>
                  <a:lnTo>
                    <a:pt x="7521319" y="0"/>
                  </a:lnTo>
                  <a:lnTo>
                    <a:pt x="7520474" y="0"/>
                  </a:lnTo>
                  <a:lnTo>
                    <a:pt x="7519629" y="0"/>
                  </a:lnTo>
                  <a:lnTo>
                    <a:pt x="7518784" y="0"/>
                  </a:lnTo>
                  <a:lnTo>
                    <a:pt x="7517939" y="0"/>
                  </a:lnTo>
                  <a:lnTo>
                    <a:pt x="7517094" y="0"/>
                  </a:lnTo>
                  <a:lnTo>
                    <a:pt x="7516249" y="0"/>
                  </a:lnTo>
                  <a:lnTo>
                    <a:pt x="7515404" y="0"/>
                  </a:lnTo>
                  <a:lnTo>
                    <a:pt x="7514559" y="0"/>
                  </a:lnTo>
                  <a:lnTo>
                    <a:pt x="7513714" y="0"/>
                  </a:lnTo>
                  <a:lnTo>
                    <a:pt x="7512869" y="0"/>
                  </a:lnTo>
                  <a:lnTo>
                    <a:pt x="7512023" y="0"/>
                  </a:lnTo>
                  <a:lnTo>
                    <a:pt x="7511178" y="0"/>
                  </a:lnTo>
                  <a:lnTo>
                    <a:pt x="7510333" y="0"/>
                  </a:lnTo>
                  <a:lnTo>
                    <a:pt x="7509488" y="0"/>
                  </a:lnTo>
                  <a:lnTo>
                    <a:pt x="7508643" y="0"/>
                  </a:lnTo>
                  <a:lnTo>
                    <a:pt x="7507798" y="0"/>
                  </a:lnTo>
                  <a:lnTo>
                    <a:pt x="7506953" y="0"/>
                  </a:lnTo>
                  <a:lnTo>
                    <a:pt x="7506108" y="0"/>
                  </a:lnTo>
                  <a:lnTo>
                    <a:pt x="7505263" y="0"/>
                  </a:lnTo>
                  <a:lnTo>
                    <a:pt x="7504418" y="0"/>
                  </a:lnTo>
                  <a:lnTo>
                    <a:pt x="7503573" y="0"/>
                  </a:lnTo>
                  <a:lnTo>
                    <a:pt x="7502727" y="0"/>
                  </a:lnTo>
                  <a:lnTo>
                    <a:pt x="7501882" y="0"/>
                  </a:lnTo>
                  <a:lnTo>
                    <a:pt x="7501037" y="0"/>
                  </a:lnTo>
                  <a:lnTo>
                    <a:pt x="7500192" y="0"/>
                  </a:lnTo>
                  <a:lnTo>
                    <a:pt x="7499347" y="0"/>
                  </a:lnTo>
                  <a:lnTo>
                    <a:pt x="7498502" y="0"/>
                  </a:lnTo>
                  <a:lnTo>
                    <a:pt x="7497657" y="0"/>
                  </a:lnTo>
                  <a:lnTo>
                    <a:pt x="7496812" y="0"/>
                  </a:lnTo>
                  <a:lnTo>
                    <a:pt x="7495967" y="0"/>
                  </a:lnTo>
                  <a:lnTo>
                    <a:pt x="7495122" y="0"/>
                  </a:lnTo>
                  <a:lnTo>
                    <a:pt x="7494276" y="0"/>
                  </a:lnTo>
                  <a:lnTo>
                    <a:pt x="7493431" y="0"/>
                  </a:lnTo>
                  <a:lnTo>
                    <a:pt x="7492586" y="0"/>
                  </a:lnTo>
                  <a:lnTo>
                    <a:pt x="7491741" y="0"/>
                  </a:lnTo>
                  <a:lnTo>
                    <a:pt x="7490896" y="0"/>
                  </a:lnTo>
                  <a:lnTo>
                    <a:pt x="7490051" y="0"/>
                  </a:lnTo>
                  <a:lnTo>
                    <a:pt x="7489206" y="0"/>
                  </a:lnTo>
                  <a:lnTo>
                    <a:pt x="7488361" y="0"/>
                  </a:lnTo>
                  <a:lnTo>
                    <a:pt x="7487516" y="0"/>
                  </a:lnTo>
                  <a:lnTo>
                    <a:pt x="7486671" y="0"/>
                  </a:lnTo>
                  <a:lnTo>
                    <a:pt x="7485826" y="0"/>
                  </a:lnTo>
                  <a:lnTo>
                    <a:pt x="7484980" y="0"/>
                  </a:lnTo>
                  <a:lnTo>
                    <a:pt x="7484135" y="0"/>
                  </a:lnTo>
                  <a:lnTo>
                    <a:pt x="7483290" y="0"/>
                  </a:lnTo>
                  <a:lnTo>
                    <a:pt x="7482445" y="0"/>
                  </a:lnTo>
                  <a:lnTo>
                    <a:pt x="7481600" y="0"/>
                  </a:lnTo>
                  <a:lnTo>
                    <a:pt x="7480755" y="0"/>
                  </a:lnTo>
                  <a:lnTo>
                    <a:pt x="7479910" y="0"/>
                  </a:lnTo>
                  <a:lnTo>
                    <a:pt x="7479065" y="0"/>
                  </a:lnTo>
                  <a:lnTo>
                    <a:pt x="7478220" y="0"/>
                  </a:lnTo>
                  <a:lnTo>
                    <a:pt x="7477375" y="0"/>
                  </a:lnTo>
                  <a:lnTo>
                    <a:pt x="7476530" y="0"/>
                  </a:lnTo>
                  <a:lnTo>
                    <a:pt x="7475684" y="0"/>
                  </a:lnTo>
                  <a:lnTo>
                    <a:pt x="7474839" y="0"/>
                  </a:lnTo>
                  <a:lnTo>
                    <a:pt x="7473994" y="0"/>
                  </a:lnTo>
                  <a:lnTo>
                    <a:pt x="7473149" y="0"/>
                  </a:lnTo>
                  <a:lnTo>
                    <a:pt x="7472304" y="0"/>
                  </a:lnTo>
                  <a:lnTo>
                    <a:pt x="7471459" y="0"/>
                  </a:lnTo>
                  <a:lnTo>
                    <a:pt x="7470614" y="0"/>
                  </a:lnTo>
                  <a:lnTo>
                    <a:pt x="7469769" y="0"/>
                  </a:lnTo>
                  <a:lnTo>
                    <a:pt x="7468924" y="0"/>
                  </a:lnTo>
                  <a:lnTo>
                    <a:pt x="7468079" y="0"/>
                  </a:lnTo>
                  <a:lnTo>
                    <a:pt x="7467234" y="0"/>
                  </a:lnTo>
                  <a:lnTo>
                    <a:pt x="7466388" y="0"/>
                  </a:lnTo>
                  <a:lnTo>
                    <a:pt x="7465543" y="0"/>
                  </a:lnTo>
                  <a:lnTo>
                    <a:pt x="7464698" y="0"/>
                  </a:lnTo>
                  <a:lnTo>
                    <a:pt x="7463853" y="0"/>
                  </a:lnTo>
                  <a:lnTo>
                    <a:pt x="7463008" y="0"/>
                  </a:lnTo>
                  <a:lnTo>
                    <a:pt x="7462163" y="0"/>
                  </a:lnTo>
                  <a:lnTo>
                    <a:pt x="7461318" y="0"/>
                  </a:lnTo>
                  <a:lnTo>
                    <a:pt x="7460473" y="0"/>
                  </a:lnTo>
                  <a:lnTo>
                    <a:pt x="7459628" y="0"/>
                  </a:lnTo>
                  <a:lnTo>
                    <a:pt x="7458783" y="0"/>
                  </a:lnTo>
                  <a:lnTo>
                    <a:pt x="7457938" y="0"/>
                  </a:lnTo>
                  <a:lnTo>
                    <a:pt x="7457092" y="0"/>
                  </a:lnTo>
                  <a:lnTo>
                    <a:pt x="7456247" y="0"/>
                  </a:lnTo>
                  <a:lnTo>
                    <a:pt x="7455402" y="0"/>
                  </a:lnTo>
                  <a:lnTo>
                    <a:pt x="7454557" y="0"/>
                  </a:lnTo>
                  <a:lnTo>
                    <a:pt x="7453712" y="0"/>
                  </a:lnTo>
                  <a:lnTo>
                    <a:pt x="7452867" y="0"/>
                  </a:lnTo>
                  <a:lnTo>
                    <a:pt x="7452022" y="0"/>
                  </a:lnTo>
                  <a:lnTo>
                    <a:pt x="7451177" y="0"/>
                  </a:lnTo>
                  <a:lnTo>
                    <a:pt x="7450332" y="0"/>
                  </a:lnTo>
                  <a:lnTo>
                    <a:pt x="7449487" y="0"/>
                  </a:lnTo>
                  <a:lnTo>
                    <a:pt x="7448642" y="0"/>
                  </a:lnTo>
                  <a:lnTo>
                    <a:pt x="7447796" y="0"/>
                  </a:lnTo>
                  <a:lnTo>
                    <a:pt x="7446951" y="0"/>
                  </a:lnTo>
                  <a:lnTo>
                    <a:pt x="7446106" y="0"/>
                  </a:lnTo>
                  <a:lnTo>
                    <a:pt x="7445261" y="0"/>
                  </a:lnTo>
                  <a:lnTo>
                    <a:pt x="7444416" y="0"/>
                  </a:lnTo>
                  <a:lnTo>
                    <a:pt x="7443571" y="0"/>
                  </a:lnTo>
                  <a:lnTo>
                    <a:pt x="7442726" y="0"/>
                  </a:lnTo>
                  <a:lnTo>
                    <a:pt x="7441881" y="0"/>
                  </a:lnTo>
                  <a:lnTo>
                    <a:pt x="7441036" y="0"/>
                  </a:lnTo>
                  <a:lnTo>
                    <a:pt x="7440191" y="0"/>
                  </a:lnTo>
                  <a:lnTo>
                    <a:pt x="7439346" y="0"/>
                  </a:lnTo>
                  <a:lnTo>
                    <a:pt x="7438500" y="0"/>
                  </a:lnTo>
                  <a:lnTo>
                    <a:pt x="7437655" y="0"/>
                  </a:lnTo>
                  <a:lnTo>
                    <a:pt x="7436810" y="0"/>
                  </a:lnTo>
                  <a:lnTo>
                    <a:pt x="7435965" y="0"/>
                  </a:lnTo>
                  <a:lnTo>
                    <a:pt x="7435120" y="0"/>
                  </a:lnTo>
                  <a:lnTo>
                    <a:pt x="7434275" y="0"/>
                  </a:lnTo>
                  <a:lnTo>
                    <a:pt x="7433430" y="0"/>
                  </a:lnTo>
                  <a:lnTo>
                    <a:pt x="7432585" y="0"/>
                  </a:lnTo>
                  <a:lnTo>
                    <a:pt x="7431740" y="0"/>
                  </a:lnTo>
                  <a:lnTo>
                    <a:pt x="7430895" y="0"/>
                  </a:lnTo>
                  <a:lnTo>
                    <a:pt x="7430049" y="0"/>
                  </a:lnTo>
                  <a:lnTo>
                    <a:pt x="7429204" y="0"/>
                  </a:lnTo>
                  <a:lnTo>
                    <a:pt x="7428359" y="0"/>
                  </a:lnTo>
                  <a:lnTo>
                    <a:pt x="7427514" y="0"/>
                  </a:lnTo>
                  <a:lnTo>
                    <a:pt x="7426669" y="0"/>
                  </a:lnTo>
                  <a:lnTo>
                    <a:pt x="7425824" y="0"/>
                  </a:lnTo>
                  <a:lnTo>
                    <a:pt x="7424979" y="0"/>
                  </a:lnTo>
                  <a:lnTo>
                    <a:pt x="7424134" y="0"/>
                  </a:lnTo>
                  <a:lnTo>
                    <a:pt x="7423289" y="0"/>
                  </a:lnTo>
                  <a:lnTo>
                    <a:pt x="7422444" y="0"/>
                  </a:lnTo>
                  <a:lnTo>
                    <a:pt x="7421599" y="0"/>
                  </a:lnTo>
                  <a:lnTo>
                    <a:pt x="7420753" y="0"/>
                  </a:lnTo>
                  <a:lnTo>
                    <a:pt x="7419908" y="0"/>
                  </a:lnTo>
                  <a:lnTo>
                    <a:pt x="7419063" y="0"/>
                  </a:lnTo>
                  <a:lnTo>
                    <a:pt x="7418218" y="0"/>
                  </a:lnTo>
                  <a:lnTo>
                    <a:pt x="7417373" y="0"/>
                  </a:lnTo>
                  <a:lnTo>
                    <a:pt x="7416528" y="0"/>
                  </a:lnTo>
                  <a:lnTo>
                    <a:pt x="7415683" y="0"/>
                  </a:lnTo>
                  <a:lnTo>
                    <a:pt x="7414838" y="0"/>
                  </a:lnTo>
                  <a:lnTo>
                    <a:pt x="7413993" y="0"/>
                  </a:lnTo>
                  <a:lnTo>
                    <a:pt x="7413148" y="0"/>
                  </a:lnTo>
                  <a:lnTo>
                    <a:pt x="7412303" y="0"/>
                  </a:lnTo>
                  <a:lnTo>
                    <a:pt x="7411457" y="0"/>
                  </a:lnTo>
                  <a:lnTo>
                    <a:pt x="7410612" y="0"/>
                  </a:lnTo>
                  <a:lnTo>
                    <a:pt x="7409767" y="0"/>
                  </a:lnTo>
                  <a:lnTo>
                    <a:pt x="7408922" y="0"/>
                  </a:lnTo>
                  <a:lnTo>
                    <a:pt x="7408077" y="0"/>
                  </a:lnTo>
                  <a:lnTo>
                    <a:pt x="7407232" y="0"/>
                  </a:lnTo>
                  <a:lnTo>
                    <a:pt x="7406387" y="0"/>
                  </a:lnTo>
                  <a:lnTo>
                    <a:pt x="7405542" y="0"/>
                  </a:lnTo>
                  <a:lnTo>
                    <a:pt x="7404697" y="0"/>
                  </a:lnTo>
                  <a:lnTo>
                    <a:pt x="7403852" y="0"/>
                  </a:lnTo>
                  <a:lnTo>
                    <a:pt x="7403007" y="0"/>
                  </a:lnTo>
                  <a:lnTo>
                    <a:pt x="7402161" y="0"/>
                  </a:lnTo>
                  <a:lnTo>
                    <a:pt x="7401316" y="0"/>
                  </a:lnTo>
                  <a:lnTo>
                    <a:pt x="7400471" y="0"/>
                  </a:lnTo>
                  <a:lnTo>
                    <a:pt x="7399626" y="0"/>
                  </a:lnTo>
                  <a:lnTo>
                    <a:pt x="7398781" y="0"/>
                  </a:lnTo>
                  <a:lnTo>
                    <a:pt x="7397936" y="0"/>
                  </a:lnTo>
                  <a:lnTo>
                    <a:pt x="7397091" y="0"/>
                  </a:lnTo>
                  <a:lnTo>
                    <a:pt x="7396246" y="0"/>
                  </a:lnTo>
                  <a:lnTo>
                    <a:pt x="7395401" y="0"/>
                  </a:lnTo>
                  <a:lnTo>
                    <a:pt x="7394556" y="0"/>
                  </a:lnTo>
                  <a:lnTo>
                    <a:pt x="7393711" y="0"/>
                  </a:lnTo>
                  <a:lnTo>
                    <a:pt x="7392865" y="0"/>
                  </a:lnTo>
                  <a:lnTo>
                    <a:pt x="7392020" y="0"/>
                  </a:lnTo>
                  <a:lnTo>
                    <a:pt x="7391175" y="0"/>
                  </a:lnTo>
                  <a:lnTo>
                    <a:pt x="7390330" y="0"/>
                  </a:lnTo>
                  <a:lnTo>
                    <a:pt x="7389485" y="0"/>
                  </a:lnTo>
                  <a:lnTo>
                    <a:pt x="7388640" y="0"/>
                  </a:lnTo>
                  <a:lnTo>
                    <a:pt x="7387795" y="0"/>
                  </a:lnTo>
                  <a:lnTo>
                    <a:pt x="7386950" y="0"/>
                  </a:lnTo>
                  <a:lnTo>
                    <a:pt x="7386105" y="0"/>
                  </a:lnTo>
                  <a:lnTo>
                    <a:pt x="7385260" y="0"/>
                  </a:lnTo>
                  <a:lnTo>
                    <a:pt x="7384415" y="0"/>
                  </a:lnTo>
                  <a:lnTo>
                    <a:pt x="7383569" y="0"/>
                  </a:lnTo>
                  <a:lnTo>
                    <a:pt x="7382724" y="0"/>
                  </a:lnTo>
                  <a:lnTo>
                    <a:pt x="7381879" y="0"/>
                  </a:lnTo>
                  <a:lnTo>
                    <a:pt x="7381034" y="0"/>
                  </a:lnTo>
                  <a:lnTo>
                    <a:pt x="7380189" y="0"/>
                  </a:lnTo>
                  <a:lnTo>
                    <a:pt x="7379344" y="0"/>
                  </a:lnTo>
                  <a:lnTo>
                    <a:pt x="7378499" y="0"/>
                  </a:lnTo>
                  <a:lnTo>
                    <a:pt x="7377654" y="0"/>
                  </a:lnTo>
                  <a:lnTo>
                    <a:pt x="7376809" y="0"/>
                  </a:lnTo>
                  <a:lnTo>
                    <a:pt x="7375964" y="0"/>
                  </a:lnTo>
                  <a:lnTo>
                    <a:pt x="7375119" y="0"/>
                  </a:lnTo>
                  <a:lnTo>
                    <a:pt x="7374273" y="0"/>
                  </a:lnTo>
                  <a:lnTo>
                    <a:pt x="7373428" y="0"/>
                  </a:lnTo>
                  <a:lnTo>
                    <a:pt x="7372583" y="0"/>
                  </a:lnTo>
                  <a:lnTo>
                    <a:pt x="7371738" y="0"/>
                  </a:lnTo>
                  <a:lnTo>
                    <a:pt x="7370893" y="0"/>
                  </a:lnTo>
                  <a:lnTo>
                    <a:pt x="7370048" y="0"/>
                  </a:lnTo>
                  <a:lnTo>
                    <a:pt x="7369203" y="0"/>
                  </a:lnTo>
                  <a:lnTo>
                    <a:pt x="7368358" y="0"/>
                  </a:lnTo>
                  <a:lnTo>
                    <a:pt x="7367513" y="0"/>
                  </a:lnTo>
                  <a:lnTo>
                    <a:pt x="7366668" y="0"/>
                  </a:lnTo>
                  <a:lnTo>
                    <a:pt x="7365822" y="0"/>
                  </a:lnTo>
                  <a:lnTo>
                    <a:pt x="7364977" y="0"/>
                  </a:lnTo>
                  <a:lnTo>
                    <a:pt x="7364132" y="0"/>
                  </a:lnTo>
                  <a:lnTo>
                    <a:pt x="7363287" y="0"/>
                  </a:lnTo>
                  <a:lnTo>
                    <a:pt x="7362442" y="0"/>
                  </a:lnTo>
                  <a:lnTo>
                    <a:pt x="7361597" y="0"/>
                  </a:lnTo>
                  <a:lnTo>
                    <a:pt x="7360752" y="0"/>
                  </a:lnTo>
                  <a:lnTo>
                    <a:pt x="7359907" y="0"/>
                  </a:lnTo>
                  <a:lnTo>
                    <a:pt x="7359062" y="0"/>
                  </a:lnTo>
                  <a:lnTo>
                    <a:pt x="7358217" y="0"/>
                  </a:lnTo>
                  <a:lnTo>
                    <a:pt x="7357372" y="0"/>
                  </a:lnTo>
                  <a:lnTo>
                    <a:pt x="7356526" y="0"/>
                  </a:lnTo>
                  <a:lnTo>
                    <a:pt x="7355681" y="0"/>
                  </a:lnTo>
                  <a:lnTo>
                    <a:pt x="7354836" y="0"/>
                  </a:lnTo>
                  <a:lnTo>
                    <a:pt x="7353991" y="0"/>
                  </a:lnTo>
                  <a:lnTo>
                    <a:pt x="7353146" y="0"/>
                  </a:lnTo>
                  <a:lnTo>
                    <a:pt x="7352301" y="0"/>
                  </a:lnTo>
                  <a:lnTo>
                    <a:pt x="7351456" y="0"/>
                  </a:lnTo>
                  <a:lnTo>
                    <a:pt x="7350611" y="0"/>
                  </a:lnTo>
                  <a:lnTo>
                    <a:pt x="7349766" y="0"/>
                  </a:lnTo>
                  <a:lnTo>
                    <a:pt x="7348921" y="0"/>
                  </a:lnTo>
                  <a:lnTo>
                    <a:pt x="7348076" y="0"/>
                  </a:lnTo>
                  <a:lnTo>
                    <a:pt x="7347230" y="0"/>
                  </a:lnTo>
                  <a:lnTo>
                    <a:pt x="7346385" y="0"/>
                  </a:lnTo>
                  <a:lnTo>
                    <a:pt x="7345540" y="0"/>
                  </a:lnTo>
                  <a:lnTo>
                    <a:pt x="7344695" y="0"/>
                  </a:lnTo>
                  <a:lnTo>
                    <a:pt x="7343850" y="0"/>
                  </a:lnTo>
                  <a:lnTo>
                    <a:pt x="7343005" y="0"/>
                  </a:lnTo>
                  <a:lnTo>
                    <a:pt x="7342160" y="0"/>
                  </a:lnTo>
                  <a:lnTo>
                    <a:pt x="7341315" y="0"/>
                  </a:lnTo>
                  <a:lnTo>
                    <a:pt x="7340470" y="0"/>
                  </a:lnTo>
                  <a:lnTo>
                    <a:pt x="7339625" y="0"/>
                  </a:lnTo>
                  <a:lnTo>
                    <a:pt x="7338780" y="0"/>
                  </a:lnTo>
                  <a:lnTo>
                    <a:pt x="7337934" y="0"/>
                  </a:lnTo>
                  <a:lnTo>
                    <a:pt x="7337089" y="0"/>
                  </a:lnTo>
                  <a:lnTo>
                    <a:pt x="7336244" y="0"/>
                  </a:lnTo>
                  <a:lnTo>
                    <a:pt x="7335399" y="0"/>
                  </a:lnTo>
                  <a:lnTo>
                    <a:pt x="7334554" y="0"/>
                  </a:lnTo>
                  <a:lnTo>
                    <a:pt x="7333709" y="0"/>
                  </a:lnTo>
                  <a:lnTo>
                    <a:pt x="7332864" y="0"/>
                  </a:lnTo>
                  <a:lnTo>
                    <a:pt x="7332019" y="0"/>
                  </a:lnTo>
                  <a:lnTo>
                    <a:pt x="7331174" y="0"/>
                  </a:lnTo>
                  <a:lnTo>
                    <a:pt x="7330329" y="0"/>
                  </a:lnTo>
                  <a:lnTo>
                    <a:pt x="7329484" y="0"/>
                  </a:lnTo>
                  <a:lnTo>
                    <a:pt x="7328638" y="0"/>
                  </a:lnTo>
                  <a:lnTo>
                    <a:pt x="7327793" y="0"/>
                  </a:lnTo>
                  <a:lnTo>
                    <a:pt x="7326948" y="0"/>
                  </a:lnTo>
                  <a:lnTo>
                    <a:pt x="7326103" y="0"/>
                  </a:lnTo>
                  <a:lnTo>
                    <a:pt x="7325258" y="0"/>
                  </a:lnTo>
                  <a:lnTo>
                    <a:pt x="7324413" y="0"/>
                  </a:lnTo>
                  <a:lnTo>
                    <a:pt x="7323568" y="0"/>
                  </a:lnTo>
                  <a:lnTo>
                    <a:pt x="7322723" y="0"/>
                  </a:lnTo>
                  <a:lnTo>
                    <a:pt x="7321878" y="0"/>
                  </a:lnTo>
                  <a:lnTo>
                    <a:pt x="7321033" y="0"/>
                  </a:lnTo>
                  <a:lnTo>
                    <a:pt x="7320188" y="0"/>
                  </a:lnTo>
                  <a:lnTo>
                    <a:pt x="7319342" y="0"/>
                  </a:lnTo>
                  <a:lnTo>
                    <a:pt x="7318497" y="0"/>
                  </a:lnTo>
                  <a:lnTo>
                    <a:pt x="7317652" y="0"/>
                  </a:lnTo>
                  <a:lnTo>
                    <a:pt x="7316807" y="0"/>
                  </a:lnTo>
                  <a:lnTo>
                    <a:pt x="7315962" y="0"/>
                  </a:lnTo>
                  <a:lnTo>
                    <a:pt x="7315117" y="0"/>
                  </a:lnTo>
                  <a:lnTo>
                    <a:pt x="7314272" y="0"/>
                  </a:lnTo>
                  <a:lnTo>
                    <a:pt x="7313427" y="0"/>
                  </a:lnTo>
                  <a:lnTo>
                    <a:pt x="7312582" y="0"/>
                  </a:lnTo>
                  <a:lnTo>
                    <a:pt x="7311737" y="0"/>
                  </a:lnTo>
                  <a:lnTo>
                    <a:pt x="7310892" y="0"/>
                  </a:lnTo>
                  <a:lnTo>
                    <a:pt x="7310046" y="0"/>
                  </a:lnTo>
                  <a:lnTo>
                    <a:pt x="7309201" y="0"/>
                  </a:lnTo>
                  <a:lnTo>
                    <a:pt x="7308356" y="0"/>
                  </a:lnTo>
                  <a:lnTo>
                    <a:pt x="7307511" y="0"/>
                  </a:lnTo>
                  <a:lnTo>
                    <a:pt x="7306666" y="0"/>
                  </a:lnTo>
                  <a:lnTo>
                    <a:pt x="7305821" y="0"/>
                  </a:lnTo>
                  <a:lnTo>
                    <a:pt x="7304976" y="0"/>
                  </a:lnTo>
                  <a:lnTo>
                    <a:pt x="7304131" y="0"/>
                  </a:lnTo>
                  <a:lnTo>
                    <a:pt x="7303286" y="0"/>
                  </a:lnTo>
                  <a:lnTo>
                    <a:pt x="7302441" y="0"/>
                  </a:lnTo>
                  <a:lnTo>
                    <a:pt x="7301595" y="0"/>
                  </a:lnTo>
                  <a:lnTo>
                    <a:pt x="7300750" y="0"/>
                  </a:lnTo>
                  <a:lnTo>
                    <a:pt x="7299905" y="0"/>
                  </a:lnTo>
                  <a:lnTo>
                    <a:pt x="7299060" y="0"/>
                  </a:lnTo>
                  <a:lnTo>
                    <a:pt x="7298215" y="0"/>
                  </a:lnTo>
                  <a:lnTo>
                    <a:pt x="7297370" y="0"/>
                  </a:lnTo>
                  <a:lnTo>
                    <a:pt x="7296525" y="0"/>
                  </a:lnTo>
                  <a:lnTo>
                    <a:pt x="7295680" y="0"/>
                  </a:lnTo>
                  <a:lnTo>
                    <a:pt x="7294835" y="0"/>
                  </a:lnTo>
                  <a:lnTo>
                    <a:pt x="7293990" y="0"/>
                  </a:lnTo>
                  <a:lnTo>
                    <a:pt x="7293145" y="0"/>
                  </a:lnTo>
                  <a:lnTo>
                    <a:pt x="7292299" y="0"/>
                  </a:lnTo>
                  <a:lnTo>
                    <a:pt x="7291454" y="0"/>
                  </a:lnTo>
                  <a:lnTo>
                    <a:pt x="7290609" y="0"/>
                  </a:lnTo>
                  <a:lnTo>
                    <a:pt x="7289764" y="0"/>
                  </a:lnTo>
                  <a:lnTo>
                    <a:pt x="7288919" y="0"/>
                  </a:lnTo>
                  <a:lnTo>
                    <a:pt x="7288074" y="0"/>
                  </a:lnTo>
                  <a:lnTo>
                    <a:pt x="7287229" y="0"/>
                  </a:lnTo>
                  <a:lnTo>
                    <a:pt x="7286384" y="0"/>
                  </a:lnTo>
                  <a:lnTo>
                    <a:pt x="7285539" y="0"/>
                  </a:lnTo>
                  <a:lnTo>
                    <a:pt x="7284694" y="0"/>
                  </a:lnTo>
                  <a:lnTo>
                    <a:pt x="7283849" y="0"/>
                  </a:lnTo>
                  <a:lnTo>
                    <a:pt x="7283003" y="0"/>
                  </a:lnTo>
                  <a:lnTo>
                    <a:pt x="7282158" y="0"/>
                  </a:lnTo>
                  <a:lnTo>
                    <a:pt x="7281313" y="0"/>
                  </a:lnTo>
                  <a:lnTo>
                    <a:pt x="7280468" y="0"/>
                  </a:lnTo>
                  <a:lnTo>
                    <a:pt x="7279623" y="0"/>
                  </a:lnTo>
                  <a:lnTo>
                    <a:pt x="7278778" y="0"/>
                  </a:lnTo>
                  <a:lnTo>
                    <a:pt x="7277933" y="0"/>
                  </a:lnTo>
                  <a:lnTo>
                    <a:pt x="7277088" y="0"/>
                  </a:lnTo>
                  <a:lnTo>
                    <a:pt x="7276243" y="0"/>
                  </a:lnTo>
                  <a:lnTo>
                    <a:pt x="7275398" y="0"/>
                  </a:lnTo>
                  <a:lnTo>
                    <a:pt x="7274553" y="0"/>
                  </a:lnTo>
                  <a:lnTo>
                    <a:pt x="7273707" y="0"/>
                  </a:lnTo>
                  <a:lnTo>
                    <a:pt x="7272862" y="0"/>
                  </a:lnTo>
                  <a:lnTo>
                    <a:pt x="7272017" y="0"/>
                  </a:lnTo>
                  <a:lnTo>
                    <a:pt x="7271172" y="0"/>
                  </a:lnTo>
                  <a:lnTo>
                    <a:pt x="7270327" y="0"/>
                  </a:lnTo>
                  <a:lnTo>
                    <a:pt x="7269482" y="0"/>
                  </a:lnTo>
                  <a:lnTo>
                    <a:pt x="7268637" y="0"/>
                  </a:lnTo>
                  <a:lnTo>
                    <a:pt x="7267792" y="0"/>
                  </a:lnTo>
                  <a:lnTo>
                    <a:pt x="7266947" y="0"/>
                  </a:lnTo>
                  <a:lnTo>
                    <a:pt x="7266102" y="0"/>
                  </a:lnTo>
                  <a:lnTo>
                    <a:pt x="7265257" y="0"/>
                  </a:lnTo>
                  <a:lnTo>
                    <a:pt x="7264411" y="0"/>
                  </a:lnTo>
                  <a:lnTo>
                    <a:pt x="7263566" y="0"/>
                  </a:lnTo>
                  <a:lnTo>
                    <a:pt x="7262721" y="0"/>
                  </a:lnTo>
                  <a:lnTo>
                    <a:pt x="7261876" y="0"/>
                  </a:lnTo>
                  <a:lnTo>
                    <a:pt x="7261031" y="0"/>
                  </a:lnTo>
                  <a:lnTo>
                    <a:pt x="7260186" y="0"/>
                  </a:lnTo>
                  <a:lnTo>
                    <a:pt x="7259341" y="0"/>
                  </a:lnTo>
                  <a:lnTo>
                    <a:pt x="7258496" y="0"/>
                  </a:lnTo>
                  <a:lnTo>
                    <a:pt x="7257651" y="0"/>
                  </a:lnTo>
                  <a:lnTo>
                    <a:pt x="7256806" y="0"/>
                  </a:lnTo>
                  <a:lnTo>
                    <a:pt x="7255961" y="0"/>
                  </a:lnTo>
                  <a:lnTo>
                    <a:pt x="7255115" y="0"/>
                  </a:lnTo>
                  <a:lnTo>
                    <a:pt x="7254270" y="0"/>
                  </a:lnTo>
                  <a:lnTo>
                    <a:pt x="7253425" y="0"/>
                  </a:lnTo>
                  <a:lnTo>
                    <a:pt x="7252580" y="0"/>
                  </a:lnTo>
                  <a:lnTo>
                    <a:pt x="7251735" y="0"/>
                  </a:lnTo>
                  <a:lnTo>
                    <a:pt x="7250890" y="0"/>
                  </a:lnTo>
                  <a:lnTo>
                    <a:pt x="7250045" y="0"/>
                  </a:lnTo>
                  <a:lnTo>
                    <a:pt x="7249200" y="0"/>
                  </a:lnTo>
                  <a:lnTo>
                    <a:pt x="7248355" y="0"/>
                  </a:lnTo>
                  <a:lnTo>
                    <a:pt x="7247510" y="0"/>
                  </a:lnTo>
                  <a:lnTo>
                    <a:pt x="7246665" y="0"/>
                  </a:lnTo>
                  <a:lnTo>
                    <a:pt x="7245819" y="0"/>
                  </a:lnTo>
                  <a:lnTo>
                    <a:pt x="7244974" y="0"/>
                  </a:lnTo>
                  <a:lnTo>
                    <a:pt x="7244129" y="0"/>
                  </a:lnTo>
                  <a:lnTo>
                    <a:pt x="7243284" y="0"/>
                  </a:lnTo>
                  <a:lnTo>
                    <a:pt x="7242439" y="0"/>
                  </a:lnTo>
                  <a:lnTo>
                    <a:pt x="7241594" y="0"/>
                  </a:lnTo>
                  <a:lnTo>
                    <a:pt x="7240749" y="0"/>
                  </a:lnTo>
                  <a:lnTo>
                    <a:pt x="7239904" y="0"/>
                  </a:lnTo>
                  <a:lnTo>
                    <a:pt x="7239059" y="0"/>
                  </a:lnTo>
                  <a:lnTo>
                    <a:pt x="7238214" y="0"/>
                  </a:lnTo>
                  <a:lnTo>
                    <a:pt x="7237368" y="0"/>
                  </a:lnTo>
                  <a:lnTo>
                    <a:pt x="7236523" y="0"/>
                  </a:lnTo>
                  <a:lnTo>
                    <a:pt x="7235678" y="0"/>
                  </a:lnTo>
                  <a:lnTo>
                    <a:pt x="7234833" y="0"/>
                  </a:lnTo>
                  <a:lnTo>
                    <a:pt x="7233988" y="0"/>
                  </a:lnTo>
                  <a:lnTo>
                    <a:pt x="7233143" y="0"/>
                  </a:lnTo>
                  <a:lnTo>
                    <a:pt x="7232298" y="0"/>
                  </a:lnTo>
                  <a:lnTo>
                    <a:pt x="7231453" y="0"/>
                  </a:lnTo>
                  <a:lnTo>
                    <a:pt x="7230608" y="0"/>
                  </a:lnTo>
                  <a:lnTo>
                    <a:pt x="7229763" y="0"/>
                  </a:lnTo>
                  <a:lnTo>
                    <a:pt x="7228918" y="0"/>
                  </a:lnTo>
                  <a:lnTo>
                    <a:pt x="7228072" y="0"/>
                  </a:lnTo>
                  <a:lnTo>
                    <a:pt x="7227227" y="0"/>
                  </a:lnTo>
                  <a:lnTo>
                    <a:pt x="7226382" y="0"/>
                  </a:lnTo>
                  <a:lnTo>
                    <a:pt x="7225537" y="0"/>
                  </a:lnTo>
                  <a:lnTo>
                    <a:pt x="7224692" y="0"/>
                  </a:lnTo>
                  <a:lnTo>
                    <a:pt x="7223847" y="0"/>
                  </a:lnTo>
                  <a:lnTo>
                    <a:pt x="7223002" y="0"/>
                  </a:lnTo>
                  <a:lnTo>
                    <a:pt x="7222157" y="0"/>
                  </a:lnTo>
                  <a:lnTo>
                    <a:pt x="7221312" y="0"/>
                  </a:lnTo>
                  <a:lnTo>
                    <a:pt x="7220467" y="0"/>
                  </a:lnTo>
                  <a:lnTo>
                    <a:pt x="7219622" y="0"/>
                  </a:lnTo>
                  <a:lnTo>
                    <a:pt x="7218776" y="0"/>
                  </a:lnTo>
                  <a:lnTo>
                    <a:pt x="7217931" y="0"/>
                  </a:lnTo>
                  <a:lnTo>
                    <a:pt x="7217086" y="0"/>
                  </a:lnTo>
                  <a:lnTo>
                    <a:pt x="7216241" y="0"/>
                  </a:lnTo>
                  <a:lnTo>
                    <a:pt x="7215396" y="0"/>
                  </a:lnTo>
                  <a:lnTo>
                    <a:pt x="7214551" y="0"/>
                  </a:lnTo>
                  <a:lnTo>
                    <a:pt x="7213706" y="0"/>
                  </a:lnTo>
                  <a:lnTo>
                    <a:pt x="7212861" y="0"/>
                  </a:lnTo>
                  <a:lnTo>
                    <a:pt x="7212016" y="0"/>
                  </a:lnTo>
                  <a:lnTo>
                    <a:pt x="7211171" y="0"/>
                  </a:lnTo>
                  <a:lnTo>
                    <a:pt x="7210326" y="0"/>
                  </a:lnTo>
                  <a:lnTo>
                    <a:pt x="7209480" y="0"/>
                  </a:lnTo>
                  <a:lnTo>
                    <a:pt x="7208635" y="0"/>
                  </a:lnTo>
                  <a:lnTo>
                    <a:pt x="7207790" y="0"/>
                  </a:lnTo>
                  <a:lnTo>
                    <a:pt x="7206945" y="0"/>
                  </a:lnTo>
                  <a:lnTo>
                    <a:pt x="7206100" y="0"/>
                  </a:lnTo>
                  <a:lnTo>
                    <a:pt x="7205255" y="0"/>
                  </a:lnTo>
                  <a:lnTo>
                    <a:pt x="7204410" y="0"/>
                  </a:lnTo>
                  <a:lnTo>
                    <a:pt x="7203565" y="0"/>
                  </a:lnTo>
                  <a:lnTo>
                    <a:pt x="7202720" y="0"/>
                  </a:lnTo>
                  <a:lnTo>
                    <a:pt x="7201875" y="0"/>
                  </a:lnTo>
                  <a:lnTo>
                    <a:pt x="7201030" y="0"/>
                  </a:lnTo>
                  <a:lnTo>
                    <a:pt x="7200184" y="0"/>
                  </a:lnTo>
                  <a:lnTo>
                    <a:pt x="7199339" y="0"/>
                  </a:lnTo>
                  <a:lnTo>
                    <a:pt x="7198494" y="0"/>
                  </a:lnTo>
                  <a:lnTo>
                    <a:pt x="7197649" y="0"/>
                  </a:lnTo>
                  <a:lnTo>
                    <a:pt x="7196804" y="0"/>
                  </a:lnTo>
                  <a:lnTo>
                    <a:pt x="7195959" y="0"/>
                  </a:lnTo>
                  <a:lnTo>
                    <a:pt x="7195114" y="0"/>
                  </a:lnTo>
                  <a:lnTo>
                    <a:pt x="7194269" y="0"/>
                  </a:lnTo>
                  <a:lnTo>
                    <a:pt x="7193424" y="0"/>
                  </a:lnTo>
                  <a:lnTo>
                    <a:pt x="7192579" y="0"/>
                  </a:lnTo>
                  <a:lnTo>
                    <a:pt x="7191734" y="0"/>
                  </a:lnTo>
                  <a:lnTo>
                    <a:pt x="7190888" y="0"/>
                  </a:lnTo>
                  <a:lnTo>
                    <a:pt x="7190043" y="0"/>
                  </a:lnTo>
                  <a:lnTo>
                    <a:pt x="7189198" y="0"/>
                  </a:lnTo>
                  <a:lnTo>
                    <a:pt x="7188353" y="0"/>
                  </a:lnTo>
                  <a:lnTo>
                    <a:pt x="7187508" y="0"/>
                  </a:lnTo>
                  <a:lnTo>
                    <a:pt x="7186663" y="0"/>
                  </a:lnTo>
                  <a:lnTo>
                    <a:pt x="7185818" y="0"/>
                  </a:lnTo>
                  <a:lnTo>
                    <a:pt x="7184973" y="0"/>
                  </a:lnTo>
                  <a:lnTo>
                    <a:pt x="7184128" y="0"/>
                  </a:lnTo>
                  <a:lnTo>
                    <a:pt x="7183283" y="0"/>
                  </a:lnTo>
                  <a:lnTo>
                    <a:pt x="7182437" y="0"/>
                  </a:lnTo>
                  <a:lnTo>
                    <a:pt x="7181592" y="0"/>
                  </a:lnTo>
                  <a:lnTo>
                    <a:pt x="7180747" y="0"/>
                  </a:lnTo>
                  <a:lnTo>
                    <a:pt x="7179902" y="0"/>
                  </a:lnTo>
                  <a:lnTo>
                    <a:pt x="7179057" y="0"/>
                  </a:lnTo>
                  <a:lnTo>
                    <a:pt x="7178212" y="0"/>
                  </a:lnTo>
                  <a:lnTo>
                    <a:pt x="7177367" y="0"/>
                  </a:lnTo>
                  <a:lnTo>
                    <a:pt x="7176522" y="0"/>
                  </a:lnTo>
                  <a:lnTo>
                    <a:pt x="7175677" y="0"/>
                  </a:lnTo>
                  <a:lnTo>
                    <a:pt x="7174832" y="0"/>
                  </a:lnTo>
                  <a:lnTo>
                    <a:pt x="7173987" y="0"/>
                  </a:lnTo>
                  <a:lnTo>
                    <a:pt x="7173141" y="0"/>
                  </a:lnTo>
                  <a:lnTo>
                    <a:pt x="7172296" y="0"/>
                  </a:lnTo>
                  <a:lnTo>
                    <a:pt x="7171451" y="0"/>
                  </a:lnTo>
                  <a:lnTo>
                    <a:pt x="7170606" y="0"/>
                  </a:lnTo>
                  <a:lnTo>
                    <a:pt x="7169761" y="0"/>
                  </a:lnTo>
                  <a:lnTo>
                    <a:pt x="7168916" y="0"/>
                  </a:lnTo>
                  <a:lnTo>
                    <a:pt x="7168071" y="0"/>
                  </a:lnTo>
                  <a:lnTo>
                    <a:pt x="7167226" y="0"/>
                  </a:lnTo>
                  <a:lnTo>
                    <a:pt x="7166381" y="0"/>
                  </a:lnTo>
                  <a:lnTo>
                    <a:pt x="7165536" y="0"/>
                  </a:lnTo>
                  <a:lnTo>
                    <a:pt x="7164691" y="0"/>
                  </a:lnTo>
                  <a:lnTo>
                    <a:pt x="7163845" y="0"/>
                  </a:lnTo>
                  <a:lnTo>
                    <a:pt x="7163000" y="0"/>
                  </a:lnTo>
                  <a:lnTo>
                    <a:pt x="7162155" y="0"/>
                  </a:lnTo>
                  <a:lnTo>
                    <a:pt x="7161310" y="0"/>
                  </a:lnTo>
                  <a:lnTo>
                    <a:pt x="7160465" y="0"/>
                  </a:lnTo>
                  <a:lnTo>
                    <a:pt x="7159620" y="0"/>
                  </a:lnTo>
                  <a:lnTo>
                    <a:pt x="7158775" y="0"/>
                  </a:lnTo>
                  <a:lnTo>
                    <a:pt x="7157930" y="0"/>
                  </a:lnTo>
                  <a:lnTo>
                    <a:pt x="7157085" y="0"/>
                  </a:lnTo>
                  <a:lnTo>
                    <a:pt x="7156240" y="0"/>
                  </a:lnTo>
                  <a:lnTo>
                    <a:pt x="7155395" y="0"/>
                  </a:lnTo>
                  <a:lnTo>
                    <a:pt x="7154549" y="0"/>
                  </a:lnTo>
                  <a:lnTo>
                    <a:pt x="7153704" y="0"/>
                  </a:lnTo>
                  <a:lnTo>
                    <a:pt x="7152859" y="0"/>
                  </a:lnTo>
                  <a:lnTo>
                    <a:pt x="7152014" y="0"/>
                  </a:lnTo>
                  <a:lnTo>
                    <a:pt x="7151169" y="0"/>
                  </a:lnTo>
                  <a:lnTo>
                    <a:pt x="7150324" y="0"/>
                  </a:lnTo>
                  <a:lnTo>
                    <a:pt x="7149479" y="0"/>
                  </a:lnTo>
                  <a:lnTo>
                    <a:pt x="7148634" y="0"/>
                  </a:lnTo>
                  <a:lnTo>
                    <a:pt x="7147789" y="0"/>
                  </a:lnTo>
                  <a:lnTo>
                    <a:pt x="7146944" y="0"/>
                  </a:lnTo>
                  <a:lnTo>
                    <a:pt x="7146099" y="0"/>
                  </a:lnTo>
                  <a:lnTo>
                    <a:pt x="7145253" y="0"/>
                  </a:lnTo>
                  <a:lnTo>
                    <a:pt x="7144408" y="0"/>
                  </a:lnTo>
                  <a:lnTo>
                    <a:pt x="7143563" y="0"/>
                  </a:lnTo>
                  <a:lnTo>
                    <a:pt x="7142718" y="0"/>
                  </a:lnTo>
                  <a:lnTo>
                    <a:pt x="7141873" y="0"/>
                  </a:lnTo>
                  <a:lnTo>
                    <a:pt x="7141028" y="0"/>
                  </a:lnTo>
                  <a:lnTo>
                    <a:pt x="7140183" y="0"/>
                  </a:lnTo>
                  <a:lnTo>
                    <a:pt x="7139338" y="0"/>
                  </a:lnTo>
                  <a:lnTo>
                    <a:pt x="7138493" y="0"/>
                  </a:lnTo>
                  <a:lnTo>
                    <a:pt x="7137648" y="0"/>
                  </a:lnTo>
                  <a:lnTo>
                    <a:pt x="7136803" y="0"/>
                  </a:lnTo>
                  <a:lnTo>
                    <a:pt x="7135957" y="0"/>
                  </a:lnTo>
                  <a:lnTo>
                    <a:pt x="7135112" y="0"/>
                  </a:lnTo>
                  <a:lnTo>
                    <a:pt x="7134267" y="0"/>
                  </a:lnTo>
                  <a:lnTo>
                    <a:pt x="7133422" y="0"/>
                  </a:lnTo>
                  <a:lnTo>
                    <a:pt x="7132577" y="0"/>
                  </a:lnTo>
                  <a:lnTo>
                    <a:pt x="7131732" y="0"/>
                  </a:lnTo>
                  <a:lnTo>
                    <a:pt x="7130887" y="0"/>
                  </a:lnTo>
                  <a:lnTo>
                    <a:pt x="7130042" y="0"/>
                  </a:lnTo>
                  <a:lnTo>
                    <a:pt x="7129197" y="0"/>
                  </a:lnTo>
                  <a:lnTo>
                    <a:pt x="7128352" y="0"/>
                  </a:lnTo>
                  <a:lnTo>
                    <a:pt x="7127507" y="0"/>
                  </a:lnTo>
                  <a:lnTo>
                    <a:pt x="7126661" y="0"/>
                  </a:lnTo>
                  <a:lnTo>
                    <a:pt x="7125816" y="0"/>
                  </a:lnTo>
                  <a:lnTo>
                    <a:pt x="7124971" y="0"/>
                  </a:lnTo>
                  <a:lnTo>
                    <a:pt x="7124126" y="0"/>
                  </a:lnTo>
                  <a:lnTo>
                    <a:pt x="7123281" y="0"/>
                  </a:lnTo>
                  <a:lnTo>
                    <a:pt x="7122436" y="0"/>
                  </a:lnTo>
                  <a:lnTo>
                    <a:pt x="7121591" y="0"/>
                  </a:lnTo>
                  <a:lnTo>
                    <a:pt x="7120746" y="0"/>
                  </a:lnTo>
                  <a:lnTo>
                    <a:pt x="7119901" y="0"/>
                  </a:lnTo>
                  <a:lnTo>
                    <a:pt x="7119056" y="0"/>
                  </a:lnTo>
                  <a:lnTo>
                    <a:pt x="7118210" y="0"/>
                  </a:lnTo>
                  <a:lnTo>
                    <a:pt x="7117365" y="0"/>
                  </a:lnTo>
                  <a:lnTo>
                    <a:pt x="7116520" y="0"/>
                  </a:lnTo>
                  <a:lnTo>
                    <a:pt x="7115675" y="0"/>
                  </a:lnTo>
                  <a:lnTo>
                    <a:pt x="7114830" y="0"/>
                  </a:lnTo>
                  <a:lnTo>
                    <a:pt x="7113985" y="0"/>
                  </a:lnTo>
                  <a:lnTo>
                    <a:pt x="7113140" y="0"/>
                  </a:lnTo>
                  <a:lnTo>
                    <a:pt x="7112295" y="0"/>
                  </a:lnTo>
                  <a:lnTo>
                    <a:pt x="7111450" y="0"/>
                  </a:lnTo>
                  <a:lnTo>
                    <a:pt x="7110605" y="0"/>
                  </a:lnTo>
                  <a:lnTo>
                    <a:pt x="7109760" y="0"/>
                  </a:lnTo>
                  <a:lnTo>
                    <a:pt x="7108914" y="0"/>
                  </a:lnTo>
                  <a:lnTo>
                    <a:pt x="7108069" y="0"/>
                  </a:lnTo>
                  <a:lnTo>
                    <a:pt x="7107224" y="0"/>
                  </a:lnTo>
                  <a:lnTo>
                    <a:pt x="7106379" y="0"/>
                  </a:lnTo>
                  <a:lnTo>
                    <a:pt x="7105534" y="0"/>
                  </a:lnTo>
                  <a:lnTo>
                    <a:pt x="7104689" y="0"/>
                  </a:lnTo>
                  <a:lnTo>
                    <a:pt x="7103844" y="0"/>
                  </a:lnTo>
                  <a:lnTo>
                    <a:pt x="7102999" y="0"/>
                  </a:lnTo>
                  <a:lnTo>
                    <a:pt x="7102154" y="0"/>
                  </a:lnTo>
                  <a:lnTo>
                    <a:pt x="7101309" y="0"/>
                  </a:lnTo>
                  <a:lnTo>
                    <a:pt x="7100464" y="0"/>
                  </a:lnTo>
                  <a:lnTo>
                    <a:pt x="7099618" y="0"/>
                  </a:lnTo>
                  <a:lnTo>
                    <a:pt x="7098773" y="0"/>
                  </a:lnTo>
                  <a:lnTo>
                    <a:pt x="7097928" y="0"/>
                  </a:lnTo>
                  <a:lnTo>
                    <a:pt x="7097083" y="0"/>
                  </a:lnTo>
                  <a:lnTo>
                    <a:pt x="7096238" y="0"/>
                  </a:lnTo>
                  <a:lnTo>
                    <a:pt x="7095393" y="0"/>
                  </a:lnTo>
                  <a:lnTo>
                    <a:pt x="7094548" y="0"/>
                  </a:lnTo>
                  <a:lnTo>
                    <a:pt x="7093703" y="0"/>
                  </a:lnTo>
                  <a:lnTo>
                    <a:pt x="7092858" y="0"/>
                  </a:lnTo>
                  <a:lnTo>
                    <a:pt x="7092013" y="0"/>
                  </a:lnTo>
                  <a:lnTo>
                    <a:pt x="7091168" y="0"/>
                  </a:lnTo>
                  <a:lnTo>
                    <a:pt x="7090322" y="0"/>
                  </a:lnTo>
                  <a:lnTo>
                    <a:pt x="7089477" y="0"/>
                  </a:lnTo>
                  <a:lnTo>
                    <a:pt x="7088632" y="0"/>
                  </a:lnTo>
                  <a:lnTo>
                    <a:pt x="7087787" y="0"/>
                  </a:lnTo>
                  <a:lnTo>
                    <a:pt x="7086942" y="0"/>
                  </a:lnTo>
                  <a:lnTo>
                    <a:pt x="7086097" y="0"/>
                  </a:lnTo>
                  <a:lnTo>
                    <a:pt x="7085252" y="0"/>
                  </a:lnTo>
                  <a:lnTo>
                    <a:pt x="7084407" y="0"/>
                  </a:lnTo>
                  <a:lnTo>
                    <a:pt x="7083562" y="0"/>
                  </a:lnTo>
                  <a:lnTo>
                    <a:pt x="7082717" y="0"/>
                  </a:lnTo>
                  <a:lnTo>
                    <a:pt x="7081872" y="0"/>
                  </a:lnTo>
                  <a:lnTo>
                    <a:pt x="7081026" y="0"/>
                  </a:lnTo>
                  <a:lnTo>
                    <a:pt x="7080181" y="0"/>
                  </a:lnTo>
                  <a:lnTo>
                    <a:pt x="7079336" y="0"/>
                  </a:lnTo>
                  <a:lnTo>
                    <a:pt x="7078491" y="0"/>
                  </a:lnTo>
                  <a:lnTo>
                    <a:pt x="7077646" y="0"/>
                  </a:lnTo>
                  <a:lnTo>
                    <a:pt x="7076801" y="0"/>
                  </a:lnTo>
                  <a:lnTo>
                    <a:pt x="7075956" y="0"/>
                  </a:lnTo>
                  <a:lnTo>
                    <a:pt x="7075111" y="0"/>
                  </a:lnTo>
                  <a:lnTo>
                    <a:pt x="7074266" y="0"/>
                  </a:lnTo>
                  <a:lnTo>
                    <a:pt x="7073421" y="0"/>
                  </a:lnTo>
                  <a:lnTo>
                    <a:pt x="7072576" y="0"/>
                  </a:lnTo>
                  <a:lnTo>
                    <a:pt x="7071730" y="0"/>
                  </a:lnTo>
                  <a:lnTo>
                    <a:pt x="7070885" y="0"/>
                  </a:lnTo>
                  <a:lnTo>
                    <a:pt x="7070040" y="0"/>
                  </a:lnTo>
                  <a:lnTo>
                    <a:pt x="7069195" y="0"/>
                  </a:lnTo>
                  <a:lnTo>
                    <a:pt x="7068350" y="0"/>
                  </a:lnTo>
                  <a:lnTo>
                    <a:pt x="7067505" y="0"/>
                  </a:lnTo>
                  <a:lnTo>
                    <a:pt x="7066660" y="0"/>
                  </a:lnTo>
                  <a:lnTo>
                    <a:pt x="7065815" y="0"/>
                  </a:lnTo>
                  <a:lnTo>
                    <a:pt x="7064970" y="0"/>
                  </a:lnTo>
                  <a:lnTo>
                    <a:pt x="7064125" y="0"/>
                  </a:lnTo>
                  <a:lnTo>
                    <a:pt x="7063280" y="0"/>
                  </a:lnTo>
                  <a:lnTo>
                    <a:pt x="7062434" y="0"/>
                  </a:lnTo>
                  <a:lnTo>
                    <a:pt x="7061589" y="0"/>
                  </a:lnTo>
                  <a:lnTo>
                    <a:pt x="7060744" y="0"/>
                  </a:lnTo>
                  <a:lnTo>
                    <a:pt x="7059899" y="0"/>
                  </a:lnTo>
                  <a:lnTo>
                    <a:pt x="7059054" y="0"/>
                  </a:lnTo>
                  <a:lnTo>
                    <a:pt x="7058209" y="0"/>
                  </a:lnTo>
                  <a:lnTo>
                    <a:pt x="7057364" y="0"/>
                  </a:lnTo>
                  <a:lnTo>
                    <a:pt x="7056519" y="0"/>
                  </a:lnTo>
                  <a:lnTo>
                    <a:pt x="7055674" y="0"/>
                  </a:lnTo>
                  <a:lnTo>
                    <a:pt x="7054829" y="0"/>
                  </a:lnTo>
                  <a:lnTo>
                    <a:pt x="7053983" y="0"/>
                  </a:lnTo>
                  <a:lnTo>
                    <a:pt x="7053138" y="0"/>
                  </a:lnTo>
                  <a:lnTo>
                    <a:pt x="7052293" y="0"/>
                  </a:lnTo>
                  <a:lnTo>
                    <a:pt x="7051448" y="0"/>
                  </a:lnTo>
                  <a:lnTo>
                    <a:pt x="7050603" y="0"/>
                  </a:lnTo>
                  <a:lnTo>
                    <a:pt x="7049758" y="0"/>
                  </a:lnTo>
                  <a:lnTo>
                    <a:pt x="7048913" y="0"/>
                  </a:lnTo>
                  <a:lnTo>
                    <a:pt x="7048068" y="0"/>
                  </a:lnTo>
                  <a:lnTo>
                    <a:pt x="7047223" y="0"/>
                  </a:lnTo>
                  <a:lnTo>
                    <a:pt x="7046378" y="0"/>
                  </a:lnTo>
                  <a:lnTo>
                    <a:pt x="7045533" y="0"/>
                  </a:lnTo>
                  <a:lnTo>
                    <a:pt x="7044687" y="0"/>
                  </a:lnTo>
                  <a:lnTo>
                    <a:pt x="7043842" y="0"/>
                  </a:lnTo>
                  <a:lnTo>
                    <a:pt x="7042997" y="0"/>
                  </a:lnTo>
                  <a:lnTo>
                    <a:pt x="7042152" y="0"/>
                  </a:lnTo>
                  <a:lnTo>
                    <a:pt x="7041307" y="0"/>
                  </a:lnTo>
                  <a:lnTo>
                    <a:pt x="7040462" y="0"/>
                  </a:lnTo>
                  <a:lnTo>
                    <a:pt x="7039617" y="0"/>
                  </a:lnTo>
                  <a:lnTo>
                    <a:pt x="7038772" y="0"/>
                  </a:lnTo>
                  <a:lnTo>
                    <a:pt x="7037927" y="0"/>
                  </a:lnTo>
                  <a:lnTo>
                    <a:pt x="7037082" y="0"/>
                  </a:lnTo>
                  <a:lnTo>
                    <a:pt x="7036237" y="0"/>
                  </a:lnTo>
                  <a:lnTo>
                    <a:pt x="7035391" y="0"/>
                  </a:lnTo>
                  <a:lnTo>
                    <a:pt x="7034546" y="0"/>
                  </a:lnTo>
                  <a:lnTo>
                    <a:pt x="7033701" y="0"/>
                  </a:lnTo>
                  <a:lnTo>
                    <a:pt x="7032856" y="0"/>
                  </a:lnTo>
                  <a:lnTo>
                    <a:pt x="7032011" y="0"/>
                  </a:lnTo>
                  <a:lnTo>
                    <a:pt x="7031166" y="0"/>
                  </a:lnTo>
                  <a:lnTo>
                    <a:pt x="7030321" y="0"/>
                  </a:lnTo>
                  <a:lnTo>
                    <a:pt x="7029476" y="0"/>
                  </a:lnTo>
                  <a:lnTo>
                    <a:pt x="7028631" y="0"/>
                  </a:lnTo>
                  <a:lnTo>
                    <a:pt x="7027786" y="0"/>
                  </a:lnTo>
                  <a:lnTo>
                    <a:pt x="7026941" y="0"/>
                  </a:lnTo>
                  <a:lnTo>
                    <a:pt x="7026095" y="0"/>
                  </a:lnTo>
                  <a:lnTo>
                    <a:pt x="7025250" y="0"/>
                  </a:lnTo>
                  <a:lnTo>
                    <a:pt x="7024405" y="0"/>
                  </a:lnTo>
                  <a:lnTo>
                    <a:pt x="7023560" y="0"/>
                  </a:lnTo>
                  <a:lnTo>
                    <a:pt x="7022715" y="0"/>
                  </a:lnTo>
                  <a:lnTo>
                    <a:pt x="7021870" y="0"/>
                  </a:lnTo>
                  <a:lnTo>
                    <a:pt x="7021025" y="0"/>
                  </a:lnTo>
                  <a:lnTo>
                    <a:pt x="7020180" y="0"/>
                  </a:lnTo>
                  <a:lnTo>
                    <a:pt x="7019335" y="0"/>
                  </a:lnTo>
                  <a:lnTo>
                    <a:pt x="7018490" y="0"/>
                  </a:lnTo>
                  <a:lnTo>
                    <a:pt x="7017645" y="0"/>
                  </a:lnTo>
                  <a:lnTo>
                    <a:pt x="7016799" y="0"/>
                  </a:lnTo>
                  <a:lnTo>
                    <a:pt x="7015954" y="0"/>
                  </a:lnTo>
                  <a:lnTo>
                    <a:pt x="7015109" y="0"/>
                  </a:lnTo>
                  <a:lnTo>
                    <a:pt x="7014264" y="0"/>
                  </a:lnTo>
                  <a:lnTo>
                    <a:pt x="7013419" y="0"/>
                  </a:lnTo>
                  <a:lnTo>
                    <a:pt x="7012574" y="0"/>
                  </a:lnTo>
                  <a:lnTo>
                    <a:pt x="7011729" y="0"/>
                  </a:lnTo>
                  <a:lnTo>
                    <a:pt x="7010884" y="0"/>
                  </a:lnTo>
                  <a:lnTo>
                    <a:pt x="7010039" y="0"/>
                  </a:lnTo>
                  <a:lnTo>
                    <a:pt x="7009194" y="0"/>
                  </a:lnTo>
                  <a:lnTo>
                    <a:pt x="7008349" y="0"/>
                  </a:lnTo>
                  <a:lnTo>
                    <a:pt x="7007503" y="0"/>
                  </a:lnTo>
                  <a:lnTo>
                    <a:pt x="7006658" y="0"/>
                  </a:lnTo>
                  <a:lnTo>
                    <a:pt x="7005813" y="0"/>
                  </a:lnTo>
                  <a:lnTo>
                    <a:pt x="7004968" y="0"/>
                  </a:lnTo>
                  <a:lnTo>
                    <a:pt x="7004123" y="0"/>
                  </a:lnTo>
                  <a:lnTo>
                    <a:pt x="7003278" y="0"/>
                  </a:lnTo>
                  <a:lnTo>
                    <a:pt x="7002433" y="0"/>
                  </a:lnTo>
                  <a:lnTo>
                    <a:pt x="7001588" y="0"/>
                  </a:lnTo>
                  <a:lnTo>
                    <a:pt x="7000743" y="0"/>
                  </a:lnTo>
                  <a:lnTo>
                    <a:pt x="6999898" y="0"/>
                  </a:lnTo>
                  <a:lnTo>
                    <a:pt x="6999053" y="0"/>
                  </a:lnTo>
                  <a:lnTo>
                    <a:pt x="6998207" y="0"/>
                  </a:lnTo>
                  <a:lnTo>
                    <a:pt x="6997362" y="0"/>
                  </a:lnTo>
                  <a:lnTo>
                    <a:pt x="6996517" y="0"/>
                  </a:lnTo>
                  <a:lnTo>
                    <a:pt x="6995672" y="0"/>
                  </a:lnTo>
                  <a:lnTo>
                    <a:pt x="6994827" y="0"/>
                  </a:lnTo>
                  <a:lnTo>
                    <a:pt x="6993982" y="0"/>
                  </a:lnTo>
                  <a:lnTo>
                    <a:pt x="6993137" y="0"/>
                  </a:lnTo>
                  <a:lnTo>
                    <a:pt x="6992292" y="0"/>
                  </a:lnTo>
                  <a:lnTo>
                    <a:pt x="6991447" y="0"/>
                  </a:lnTo>
                  <a:lnTo>
                    <a:pt x="6990602" y="0"/>
                  </a:lnTo>
                  <a:lnTo>
                    <a:pt x="6989756" y="0"/>
                  </a:lnTo>
                  <a:lnTo>
                    <a:pt x="6988911" y="0"/>
                  </a:lnTo>
                  <a:lnTo>
                    <a:pt x="6988066" y="0"/>
                  </a:lnTo>
                  <a:lnTo>
                    <a:pt x="6987221" y="0"/>
                  </a:lnTo>
                  <a:lnTo>
                    <a:pt x="6986376" y="0"/>
                  </a:lnTo>
                  <a:lnTo>
                    <a:pt x="6985531" y="0"/>
                  </a:lnTo>
                  <a:lnTo>
                    <a:pt x="6984686" y="0"/>
                  </a:lnTo>
                  <a:lnTo>
                    <a:pt x="6983841" y="0"/>
                  </a:lnTo>
                  <a:lnTo>
                    <a:pt x="6982996" y="0"/>
                  </a:lnTo>
                  <a:lnTo>
                    <a:pt x="6982151" y="0"/>
                  </a:lnTo>
                  <a:lnTo>
                    <a:pt x="6981306" y="0"/>
                  </a:lnTo>
                  <a:lnTo>
                    <a:pt x="6980460" y="0"/>
                  </a:lnTo>
                  <a:lnTo>
                    <a:pt x="6979615" y="0"/>
                  </a:lnTo>
                  <a:lnTo>
                    <a:pt x="6978770" y="0"/>
                  </a:lnTo>
                  <a:lnTo>
                    <a:pt x="6977925" y="0"/>
                  </a:lnTo>
                  <a:lnTo>
                    <a:pt x="6977080" y="0"/>
                  </a:lnTo>
                  <a:lnTo>
                    <a:pt x="6976235" y="0"/>
                  </a:lnTo>
                  <a:lnTo>
                    <a:pt x="6975390" y="0"/>
                  </a:lnTo>
                  <a:lnTo>
                    <a:pt x="6974545" y="0"/>
                  </a:lnTo>
                  <a:lnTo>
                    <a:pt x="6973700" y="0"/>
                  </a:lnTo>
                  <a:lnTo>
                    <a:pt x="6972855" y="0"/>
                  </a:lnTo>
                  <a:lnTo>
                    <a:pt x="6972010" y="0"/>
                  </a:lnTo>
                  <a:lnTo>
                    <a:pt x="6971164" y="0"/>
                  </a:lnTo>
                  <a:lnTo>
                    <a:pt x="6970319" y="0"/>
                  </a:lnTo>
                  <a:lnTo>
                    <a:pt x="6969474" y="0"/>
                  </a:lnTo>
                  <a:lnTo>
                    <a:pt x="6968629" y="0"/>
                  </a:lnTo>
                  <a:lnTo>
                    <a:pt x="6967784" y="0"/>
                  </a:lnTo>
                  <a:lnTo>
                    <a:pt x="6966939" y="0"/>
                  </a:lnTo>
                  <a:lnTo>
                    <a:pt x="6966094" y="0"/>
                  </a:lnTo>
                  <a:lnTo>
                    <a:pt x="6965249" y="0"/>
                  </a:lnTo>
                  <a:lnTo>
                    <a:pt x="6964404" y="0"/>
                  </a:lnTo>
                  <a:lnTo>
                    <a:pt x="6963559" y="0"/>
                  </a:lnTo>
                  <a:lnTo>
                    <a:pt x="6962714" y="0"/>
                  </a:lnTo>
                  <a:lnTo>
                    <a:pt x="6961868" y="0"/>
                  </a:lnTo>
                  <a:lnTo>
                    <a:pt x="6961023" y="0"/>
                  </a:lnTo>
                  <a:lnTo>
                    <a:pt x="6960178" y="0"/>
                  </a:lnTo>
                  <a:lnTo>
                    <a:pt x="6959333" y="0"/>
                  </a:lnTo>
                  <a:lnTo>
                    <a:pt x="6958488" y="0"/>
                  </a:lnTo>
                  <a:lnTo>
                    <a:pt x="6957643" y="0"/>
                  </a:lnTo>
                  <a:lnTo>
                    <a:pt x="6956798" y="0"/>
                  </a:lnTo>
                  <a:lnTo>
                    <a:pt x="6955953" y="0"/>
                  </a:lnTo>
                  <a:lnTo>
                    <a:pt x="6955108" y="0"/>
                  </a:lnTo>
                  <a:lnTo>
                    <a:pt x="6954263" y="0"/>
                  </a:lnTo>
                  <a:lnTo>
                    <a:pt x="6953418" y="0"/>
                  </a:lnTo>
                  <a:lnTo>
                    <a:pt x="6952572" y="0"/>
                  </a:lnTo>
                  <a:lnTo>
                    <a:pt x="6951727" y="0"/>
                  </a:lnTo>
                  <a:lnTo>
                    <a:pt x="6950882" y="0"/>
                  </a:lnTo>
                  <a:lnTo>
                    <a:pt x="6950037" y="0"/>
                  </a:lnTo>
                  <a:lnTo>
                    <a:pt x="6949192" y="0"/>
                  </a:lnTo>
                  <a:lnTo>
                    <a:pt x="6948347" y="0"/>
                  </a:lnTo>
                  <a:lnTo>
                    <a:pt x="6947502" y="0"/>
                  </a:lnTo>
                  <a:lnTo>
                    <a:pt x="6946657" y="0"/>
                  </a:lnTo>
                  <a:lnTo>
                    <a:pt x="6945812" y="0"/>
                  </a:lnTo>
                  <a:lnTo>
                    <a:pt x="6944967" y="0"/>
                  </a:lnTo>
                  <a:lnTo>
                    <a:pt x="6944122" y="0"/>
                  </a:lnTo>
                  <a:lnTo>
                    <a:pt x="6943276" y="0"/>
                  </a:lnTo>
                  <a:lnTo>
                    <a:pt x="6942431" y="0"/>
                  </a:lnTo>
                  <a:lnTo>
                    <a:pt x="6941586" y="0"/>
                  </a:lnTo>
                  <a:lnTo>
                    <a:pt x="6940741" y="0"/>
                  </a:lnTo>
                  <a:lnTo>
                    <a:pt x="6939896" y="0"/>
                  </a:lnTo>
                  <a:lnTo>
                    <a:pt x="6939051" y="0"/>
                  </a:lnTo>
                  <a:lnTo>
                    <a:pt x="6938206" y="0"/>
                  </a:lnTo>
                  <a:lnTo>
                    <a:pt x="6937361" y="0"/>
                  </a:lnTo>
                  <a:lnTo>
                    <a:pt x="6936516" y="0"/>
                  </a:lnTo>
                  <a:lnTo>
                    <a:pt x="6935671" y="0"/>
                  </a:lnTo>
                  <a:lnTo>
                    <a:pt x="6934826" y="0"/>
                  </a:lnTo>
                  <a:lnTo>
                    <a:pt x="6933980" y="0"/>
                  </a:lnTo>
                  <a:lnTo>
                    <a:pt x="6933135" y="0"/>
                  </a:lnTo>
                  <a:lnTo>
                    <a:pt x="6932290" y="0"/>
                  </a:lnTo>
                  <a:lnTo>
                    <a:pt x="6931445" y="0"/>
                  </a:lnTo>
                  <a:lnTo>
                    <a:pt x="6930600" y="0"/>
                  </a:lnTo>
                  <a:lnTo>
                    <a:pt x="6929755" y="0"/>
                  </a:lnTo>
                  <a:lnTo>
                    <a:pt x="6928910" y="0"/>
                  </a:lnTo>
                  <a:lnTo>
                    <a:pt x="6928065" y="0"/>
                  </a:lnTo>
                  <a:lnTo>
                    <a:pt x="6927220" y="0"/>
                  </a:lnTo>
                  <a:lnTo>
                    <a:pt x="6926375" y="0"/>
                  </a:lnTo>
                  <a:lnTo>
                    <a:pt x="6925529" y="0"/>
                  </a:lnTo>
                  <a:lnTo>
                    <a:pt x="6924684" y="0"/>
                  </a:lnTo>
                  <a:lnTo>
                    <a:pt x="6923839" y="0"/>
                  </a:lnTo>
                  <a:lnTo>
                    <a:pt x="6922994" y="0"/>
                  </a:lnTo>
                  <a:lnTo>
                    <a:pt x="6922149" y="0"/>
                  </a:lnTo>
                  <a:lnTo>
                    <a:pt x="6921304" y="0"/>
                  </a:lnTo>
                  <a:lnTo>
                    <a:pt x="6920459" y="0"/>
                  </a:lnTo>
                  <a:lnTo>
                    <a:pt x="6919614" y="0"/>
                  </a:lnTo>
                  <a:lnTo>
                    <a:pt x="6918769" y="0"/>
                  </a:lnTo>
                  <a:lnTo>
                    <a:pt x="6917924" y="0"/>
                  </a:lnTo>
                  <a:lnTo>
                    <a:pt x="6917079" y="0"/>
                  </a:lnTo>
                  <a:lnTo>
                    <a:pt x="6916233" y="0"/>
                  </a:lnTo>
                  <a:lnTo>
                    <a:pt x="6915388" y="0"/>
                  </a:lnTo>
                  <a:lnTo>
                    <a:pt x="6914543" y="0"/>
                  </a:lnTo>
                  <a:lnTo>
                    <a:pt x="6913698" y="0"/>
                  </a:lnTo>
                  <a:lnTo>
                    <a:pt x="6912853" y="0"/>
                  </a:lnTo>
                  <a:lnTo>
                    <a:pt x="6912008" y="0"/>
                  </a:lnTo>
                  <a:lnTo>
                    <a:pt x="6911163" y="0"/>
                  </a:lnTo>
                  <a:lnTo>
                    <a:pt x="6910318" y="0"/>
                  </a:lnTo>
                  <a:lnTo>
                    <a:pt x="6909473" y="0"/>
                  </a:lnTo>
                  <a:lnTo>
                    <a:pt x="6908628" y="0"/>
                  </a:lnTo>
                  <a:lnTo>
                    <a:pt x="6907783" y="0"/>
                  </a:lnTo>
                  <a:lnTo>
                    <a:pt x="6906937" y="0"/>
                  </a:lnTo>
                  <a:lnTo>
                    <a:pt x="6906092" y="0"/>
                  </a:lnTo>
                  <a:lnTo>
                    <a:pt x="6905247" y="0"/>
                  </a:lnTo>
                  <a:lnTo>
                    <a:pt x="6904402" y="0"/>
                  </a:lnTo>
                  <a:lnTo>
                    <a:pt x="6903557" y="0"/>
                  </a:lnTo>
                  <a:lnTo>
                    <a:pt x="6902712" y="0"/>
                  </a:lnTo>
                  <a:lnTo>
                    <a:pt x="6901867" y="0"/>
                  </a:lnTo>
                  <a:lnTo>
                    <a:pt x="6901022" y="0"/>
                  </a:lnTo>
                  <a:lnTo>
                    <a:pt x="6900177" y="0"/>
                  </a:lnTo>
                  <a:lnTo>
                    <a:pt x="6899332" y="0"/>
                  </a:lnTo>
                  <a:lnTo>
                    <a:pt x="6898487" y="0"/>
                  </a:lnTo>
                  <a:lnTo>
                    <a:pt x="6897641" y="0"/>
                  </a:lnTo>
                  <a:lnTo>
                    <a:pt x="6896796" y="0"/>
                  </a:lnTo>
                  <a:lnTo>
                    <a:pt x="6895951" y="0"/>
                  </a:lnTo>
                  <a:lnTo>
                    <a:pt x="6895106" y="0"/>
                  </a:lnTo>
                  <a:lnTo>
                    <a:pt x="6894261" y="0"/>
                  </a:lnTo>
                  <a:lnTo>
                    <a:pt x="6893416" y="0"/>
                  </a:lnTo>
                  <a:lnTo>
                    <a:pt x="6892571" y="0"/>
                  </a:lnTo>
                  <a:lnTo>
                    <a:pt x="6891726" y="0"/>
                  </a:lnTo>
                  <a:lnTo>
                    <a:pt x="6890881" y="0"/>
                  </a:lnTo>
                  <a:lnTo>
                    <a:pt x="6890036" y="0"/>
                  </a:lnTo>
                  <a:lnTo>
                    <a:pt x="6889191" y="0"/>
                  </a:lnTo>
                  <a:lnTo>
                    <a:pt x="6888345" y="0"/>
                  </a:lnTo>
                  <a:lnTo>
                    <a:pt x="6887500" y="0"/>
                  </a:lnTo>
                  <a:lnTo>
                    <a:pt x="6886655" y="0"/>
                  </a:lnTo>
                  <a:lnTo>
                    <a:pt x="6885810" y="0"/>
                  </a:lnTo>
                  <a:lnTo>
                    <a:pt x="6884965" y="0"/>
                  </a:lnTo>
                  <a:lnTo>
                    <a:pt x="6884120" y="0"/>
                  </a:lnTo>
                  <a:lnTo>
                    <a:pt x="6883275" y="0"/>
                  </a:lnTo>
                  <a:lnTo>
                    <a:pt x="6882430" y="0"/>
                  </a:lnTo>
                  <a:lnTo>
                    <a:pt x="6881585" y="0"/>
                  </a:lnTo>
                  <a:lnTo>
                    <a:pt x="6880740" y="0"/>
                  </a:lnTo>
                  <a:lnTo>
                    <a:pt x="6879895" y="0"/>
                  </a:lnTo>
                  <a:lnTo>
                    <a:pt x="6879049" y="0"/>
                  </a:lnTo>
                  <a:lnTo>
                    <a:pt x="6878204" y="0"/>
                  </a:lnTo>
                  <a:lnTo>
                    <a:pt x="6877359" y="0"/>
                  </a:lnTo>
                  <a:lnTo>
                    <a:pt x="6876514" y="0"/>
                  </a:lnTo>
                  <a:lnTo>
                    <a:pt x="6875669" y="0"/>
                  </a:lnTo>
                  <a:lnTo>
                    <a:pt x="6874824" y="0"/>
                  </a:lnTo>
                  <a:lnTo>
                    <a:pt x="6873979" y="0"/>
                  </a:lnTo>
                  <a:lnTo>
                    <a:pt x="6873134" y="0"/>
                  </a:lnTo>
                  <a:lnTo>
                    <a:pt x="6872289" y="0"/>
                  </a:lnTo>
                  <a:lnTo>
                    <a:pt x="6871444" y="0"/>
                  </a:lnTo>
                  <a:lnTo>
                    <a:pt x="6870599" y="0"/>
                  </a:lnTo>
                  <a:lnTo>
                    <a:pt x="6869753" y="0"/>
                  </a:lnTo>
                  <a:lnTo>
                    <a:pt x="6868908" y="0"/>
                  </a:lnTo>
                  <a:lnTo>
                    <a:pt x="6868063" y="0"/>
                  </a:lnTo>
                  <a:lnTo>
                    <a:pt x="6867218" y="0"/>
                  </a:lnTo>
                  <a:lnTo>
                    <a:pt x="6866373" y="0"/>
                  </a:lnTo>
                  <a:lnTo>
                    <a:pt x="6865528" y="0"/>
                  </a:lnTo>
                  <a:lnTo>
                    <a:pt x="6864683" y="0"/>
                  </a:lnTo>
                  <a:lnTo>
                    <a:pt x="6863838" y="0"/>
                  </a:lnTo>
                  <a:lnTo>
                    <a:pt x="6862993" y="0"/>
                  </a:lnTo>
                  <a:lnTo>
                    <a:pt x="6862148" y="0"/>
                  </a:lnTo>
                  <a:lnTo>
                    <a:pt x="6861302" y="0"/>
                  </a:lnTo>
                  <a:lnTo>
                    <a:pt x="6860457" y="0"/>
                  </a:lnTo>
                  <a:lnTo>
                    <a:pt x="6859612" y="0"/>
                  </a:lnTo>
                  <a:lnTo>
                    <a:pt x="6858767" y="0"/>
                  </a:lnTo>
                  <a:lnTo>
                    <a:pt x="6857922" y="0"/>
                  </a:lnTo>
                  <a:lnTo>
                    <a:pt x="6857077" y="0"/>
                  </a:lnTo>
                  <a:lnTo>
                    <a:pt x="6856232" y="0"/>
                  </a:lnTo>
                  <a:lnTo>
                    <a:pt x="6855387" y="0"/>
                  </a:lnTo>
                  <a:lnTo>
                    <a:pt x="6854542" y="0"/>
                  </a:lnTo>
                  <a:lnTo>
                    <a:pt x="6853697" y="0"/>
                  </a:lnTo>
                  <a:lnTo>
                    <a:pt x="6852852" y="0"/>
                  </a:lnTo>
                  <a:lnTo>
                    <a:pt x="6852006" y="0"/>
                  </a:lnTo>
                  <a:lnTo>
                    <a:pt x="6851161" y="0"/>
                  </a:lnTo>
                  <a:lnTo>
                    <a:pt x="6850316" y="0"/>
                  </a:lnTo>
                  <a:lnTo>
                    <a:pt x="6849471" y="0"/>
                  </a:lnTo>
                  <a:lnTo>
                    <a:pt x="6848626" y="0"/>
                  </a:lnTo>
                  <a:lnTo>
                    <a:pt x="6847781" y="0"/>
                  </a:lnTo>
                  <a:lnTo>
                    <a:pt x="6846936" y="0"/>
                  </a:lnTo>
                  <a:lnTo>
                    <a:pt x="6846091" y="0"/>
                  </a:lnTo>
                  <a:lnTo>
                    <a:pt x="6845246" y="0"/>
                  </a:lnTo>
                  <a:lnTo>
                    <a:pt x="6844401" y="0"/>
                  </a:lnTo>
                  <a:lnTo>
                    <a:pt x="6843556" y="0"/>
                  </a:lnTo>
                  <a:lnTo>
                    <a:pt x="6842710" y="0"/>
                  </a:lnTo>
                  <a:lnTo>
                    <a:pt x="6841865" y="0"/>
                  </a:lnTo>
                  <a:lnTo>
                    <a:pt x="6841020" y="0"/>
                  </a:lnTo>
                  <a:lnTo>
                    <a:pt x="6840175" y="0"/>
                  </a:lnTo>
                  <a:lnTo>
                    <a:pt x="6839330" y="0"/>
                  </a:lnTo>
                  <a:lnTo>
                    <a:pt x="6838485" y="0"/>
                  </a:lnTo>
                  <a:lnTo>
                    <a:pt x="6837640" y="0"/>
                  </a:lnTo>
                  <a:lnTo>
                    <a:pt x="6836795" y="0"/>
                  </a:lnTo>
                  <a:lnTo>
                    <a:pt x="6835950" y="0"/>
                  </a:lnTo>
                  <a:lnTo>
                    <a:pt x="6835105" y="0"/>
                  </a:lnTo>
                  <a:lnTo>
                    <a:pt x="6834260" y="0"/>
                  </a:lnTo>
                  <a:lnTo>
                    <a:pt x="6833414" y="0"/>
                  </a:lnTo>
                  <a:lnTo>
                    <a:pt x="6832569" y="0"/>
                  </a:lnTo>
                  <a:lnTo>
                    <a:pt x="6831724" y="0"/>
                  </a:lnTo>
                  <a:lnTo>
                    <a:pt x="6830879" y="0"/>
                  </a:lnTo>
                  <a:lnTo>
                    <a:pt x="6830034" y="0"/>
                  </a:lnTo>
                  <a:lnTo>
                    <a:pt x="6829189" y="0"/>
                  </a:lnTo>
                  <a:lnTo>
                    <a:pt x="6828344" y="0"/>
                  </a:lnTo>
                  <a:lnTo>
                    <a:pt x="6827499" y="0"/>
                  </a:lnTo>
                  <a:lnTo>
                    <a:pt x="6826654" y="0"/>
                  </a:lnTo>
                  <a:lnTo>
                    <a:pt x="6825809" y="0"/>
                  </a:lnTo>
                  <a:lnTo>
                    <a:pt x="6824964" y="0"/>
                  </a:lnTo>
                  <a:lnTo>
                    <a:pt x="6824118" y="0"/>
                  </a:lnTo>
                  <a:lnTo>
                    <a:pt x="6823273" y="0"/>
                  </a:lnTo>
                  <a:lnTo>
                    <a:pt x="6822428" y="0"/>
                  </a:lnTo>
                  <a:lnTo>
                    <a:pt x="6821583" y="0"/>
                  </a:lnTo>
                  <a:lnTo>
                    <a:pt x="6820738" y="0"/>
                  </a:lnTo>
                  <a:lnTo>
                    <a:pt x="6819893" y="0"/>
                  </a:lnTo>
                  <a:lnTo>
                    <a:pt x="6819048" y="0"/>
                  </a:lnTo>
                  <a:lnTo>
                    <a:pt x="6818203" y="0"/>
                  </a:lnTo>
                  <a:lnTo>
                    <a:pt x="6817358" y="0"/>
                  </a:lnTo>
                  <a:lnTo>
                    <a:pt x="6816513" y="0"/>
                  </a:lnTo>
                  <a:lnTo>
                    <a:pt x="6815668" y="0"/>
                  </a:lnTo>
                  <a:lnTo>
                    <a:pt x="6814822" y="0"/>
                  </a:lnTo>
                  <a:lnTo>
                    <a:pt x="6813977" y="0"/>
                  </a:lnTo>
                  <a:lnTo>
                    <a:pt x="6813132" y="0"/>
                  </a:lnTo>
                  <a:lnTo>
                    <a:pt x="6812287" y="0"/>
                  </a:lnTo>
                  <a:lnTo>
                    <a:pt x="6811442" y="0"/>
                  </a:lnTo>
                  <a:lnTo>
                    <a:pt x="6810597" y="0"/>
                  </a:lnTo>
                  <a:lnTo>
                    <a:pt x="6809752" y="0"/>
                  </a:lnTo>
                  <a:lnTo>
                    <a:pt x="6808907" y="0"/>
                  </a:lnTo>
                  <a:lnTo>
                    <a:pt x="6808062" y="0"/>
                  </a:lnTo>
                  <a:lnTo>
                    <a:pt x="6807217" y="0"/>
                  </a:lnTo>
                  <a:lnTo>
                    <a:pt x="6806372" y="0"/>
                  </a:lnTo>
                  <a:lnTo>
                    <a:pt x="6805526" y="0"/>
                  </a:lnTo>
                  <a:lnTo>
                    <a:pt x="6804681" y="0"/>
                  </a:lnTo>
                  <a:lnTo>
                    <a:pt x="6803836" y="0"/>
                  </a:lnTo>
                  <a:lnTo>
                    <a:pt x="6802991" y="0"/>
                  </a:lnTo>
                  <a:lnTo>
                    <a:pt x="6802146" y="0"/>
                  </a:lnTo>
                  <a:lnTo>
                    <a:pt x="6801301" y="0"/>
                  </a:lnTo>
                  <a:lnTo>
                    <a:pt x="6800456" y="0"/>
                  </a:lnTo>
                  <a:lnTo>
                    <a:pt x="6799611" y="0"/>
                  </a:lnTo>
                  <a:lnTo>
                    <a:pt x="6798766" y="0"/>
                  </a:lnTo>
                  <a:lnTo>
                    <a:pt x="6797921" y="0"/>
                  </a:lnTo>
                  <a:lnTo>
                    <a:pt x="6797075" y="0"/>
                  </a:lnTo>
                  <a:lnTo>
                    <a:pt x="6796230" y="0"/>
                  </a:lnTo>
                  <a:lnTo>
                    <a:pt x="6795385" y="0"/>
                  </a:lnTo>
                  <a:lnTo>
                    <a:pt x="6794540" y="0"/>
                  </a:lnTo>
                  <a:lnTo>
                    <a:pt x="6793695" y="0"/>
                  </a:lnTo>
                  <a:lnTo>
                    <a:pt x="6792850" y="0"/>
                  </a:lnTo>
                  <a:lnTo>
                    <a:pt x="6792005" y="0"/>
                  </a:lnTo>
                  <a:lnTo>
                    <a:pt x="6791160" y="0"/>
                  </a:lnTo>
                  <a:lnTo>
                    <a:pt x="6790315" y="0"/>
                  </a:lnTo>
                  <a:lnTo>
                    <a:pt x="6789470" y="0"/>
                  </a:lnTo>
                  <a:lnTo>
                    <a:pt x="6788625" y="0"/>
                  </a:lnTo>
                  <a:lnTo>
                    <a:pt x="6787779" y="0"/>
                  </a:lnTo>
                  <a:lnTo>
                    <a:pt x="6786934" y="0"/>
                  </a:lnTo>
                  <a:lnTo>
                    <a:pt x="6786089" y="0"/>
                  </a:lnTo>
                  <a:lnTo>
                    <a:pt x="6785244" y="0"/>
                  </a:lnTo>
                  <a:lnTo>
                    <a:pt x="6784399" y="0"/>
                  </a:lnTo>
                  <a:lnTo>
                    <a:pt x="6783554" y="0"/>
                  </a:lnTo>
                  <a:lnTo>
                    <a:pt x="6782709" y="0"/>
                  </a:lnTo>
                  <a:lnTo>
                    <a:pt x="6781864" y="0"/>
                  </a:lnTo>
                  <a:lnTo>
                    <a:pt x="6781019" y="0"/>
                  </a:lnTo>
                  <a:lnTo>
                    <a:pt x="6780174" y="0"/>
                  </a:lnTo>
                  <a:lnTo>
                    <a:pt x="6779329" y="0"/>
                  </a:lnTo>
                  <a:lnTo>
                    <a:pt x="6778483" y="0"/>
                  </a:lnTo>
                  <a:lnTo>
                    <a:pt x="6777638" y="0"/>
                  </a:lnTo>
                  <a:lnTo>
                    <a:pt x="6776793" y="0"/>
                  </a:lnTo>
                  <a:lnTo>
                    <a:pt x="6775948" y="0"/>
                  </a:lnTo>
                  <a:lnTo>
                    <a:pt x="6775103" y="0"/>
                  </a:lnTo>
                  <a:lnTo>
                    <a:pt x="6774258" y="0"/>
                  </a:lnTo>
                  <a:lnTo>
                    <a:pt x="6773413" y="0"/>
                  </a:lnTo>
                  <a:lnTo>
                    <a:pt x="6772568" y="0"/>
                  </a:lnTo>
                  <a:lnTo>
                    <a:pt x="6771723" y="0"/>
                  </a:lnTo>
                  <a:lnTo>
                    <a:pt x="6770878" y="0"/>
                  </a:lnTo>
                  <a:lnTo>
                    <a:pt x="6770033" y="0"/>
                  </a:lnTo>
                  <a:lnTo>
                    <a:pt x="6769187" y="0"/>
                  </a:lnTo>
                  <a:lnTo>
                    <a:pt x="6768342" y="0"/>
                  </a:lnTo>
                  <a:lnTo>
                    <a:pt x="6767497" y="0"/>
                  </a:lnTo>
                  <a:lnTo>
                    <a:pt x="6766652" y="0"/>
                  </a:lnTo>
                  <a:lnTo>
                    <a:pt x="6765807" y="0"/>
                  </a:lnTo>
                  <a:lnTo>
                    <a:pt x="6764962" y="0"/>
                  </a:lnTo>
                  <a:lnTo>
                    <a:pt x="6764117" y="0"/>
                  </a:lnTo>
                  <a:lnTo>
                    <a:pt x="6763272" y="0"/>
                  </a:lnTo>
                  <a:lnTo>
                    <a:pt x="6762427" y="0"/>
                  </a:lnTo>
                  <a:lnTo>
                    <a:pt x="6761582" y="0"/>
                  </a:lnTo>
                  <a:lnTo>
                    <a:pt x="6760737" y="0"/>
                  </a:lnTo>
                  <a:lnTo>
                    <a:pt x="6759891" y="0"/>
                  </a:lnTo>
                  <a:lnTo>
                    <a:pt x="6759046" y="0"/>
                  </a:lnTo>
                  <a:lnTo>
                    <a:pt x="6758201" y="0"/>
                  </a:lnTo>
                  <a:lnTo>
                    <a:pt x="6757356" y="0"/>
                  </a:lnTo>
                  <a:lnTo>
                    <a:pt x="6756511" y="0"/>
                  </a:lnTo>
                  <a:lnTo>
                    <a:pt x="6755666" y="0"/>
                  </a:lnTo>
                  <a:lnTo>
                    <a:pt x="6754821" y="0"/>
                  </a:lnTo>
                  <a:lnTo>
                    <a:pt x="6753976" y="0"/>
                  </a:lnTo>
                  <a:lnTo>
                    <a:pt x="6753131" y="0"/>
                  </a:lnTo>
                  <a:lnTo>
                    <a:pt x="6752286" y="0"/>
                  </a:lnTo>
                  <a:lnTo>
                    <a:pt x="6751441" y="0"/>
                  </a:lnTo>
                  <a:lnTo>
                    <a:pt x="6750595" y="0"/>
                  </a:lnTo>
                  <a:lnTo>
                    <a:pt x="6749750" y="0"/>
                  </a:lnTo>
                  <a:lnTo>
                    <a:pt x="6748905" y="0"/>
                  </a:lnTo>
                  <a:lnTo>
                    <a:pt x="6748060" y="0"/>
                  </a:lnTo>
                  <a:lnTo>
                    <a:pt x="6747215" y="0"/>
                  </a:lnTo>
                  <a:lnTo>
                    <a:pt x="6746370" y="0"/>
                  </a:lnTo>
                  <a:lnTo>
                    <a:pt x="6745525" y="0"/>
                  </a:lnTo>
                  <a:lnTo>
                    <a:pt x="6744680" y="0"/>
                  </a:lnTo>
                  <a:lnTo>
                    <a:pt x="6743835" y="0"/>
                  </a:lnTo>
                  <a:lnTo>
                    <a:pt x="6742990" y="0"/>
                  </a:lnTo>
                  <a:lnTo>
                    <a:pt x="6742145" y="0"/>
                  </a:lnTo>
                  <a:lnTo>
                    <a:pt x="6741299" y="0"/>
                  </a:lnTo>
                  <a:lnTo>
                    <a:pt x="6740454" y="0"/>
                  </a:lnTo>
                  <a:lnTo>
                    <a:pt x="6739609" y="0"/>
                  </a:lnTo>
                  <a:lnTo>
                    <a:pt x="6738764" y="0"/>
                  </a:lnTo>
                  <a:lnTo>
                    <a:pt x="6737919" y="0"/>
                  </a:lnTo>
                  <a:lnTo>
                    <a:pt x="6737074" y="0"/>
                  </a:lnTo>
                  <a:lnTo>
                    <a:pt x="6736229" y="0"/>
                  </a:lnTo>
                  <a:lnTo>
                    <a:pt x="6735384" y="0"/>
                  </a:lnTo>
                  <a:lnTo>
                    <a:pt x="6734539" y="0"/>
                  </a:lnTo>
                  <a:lnTo>
                    <a:pt x="6733694" y="0"/>
                  </a:lnTo>
                  <a:lnTo>
                    <a:pt x="6732848" y="0"/>
                  </a:lnTo>
                  <a:lnTo>
                    <a:pt x="6732003" y="0"/>
                  </a:lnTo>
                  <a:lnTo>
                    <a:pt x="6731158" y="0"/>
                  </a:lnTo>
                  <a:lnTo>
                    <a:pt x="6730313" y="0"/>
                  </a:lnTo>
                  <a:lnTo>
                    <a:pt x="6729468" y="0"/>
                  </a:lnTo>
                  <a:lnTo>
                    <a:pt x="6728623" y="0"/>
                  </a:lnTo>
                  <a:lnTo>
                    <a:pt x="6727778" y="0"/>
                  </a:lnTo>
                  <a:lnTo>
                    <a:pt x="6726933" y="0"/>
                  </a:lnTo>
                  <a:lnTo>
                    <a:pt x="6726088" y="0"/>
                  </a:lnTo>
                  <a:lnTo>
                    <a:pt x="6725243" y="0"/>
                  </a:lnTo>
                  <a:lnTo>
                    <a:pt x="6724398" y="0"/>
                  </a:lnTo>
                  <a:lnTo>
                    <a:pt x="6723552" y="0"/>
                  </a:lnTo>
                  <a:lnTo>
                    <a:pt x="6722707" y="0"/>
                  </a:lnTo>
                  <a:lnTo>
                    <a:pt x="6721862" y="0"/>
                  </a:lnTo>
                  <a:lnTo>
                    <a:pt x="6721017" y="0"/>
                  </a:lnTo>
                  <a:lnTo>
                    <a:pt x="6720172" y="0"/>
                  </a:lnTo>
                  <a:lnTo>
                    <a:pt x="6719327" y="0"/>
                  </a:lnTo>
                  <a:lnTo>
                    <a:pt x="6718482" y="0"/>
                  </a:lnTo>
                  <a:lnTo>
                    <a:pt x="6717637" y="0"/>
                  </a:lnTo>
                  <a:lnTo>
                    <a:pt x="6716792" y="0"/>
                  </a:lnTo>
                  <a:lnTo>
                    <a:pt x="6715947" y="0"/>
                  </a:lnTo>
                  <a:lnTo>
                    <a:pt x="6715102" y="0"/>
                  </a:lnTo>
                  <a:lnTo>
                    <a:pt x="6714256" y="0"/>
                  </a:lnTo>
                  <a:lnTo>
                    <a:pt x="6713411" y="0"/>
                  </a:lnTo>
                  <a:lnTo>
                    <a:pt x="6712566" y="0"/>
                  </a:lnTo>
                  <a:lnTo>
                    <a:pt x="6711721" y="0"/>
                  </a:lnTo>
                  <a:lnTo>
                    <a:pt x="6710876" y="0"/>
                  </a:lnTo>
                  <a:lnTo>
                    <a:pt x="6710031" y="0"/>
                  </a:lnTo>
                  <a:lnTo>
                    <a:pt x="6709186" y="0"/>
                  </a:lnTo>
                  <a:lnTo>
                    <a:pt x="6708341" y="0"/>
                  </a:lnTo>
                  <a:lnTo>
                    <a:pt x="6707496" y="0"/>
                  </a:lnTo>
                  <a:lnTo>
                    <a:pt x="6706651" y="0"/>
                  </a:lnTo>
                  <a:lnTo>
                    <a:pt x="6705806" y="0"/>
                  </a:lnTo>
                  <a:lnTo>
                    <a:pt x="6704960" y="0"/>
                  </a:lnTo>
                  <a:lnTo>
                    <a:pt x="6704115" y="0"/>
                  </a:lnTo>
                  <a:lnTo>
                    <a:pt x="6703270" y="0"/>
                  </a:lnTo>
                  <a:lnTo>
                    <a:pt x="6702425" y="0"/>
                  </a:lnTo>
                  <a:lnTo>
                    <a:pt x="6701580" y="0"/>
                  </a:lnTo>
                  <a:lnTo>
                    <a:pt x="6700735" y="0"/>
                  </a:lnTo>
                  <a:lnTo>
                    <a:pt x="6699890" y="0"/>
                  </a:lnTo>
                  <a:lnTo>
                    <a:pt x="6699045" y="0"/>
                  </a:lnTo>
                  <a:lnTo>
                    <a:pt x="6698200" y="0"/>
                  </a:lnTo>
                  <a:lnTo>
                    <a:pt x="6697355" y="0"/>
                  </a:lnTo>
                  <a:lnTo>
                    <a:pt x="6696510" y="0"/>
                  </a:lnTo>
                  <a:lnTo>
                    <a:pt x="6695664" y="0"/>
                  </a:lnTo>
                  <a:lnTo>
                    <a:pt x="6694819" y="0"/>
                  </a:lnTo>
                  <a:lnTo>
                    <a:pt x="6693974" y="0"/>
                  </a:lnTo>
                  <a:lnTo>
                    <a:pt x="6693129" y="0"/>
                  </a:lnTo>
                  <a:lnTo>
                    <a:pt x="6692284" y="0"/>
                  </a:lnTo>
                  <a:lnTo>
                    <a:pt x="6691439" y="0"/>
                  </a:lnTo>
                  <a:lnTo>
                    <a:pt x="6690594" y="0"/>
                  </a:lnTo>
                  <a:lnTo>
                    <a:pt x="6689749" y="0"/>
                  </a:lnTo>
                  <a:lnTo>
                    <a:pt x="6688904" y="0"/>
                  </a:lnTo>
                  <a:lnTo>
                    <a:pt x="6688059" y="0"/>
                  </a:lnTo>
                  <a:lnTo>
                    <a:pt x="6687214" y="0"/>
                  </a:lnTo>
                  <a:lnTo>
                    <a:pt x="6686368" y="0"/>
                  </a:lnTo>
                  <a:lnTo>
                    <a:pt x="6685523" y="0"/>
                  </a:lnTo>
                  <a:lnTo>
                    <a:pt x="6684678" y="0"/>
                  </a:lnTo>
                  <a:lnTo>
                    <a:pt x="6683833" y="0"/>
                  </a:lnTo>
                  <a:lnTo>
                    <a:pt x="6682988" y="0"/>
                  </a:lnTo>
                  <a:lnTo>
                    <a:pt x="6682143" y="0"/>
                  </a:lnTo>
                  <a:lnTo>
                    <a:pt x="6681298" y="0"/>
                  </a:lnTo>
                  <a:lnTo>
                    <a:pt x="6680453" y="0"/>
                  </a:lnTo>
                  <a:lnTo>
                    <a:pt x="6679608" y="0"/>
                  </a:lnTo>
                  <a:lnTo>
                    <a:pt x="6678763" y="0"/>
                  </a:lnTo>
                  <a:lnTo>
                    <a:pt x="6677917" y="0"/>
                  </a:lnTo>
                  <a:lnTo>
                    <a:pt x="6677072" y="0"/>
                  </a:lnTo>
                  <a:lnTo>
                    <a:pt x="6676227" y="0"/>
                  </a:lnTo>
                  <a:lnTo>
                    <a:pt x="6675382" y="0"/>
                  </a:lnTo>
                  <a:lnTo>
                    <a:pt x="6674537" y="0"/>
                  </a:lnTo>
                  <a:lnTo>
                    <a:pt x="6673692" y="0"/>
                  </a:lnTo>
                  <a:lnTo>
                    <a:pt x="6672847" y="0"/>
                  </a:lnTo>
                  <a:lnTo>
                    <a:pt x="6672002" y="0"/>
                  </a:lnTo>
                  <a:lnTo>
                    <a:pt x="6671157" y="0"/>
                  </a:lnTo>
                  <a:lnTo>
                    <a:pt x="6670312" y="0"/>
                  </a:lnTo>
                  <a:lnTo>
                    <a:pt x="6669467" y="0"/>
                  </a:lnTo>
                  <a:lnTo>
                    <a:pt x="6668621" y="0"/>
                  </a:lnTo>
                  <a:lnTo>
                    <a:pt x="6667776" y="0"/>
                  </a:lnTo>
                  <a:lnTo>
                    <a:pt x="6666931" y="0"/>
                  </a:lnTo>
                  <a:lnTo>
                    <a:pt x="6666086" y="0"/>
                  </a:lnTo>
                  <a:lnTo>
                    <a:pt x="6665241" y="0"/>
                  </a:lnTo>
                  <a:lnTo>
                    <a:pt x="6664396" y="0"/>
                  </a:lnTo>
                  <a:lnTo>
                    <a:pt x="6663551" y="0"/>
                  </a:lnTo>
                  <a:lnTo>
                    <a:pt x="6662706" y="0"/>
                  </a:lnTo>
                  <a:lnTo>
                    <a:pt x="6661861" y="0"/>
                  </a:lnTo>
                  <a:lnTo>
                    <a:pt x="6661016" y="0"/>
                  </a:lnTo>
                  <a:lnTo>
                    <a:pt x="6660171" y="0"/>
                  </a:lnTo>
                  <a:lnTo>
                    <a:pt x="6659325" y="0"/>
                  </a:lnTo>
                  <a:lnTo>
                    <a:pt x="6658480" y="0"/>
                  </a:lnTo>
                  <a:lnTo>
                    <a:pt x="6657635" y="0"/>
                  </a:lnTo>
                  <a:lnTo>
                    <a:pt x="6656790" y="0"/>
                  </a:lnTo>
                  <a:lnTo>
                    <a:pt x="6655945" y="0"/>
                  </a:lnTo>
                  <a:lnTo>
                    <a:pt x="6655100" y="0"/>
                  </a:lnTo>
                  <a:lnTo>
                    <a:pt x="6654255" y="0"/>
                  </a:lnTo>
                  <a:lnTo>
                    <a:pt x="6653410" y="0"/>
                  </a:lnTo>
                  <a:lnTo>
                    <a:pt x="6652565" y="0"/>
                  </a:lnTo>
                  <a:lnTo>
                    <a:pt x="6651720" y="0"/>
                  </a:lnTo>
                  <a:lnTo>
                    <a:pt x="6650875" y="0"/>
                  </a:lnTo>
                  <a:lnTo>
                    <a:pt x="6650029" y="0"/>
                  </a:lnTo>
                  <a:lnTo>
                    <a:pt x="6649184" y="0"/>
                  </a:lnTo>
                  <a:lnTo>
                    <a:pt x="6648339" y="0"/>
                  </a:lnTo>
                  <a:lnTo>
                    <a:pt x="6647494" y="0"/>
                  </a:lnTo>
                  <a:lnTo>
                    <a:pt x="6646649" y="0"/>
                  </a:lnTo>
                  <a:lnTo>
                    <a:pt x="6645804" y="0"/>
                  </a:lnTo>
                  <a:lnTo>
                    <a:pt x="6644959" y="0"/>
                  </a:lnTo>
                  <a:lnTo>
                    <a:pt x="6644114" y="0"/>
                  </a:lnTo>
                  <a:lnTo>
                    <a:pt x="6643269" y="0"/>
                  </a:lnTo>
                  <a:lnTo>
                    <a:pt x="6642424" y="0"/>
                  </a:lnTo>
                  <a:lnTo>
                    <a:pt x="6641579" y="0"/>
                  </a:lnTo>
                  <a:lnTo>
                    <a:pt x="6640733" y="0"/>
                  </a:lnTo>
                  <a:lnTo>
                    <a:pt x="6639888" y="0"/>
                  </a:lnTo>
                  <a:lnTo>
                    <a:pt x="6639043" y="0"/>
                  </a:lnTo>
                  <a:lnTo>
                    <a:pt x="6638198" y="0"/>
                  </a:lnTo>
                  <a:lnTo>
                    <a:pt x="6637353" y="0"/>
                  </a:lnTo>
                  <a:lnTo>
                    <a:pt x="6636508" y="0"/>
                  </a:lnTo>
                  <a:lnTo>
                    <a:pt x="6635663" y="0"/>
                  </a:lnTo>
                  <a:lnTo>
                    <a:pt x="6634818" y="0"/>
                  </a:lnTo>
                  <a:lnTo>
                    <a:pt x="6633973" y="0"/>
                  </a:lnTo>
                  <a:lnTo>
                    <a:pt x="6633128" y="0"/>
                  </a:lnTo>
                  <a:lnTo>
                    <a:pt x="6632283" y="0"/>
                  </a:lnTo>
                  <a:lnTo>
                    <a:pt x="6631437" y="0"/>
                  </a:lnTo>
                  <a:lnTo>
                    <a:pt x="6630592" y="0"/>
                  </a:lnTo>
                  <a:lnTo>
                    <a:pt x="6629747" y="0"/>
                  </a:lnTo>
                  <a:lnTo>
                    <a:pt x="6628902" y="0"/>
                  </a:lnTo>
                  <a:lnTo>
                    <a:pt x="6628057" y="0"/>
                  </a:lnTo>
                  <a:lnTo>
                    <a:pt x="6627212" y="0"/>
                  </a:lnTo>
                  <a:lnTo>
                    <a:pt x="6626367" y="0"/>
                  </a:lnTo>
                  <a:lnTo>
                    <a:pt x="6625522" y="0"/>
                  </a:lnTo>
                  <a:lnTo>
                    <a:pt x="6624677" y="0"/>
                  </a:lnTo>
                  <a:lnTo>
                    <a:pt x="6623832" y="0"/>
                  </a:lnTo>
                  <a:lnTo>
                    <a:pt x="6622987" y="0"/>
                  </a:lnTo>
                  <a:lnTo>
                    <a:pt x="6622141" y="0"/>
                  </a:lnTo>
                  <a:lnTo>
                    <a:pt x="6621296" y="0"/>
                  </a:lnTo>
                  <a:lnTo>
                    <a:pt x="6620451" y="0"/>
                  </a:lnTo>
                  <a:lnTo>
                    <a:pt x="6619606" y="0"/>
                  </a:lnTo>
                  <a:lnTo>
                    <a:pt x="6618761" y="0"/>
                  </a:lnTo>
                  <a:lnTo>
                    <a:pt x="6617916" y="0"/>
                  </a:lnTo>
                  <a:lnTo>
                    <a:pt x="6617071" y="0"/>
                  </a:lnTo>
                  <a:lnTo>
                    <a:pt x="6616226" y="0"/>
                  </a:lnTo>
                  <a:lnTo>
                    <a:pt x="6615381" y="0"/>
                  </a:lnTo>
                  <a:lnTo>
                    <a:pt x="6614536" y="0"/>
                  </a:lnTo>
                  <a:lnTo>
                    <a:pt x="6613690" y="0"/>
                  </a:lnTo>
                  <a:lnTo>
                    <a:pt x="6612845" y="0"/>
                  </a:lnTo>
                  <a:lnTo>
                    <a:pt x="6612000" y="0"/>
                  </a:lnTo>
                  <a:lnTo>
                    <a:pt x="6611155" y="0"/>
                  </a:lnTo>
                  <a:lnTo>
                    <a:pt x="6610310" y="0"/>
                  </a:lnTo>
                  <a:lnTo>
                    <a:pt x="6609465" y="0"/>
                  </a:lnTo>
                  <a:lnTo>
                    <a:pt x="6608620" y="0"/>
                  </a:lnTo>
                  <a:lnTo>
                    <a:pt x="6607775" y="0"/>
                  </a:lnTo>
                  <a:lnTo>
                    <a:pt x="6606930" y="0"/>
                  </a:lnTo>
                  <a:lnTo>
                    <a:pt x="6606085" y="0"/>
                  </a:lnTo>
                  <a:lnTo>
                    <a:pt x="6605240" y="0"/>
                  </a:lnTo>
                  <a:lnTo>
                    <a:pt x="6604394" y="0"/>
                  </a:lnTo>
                  <a:lnTo>
                    <a:pt x="6603549" y="0"/>
                  </a:lnTo>
                  <a:lnTo>
                    <a:pt x="6602704" y="0"/>
                  </a:lnTo>
                  <a:lnTo>
                    <a:pt x="6601859" y="0"/>
                  </a:lnTo>
                  <a:lnTo>
                    <a:pt x="6601014" y="0"/>
                  </a:lnTo>
                  <a:lnTo>
                    <a:pt x="6600169" y="0"/>
                  </a:lnTo>
                  <a:lnTo>
                    <a:pt x="6599324" y="0"/>
                  </a:lnTo>
                  <a:lnTo>
                    <a:pt x="6598479" y="0"/>
                  </a:lnTo>
                  <a:lnTo>
                    <a:pt x="6597634" y="0"/>
                  </a:lnTo>
                  <a:lnTo>
                    <a:pt x="6596789" y="0"/>
                  </a:lnTo>
                  <a:lnTo>
                    <a:pt x="6595944" y="0"/>
                  </a:lnTo>
                  <a:lnTo>
                    <a:pt x="6595098" y="0"/>
                  </a:lnTo>
                  <a:lnTo>
                    <a:pt x="6594253" y="0"/>
                  </a:lnTo>
                  <a:lnTo>
                    <a:pt x="6593408" y="0"/>
                  </a:lnTo>
                  <a:lnTo>
                    <a:pt x="6592563" y="0"/>
                  </a:lnTo>
                  <a:lnTo>
                    <a:pt x="6591718" y="0"/>
                  </a:lnTo>
                  <a:lnTo>
                    <a:pt x="6590873" y="0"/>
                  </a:lnTo>
                  <a:lnTo>
                    <a:pt x="6590028" y="0"/>
                  </a:lnTo>
                  <a:lnTo>
                    <a:pt x="6589183" y="0"/>
                  </a:lnTo>
                  <a:lnTo>
                    <a:pt x="6588338" y="0"/>
                  </a:lnTo>
                  <a:lnTo>
                    <a:pt x="6587493" y="0"/>
                  </a:lnTo>
                  <a:lnTo>
                    <a:pt x="6586648" y="0"/>
                  </a:lnTo>
                  <a:lnTo>
                    <a:pt x="6585802" y="0"/>
                  </a:lnTo>
                  <a:lnTo>
                    <a:pt x="6584957" y="0"/>
                  </a:lnTo>
                  <a:lnTo>
                    <a:pt x="6584112" y="0"/>
                  </a:lnTo>
                  <a:lnTo>
                    <a:pt x="6583267" y="0"/>
                  </a:lnTo>
                  <a:lnTo>
                    <a:pt x="6582422" y="0"/>
                  </a:lnTo>
                  <a:lnTo>
                    <a:pt x="6581577" y="0"/>
                  </a:lnTo>
                  <a:lnTo>
                    <a:pt x="6580732" y="0"/>
                  </a:lnTo>
                  <a:lnTo>
                    <a:pt x="6579887" y="0"/>
                  </a:lnTo>
                  <a:lnTo>
                    <a:pt x="6579042" y="0"/>
                  </a:lnTo>
                  <a:lnTo>
                    <a:pt x="6578197" y="0"/>
                  </a:lnTo>
                  <a:lnTo>
                    <a:pt x="6577352" y="0"/>
                  </a:lnTo>
                  <a:lnTo>
                    <a:pt x="6576506" y="0"/>
                  </a:lnTo>
                  <a:lnTo>
                    <a:pt x="6575661" y="0"/>
                  </a:lnTo>
                  <a:lnTo>
                    <a:pt x="6574816" y="0"/>
                  </a:lnTo>
                  <a:lnTo>
                    <a:pt x="6573971" y="0"/>
                  </a:lnTo>
                  <a:lnTo>
                    <a:pt x="6573126" y="0"/>
                  </a:lnTo>
                  <a:lnTo>
                    <a:pt x="6572281" y="0"/>
                  </a:lnTo>
                  <a:lnTo>
                    <a:pt x="6571436" y="0"/>
                  </a:lnTo>
                  <a:lnTo>
                    <a:pt x="6570591" y="0"/>
                  </a:lnTo>
                  <a:lnTo>
                    <a:pt x="6569746" y="0"/>
                  </a:lnTo>
                  <a:lnTo>
                    <a:pt x="6568901" y="0"/>
                  </a:lnTo>
                  <a:lnTo>
                    <a:pt x="6568056" y="0"/>
                  </a:lnTo>
                  <a:lnTo>
                    <a:pt x="6567210" y="0"/>
                  </a:lnTo>
                  <a:lnTo>
                    <a:pt x="6566365" y="0"/>
                  </a:lnTo>
                  <a:lnTo>
                    <a:pt x="6565520" y="0"/>
                  </a:lnTo>
                  <a:lnTo>
                    <a:pt x="6564675" y="0"/>
                  </a:lnTo>
                  <a:lnTo>
                    <a:pt x="6563830" y="0"/>
                  </a:lnTo>
                  <a:lnTo>
                    <a:pt x="6562985" y="0"/>
                  </a:lnTo>
                  <a:lnTo>
                    <a:pt x="6562140" y="0"/>
                  </a:lnTo>
                  <a:lnTo>
                    <a:pt x="6561295" y="0"/>
                  </a:lnTo>
                  <a:lnTo>
                    <a:pt x="6560450" y="0"/>
                  </a:lnTo>
                  <a:lnTo>
                    <a:pt x="6559605" y="0"/>
                  </a:lnTo>
                  <a:lnTo>
                    <a:pt x="6558760" y="0"/>
                  </a:lnTo>
                  <a:lnTo>
                    <a:pt x="6557914" y="0"/>
                  </a:lnTo>
                  <a:lnTo>
                    <a:pt x="6557069" y="0"/>
                  </a:lnTo>
                  <a:lnTo>
                    <a:pt x="6556224" y="0"/>
                  </a:lnTo>
                  <a:lnTo>
                    <a:pt x="6555379" y="0"/>
                  </a:lnTo>
                  <a:lnTo>
                    <a:pt x="6554534" y="0"/>
                  </a:lnTo>
                  <a:lnTo>
                    <a:pt x="6553689" y="0"/>
                  </a:lnTo>
                  <a:lnTo>
                    <a:pt x="6552844" y="0"/>
                  </a:lnTo>
                  <a:lnTo>
                    <a:pt x="6551999" y="0"/>
                  </a:lnTo>
                  <a:lnTo>
                    <a:pt x="6551154" y="0"/>
                  </a:lnTo>
                  <a:lnTo>
                    <a:pt x="6550309" y="0"/>
                  </a:lnTo>
                  <a:lnTo>
                    <a:pt x="6549463" y="0"/>
                  </a:lnTo>
                  <a:lnTo>
                    <a:pt x="6548618" y="0"/>
                  </a:lnTo>
                  <a:lnTo>
                    <a:pt x="6547773" y="0"/>
                  </a:lnTo>
                  <a:lnTo>
                    <a:pt x="6546928" y="0"/>
                  </a:lnTo>
                  <a:lnTo>
                    <a:pt x="6546083" y="0"/>
                  </a:lnTo>
                  <a:lnTo>
                    <a:pt x="6545238" y="0"/>
                  </a:lnTo>
                  <a:lnTo>
                    <a:pt x="6544393" y="0"/>
                  </a:lnTo>
                  <a:lnTo>
                    <a:pt x="6543548" y="0"/>
                  </a:lnTo>
                  <a:lnTo>
                    <a:pt x="6542703" y="0"/>
                  </a:lnTo>
                  <a:lnTo>
                    <a:pt x="6541858" y="0"/>
                  </a:lnTo>
                  <a:lnTo>
                    <a:pt x="6541013" y="0"/>
                  </a:lnTo>
                  <a:lnTo>
                    <a:pt x="6540167" y="0"/>
                  </a:lnTo>
                  <a:lnTo>
                    <a:pt x="6539322" y="0"/>
                  </a:lnTo>
                  <a:lnTo>
                    <a:pt x="6538477" y="0"/>
                  </a:lnTo>
                  <a:lnTo>
                    <a:pt x="6537632" y="0"/>
                  </a:lnTo>
                  <a:lnTo>
                    <a:pt x="6536787" y="0"/>
                  </a:lnTo>
                  <a:lnTo>
                    <a:pt x="6535942" y="0"/>
                  </a:lnTo>
                  <a:lnTo>
                    <a:pt x="6535097" y="0"/>
                  </a:lnTo>
                  <a:lnTo>
                    <a:pt x="6534252" y="0"/>
                  </a:lnTo>
                  <a:lnTo>
                    <a:pt x="6533407" y="0"/>
                  </a:lnTo>
                  <a:lnTo>
                    <a:pt x="6532562" y="0"/>
                  </a:lnTo>
                  <a:lnTo>
                    <a:pt x="6531717" y="0"/>
                  </a:lnTo>
                  <a:lnTo>
                    <a:pt x="6530871" y="0"/>
                  </a:lnTo>
                  <a:lnTo>
                    <a:pt x="6530026" y="0"/>
                  </a:lnTo>
                  <a:lnTo>
                    <a:pt x="6529181" y="0"/>
                  </a:lnTo>
                  <a:lnTo>
                    <a:pt x="6528336" y="0"/>
                  </a:lnTo>
                  <a:lnTo>
                    <a:pt x="6527491" y="0"/>
                  </a:lnTo>
                  <a:lnTo>
                    <a:pt x="6526646" y="0"/>
                  </a:lnTo>
                  <a:lnTo>
                    <a:pt x="6525801" y="0"/>
                  </a:lnTo>
                  <a:lnTo>
                    <a:pt x="6524956" y="0"/>
                  </a:lnTo>
                  <a:lnTo>
                    <a:pt x="6524111" y="0"/>
                  </a:lnTo>
                  <a:lnTo>
                    <a:pt x="6523266" y="0"/>
                  </a:lnTo>
                  <a:lnTo>
                    <a:pt x="6522421" y="0"/>
                  </a:lnTo>
                  <a:lnTo>
                    <a:pt x="6521575" y="0"/>
                  </a:lnTo>
                  <a:lnTo>
                    <a:pt x="6520730" y="0"/>
                  </a:lnTo>
                  <a:lnTo>
                    <a:pt x="6519885" y="0"/>
                  </a:lnTo>
                  <a:lnTo>
                    <a:pt x="6519040" y="0"/>
                  </a:lnTo>
                  <a:lnTo>
                    <a:pt x="6518195" y="0"/>
                  </a:lnTo>
                  <a:lnTo>
                    <a:pt x="6517350" y="0"/>
                  </a:lnTo>
                  <a:lnTo>
                    <a:pt x="6516505" y="0"/>
                  </a:lnTo>
                  <a:lnTo>
                    <a:pt x="6515660" y="0"/>
                  </a:lnTo>
                  <a:lnTo>
                    <a:pt x="6514815" y="0"/>
                  </a:lnTo>
                  <a:lnTo>
                    <a:pt x="6513970" y="0"/>
                  </a:lnTo>
                  <a:lnTo>
                    <a:pt x="6513125" y="0"/>
                  </a:lnTo>
                  <a:lnTo>
                    <a:pt x="6512279" y="0"/>
                  </a:lnTo>
                  <a:lnTo>
                    <a:pt x="6511434" y="0"/>
                  </a:lnTo>
                  <a:lnTo>
                    <a:pt x="6510589" y="0"/>
                  </a:lnTo>
                  <a:lnTo>
                    <a:pt x="6509744" y="0"/>
                  </a:lnTo>
                  <a:lnTo>
                    <a:pt x="6508899" y="0"/>
                  </a:lnTo>
                  <a:lnTo>
                    <a:pt x="6508054" y="0"/>
                  </a:lnTo>
                  <a:lnTo>
                    <a:pt x="6507209" y="0"/>
                  </a:lnTo>
                  <a:lnTo>
                    <a:pt x="6506364" y="0"/>
                  </a:lnTo>
                  <a:lnTo>
                    <a:pt x="6505519" y="0"/>
                  </a:lnTo>
                  <a:lnTo>
                    <a:pt x="6504674" y="0"/>
                  </a:lnTo>
                  <a:lnTo>
                    <a:pt x="6503829" y="0"/>
                  </a:lnTo>
                  <a:lnTo>
                    <a:pt x="6502983" y="0"/>
                  </a:lnTo>
                  <a:lnTo>
                    <a:pt x="6502138" y="0"/>
                  </a:lnTo>
                  <a:lnTo>
                    <a:pt x="6501293" y="0"/>
                  </a:lnTo>
                  <a:lnTo>
                    <a:pt x="6500448" y="0"/>
                  </a:lnTo>
                  <a:lnTo>
                    <a:pt x="6499603" y="0"/>
                  </a:lnTo>
                  <a:lnTo>
                    <a:pt x="6498758" y="0"/>
                  </a:lnTo>
                  <a:lnTo>
                    <a:pt x="6497913" y="0"/>
                  </a:lnTo>
                  <a:lnTo>
                    <a:pt x="6497068" y="0"/>
                  </a:lnTo>
                  <a:lnTo>
                    <a:pt x="6496223" y="0"/>
                  </a:lnTo>
                  <a:lnTo>
                    <a:pt x="6495378" y="0"/>
                  </a:lnTo>
                  <a:lnTo>
                    <a:pt x="6494533" y="0"/>
                  </a:lnTo>
                  <a:lnTo>
                    <a:pt x="6493687" y="0"/>
                  </a:lnTo>
                  <a:lnTo>
                    <a:pt x="6492842" y="0"/>
                  </a:lnTo>
                  <a:lnTo>
                    <a:pt x="6491997" y="0"/>
                  </a:lnTo>
                  <a:lnTo>
                    <a:pt x="6491152" y="0"/>
                  </a:lnTo>
                  <a:lnTo>
                    <a:pt x="6490307" y="0"/>
                  </a:lnTo>
                  <a:lnTo>
                    <a:pt x="6489462" y="0"/>
                  </a:lnTo>
                  <a:lnTo>
                    <a:pt x="6488617" y="0"/>
                  </a:lnTo>
                  <a:lnTo>
                    <a:pt x="6487772" y="0"/>
                  </a:lnTo>
                  <a:lnTo>
                    <a:pt x="6486927" y="0"/>
                  </a:lnTo>
                  <a:lnTo>
                    <a:pt x="6486082" y="0"/>
                  </a:lnTo>
                  <a:lnTo>
                    <a:pt x="6485236" y="0"/>
                  </a:lnTo>
                  <a:lnTo>
                    <a:pt x="6484391" y="0"/>
                  </a:lnTo>
                  <a:lnTo>
                    <a:pt x="6483546" y="0"/>
                  </a:lnTo>
                  <a:lnTo>
                    <a:pt x="6482701" y="0"/>
                  </a:lnTo>
                  <a:lnTo>
                    <a:pt x="6481856" y="0"/>
                  </a:lnTo>
                  <a:lnTo>
                    <a:pt x="6481011" y="0"/>
                  </a:lnTo>
                  <a:lnTo>
                    <a:pt x="6480166" y="0"/>
                  </a:lnTo>
                  <a:lnTo>
                    <a:pt x="6479321" y="0"/>
                  </a:lnTo>
                  <a:lnTo>
                    <a:pt x="6478476" y="0"/>
                  </a:lnTo>
                  <a:lnTo>
                    <a:pt x="6477631" y="0"/>
                  </a:lnTo>
                  <a:lnTo>
                    <a:pt x="6476786" y="0"/>
                  </a:lnTo>
                  <a:lnTo>
                    <a:pt x="6475940" y="0"/>
                  </a:lnTo>
                  <a:lnTo>
                    <a:pt x="6475095" y="0"/>
                  </a:lnTo>
                  <a:lnTo>
                    <a:pt x="6474250" y="0"/>
                  </a:lnTo>
                  <a:lnTo>
                    <a:pt x="6473405" y="0"/>
                  </a:lnTo>
                  <a:lnTo>
                    <a:pt x="6472560" y="0"/>
                  </a:lnTo>
                  <a:lnTo>
                    <a:pt x="6471715" y="0"/>
                  </a:lnTo>
                  <a:lnTo>
                    <a:pt x="6470870" y="0"/>
                  </a:lnTo>
                  <a:lnTo>
                    <a:pt x="6470025" y="0"/>
                  </a:lnTo>
                  <a:lnTo>
                    <a:pt x="6469180" y="0"/>
                  </a:lnTo>
                  <a:lnTo>
                    <a:pt x="6468335" y="0"/>
                  </a:lnTo>
                  <a:lnTo>
                    <a:pt x="6467490" y="0"/>
                  </a:lnTo>
                  <a:lnTo>
                    <a:pt x="6466644" y="0"/>
                  </a:lnTo>
                  <a:lnTo>
                    <a:pt x="6465799" y="0"/>
                  </a:lnTo>
                  <a:lnTo>
                    <a:pt x="6464954" y="0"/>
                  </a:lnTo>
                  <a:lnTo>
                    <a:pt x="6464109" y="0"/>
                  </a:lnTo>
                  <a:lnTo>
                    <a:pt x="6463264" y="0"/>
                  </a:lnTo>
                  <a:lnTo>
                    <a:pt x="6462419" y="0"/>
                  </a:lnTo>
                  <a:lnTo>
                    <a:pt x="6461574" y="0"/>
                  </a:lnTo>
                  <a:lnTo>
                    <a:pt x="6460729" y="0"/>
                  </a:lnTo>
                  <a:lnTo>
                    <a:pt x="6459884" y="0"/>
                  </a:lnTo>
                  <a:lnTo>
                    <a:pt x="6459039" y="0"/>
                  </a:lnTo>
                  <a:lnTo>
                    <a:pt x="6458194" y="0"/>
                  </a:lnTo>
                  <a:lnTo>
                    <a:pt x="6457348" y="0"/>
                  </a:lnTo>
                  <a:lnTo>
                    <a:pt x="6456503" y="0"/>
                  </a:lnTo>
                  <a:lnTo>
                    <a:pt x="6455658" y="0"/>
                  </a:lnTo>
                  <a:lnTo>
                    <a:pt x="6454813" y="0"/>
                  </a:lnTo>
                  <a:lnTo>
                    <a:pt x="6453968" y="0"/>
                  </a:lnTo>
                  <a:lnTo>
                    <a:pt x="6453123" y="0"/>
                  </a:lnTo>
                  <a:lnTo>
                    <a:pt x="6452278" y="0"/>
                  </a:lnTo>
                  <a:lnTo>
                    <a:pt x="6451433" y="0"/>
                  </a:lnTo>
                  <a:lnTo>
                    <a:pt x="6450588" y="0"/>
                  </a:lnTo>
                  <a:lnTo>
                    <a:pt x="6449743" y="0"/>
                  </a:lnTo>
                  <a:lnTo>
                    <a:pt x="6448898" y="0"/>
                  </a:lnTo>
                  <a:lnTo>
                    <a:pt x="6448052" y="0"/>
                  </a:lnTo>
                  <a:lnTo>
                    <a:pt x="6447207" y="0"/>
                  </a:lnTo>
                  <a:lnTo>
                    <a:pt x="6446362" y="0"/>
                  </a:lnTo>
                  <a:lnTo>
                    <a:pt x="6445517" y="0"/>
                  </a:lnTo>
                  <a:lnTo>
                    <a:pt x="6444672" y="0"/>
                  </a:lnTo>
                  <a:lnTo>
                    <a:pt x="6443827" y="0"/>
                  </a:lnTo>
                  <a:lnTo>
                    <a:pt x="6442982" y="0"/>
                  </a:lnTo>
                  <a:lnTo>
                    <a:pt x="6442137" y="0"/>
                  </a:lnTo>
                  <a:lnTo>
                    <a:pt x="6441292" y="0"/>
                  </a:lnTo>
                  <a:lnTo>
                    <a:pt x="6440447" y="0"/>
                  </a:lnTo>
                  <a:lnTo>
                    <a:pt x="6439602" y="0"/>
                  </a:lnTo>
                  <a:lnTo>
                    <a:pt x="6438756" y="0"/>
                  </a:lnTo>
                  <a:lnTo>
                    <a:pt x="6437911" y="0"/>
                  </a:lnTo>
                  <a:lnTo>
                    <a:pt x="6437066" y="0"/>
                  </a:lnTo>
                  <a:lnTo>
                    <a:pt x="6436221" y="0"/>
                  </a:lnTo>
                  <a:lnTo>
                    <a:pt x="6435376" y="0"/>
                  </a:lnTo>
                  <a:lnTo>
                    <a:pt x="6434531" y="0"/>
                  </a:lnTo>
                  <a:lnTo>
                    <a:pt x="6433686" y="0"/>
                  </a:lnTo>
                  <a:lnTo>
                    <a:pt x="6432841" y="0"/>
                  </a:lnTo>
                  <a:lnTo>
                    <a:pt x="6431996" y="0"/>
                  </a:lnTo>
                  <a:lnTo>
                    <a:pt x="6431151" y="0"/>
                  </a:lnTo>
                  <a:lnTo>
                    <a:pt x="6430306" y="0"/>
                  </a:lnTo>
                  <a:lnTo>
                    <a:pt x="6429460" y="0"/>
                  </a:lnTo>
                  <a:lnTo>
                    <a:pt x="6428615" y="0"/>
                  </a:lnTo>
                  <a:lnTo>
                    <a:pt x="6427770" y="0"/>
                  </a:lnTo>
                  <a:lnTo>
                    <a:pt x="6426925" y="0"/>
                  </a:lnTo>
                  <a:lnTo>
                    <a:pt x="6426080" y="0"/>
                  </a:lnTo>
                  <a:lnTo>
                    <a:pt x="6425235" y="0"/>
                  </a:lnTo>
                  <a:lnTo>
                    <a:pt x="6424390" y="0"/>
                  </a:lnTo>
                  <a:lnTo>
                    <a:pt x="6423545" y="0"/>
                  </a:lnTo>
                  <a:lnTo>
                    <a:pt x="6422700" y="0"/>
                  </a:lnTo>
                  <a:lnTo>
                    <a:pt x="6421855" y="0"/>
                  </a:lnTo>
                  <a:lnTo>
                    <a:pt x="6421009" y="0"/>
                  </a:lnTo>
                  <a:lnTo>
                    <a:pt x="6420164" y="0"/>
                  </a:lnTo>
                  <a:lnTo>
                    <a:pt x="6419319" y="0"/>
                  </a:lnTo>
                  <a:lnTo>
                    <a:pt x="6418474" y="0"/>
                  </a:lnTo>
                  <a:lnTo>
                    <a:pt x="6417629" y="0"/>
                  </a:lnTo>
                  <a:lnTo>
                    <a:pt x="6416784" y="0"/>
                  </a:lnTo>
                  <a:lnTo>
                    <a:pt x="6415939" y="0"/>
                  </a:lnTo>
                  <a:lnTo>
                    <a:pt x="6415094" y="0"/>
                  </a:lnTo>
                  <a:lnTo>
                    <a:pt x="6414249" y="0"/>
                  </a:lnTo>
                  <a:lnTo>
                    <a:pt x="6413404" y="0"/>
                  </a:lnTo>
                  <a:lnTo>
                    <a:pt x="6412559" y="0"/>
                  </a:lnTo>
                  <a:lnTo>
                    <a:pt x="6411713" y="0"/>
                  </a:lnTo>
                  <a:lnTo>
                    <a:pt x="6410868" y="0"/>
                  </a:lnTo>
                  <a:lnTo>
                    <a:pt x="6410023" y="0"/>
                  </a:lnTo>
                  <a:lnTo>
                    <a:pt x="6409178" y="0"/>
                  </a:lnTo>
                  <a:lnTo>
                    <a:pt x="6408333" y="0"/>
                  </a:lnTo>
                  <a:lnTo>
                    <a:pt x="6407488" y="0"/>
                  </a:lnTo>
                  <a:lnTo>
                    <a:pt x="6406643" y="0"/>
                  </a:lnTo>
                  <a:lnTo>
                    <a:pt x="6405798" y="0"/>
                  </a:lnTo>
                  <a:lnTo>
                    <a:pt x="6404953" y="0"/>
                  </a:lnTo>
                  <a:lnTo>
                    <a:pt x="6404108" y="0"/>
                  </a:lnTo>
                  <a:lnTo>
                    <a:pt x="6403263" y="0"/>
                  </a:lnTo>
                  <a:lnTo>
                    <a:pt x="6402417" y="0"/>
                  </a:lnTo>
                  <a:lnTo>
                    <a:pt x="6401572" y="0"/>
                  </a:lnTo>
                  <a:lnTo>
                    <a:pt x="6400727" y="0"/>
                  </a:lnTo>
                  <a:lnTo>
                    <a:pt x="6399882" y="0"/>
                  </a:lnTo>
                  <a:lnTo>
                    <a:pt x="6399037" y="0"/>
                  </a:lnTo>
                  <a:lnTo>
                    <a:pt x="6398192" y="0"/>
                  </a:lnTo>
                  <a:lnTo>
                    <a:pt x="6397347" y="0"/>
                  </a:lnTo>
                  <a:lnTo>
                    <a:pt x="6396502" y="0"/>
                  </a:lnTo>
                  <a:lnTo>
                    <a:pt x="6395657" y="0"/>
                  </a:lnTo>
                  <a:lnTo>
                    <a:pt x="6394812" y="0"/>
                  </a:lnTo>
                  <a:lnTo>
                    <a:pt x="6393967" y="0"/>
                  </a:lnTo>
                  <a:lnTo>
                    <a:pt x="6393121" y="0"/>
                  </a:lnTo>
                  <a:lnTo>
                    <a:pt x="6392276" y="0"/>
                  </a:lnTo>
                  <a:lnTo>
                    <a:pt x="6391431" y="0"/>
                  </a:lnTo>
                  <a:lnTo>
                    <a:pt x="6390586" y="0"/>
                  </a:lnTo>
                  <a:lnTo>
                    <a:pt x="6389741" y="0"/>
                  </a:lnTo>
                  <a:lnTo>
                    <a:pt x="6388896" y="0"/>
                  </a:lnTo>
                  <a:lnTo>
                    <a:pt x="6388051" y="0"/>
                  </a:lnTo>
                  <a:lnTo>
                    <a:pt x="6387206" y="0"/>
                  </a:lnTo>
                  <a:lnTo>
                    <a:pt x="6386361" y="0"/>
                  </a:lnTo>
                  <a:lnTo>
                    <a:pt x="6385516" y="0"/>
                  </a:lnTo>
                  <a:lnTo>
                    <a:pt x="6384671" y="0"/>
                  </a:lnTo>
                  <a:lnTo>
                    <a:pt x="6383825" y="0"/>
                  </a:lnTo>
                  <a:lnTo>
                    <a:pt x="6382980" y="0"/>
                  </a:lnTo>
                  <a:lnTo>
                    <a:pt x="6382135" y="0"/>
                  </a:lnTo>
                  <a:lnTo>
                    <a:pt x="6381290" y="0"/>
                  </a:lnTo>
                  <a:lnTo>
                    <a:pt x="6380445" y="0"/>
                  </a:lnTo>
                  <a:lnTo>
                    <a:pt x="6379600" y="0"/>
                  </a:lnTo>
                  <a:lnTo>
                    <a:pt x="6378755" y="0"/>
                  </a:lnTo>
                  <a:lnTo>
                    <a:pt x="6377910" y="0"/>
                  </a:lnTo>
                  <a:lnTo>
                    <a:pt x="6377065" y="0"/>
                  </a:lnTo>
                  <a:lnTo>
                    <a:pt x="6376220" y="0"/>
                  </a:lnTo>
                  <a:lnTo>
                    <a:pt x="6375375" y="0"/>
                  </a:lnTo>
                  <a:lnTo>
                    <a:pt x="6374529" y="0"/>
                  </a:lnTo>
                  <a:lnTo>
                    <a:pt x="6373684" y="0"/>
                  </a:lnTo>
                  <a:lnTo>
                    <a:pt x="6372839" y="0"/>
                  </a:lnTo>
                  <a:lnTo>
                    <a:pt x="6371994" y="0"/>
                  </a:lnTo>
                  <a:lnTo>
                    <a:pt x="6371149" y="0"/>
                  </a:lnTo>
                  <a:lnTo>
                    <a:pt x="6370304" y="0"/>
                  </a:lnTo>
                  <a:lnTo>
                    <a:pt x="6369459" y="0"/>
                  </a:lnTo>
                  <a:lnTo>
                    <a:pt x="6368614" y="0"/>
                  </a:lnTo>
                  <a:lnTo>
                    <a:pt x="6367769" y="0"/>
                  </a:lnTo>
                  <a:lnTo>
                    <a:pt x="6366924" y="0"/>
                  </a:lnTo>
                  <a:lnTo>
                    <a:pt x="6366079" y="0"/>
                  </a:lnTo>
                  <a:lnTo>
                    <a:pt x="6365233" y="0"/>
                  </a:lnTo>
                  <a:lnTo>
                    <a:pt x="6364388" y="0"/>
                  </a:lnTo>
                  <a:lnTo>
                    <a:pt x="6363543" y="0"/>
                  </a:lnTo>
                  <a:lnTo>
                    <a:pt x="6362698" y="0"/>
                  </a:lnTo>
                  <a:lnTo>
                    <a:pt x="6361853" y="0"/>
                  </a:lnTo>
                  <a:lnTo>
                    <a:pt x="6361008" y="0"/>
                  </a:lnTo>
                  <a:lnTo>
                    <a:pt x="6360163" y="0"/>
                  </a:lnTo>
                  <a:lnTo>
                    <a:pt x="6359318" y="0"/>
                  </a:lnTo>
                  <a:lnTo>
                    <a:pt x="6358473" y="0"/>
                  </a:lnTo>
                  <a:lnTo>
                    <a:pt x="6357628" y="0"/>
                  </a:lnTo>
                  <a:lnTo>
                    <a:pt x="6356782" y="0"/>
                  </a:lnTo>
                  <a:lnTo>
                    <a:pt x="6355937" y="0"/>
                  </a:lnTo>
                  <a:lnTo>
                    <a:pt x="6355092" y="0"/>
                  </a:lnTo>
                  <a:lnTo>
                    <a:pt x="6354247" y="0"/>
                  </a:lnTo>
                  <a:lnTo>
                    <a:pt x="6353402" y="0"/>
                  </a:lnTo>
                  <a:lnTo>
                    <a:pt x="6352557" y="0"/>
                  </a:lnTo>
                  <a:lnTo>
                    <a:pt x="6351712" y="0"/>
                  </a:lnTo>
                  <a:lnTo>
                    <a:pt x="6350867" y="0"/>
                  </a:lnTo>
                  <a:lnTo>
                    <a:pt x="6350022" y="0"/>
                  </a:lnTo>
                  <a:lnTo>
                    <a:pt x="6349177" y="0"/>
                  </a:lnTo>
                  <a:lnTo>
                    <a:pt x="6348332" y="0"/>
                  </a:lnTo>
                  <a:lnTo>
                    <a:pt x="6347486" y="0"/>
                  </a:lnTo>
                  <a:lnTo>
                    <a:pt x="6346641" y="0"/>
                  </a:lnTo>
                  <a:lnTo>
                    <a:pt x="6345796" y="0"/>
                  </a:lnTo>
                  <a:lnTo>
                    <a:pt x="6344951" y="0"/>
                  </a:lnTo>
                  <a:lnTo>
                    <a:pt x="6344106" y="0"/>
                  </a:lnTo>
                  <a:lnTo>
                    <a:pt x="6343261" y="0"/>
                  </a:lnTo>
                  <a:lnTo>
                    <a:pt x="6342416" y="0"/>
                  </a:lnTo>
                  <a:lnTo>
                    <a:pt x="6341571" y="0"/>
                  </a:lnTo>
                  <a:lnTo>
                    <a:pt x="6340726" y="0"/>
                  </a:lnTo>
                  <a:lnTo>
                    <a:pt x="6339881" y="0"/>
                  </a:lnTo>
                  <a:lnTo>
                    <a:pt x="6339036" y="0"/>
                  </a:lnTo>
                  <a:lnTo>
                    <a:pt x="6338190" y="0"/>
                  </a:lnTo>
                  <a:lnTo>
                    <a:pt x="6337345" y="0"/>
                  </a:lnTo>
                  <a:lnTo>
                    <a:pt x="6336500" y="0"/>
                  </a:lnTo>
                  <a:lnTo>
                    <a:pt x="6335655" y="0"/>
                  </a:lnTo>
                  <a:lnTo>
                    <a:pt x="6334810" y="0"/>
                  </a:lnTo>
                  <a:lnTo>
                    <a:pt x="6333965" y="0"/>
                  </a:lnTo>
                  <a:lnTo>
                    <a:pt x="6333120" y="0"/>
                  </a:lnTo>
                  <a:lnTo>
                    <a:pt x="6332275" y="0"/>
                  </a:lnTo>
                  <a:lnTo>
                    <a:pt x="6331430" y="0"/>
                  </a:lnTo>
                  <a:lnTo>
                    <a:pt x="6330585" y="0"/>
                  </a:lnTo>
                  <a:lnTo>
                    <a:pt x="6329740" y="0"/>
                  </a:lnTo>
                  <a:lnTo>
                    <a:pt x="6328894" y="0"/>
                  </a:lnTo>
                  <a:lnTo>
                    <a:pt x="6328049" y="0"/>
                  </a:lnTo>
                  <a:lnTo>
                    <a:pt x="6327204" y="0"/>
                  </a:lnTo>
                  <a:lnTo>
                    <a:pt x="6326359" y="0"/>
                  </a:lnTo>
                  <a:lnTo>
                    <a:pt x="6325514" y="0"/>
                  </a:lnTo>
                  <a:lnTo>
                    <a:pt x="6324669" y="0"/>
                  </a:lnTo>
                  <a:lnTo>
                    <a:pt x="6323824" y="0"/>
                  </a:lnTo>
                  <a:lnTo>
                    <a:pt x="6322979" y="0"/>
                  </a:lnTo>
                  <a:lnTo>
                    <a:pt x="6322134" y="0"/>
                  </a:lnTo>
                  <a:lnTo>
                    <a:pt x="6321289" y="0"/>
                  </a:lnTo>
                  <a:lnTo>
                    <a:pt x="6320444" y="0"/>
                  </a:lnTo>
                  <a:lnTo>
                    <a:pt x="6319598" y="0"/>
                  </a:lnTo>
                  <a:lnTo>
                    <a:pt x="6318753" y="0"/>
                  </a:lnTo>
                  <a:lnTo>
                    <a:pt x="6317908" y="0"/>
                  </a:lnTo>
                  <a:lnTo>
                    <a:pt x="6317063" y="0"/>
                  </a:lnTo>
                  <a:lnTo>
                    <a:pt x="6316218" y="0"/>
                  </a:lnTo>
                  <a:lnTo>
                    <a:pt x="6315373" y="0"/>
                  </a:lnTo>
                  <a:lnTo>
                    <a:pt x="6314528" y="0"/>
                  </a:lnTo>
                  <a:lnTo>
                    <a:pt x="6313683" y="0"/>
                  </a:lnTo>
                  <a:lnTo>
                    <a:pt x="6312838" y="0"/>
                  </a:lnTo>
                  <a:lnTo>
                    <a:pt x="6311993" y="0"/>
                  </a:lnTo>
                  <a:lnTo>
                    <a:pt x="6311148" y="0"/>
                  </a:lnTo>
                  <a:lnTo>
                    <a:pt x="6310302" y="0"/>
                  </a:lnTo>
                  <a:lnTo>
                    <a:pt x="6309457" y="0"/>
                  </a:lnTo>
                  <a:lnTo>
                    <a:pt x="6308612" y="0"/>
                  </a:lnTo>
                  <a:lnTo>
                    <a:pt x="6307767" y="0"/>
                  </a:lnTo>
                  <a:lnTo>
                    <a:pt x="6306922" y="0"/>
                  </a:lnTo>
                  <a:lnTo>
                    <a:pt x="6306077" y="0"/>
                  </a:lnTo>
                  <a:lnTo>
                    <a:pt x="6305232" y="0"/>
                  </a:lnTo>
                  <a:lnTo>
                    <a:pt x="6304387" y="0"/>
                  </a:lnTo>
                  <a:lnTo>
                    <a:pt x="6303542" y="0"/>
                  </a:lnTo>
                  <a:lnTo>
                    <a:pt x="6302697" y="0"/>
                  </a:lnTo>
                  <a:lnTo>
                    <a:pt x="6301852" y="0"/>
                  </a:lnTo>
                  <a:lnTo>
                    <a:pt x="6301006" y="0"/>
                  </a:lnTo>
                  <a:lnTo>
                    <a:pt x="6300161" y="0"/>
                  </a:lnTo>
                  <a:lnTo>
                    <a:pt x="6299316" y="0"/>
                  </a:lnTo>
                  <a:lnTo>
                    <a:pt x="6298471" y="0"/>
                  </a:lnTo>
                  <a:lnTo>
                    <a:pt x="6297626" y="0"/>
                  </a:lnTo>
                  <a:lnTo>
                    <a:pt x="6296781" y="0"/>
                  </a:lnTo>
                  <a:lnTo>
                    <a:pt x="6295936" y="0"/>
                  </a:lnTo>
                  <a:lnTo>
                    <a:pt x="6295091" y="0"/>
                  </a:lnTo>
                  <a:lnTo>
                    <a:pt x="6294246" y="0"/>
                  </a:lnTo>
                  <a:lnTo>
                    <a:pt x="6293401" y="0"/>
                  </a:lnTo>
                  <a:lnTo>
                    <a:pt x="6292555" y="0"/>
                  </a:lnTo>
                  <a:lnTo>
                    <a:pt x="6291710" y="0"/>
                  </a:lnTo>
                  <a:lnTo>
                    <a:pt x="6290865" y="0"/>
                  </a:lnTo>
                  <a:lnTo>
                    <a:pt x="6290020" y="0"/>
                  </a:lnTo>
                  <a:lnTo>
                    <a:pt x="6289175" y="0"/>
                  </a:lnTo>
                  <a:lnTo>
                    <a:pt x="6288330" y="0"/>
                  </a:lnTo>
                  <a:lnTo>
                    <a:pt x="6287485" y="0"/>
                  </a:lnTo>
                  <a:lnTo>
                    <a:pt x="6286640" y="0"/>
                  </a:lnTo>
                  <a:lnTo>
                    <a:pt x="6285795" y="0"/>
                  </a:lnTo>
                  <a:lnTo>
                    <a:pt x="6284950" y="0"/>
                  </a:lnTo>
                  <a:lnTo>
                    <a:pt x="6284105" y="0"/>
                  </a:lnTo>
                  <a:lnTo>
                    <a:pt x="6283259" y="0"/>
                  </a:lnTo>
                  <a:lnTo>
                    <a:pt x="6282414" y="0"/>
                  </a:lnTo>
                  <a:lnTo>
                    <a:pt x="6281569" y="0"/>
                  </a:lnTo>
                  <a:lnTo>
                    <a:pt x="6280724" y="0"/>
                  </a:lnTo>
                  <a:lnTo>
                    <a:pt x="6279879" y="0"/>
                  </a:lnTo>
                  <a:lnTo>
                    <a:pt x="6279034" y="0"/>
                  </a:lnTo>
                  <a:lnTo>
                    <a:pt x="6278189" y="0"/>
                  </a:lnTo>
                  <a:lnTo>
                    <a:pt x="6277344" y="0"/>
                  </a:lnTo>
                  <a:lnTo>
                    <a:pt x="6276499" y="0"/>
                  </a:lnTo>
                  <a:lnTo>
                    <a:pt x="6275654" y="0"/>
                  </a:lnTo>
                  <a:lnTo>
                    <a:pt x="6274809" y="0"/>
                  </a:lnTo>
                  <a:lnTo>
                    <a:pt x="6273963" y="0"/>
                  </a:lnTo>
                  <a:lnTo>
                    <a:pt x="6273118" y="0"/>
                  </a:lnTo>
                  <a:lnTo>
                    <a:pt x="6272273" y="0"/>
                  </a:lnTo>
                  <a:lnTo>
                    <a:pt x="6271428" y="0"/>
                  </a:lnTo>
                  <a:lnTo>
                    <a:pt x="6270583" y="0"/>
                  </a:lnTo>
                  <a:lnTo>
                    <a:pt x="6269738" y="0"/>
                  </a:lnTo>
                  <a:lnTo>
                    <a:pt x="6268893" y="0"/>
                  </a:lnTo>
                  <a:lnTo>
                    <a:pt x="6268048" y="0"/>
                  </a:lnTo>
                  <a:lnTo>
                    <a:pt x="6267203" y="0"/>
                  </a:lnTo>
                  <a:lnTo>
                    <a:pt x="6266358" y="0"/>
                  </a:lnTo>
                  <a:lnTo>
                    <a:pt x="6265513" y="0"/>
                  </a:lnTo>
                  <a:lnTo>
                    <a:pt x="6264667" y="0"/>
                  </a:lnTo>
                  <a:lnTo>
                    <a:pt x="6263822" y="0"/>
                  </a:lnTo>
                  <a:lnTo>
                    <a:pt x="6262977" y="0"/>
                  </a:lnTo>
                  <a:lnTo>
                    <a:pt x="6262132" y="0"/>
                  </a:lnTo>
                  <a:lnTo>
                    <a:pt x="6261287" y="0"/>
                  </a:lnTo>
                  <a:lnTo>
                    <a:pt x="6260442" y="0"/>
                  </a:lnTo>
                  <a:lnTo>
                    <a:pt x="6259597" y="0"/>
                  </a:lnTo>
                  <a:lnTo>
                    <a:pt x="6258752" y="0"/>
                  </a:lnTo>
                  <a:lnTo>
                    <a:pt x="6257907" y="0"/>
                  </a:lnTo>
                  <a:lnTo>
                    <a:pt x="6257062" y="0"/>
                  </a:lnTo>
                  <a:lnTo>
                    <a:pt x="6256217" y="0"/>
                  </a:lnTo>
                  <a:lnTo>
                    <a:pt x="6255371" y="0"/>
                  </a:lnTo>
                  <a:lnTo>
                    <a:pt x="6254526" y="0"/>
                  </a:lnTo>
                  <a:lnTo>
                    <a:pt x="6253681" y="0"/>
                  </a:lnTo>
                  <a:lnTo>
                    <a:pt x="6252836" y="0"/>
                  </a:lnTo>
                  <a:lnTo>
                    <a:pt x="6251991" y="0"/>
                  </a:lnTo>
                  <a:lnTo>
                    <a:pt x="6251146" y="0"/>
                  </a:lnTo>
                  <a:lnTo>
                    <a:pt x="6250301" y="0"/>
                  </a:lnTo>
                  <a:lnTo>
                    <a:pt x="6249456" y="0"/>
                  </a:lnTo>
                  <a:lnTo>
                    <a:pt x="6248611" y="0"/>
                  </a:lnTo>
                  <a:lnTo>
                    <a:pt x="6247766" y="0"/>
                  </a:lnTo>
                  <a:lnTo>
                    <a:pt x="6246921" y="0"/>
                  </a:lnTo>
                  <a:lnTo>
                    <a:pt x="6246075" y="0"/>
                  </a:lnTo>
                  <a:lnTo>
                    <a:pt x="6245230" y="0"/>
                  </a:lnTo>
                  <a:lnTo>
                    <a:pt x="6244385" y="0"/>
                  </a:lnTo>
                  <a:lnTo>
                    <a:pt x="6243540" y="0"/>
                  </a:lnTo>
                  <a:lnTo>
                    <a:pt x="6242695" y="0"/>
                  </a:lnTo>
                  <a:lnTo>
                    <a:pt x="6241850" y="0"/>
                  </a:lnTo>
                  <a:lnTo>
                    <a:pt x="6241005" y="0"/>
                  </a:lnTo>
                  <a:lnTo>
                    <a:pt x="6240160" y="0"/>
                  </a:lnTo>
                  <a:lnTo>
                    <a:pt x="6239315" y="0"/>
                  </a:lnTo>
                  <a:lnTo>
                    <a:pt x="6238470" y="0"/>
                  </a:lnTo>
                  <a:lnTo>
                    <a:pt x="6237624" y="0"/>
                  </a:lnTo>
                  <a:lnTo>
                    <a:pt x="6236779" y="0"/>
                  </a:lnTo>
                  <a:lnTo>
                    <a:pt x="6235934" y="0"/>
                  </a:lnTo>
                  <a:lnTo>
                    <a:pt x="6235089" y="0"/>
                  </a:lnTo>
                  <a:lnTo>
                    <a:pt x="6234244" y="0"/>
                  </a:lnTo>
                  <a:lnTo>
                    <a:pt x="6233399" y="0"/>
                  </a:lnTo>
                  <a:lnTo>
                    <a:pt x="6232554" y="0"/>
                  </a:lnTo>
                  <a:lnTo>
                    <a:pt x="6231709" y="0"/>
                  </a:lnTo>
                  <a:lnTo>
                    <a:pt x="6230864" y="0"/>
                  </a:lnTo>
                  <a:lnTo>
                    <a:pt x="6230019" y="0"/>
                  </a:lnTo>
                  <a:lnTo>
                    <a:pt x="6229174" y="0"/>
                  </a:lnTo>
                  <a:lnTo>
                    <a:pt x="6228328" y="0"/>
                  </a:lnTo>
                  <a:lnTo>
                    <a:pt x="6227483" y="0"/>
                  </a:lnTo>
                  <a:lnTo>
                    <a:pt x="6226638" y="0"/>
                  </a:lnTo>
                  <a:lnTo>
                    <a:pt x="6225793" y="0"/>
                  </a:lnTo>
                  <a:lnTo>
                    <a:pt x="6224948" y="0"/>
                  </a:lnTo>
                  <a:lnTo>
                    <a:pt x="6224103" y="0"/>
                  </a:lnTo>
                  <a:lnTo>
                    <a:pt x="6223258" y="0"/>
                  </a:lnTo>
                  <a:lnTo>
                    <a:pt x="6222413" y="0"/>
                  </a:lnTo>
                  <a:lnTo>
                    <a:pt x="6221568" y="0"/>
                  </a:lnTo>
                  <a:lnTo>
                    <a:pt x="6220723" y="0"/>
                  </a:lnTo>
                  <a:lnTo>
                    <a:pt x="6219878" y="0"/>
                  </a:lnTo>
                  <a:lnTo>
                    <a:pt x="6219032" y="0"/>
                  </a:lnTo>
                  <a:lnTo>
                    <a:pt x="6218187" y="0"/>
                  </a:lnTo>
                  <a:lnTo>
                    <a:pt x="6217342" y="0"/>
                  </a:lnTo>
                  <a:lnTo>
                    <a:pt x="6216497" y="0"/>
                  </a:lnTo>
                  <a:lnTo>
                    <a:pt x="6215652" y="0"/>
                  </a:lnTo>
                  <a:lnTo>
                    <a:pt x="6214807" y="0"/>
                  </a:lnTo>
                  <a:lnTo>
                    <a:pt x="6213962" y="0"/>
                  </a:lnTo>
                  <a:lnTo>
                    <a:pt x="6213117" y="0"/>
                  </a:lnTo>
                  <a:lnTo>
                    <a:pt x="6212272" y="0"/>
                  </a:lnTo>
                  <a:lnTo>
                    <a:pt x="6211427" y="0"/>
                  </a:lnTo>
                  <a:lnTo>
                    <a:pt x="6210582" y="0"/>
                  </a:lnTo>
                  <a:lnTo>
                    <a:pt x="6209736" y="0"/>
                  </a:lnTo>
                  <a:lnTo>
                    <a:pt x="6208891" y="0"/>
                  </a:lnTo>
                  <a:lnTo>
                    <a:pt x="6208046" y="0"/>
                  </a:lnTo>
                  <a:lnTo>
                    <a:pt x="6207201" y="0"/>
                  </a:lnTo>
                  <a:lnTo>
                    <a:pt x="6206356" y="0"/>
                  </a:lnTo>
                  <a:lnTo>
                    <a:pt x="6205511" y="0"/>
                  </a:lnTo>
                  <a:lnTo>
                    <a:pt x="6204666" y="0"/>
                  </a:lnTo>
                  <a:lnTo>
                    <a:pt x="6203821" y="0"/>
                  </a:lnTo>
                  <a:lnTo>
                    <a:pt x="6202976" y="0"/>
                  </a:lnTo>
                  <a:lnTo>
                    <a:pt x="6202131" y="0"/>
                  </a:lnTo>
                  <a:lnTo>
                    <a:pt x="6201286" y="0"/>
                  </a:lnTo>
                  <a:lnTo>
                    <a:pt x="6200440" y="0"/>
                  </a:lnTo>
                  <a:lnTo>
                    <a:pt x="6199595" y="0"/>
                  </a:lnTo>
                  <a:lnTo>
                    <a:pt x="6198750" y="0"/>
                  </a:lnTo>
                  <a:lnTo>
                    <a:pt x="6197905" y="0"/>
                  </a:lnTo>
                  <a:lnTo>
                    <a:pt x="6197060" y="0"/>
                  </a:lnTo>
                  <a:lnTo>
                    <a:pt x="6196215" y="0"/>
                  </a:lnTo>
                  <a:lnTo>
                    <a:pt x="6195370" y="0"/>
                  </a:lnTo>
                  <a:lnTo>
                    <a:pt x="6194525" y="0"/>
                  </a:lnTo>
                  <a:lnTo>
                    <a:pt x="6193680" y="0"/>
                  </a:lnTo>
                  <a:lnTo>
                    <a:pt x="6192835" y="0"/>
                  </a:lnTo>
                  <a:lnTo>
                    <a:pt x="6191990" y="0"/>
                  </a:lnTo>
                  <a:lnTo>
                    <a:pt x="6191144" y="0"/>
                  </a:lnTo>
                  <a:lnTo>
                    <a:pt x="6190299" y="0"/>
                  </a:lnTo>
                  <a:lnTo>
                    <a:pt x="6189454" y="0"/>
                  </a:lnTo>
                  <a:lnTo>
                    <a:pt x="6188609" y="0"/>
                  </a:lnTo>
                  <a:lnTo>
                    <a:pt x="6187764" y="0"/>
                  </a:lnTo>
                  <a:lnTo>
                    <a:pt x="6186919" y="0"/>
                  </a:lnTo>
                  <a:lnTo>
                    <a:pt x="6186074" y="0"/>
                  </a:lnTo>
                  <a:lnTo>
                    <a:pt x="6185229" y="0"/>
                  </a:lnTo>
                  <a:lnTo>
                    <a:pt x="6184384" y="0"/>
                  </a:lnTo>
                  <a:lnTo>
                    <a:pt x="6183539" y="0"/>
                  </a:lnTo>
                  <a:lnTo>
                    <a:pt x="6182694" y="0"/>
                  </a:lnTo>
                  <a:lnTo>
                    <a:pt x="6181848" y="0"/>
                  </a:lnTo>
                  <a:lnTo>
                    <a:pt x="6181003" y="0"/>
                  </a:lnTo>
                  <a:lnTo>
                    <a:pt x="6180158" y="0"/>
                  </a:lnTo>
                  <a:lnTo>
                    <a:pt x="6179313" y="0"/>
                  </a:lnTo>
                  <a:lnTo>
                    <a:pt x="6178468" y="0"/>
                  </a:lnTo>
                  <a:lnTo>
                    <a:pt x="6177623" y="0"/>
                  </a:lnTo>
                  <a:lnTo>
                    <a:pt x="6176778" y="0"/>
                  </a:lnTo>
                  <a:lnTo>
                    <a:pt x="6175933" y="0"/>
                  </a:lnTo>
                  <a:lnTo>
                    <a:pt x="6175088" y="0"/>
                  </a:lnTo>
                  <a:lnTo>
                    <a:pt x="6174243" y="0"/>
                  </a:lnTo>
                  <a:lnTo>
                    <a:pt x="6173397" y="0"/>
                  </a:lnTo>
                  <a:lnTo>
                    <a:pt x="6172552" y="0"/>
                  </a:lnTo>
                  <a:lnTo>
                    <a:pt x="6171707" y="0"/>
                  </a:lnTo>
                  <a:lnTo>
                    <a:pt x="6170862" y="0"/>
                  </a:lnTo>
                  <a:lnTo>
                    <a:pt x="6170017" y="0"/>
                  </a:lnTo>
                  <a:lnTo>
                    <a:pt x="6169172" y="0"/>
                  </a:lnTo>
                  <a:lnTo>
                    <a:pt x="6168327" y="0"/>
                  </a:lnTo>
                  <a:lnTo>
                    <a:pt x="6167482" y="0"/>
                  </a:lnTo>
                  <a:lnTo>
                    <a:pt x="6166637" y="0"/>
                  </a:lnTo>
                  <a:lnTo>
                    <a:pt x="6165792" y="0"/>
                  </a:lnTo>
                  <a:lnTo>
                    <a:pt x="6164947" y="0"/>
                  </a:lnTo>
                  <a:lnTo>
                    <a:pt x="6164101" y="0"/>
                  </a:lnTo>
                  <a:lnTo>
                    <a:pt x="6163256" y="0"/>
                  </a:lnTo>
                  <a:lnTo>
                    <a:pt x="6162411" y="0"/>
                  </a:lnTo>
                  <a:lnTo>
                    <a:pt x="6161566" y="0"/>
                  </a:lnTo>
                  <a:lnTo>
                    <a:pt x="6160721" y="0"/>
                  </a:lnTo>
                  <a:lnTo>
                    <a:pt x="6159876" y="0"/>
                  </a:lnTo>
                  <a:lnTo>
                    <a:pt x="6159031" y="0"/>
                  </a:lnTo>
                  <a:lnTo>
                    <a:pt x="6158186" y="0"/>
                  </a:lnTo>
                  <a:lnTo>
                    <a:pt x="6157341" y="0"/>
                  </a:lnTo>
                  <a:lnTo>
                    <a:pt x="6156496" y="0"/>
                  </a:lnTo>
                  <a:lnTo>
                    <a:pt x="6155651" y="0"/>
                  </a:lnTo>
                  <a:lnTo>
                    <a:pt x="6154805" y="0"/>
                  </a:lnTo>
                  <a:lnTo>
                    <a:pt x="6153960" y="0"/>
                  </a:lnTo>
                  <a:lnTo>
                    <a:pt x="6153115" y="0"/>
                  </a:lnTo>
                  <a:lnTo>
                    <a:pt x="6152270" y="0"/>
                  </a:lnTo>
                  <a:lnTo>
                    <a:pt x="6151425" y="0"/>
                  </a:lnTo>
                  <a:lnTo>
                    <a:pt x="6150580" y="0"/>
                  </a:lnTo>
                  <a:lnTo>
                    <a:pt x="6149735" y="0"/>
                  </a:lnTo>
                  <a:lnTo>
                    <a:pt x="6148890" y="0"/>
                  </a:lnTo>
                  <a:lnTo>
                    <a:pt x="6148045" y="0"/>
                  </a:lnTo>
                  <a:lnTo>
                    <a:pt x="6147200" y="0"/>
                  </a:lnTo>
                  <a:lnTo>
                    <a:pt x="6146355" y="0"/>
                  </a:lnTo>
                  <a:lnTo>
                    <a:pt x="6145509" y="0"/>
                  </a:lnTo>
                  <a:lnTo>
                    <a:pt x="6144664" y="0"/>
                  </a:lnTo>
                  <a:lnTo>
                    <a:pt x="6143819" y="0"/>
                  </a:lnTo>
                  <a:lnTo>
                    <a:pt x="6142974" y="0"/>
                  </a:lnTo>
                  <a:lnTo>
                    <a:pt x="6142129" y="0"/>
                  </a:lnTo>
                  <a:lnTo>
                    <a:pt x="6141284" y="0"/>
                  </a:lnTo>
                  <a:lnTo>
                    <a:pt x="6140439" y="0"/>
                  </a:lnTo>
                  <a:lnTo>
                    <a:pt x="6139594" y="0"/>
                  </a:lnTo>
                  <a:lnTo>
                    <a:pt x="6138749" y="0"/>
                  </a:lnTo>
                  <a:lnTo>
                    <a:pt x="6137904" y="0"/>
                  </a:lnTo>
                  <a:lnTo>
                    <a:pt x="6137059" y="0"/>
                  </a:lnTo>
                  <a:lnTo>
                    <a:pt x="6136213" y="0"/>
                  </a:lnTo>
                  <a:lnTo>
                    <a:pt x="6135368" y="0"/>
                  </a:lnTo>
                  <a:lnTo>
                    <a:pt x="6134523" y="0"/>
                  </a:lnTo>
                  <a:lnTo>
                    <a:pt x="6133678" y="0"/>
                  </a:lnTo>
                  <a:lnTo>
                    <a:pt x="6132833" y="0"/>
                  </a:lnTo>
                  <a:lnTo>
                    <a:pt x="6131988" y="0"/>
                  </a:lnTo>
                  <a:lnTo>
                    <a:pt x="6131143" y="0"/>
                  </a:lnTo>
                  <a:lnTo>
                    <a:pt x="6130298" y="0"/>
                  </a:lnTo>
                  <a:lnTo>
                    <a:pt x="6129453" y="0"/>
                  </a:lnTo>
                  <a:lnTo>
                    <a:pt x="6128608" y="0"/>
                  </a:lnTo>
                  <a:lnTo>
                    <a:pt x="6127763" y="0"/>
                  </a:lnTo>
                  <a:lnTo>
                    <a:pt x="6126917" y="0"/>
                  </a:lnTo>
                  <a:lnTo>
                    <a:pt x="6126072" y="0"/>
                  </a:lnTo>
                  <a:lnTo>
                    <a:pt x="6125227" y="0"/>
                  </a:lnTo>
                  <a:lnTo>
                    <a:pt x="6124382" y="0"/>
                  </a:lnTo>
                  <a:lnTo>
                    <a:pt x="6123537" y="0"/>
                  </a:lnTo>
                  <a:lnTo>
                    <a:pt x="6122692" y="0"/>
                  </a:lnTo>
                  <a:lnTo>
                    <a:pt x="6121847" y="0"/>
                  </a:lnTo>
                  <a:lnTo>
                    <a:pt x="6121002" y="0"/>
                  </a:lnTo>
                  <a:lnTo>
                    <a:pt x="6120157" y="0"/>
                  </a:lnTo>
                  <a:lnTo>
                    <a:pt x="6119312" y="0"/>
                  </a:lnTo>
                  <a:lnTo>
                    <a:pt x="6118467" y="0"/>
                  </a:lnTo>
                  <a:lnTo>
                    <a:pt x="6117621" y="0"/>
                  </a:lnTo>
                  <a:lnTo>
                    <a:pt x="6116776" y="0"/>
                  </a:lnTo>
                  <a:lnTo>
                    <a:pt x="6115931" y="0"/>
                  </a:lnTo>
                  <a:lnTo>
                    <a:pt x="6115086" y="0"/>
                  </a:lnTo>
                  <a:lnTo>
                    <a:pt x="6114241" y="0"/>
                  </a:lnTo>
                  <a:lnTo>
                    <a:pt x="6113396" y="0"/>
                  </a:lnTo>
                  <a:lnTo>
                    <a:pt x="6112551" y="0"/>
                  </a:lnTo>
                  <a:lnTo>
                    <a:pt x="6111706" y="0"/>
                  </a:lnTo>
                  <a:lnTo>
                    <a:pt x="6110861" y="0"/>
                  </a:lnTo>
                  <a:lnTo>
                    <a:pt x="6110016" y="0"/>
                  </a:lnTo>
                  <a:lnTo>
                    <a:pt x="6109170" y="0"/>
                  </a:lnTo>
                  <a:lnTo>
                    <a:pt x="6108325" y="0"/>
                  </a:lnTo>
                  <a:lnTo>
                    <a:pt x="6107480" y="0"/>
                  </a:lnTo>
                  <a:lnTo>
                    <a:pt x="6106635" y="0"/>
                  </a:lnTo>
                  <a:lnTo>
                    <a:pt x="6105790" y="0"/>
                  </a:lnTo>
                  <a:lnTo>
                    <a:pt x="6104945" y="0"/>
                  </a:lnTo>
                  <a:lnTo>
                    <a:pt x="6104100" y="0"/>
                  </a:lnTo>
                  <a:lnTo>
                    <a:pt x="6103255" y="0"/>
                  </a:lnTo>
                  <a:lnTo>
                    <a:pt x="6102410" y="0"/>
                  </a:lnTo>
                  <a:lnTo>
                    <a:pt x="6101565" y="0"/>
                  </a:lnTo>
                  <a:lnTo>
                    <a:pt x="6100720" y="0"/>
                  </a:lnTo>
                  <a:lnTo>
                    <a:pt x="6099874" y="0"/>
                  </a:lnTo>
                  <a:lnTo>
                    <a:pt x="6099029" y="0"/>
                  </a:lnTo>
                  <a:lnTo>
                    <a:pt x="6098184" y="0"/>
                  </a:lnTo>
                  <a:lnTo>
                    <a:pt x="6097339" y="0"/>
                  </a:lnTo>
                  <a:lnTo>
                    <a:pt x="6096494" y="0"/>
                  </a:lnTo>
                  <a:lnTo>
                    <a:pt x="6095649" y="0"/>
                  </a:lnTo>
                  <a:lnTo>
                    <a:pt x="6094804" y="0"/>
                  </a:lnTo>
                  <a:lnTo>
                    <a:pt x="6093959" y="0"/>
                  </a:lnTo>
                  <a:lnTo>
                    <a:pt x="6093114" y="0"/>
                  </a:lnTo>
                  <a:lnTo>
                    <a:pt x="6092269" y="0"/>
                  </a:lnTo>
                  <a:lnTo>
                    <a:pt x="6091424" y="0"/>
                  </a:lnTo>
                  <a:lnTo>
                    <a:pt x="6090578" y="0"/>
                  </a:lnTo>
                  <a:lnTo>
                    <a:pt x="6089733" y="0"/>
                  </a:lnTo>
                  <a:lnTo>
                    <a:pt x="6088888" y="0"/>
                  </a:lnTo>
                  <a:lnTo>
                    <a:pt x="6088043" y="0"/>
                  </a:lnTo>
                  <a:lnTo>
                    <a:pt x="6087198" y="0"/>
                  </a:lnTo>
                  <a:lnTo>
                    <a:pt x="6086353" y="0"/>
                  </a:lnTo>
                  <a:lnTo>
                    <a:pt x="6085508" y="0"/>
                  </a:lnTo>
                  <a:lnTo>
                    <a:pt x="6084663" y="0"/>
                  </a:lnTo>
                  <a:lnTo>
                    <a:pt x="6083818" y="0"/>
                  </a:lnTo>
                  <a:lnTo>
                    <a:pt x="6082973" y="0"/>
                  </a:lnTo>
                  <a:lnTo>
                    <a:pt x="6082128" y="0"/>
                  </a:lnTo>
                  <a:lnTo>
                    <a:pt x="6081282" y="0"/>
                  </a:lnTo>
                  <a:lnTo>
                    <a:pt x="6080437" y="0"/>
                  </a:lnTo>
                  <a:lnTo>
                    <a:pt x="6079592" y="0"/>
                  </a:lnTo>
                  <a:lnTo>
                    <a:pt x="6078747" y="0"/>
                  </a:lnTo>
                  <a:lnTo>
                    <a:pt x="6077902" y="0"/>
                  </a:lnTo>
                  <a:lnTo>
                    <a:pt x="6077057" y="0"/>
                  </a:lnTo>
                  <a:lnTo>
                    <a:pt x="6076212" y="0"/>
                  </a:lnTo>
                  <a:lnTo>
                    <a:pt x="6075367" y="0"/>
                  </a:lnTo>
                  <a:lnTo>
                    <a:pt x="6074522" y="0"/>
                  </a:lnTo>
                  <a:lnTo>
                    <a:pt x="6073677" y="0"/>
                  </a:lnTo>
                  <a:lnTo>
                    <a:pt x="6072832" y="0"/>
                  </a:lnTo>
                  <a:lnTo>
                    <a:pt x="6071986" y="0"/>
                  </a:lnTo>
                  <a:lnTo>
                    <a:pt x="6071141" y="0"/>
                  </a:lnTo>
                  <a:lnTo>
                    <a:pt x="6070296" y="0"/>
                  </a:lnTo>
                  <a:lnTo>
                    <a:pt x="6069451" y="0"/>
                  </a:lnTo>
                  <a:lnTo>
                    <a:pt x="6068606" y="0"/>
                  </a:lnTo>
                  <a:lnTo>
                    <a:pt x="6067761" y="0"/>
                  </a:lnTo>
                  <a:lnTo>
                    <a:pt x="6066916" y="0"/>
                  </a:lnTo>
                  <a:lnTo>
                    <a:pt x="6066071" y="0"/>
                  </a:lnTo>
                  <a:lnTo>
                    <a:pt x="6065226" y="0"/>
                  </a:lnTo>
                  <a:lnTo>
                    <a:pt x="6064381" y="0"/>
                  </a:lnTo>
                  <a:lnTo>
                    <a:pt x="6063536" y="0"/>
                  </a:lnTo>
                  <a:lnTo>
                    <a:pt x="6062690" y="0"/>
                  </a:lnTo>
                  <a:lnTo>
                    <a:pt x="6061845" y="0"/>
                  </a:lnTo>
                  <a:lnTo>
                    <a:pt x="6061000" y="0"/>
                  </a:lnTo>
                  <a:lnTo>
                    <a:pt x="6060155" y="0"/>
                  </a:lnTo>
                  <a:lnTo>
                    <a:pt x="6059310" y="0"/>
                  </a:lnTo>
                  <a:lnTo>
                    <a:pt x="6058465" y="0"/>
                  </a:lnTo>
                  <a:lnTo>
                    <a:pt x="6057620" y="0"/>
                  </a:lnTo>
                  <a:lnTo>
                    <a:pt x="6056775" y="0"/>
                  </a:lnTo>
                  <a:lnTo>
                    <a:pt x="6055930" y="0"/>
                  </a:lnTo>
                  <a:lnTo>
                    <a:pt x="6055085" y="0"/>
                  </a:lnTo>
                  <a:lnTo>
                    <a:pt x="6054240" y="0"/>
                  </a:lnTo>
                  <a:lnTo>
                    <a:pt x="6053394" y="0"/>
                  </a:lnTo>
                  <a:lnTo>
                    <a:pt x="6052549" y="0"/>
                  </a:lnTo>
                  <a:lnTo>
                    <a:pt x="6051704" y="0"/>
                  </a:lnTo>
                  <a:lnTo>
                    <a:pt x="6050859" y="0"/>
                  </a:lnTo>
                  <a:lnTo>
                    <a:pt x="6050014" y="0"/>
                  </a:lnTo>
                  <a:lnTo>
                    <a:pt x="6049169" y="0"/>
                  </a:lnTo>
                  <a:lnTo>
                    <a:pt x="6048324" y="0"/>
                  </a:lnTo>
                  <a:lnTo>
                    <a:pt x="6047479" y="0"/>
                  </a:lnTo>
                  <a:lnTo>
                    <a:pt x="6046634" y="0"/>
                  </a:lnTo>
                  <a:lnTo>
                    <a:pt x="6045789" y="0"/>
                  </a:lnTo>
                  <a:lnTo>
                    <a:pt x="6044943" y="0"/>
                  </a:lnTo>
                  <a:lnTo>
                    <a:pt x="6044098" y="0"/>
                  </a:lnTo>
                  <a:lnTo>
                    <a:pt x="6043253" y="0"/>
                  </a:lnTo>
                  <a:lnTo>
                    <a:pt x="6042408" y="0"/>
                  </a:lnTo>
                  <a:lnTo>
                    <a:pt x="6041563" y="0"/>
                  </a:lnTo>
                  <a:lnTo>
                    <a:pt x="6040718" y="0"/>
                  </a:lnTo>
                  <a:lnTo>
                    <a:pt x="6039873" y="0"/>
                  </a:lnTo>
                  <a:lnTo>
                    <a:pt x="6039028" y="0"/>
                  </a:lnTo>
                  <a:lnTo>
                    <a:pt x="6038183" y="0"/>
                  </a:lnTo>
                  <a:lnTo>
                    <a:pt x="6037338" y="0"/>
                  </a:lnTo>
                  <a:lnTo>
                    <a:pt x="6036493" y="0"/>
                  </a:lnTo>
                  <a:lnTo>
                    <a:pt x="6035647" y="0"/>
                  </a:lnTo>
                  <a:lnTo>
                    <a:pt x="6034802" y="0"/>
                  </a:lnTo>
                  <a:lnTo>
                    <a:pt x="6033957" y="0"/>
                  </a:lnTo>
                  <a:lnTo>
                    <a:pt x="6033112" y="0"/>
                  </a:lnTo>
                  <a:lnTo>
                    <a:pt x="6032267" y="0"/>
                  </a:lnTo>
                  <a:lnTo>
                    <a:pt x="6031422" y="0"/>
                  </a:lnTo>
                  <a:lnTo>
                    <a:pt x="6030577" y="0"/>
                  </a:lnTo>
                  <a:lnTo>
                    <a:pt x="6029732" y="0"/>
                  </a:lnTo>
                  <a:lnTo>
                    <a:pt x="6028887" y="0"/>
                  </a:lnTo>
                  <a:lnTo>
                    <a:pt x="6028042" y="0"/>
                  </a:lnTo>
                  <a:lnTo>
                    <a:pt x="6027197" y="0"/>
                  </a:lnTo>
                  <a:lnTo>
                    <a:pt x="6026351" y="0"/>
                  </a:lnTo>
                  <a:lnTo>
                    <a:pt x="6025506" y="0"/>
                  </a:lnTo>
                  <a:lnTo>
                    <a:pt x="6024661" y="0"/>
                  </a:lnTo>
                  <a:lnTo>
                    <a:pt x="6023816" y="0"/>
                  </a:lnTo>
                  <a:lnTo>
                    <a:pt x="6022971" y="0"/>
                  </a:lnTo>
                  <a:lnTo>
                    <a:pt x="6022126" y="0"/>
                  </a:lnTo>
                  <a:lnTo>
                    <a:pt x="6021281" y="0"/>
                  </a:lnTo>
                  <a:lnTo>
                    <a:pt x="6020436" y="0"/>
                  </a:lnTo>
                  <a:lnTo>
                    <a:pt x="6019591" y="0"/>
                  </a:lnTo>
                  <a:lnTo>
                    <a:pt x="6018746" y="0"/>
                  </a:lnTo>
                  <a:lnTo>
                    <a:pt x="6017901" y="0"/>
                  </a:lnTo>
                  <a:lnTo>
                    <a:pt x="6017055" y="0"/>
                  </a:lnTo>
                  <a:lnTo>
                    <a:pt x="6016210" y="0"/>
                  </a:lnTo>
                  <a:lnTo>
                    <a:pt x="6015365" y="0"/>
                  </a:lnTo>
                  <a:lnTo>
                    <a:pt x="6014520" y="0"/>
                  </a:lnTo>
                  <a:lnTo>
                    <a:pt x="6013675" y="0"/>
                  </a:lnTo>
                  <a:lnTo>
                    <a:pt x="6012830" y="0"/>
                  </a:lnTo>
                  <a:lnTo>
                    <a:pt x="6011985" y="0"/>
                  </a:lnTo>
                  <a:lnTo>
                    <a:pt x="6011140" y="0"/>
                  </a:lnTo>
                  <a:lnTo>
                    <a:pt x="6010295" y="0"/>
                  </a:lnTo>
                  <a:lnTo>
                    <a:pt x="6009450" y="0"/>
                  </a:lnTo>
                  <a:lnTo>
                    <a:pt x="6008605" y="0"/>
                  </a:lnTo>
                  <a:lnTo>
                    <a:pt x="6007759" y="0"/>
                  </a:lnTo>
                  <a:lnTo>
                    <a:pt x="6006914" y="0"/>
                  </a:lnTo>
                  <a:lnTo>
                    <a:pt x="6006069" y="0"/>
                  </a:lnTo>
                  <a:lnTo>
                    <a:pt x="6005224" y="0"/>
                  </a:lnTo>
                  <a:lnTo>
                    <a:pt x="6004379" y="0"/>
                  </a:lnTo>
                  <a:lnTo>
                    <a:pt x="6003534" y="0"/>
                  </a:lnTo>
                  <a:lnTo>
                    <a:pt x="6002689" y="0"/>
                  </a:lnTo>
                  <a:lnTo>
                    <a:pt x="6001844" y="0"/>
                  </a:lnTo>
                  <a:lnTo>
                    <a:pt x="6000999" y="0"/>
                  </a:lnTo>
                  <a:lnTo>
                    <a:pt x="6000154" y="0"/>
                  </a:lnTo>
                  <a:lnTo>
                    <a:pt x="5999309" y="0"/>
                  </a:lnTo>
                  <a:lnTo>
                    <a:pt x="5998463" y="0"/>
                  </a:lnTo>
                  <a:lnTo>
                    <a:pt x="5997618" y="0"/>
                  </a:lnTo>
                  <a:lnTo>
                    <a:pt x="5996773" y="0"/>
                  </a:lnTo>
                  <a:lnTo>
                    <a:pt x="5995928" y="0"/>
                  </a:lnTo>
                  <a:lnTo>
                    <a:pt x="5995083" y="0"/>
                  </a:lnTo>
                  <a:lnTo>
                    <a:pt x="5994238" y="0"/>
                  </a:lnTo>
                  <a:lnTo>
                    <a:pt x="5993393" y="0"/>
                  </a:lnTo>
                  <a:lnTo>
                    <a:pt x="5992548" y="0"/>
                  </a:lnTo>
                  <a:lnTo>
                    <a:pt x="5991703" y="0"/>
                  </a:lnTo>
                  <a:lnTo>
                    <a:pt x="5990858" y="0"/>
                  </a:lnTo>
                  <a:lnTo>
                    <a:pt x="5990013" y="0"/>
                  </a:lnTo>
                  <a:lnTo>
                    <a:pt x="5989167" y="0"/>
                  </a:lnTo>
                  <a:lnTo>
                    <a:pt x="5988322" y="0"/>
                  </a:lnTo>
                  <a:lnTo>
                    <a:pt x="5987477" y="0"/>
                  </a:lnTo>
                  <a:lnTo>
                    <a:pt x="5986632" y="0"/>
                  </a:lnTo>
                  <a:lnTo>
                    <a:pt x="5985787" y="0"/>
                  </a:lnTo>
                  <a:lnTo>
                    <a:pt x="5984942" y="0"/>
                  </a:lnTo>
                  <a:lnTo>
                    <a:pt x="5984097" y="0"/>
                  </a:lnTo>
                  <a:lnTo>
                    <a:pt x="5983252" y="0"/>
                  </a:lnTo>
                  <a:lnTo>
                    <a:pt x="5982407" y="0"/>
                  </a:lnTo>
                  <a:lnTo>
                    <a:pt x="5981562" y="0"/>
                  </a:lnTo>
                  <a:lnTo>
                    <a:pt x="5980716" y="0"/>
                  </a:lnTo>
                  <a:lnTo>
                    <a:pt x="5979871" y="0"/>
                  </a:lnTo>
                  <a:lnTo>
                    <a:pt x="5979026" y="0"/>
                  </a:lnTo>
                  <a:lnTo>
                    <a:pt x="5978181" y="0"/>
                  </a:lnTo>
                  <a:lnTo>
                    <a:pt x="5977336" y="0"/>
                  </a:lnTo>
                  <a:lnTo>
                    <a:pt x="5976491" y="0"/>
                  </a:lnTo>
                  <a:lnTo>
                    <a:pt x="5975646" y="0"/>
                  </a:lnTo>
                  <a:lnTo>
                    <a:pt x="5974801" y="0"/>
                  </a:lnTo>
                  <a:lnTo>
                    <a:pt x="5973956" y="0"/>
                  </a:lnTo>
                  <a:lnTo>
                    <a:pt x="5973111" y="0"/>
                  </a:lnTo>
                  <a:lnTo>
                    <a:pt x="5972266" y="0"/>
                  </a:lnTo>
                  <a:lnTo>
                    <a:pt x="5971420" y="0"/>
                  </a:lnTo>
                  <a:lnTo>
                    <a:pt x="5970575" y="0"/>
                  </a:lnTo>
                  <a:lnTo>
                    <a:pt x="5969730" y="0"/>
                  </a:lnTo>
                  <a:lnTo>
                    <a:pt x="5968885" y="0"/>
                  </a:lnTo>
                  <a:lnTo>
                    <a:pt x="5968040" y="0"/>
                  </a:lnTo>
                  <a:lnTo>
                    <a:pt x="5967195" y="0"/>
                  </a:lnTo>
                  <a:lnTo>
                    <a:pt x="5966350" y="0"/>
                  </a:lnTo>
                  <a:lnTo>
                    <a:pt x="5965505" y="0"/>
                  </a:lnTo>
                  <a:lnTo>
                    <a:pt x="5964660" y="0"/>
                  </a:lnTo>
                  <a:lnTo>
                    <a:pt x="5963815" y="0"/>
                  </a:lnTo>
                  <a:lnTo>
                    <a:pt x="5962970" y="0"/>
                  </a:lnTo>
                  <a:lnTo>
                    <a:pt x="5962124" y="0"/>
                  </a:lnTo>
                  <a:lnTo>
                    <a:pt x="5961279" y="0"/>
                  </a:lnTo>
                  <a:lnTo>
                    <a:pt x="5960434" y="0"/>
                  </a:lnTo>
                  <a:lnTo>
                    <a:pt x="5959589" y="0"/>
                  </a:lnTo>
                  <a:lnTo>
                    <a:pt x="5958744" y="0"/>
                  </a:lnTo>
                  <a:lnTo>
                    <a:pt x="5957899" y="0"/>
                  </a:lnTo>
                  <a:lnTo>
                    <a:pt x="5957054" y="0"/>
                  </a:lnTo>
                  <a:lnTo>
                    <a:pt x="5956209" y="0"/>
                  </a:lnTo>
                  <a:lnTo>
                    <a:pt x="5955364" y="0"/>
                  </a:lnTo>
                  <a:lnTo>
                    <a:pt x="5954519" y="0"/>
                  </a:lnTo>
                  <a:lnTo>
                    <a:pt x="5953674" y="0"/>
                  </a:lnTo>
                  <a:lnTo>
                    <a:pt x="5952828" y="0"/>
                  </a:lnTo>
                  <a:lnTo>
                    <a:pt x="5951983" y="0"/>
                  </a:lnTo>
                  <a:lnTo>
                    <a:pt x="5951138" y="0"/>
                  </a:lnTo>
                  <a:lnTo>
                    <a:pt x="5950293" y="0"/>
                  </a:lnTo>
                  <a:lnTo>
                    <a:pt x="5949448" y="0"/>
                  </a:lnTo>
                  <a:lnTo>
                    <a:pt x="5948603" y="0"/>
                  </a:lnTo>
                  <a:lnTo>
                    <a:pt x="5947758" y="0"/>
                  </a:lnTo>
                  <a:lnTo>
                    <a:pt x="5946913" y="0"/>
                  </a:lnTo>
                  <a:lnTo>
                    <a:pt x="5946068" y="0"/>
                  </a:lnTo>
                  <a:lnTo>
                    <a:pt x="5945223" y="0"/>
                  </a:lnTo>
                  <a:lnTo>
                    <a:pt x="5944378" y="0"/>
                  </a:lnTo>
                  <a:lnTo>
                    <a:pt x="5943532" y="0"/>
                  </a:lnTo>
                  <a:lnTo>
                    <a:pt x="5942687" y="0"/>
                  </a:lnTo>
                  <a:lnTo>
                    <a:pt x="5941842" y="0"/>
                  </a:lnTo>
                  <a:lnTo>
                    <a:pt x="5940997" y="0"/>
                  </a:lnTo>
                  <a:lnTo>
                    <a:pt x="5940152" y="0"/>
                  </a:lnTo>
                  <a:lnTo>
                    <a:pt x="5939307" y="0"/>
                  </a:lnTo>
                  <a:lnTo>
                    <a:pt x="5938462" y="0"/>
                  </a:lnTo>
                  <a:lnTo>
                    <a:pt x="5937617" y="0"/>
                  </a:lnTo>
                  <a:lnTo>
                    <a:pt x="5936772" y="0"/>
                  </a:lnTo>
                  <a:lnTo>
                    <a:pt x="5935927" y="0"/>
                  </a:lnTo>
                  <a:lnTo>
                    <a:pt x="5935082" y="0"/>
                  </a:lnTo>
                  <a:lnTo>
                    <a:pt x="5934236" y="0"/>
                  </a:lnTo>
                  <a:lnTo>
                    <a:pt x="5933391" y="0"/>
                  </a:lnTo>
                  <a:lnTo>
                    <a:pt x="5932546" y="0"/>
                  </a:lnTo>
                  <a:lnTo>
                    <a:pt x="5931701" y="0"/>
                  </a:lnTo>
                  <a:lnTo>
                    <a:pt x="5930856" y="0"/>
                  </a:lnTo>
                  <a:lnTo>
                    <a:pt x="5930011" y="0"/>
                  </a:lnTo>
                  <a:lnTo>
                    <a:pt x="5929166" y="0"/>
                  </a:lnTo>
                  <a:lnTo>
                    <a:pt x="5928321" y="0"/>
                  </a:lnTo>
                  <a:lnTo>
                    <a:pt x="5927476" y="0"/>
                  </a:lnTo>
                  <a:lnTo>
                    <a:pt x="5926631" y="0"/>
                  </a:lnTo>
                  <a:lnTo>
                    <a:pt x="5925786" y="0"/>
                  </a:lnTo>
                  <a:lnTo>
                    <a:pt x="5924940" y="0"/>
                  </a:lnTo>
                  <a:lnTo>
                    <a:pt x="5924095" y="0"/>
                  </a:lnTo>
                  <a:lnTo>
                    <a:pt x="5923250" y="0"/>
                  </a:lnTo>
                  <a:lnTo>
                    <a:pt x="5922405" y="0"/>
                  </a:lnTo>
                  <a:lnTo>
                    <a:pt x="5921560" y="0"/>
                  </a:lnTo>
                  <a:lnTo>
                    <a:pt x="5920715" y="0"/>
                  </a:lnTo>
                  <a:lnTo>
                    <a:pt x="5919870" y="0"/>
                  </a:lnTo>
                  <a:lnTo>
                    <a:pt x="5919025" y="0"/>
                  </a:lnTo>
                  <a:lnTo>
                    <a:pt x="5918180" y="0"/>
                  </a:lnTo>
                  <a:lnTo>
                    <a:pt x="5917335" y="0"/>
                  </a:lnTo>
                  <a:lnTo>
                    <a:pt x="5916489" y="0"/>
                  </a:lnTo>
                  <a:lnTo>
                    <a:pt x="5915644" y="0"/>
                  </a:lnTo>
                  <a:lnTo>
                    <a:pt x="5914799" y="0"/>
                  </a:lnTo>
                  <a:lnTo>
                    <a:pt x="5913954" y="0"/>
                  </a:lnTo>
                  <a:lnTo>
                    <a:pt x="5913109" y="0"/>
                  </a:lnTo>
                  <a:lnTo>
                    <a:pt x="5912264" y="0"/>
                  </a:lnTo>
                  <a:lnTo>
                    <a:pt x="5911419" y="0"/>
                  </a:lnTo>
                  <a:lnTo>
                    <a:pt x="5910574" y="0"/>
                  </a:lnTo>
                  <a:lnTo>
                    <a:pt x="5909729" y="0"/>
                  </a:lnTo>
                  <a:lnTo>
                    <a:pt x="5908884" y="0"/>
                  </a:lnTo>
                  <a:lnTo>
                    <a:pt x="5908039" y="0"/>
                  </a:lnTo>
                  <a:lnTo>
                    <a:pt x="5907193" y="0"/>
                  </a:lnTo>
                  <a:lnTo>
                    <a:pt x="5906348" y="0"/>
                  </a:lnTo>
                  <a:lnTo>
                    <a:pt x="5905503" y="0"/>
                  </a:lnTo>
                  <a:lnTo>
                    <a:pt x="5904658" y="0"/>
                  </a:lnTo>
                  <a:lnTo>
                    <a:pt x="5903813" y="0"/>
                  </a:lnTo>
                  <a:lnTo>
                    <a:pt x="5902968" y="0"/>
                  </a:lnTo>
                  <a:lnTo>
                    <a:pt x="5902123" y="0"/>
                  </a:lnTo>
                  <a:lnTo>
                    <a:pt x="5901278" y="0"/>
                  </a:lnTo>
                  <a:lnTo>
                    <a:pt x="5900433" y="0"/>
                  </a:lnTo>
                  <a:lnTo>
                    <a:pt x="5899588" y="0"/>
                  </a:lnTo>
                  <a:lnTo>
                    <a:pt x="5898743" y="0"/>
                  </a:lnTo>
                  <a:lnTo>
                    <a:pt x="5897897" y="0"/>
                  </a:lnTo>
                  <a:lnTo>
                    <a:pt x="5897052" y="0"/>
                  </a:lnTo>
                  <a:lnTo>
                    <a:pt x="5896207" y="0"/>
                  </a:lnTo>
                  <a:lnTo>
                    <a:pt x="5895362" y="0"/>
                  </a:lnTo>
                  <a:lnTo>
                    <a:pt x="5894517" y="0"/>
                  </a:lnTo>
                  <a:lnTo>
                    <a:pt x="5893672" y="0"/>
                  </a:lnTo>
                  <a:lnTo>
                    <a:pt x="5892827" y="0"/>
                  </a:lnTo>
                  <a:lnTo>
                    <a:pt x="5891982" y="0"/>
                  </a:lnTo>
                  <a:lnTo>
                    <a:pt x="5891137" y="0"/>
                  </a:lnTo>
                  <a:lnTo>
                    <a:pt x="5890292" y="0"/>
                  </a:lnTo>
                  <a:lnTo>
                    <a:pt x="5889447" y="0"/>
                  </a:lnTo>
                  <a:lnTo>
                    <a:pt x="5888601" y="0"/>
                  </a:lnTo>
                  <a:lnTo>
                    <a:pt x="5887756" y="0"/>
                  </a:lnTo>
                  <a:lnTo>
                    <a:pt x="5886911" y="0"/>
                  </a:lnTo>
                  <a:lnTo>
                    <a:pt x="5886066" y="0"/>
                  </a:lnTo>
                  <a:lnTo>
                    <a:pt x="5885221" y="0"/>
                  </a:lnTo>
                  <a:lnTo>
                    <a:pt x="5884376" y="0"/>
                  </a:lnTo>
                  <a:lnTo>
                    <a:pt x="5883531" y="0"/>
                  </a:lnTo>
                  <a:lnTo>
                    <a:pt x="5882686" y="0"/>
                  </a:lnTo>
                  <a:lnTo>
                    <a:pt x="5881841" y="0"/>
                  </a:lnTo>
                  <a:lnTo>
                    <a:pt x="5880996" y="0"/>
                  </a:lnTo>
                  <a:lnTo>
                    <a:pt x="5880151" y="0"/>
                  </a:lnTo>
                  <a:lnTo>
                    <a:pt x="5879305" y="0"/>
                  </a:lnTo>
                  <a:lnTo>
                    <a:pt x="5878460" y="0"/>
                  </a:lnTo>
                  <a:lnTo>
                    <a:pt x="5877615" y="0"/>
                  </a:lnTo>
                  <a:lnTo>
                    <a:pt x="5876770" y="0"/>
                  </a:lnTo>
                  <a:lnTo>
                    <a:pt x="5875925" y="0"/>
                  </a:lnTo>
                  <a:lnTo>
                    <a:pt x="5875080" y="0"/>
                  </a:lnTo>
                  <a:lnTo>
                    <a:pt x="5874235" y="0"/>
                  </a:lnTo>
                  <a:lnTo>
                    <a:pt x="5873390" y="0"/>
                  </a:lnTo>
                  <a:lnTo>
                    <a:pt x="5872545" y="0"/>
                  </a:lnTo>
                  <a:lnTo>
                    <a:pt x="5871700" y="0"/>
                  </a:lnTo>
                  <a:lnTo>
                    <a:pt x="5870855" y="0"/>
                  </a:lnTo>
                  <a:lnTo>
                    <a:pt x="5870009" y="0"/>
                  </a:lnTo>
                  <a:lnTo>
                    <a:pt x="5869164" y="0"/>
                  </a:lnTo>
                  <a:lnTo>
                    <a:pt x="5868319" y="0"/>
                  </a:lnTo>
                  <a:lnTo>
                    <a:pt x="5867474" y="0"/>
                  </a:lnTo>
                  <a:lnTo>
                    <a:pt x="5866629" y="0"/>
                  </a:lnTo>
                  <a:lnTo>
                    <a:pt x="5865784" y="0"/>
                  </a:lnTo>
                  <a:lnTo>
                    <a:pt x="5864939" y="0"/>
                  </a:lnTo>
                  <a:lnTo>
                    <a:pt x="5864094" y="0"/>
                  </a:lnTo>
                  <a:lnTo>
                    <a:pt x="5863249" y="0"/>
                  </a:lnTo>
                  <a:lnTo>
                    <a:pt x="5862404" y="0"/>
                  </a:lnTo>
                  <a:lnTo>
                    <a:pt x="5861559" y="0"/>
                  </a:lnTo>
                  <a:lnTo>
                    <a:pt x="5860713" y="0"/>
                  </a:lnTo>
                  <a:lnTo>
                    <a:pt x="5859868" y="0"/>
                  </a:lnTo>
                  <a:lnTo>
                    <a:pt x="5859023" y="0"/>
                  </a:lnTo>
                  <a:lnTo>
                    <a:pt x="5858178" y="0"/>
                  </a:lnTo>
                  <a:lnTo>
                    <a:pt x="5857333" y="0"/>
                  </a:lnTo>
                  <a:lnTo>
                    <a:pt x="5856488" y="0"/>
                  </a:lnTo>
                  <a:lnTo>
                    <a:pt x="5855643" y="0"/>
                  </a:lnTo>
                  <a:lnTo>
                    <a:pt x="5854798" y="0"/>
                  </a:lnTo>
                  <a:lnTo>
                    <a:pt x="5853953" y="0"/>
                  </a:lnTo>
                  <a:lnTo>
                    <a:pt x="5853108" y="0"/>
                  </a:lnTo>
                  <a:lnTo>
                    <a:pt x="5852262" y="0"/>
                  </a:lnTo>
                  <a:lnTo>
                    <a:pt x="5851417" y="0"/>
                  </a:lnTo>
                  <a:lnTo>
                    <a:pt x="5850572" y="0"/>
                  </a:lnTo>
                  <a:lnTo>
                    <a:pt x="5849727" y="0"/>
                  </a:lnTo>
                  <a:lnTo>
                    <a:pt x="5848882" y="0"/>
                  </a:lnTo>
                  <a:lnTo>
                    <a:pt x="5848037" y="0"/>
                  </a:lnTo>
                  <a:lnTo>
                    <a:pt x="5847192" y="0"/>
                  </a:lnTo>
                  <a:lnTo>
                    <a:pt x="5846347" y="0"/>
                  </a:lnTo>
                  <a:lnTo>
                    <a:pt x="5845502" y="0"/>
                  </a:lnTo>
                  <a:lnTo>
                    <a:pt x="5844657" y="0"/>
                  </a:lnTo>
                  <a:lnTo>
                    <a:pt x="5843812" y="0"/>
                  </a:lnTo>
                  <a:lnTo>
                    <a:pt x="5842966" y="0"/>
                  </a:lnTo>
                  <a:lnTo>
                    <a:pt x="5842121" y="0"/>
                  </a:lnTo>
                  <a:lnTo>
                    <a:pt x="5841276" y="0"/>
                  </a:lnTo>
                  <a:lnTo>
                    <a:pt x="5840431" y="0"/>
                  </a:lnTo>
                  <a:lnTo>
                    <a:pt x="5839586" y="0"/>
                  </a:lnTo>
                  <a:lnTo>
                    <a:pt x="5838741" y="0"/>
                  </a:lnTo>
                  <a:lnTo>
                    <a:pt x="5837896" y="0"/>
                  </a:lnTo>
                  <a:lnTo>
                    <a:pt x="5837051" y="0"/>
                  </a:lnTo>
                  <a:lnTo>
                    <a:pt x="5836206" y="0"/>
                  </a:lnTo>
                  <a:lnTo>
                    <a:pt x="5835361" y="0"/>
                  </a:lnTo>
                  <a:lnTo>
                    <a:pt x="5834516" y="0"/>
                  </a:lnTo>
                  <a:lnTo>
                    <a:pt x="5833670" y="0"/>
                  </a:lnTo>
                  <a:lnTo>
                    <a:pt x="5832825" y="0"/>
                  </a:lnTo>
                  <a:lnTo>
                    <a:pt x="5831980" y="0"/>
                  </a:lnTo>
                  <a:lnTo>
                    <a:pt x="5831135" y="0"/>
                  </a:lnTo>
                  <a:lnTo>
                    <a:pt x="5830290" y="0"/>
                  </a:lnTo>
                  <a:lnTo>
                    <a:pt x="5829445" y="0"/>
                  </a:lnTo>
                  <a:lnTo>
                    <a:pt x="5828600" y="0"/>
                  </a:lnTo>
                  <a:lnTo>
                    <a:pt x="5827755" y="0"/>
                  </a:lnTo>
                  <a:lnTo>
                    <a:pt x="5826910" y="0"/>
                  </a:lnTo>
                  <a:lnTo>
                    <a:pt x="5826065" y="0"/>
                  </a:lnTo>
                  <a:lnTo>
                    <a:pt x="5825220" y="0"/>
                  </a:lnTo>
                  <a:lnTo>
                    <a:pt x="5824374" y="0"/>
                  </a:lnTo>
                  <a:lnTo>
                    <a:pt x="5823529" y="0"/>
                  </a:lnTo>
                  <a:lnTo>
                    <a:pt x="5822684" y="0"/>
                  </a:lnTo>
                  <a:lnTo>
                    <a:pt x="5821839" y="0"/>
                  </a:lnTo>
                  <a:lnTo>
                    <a:pt x="5820994" y="0"/>
                  </a:lnTo>
                  <a:lnTo>
                    <a:pt x="5820149" y="0"/>
                  </a:lnTo>
                  <a:lnTo>
                    <a:pt x="5819304" y="0"/>
                  </a:lnTo>
                  <a:lnTo>
                    <a:pt x="5818459" y="0"/>
                  </a:lnTo>
                  <a:lnTo>
                    <a:pt x="5817614" y="0"/>
                  </a:lnTo>
                  <a:lnTo>
                    <a:pt x="5816769" y="0"/>
                  </a:lnTo>
                  <a:lnTo>
                    <a:pt x="5815924" y="0"/>
                  </a:lnTo>
                  <a:lnTo>
                    <a:pt x="5815078" y="0"/>
                  </a:lnTo>
                  <a:lnTo>
                    <a:pt x="5814233" y="0"/>
                  </a:lnTo>
                  <a:lnTo>
                    <a:pt x="5813388" y="0"/>
                  </a:lnTo>
                  <a:lnTo>
                    <a:pt x="5812543" y="0"/>
                  </a:lnTo>
                  <a:lnTo>
                    <a:pt x="5811698" y="0"/>
                  </a:lnTo>
                  <a:lnTo>
                    <a:pt x="5810853" y="0"/>
                  </a:lnTo>
                  <a:lnTo>
                    <a:pt x="5810008" y="0"/>
                  </a:lnTo>
                  <a:lnTo>
                    <a:pt x="5809163" y="0"/>
                  </a:lnTo>
                  <a:lnTo>
                    <a:pt x="5808318" y="0"/>
                  </a:lnTo>
                  <a:lnTo>
                    <a:pt x="5807473" y="0"/>
                  </a:lnTo>
                  <a:lnTo>
                    <a:pt x="5806628" y="0"/>
                  </a:lnTo>
                  <a:lnTo>
                    <a:pt x="5805782" y="0"/>
                  </a:lnTo>
                  <a:lnTo>
                    <a:pt x="5804937" y="0"/>
                  </a:lnTo>
                  <a:lnTo>
                    <a:pt x="5804092" y="0"/>
                  </a:lnTo>
                  <a:lnTo>
                    <a:pt x="5803247" y="0"/>
                  </a:lnTo>
                  <a:lnTo>
                    <a:pt x="5802402" y="0"/>
                  </a:lnTo>
                  <a:lnTo>
                    <a:pt x="5801557" y="0"/>
                  </a:lnTo>
                  <a:lnTo>
                    <a:pt x="5800712" y="0"/>
                  </a:lnTo>
                  <a:lnTo>
                    <a:pt x="5799867" y="0"/>
                  </a:lnTo>
                  <a:lnTo>
                    <a:pt x="5799022" y="0"/>
                  </a:lnTo>
                  <a:lnTo>
                    <a:pt x="5798177" y="0"/>
                  </a:lnTo>
                  <a:lnTo>
                    <a:pt x="5797332" y="0"/>
                  </a:lnTo>
                  <a:lnTo>
                    <a:pt x="5796486" y="0"/>
                  </a:lnTo>
                  <a:lnTo>
                    <a:pt x="5795641" y="0"/>
                  </a:lnTo>
                  <a:lnTo>
                    <a:pt x="5794796" y="0"/>
                  </a:lnTo>
                  <a:lnTo>
                    <a:pt x="5793951" y="0"/>
                  </a:lnTo>
                  <a:lnTo>
                    <a:pt x="5793106" y="0"/>
                  </a:lnTo>
                  <a:lnTo>
                    <a:pt x="5792261" y="0"/>
                  </a:lnTo>
                  <a:lnTo>
                    <a:pt x="5791416" y="0"/>
                  </a:lnTo>
                  <a:lnTo>
                    <a:pt x="5790571" y="0"/>
                  </a:lnTo>
                  <a:lnTo>
                    <a:pt x="5789726" y="0"/>
                  </a:lnTo>
                  <a:lnTo>
                    <a:pt x="5788881" y="0"/>
                  </a:lnTo>
                  <a:lnTo>
                    <a:pt x="5788035" y="0"/>
                  </a:lnTo>
                  <a:lnTo>
                    <a:pt x="5787190" y="0"/>
                  </a:lnTo>
                  <a:lnTo>
                    <a:pt x="5786345" y="0"/>
                  </a:lnTo>
                  <a:lnTo>
                    <a:pt x="5785500" y="0"/>
                  </a:lnTo>
                  <a:lnTo>
                    <a:pt x="5784655" y="0"/>
                  </a:lnTo>
                  <a:lnTo>
                    <a:pt x="5783810" y="0"/>
                  </a:lnTo>
                  <a:lnTo>
                    <a:pt x="5782965" y="0"/>
                  </a:lnTo>
                  <a:lnTo>
                    <a:pt x="5782120" y="0"/>
                  </a:lnTo>
                  <a:lnTo>
                    <a:pt x="5781275" y="0"/>
                  </a:lnTo>
                  <a:lnTo>
                    <a:pt x="5780430" y="0"/>
                  </a:lnTo>
                  <a:lnTo>
                    <a:pt x="5779585" y="0"/>
                  </a:lnTo>
                  <a:lnTo>
                    <a:pt x="5778739" y="0"/>
                  </a:lnTo>
                  <a:lnTo>
                    <a:pt x="5777894" y="0"/>
                  </a:lnTo>
                  <a:lnTo>
                    <a:pt x="5777049" y="0"/>
                  </a:lnTo>
                  <a:lnTo>
                    <a:pt x="5776204" y="0"/>
                  </a:lnTo>
                  <a:lnTo>
                    <a:pt x="5775359" y="0"/>
                  </a:lnTo>
                  <a:lnTo>
                    <a:pt x="5774514" y="0"/>
                  </a:lnTo>
                  <a:lnTo>
                    <a:pt x="5773669" y="0"/>
                  </a:lnTo>
                  <a:lnTo>
                    <a:pt x="5772824" y="0"/>
                  </a:lnTo>
                  <a:lnTo>
                    <a:pt x="5771979" y="0"/>
                  </a:lnTo>
                  <a:lnTo>
                    <a:pt x="5771134" y="0"/>
                  </a:lnTo>
                  <a:lnTo>
                    <a:pt x="5770289" y="0"/>
                  </a:lnTo>
                  <a:lnTo>
                    <a:pt x="5769443" y="0"/>
                  </a:lnTo>
                  <a:lnTo>
                    <a:pt x="5768598" y="0"/>
                  </a:lnTo>
                  <a:lnTo>
                    <a:pt x="5767753" y="0"/>
                  </a:lnTo>
                  <a:lnTo>
                    <a:pt x="5766908" y="0"/>
                  </a:lnTo>
                  <a:lnTo>
                    <a:pt x="5766063" y="0"/>
                  </a:lnTo>
                  <a:lnTo>
                    <a:pt x="5765218" y="0"/>
                  </a:lnTo>
                  <a:lnTo>
                    <a:pt x="5764373" y="0"/>
                  </a:lnTo>
                  <a:lnTo>
                    <a:pt x="5763528" y="0"/>
                  </a:lnTo>
                  <a:lnTo>
                    <a:pt x="5762683" y="0"/>
                  </a:lnTo>
                  <a:lnTo>
                    <a:pt x="5761838" y="0"/>
                  </a:lnTo>
                  <a:lnTo>
                    <a:pt x="5760993" y="0"/>
                  </a:lnTo>
                  <a:lnTo>
                    <a:pt x="5760147" y="0"/>
                  </a:lnTo>
                  <a:lnTo>
                    <a:pt x="5759302" y="0"/>
                  </a:lnTo>
                  <a:lnTo>
                    <a:pt x="5758457" y="0"/>
                  </a:lnTo>
                  <a:lnTo>
                    <a:pt x="5757612" y="0"/>
                  </a:lnTo>
                  <a:lnTo>
                    <a:pt x="5756767" y="0"/>
                  </a:lnTo>
                  <a:lnTo>
                    <a:pt x="5755922" y="0"/>
                  </a:lnTo>
                  <a:lnTo>
                    <a:pt x="5755077" y="0"/>
                  </a:lnTo>
                  <a:lnTo>
                    <a:pt x="5754232" y="0"/>
                  </a:lnTo>
                  <a:lnTo>
                    <a:pt x="5753387" y="0"/>
                  </a:lnTo>
                  <a:lnTo>
                    <a:pt x="5752542" y="0"/>
                  </a:lnTo>
                  <a:lnTo>
                    <a:pt x="5751697" y="0"/>
                  </a:lnTo>
                  <a:lnTo>
                    <a:pt x="5750851" y="0"/>
                  </a:lnTo>
                  <a:lnTo>
                    <a:pt x="5750006" y="0"/>
                  </a:lnTo>
                  <a:lnTo>
                    <a:pt x="5749161" y="0"/>
                  </a:lnTo>
                  <a:lnTo>
                    <a:pt x="5748316" y="0"/>
                  </a:lnTo>
                  <a:lnTo>
                    <a:pt x="5747471" y="0"/>
                  </a:lnTo>
                  <a:lnTo>
                    <a:pt x="5746626" y="0"/>
                  </a:lnTo>
                  <a:lnTo>
                    <a:pt x="5745781" y="0"/>
                  </a:lnTo>
                  <a:lnTo>
                    <a:pt x="5744936" y="0"/>
                  </a:lnTo>
                  <a:lnTo>
                    <a:pt x="5744091" y="0"/>
                  </a:lnTo>
                  <a:lnTo>
                    <a:pt x="5743246" y="0"/>
                  </a:lnTo>
                  <a:lnTo>
                    <a:pt x="5742401" y="0"/>
                  </a:lnTo>
                  <a:lnTo>
                    <a:pt x="5741555" y="0"/>
                  </a:lnTo>
                  <a:lnTo>
                    <a:pt x="5740710" y="0"/>
                  </a:lnTo>
                  <a:lnTo>
                    <a:pt x="5739865" y="0"/>
                  </a:lnTo>
                  <a:lnTo>
                    <a:pt x="5739020" y="0"/>
                  </a:lnTo>
                  <a:lnTo>
                    <a:pt x="5738175" y="0"/>
                  </a:lnTo>
                  <a:lnTo>
                    <a:pt x="5737330" y="0"/>
                  </a:lnTo>
                  <a:lnTo>
                    <a:pt x="5736485" y="0"/>
                  </a:lnTo>
                  <a:lnTo>
                    <a:pt x="5735640" y="0"/>
                  </a:lnTo>
                  <a:lnTo>
                    <a:pt x="5734795" y="0"/>
                  </a:lnTo>
                  <a:lnTo>
                    <a:pt x="5733950" y="0"/>
                  </a:lnTo>
                  <a:lnTo>
                    <a:pt x="5733104" y="0"/>
                  </a:lnTo>
                  <a:lnTo>
                    <a:pt x="5732259" y="0"/>
                  </a:lnTo>
                  <a:lnTo>
                    <a:pt x="5731414" y="0"/>
                  </a:lnTo>
                  <a:lnTo>
                    <a:pt x="5730569" y="0"/>
                  </a:lnTo>
                  <a:lnTo>
                    <a:pt x="5729724" y="0"/>
                  </a:lnTo>
                  <a:lnTo>
                    <a:pt x="5728879" y="0"/>
                  </a:lnTo>
                  <a:lnTo>
                    <a:pt x="5728034" y="0"/>
                  </a:lnTo>
                  <a:lnTo>
                    <a:pt x="5727189" y="0"/>
                  </a:lnTo>
                  <a:lnTo>
                    <a:pt x="5726344" y="0"/>
                  </a:lnTo>
                  <a:lnTo>
                    <a:pt x="5725499" y="0"/>
                  </a:lnTo>
                  <a:lnTo>
                    <a:pt x="5724654" y="0"/>
                  </a:lnTo>
                  <a:lnTo>
                    <a:pt x="5723808" y="0"/>
                  </a:lnTo>
                  <a:lnTo>
                    <a:pt x="5722963" y="0"/>
                  </a:lnTo>
                  <a:lnTo>
                    <a:pt x="5722118" y="0"/>
                  </a:lnTo>
                  <a:lnTo>
                    <a:pt x="5721273" y="0"/>
                  </a:lnTo>
                  <a:lnTo>
                    <a:pt x="5720428" y="0"/>
                  </a:lnTo>
                  <a:lnTo>
                    <a:pt x="5719583" y="0"/>
                  </a:lnTo>
                  <a:lnTo>
                    <a:pt x="5718738" y="0"/>
                  </a:lnTo>
                  <a:lnTo>
                    <a:pt x="5717893" y="0"/>
                  </a:lnTo>
                  <a:lnTo>
                    <a:pt x="5717048" y="0"/>
                  </a:lnTo>
                  <a:lnTo>
                    <a:pt x="5716203" y="0"/>
                  </a:lnTo>
                  <a:lnTo>
                    <a:pt x="5715358" y="0"/>
                  </a:lnTo>
                  <a:lnTo>
                    <a:pt x="5714512" y="0"/>
                  </a:lnTo>
                  <a:lnTo>
                    <a:pt x="5713667" y="0"/>
                  </a:lnTo>
                  <a:lnTo>
                    <a:pt x="5712822" y="0"/>
                  </a:lnTo>
                  <a:lnTo>
                    <a:pt x="5711977" y="0"/>
                  </a:lnTo>
                  <a:lnTo>
                    <a:pt x="5711132" y="0"/>
                  </a:lnTo>
                  <a:lnTo>
                    <a:pt x="5710287" y="0"/>
                  </a:lnTo>
                  <a:lnTo>
                    <a:pt x="5709442" y="0"/>
                  </a:lnTo>
                  <a:lnTo>
                    <a:pt x="5708597" y="0"/>
                  </a:lnTo>
                  <a:lnTo>
                    <a:pt x="5707752" y="0"/>
                  </a:lnTo>
                  <a:lnTo>
                    <a:pt x="5706907" y="0"/>
                  </a:lnTo>
                  <a:lnTo>
                    <a:pt x="5706062" y="0"/>
                  </a:lnTo>
                  <a:lnTo>
                    <a:pt x="5705216" y="0"/>
                  </a:lnTo>
                  <a:lnTo>
                    <a:pt x="5704371" y="0"/>
                  </a:lnTo>
                  <a:lnTo>
                    <a:pt x="5703526" y="0"/>
                  </a:lnTo>
                  <a:lnTo>
                    <a:pt x="5702681" y="0"/>
                  </a:lnTo>
                  <a:lnTo>
                    <a:pt x="5701836" y="0"/>
                  </a:lnTo>
                  <a:lnTo>
                    <a:pt x="5700991" y="0"/>
                  </a:lnTo>
                  <a:lnTo>
                    <a:pt x="5700146" y="0"/>
                  </a:lnTo>
                  <a:lnTo>
                    <a:pt x="5699301" y="0"/>
                  </a:lnTo>
                  <a:lnTo>
                    <a:pt x="5698456" y="0"/>
                  </a:lnTo>
                  <a:lnTo>
                    <a:pt x="5697611" y="0"/>
                  </a:lnTo>
                  <a:lnTo>
                    <a:pt x="5696766" y="0"/>
                  </a:lnTo>
                  <a:lnTo>
                    <a:pt x="5695920" y="0"/>
                  </a:lnTo>
                  <a:lnTo>
                    <a:pt x="5695075" y="0"/>
                  </a:lnTo>
                  <a:lnTo>
                    <a:pt x="5694230" y="0"/>
                  </a:lnTo>
                  <a:lnTo>
                    <a:pt x="5693385" y="0"/>
                  </a:lnTo>
                  <a:lnTo>
                    <a:pt x="5692540" y="0"/>
                  </a:lnTo>
                  <a:lnTo>
                    <a:pt x="5691695" y="0"/>
                  </a:lnTo>
                  <a:lnTo>
                    <a:pt x="5690850" y="0"/>
                  </a:lnTo>
                  <a:lnTo>
                    <a:pt x="5690005" y="0"/>
                  </a:lnTo>
                  <a:lnTo>
                    <a:pt x="5689160" y="0"/>
                  </a:lnTo>
                  <a:lnTo>
                    <a:pt x="5688315" y="0"/>
                  </a:lnTo>
                  <a:lnTo>
                    <a:pt x="5687470" y="0"/>
                  </a:lnTo>
                  <a:lnTo>
                    <a:pt x="5686624" y="0"/>
                  </a:lnTo>
                  <a:lnTo>
                    <a:pt x="5685779" y="0"/>
                  </a:lnTo>
                  <a:lnTo>
                    <a:pt x="5684934" y="0"/>
                  </a:lnTo>
                  <a:lnTo>
                    <a:pt x="5684089" y="0"/>
                  </a:lnTo>
                  <a:lnTo>
                    <a:pt x="5683244" y="0"/>
                  </a:lnTo>
                  <a:lnTo>
                    <a:pt x="5682399" y="0"/>
                  </a:lnTo>
                  <a:lnTo>
                    <a:pt x="5681554" y="0"/>
                  </a:lnTo>
                  <a:lnTo>
                    <a:pt x="5680709" y="0"/>
                  </a:lnTo>
                  <a:lnTo>
                    <a:pt x="5679864" y="0"/>
                  </a:lnTo>
                  <a:lnTo>
                    <a:pt x="5679019" y="0"/>
                  </a:lnTo>
                  <a:lnTo>
                    <a:pt x="5678174" y="0"/>
                  </a:lnTo>
                  <a:lnTo>
                    <a:pt x="5677328" y="0"/>
                  </a:lnTo>
                  <a:lnTo>
                    <a:pt x="5676483" y="0"/>
                  </a:lnTo>
                  <a:lnTo>
                    <a:pt x="5675638" y="0"/>
                  </a:lnTo>
                  <a:lnTo>
                    <a:pt x="5674793" y="0"/>
                  </a:lnTo>
                  <a:lnTo>
                    <a:pt x="5673948" y="0"/>
                  </a:lnTo>
                  <a:lnTo>
                    <a:pt x="5673103" y="0"/>
                  </a:lnTo>
                  <a:lnTo>
                    <a:pt x="5672258" y="0"/>
                  </a:lnTo>
                  <a:lnTo>
                    <a:pt x="5671413" y="0"/>
                  </a:lnTo>
                  <a:lnTo>
                    <a:pt x="5670568" y="0"/>
                  </a:lnTo>
                  <a:lnTo>
                    <a:pt x="5669723" y="0"/>
                  </a:lnTo>
                  <a:lnTo>
                    <a:pt x="5668877" y="0"/>
                  </a:lnTo>
                  <a:lnTo>
                    <a:pt x="5668032" y="0"/>
                  </a:lnTo>
                  <a:lnTo>
                    <a:pt x="5667187" y="0"/>
                  </a:lnTo>
                  <a:lnTo>
                    <a:pt x="5666342" y="0"/>
                  </a:lnTo>
                  <a:lnTo>
                    <a:pt x="5665497" y="0"/>
                  </a:lnTo>
                  <a:lnTo>
                    <a:pt x="5664652" y="0"/>
                  </a:lnTo>
                  <a:lnTo>
                    <a:pt x="5663807" y="0"/>
                  </a:lnTo>
                  <a:lnTo>
                    <a:pt x="5662962" y="0"/>
                  </a:lnTo>
                  <a:lnTo>
                    <a:pt x="5662117" y="0"/>
                  </a:lnTo>
                  <a:lnTo>
                    <a:pt x="5661272" y="0"/>
                  </a:lnTo>
                  <a:lnTo>
                    <a:pt x="5660427" y="0"/>
                  </a:lnTo>
                  <a:lnTo>
                    <a:pt x="5659581" y="0"/>
                  </a:lnTo>
                  <a:lnTo>
                    <a:pt x="5658736" y="0"/>
                  </a:lnTo>
                  <a:lnTo>
                    <a:pt x="5657891" y="0"/>
                  </a:lnTo>
                  <a:lnTo>
                    <a:pt x="5657046" y="0"/>
                  </a:lnTo>
                  <a:lnTo>
                    <a:pt x="5656201" y="0"/>
                  </a:lnTo>
                  <a:lnTo>
                    <a:pt x="5655356" y="0"/>
                  </a:lnTo>
                  <a:lnTo>
                    <a:pt x="5654511" y="0"/>
                  </a:lnTo>
                  <a:lnTo>
                    <a:pt x="5653666" y="0"/>
                  </a:lnTo>
                  <a:lnTo>
                    <a:pt x="5652821" y="0"/>
                  </a:lnTo>
                  <a:lnTo>
                    <a:pt x="5651976" y="0"/>
                  </a:lnTo>
                  <a:lnTo>
                    <a:pt x="5651131" y="0"/>
                  </a:lnTo>
                  <a:lnTo>
                    <a:pt x="5650285" y="0"/>
                  </a:lnTo>
                  <a:lnTo>
                    <a:pt x="5649440" y="0"/>
                  </a:lnTo>
                  <a:lnTo>
                    <a:pt x="5648595" y="0"/>
                  </a:lnTo>
                  <a:lnTo>
                    <a:pt x="5647750" y="0"/>
                  </a:lnTo>
                  <a:lnTo>
                    <a:pt x="5646905" y="0"/>
                  </a:lnTo>
                  <a:lnTo>
                    <a:pt x="5646060" y="0"/>
                  </a:lnTo>
                  <a:lnTo>
                    <a:pt x="5645215" y="0"/>
                  </a:lnTo>
                  <a:lnTo>
                    <a:pt x="5644370" y="0"/>
                  </a:lnTo>
                  <a:lnTo>
                    <a:pt x="5643525" y="0"/>
                  </a:lnTo>
                  <a:lnTo>
                    <a:pt x="5642680" y="0"/>
                  </a:lnTo>
                  <a:lnTo>
                    <a:pt x="5641835" y="0"/>
                  </a:lnTo>
                  <a:lnTo>
                    <a:pt x="5640989" y="0"/>
                  </a:lnTo>
                  <a:lnTo>
                    <a:pt x="5640144" y="0"/>
                  </a:lnTo>
                  <a:lnTo>
                    <a:pt x="5639299" y="0"/>
                  </a:lnTo>
                  <a:lnTo>
                    <a:pt x="5638454" y="0"/>
                  </a:lnTo>
                  <a:lnTo>
                    <a:pt x="5637609" y="0"/>
                  </a:lnTo>
                  <a:lnTo>
                    <a:pt x="5636764" y="0"/>
                  </a:lnTo>
                  <a:lnTo>
                    <a:pt x="5635919" y="0"/>
                  </a:lnTo>
                  <a:lnTo>
                    <a:pt x="5635074" y="0"/>
                  </a:lnTo>
                  <a:lnTo>
                    <a:pt x="5634229" y="0"/>
                  </a:lnTo>
                  <a:lnTo>
                    <a:pt x="5633384" y="0"/>
                  </a:lnTo>
                  <a:lnTo>
                    <a:pt x="5632539" y="0"/>
                  </a:lnTo>
                  <a:lnTo>
                    <a:pt x="5631693" y="0"/>
                  </a:lnTo>
                  <a:lnTo>
                    <a:pt x="5630848" y="0"/>
                  </a:lnTo>
                  <a:lnTo>
                    <a:pt x="5630003" y="0"/>
                  </a:lnTo>
                  <a:lnTo>
                    <a:pt x="5629158" y="0"/>
                  </a:lnTo>
                  <a:lnTo>
                    <a:pt x="5628313" y="0"/>
                  </a:lnTo>
                  <a:lnTo>
                    <a:pt x="5627468" y="0"/>
                  </a:lnTo>
                  <a:lnTo>
                    <a:pt x="5626623" y="0"/>
                  </a:lnTo>
                  <a:lnTo>
                    <a:pt x="5625778" y="0"/>
                  </a:lnTo>
                  <a:lnTo>
                    <a:pt x="5624933" y="0"/>
                  </a:lnTo>
                  <a:lnTo>
                    <a:pt x="5624088" y="0"/>
                  </a:lnTo>
                  <a:lnTo>
                    <a:pt x="5623243" y="0"/>
                  </a:lnTo>
                  <a:lnTo>
                    <a:pt x="5622397" y="0"/>
                  </a:lnTo>
                  <a:lnTo>
                    <a:pt x="5621552" y="0"/>
                  </a:lnTo>
                  <a:lnTo>
                    <a:pt x="5620707" y="0"/>
                  </a:lnTo>
                  <a:lnTo>
                    <a:pt x="5619862" y="0"/>
                  </a:lnTo>
                  <a:lnTo>
                    <a:pt x="5619017" y="0"/>
                  </a:lnTo>
                  <a:lnTo>
                    <a:pt x="5618172" y="0"/>
                  </a:lnTo>
                  <a:lnTo>
                    <a:pt x="5617327" y="0"/>
                  </a:lnTo>
                  <a:lnTo>
                    <a:pt x="5616482" y="0"/>
                  </a:lnTo>
                  <a:lnTo>
                    <a:pt x="5615637" y="0"/>
                  </a:lnTo>
                  <a:lnTo>
                    <a:pt x="5614792" y="0"/>
                  </a:lnTo>
                  <a:lnTo>
                    <a:pt x="5613947" y="0"/>
                  </a:lnTo>
                  <a:lnTo>
                    <a:pt x="5613101" y="0"/>
                  </a:lnTo>
                  <a:lnTo>
                    <a:pt x="5612256" y="0"/>
                  </a:lnTo>
                  <a:lnTo>
                    <a:pt x="5611411" y="0"/>
                  </a:lnTo>
                  <a:lnTo>
                    <a:pt x="5610566" y="0"/>
                  </a:lnTo>
                  <a:lnTo>
                    <a:pt x="5609721" y="0"/>
                  </a:lnTo>
                  <a:lnTo>
                    <a:pt x="5608876" y="0"/>
                  </a:lnTo>
                  <a:lnTo>
                    <a:pt x="5608031" y="0"/>
                  </a:lnTo>
                  <a:lnTo>
                    <a:pt x="5607186" y="0"/>
                  </a:lnTo>
                  <a:lnTo>
                    <a:pt x="5606341" y="0"/>
                  </a:lnTo>
                  <a:lnTo>
                    <a:pt x="5605496" y="0"/>
                  </a:lnTo>
                  <a:lnTo>
                    <a:pt x="5604650" y="0"/>
                  </a:lnTo>
                  <a:lnTo>
                    <a:pt x="5603805" y="0"/>
                  </a:lnTo>
                  <a:lnTo>
                    <a:pt x="5602960" y="0"/>
                  </a:lnTo>
                  <a:lnTo>
                    <a:pt x="5602115" y="0"/>
                  </a:lnTo>
                  <a:lnTo>
                    <a:pt x="5601270" y="0"/>
                  </a:lnTo>
                  <a:lnTo>
                    <a:pt x="5600425" y="0"/>
                  </a:lnTo>
                  <a:lnTo>
                    <a:pt x="5599580" y="0"/>
                  </a:lnTo>
                  <a:lnTo>
                    <a:pt x="5598735" y="0"/>
                  </a:lnTo>
                  <a:lnTo>
                    <a:pt x="5597890" y="0"/>
                  </a:lnTo>
                  <a:lnTo>
                    <a:pt x="5597045" y="0"/>
                  </a:lnTo>
                  <a:lnTo>
                    <a:pt x="5596200" y="0"/>
                  </a:lnTo>
                  <a:lnTo>
                    <a:pt x="5595354" y="0"/>
                  </a:lnTo>
                  <a:lnTo>
                    <a:pt x="5594509" y="0"/>
                  </a:lnTo>
                  <a:lnTo>
                    <a:pt x="5593664" y="0"/>
                  </a:lnTo>
                  <a:lnTo>
                    <a:pt x="5592819" y="0"/>
                  </a:lnTo>
                  <a:lnTo>
                    <a:pt x="5591974" y="0"/>
                  </a:lnTo>
                  <a:lnTo>
                    <a:pt x="5591129" y="0"/>
                  </a:lnTo>
                  <a:lnTo>
                    <a:pt x="5590284" y="0"/>
                  </a:lnTo>
                  <a:lnTo>
                    <a:pt x="5589439" y="0"/>
                  </a:lnTo>
                  <a:lnTo>
                    <a:pt x="5588594" y="0"/>
                  </a:lnTo>
                  <a:lnTo>
                    <a:pt x="5587749" y="0"/>
                  </a:lnTo>
                  <a:lnTo>
                    <a:pt x="5586904" y="0"/>
                  </a:lnTo>
                  <a:lnTo>
                    <a:pt x="5586058" y="0"/>
                  </a:lnTo>
                  <a:lnTo>
                    <a:pt x="5585213" y="0"/>
                  </a:lnTo>
                  <a:lnTo>
                    <a:pt x="5584368" y="0"/>
                  </a:lnTo>
                  <a:lnTo>
                    <a:pt x="5583523" y="0"/>
                  </a:lnTo>
                  <a:lnTo>
                    <a:pt x="5582678" y="0"/>
                  </a:lnTo>
                  <a:lnTo>
                    <a:pt x="5581833" y="0"/>
                  </a:lnTo>
                  <a:lnTo>
                    <a:pt x="5580988" y="0"/>
                  </a:lnTo>
                  <a:lnTo>
                    <a:pt x="5580143" y="0"/>
                  </a:lnTo>
                  <a:lnTo>
                    <a:pt x="5579298" y="0"/>
                  </a:lnTo>
                  <a:lnTo>
                    <a:pt x="5578453" y="0"/>
                  </a:lnTo>
                  <a:lnTo>
                    <a:pt x="5577608" y="0"/>
                  </a:lnTo>
                  <a:lnTo>
                    <a:pt x="5576762" y="0"/>
                  </a:lnTo>
                  <a:lnTo>
                    <a:pt x="5575917" y="0"/>
                  </a:lnTo>
                  <a:lnTo>
                    <a:pt x="5575072" y="0"/>
                  </a:lnTo>
                  <a:lnTo>
                    <a:pt x="5574227" y="0"/>
                  </a:lnTo>
                  <a:lnTo>
                    <a:pt x="5573382" y="0"/>
                  </a:lnTo>
                  <a:lnTo>
                    <a:pt x="5572537" y="0"/>
                  </a:lnTo>
                  <a:lnTo>
                    <a:pt x="5571692" y="0"/>
                  </a:lnTo>
                  <a:lnTo>
                    <a:pt x="5570847" y="0"/>
                  </a:lnTo>
                  <a:lnTo>
                    <a:pt x="5570002" y="0"/>
                  </a:lnTo>
                  <a:lnTo>
                    <a:pt x="5569157" y="0"/>
                  </a:lnTo>
                  <a:lnTo>
                    <a:pt x="5568312" y="0"/>
                  </a:lnTo>
                  <a:lnTo>
                    <a:pt x="5567466" y="0"/>
                  </a:lnTo>
                  <a:lnTo>
                    <a:pt x="5566621" y="0"/>
                  </a:lnTo>
                  <a:lnTo>
                    <a:pt x="5565776" y="0"/>
                  </a:lnTo>
                  <a:lnTo>
                    <a:pt x="5564931" y="0"/>
                  </a:lnTo>
                  <a:lnTo>
                    <a:pt x="5564086" y="0"/>
                  </a:lnTo>
                  <a:lnTo>
                    <a:pt x="5563241" y="0"/>
                  </a:lnTo>
                  <a:lnTo>
                    <a:pt x="5562396" y="0"/>
                  </a:lnTo>
                  <a:lnTo>
                    <a:pt x="5561551" y="0"/>
                  </a:lnTo>
                  <a:lnTo>
                    <a:pt x="5560706" y="0"/>
                  </a:lnTo>
                  <a:lnTo>
                    <a:pt x="5559861" y="0"/>
                  </a:lnTo>
                  <a:lnTo>
                    <a:pt x="5559016" y="0"/>
                  </a:lnTo>
                  <a:lnTo>
                    <a:pt x="5558170" y="0"/>
                  </a:lnTo>
                  <a:lnTo>
                    <a:pt x="5557325" y="0"/>
                  </a:lnTo>
                  <a:lnTo>
                    <a:pt x="5556480" y="0"/>
                  </a:lnTo>
                  <a:lnTo>
                    <a:pt x="5555635" y="0"/>
                  </a:lnTo>
                  <a:lnTo>
                    <a:pt x="5554790" y="0"/>
                  </a:lnTo>
                  <a:lnTo>
                    <a:pt x="5553945" y="0"/>
                  </a:lnTo>
                  <a:lnTo>
                    <a:pt x="5553100" y="0"/>
                  </a:lnTo>
                  <a:lnTo>
                    <a:pt x="5552255" y="0"/>
                  </a:lnTo>
                  <a:lnTo>
                    <a:pt x="5551410" y="0"/>
                  </a:lnTo>
                  <a:lnTo>
                    <a:pt x="5550565" y="0"/>
                  </a:lnTo>
                  <a:lnTo>
                    <a:pt x="5549720" y="0"/>
                  </a:lnTo>
                  <a:lnTo>
                    <a:pt x="5548874" y="0"/>
                  </a:lnTo>
                  <a:lnTo>
                    <a:pt x="5548029" y="0"/>
                  </a:lnTo>
                  <a:lnTo>
                    <a:pt x="5547184" y="0"/>
                  </a:lnTo>
                  <a:lnTo>
                    <a:pt x="5546339" y="0"/>
                  </a:lnTo>
                  <a:lnTo>
                    <a:pt x="5545494" y="0"/>
                  </a:lnTo>
                  <a:lnTo>
                    <a:pt x="5544649" y="0"/>
                  </a:lnTo>
                  <a:lnTo>
                    <a:pt x="5543804" y="0"/>
                  </a:lnTo>
                  <a:lnTo>
                    <a:pt x="5542959" y="0"/>
                  </a:lnTo>
                  <a:lnTo>
                    <a:pt x="5542114" y="0"/>
                  </a:lnTo>
                  <a:lnTo>
                    <a:pt x="5541269" y="0"/>
                  </a:lnTo>
                  <a:lnTo>
                    <a:pt x="5540423" y="0"/>
                  </a:lnTo>
                  <a:lnTo>
                    <a:pt x="5539578" y="0"/>
                  </a:lnTo>
                  <a:lnTo>
                    <a:pt x="5538733" y="0"/>
                  </a:lnTo>
                  <a:lnTo>
                    <a:pt x="5537888" y="0"/>
                  </a:lnTo>
                  <a:lnTo>
                    <a:pt x="5537043" y="0"/>
                  </a:lnTo>
                  <a:lnTo>
                    <a:pt x="5536198" y="0"/>
                  </a:lnTo>
                  <a:lnTo>
                    <a:pt x="5535353" y="0"/>
                  </a:lnTo>
                  <a:lnTo>
                    <a:pt x="5534508" y="0"/>
                  </a:lnTo>
                  <a:lnTo>
                    <a:pt x="5533663" y="0"/>
                  </a:lnTo>
                  <a:lnTo>
                    <a:pt x="5532818" y="0"/>
                  </a:lnTo>
                  <a:lnTo>
                    <a:pt x="5531973" y="0"/>
                  </a:lnTo>
                  <a:lnTo>
                    <a:pt x="5531127" y="0"/>
                  </a:lnTo>
                  <a:lnTo>
                    <a:pt x="5530282" y="0"/>
                  </a:lnTo>
                  <a:lnTo>
                    <a:pt x="5529437" y="0"/>
                  </a:lnTo>
                  <a:lnTo>
                    <a:pt x="5528592" y="0"/>
                  </a:lnTo>
                  <a:lnTo>
                    <a:pt x="5527747" y="0"/>
                  </a:lnTo>
                  <a:lnTo>
                    <a:pt x="5526902" y="0"/>
                  </a:lnTo>
                  <a:lnTo>
                    <a:pt x="5526057" y="0"/>
                  </a:lnTo>
                  <a:lnTo>
                    <a:pt x="5525212" y="0"/>
                  </a:lnTo>
                  <a:lnTo>
                    <a:pt x="5524367" y="0"/>
                  </a:lnTo>
                  <a:lnTo>
                    <a:pt x="5523522" y="0"/>
                  </a:lnTo>
                  <a:lnTo>
                    <a:pt x="5522677" y="0"/>
                  </a:lnTo>
                  <a:lnTo>
                    <a:pt x="5521831" y="0"/>
                  </a:lnTo>
                  <a:lnTo>
                    <a:pt x="5520986" y="0"/>
                  </a:lnTo>
                  <a:lnTo>
                    <a:pt x="5520141" y="0"/>
                  </a:lnTo>
                  <a:lnTo>
                    <a:pt x="5519296" y="0"/>
                  </a:lnTo>
                  <a:lnTo>
                    <a:pt x="5518451" y="0"/>
                  </a:lnTo>
                  <a:lnTo>
                    <a:pt x="5517606" y="0"/>
                  </a:lnTo>
                  <a:lnTo>
                    <a:pt x="5516761" y="0"/>
                  </a:lnTo>
                  <a:lnTo>
                    <a:pt x="5515916" y="0"/>
                  </a:lnTo>
                  <a:lnTo>
                    <a:pt x="5515071" y="0"/>
                  </a:lnTo>
                  <a:lnTo>
                    <a:pt x="5514226" y="0"/>
                  </a:lnTo>
                  <a:lnTo>
                    <a:pt x="5513381" y="0"/>
                  </a:lnTo>
                  <a:lnTo>
                    <a:pt x="5512535" y="0"/>
                  </a:lnTo>
                  <a:lnTo>
                    <a:pt x="5511690" y="0"/>
                  </a:lnTo>
                  <a:lnTo>
                    <a:pt x="5510845" y="0"/>
                  </a:lnTo>
                  <a:lnTo>
                    <a:pt x="5510000" y="0"/>
                  </a:lnTo>
                  <a:lnTo>
                    <a:pt x="5509155" y="0"/>
                  </a:lnTo>
                  <a:lnTo>
                    <a:pt x="5508310" y="0"/>
                  </a:lnTo>
                  <a:lnTo>
                    <a:pt x="5507465" y="0"/>
                  </a:lnTo>
                  <a:lnTo>
                    <a:pt x="5506620" y="0"/>
                  </a:lnTo>
                  <a:lnTo>
                    <a:pt x="5505775" y="0"/>
                  </a:lnTo>
                  <a:lnTo>
                    <a:pt x="5504930" y="0"/>
                  </a:lnTo>
                  <a:lnTo>
                    <a:pt x="5504085" y="0"/>
                  </a:lnTo>
                  <a:lnTo>
                    <a:pt x="5503239" y="0"/>
                  </a:lnTo>
                  <a:lnTo>
                    <a:pt x="5502394" y="0"/>
                  </a:lnTo>
                  <a:lnTo>
                    <a:pt x="5501549" y="0"/>
                  </a:lnTo>
                  <a:lnTo>
                    <a:pt x="5500704" y="0"/>
                  </a:lnTo>
                  <a:lnTo>
                    <a:pt x="5499859" y="0"/>
                  </a:lnTo>
                  <a:lnTo>
                    <a:pt x="5499014" y="0"/>
                  </a:lnTo>
                  <a:lnTo>
                    <a:pt x="5498169" y="0"/>
                  </a:lnTo>
                  <a:lnTo>
                    <a:pt x="5497324" y="0"/>
                  </a:lnTo>
                  <a:lnTo>
                    <a:pt x="5496479" y="0"/>
                  </a:lnTo>
                  <a:lnTo>
                    <a:pt x="5495634" y="0"/>
                  </a:lnTo>
                  <a:lnTo>
                    <a:pt x="5494789" y="0"/>
                  </a:lnTo>
                  <a:lnTo>
                    <a:pt x="5493943" y="0"/>
                  </a:lnTo>
                  <a:lnTo>
                    <a:pt x="5493098" y="0"/>
                  </a:lnTo>
                  <a:lnTo>
                    <a:pt x="5492253" y="0"/>
                  </a:lnTo>
                  <a:lnTo>
                    <a:pt x="5491408" y="0"/>
                  </a:lnTo>
                  <a:lnTo>
                    <a:pt x="5490563" y="0"/>
                  </a:lnTo>
                  <a:lnTo>
                    <a:pt x="5489718" y="0"/>
                  </a:lnTo>
                  <a:lnTo>
                    <a:pt x="5488873" y="0"/>
                  </a:lnTo>
                  <a:lnTo>
                    <a:pt x="5488028" y="0"/>
                  </a:lnTo>
                  <a:lnTo>
                    <a:pt x="5487183" y="0"/>
                  </a:lnTo>
                  <a:lnTo>
                    <a:pt x="5486338" y="0"/>
                  </a:lnTo>
                  <a:lnTo>
                    <a:pt x="5485493" y="0"/>
                  </a:lnTo>
                  <a:lnTo>
                    <a:pt x="5484647" y="0"/>
                  </a:lnTo>
                  <a:lnTo>
                    <a:pt x="5483802" y="0"/>
                  </a:lnTo>
                  <a:lnTo>
                    <a:pt x="5482957" y="0"/>
                  </a:lnTo>
                  <a:lnTo>
                    <a:pt x="5482112" y="0"/>
                  </a:lnTo>
                  <a:lnTo>
                    <a:pt x="5481267" y="0"/>
                  </a:lnTo>
                  <a:lnTo>
                    <a:pt x="5480422" y="0"/>
                  </a:lnTo>
                  <a:lnTo>
                    <a:pt x="5479577" y="0"/>
                  </a:lnTo>
                  <a:lnTo>
                    <a:pt x="5478732" y="0"/>
                  </a:lnTo>
                  <a:lnTo>
                    <a:pt x="5477887" y="0"/>
                  </a:lnTo>
                  <a:lnTo>
                    <a:pt x="5477042" y="0"/>
                  </a:lnTo>
                  <a:lnTo>
                    <a:pt x="5476196" y="0"/>
                  </a:lnTo>
                  <a:lnTo>
                    <a:pt x="5475351" y="0"/>
                  </a:lnTo>
                  <a:lnTo>
                    <a:pt x="5474506" y="0"/>
                  </a:lnTo>
                  <a:lnTo>
                    <a:pt x="5473661" y="0"/>
                  </a:lnTo>
                  <a:lnTo>
                    <a:pt x="5472816" y="0"/>
                  </a:lnTo>
                  <a:lnTo>
                    <a:pt x="5471971" y="0"/>
                  </a:lnTo>
                  <a:lnTo>
                    <a:pt x="5471126" y="0"/>
                  </a:lnTo>
                  <a:lnTo>
                    <a:pt x="5470281" y="0"/>
                  </a:lnTo>
                  <a:lnTo>
                    <a:pt x="5469436" y="0"/>
                  </a:lnTo>
                  <a:lnTo>
                    <a:pt x="5468591" y="0"/>
                  </a:lnTo>
                  <a:lnTo>
                    <a:pt x="5467746" y="0"/>
                  </a:lnTo>
                  <a:lnTo>
                    <a:pt x="5466900" y="0"/>
                  </a:lnTo>
                  <a:lnTo>
                    <a:pt x="5466055" y="0"/>
                  </a:lnTo>
                  <a:lnTo>
                    <a:pt x="5465210" y="0"/>
                  </a:lnTo>
                  <a:lnTo>
                    <a:pt x="5464365" y="0"/>
                  </a:lnTo>
                  <a:lnTo>
                    <a:pt x="5463520" y="0"/>
                  </a:lnTo>
                  <a:lnTo>
                    <a:pt x="5462675" y="0"/>
                  </a:lnTo>
                  <a:lnTo>
                    <a:pt x="5461830" y="0"/>
                  </a:lnTo>
                  <a:lnTo>
                    <a:pt x="5460985" y="0"/>
                  </a:lnTo>
                  <a:lnTo>
                    <a:pt x="5460140" y="0"/>
                  </a:lnTo>
                  <a:lnTo>
                    <a:pt x="5459295" y="0"/>
                  </a:lnTo>
                  <a:lnTo>
                    <a:pt x="5458450" y="0"/>
                  </a:lnTo>
                  <a:lnTo>
                    <a:pt x="5457604" y="0"/>
                  </a:lnTo>
                  <a:lnTo>
                    <a:pt x="5456759" y="0"/>
                  </a:lnTo>
                  <a:lnTo>
                    <a:pt x="5455914" y="0"/>
                  </a:lnTo>
                  <a:lnTo>
                    <a:pt x="5455069" y="0"/>
                  </a:lnTo>
                  <a:lnTo>
                    <a:pt x="5454224" y="0"/>
                  </a:lnTo>
                  <a:lnTo>
                    <a:pt x="5453379" y="0"/>
                  </a:lnTo>
                  <a:lnTo>
                    <a:pt x="5452534" y="0"/>
                  </a:lnTo>
                  <a:lnTo>
                    <a:pt x="5451689" y="0"/>
                  </a:lnTo>
                  <a:lnTo>
                    <a:pt x="5450844" y="0"/>
                  </a:lnTo>
                  <a:lnTo>
                    <a:pt x="5449999" y="0"/>
                  </a:lnTo>
                  <a:lnTo>
                    <a:pt x="5449154" y="0"/>
                  </a:lnTo>
                  <a:lnTo>
                    <a:pt x="5448308" y="0"/>
                  </a:lnTo>
                  <a:lnTo>
                    <a:pt x="5447463" y="0"/>
                  </a:lnTo>
                  <a:lnTo>
                    <a:pt x="5446618" y="0"/>
                  </a:lnTo>
                  <a:lnTo>
                    <a:pt x="5445773" y="0"/>
                  </a:lnTo>
                  <a:lnTo>
                    <a:pt x="5444928" y="0"/>
                  </a:lnTo>
                  <a:lnTo>
                    <a:pt x="5444083" y="0"/>
                  </a:lnTo>
                  <a:lnTo>
                    <a:pt x="5443238" y="0"/>
                  </a:lnTo>
                  <a:lnTo>
                    <a:pt x="5442393" y="0"/>
                  </a:lnTo>
                  <a:lnTo>
                    <a:pt x="5441548" y="0"/>
                  </a:lnTo>
                  <a:lnTo>
                    <a:pt x="5440703" y="0"/>
                  </a:lnTo>
                  <a:lnTo>
                    <a:pt x="5439858" y="0"/>
                  </a:lnTo>
                  <a:lnTo>
                    <a:pt x="5439012" y="0"/>
                  </a:lnTo>
                  <a:lnTo>
                    <a:pt x="5438167" y="0"/>
                  </a:lnTo>
                  <a:lnTo>
                    <a:pt x="5437322" y="0"/>
                  </a:lnTo>
                  <a:lnTo>
                    <a:pt x="5436477" y="0"/>
                  </a:lnTo>
                  <a:lnTo>
                    <a:pt x="5435632" y="0"/>
                  </a:lnTo>
                  <a:lnTo>
                    <a:pt x="5434787" y="0"/>
                  </a:lnTo>
                  <a:lnTo>
                    <a:pt x="5433942" y="0"/>
                  </a:lnTo>
                  <a:lnTo>
                    <a:pt x="5433097" y="0"/>
                  </a:lnTo>
                  <a:lnTo>
                    <a:pt x="5432252" y="0"/>
                  </a:lnTo>
                  <a:lnTo>
                    <a:pt x="5431407" y="0"/>
                  </a:lnTo>
                  <a:lnTo>
                    <a:pt x="5430562" y="0"/>
                  </a:lnTo>
                  <a:lnTo>
                    <a:pt x="5429716" y="0"/>
                  </a:lnTo>
                  <a:lnTo>
                    <a:pt x="5428871" y="0"/>
                  </a:lnTo>
                  <a:lnTo>
                    <a:pt x="5428026" y="0"/>
                  </a:lnTo>
                  <a:lnTo>
                    <a:pt x="5427181" y="0"/>
                  </a:lnTo>
                  <a:lnTo>
                    <a:pt x="5426336" y="0"/>
                  </a:lnTo>
                  <a:lnTo>
                    <a:pt x="5425491" y="0"/>
                  </a:lnTo>
                  <a:lnTo>
                    <a:pt x="5424646" y="0"/>
                  </a:lnTo>
                  <a:lnTo>
                    <a:pt x="5423801" y="0"/>
                  </a:lnTo>
                  <a:lnTo>
                    <a:pt x="5422956" y="0"/>
                  </a:lnTo>
                  <a:lnTo>
                    <a:pt x="5422111" y="0"/>
                  </a:lnTo>
                  <a:lnTo>
                    <a:pt x="5421266" y="0"/>
                  </a:lnTo>
                  <a:lnTo>
                    <a:pt x="5420420" y="0"/>
                  </a:lnTo>
                  <a:lnTo>
                    <a:pt x="5419575" y="0"/>
                  </a:lnTo>
                  <a:lnTo>
                    <a:pt x="5418730" y="0"/>
                  </a:lnTo>
                  <a:lnTo>
                    <a:pt x="5417885" y="0"/>
                  </a:lnTo>
                  <a:lnTo>
                    <a:pt x="5417040" y="0"/>
                  </a:lnTo>
                  <a:lnTo>
                    <a:pt x="5416195" y="0"/>
                  </a:lnTo>
                  <a:lnTo>
                    <a:pt x="5415350" y="0"/>
                  </a:lnTo>
                  <a:lnTo>
                    <a:pt x="5414505" y="0"/>
                  </a:lnTo>
                  <a:lnTo>
                    <a:pt x="5413660" y="0"/>
                  </a:lnTo>
                  <a:lnTo>
                    <a:pt x="5412815" y="0"/>
                  </a:lnTo>
                  <a:lnTo>
                    <a:pt x="5411969" y="0"/>
                  </a:lnTo>
                  <a:lnTo>
                    <a:pt x="5411124" y="0"/>
                  </a:lnTo>
                  <a:lnTo>
                    <a:pt x="5410279" y="0"/>
                  </a:lnTo>
                  <a:lnTo>
                    <a:pt x="5409434" y="0"/>
                  </a:lnTo>
                  <a:lnTo>
                    <a:pt x="5408589" y="0"/>
                  </a:lnTo>
                  <a:lnTo>
                    <a:pt x="5407744" y="0"/>
                  </a:lnTo>
                  <a:lnTo>
                    <a:pt x="5406899" y="0"/>
                  </a:lnTo>
                  <a:lnTo>
                    <a:pt x="5406054" y="0"/>
                  </a:lnTo>
                  <a:lnTo>
                    <a:pt x="5405209" y="0"/>
                  </a:lnTo>
                  <a:lnTo>
                    <a:pt x="5404364" y="0"/>
                  </a:lnTo>
                  <a:lnTo>
                    <a:pt x="5403519" y="0"/>
                  </a:lnTo>
                  <a:lnTo>
                    <a:pt x="5402673" y="0"/>
                  </a:lnTo>
                  <a:lnTo>
                    <a:pt x="5401828" y="0"/>
                  </a:lnTo>
                  <a:lnTo>
                    <a:pt x="5400983" y="0"/>
                  </a:lnTo>
                  <a:lnTo>
                    <a:pt x="5400138" y="0"/>
                  </a:lnTo>
                  <a:lnTo>
                    <a:pt x="5399293" y="0"/>
                  </a:lnTo>
                  <a:lnTo>
                    <a:pt x="5398448" y="0"/>
                  </a:lnTo>
                  <a:lnTo>
                    <a:pt x="5397603" y="0"/>
                  </a:lnTo>
                  <a:lnTo>
                    <a:pt x="5396758" y="0"/>
                  </a:lnTo>
                  <a:lnTo>
                    <a:pt x="5395913" y="0"/>
                  </a:lnTo>
                  <a:lnTo>
                    <a:pt x="5395068" y="0"/>
                  </a:lnTo>
                  <a:lnTo>
                    <a:pt x="5394223" y="0"/>
                  </a:lnTo>
                  <a:lnTo>
                    <a:pt x="5393377" y="0"/>
                  </a:lnTo>
                  <a:lnTo>
                    <a:pt x="5392532" y="0"/>
                  </a:lnTo>
                  <a:lnTo>
                    <a:pt x="5391687" y="0"/>
                  </a:lnTo>
                  <a:lnTo>
                    <a:pt x="5390842" y="0"/>
                  </a:lnTo>
                  <a:lnTo>
                    <a:pt x="5389997" y="0"/>
                  </a:lnTo>
                  <a:lnTo>
                    <a:pt x="5389152" y="0"/>
                  </a:lnTo>
                  <a:lnTo>
                    <a:pt x="5388307" y="0"/>
                  </a:lnTo>
                  <a:lnTo>
                    <a:pt x="5387462" y="0"/>
                  </a:lnTo>
                  <a:lnTo>
                    <a:pt x="5386617" y="0"/>
                  </a:lnTo>
                  <a:lnTo>
                    <a:pt x="5385772" y="0"/>
                  </a:lnTo>
                  <a:lnTo>
                    <a:pt x="5384927" y="0"/>
                  </a:lnTo>
                  <a:lnTo>
                    <a:pt x="5384081" y="0"/>
                  </a:lnTo>
                  <a:lnTo>
                    <a:pt x="5383236" y="0"/>
                  </a:lnTo>
                  <a:lnTo>
                    <a:pt x="5382391" y="0"/>
                  </a:lnTo>
                  <a:lnTo>
                    <a:pt x="5381546" y="0"/>
                  </a:lnTo>
                  <a:lnTo>
                    <a:pt x="5380701" y="0"/>
                  </a:lnTo>
                  <a:lnTo>
                    <a:pt x="5379856" y="0"/>
                  </a:lnTo>
                  <a:lnTo>
                    <a:pt x="5379011" y="0"/>
                  </a:lnTo>
                  <a:lnTo>
                    <a:pt x="5378166" y="0"/>
                  </a:lnTo>
                  <a:lnTo>
                    <a:pt x="5377321" y="0"/>
                  </a:lnTo>
                  <a:lnTo>
                    <a:pt x="5376476" y="0"/>
                  </a:lnTo>
                  <a:lnTo>
                    <a:pt x="5375631" y="0"/>
                  </a:lnTo>
                  <a:lnTo>
                    <a:pt x="5374785" y="0"/>
                  </a:lnTo>
                  <a:lnTo>
                    <a:pt x="5373940" y="0"/>
                  </a:lnTo>
                  <a:lnTo>
                    <a:pt x="5373095" y="0"/>
                  </a:lnTo>
                  <a:lnTo>
                    <a:pt x="5372250" y="0"/>
                  </a:lnTo>
                  <a:lnTo>
                    <a:pt x="5371405" y="0"/>
                  </a:lnTo>
                  <a:lnTo>
                    <a:pt x="5370560" y="0"/>
                  </a:lnTo>
                  <a:lnTo>
                    <a:pt x="5369715" y="0"/>
                  </a:lnTo>
                  <a:lnTo>
                    <a:pt x="5368870" y="0"/>
                  </a:lnTo>
                  <a:lnTo>
                    <a:pt x="5368025" y="0"/>
                  </a:lnTo>
                  <a:lnTo>
                    <a:pt x="5367180" y="0"/>
                  </a:lnTo>
                  <a:lnTo>
                    <a:pt x="5366335" y="0"/>
                  </a:lnTo>
                  <a:lnTo>
                    <a:pt x="5365489" y="0"/>
                  </a:lnTo>
                  <a:lnTo>
                    <a:pt x="5364644" y="0"/>
                  </a:lnTo>
                  <a:lnTo>
                    <a:pt x="5363799" y="0"/>
                  </a:lnTo>
                  <a:lnTo>
                    <a:pt x="5362954" y="0"/>
                  </a:lnTo>
                  <a:lnTo>
                    <a:pt x="5362109" y="0"/>
                  </a:lnTo>
                  <a:lnTo>
                    <a:pt x="5361264" y="0"/>
                  </a:lnTo>
                  <a:lnTo>
                    <a:pt x="5360419" y="0"/>
                  </a:lnTo>
                  <a:lnTo>
                    <a:pt x="5359574" y="0"/>
                  </a:lnTo>
                  <a:lnTo>
                    <a:pt x="5358729" y="0"/>
                  </a:lnTo>
                  <a:lnTo>
                    <a:pt x="5357884" y="0"/>
                  </a:lnTo>
                  <a:lnTo>
                    <a:pt x="5357039" y="0"/>
                  </a:lnTo>
                  <a:lnTo>
                    <a:pt x="5356193" y="0"/>
                  </a:lnTo>
                  <a:lnTo>
                    <a:pt x="5355348" y="0"/>
                  </a:lnTo>
                  <a:lnTo>
                    <a:pt x="5354503" y="0"/>
                  </a:lnTo>
                  <a:lnTo>
                    <a:pt x="5353658" y="0"/>
                  </a:lnTo>
                  <a:lnTo>
                    <a:pt x="5352813" y="0"/>
                  </a:lnTo>
                  <a:lnTo>
                    <a:pt x="5351968" y="0"/>
                  </a:lnTo>
                  <a:lnTo>
                    <a:pt x="5351123" y="0"/>
                  </a:lnTo>
                  <a:lnTo>
                    <a:pt x="5350278" y="0"/>
                  </a:lnTo>
                  <a:lnTo>
                    <a:pt x="5349433" y="0"/>
                  </a:lnTo>
                  <a:lnTo>
                    <a:pt x="5348588" y="0"/>
                  </a:lnTo>
                  <a:lnTo>
                    <a:pt x="5347742" y="0"/>
                  </a:lnTo>
                  <a:lnTo>
                    <a:pt x="5346897" y="0"/>
                  </a:lnTo>
                  <a:lnTo>
                    <a:pt x="5346052" y="0"/>
                  </a:lnTo>
                  <a:lnTo>
                    <a:pt x="5345207" y="0"/>
                  </a:lnTo>
                  <a:lnTo>
                    <a:pt x="5344362" y="0"/>
                  </a:lnTo>
                  <a:lnTo>
                    <a:pt x="5343517" y="0"/>
                  </a:lnTo>
                  <a:lnTo>
                    <a:pt x="5342672" y="0"/>
                  </a:lnTo>
                  <a:lnTo>
                    <a:pt x="5341827" y="0"/>
                  </a:lnTo>
                  <a:lnTo>
                    <a:pt x="5340982" y="0"/>
                  </a:lnTo>
                  <a:lnTo>
                    <a:pt x="5340137" y="0"/>
                  </a:lnTo>
                  <a:lnTo>
                    <a:pt x="5339292" y="0"/>
                  </a:lnTo>
                  <a:lnTo>
                    <a:pt x="5338446" y="0"/>
                  </a:lnTo>
                  <a:lnTo>
                    <a:pt x="5337601" y="0"/>
                  </a:lnTo>
                  <a:lnTo>
                    <a:pt x="5336756" y="0"/>
                  </a:lnTo>
                  <a:lnTo>
                    <a:pt x="5335911" y="0"/>
                  </a:lnTo>
                  <a:lnTo>
                    <a:pt x="5335066" y="0"/>
                  </a:lnTo>
                  <a:lnTo>
                    <a:pt x="5334221" y="0"/>
                  </a:lnTo>
                  <a:lnTo>
                    <a:pt x="5333376" y="0"/>
                  </a:lnTo>
                  <a:lnTo>
                    <a:pt x="5332531" y="0"/>
                  </a:lnTo>
                  <a:lnTo>
                    <a:pt x="5331686" y="0"/>
                  </a:lnTo>
                  <a:lnTo>
                    <a:pt x="5330841" y="0"/>
                  </a:lnTo>
                  <a:lnTo>
                    <a:pt x="5329996" y="0"/>
                  </a:lnTo>
                  <a:lnTo>
                    <a:pt x="5329150" y="0"/>
                  </a:lnTo>
                  <a:lnTo>
                    <a:pt x="5328305" y="0"/>
                  </a:lnTo>
                  <a:lnTo>
                    <a:pt x="5327460" y="0"/>
                  </a:lnTo>
                  <a:lnTo>
                    <a:pt x="5326615" y="0"/>
                  </a:lnTo>
                  <a:lnTo>
                    <a:pt x="5325770" y="0"/>
                  </a:lnTo>
                  <a:lnTo>
                    <a:pt x="5324925" y="0"/>
                  </a:lnTo>
                  <a:lnTo>
                    <a:pt x="5324080" y="0"/>
                  </a:lnTo>
                  <a:lnTo>
                    <a:pt x="5323235" y="0"/>
                  </a:lnTo>
                  <a:lnTo>
                    <a:pt x="5322390" y="0"/>
                  </a:lnTo>
                  <a:lnTo>
                    <a:pt x="5321545" y="0"/>
                  </a:lnTo>
                  <a:lnTo>
                    <a:pt x="5320700" y="0"/>
                  </a:lnTo>
                  <a:lnTo>
                    <a:pt x="5319854" y="0"/>
                  </a:lnTo>
                  <a:lnTo>
                    <a:pt x="5319009" y="0"/>
                  </a:lnTo>
                  <a:lnTo>
                    <a:pt x="5318164" y="0"/>
                  </a:lnTo>
                  <a:lnTo>
                    <a:pt x="5317319" y="0"/>
                  </a:lnTo>
                  <a:lnTo>
                    <a:pt x="5316474" y="0"/>
                  </a:lnTo>
                  <a:lnTo>
                    <a:pt x="5315629" y="0"/>
                  </a:lnTo>
                  <a:lnTo>
                    <a:pt x="5314784" y="0"/>
                  </a:lnTo>
                  <a:lnTo>
                    <a:pt x="5313939" y="0"/>
                  </a:lnTo>
                  <a:lnTo>
                    <a:pt x="5313094" y="0"/>
                  </a:lnTo>
                  <a:lnTo>
                    <a:pt x="5312249" y="0"/>
                  </a:lnTo>
                  <a:lnTo>
                    <a:pt x="5311404" y="0"/>
                  </a:lnTo>
                  <a:lnTo>
                    <a:pt x="5310558" y="0"/>
                  </a:lnTo>
                  <a:lnTo>
                    <a:pt x="5309713" y="0"/>
                  </a:lnTo>
                  <a:lnTo>
                    <a:pt x="5308868" y="0"/>
                  </a:lnTo>
                  <a:lnTo>
                    <a:pt x="5308023" y="0"/>
                  </a:lnTo>
                  <a:lnTo>
                    <a:pt x="5307178" y="0"/>
                  </a:lnTo>
                  <a:lnTo>
                    <a:pt x="5306333" y="0"/>
                  </a:lnTo>
                  <a:lnTo>
                    <a:pt x="5305488" y="0"/>
                  </a:lnTo>
                  <a:lnTo>
                    <a:pt x="5304643" y="0"/>
                  </a:lnTo>
                  <a:lnTo>
                    <a:pt x="5303798" y="0"/>
                  </a:lnTo>
                  <a:lnTo>
                    <a:pt x="5302953" y="0"/>
                  </a:lnTo>
                  <a:lnTo>
                    <a:pt x="5302108" y="0"/>
                  </a:lnTo>
                  <a:lnTo>
                    <a:pt x="5301262" y="0"/>
                  </a:lnTo>
                  <a:lnTo>
                    <a:pt x="5300417" y="0"/>
                  </a:lnTo>
                  <a:lnTo>
                    <a:pt x="5299572" y="0"/>
                  </a:lnTo>
                  <a:lnTo>
                    <a:pt x="5298727" y="0"/>
                  </a:lnTo>
                  <a:lnTo>
                    <a:pt x="5297882" y="0"/>
                  </a:lnTo>
                  <a:lnTo>
                    <a:pt x="5297037" y="0"/>
                  </a:lnTo>
                  <a:lnTo>
                    <a:pt x="5296192" y="0"/>
                  </a:lnTo>
                  <a:lnTo>
                    <a:pt x="5295347" y="0"/>
                  </a:lnTo>
                  <a:lnTo>
                    <a:pt x="5294502" y="0"/>
                  </a:lnTo>
                  <a:lnTo>
                    <a:pt x="5293657" y="0"/>
                  </a:lnTo>
                  <a:lnTo>
                    <a:pt x="5292812" y="0"/>
                  </a:lnTo>
                  <a:lnTo>
                    <a:pt x="5291966" y="0"/>
                  </a:lnTo>
                  <a:lnTo>
                    <a:pt x="5291121" y="0"/>
                  </a:lnTo>
                  <a:lnTo>
                    <a:pt x="5290276" y="0"/>
                  </a:lnTo>
                  <a:lnTo>
                    <a:pt x="5289431" y="0"/>
                  </a:lnTo>
                  <a:lnTo>
                    <a:pt x="5288586" y="0"/>
                  </a:lnTo>
                  <a:lnTo>
                    <a:pt x="5287741" y="0"/>
                  </a:lnTo>
                  <a:lnTo>
                    <a:pt x="5286896" y="0"/>
                  </a:lnTo>
                  <a:lnTo>
                    <a:pt x="5286051" y="0"/>
                  </a:lnTo>
                  <a:lnTo>
                    <a:pt x="5285206" y="0"/>
                  </a:lnTo>
                  <a:lnTo>
                    <a:pt x="5284361" y="0"/>
                  </a:lnTo>
                  <a:lnTo>
                    <a:pt x="5283515" y="0"/>
                  </a:lnTo>
                  <a:lnTo>
                    <a:pt x="5282670" y="0"/>
                  </a:lnTo>
                  <a:lnTo>
                    <a:pt x="5281825" y="0"/>
                  </a:lnTo>
                  <a:lnTo>
                    <a:pt x="5280980" y="0"/>
                  </a:lnTo>
                  <a:lnTo>
                    <a:pt x="5280135" y="0"/>
                  </a:lnTo>
                  <a:lnTo>
                    <a:pt x="5279290" y="0"/>
                  </a:lnTo>
                  <a:lnTo>
                    <a:pt x="5278445" y="0"/>
                  </a:lnTo>
                  <a:lnTo>
                    <a:pt x="5277600" y="0"/>
                  </a:lnTo>
                  <a:lnTo>
                    <a:pt x="5276755" y="0"/>
                  </a:lnTo>
                  <a:lnTo>
                    <a:pt x="5275910" y="0"/>
                  </a:lnTo>
                  <a:lnTo>
                    <a:pt x="5275065" y="0"/>
                  </a:lnTo>
                  <a:lnTo>
                    <a:pt x="5274219" y="0"/>
                  </a:lnTo>
                  <a:lnTo>
                    <a:pt x="5273374" y="0"/>
                  </a:lnTo>
                  <a:lnTo>
                    <a:pt x="5272529" y="0"/>
                  </a:lnTo>
                  <a:lnTo>
                    <a:pt x="5271684" y="0"/>
                  </a:lnTo>
                  <a:lnTo>
                    <a:pt x="5270839" y="0"/>
                  </a:lnTo>
                  <a:lnTo>
                    <a:pt x="5269994" y="0"/>
                  </a:lnTo>
                  <a:lnTo>
                    <a:pt x="5269149" y="0"/>
                  </a:lnTo>
                  <a:lnTo>
                    <a:pt x="5268304" y="0"/>
                  </a:lnTo>
                  <a:lnTo>
                    <a:pt x="5267459" y="0"/>
                  </a:lnTo>
                  <a:lnTo>
                    <a:pt x="5266614" y="0"/>
                  </a:lnTo>
                  <a:lnTo>
                    <a:pt x="5265769" y="0"/>
                  </a:lnTo>
                  <a:lnTo>
                    <a:pt x="5264923" y="0"/>
                  </a:lnTo>
                  <a:lnTo>
                    <a:pt x="5264078" y="0"/>
                  </a:lnTo>
                  <a:lnTo>
                    <a:pt x="5263233" y="0"/>
                  </a:lnTo>
                  <a:lnTo>
                    <a:pt x="5262388" y="0"/>
                  </a:lnTo>
                  <a:lnTo>
                    <a:pt x="5261543" y="0"/>
                  </a:lnTo>
                  <a:lnTo>
                    <a:pt x="5260698" y="0"/>
                  </a:lnTo>
                  <a:lnTo>
                    <a:pt x="5259853" y="0"/>
                  </a:lnTo>
                  <a:lnTo>
                    <a:pt x="5259008" y="0"/>
                  </a:lnTo>
                  <a:lnTo>
                    <a:pt x="5258163" y="0"/>
                  </a:lnTo>
                  <a:lnTo>
                    <a:pt x="5257318" y="0"/>
                  </a:lnTo>
                  <a:lnTo>
                    <a:pt x="5256473" y="0"/>
                  </a:lnTo>
                  <a:lnTo>
                    <a:pt x="5255627" y="0"/>
                  </a:lnTo>
                  <a:lnTo>
                    <a:pt x="5254782" y="0"/>
                  </a:lnTo>
                  <a:lnTo>
                    <a:pt x="5253937" y="0"/>
                  </a:lnTo>
                  <a:lnTo>
                    <a:pt x="5253092" y="0"/>
                  </a:lnTo>
                  <a:lnTo>
                    <a:pt x="5252247" y="0"/>
                  </a:lnTo>
                  <a:lnTo>
                    <a:pt x="5251402" y="0"/>
                  </a:lnTo>
                  <a:lnTo>
                    <a:pt x="5250557" y="0"/>
                  </a:lnTo>
                  <a:lnTo>
                    <a:pt x="5249712" y="0"/>
                  </a:lnTo>
                  <a:lnTo>
                    <a:pt x="5248867" y="0"/>
                  </a:lnTo>
                  <a:lnTo>
                    <a:pt x="5248022" y="0"/>
                  </a:lnTo>
                  <a:lnTo>
                    <a:pt x="5247177" y="0"/>
                  </a:lnTo>
                  <a:lnTo>
                    <a:pt x="5246331" y="0"/>
                  </a:lnTo>
                  <a:lnTo>
                    <a:pt x="5245486" y="0"/>
                  </a:lnTo>
                  <a:lnTo>
                    <a:pt x="5244641" y="0"/>
                  </a:lnTo>
                  <a:lnTo>
                    <a:pt x="5243796" y="0"/>
                  </a:lnTo>
                  <a:lnTo>
                    <a:pt x="5242951" y="0"/>
                  </a:lnTo>
                  <a:lnTo>
                    <a:pt x="5242106" y="0"/>
                  </a:lnTo>
                  <a:lnTo>
                    <a:pt x="5241261" y="0"/>
                  </a:lnTo>
                  <a:lnTo>
                    <a:pt x="5240416" y="0"/>
                  </a:lnTo>
                  <a:lnTo>
                    <a:pt x="5239571" y="0"/>
                  </a:lnTo>
                  <a:lnTo>
                    <a:pt x="5238726" y="0"/>
                  </a:lnTo>
                  <a:lnTo>
                    <a:pt x="5237881" y="0"/>
                  </a:lnTo>
                  <a:lnTo>
                    <a:pt x="5237035" y="0"/>
                  </a:lnTo>
                  <a:lnTo>
                    <a:pt x="5236190" y="0"/>
                  </a:lnTo>
                  <a:lnTo>
                    <a:pt x="5235345" y="0"/>
                  </a:lnTo>
                  <a:lnTo>
                    <a:pt x="5234500" y="0"/>
                  </a:lnTo>
                  <a:lnTo>
                    <a:pt x="5233655" y="0"/>
                  </a:lnTo>
                  <a:lnTo>
                    <a:pt x="5232810" y="0"/>
                  </a:lnTo>
                  <a:lnTo>
                    <a:pt x="5231965" y="0"/>
                  </a:lnTo>
                  <a:lnTo>
                    <a:pt x="5231120" y="0"/>
                  </a:lnTo>
                  <a:lnTo>
                    <a:pt x="5230275" y="0"/>
                  </a:lnTo>
                  <a:lnTo>
                    <a:pt x="5229430" y="0"/>
                  </a:lnTo>
                  <a:lnTo>
                    <a:pt x="5228584" y="0"/>
                  </a:lnTo>
                  <a:lnTo>
                    <a:pt x="5227739" y="0"/>
                  </a:lnTo>
                  <a:lnTo>
                    <a:pt x="5226894" y="0"/>
                  </a:lnTo>
                  <a:lnTo>
                    <a:pt x="5226049" y="0"/>
                  </a:lnTo>
                  <a:lnTo>
                    <a:pt x="5225204" y="0"/>
                  </a:lnTo>
                  <a:lnTo>
                    <a:pt x="5224359" y="0"/>
                  </a:lnTo>
                  <a:lnTo>
                    <a:pt x="5223514" y="0"/>
                  </a:lnTo>
                  <a:lnTo>
                    <a:pt x="5222669" y="0"/>
                  </a:lnTo>
                  <a:lnTo>
                    <a:pt x="5221824" y="0"/>
                  </a:lnTo>
                  <a:lnTo>
                    <a:pt x="5220979" y="0"/>
                  </a:lnTo>
                  <a:lnTo>
                    <a:pt x="5220134" y="0"/>
                  </a:lnTo>
                  <a:lnTo>
                    <a:pt x="5219288" y="0"/>
                  </a:lnTo>
                  <a:lnTo>
                    <a:pt x="5218443" y="0"/>
                  </a:lnTo>
                  <a:lnTo>
                    <a:pt x="5217598" y="0"/>
                  </a:lnTo>
                  <a:lnTo>
                    <a:pt x="5216753" y="0"/>
                  </a:lnTo>
                  <a:lnTo>
                    <a:pt x="5215908" y="0"/>
                  </a:lnTo>
                  <a:lnTo>
                    <a:pt x="5215063" y="0"/>
                  </a:lnTo>
                  <a:lnTo>
                    <a:pt x="5214218" y="0"/>
                  </a:lnTo>
                  <a:lnTo>
                    <a:pt x="5213373" y="0"/>
                  </a:lnTo>
                  <a:lnTo>
                    <a:pt x="5212528" y="0"/>
                  </a:lnTo>
                  <a:lnTo>
                    <a:pt x="5211683" y="0"/>
                  </a:lnTo>
                  <a:lnTo>
                    <a:pt x="5210838" y="0"/>
                  </a:lnTo>
                  <a:lnTo>
                    <a:pt x="5209992" y="0"/>
                  </a:lnTo>
                  <a:lnTo>
                    <a:pt x="5209147" y="0"/>
                  </a:lnTo>
                  <a:lnTo>
                    <a:pt x="5208302" y="0"/>
                  </a:lnTo>
                  <a:lnTo>
                    <a:pt x="5207457" y="0"/>
                  </a:lnTo>
                  <a:lnTo>
                    <a:pt x="5206612" y="0"/>
                  </a:lnTo>
                  <a:lnTo>
                    <a:pt x="5205767" y="0"/>
                  </a:lnTo>
                  <a:lnTo>
                    <a:pt x="5204922" y="0"/>
                  </a:lnTo>
                  <a:lnTo>
                    <a:pt x="5204077" y="0"/>
                  </a:lnTo>
                  <a:lnTo>
                    <a:pt x="5203232" y="0"/>
                  </a:lnTo>
                  <a:lnTo>
                    <a:pt x="5202387" y="0"/>
                  </a:lnTo>
                  <a:lnTo>
                    <a:pt x="5201542" y="0"/>
                  </a:lnTo>
                  <a:lnTo>
                    <a:pt x="5200696" y="0"/>
                  </a:lnTo>
                  <a:lnTo>
                    <a:pt x="5199851" y="0"/>
                  </a:lnTo>
                  <a:lnTo>
                    <a:pt x="5199006" y="0"/>
                  </a:lnTo>
                  <a:lnTo>
                    <a:pt x="5198161" y="0"/>
                  </a:lnTo>
                  <a:lnTo>
                    <a:pt x="5197316" y="0"/>
                  </a:lnTo>
                  <a:lnTo>
                    <a:pt x="5196471" y="0"/>
                  </a:lnTo>
                  <a:lnTo>
                    <a:pt x="5195626" y="0"/>
                  </a:lnTo>
                  <a:lnTo>
                    <a:pt x="5194781" y="0"/>
                  </a:lnTo>
                  <a:lnTo>
                    <a:pt x="5193936" y="0"/>
                  </a:lnTo>
                  <a:lnTo>
                    <a:pt x="5193091" y="0"/>
                  </a:lnTo>
                  <a:lnTo>
                    <a:pt x="5192246" y="0"/>
                  </a:lnTo>
                  <a:lnTo>
                    <a:pt x="5191400" y="0"/>
                  </a:lnTo>
                  <a:lnTo>
                    <a:pt x="5190555" y="0"/>
                  </a:lnTo>
                  <a:lnTo>
                    <a:pt x="5189710" y="0"/>
                  </a:lnTo>
                  <a:lnTo>
                    <a:pt x="5188865" y="0"/>
                  </a:lnTo>
                  <a:lnTo>
                    <a:pt x="5188020" y="0"/>
                  </a:lnTo>
                  <a:lnTo>
                    <a:pt x="5187175" y="0"/>
                  </a:lnTo>
                  <a:lnTo>
                    <a:pt x="5186330" y="0"/>
                  </a:lnTo>
                  <a:lnTo>
                    <a:pt x="5185485" y="0"/>
                  </a:lnTo>
                  <a:lnTo>
                    <a:pt x="5184640" y="0"/>
                  </a:lnTo>
                  <a:lnTo>
                    <a:pt x="5183795" y="0"/>
                  </a:lnTo>
                  <a:lnTo>
                    <a:pt x="5182950" y="0"/>
                  </a:lnTo>
                  <a:lnTo>
                    <a:pt x="5182104" y="0"/>
                  </a:lnTo>
                  <a:lnTo>
                    <a:pt x="5181259" y="0"/>
                  </a:lnTo>
                  <a:lnTo>
                    <a:pt x="5180414" y="0"/>
                  </a:lnTo>
                  <a:lnTo>
                    <a:pt x="5179569" y="0"/>
                  </a:lnTo>
                  <a:lnTo>
                    <a:pt x="5178724" y="0"/>
                  </a:lnTo>
                  <a:lnTo>
                    <a:pt x="5177879" y="0"/>
                  </a:lnTo>
                  <a:lnTo>
                    <a:pt x="5177034" y="0"/>
                  </a:lnTo>
                  <a:lnTo>
                    <a:pt x="5176189" y="0"/>
                  </a:lnTo>
                  <a:lnTo>
                    <a:pt x="5175344" y="0"/>
                  </a:lnTo>
                  <a:lnTo>
                    <a:pt x="5174499" y="0"/>
                  </a:lnTo>
                  <a:lnTo>
                    <a:pt x="5173654" y="0"/>
                  </a:lnTo>
                  <a:lnTo>
                    <a:pt x="5172808" y="0"/>
                  </a:lnTo>
                  <a:lnTo>
                    <a:pt x="5171963" y="0"/>
                  </a:lnTo>
                  <a:lnTo>
                    <a:pt x="5171118" y="0"/>
                  </a:lnTo>
                  <a:lnTo>
                    <a:pt x="5170273" y="0"/>
                  </a:lnTo>
                  <a:lnTo>
                    <a:pt x="5169428" y="0"/>
                  </a:lnTo>
                  <a:lnTo>
                    <a:pt x="5168583" y="0"/>
                  </a:lnTo>
                  <a:lnTo>
                    <a:pt x="5167738" y="0"/>
                  </a:lnTo>
                  <a:lnTo>
                    <a:pt x="5166893" y="0"/>
                  </a:lnTo>
                  <a:lnTo>
                    <a:pt x="5166048" y="0"/>
                  </a:lnTo>
                  <a:lnTo>
                    <a:pt x="5165203" y="0"/>
                  </a:lnTo>
                  <a:lnTo>
                    <a:pt x="5164357" y="0"/>
                  </a:lnTo>
                  <a:lnTo>
                    <a:pt x="5163512" y="0"/>
                  </a:lnTo>
                  <a:lnTo>
                    <a:pt x="5162667" y="0"/>
                  </a:lnTo>
                  <a:lnTo>
                    <a:pt x="5161822" y="0"/>
                  </a:lnTo>
                  <a:lnTo>
                    <a:pt x="5160977" y="0"/>
                  </a:lnTo>
                  <a:lnTo>
                    <a:pt x="5160132" y="0"/>
                  </a:lnTo>
                  <a:lnTo>
                    <a:pt x="5159287" y="0"/>
                  </a:lnTo>
                  <a:lnTo>
                    <a:pt x="5158442" y="0"/>
                  </a:lnTo>
                  <a:lnTo>
                    <a:pt x="5157597" y="0"/>
                  </a:lnTo>
                  <a:lnTo>
                    <a:pt x="5156752" y="0"/>
                  </a:lnTo>
                  <a:lnTo>
                    <a:pt x="5155907" y="0"/>
                  </a:lnTo>
                  <a:lnTo>
                    <a:pt x="5155061" y="0"/>
                  </a:lnTo>
                  <a:lnTo>
                    <a:pt x="5154216" y="0"/>
                  </a:lnTo>
                  <a:lnTo>
                    <a:pt x="5153371" y="0"/>
                  </a:lnTo>
                  <a:lnTo>
                    <a:pt x="5152526" y="0"/>
                  </a:lnTo>
                  <a:lnTo>
                    <a:pt x="5151681" y="0"/>
                  </a:lnTo>
                  <a:lnTo>
                    <a:pt x="5150836" y="0"/>
                  </a:lnTo>
                  <a:lnTo>
                    <a:pt x="5149991" y="0"/>
                  </a:lnTo>
                  <a:lnTo>
                    <a:pt x="5149146" y="0"/>
                  </a:lnTo>
                  <a:lnTo>
                    <a:pt x="5148301" y="0"/>
                  </a:lnTo>
                  <a:lnTo>
                    <a:pt x="5147456" y="0"/>
                  </a:lnTo>
                  <a:lnTo>
                    <a:pt x="5146611" y="0"/>
                  </a:lnTo>
                  <a:lnTo>
                    <a:pt x="5145765" y="0"/>
                  </a:lnTo>
                  <a:lnTo>
                    <a:pt x="5144920" y="0"/>
                  </a:lnTo>
                  <a:lnTo>
                    <a:pt x="5144075" y="0"/>
                  </a:lnTo>
                  <a:lnTo>
                    <a:pt x="5143230" y="0"/>
                  </a:lnTo>
                  <a:lnTo>
                    <a:pt x="5142385" y="0"/>
                  </a:lnTo>
                  <a:lnTo>
                    <a:pt x="5141540" y="0"/>
                  </a:lnTo>
                  <a:lnTo>
                    <a:pt x="5140695" y="0"/>
                  </a:lnTo>
                  <a:lnTo>
                    <a:pt x="5139850" y="0"/>
                  </a:lnTo>
                  <a:lnTo>
                    <a:pt x="5139005" y="0"/>
                  </a:lnTo>
                  <a:lnTo>
                    <a:pt x="5138160" y="0"/>
                  </a:lnTo>
                  <a:lnTo>
                    <a:pt x="5137315" y="0"/>
                  </a:lnTo>
                  <a:lnTo>
                    <a:pt x="5136469" y="0"/>
                  </a:lnTo>
                  <a:lnTo>
                    <a:pt x="5135624" y="0"/>
                  </a:lnTo>
                  <a:lnTo>
                    <a:pt x="5134779" y="0"/>
                  </a:lnTo>
                  <a:lnTo>
                    <a:pt x="5133934" y="0"/>
                  </a:lnTo>
                  <a:lnTo>
                    <a:pt x="5133089" y="0"/>
                  </a:lnTo>
                  <a:lnTo>
                    <a:pt x="5132244" y="0"/>
                  </a:lnTo>
                  <a:lnTo>
                    <a:pt x="5131399" y="0"/>
                  </a:lnTo>
                  <a:lnTo>
                    <a:pt x="5130554" y="0"/>
                  </a:lnTo>
                  <a:lnTo>
                    <a:pt x="5129709" y="0"/>
                  </a:lnTo>
                  <a:lnTo>
                    <a:pt x="5128864" y="0"/>
                  </a:lnTo>
                  <a:lnTo>
                    <a:pt x="5128019" y="0"/>
                  </a:lnTo>
                  <a:lnTo>
                    <a:pt x="5127173" y="0"/>
                  </a:lnTo>
                  <a:lnTo>
                    <a:pt x="5126328" y="0"/>
                  </a:lnTo>
                  <a:lnTo>
                    <a:pt x="5125483" y="0"/>
                  </a:lnTo>
                  <a:lnTo>
                    <a:pt x="5124638" y="0"/>
                  </a:lnTo>
                  <a:lnTo>
                    <a:pt x="5123793" y="0"/>
                  </a:lnTo>
                  <a:lnTo>
                    <a:pt x="5122948" y="0"/>
                  </a:lnTo>
                  <a:lnTo>
                    <a:pt x="5122103" y="0"/>
                  </a:lnTo>
                  <a:lnTo>
                    <a:pt x="5121258" y="0"/>
                  </a:lnTo>
                  <a:lnTo>
                    <a:pt x="5120413" y="0"/>
                  </a:lnTo>
                  <a:lnTo>
                    <a:pt x="5119568" y="0"/>
                  </a:lnTo>
                  <a:lnTo>
                    <a:pt x="5118723" y="0"/>
                  </a:lnTo>
                  <a:lnTo>
                    <a:pt x="5117877" y="0"/>
                  </a:lnTo>
                  <a:lnTo>
                    <a:pt x="5117032" y="0"/>
                  </a:lnTo>
                  <a:lnTo>
                    <a:pt x="5116187" y="0"/>
                  </a:lnTo>
                  <a:lnTo>
                    <a:pt x="5115342" y="0"/>
                  </a:lnTo>
                  <a:lnTo>
                    <a:pt x="5114497" y="0"/>
                  </a:lnTo>
                  <a:lnTo>
                    <a:pt x="5113652" y="0"/>
                  </a:lnTo>
                  <a:lnTo>
                    <a:pt x="5112807" y="0"/>
                  </a:lnTo>
                  <a:lnTo>
                    <a:pt x="5111962" y="0"/>
                  </a:lnTo>
                  <a:lnTo>
                    <a:pt x="5111117" y="0"/>
                  </a:lnTo>
                  <a:lnTo>
                    <a:pt x="5110272" y="0"/>
                  </a:lnTo>
                  <a:lnTo>
                    <a:pt x="5109427" y="0"/>
                  </a:lnTo>
                  <a:lnTo>
                    <a:pt x="5108581" y="0"/>
                  </a:lnTo>
                  <a:lnTo>
                    <a:pt x="5107736" y="0"/>
                  </a:lnTo>
                  <a:lnTo>
                    <a:pt x="5106891" y="0"/>
                  </a:lnTo>
                  <a:lnTo>
                    <a:pt x="5106046" y="0"/>
                  </a:lnTo>
                  <a:lnTo>
                    <a:pt x="5105201" y="0"/>
                  </a:lnTo>
                  <a:lnTo>
                    <a:pt x="5104356" y="0"/>
                  </a:lnTo>
                  <a:lnTo>
                    <a:pt x="5103511" y="0"/>
                  </a:lnTo>
                  <a:lnTo>
                    <a:pt x="5102666" y="0"/>
                  </a:lnTo>
                  <a:lnTo>
                    <a:pt x="5101821" y="0"/>
                  </a:lnTo>
                  <a:lnTo>
                    <a:pt x="5100976" y="0"/>
                  </a:lnTo>
                  <a:lnTo>
                    <a:pt x="5100130" y="0"/>
                  </a:lnTo>
                  <a:lnTo>
                    <a:pt x="5099285" y="0"/>
                  </a:lnTo>
                  <a:lnTo>
                    <a:pt x="5098440" y="0"/>
                  </a:lnTo>
                  <a:lnTo>
                    <a:pt x="5097595" y="0"/>
                  </a:lnTo>
                  <a:lnTo>
                    <a:pt x="5096750" y="0"/>
                  </a:lnTo>
                  <a:lnTo>
                    <a:pt x="5095905" y="0"/>
                  </a:lnTo>
                  <a:lnTo>
                    <a:pt x="5095060" y="0"/>
                  </a:lnTo>
                  <a:lnTo>
                    <a:pt x="5094215" y="0"/>
                  </a:lnTo>
                  <a:lnTo>
                    <a:pt x="5093370" y="0"/>
                  </a:lnTo>
                  <a:lnTo>
                    <a:pt x="5092525" y="0"/>
                  </a:lnTo>
                  <a:lnTo>
                    <a:pt x="5091680" y="0"/>
                  </a:lnTo>
                  <a:lnTo>
                    <a:pt x="5090834" y="0"/>
                  </a:lnTo>
                  <a:lnTo>
                    <a:pt x="5089989" y="0"/>
                  </a:lnTo>
                  <a:lnTo>
                    <a:pt x="5089144" y="0"/>
                  </a:lnTo>
                  <a:lnTo>
                    <a:pt x="5088299" y="0"/>
                  </a:lnTo>
                  <a:lnTo>
                    <a:pt x="5087454" y="0"/>
                  </a:lnTo>
                  <a:lnTo>
                    <a:pt x="5086609" y="0"/>
                  </a:lnTo>
                  <a:lnTo>
                    <a:pt x="5085764" y="0"/>
                  </a:lnTo>
                  <a:lnTo>
                    <a:pt x="5084919" y="0"/>
                  </a:lnTo>
                  <a:lnTo>
                    <a:pt x="5084074" y="0"/>
                  </a:lnTo>
                  <a:lnTo>
                    <a:pt x="5083229" y="0"/>
                  </a:lnTo>
                  <a:lnTo>
                    <a:pt x="5082384" y="0"/>
                  </a:lnTo>
                  <a:lnTo>
                    <a:pt x="5081538" y="0"/>
                  </a:lnTo>
                  <a:lnTo>
                    <a:pt x="5080693" y="0"/>
                  </a:lnTo>
                  <a:lnTo>
                    <a:pt x="5079848" y="0"/>
                  </a:lnTo>
                  <a:lnTo>
                    <a:pt x="5079003" y="0"/>
                  </a:lnTo>
                  <a:lnTo>
                    <a:pt x="5078158" y="0"/>
                  </a:lnTo>
                  <a:lnTo>
                    <a:pt x="5077313" y="0"/>
                  </a:lnTo>
                  <a:lnTo>
                    <a:pt x="5076468" y="0"/>
                  </a:lnTo>
                  <a:lnTo>
                    <a:pt x="5075623" y="0"/>
                  </a:lnTo>
                  <a:lnTo>
                    <a:pt x="5074778" y="0"/>
                  </a:lnTo>
                  <a:lnTo>
                    <a:pt x="5073933" y="0"/>
                  </a:lnTo>
                  <a:lnTo>
                    <a:pt x="5073088" y="0"/>
                  </a:lnTo>
                  <a:lnTo>
                    <a:pt x="5072242" y="0"/>
                  </a:lnTo>
                  <a:lnTo>
                    <a:pt x="5071397" y="0"/>
                  </a:lnTo>
                  <a:lnTo>
                    <a:pt x="5070552" y="0"/>
                  </a:lnTo>
                  <a:lnTo>
                    <a:pt x="5069707" y="0"/>
                  </a:lnTo>
                  <a:lnTo>
                    <a:pt x="5068862" y="0"/>
                  </a:lnTo>
                  <a:lnTo>
                    <a:pt x="5068017" y="0"/>
                  </a:lnTo>
                  <a:lnTo>
                    <a:pt x="5067172" y="0"/>
                  </a:lnTo>
                  <a:lnTo>
                    <a:pt x="5066327" y="0"/>
                  </a:lnTo>
                  <a:lnTo>
                    <a:pt x="5065482" y="0"/>
                  </a:lnTo>
                  <a:lnTo>
                    <a:pt x="5064637" y="0"/>
                  </a:lnTo>
                  <a:lnTo>
                    <a:pt x="5063792" y="0"/>
                  </a:lnTo>
                  <a:lnTo>
                    <a:pt x="5062946" y="0"/>
                  </a:lnTo>
                  <a:lnTo>
                    <a:pt x="5062101" y="0"/>
                  </a:lnTo>
                  <a:lnTo>
                    <a:pt x="5061256" y="0"/>
                  </a:lnTo>
                  <a:lnTo>
                    <a:pt x="5060411" y="0"/>
                  </a:lnTo>
                  <a:lnTo>
                    <a:pt x="5059566" y="0"/>
                  </a:lnTo>
                  <a:lnTo>
                    <a:pt x="5058721" y="0"/>
                  </a:lnTo>
                  <a:lnTo>
                    <a:pt x="5057876" y="0"/>
                  </a:lnTo>
                  <a:lnTo>
                    <a:pt x="5057031" y="0"/>
                  </a:lnTo>
                  <a:lnTo>
                    <a:pt x="5056186" y="0"/>
                  </a:lnTo>
                  <a:lnTo>
                    <a:pt x="5055341" y="0"/>
                  </a:lnTo>
                  <a:lnTo>
                    <a:pt x="5054496" y="0"/>
                  </a:lnTo>
                  <a:lnTo>
                    <a:pt x="5053650" y="0"/>
                  </a:lnTo>
                  <a:lnTo>
                    <a:pt x="5052805" y="0"/>
                  </a:lnTo>
                  <a:lnTo>
                    <a:pt x="5051960" y="0"/>
                  </a:lnTo>
                  <a:lnTo>
                    <a:pt x="5051115" y="0"/>
                  </a:lnTo>
                  <a:lnTo>
                    <a:pt x="5050270" y="0"/>
                  </a:lnTo>
                  <a:lnTo>
                    <a:pt x="5049425" y="0"/>
                  </a:lnTo>
                  <a:lnTo>
                    <a:pt x="5048580" y="0"/>
                  </a:lnTo>
                  <a:lnTo>
                    <a:pt x="5047735" y="0"/>
                  </a:lnTo>
                  <a:lnTo>
                    <a:pt x="5046890" y="0"/>
                  </a:lnTo>
                  <a:lnTo>
                    <a:pt x="5046045" y="0"/>
                  </a:lnTo>
                  <a:lnTo>
                    <a:pt x="5045200" y="0"/>
                  </a:lnTo>
                  <a:lnTo>
                    <a:pt x="5044354" y="0"/>
                  </a:lnTo>
                  <a:lnTo>
                    <a:pt x="5043509" y="0"/>
                  </a:lnTo>
                  <a:lnTo>
                    <a:pt x="5042664" y="0"/>
                  </a:lnTo>
                  <a:lnTo>
                    <a:pt x="5041819" y="0"/>
                  </a:lnTo>
                  <a:lnTo>
                    <a:pt x="5040974" y="0"/>
                  </a:lnTo>
                  <a:lnTo>
                    <a:pt x="5040129" y="0"/>
                  </a:lnTo>
                  <a:lnTo>
                    <a:pt x="5039284" y="0"/>
                  </a:lnTo>
                  <a:lnTo>
                    <a:pt x="5038439" y="0"/>
                  </a:lnTo>
                  <a:lnTo>
                    <a:pt x="5037594" y="0"/>
                  </a:lnTo>
                  <a:lnTo>
                    <a:pt x="5036749" y="0"/>
                  </a:lnTo>
                  <a:lnTo>
                    <a:pt x="5035903" y="0"/>
                  </a:lnTo>
                  <a:lnTo>
                    <a:pt x="5035058" y="0"/>
                  </a:lnTo>
                  <a:lnTo>
                    <a:pt x="5034213" y="0"/>
                  </a:lnTo>
                  <a:lnTo>
                    <a:pt x="5033368" y="0"/>
                  </a:lnTo>
                  <a:lnTo>
                    <a:pt x="5032523" y="0"/>
                  </a:lnTo>
                  <a:lnTo>
                    <a:pt x="5031678" y="0"/>
                  </a:lnTo>
                  <a:lnTo>
                    <a:pt x="5030833" y="0"/>
                  </a:lnTo>
                  <a:lnTo>
                    <a:pt x="5029988" y="0"/>
                  </a:lnTo>
                  <a:lnTo>
                    <a:pt x="5029143" y="0"/>
                  </a:lnTo>
                  <a:lnTo>
                    <a:pt x="5028298" y="0"/>
                  </a:lnTo>
                  <a:lnTo>
                    <a:pt x="5027453" y="0"/>
                  </a:lnTo>
                  <a:lnTo>
                    <a:pt x="5026607" y="0"/>
                  </a:lnTo>
                  <a:lnTo>
                    <a:pt x="5025762" y="0"/>
                  </a:lnTo>
                  <a:lnTo>
                    <a:pt x="5024917" y="0"/>
                  </a:lnTo>
                  <a:lnTo>
                    <a:pt x="5024072" y="0"/>
                  </a:lnTo>
                  <a:lnTo>
                    <a:pt x="5023227" y="0"/>
                  </a:lnTo>
                  <a:lnTo>
                    <a:pt x="5022382" y="0"/>
                  </a:lnTo>
                  <a:lnTo>
                    <a:pt x="5021537" y="0"/>
                  </a:lnTo>
                  <a:lnTo>
                    <a:pt x="5020692" y="0"/>
                  </a:lnTo>
                  <a:lnTo>
                    <a:pt x="5019847" y="0"/>
                  </a:lnTo>
                  <a:lnTo>
                    <a:pt x="5019002" y="0"/>
                  </a:lnTo>
                  <a:lnTo>
                    <a:pt x="5018157" y="0"/>
                  </a:lnTo>
                  <a:lnTo>
                    <a:pt x="5017311" y="0"/>
                  </a:lnTo>
                  <a:lnTo>
                    <a:pt x="5016466" y="0"/>
                  </a:lnTo>
                  <a:lnTo>
                    <a:pt x="5015621" y="0"/>
                  </a:lnTo>
                  <a:lnTo>
                    <a:pt x="5014776" y="0"/>
                  </a:lnTo>
                  <a:lnTo>
                    <a:pt x="5013931" y="0"/>
                  </a:lnTo>
                  <a:lnTo>
                    <a:pt x="5013086" y="0"/>
                  </a:lnTo>
                  <a:lnTo>
                    <a:pt x="5012241" y="0"/>
                  </a:lnTo>
                  <a:lnTo>
                    <a:pt x="5011396" y="0"/>
                  </a:lnTo>
                  <a:lnTo>
                    <a:pt x="5010551" y="0"/>
                  </a:lnTo>
                  <a:lnTo>
                    <a:pt x="5009706" y="0"/>
                  </a:lnTo>
                  <a:lnTo>
                    <a:pt x="5008861" y="0"/>
                  </a:lnTo>
                  <a:lnTo>
                    <a:pt x="5008015" y="0"/>
                  </a:lnTo>
                  <a:lnTo>
                    <a:pt x="5007170" y="0"/>
                  </a:lnTo>
                  <a:lnTo>
                    <a:pt x="5006325" y="0"/>
                  </a:lnTo>
                  <a:lnTo>
                    <a:pt x="5005480" y="0"/>
                  </a:lnTo>
                  <a:lnTo>
                    <a:pt x="5004635" y="0"/>
                  </a:lnTo>
                  <a:lnTo>
                    <a:pt x="5003790" y="0"/>
                  </a:lnTo>
                  <a:lnTo>
                    <a:pt x="5002945" y="0"/>
                  </a:lnTo>
                  <a:lnTo>
                    <a:pt x="5002100" y="0"/>
                  </a:lnTo>
                  <a:lnTo>
                    <a:pt x="5001255" y="0"/>
                  </a:lnTo>
                  <a:lnTo>
                    <a:pt x="5000410" y="0"/>
                  </a:lnTo>
                  <a:lnTo>
                    <a:pt x="4999565" y="0"/>
                  </a:lnTo>
                  <a:lnTo>
                    <a:pt x="4998719" y="0"/>
                  </a:lnTo>
                  <a:lnTo>
                    <a:pt x="4997874" y="0"/>
                  </a:lnTo>
                  <a:lnTo>
                    <a:pt x="4997029" y="0"/>
                  </a:lnTo>
                  <a:lnTo>
                    <a:pt x="4996184" y="0"/>
                  </a:lnTo>
                  <a:lnTo>
                    <a:pt x="4995339" y="0"/>
                  </a:lnTo>
                  <a:lnTo>
                    <a:pt x="4994494" y="0"/>
                  </a:lnTo>
                  <a:lnTo>
                    <a:pt x="4993649" y="0"/>
                  </a:lnTo>
                  <a:lnTo>
                    <a:pt x="4992804" y="0"/>
                  </a:lnTo>
                  <a:lnTo>
                    <a:pt x="4991959" y="0"/>
                  </a:lnTo>
                  <a:lnTo>
                    <a:pt x="4991114" y="0"/>
                  </a:lnTo>
                  <a:lnTo>
                    <a:pt x="4990269" y="0"/>
                  </a:lnTo>
                  <a:lnTo>
                    <a:pt x="4989423" y="0"/>
                  </a:lnTo>
                  <a:lnTo>
                    <a:pt x="4988578" y="0"/>
                  </a:lnTo>
                  <a:lnTo>
                    <a:pt x="4987733" y="0"/>
                  </a:lnTo>
                  <a:lnTo>
                    <a:pt x="4986888" y="0"/>
                  </a:lnTo>
                  <a:lnTo>
                    <a:pt x="4986043" y="0"/>
                  </a:lnTo>
                  <a:lnTo>
                    <a:pt x="4985198" y="0"/>
                  </a:lnTo>
                  <a:lnTo>
                    <a:pt x="4984353" y="0"/>
                  </a:lnTo>
                  <a:lnTo>
                    <a:pt x="4983508" y="0"/>
                  </a:lnTo>
                  <a:lnTo>
                    <a:pt x="4982663" y="0"/>
                  </a:lnTo>
                  <a:lnTo>
                    <a:pt x="4981818" y="0"/>
                  </a:lnTo>
                  <a:lnTo>
                    <a:pt x="4980973" y="0"/>
                  </a:lnTo>
                  <a:lnTo>
                    <a:pt x="4980127" y="0"/>
                  </a:lnTo>
                  <a:lnTo>
                    <a:pt x="4979282" y="0"/>
                  </a:lnTo>
                  <a:lnTo>
                    <a:pt x="4978437" y="0"/>
                  </a:lnTo>
                  <a:lnTo>
                    <a:pt x="4977592" y="0"/>
                  </a:lnTo>
                  <a:lnTo>
                    <a:pt x="4976747" y="0"/>
                  </a:lnTo>
                  <a:lnTo>
                    <a:pt x="4975902" y="0"/>
                  </a:lnTo>
                  <a:lnTo>
                    <a:pt x="4975057" y="0"/>
                  </a:lnTo>
                  <a:lnTo>
                    <a:pt x="4974212" y="0"/>
                  </a:lnTo>
                  <a:lnTo>
                    <a:pt x="4973367" y="0"/>
                  </a:lnTo>
                  <a:lnTo>
                    <a:pt x="4972522" y="0"/>
                  </a:lnTo>
                  <a:lnTo>
                    <a:pt x="4971676" y="0"/>
                  </a:lnTo>
                  <a:lnTo>
                    <a:pt x="4970831" y="0"/>
                  </a:lnTo>
                  <a:lnTo>
                    <a:pt x="4969986" y="0"/>
                  </a:lnTo>
                  <a:lnTo>
                    <a:pt x="4969141" y="0"/>
                  </a:lnTo>
                  <a:lnTo>
                    <a:pt x="4968296" y="0"/>
                  </a:lnTo>
                  <a:lnTo>
                    <a:pt x="4967451" y="0"/>
                  </a:lnTo>
                  <a:lnTo>
                    <a:pt x="4966606" y="0"/>
                  </a:lnTo>
                  <a:lnTo>
                    <a:pt x="4965761" y="0"/>
                  </a:lnTo>
                  <a:lnTo>
                    <a:pt x="4964916" y="0"/>
                  </a:lnTo>
                  <a:lnTo>
                    <a:pt x="4964071" y="0"/>
                  </a:lnTo>
                  <a:lnTo>
                    <a:pt x="4963226" y="0"/>
                  </a:lnTo>
                  <a:lnTo>
                    <a:pt x="4962380" y="0"/>
                  </a:lnTo>
                  <a:lnTo>
                    <a:pt x="4961535" y="0"/>
                  </a:lnTo>
                  <a:lnTo>
                    <a:pt x="4960690" y="0"/>
                  </a:lnTo>
                  <a:lnTo>
                    <a:pt x="4959845" y="0"/>
                  </a:lnTo>
                  <a:lnTo>
                    <a:pt x="4959000" y="0"/>
                  </a:lnTo>
                  <a:lnTo>
                    <a:pt x="4958155" y="0"/>
                  </a:lnTo>
                  <a:lnTo>
                    <a:pt x="4957310" y="0"/>
                  </a:lnTo>
                  <a:lnTo>
                    <a:pt x="4956465" y="0"/>
                  </a:lnTo>
                  <a:lnTo>
                    <a:pt x="4955620" y="0"/>
                  </a:lnTo>
                  <a:lnTo>
                    <a:pt x="4954775" y="0"/>
                  </a:lnTo>
                  <a:lnTo>
                    <a:pt x="4953930" y="0"/>
                  </a:lnTo>
                  <a:lnTo>
                    <a:pt x="4953084" y="0"/>
                  </a:lnTo>
                  <a:lnTo>
                    <a:pt x="4952239" y="0"/>
                  </a:lnTo>
                  <a:lnTo>
                    <a:pt x="4951394" y="0"/>
                  </a:lnTo>
                  <a:lnTo>
                    <a:pt x="4950549" y="0"/>
                  </a:lnTo>
                  <a:lnTo>
                    <a:pt x="4949704" y="0"/>
                  </a:lnTo>
                  <a:lnTo>
                    <a:pt x="4948859" y="0"/>
                  </a:lnTo>
                  <a:lnTo>
                    <a:pt x="4948014" y="0"/>
                  </a:lnTo>
                  <a:lnTo>
                    <a:pt x="4947169" y="0"/>
                  </a:lnTo>
                  <a:lnTo>
                    <a:pt x="4946324" y="0"/>
                  </a:lnTo>
                  <a:lnTo>
                    <a:pt x="4945479" y="0"/>
                  </a:lnTo>
                  <a:lnTo>
                    <a:pt x="4944634" y="0"/>
                  </a:lnTo>
                  <a:lnTo>
                    <a:pt x="4943788" y="0"/>
                  </a:lnTo>
                  <a:lnTo>
                    <a:pt x="4942943" y="0"/>
                  </a:lnTo>
                  <a:lnTo>
                    <a:pt x="4942098" y="0"/>
                  </a:lnTo>
                  <a:lnTo>
                    <a:pt x="4941253" y="0"/>
                  </a:lnTo>
                  <a:lnTo>
                    <a:pt x="4940408" y="0"/>
                  </a:lnTo>
                  <a:lnTo>
                    <a:pt x="4939563" y="0"/>
                  </a:lnTo>
                  <a:lnTo>
                    <a:pt x="4938718" y="0"/>
                  </a:lnTo>
                  <a:lnTo>
                    <a:pt x="4937873" y="0"/>
                  </a:lnTo>
                  <a:lnTo>
                    <a:pt x="4937028" y="0"/>
                  </a:lnTo>
                  <a:lnTo>
                    <a:pt x="4936183" y="0"/>
                  </a:lnTo>
                  <a:lnTo>
                    <a:pt x="4935338" y="0"/>
                  </a:lnTo>
                  <a:lnTo>
                    <a:pt x="4934492" y="0"/>
                  </a:lnTo>
                  <a:lnTo>
                    <a:pt x="4933647" y="0"/>
                  </a:lnTo>
                  <a:lnTo>
                    <a:pt x="4932802" y="0"/>
                  </a:lnTo>
                  <a:lnTo>
                    <a:pt x="4931957" y="0"/>
                  </a:lnTo>
                  <a:lnTo>
                    <a:pt x="4931112" y="0"/>
                  </a:lnTo>
                  <a:lnTo>
                    <a:pt x="4930267" y="0"/>
                  </a:lnTo>
                  <a:lnTo>
                    <a:pt x="4929422" y="0"/>
                  </a:lnTo>
                  <a:lnTo>
                    <a:pt x="4928577" y="0"/>
                  </a:lnTo>
                  <a:lnTo>
                    <a:pt x="4927732" y="0"/>
                  </a:lnTo>
                  <a:lnTo>
                    <a:pt x="4926887" y="0"/>
                  </a:lnTo>
                  <a:lnTo>
                    <a:pt x="4926042" y="0"/>
                  </a:lnTo>
                  <a:lnTo>
                    <a:pt x="4925196" y="0"/>
                  </a:lnTo>
                  <a:lnTo>
                    <a:pt x="4924351" y="0"/>
                  </a:lnTo>
                  <a:lnTo>
                    <a:pt x="4923506" y="0"/>
                  </a:lnTo>
                  <a:lnTo>
                    <a:pt x="4922661" y="0"/>
                  </a:lnTo>
                  <a:lnTo>
                    <a:pt x="4921816" y="0"/>
                  </a:lnTo>
                  <a:lnTo>
                    <a:pt x="4920971" y="0"/>
                  </a:lnTo>
                  <a:lnTo>
                    <a:pt x="4920126" y="0"/>
                  </a:lnTo>
                  <a:lnTo>
                    <a:pt x="4919281" y="0"/>
                  </a:lnTo>
                  <a:lnTo>
                    <a:pt x="4918436" y="0"/>
                  </a:lnTo>
                  <a:lnTo>
                    <a:pt x="4917591" y="0"/>
                  </a:lnTo>
                  <a:lnTo>
                    <a:pt x="4916746" y="0"/>
                  </a:lnTo>
                  <a:lnTo>
                    <a:pt x="4915900" y="0"/>
                  </a:lnTo>
                  <a:lnTo>
                    <a:pt x="4915055" y="0"/>
                  </a:lnTo>
                  <a:lnTo>
                    <a:pt x="4914210" y="0"/>
                  </a:lnTo>
                  <a:lnTo>
                    <a:pt x="4913365" y="0"/>
                  </a:lnTo>
                  <a:lnTo>
                    <a:pt x="4912520" y="0"/>
                  </a:lnTo>
                  <a:lnTo>
                    <a:pt x="4911675" y="0"/>
                  </a:lnTo>
                  <a:lnTo>
                    <a:pt x="4910830" y="0"/>
                  </a:lnTo>
                  <a:lnTo>
                    <a:pt x="4909985" y="0"/>
                  </a:lnTo>
                  <a:lnTo>
                    <a:pt x="4909140" y="0"/>
                  </a:lnTo>
                  <a:lnTo>
                    <a:pt x="4908295" y="0"/>
                  </a:lnTo>
                  <a:lnTo>
                    <a:pt x="4907449" y="0"/>
                  </a:lnTo>
                  <a:lnTo>
                    <a:pt x="4906604" y="0"/>
                  </a:lnTo>
                  <a:lnTo>
                    <a:pt x="4905759" y="0"/>
                  </a:lnTo>
                  <a:lnTo>
                    <a:pt x="4904914" y="0"/>
                  </a:lnTo>
                  <a:lnTo>
                    <a:pt x="4904069" y="0"/>
                  </a:lnTo>
                  <a:lnTo>
                    <a:pt x="4903224" y="0"/>
                  </a:lnTo>
                  <a:lnTo>
                    <a:pt x="4902379" y="0"/>
                  </a:lnTo>
                  <a:lnTo>
                    <a:pt x="4901534" y="0"/>
                  </a:lnTo>
                  <a:lnTo>
                    <a:pt x="4900689" y="0"/>
                  </a:lnTo>
                  <a:lnTo>
                    <a:pt x="4899844" y="0"/>
                  </a:lnTo>
                  <a:lnTo>
                    <a:pt x="4898999" y="0"/>
                  </a:lnTo>
                  <a:lnTo>
                    <a:pt x="4898153" y="0"/>
                  </a:lnTo>
                  <a:lnTo>
                    <a:pt x="4897308" y="0"/>
                  </a:lnTo>
                  <a:lnTo>
                    <a:pt x="4896463" y="0"/>
                  </a:lnTo>
                  <a:lnTo>
                    <a:pt x="4895618" y="0"/>
                  </a:lnTo>
                  <a:lnTo>
                    <a:pt x="4894773" y="0"/>
                  </a:lnTo>
                  <a:lnTo>
                    <a:pt x="4893928" y="0"/>
                  </a:lnTo>
                  <a:lnTo>
                    <a:pt x="4893083" y="0"/>
                  </a:lnTo>
                  <a:lnTo>
                    <a:pt x="4892238" y="0"/>
                  </a:lnTo>
                  <a:lnTo>
                    <a:pt x="4891393" y="0"/>
                  </a:lnTo>
                  <a:lnTo>
                    <a:pt x="4890548" y="0"/>
                  </a:lnTo>
                  <a:lnTo>
                    <a:pt x="4889703" y="0"/>
                  </a:lnTo>
                  <a:lnTo>
                    <a:pt x="4888857" y="0"/>
                  </a:lnTo>
                  <a:lnTo>
                    <a:pt x="4888012" y="0"/>
                  </a:lnTo>
                  <a:lnTo>
                    <a:pt x="4887167" y="0"/>
                  </a:lnTo>
                  <a:lnTo>
                    <a:pt x="4886322" y="0"/>
                  </a:lnTo>
                  <a:lnTo>
                    <a:pt x="4885477" y="0"/>
                  </a:lnTo>
                  <a:lnTo>
                    <a:pt x="4884632" y="0"/>
                  </a:lnTo>
                  <a:lnTo>
                    <a:pt x="4883787" y="0"/>
                  </a:lnTo>
                  <a:lnTo>
                    <a:pt x="4882942" y="0"/>
                  </a:lnTo>
                  <a:lnTo>
                    <a:pt x="4882097" y="0"/>
                  </a:lnTo>
                  <a:lnTo>
                    <a:pt x="4881252" y="0"/>
                  </a:lnTo>
                  <a:lnTo>
                    <a:pt x="4880407" y="0"/>
                  </a:lnTo>
                  <a:lnTo>
                    <a:pt x="4879561" y="0"/>
                  </a:lnTo>
                  <a:lnTo>
                    <a:pt x="4878716" y="0"/>
                  </a:lnTo>
                  <a:lnTo>
                    <a:pt x="4877871" y="0"/>
                  </a:lnTo>
                  <a:lnTo>
                    <a:pt x="4877026" y="0"/>
                  </a:lnTo>
                  <a:lnTo>
                    <a:pt x="4876181" y="0"/>
                  </a:lnTo>
                  <a:lnTo>
                    <a:pt x="4875336" y="0"/>
                  </a:lnTo>
                  <a:lnTo>
                    <a:pt x="4874491" y="0"/>
                  </a:lnTo>
                  <a:lnTo>
                    <a:pt x="4873646" y="0"/>
                  </a:lnTo>
                  <a:lnTo>
                    <a:pt x="4872801" y="0"/>
                  </a:lnTo>
                  <a:lnTo>
                    <a:pt x="4871956" y="0"/>
                  </a:lnTo>
                  <a:lnTo>
                    <a:pt x="4871111" y="0"/>
                  </a:lnTo>
                  <a:lnTo>
                    <a:pt x="4870265" y="0"/>
                  </a:lnTo>
                  <a:lnTo>
                    <a:pt x="4869420" y="0"/>
                  </a:lnTo>
                  <a:lnTo>
                    <a:pt x="4868575" y="0"/>
                  </a:lnTo>
                  <a:lnTo>
                    <a:pt x="4867730" y="0"/>
                  </a:lnTo>
                  <a:lnTo>
                    <a:pt x="4866885" y="0"/>
                  </a:lnTo>
                  <a:lnTo>
                    <a:pt x="4866040" y="0"/>
                  </a:lnTo>
                  <a:lnTo>
                    <a:pt x="4865195" y="0"/>
                  </a:lnTo>
                  <a:lnTo>
                    <a:pt x="4864350" y="0"/>
                  </a:lnTo>
                  <a:lnTo>
                    <a:pt x="4863505" y="0"/>
                  </a:lnTo>
                  <a:lnTo>
                    <a:pt x="4862660" y="0"/>
                  </a:lnTo>
                  <a:lnTo>
                    <a:pt x="4861815" y="0"/>
                  </a:lnTo>
                  <a:lnTo>
                    <a:pt x="4860969" y="0"/>
                  </a:lnTo>
                  <a:lnTo>
                    <a:pt x="4860124" y="0"/>
                  </a:lnTo>
                  <a:lnTo>
                    <a:pt x="4859279" y="0"/>
                  </a:lnTo>
                  <a:lnTo>
                    <a:pt x="4858434" y="0"/>
                  </a:lnTo>
                  <a:lnTo>
                    <a:pt x="4857589" y="0"/>
                  </a:lnTo>
                  <a:lnTo>
                    <a:pt x="4856744" y="0"/>
                  </a:lnTo>
                  <a:lnTo>
                    <a:pt x="4855899" y="0"/>
                  </a:lnTo>
                  <a:lnTo>
                    <a:pt x="4855054" y="0"/>
                  </a:lnTo>
                  <a:lnTo>
                    <a:pt x="4854209" y="0"/>
                  </a:lnTo>
                  <a:lnTo>
                    <a:pt x="4853364" y="0"/>
                  </a:lnTo>
                  <a:lnTo>
                    <a:pt x="4852519" y="0"/>
                  </a:lnTo>
                  <a:lnTo>
                    <a:pt x="4851673" y="0"/>
                  </a:lnTo>
                  <a:lnTo>
                    <a:pt x="4850828" y="0"/>
                  </a:lnTo>
                  <a:lnTo>
                    <a:pt x="4849983" y="0"/>
                  </a:lnTo>
                  <a:lnTo>
                    <a:pt x="4849138" y="0"/>
                  </a:lnTo>
                  <a:lnTo>
                    <a:pt x="4848293" y="0"/>
                  </a:lnTo>
                  <a:lnTo>
                    <a:pt x="4847448" y="0"/>
                  </a:lnTo>
                  <a:lnTo>
                    <a:pt x="4846603" y="0"/>
                  </a:lnTo>
                  <a:lnTo>
                    <a:pt x="4845758" y="0"/>
                  </a:lnTo>
                  <a:lnTo>
                    <a:pt x="4844913" y="0"/>
                  </a:lnTo>
                  <a:lnTo>
                    <a:pt x="4844068" y="0"/>
                  </a:lnTo>
                  <a:lnTo>
                    <a:pt x="4843222" y="0"/>
                  </a:lnTo>
                  <a:lnTo>
                    <a:pt x="4842377" y="0"/>
                  </a:lnTo>
                  <a:lnTo>
                    <a:pt x="4841532" y="0"/>
                  </a:lnTo>
                  <a:lnTo>
                    <a:pt x="4840687" y="0"/>
                  </a:lnTo>
                  <a:lnTo>
                    <a:pt x="4839842" y="0"/>
                  </a:lnTo>
                  <a:lnTo>
                    <a:pt x="4838997" y="0"/>
                  </a:lnTo>
                  <a:lnTo>
                    <a:pt x="4838152" y="0"/>
                  </a:lnTo>
                  <a:lnTo>
                    <a:pt x="4837307" y="0"/>
                  </a:lnTo>
                  <a:lnTo>
                    <a:pt x="4836462" y="0"/>
                  </a:lnTo>
                  <a:lnTo>
                    <a:pt x="4835617" y="0"/>
                  </a:lnTo>
                  <a:lnTo>
                    <a:pt x="4834772" y="0"/>
                  </a:lnTo>
                  <a:lnTo>
                    <a:pt x="4833926" y="0"/>
                  </a:lnTo>
                  <a:lnTo>
                    <a:pt x="4833081" y="0"/>
                  </a:lnTo>
                  <a:lnTo>
                    <a:pt x="4832236" y="0"/>
                  </a:lnTo>
                  <a:lnTo>
                    <a:pt x="4831391" y="0"/>
                  </a:lnTo>
                  <a:lnTo>
                    <a:pt x="4830546" y="0"/>
                  </a:lnTo>
                  <a:lnTo>
                    <a:pt x="4829701" y="0"/>
                  </a:lnTo>
                  <a:lnTo>
                    <a:pt x="4828856" y="0"/>
                  </a:lnTo>
                  <a:lnTo>
                    <a:pt x="4828011" y="0"/>
                  </a:lnTo>
                  <a:lnTo>
                    <a:pt x="4827166" y="0"/>
                  </a:lnTo>
                  <a:lnTo>
                    <a:pt x="4826321" y="0"/>
                  </a:lnTo>
                  <a:lnTo>
                    <a:pt x="4825476" y="0"/>
                  </a:lnTo>
                  <a:lnTo>
                    <a:pt x="4824630" y="0"/>
                  </a:lnTo>
                  <a:lnTo>
                    <a:pt x="4823785" y="0"/>
                  </a:lnTo>
                  <a:lnTo>
                    <a:pt x="4822940" y="0"/>
                  </a:lnTo>
                  <a:lnTo>
                    <a:pt x="4822095" y="0"/>
                  </a:lnTo>
                  <a:lnTo>
                    <a:pt x="4821250" y="0"/>
                  </a:lnTo>
                  <a:lnTo>
                    <a:pt x="4820405" y="0"/>
                  </a:lnTo>
                  <a:lnTo>
                    <a:pt x="4819560" y="0"/>
                  </a:lnTo>
                  <a:lnTo>
                    <a:pt x="4818715" y="0"/>
                  </a:lnTo>
                  <a:lnTo>
                    <a:pt x="4817870" y="0"/>
                  </a:lnTo>
                  <a:lnTo>
                    <a:pt x="4817025" y="0"/>
                  </a:lnTo>
                  <a:lnTo>
                    <a:pt x="4816180" y="0"/>
                  </a:lnTo>
                  <a:lnTo>
                    <a:pt x="4815334" y="0"/>
                  </a:lnTo>
                  <a:lnTo>
                    <a:pt x="4814489" y="0"/>
                  </a:lnTo>
                  <a:lnTo>
                    <a:pt x="4813644" y="0"/>
                  </a:lnTo>
                  <a:lnTo>
                    <a:pt x="4812799" y="0"/>
                  </a:lnTo>
                  <a:lnTo>
                    <a:pt x="4811954" y="0"/>
                  </a:lnTo>
                  <a:lnTo>
                    <a:pt x="4811109" y="0"/>
                  </a:lnTo>
                  <a:lnTo>
                    <a:pt x="4810264" y="0"/>
                  </a:lnTo>
                  <a:lnTo>
                    <a:pt x="4809419" y="0"/>
                  </a:lnTo>
                  <a:lnTo>
                    <a:pt x="4808574" y="0"/>
                  </a:lnTo>
                  <a:lnTo>
                    <a:pt x="4807729" y="0"/>
                  </a:lnTo>
                  <a:lnTo>
                    <a:pt x="4806884" y="0"/>
                  </a:lnTo>
                  <a:lnTo>
                    <a:pt x="4806038" y="0"/>
                  </a:lnTo>
                  <a:lnTo>
                    <a:pt x="4805193" y="0"/>
                  </a:lnTo>
                  <a:lnTo>
                    <a:pt x="4804348" y="0"/>
                  </a:lnTo>
                  <a:lnTo>
                    <a:pt x="4803503" y="0"/>
                  </a:lnTo>
                  <a:lnTo>
                    <a:pt x="4802658" y="0"/>
                  </a:lnTo>
                  <a:lnTo>
                    <a:pt x="4801813" y="0"/>
                  </a:lnTo>
                  <a:lnTo>
                    <a:pt x="4800968" y="0"/>
                  </a:lnTo>
                  <a:lnTo>
                    <a:pt x="4800123" y="0"/>
                  </a:lnTo>
                  <a:lnTo>
                    <a:pt x="4799278" y="0"/>
                  </a:lnTo>
                  <a:lnTo>
                    <a:pt x="4798433" y="0"/>
                  </a:lnTo>
                  <a:lnTo>
                    <a:pt x="4797588" y="0"/>
                  </a:lnTo>
                  <a:lnTo>
                    <a:pt x="4796742" y="0"/>
                  </a:lnTo>
                  <a:lnTo>
                    <a:pt x="4795897" y="0"/>
                  </a:lnTo>
                  <a:lnTo>
                    <a:pt x="4795052" y="0"/>
                  </a:lnTo>
                  <a:lnTo>
                    <a:pt x="4794207" y="0"/>
                  </a:lnTo>
                  <a:lnTo>
                    <a:pt x="4793362" y="0"/>
                  </a:lnTo>
                  <a:lnTo>
                    <a:pt x="4792517" y="0"/>
                  </a:lnTo>
                  <a:lnTo>
                    <a:pt x="4791672" y="0"/>
                  </a:lnTo>
                  <a:lnTo>
                    <a:pt x="4790827" y="0"/>
                  </a:lnTo>
                  <a:lnTo>
                    <a:pt x="4789982" y="0"/>
                  </a:lnTo>
                  <a:lnTo>
                    <a:pt x="4789137" y="0"/>
                  </a:lnTo>
                  <a:lnTo>
                    <a:pt x="4788291" y="0"/>
                  </a:lnTo>
                  <a:lnTo>
                    <a:pt x="4787446" y="0"/>
                  </a:lnTo>
                  <a:lnTo>
                    <a:pt x="4786601" y="0"/>
                  </a:lnTo>
                  <a:lnTo>
                    <a:pt x="4785756" y="0"/>
                  </a:lnTo>
                  <a:lnTo>
                    <a:pt x="4784911" y="0"/>
                  </a:lnTo>
                  <a:lnTo>
                    <a:pt x="4784066" y="0"/>
                  </a:lnTo>
                  <a:lnTo>
                    <a:pt x="4783221" y="0"/>
                  </a:lnTo>
                  <a:lnTo>
                    <a:pt x="4782376" y="0"/>
                  </a:lnTo>
                  <a:lnTo>
                    <a:pt x="4781531" y="0"/>
                  </a:lnTo>
                  <a:lnTo>
                    <a:pt x="4780686" y="0"/>
                  </a:lnTo>
                  <a:lnTo>
                    <a:pt x="4779841" y="0"/>
                  </a:lnTo>
                  <a:lnTo>
                    <a:pt x="4778995" y="0"/>
                  </a:lnTo>
                  <a:lnTo>
                    <a:pt x="4778150" y="0"/>
                  </a:lnTo>
                  <a:lnTo>
                    <a:pt x="4777305" y="0"/>
                  </a:lnTo>
                  <a:lnTo>
                    <a:pt x="4776460" y="0"/>
                  </a:lnTo>
                  <a:lnTo>
                    <a:pt x="4775615" y="0"/>
                  </a:lnTo>
                  <a:lnTo>
                    <a:pt x="4774770" y="0"/>
                  </a:lnTo>
                  <a:lnTo>
                    <a:pt x="4773925" y="0"/>
                  </a:lnTo>
                  <a:lnTo>
                    <a:pt x="4773080" y="0"/>
                  </a:lnTo>
                  <a:lnTo>
                    <a:pt x="4772235" y="0"/>
                  </a:lnTo>
                  <a:lnTo>
                    <a:pt x="4771390" y="0"/>
                  </a:lnTo>
                  <a:lnTo>
                    <a:pt x="4770545" y="0"/>
                  </a:lnTo>
                  <a:lnTo>
                    <a:pt x="4769699" y="0"/>
                  </a:lnTo>
                  <a:lnTo>
                    <a:pt x="4768854" y="0"/>
                  </a:lnTo>
                  <a:lnTo>
                    <a:pt x="4768009" y="0"/>
                  </a:lnTo>
                  <a:lnTo>
                    <a:pt x="4767164" y="0"/>
                  </a:lnTo>
                  <a:lnTo>
                    <a:pt x="4766319" y="0"/>
                  </a:lnTo>
                  <a:lnTo>
                    <a:pt x="4765474" y="0"/>
                  </a:lnTo>
                  <a:lnTo>
                    <a:pt x="4764629" y="0"/>
                  </a:lnTo>
                  <a:lnTo>
                    <a:pt x="4763784" y="0"/>
                  </a:lnTo>
                  <a:lnTo>
                    <a:pt x="4762939" y="0"/>
                  </a:lnTo>
                  <a:lnTo>
                    <a:pt x="4762094" y="0"/>
                  </a:lnTo>
                  <a:lnTo>
                    <a:pt x="4761249" y="0"/>
                  </a:lnTo>
                  <a:lnTo>
                    <a:pt x="4760403" y="0"/>
                  </a:lnTo>
                  <a:lnTo>
                    <a:pt x="4759558" y="0"/>
                  </a:lnTo>
                  <a:lnTo>
                    <a:pt x="4758713" y="0"/>
                  </a:lnTo>
                  <a:lnTo>
                    <a:pt x="4757868" y="0"/>
                  </a:lnTo>
                  <a:lnTo>
                    <a:pt x="4757023" y="0"/>
                  </a:lnTo>
                  <a:lnTo>
                    <a:pt x="4756178" y="0"/>
                  </a:lnTo>
                  <a:lnTo>
                    <a:pt x="4755333" y="0"/>
                  </a:lnTo>
                  <a:lnTo>
                    <a:pt x="4754488" y="0"/>
                  </a:lnTo>
                  <a:lnTo>
                    <a:pt x="4753643" y="0"/>
                  </a:lnTo>
                  <a:lnTo>
                    <a:pt x="4752798" y="0"/>
                  </a:lnTo>
                  <a:lnTo>
                    <a:pt x="4751953" y="0"/>
                  </a:lnTo>
                  <a:lnTo>
                    <a:pt x="4751107" y="0"/>
                  </a:lnTo>
                  <a:lnTo>
                    <a:pt x="4750262" y="0"/>
                  </a:lnTo>
                  <a:lnTo>
                    <a:pt x="4749417" y="0"/>
                  </a:lnTo>
                  <a:lnTo>
                    <a:pt x="4748572" y="0"/>
                  </a:lnTo>
                  <a:lnTo>
                    <a:pt x="4747727" y="0"/>
                  </a:lnTo>
                  <a:lnTo>
                    <a:pt x="4746882" y="0"/>
                  </a:lnTo>
                  <a:lnTo>
                    <a:pt x="4746037" y="0"/>
                  </a:lnTo>
                  <a:lnTo>
                    <a:pt x="4745192" y="0"/>
                  </a:lnTo>
                  <a:lnTo>
                    <a:pt x="4744347" y="0"/>
                  </a:lnTo>
                  <a:lnTo>
                    <a:pt x="4743502" y="0"/>
                  </a:lnTo>
                  <a:lnTo>
                    <a:pt x="4742657" y="0"/>
                  </a:lnTo>
                  <a:lnTo>
                    <a:pt x="4741811" y="0"/>
                  </a:lnTo>
                  <a:lnTo>
                    <a:pt x="4740966" y="0"/>
                  </a:lnTo>
                  <a:lnTo>
                    <a:pt x="4740121" y="0"/>
                  </a:lnTo>
                  <a:lnTo>
                    <a:pt x="4739276" y="0"/>
                  </a:lnTo>
                  <a:lnTo>
                    <a:pt x="4738431" y="0"/>
                  </a:lnTo>
                  <a:lnTo>
                    <a:pt x="4737586" y="0"/>
                  </a:lnTo>
                  <a:lnTo>
                    <a:pt x="4736741" y="0"/>
                  </a:lnTo>
                  <a:lnTo>
                    <a:pt x="4735896" y="0"/>
                  </a:lnTo>
                  <a:lnTo>
                    <a:pt x="4735051" y="0"/>
                  </a:lnTo>
                  <a:lnTo>
                    <a:pt x="4734206" y="0"/>
                  </a:lnTo>
                  <a:lnTo>
                    <a:pt x="4733361" y="0"/>
                  </a:lnTo>
                  <a:lnTo>
                    <a:pt x="4732515" y="0"/>
                  </a:lnTo>
                  <a:lnTo>
                    <a:pt x="4731670" y="0"/>
                  </a:lnTo>
                  <a:lnTo>
                    <a:pt x="4730825" y="0"/>
                  </a:lnTo>
                  <a:lnTo>
                    <a:pt x="4729980" y="0"/>
                  </a:lnTo>
                  <a:lnTo>
                    <a:pt x="4729135" y="0"/>
                  </a:lnTo>
                  <a:lnTo>
                    <a:pt x="4728290" y="0"/>
                  </a:lnTo>
                  <a:lnTo>
                    <a:pt x="4727445" y="0"/>
                  </a:lnTo>
                  <a:lnTo>
                    <a:pt x="4726600" y="0"/>
                  </a:lnTo>
                  <a:lnTo>
                    <a:pt x="4725755" y="0"/>
                  </a:lnTo>
                  <a:lnTo>
                    <a:pt x="4724910" y="0"/>
                  </a:lnTo>
                  <a:lnTo>
                    <a:pt x="4724064" y="0"/>
                  </a:lnTo>
                  <a:lnTo>
                    <a:pt x="4723219" y="0"/>
                  </a:lnTo>
                  <a:lnTo>
                    <a:pt x="4722374" y="0"/>
                  </a:lnTo>
                  <a:lnTo>
                    <a:pt x="4721529" y="0"/>
                  </a:lnTo>
                  <a:lnTo>
                    <a:pt x="4720684" y="0"/>
                  </a:lnTo>
                  <a:lnTo>
                    <a:pt x="4719839" y="0"/>
                  </a:lnTo>
                  <a:lnTo>
                    <a:pt x="4718994" y="0"/>
                  </a:lnTo>
                  <a:lnTo>
                    <a:pt x="4718149" y="0"/>
                  </a:lnTo>
                  <a:lnTo>
                    <a:pt x="4717304" y="0"/>
                  </a:lnTo>
                  <a:lnTo>
                    <a:pt x="4716459" y="0"/>
                  </a:lnTo>
                  <a:lnTo>
                    <a:pt x="4715614" y="0"/>
                  </a:lnTo>
                  <a:lnTo>
                    <a:pt x="4714768" y="0"/>
                  </a:lnTo>
                  <a:lnTo>
                    <a:pt x="4713923" y="0"/>
                  </a:lnTo>
                  <a:lnTo>
                    <a:pt x="4713078" y="0"/>
                  </a:lnTo>
                  <a:lnTo>
                    <a:pt x="4712233" y="0"/>
                  </a:lnTo>
                  <a:lnTo>
                    <a:pt x="4711388" y="0"/>
                  </a:lnTo>
                  <a:lnTo>
                    <a:pt x="4710543" y="0"/>
                  </a:lnTo>
                  <a:lnTo>
                    <a:pt x="4709698" y="0"/>
                  </a:lnTo>
                  <a:lnTo>
                    <a:pt x="4708853" y="0"/>
                  </a:lnTo>
                  <a:lnTo>
                    <a:pt x="4708008" y="0"/>
                  </a:lnTo>
                  <a:lnTo>
                    <a:pt x="4707163" y="0"/>
                  </a:lnTo>
                  <a:lnTo>
                    <a:pt x="4706318" y="0"/>
                  </a:lnTo>
                  <a:lnTo>
                    <a:pt x="4705472" y="0"/>
                  </a:lnTo>
                  <a:lnTo>
                    <a:pt x="4704627" y="0"/>
                  </a:lnTo>
                  <a:lnTo>
                    <a:pt x="4703782" y="0"/>
                  </a:lnTo>
                  <a:lnTo>
                    <a:pt x="4702937" y="0"/>
                  </a:lnTo>
                  <a:lnTo>
                    <a:pt x="4702092" y="0"/>
                  </a:lnTo>
                  <a:lnTo>
                    <a:pt x="4701247" y="0"/>
                  </a:lnTo>
                  <a:lnTo>
                    <a:pt x="4700402" y="0"/>
                  </a:lnTo>
                  <a:lnTo>
                    <a:pt x="4699557" y="0"/>
                  </a:lnTo>
                  <a:lnTo>
                    <a:pt x="4698712" y="0"/>
                  </a:lnTo>
                  <a:lnTo>
                    <a:pt x="4697867" y="0"/>
                  </a:lnTo>
                  <a:lnTo>
                    <a:pt x="4697022" y="0"/>
                  </a:lnTo>
                  <a:lnTo>
                    <a:pt x="4696176" y="0"/>
                  </a:lnTo>
                  <a:lnTo>
                    <a:pt x="4695331" y="0"/>
                  </a:lnTo>
                  <a:lnTo>
                    <a:pt x="4694486" y="0"/>
                  </a:lnTo>
                  <a:lnTo>
                    <a:pt x="4693641" y="0"/>
                  </a:lnTo>
                  <a:lnTo>
                    <a:pt x="4692796" y="0"/>
                  </a:lnTo>
                  <a:lnTo>
                    <a:pt x="4691951" y="0"/>
                  </a:lnTo>
                  <a:lnTo>
                    <a:pt x="4691106" y="0"/>
                  </a:lnTo>
                  <a:lnTo>
                    <a:pt x="4690261" y="0"/>
                  </a:lnTo>
                  <a:lnTo>
                    <a:pt x="4689416" y="0"/>
                  </a:lnTo>
                  <a:lnTo>
                    <a:pt x="4688571" y="0"/>
                  </a:lnTo>
                  <a:lnTo>
                    <a:pt x="4687726" y="0"/>
                  </a:lnTo>
                  <a:lnTo>
                    <a:pt x="4686880" y="0"/>
                  </a:lnTo>
                  <a:lnTo>
                    <a:pt x="4686035" y="0"/>
                  </a:lnTo>
                  <a:lnTo>
                    <a:pt x="4685190" y="0"/>
                  </a:lnTo>
                  <a:lnTo>
                    <a:pt x="4684345" y="0"/>
                  </a:lnTo>
                  <a:lnTo>
                    <a:pt x="4683500" y="0"/>
                  </a:lnTo>
                  <a:lnTo>
                    <a:pt x="4682655" y="0"/>
                  </a:lnTo>
                  <a:lnTo>
                    <a:pt x="4681810" y="0"/>
                  </a:lnTo>
                  <a:lnTo>
                    <a:pt x="4680965" y="0"/>
                  </a:lnTo>
                  <a:lnTo>
                    <a:pt x="4680120" y="0"/>
                  </a:lnTo>
                  <a:lnTo>
                    <a:pt x="4679275" y="0"/>
                  </a:lnTo>
                  <a:lnTo>
                    <a:pt x="4678430" y="0"/>
                  </a:lnTo>
                  <a:lnTo>
                    <a:pt x="4677584" y="0"/>
                  </a:lnTo>
                  <a:lnTo>
                    <a:pt x="4676739" y="0"/>
                  </a:lnTo>
                  <a:lnTo>
                    <a:pt x="4675894" y="0"/>
                  </a:lnTo>
                  <a:lnTo>
                    <a:pt x="4675049" y="0"/>
                  </a:lnTo>
                  <a:lnTo>
                    <a:pt x="4674204" y="0"/>
                  </a:lnTo>
                  <a:lnTo>
                    <a:pt x="4673359" y="0"/>
                  </a:lnTo>
                  <a:lnTo>
                    <a:pt x="4672514" y="0"/>
                  </a:lnTo>
                  <a:lnTo>
                    <a:pt x="4671669" y="0"/>
                  </a:lnTo>
                  <a:lnTo>
                    <a:pt x="4670824" y="0"/>
                  </a:lnTo>
                  <a:lnTo>
                    <a:pt x="4669979" y="0"/>
                  </a:lnTo>
                  <a:lnTo>
                    <a:pt x="4669134" y="0"/>
                  </a:lnTo>
                  <a:lnTo>
                    <a:pt x="4668288" y="0"/>
                  </a:lnTo>
                  <a:lnTo>
                    <a:pt x="4667443" y="0"/>
                  </a:lnTo>
                  <a:lnTo>
                    <a:pt x="4666598" y="0"/>
                  </a:lnTo>
                  <a:lnTo>
                    <a:pt x="4665753" y="0"/>
                  </a:lnTo>
                  <a:lnTo>
                    <a:pt x="4664908" y="0"/>
                  </a:lnTo>
                  <a:lnTo>
                    <a:pt x="4664063" y="0"/>
                  </a:lnTo>
                  <a:lnTo>
                    <a:pt x="4663218" y="0"/>
                  </a:lnTo>
                  <a:lnTo>
                    <a:pt x="4662373" y="0"/>
                  </a:lnTo>
                  <a:lnTo>
                    <a:pt x="4661528" y="0"/>
                  </a:lnTo>
                  <a:lnTo>
                    <a:pt x="4660683" y="0"/>
                  </a:lnTo>
                  <a:lnTo>
                    <a:pt x="4659837" y="0"/>
                  </a:lnTo>
                  <a:lnTo>
                    <a:pt x="4658992" y="0"/>
                  </a:lnTo>
                  <a:lnTo>
                    <a:pt x="4658147" y="0"/>
                  </a:lnTo>
                  <a:lnTo>
                    <a:pt x="4657302" y="0"/>
                  </a:lnTo>
                  <a:lnTo>
                    <a:pt x="4656457" y="0"/>
                  </a:lnTo>
                  <a:lnTo>
                    <a:pt x="4655612" y="0"/>
                  </a:lnTo>
                  <a:lnTo>
                    <a:pt x="4654767" y="0"/>
                  </a:lnTo>
                  <a:lnTo>
                    <a:pt x="4653922" y="0"/>
                  </a:lnTo>
                  <a:lnTo>
                    <a:pt x="4653077" y="0"/>
                  </a:lnTo>
                  <a:lnTo>
                    <a:pt x="4652232" y="0"/>
                  </a:lnTo>
                  <a:lnTo>
                    <a:pt x="4651387" y="0"/>
                  </a:lnTo>
                  <a:lnTo>
                    <a:pt x="4650541" y="0"/>
                  </a:lnTo>
                  <a:lnTo>
                    <a:pt x="4649696" y="0"/>
                  </a:lnTo>
                  <a:lnTo>
                    <a:pt x="4648851" y="0"/>
                  </a:lnTo>
                  <a:lnTo>
                    <a:pt x="4648006" y="0"/>
                  </a:lnTo>
                  <a:lnTo>
                    <a:pt x="4647161" y="0"/>
                  </a:lnTo>
                  <a:lnTo>
                    <a:pt x="4646316" y="0"/>
                  </a:lnTo>
                  <a:lnTo>
                    <a:pt x="4645471" y="0"/>
                  </a:lnTo>
                  <a:lnTo>
                    <a:pt x="4644626" y="0"/>
                  </a:lnTo>
                  <a:lnTo>
                    <a:pt x="4643781" y="0"/>
                  </a:lnTo>
                  <a:lnTo>
                    <a:pt x="4642936" y="0"/>
                  </a:lnTo>
                  <a:lnTo>
                    <a:pt x="4642091" y="0"/>
                  </a:lnTo>
                  <a:lnTo>
                    <a:pt x="4641245" y="0"/>
                  </a:lnTo>
                  <a:lnTo>
                    <a:pt x="4640400" y="0"/>
                  </a:lnTo>
                  <a:lnTo>
                    <a:pt x="4639555" y="0"/>
                  </a:lnTo>
                  <a:lnTo>
                    <a:pt x="4638710" y="0"/>
                  </a:lnTo>
                  <a:lnTo>
                    <a:pt x="4637865" y="0"/>
                  </a:lnTo>
                  <a:lnTo>
                    <a:pt x="4637020" y="0"/>
                  </a:lnTo>
                  <a:lnTo>
                    <a:pt x="4636175" y="0"/>
                  </a:lnTo>
                  <a:lnTo>
                    <a:pt x="4635330" y="0"/>
                  </a:lnTo>
                  <a:lnTo>
                    <a:pt x="4634485" y="0"/>
                  </a:lnTo>
                  <a:lnTo>
                    <a:pt x="4633640" y="0"/>
                  </a:lnTo>
                  <a:lnTo>
                    <a:pt x="4632795" y="0"/>
                  </a:lnTo>
                  <a:lnTo>
                    <a:pt x="4631949" y="0"/>
                  </a:lnTo>
                  <a:lnTo>
                    <a:pt x="4631104" y="0"/>
                  </a:lnTo>
                  <a:lnTo>
                    <a:pt x="4630259" y="0"/>
                  </a:lnTo>
                  <a:lnTo>
                    <a:pt x="4629414" y="0"/>
                  </a:lnTo>
                  <a:lnTo>
                    <a:pt x="4628569" y="0"/>
                  </a:lnTo>
                  <a:lnTo>
                    <a:pt x="4627724" y="0"/>
                  </a:lnTo>
                  <a:lnTo>
                    <a:pt x="4626879" y="0"/>
                  </a:lnTo>
                  <a:lnTo>
                    <a:pt x="4626034" y="0"/>
                  </a:lnTo>
                  <a:lnTo>
                    <a:pt x="4625189" y="0"/>
                  </a:lnTo>
                  <a:lnTo>
                    <a:pt x="4624344" y="0"/>
                  </a:lnTo>
                  <a:lnTo>
                    <a:pt x="4623499" y="0"/>
                  </a:lnTo>
                  <a:lnTo>
                    <a:pt x="4622653" y="0"/>
                  </a:lnTo>
                  <a:lnTo>
                    <a:pt x="4621808" y="0"/>
                  </a:lnTo>
                  <a:lnTo>
                    <a:pt x="4620963" y="0"/>
                  </a:lnTo>
                  <a:lnTo>
                    <a:pt x="4620118" y="0"/>
                  </a:lnTo>
                  <a:lnTo>
                    <a:pt x="4619273" y="0"/>
                  </a:lnTo>
                  <a:lnTo>
                    <a:pt x="4618428" y="0"/>
                  </a:lnTo>
                  <a:lnTo>
                    <a:pt x="4617583" y="0"/>
                  </a:lnTo>
                  <a:lnTo>
                    <a:pt x="4616738" y="0"/>
                  </a:lnTo>
                  <a:lnTo>
                    <a:pt x="4615893" y="0"/>
                  </a:lnTo>
                  <a:lnTo>
                    <a:pt x="4615048" y="0"/>
                  </a:lnTo>
                  <a:lnTo>
                    <a:pt x="4614203" y="0"/>
                  </a:lnTo>
                  <a:lnTo>
                    <a:pt x="4613357" y="0"/>
                  </a:lnTo>
                  <a:lnTo>
                    <a:pt x="4612512" y="0"/>
                  </a:lnTo>
                  <a:lnTo>
                    <a:pt x="4611667" y="0"/>
                  </a:lnTo>
                  <a:lnTo>
                    <a:pt x="4610822" y="0"/>
                  </a:lnTo>
                  <a:lnTo>
                    <a:pt x="4609977" y="0"/>
                  </a:lnTo>
                  <a:lnTo>
                    <a:pt x="4609132" y="0"/>
                  </a:lnTo>
                  <a:lnTo>
                    <a:pt x="4608287" y="0"/>
                  </a:lnTo>
                  <a:lnTo>
                    <a:pt x="4607442" y="0"/>
                  </a:lnTo>
                  <a:lnTo>
                    <a:pt x="4606597" y="0"/>
                  </a:lnTo>
                  <a:lnTo>
                    <a:pt x="4605752" y="0"/>
                  </a:lnTo>
                  <a:lnTo>
                    <a:pt x="4604907" y="0"/>
                  </a:lnTo>
                  <a:lnTo>
                    <a:pt x="4604061" y="0"/>
                  </a:lnTo>
                  <a:lnTo>
                    <a:pt x="4603216" y="0"/>
                  </a:lnTo>
                  <a:lnTo>
                    <a:pt x="4602371" y="0"/>
                  </a:lnTo>
                  <a:lnTo>
                    <a:pt x="4601526" y="0"/>
                  </a:lnTo>
                  <a:lnTo>
                    <a:pt x="4600681" y="0"/>
                  </a:lnTo>
                  <a:lnTo>
                    <a:pt x="4599836" y="0"/>
                  </a:lnTo>
                  <a:lnTo>
                    <a:pt x="4598991" y="0"/>
                  </a:lnTo>
                  <a:lnTo>
                    <a:pt x="4598146" y="0"/>
                  </a:lnTo>
                  <a:lnTo>
                    <a:pt x="4597301" y="0"/>
                  </a:lnTo>
                  <a:lnTo>
                    <a:pt x="4596456" y="0"/>
                  </a:lnTo>
                  <a:lnTo>
                    <a:pt x="4595610" y="0"/>
                  </a:lnTo>
                  <a:lnTo>
                    <a:pt x="4594765" y="0"/>
                  </a:lnTo>
                  <a:lnTo>
                    <a:pt x="4593920" y="0"/>
                  </a:lnTo>
                  <a:lnTo>
                    <a:pt x="4593075" y="0"/>
                  </a:lnTo>
                  <a:lnTo>
                    <a:pt x="4592230" y="0"/>
                  </a:lnTo>
                  <a:lnTo>
                    <a:pt x="4591385" y="0"/>
                  </a:lnTo>
                  <a:lnTo>
                    <a:pt x="4590540" y="0"/>
                  </a:lnTo>
                  <a:lnTo>
                    <a:pt x="4589695" y="0"/>
                  </a:lnTo>
                  <a:lnTo>
                    <a:pt x="4588850" y="0"/>
                  </a:lnTo>
                  <a:lnTo>
                    <a:pt x="4588005" y="0"/>
                  </a:lnTo>
                  <a:lnTo>
                    <a:pt x="4587160" y="0"/>
                  </a:lnTo>
                  <a:lnTo>
                    <a:pt x="4586314" y="0"/>
                  </a:lnTo>
                  <a:lnTo>
                    <a:pt x="4585469" y="0"/>
                  </a:lnTo>
                  <a:lnTo>
                    <a:pt x="4584624" y="0"/>
                  </a:lnTo>
                  <a:lnTo>
                    <a:pt x="4583779" y="0"/>
                  </a:lnTo>
                  <a:lnTo>
                    <a:pt x="4582934" y="0"/>
                  </a:lnTo>
                  <a:lnTo>
                    <a:pt x="4582089" y="0"/>
                  </a:lnTo>
                  <a:lnTo>
                    <a:pt x="4581244" y="0"/>
                  </a:lnTo>
                  <a:lnTo>
                    <a:pt x="4580399" y="0"/>
                  </a:lnTo>
                  <a:lnTo>
                    <a:pt x="4579554" y="0"/>
                  </a:lnTo>
                  <a:lnTo>
                    <a:pt x="4578709" y="0"/>
                  </a:lnTo>
                  <a:lnTo>
                    <a:pt x="4577864" y="0"/>
                  </a:lnTo>
                  <a:lnTo>
                    <a:pt x="4577018" y="0"/>
                  </a:lnTo>
                  <a:lnTo>
                    <a:pt x="4576173" y="0"/>
                  </a:lnTo>
                  <a:lnTo>
                    <a:pt x="4575328" y="0"/>
                  </a:lnTo>
                  <a:lnTo>
                    <a:pt x="4574483" y="0"/>
                  </a:lnTo>
                  <a:lnTo>
                    <a:pt x="4573638" y="0"/>
                  </a:lnTo>
                  <a:lnTo>
                    <a:pt x="4572793" y="0"/>
                  </a:lnTo>
                  <a:lnTo>
                    <a:pt x="4571948" y="0"/>
                  </a:lnTo>
                  <a:lnTo>
                    <a:pt x="4571103" y="0"/>
                  </a:lnTo>
                  <a:lnTo>
                    <a:pt x="4570258" y="0"/>
                  </a:lnTo>
                  <a:lnTo>
                    <a:pt x="4569413" y="0"/>
                  </a:lnTo>
                  <a:lnTo>
                    <a:pt x="4568568" y="0"/>
                  </a:lnTo>
                  <a:lnTo>
                    <a:pt x="4567722" y="0"/>
                  </a:lnTo>
                  <a:lnTo>
                    <a:pt x="4566877" y="0"/>
                  </a:lnTo>
                  <a:lnTo>
                    <a:pt x="4566032" y="0"/>
                  </a:lnTo>
                  <a:lnTo>
                    <a:pt x="4565187" y="0"/>
                  </a:lnTo>
                  <a:lnTo>
                    <a:pt x="4564342" y="0"/>
                  </a:lnTo>
                  <a:lnTo>
                    <a:pt x="4563497" y="0"/>
                  </a:lnTo>
                  <a:lnTo>
                    <a:pt x="4562652" y="0"/>
                  </a:lnTo>
                  <a:lnTo>
                    <a:pt x="4561807" y="0"/>
                  </a:lnTo>
                  <a:lnTo>
                    <a:pt x="4560962" y="0"/>
                  </a:lnTo>
                  <a:lnTo>
                    <a:pt x="4560117" y="0"/>
                  </a:lnTo>
                  <a:lnTo>
                    <a:pt x="4559272" y="0"/>
                  </a:lnTo>
                  <a:lnTo>
                    <a:pt x="4558426" y="0"/>
                  </a:lnTo>
                  <a:lnTo>
                    <a:pt x="4557581" y="0"/>
                  </a:lnTo>
                  <a:lnTo>
                    <a:pt x="4556736" y="0"/>
                  </a:lnTo>
                  <a:lnTo>
                    <a:pt x="4555891" y="0"/>
                  </a:lnTo>
                  <a:lnTo>
                    <a:pt x="4555046" y="0"/>
                  </a:lnTo>
                  <a:lnTo>
                    <a:pt x="4554201" y="0"/>
                  </a:lnTo>
                  <a:lnTo>
                    <a:pt x="4553356" y="0"/>
                  </a:lnTo>
                  <a:lnTo>
                    <a:pt x="4552511" y="0"/>
                  </a:lnTo>
                  <a:lnTo>
                    <a:pt x="4551666" y="0"/>
                  </a:lnTo>
                  <a:lnTo>
                    <a:pt x="4550821" y="0"/>
                  </a:lnTo>
                  <a:lnTo>
                    <a:pt x="4549976" y="0"/>
                  </a:lnTo>
                  <a:lnTo>
                    <a:pt x="4549130" y="0"/>
                  </a:lnTo>
                  <a:lnTo>
                    <a:pt x="4548285" y="0"/>
                  </a:lnTo>
                  <a:lnTo>
                    <a:pt x="4547440" y="0"/>
                  </a:lnTo>
                  <a:lnTo>
                    <a:pt x="4546595" y="0"/>
                  </a:lnTo>
                  <a:lnTo>
                    <a:pt x="4545750" y="0"/>
                  </a:lnTo>
                  <a:lnTo>
                    <a:pt x="4544905" y="0"/>
                  </a:lnTo>
                  <a:lnTo>
                    <a:pt x="4544060" y="0"/>
                  </a:lnTo>
                  <a:lnTo>
                    <a:pt x="4543215" y="0"/>
                  </a:lnTo>
                  <a:lnTo>
                    <a:pt x="4542370" y="0"/>
                  </a:lnTo>
                  <a:lnTo>
                    <a:pt x="4541525" y="0"/>
                  </a:lnTo>
                  <a:lnTo>
                    <a:pt x="4540680" y="0"/>
                  </a:lnTo>
                  <a:lnTo>
                    <a:pt x="4539834" y="0"/>
                  </a:lnTo>
                  <a:lnTo>
                    <a:pt x="4538989" y="0"/>
                  </a:lnTo>
                  <a:lnTo>
                    <a:pt x="4538144" y="0"/>
                  </a:lnTo>
                  <a:lnTo>
                    <a:pt x="4537299" y="0"/>
                  </a:lnTo>
                  <a:lnTo>
                    <a:pt x="4536454" y="0"/>
                  </a:lnTo>
                  <a:lnTo>
                    <a:pt x="4535609" y="0"/>
                  </a:lnTo>
                  <a:lnTo>
                    <a:pt x="4534764" y="0"/>
                  </a:lnTo>
                  <a:lnTo>
                    <a:pt x="4533919" y="0"/>
                  </a:lnTo>
                  <a:lnTo>
                    <a:pt x="4533074" y="0"/>
                  </a:lnTo>
                  <a:lnTo>
                    <a:pt x="4532229" y="0"/>
                  </a:lnTo>
                  <a:lnTo>
                    <a:pt x="4531383" y="0"/>
                  </a:lnTo>
                  <a:lnTo>
                    <a:pt x="4530538" y="0"/>
                  </a:lnTo>
                  <a:lnTo>
                    <a:pt x="4529693" y="0"/>
                  </a:lnTo>
                  <a:lnTo>
                    <a:pt x="4528848" y="0"/>
                  </a:lnTo>
                  <a:lnTo>
                    <a:pt x="4528003" y="0"/>
                  </a:lnTo>
                  <a:lnTo>
                    <a:pt x="4527158" y="0"/>
                  </a:lnTo>
                  <a:lnTo>
                    <a:pt x="4526313" y="0"/>
                  </a:lnTo>
                  <a:lnTo>
                    <a:pt x="4525468" y="0"/>
                  </a:lnTo>
                  <a:lnTo>
                    <a:pt x="4524623" y="0"/>
                  </a:lnTo>
                  <a:lnTo>
                    <a:pt x="4523778" y="0"/>
                  </a:lnTo>
                  <a:lnTo>
                    <a:pt x="4522933" y="0"/>
                  </a:lnTo>
                  <a:lnTo>
                    <a:pt x="4522087" y="0"/>
                  </a:lnTo>
                  <a:lnTo>
                    <a:pt x="4521242" y="0"/>
                  </a:lnTo>
                  <a:lnTo>
                    <a:pt x="4520397" y="0"/>
                  </a:lnTo>
                  <a:lnTo>
                    <a:pt x="4519552" y="0"/>
                  </a:lnTo>
                  <a:lnTo>
                    <a:pt x="4518707" y="0"/>
                  </a:lnTo>
                  <a:lnTo>
                    <a:pt x="4517862" y="0"/>
                  </a:lnTo>
                  <a:lnTo>
                    <a:pt x="4517017" y="0"/>
                  </a:lnTo>
                  <a:lnTo>
                    <a:pt x="4516172" y="0"/>
                  </a:lnTo>
                  <a:lnTo>
                    <a:pt x="4515327" y="0"/>
                  </a:lnTo>
                  <a:lnTo>
                    <a:pt x="4514482" y="0"/>
                  </a:lnTo>
                  <a:lnTo>
                    <a:pt x="4513637" y="0"/>
                  </a:lnTo>
                  <a:lnTo>
                    <a:pt x="4512791" y="0"/>
                  </a:lnTo>
                  <a:lnTo>
                    <a:pt x="4511946" y="0"/>
                  </a:lnTo>
                  <a:lnTo>
                    <a:pt x="4511101" y="0"/>
                  </a:lnTo>
                  <a:lnTo>
                    <a:pt x="4510256" y="0"/>
                  </a:lnTo>
                  <a:lnTo>
                    <a:pt x="4509411" y="0"/>
                  </a:lnTo>
                  <a:lnTo>
                    <a:pt x="4508566" y="0"/>
                  </a:lnTo>
                  <a:lnTo>
                    <a:pt x="4507721" y="0"/>
                  </a:lnTo>
                  <a:lnTo>
                    <a:pt x="4506876" y="0"/>
                  </a:lnTo>
                  <a:lnTo>
                    <a:pt x="4506031" y="0"/>
                  </a:lnTo>
                  <a:lnTo>
                    <a:pt x="4505186" y="0"/>
                  </a:lnTo>
                  <a:lnTo>
                    <a:pt x="4504341" y="0"/>
                  </a:lnTo>
                  <a:lnTo>
                    <a:pt x="4503495" y="0"/>
                  </a:lnTo>
                  <a:lnTo>
                    <a:pt x="4502650" y="0"/>
                  </a:lnTo>
                  <a:lnTo>
                    <a:pt x="4501805" y="0"/>
                  </a:lnTo>
                  <a:lnTo>
                    <a:pt x="4500960" y="0"/>
                  </a:lnTo>
                  <a:lnTo>
                    <a:pt x="4500115" y="0"/>
                  </a:lnTo>
                  <a:lnTo>
                    <a:pt x="4499270" y="0"/>
                  </a:lnTo>
                  <a:lnTo>
                    <a:pt x="4498425" y="0"/>
                  </a:lnTo>
                  <a:lnTo>
                    <a:pt x="4497580" y="0"/>
                  </a:lnTo>
                  <a:lnTo>
                    <a:pt x="4496735" y="0"/>
                  </a:lnTo>
                  <a:lnTo>
                    <a:pt x="4495890" y="0"/>
                  </a:lnTo>
                  <a:lnTo>
                    <a:pt x="4495045" y="0"/>
                  </a:lnTo>
                  <a:lnTo>
                    <a:pt x="4494199" y="0"/>
                  </a:lnTo>
                  <a:lnTo>
                    <a:pt x="4493354" y="0"/>
                  </a:lnTo>
                  <a:lnTo>
                    <a:pt x="4492509" y="0"/>
                  </a:lnTo>
                  <a:lnTo>
                    <a:pt x="4491664" y="0"/>
                  </a:lnTo>
                  <a:lnTo>
                    <a:pt x="4490819" y="0"/>
                  </a:lnTo>
                  <a:lnTo>
                    <a:pt x="4489974" y="0"/>
                  </a:lnTo>
                  <a:lnTo>
                    <a:pt x="4489129" y="0"/>
                  </a:lnTo>
                  <a:lnTo>
                    <a:pt x="4488284" y="0"/>
                  </a:lnTo>
                  <a:lnTo>
                    <a:pt x="4487439" y="0"/>
                  </a:lnTo>
                  <a:lnTo>
                    <a:pt x="4486594" y="0"/>
                  </a:lnTo>
                  <a:lnTo>
                    <a:pt x="4485749" y="0"/>
                  </a:lnTo>
                  <a:lnTo>
                    <a:pt x="4484903" y="0"/>
                  </a:lnTo>
                  <a:lnTo>
                    <a:pt x="4484058" y="0"/>
                  </a:lnTo>
                  <a:lnTo>
                    <a:pt x="4483213" y="0"/>
                  </a:lnTo>
                  <a:lnTo>
                    <a:pt x="4482368" y="0"/>
                  </a:lnTo>
                  <a:lnTo>
                    <a:pt x="4481523" y="0"/>
                  </a:lnTo>
                  <a:lnTo>
                    <a:pt x="4480678" y="0"/>
                  </a:lnTo>
                  <a:lnTo>
                    <a:pt x="4479833" y="0"/>
                  </a:lnTo>
                  <a:lnTo>
                    <a:pt x="4478988" y="0"/>
                  </a:lnTo>
                  <a:lnTo>
                    <a:pt x="4478143" y="0"/>
                  </a:lnTo>
                  <a:lnTo>
                    <a:pt x="4477298" y="0"/>
                  </a:lnTo>
                  <a:lnTo>
                    <a:pt x="4476453" y="0"/>
                  </a:lnTo>
                  <a:lnTo>
                    <a:pt x="4475607" y="0"/>
                  </a:lnTo>
                  <a:lnTo>
                    <a:pt x="4474762" y="0"/>
                  </a:lnTo>
                  <a:lnTo>
                    <a:pt x="4473917" y="0"/>
                  </a:lnTo>
                  <a:lnTo>
                    <a:pt x="4473072" y="0"/>
                  </a:lnTo>
                  <a:lnTo>
                    <a:pt x="4472227" y="0"/>
                  </a:lnTo>
                  <a:lnTo>
                    <a:pt x="4471382" y="0"/>
                  </a:lnTo>
                  <a:lnTo>
                    <a:pt x="4470537" y="0"/>
                  </a:lnTo>
                  <a:lnTo>
                    <a:pt x="4469692" y="0"/>
                  </a:lnTo>
                  <a:lnTo>
                    <a:pt x="4468847" y="0"/>
                  </a:lnTo>
                  <a:lnTo>
                    <a:pt x="4468002" y="0"/>
                  </a:lnTo>
                  <a:lnTo>
                    <a:pt x="4467156" y="0"/>
                  </a:lnTo>
                  <a:lnTo>
                    <a:pt x="4466311" y="0"/>
                  </a:lnTo>
                  <a:lnTo>
                    <a:pt x="4465466" y="0"/>
                  </a:lnTo>
                  <a:lnTo>
                    <a:pt x="4464621" y="0"/>
                  </a:lnTo>
                  <a:lnTo>
                    <a:pt x="4463776" y="0"/>
                  </a:lnTo>
                  <a:lnTo>
                    <a:pt x="4462931" y="0"/>
                  </a:lnTo>
                  <a:lnTo>
                    <a:pt x="4462086" y="0"/>
                  </a:lnTo>
                  <a:lnTo>
                    <a:pt x="4461241" y="0"/>
                  </a:lnTo>
                  <a:lnTo>
                    <a:pt x="4460396" y="0"/>
                  </a:lnTo>
                  <a:lnTo>
                    <a:pt x="4459551" y="0"/>
                  </a:lnTo>
                  <a:lnTo>
                    <a:pt x="4458706" y="0"/>
                  </a:lnTo>
                  <a:lnTo>
                    <a:pt x="4457860" y="0"/>
                  </a:lnTo>
                  <a:lnTo>
                    <a:pt x="4457015" y="0"/>
                  </a:lnTo>
                  <a:lnTo>
                    <a:pt x="4456170" y="0"/>
                  </a:lnTo>
                  <a:lnTo>
                    <a:pt x="4455325" y="0"/>
                  </a:lnTo>
                  <a:lnTo>
                    <a:pt x="4454480" y="0"/>
                  </a:lnTo>
                  <a:lnTo>
                    <a:pt x="4453635" y="0"/>
                  </a:lnTo>
                  <a:lnTo>
                    <a:pt x="4452790" y="0"/>
                  </a:lnTo>
                  <a:lnTo>
                    <a:pt x="4451945" y="0"/>
                  </a:lnTo>
                  <a:lnTo>
                    <a:pt x="4451100" y="0"/>
                  </a:lnTo>
                  <a:lnTo>
                    <a:pt x="4450255" y="0"/>
                  </a:lnTo>
                  <a:lnTo>
                    <a:pt x="4449410" y="0"/>
                  </a:lnTo>
                  <a:lnTo>
                    <a:pt x="4448564" y="0"/>
                  </a:lnTo>
                  <a:lnTo>
                    <a:pt x="4447719" y="0"/>
                  </a:lnTo>
                  <a:lnTo>
                    <a:pt x="4446874" y="0"/>
                  </a:lnTo>
                  <a:lnTo>
                    <a:pt x="4446029" y="0"/>
                  </a:lnTo>
                  <a:lnTo>
                    <a:pt x="4445184" y="0"/>
                  </a:lnTo>
                  <a:lnTo>
                    <a:pt x="4444339" y="0"/>
                  </a:lnTo>
                  <a:lnTo>
                    <a:pt x="4443494" y="0"/>
                  </a:lnTo>
                  <a:lnTo>
                    <a:pt x="4442649" y="0"/>
                  </a:lnTo>
                  <a:lnTo>
                    <a:pt x="4441804" y="0"/>
                  </a:lnTo>
                  <a:lnTo>
                    <a:pt x="4440959" y="0"/>
                  </a:lnTo>
                  <a:lnTo>
                    <a:pt x="4440114" y="0"/>
                  </a:lnTo>
                  <a:lnTo>
                    <a:pt x="4439268" y="0"/>
                  </a:lnTo>
                  <a:lnTo>
                    <a:pt x="4438423" y="0"/>
                  </a:lnTo>
                  <a:lnTo>
                    <a:pt x="4437578" y="0"/>
                  </a:lnTo>
                  <a:lnTo>
                    <a:pt x="4436733" y="0"/>
                  </a:lnTo>
                  <a:lnTo>
                    <a:pt x="4435888" y="0"/>
                  </a:lnTo>
                  <a:lnTo>
                    <a:pt x="4435043" y="0"/>
                  </a:lnTo>
                  <a:lnTo>
                    <a:pt x="4434198" y="0"/>
                  </a:lnTo>
                  <a:lnTo>
                    <a:pt x="4433353" y="0"/>
                  </a:lnTo>
                  <a:lnTo>
                    <a:pt x="4432508" y="0"/>
                  </a:lnTo>
                  <a:lnTo>
                    <a:pt x="4431663" y="0"/>
                  </a:lnTo>
                  <a:lnTo>
                    <a:pt x="4430818" y="0"/>
                  </a:lnTo>
                  <a:lnTo>
                    <a:pt x="4429972" y="0"/>
                  </a:lnTo>
                  <a:lnTo>
                    <a:pt x="4429127" y="0"/>
                  </a:lnTo>
                  <a:lnTo>
                    <a:pt x="4428282" y="0"/>
                  </a:lnTo>
                  <a:lnTo>
                    <a:pt x="4427437" y="0"/>
                  </a:lnTo>
                  <a:lnTo>
                    <a:pt x="4426592" y="0"/>
                  </a:lnTo>
                  <a:lnTo>
                    <a:pt x="4425747" y="0"/>
                  </a:lnTo>
                  <a:lnTo>
                    <a:pt x="4424902" y="0"/>
                  </a:lnTo>
                  <a:lnTo>
                    <a:pt x="4424057" y="0"/>
                  </a:lnTo>
                  <a:lnTo>
                    <a:pt x="4423212" y="0"/>
                  </a:lnTo>
                  <a:lnTo>
                    <a:pt x="4422367" y="0"/>
                  </a:lnTo>
                  <a:lnTo>
                    <a:pt x="4421522" y="0"/>
                  </a:lnTo>
                  <a:lnTo>
                    <a:pt x="4420676" y="0"/>
                  </a:lnTo>
                  <a:lnTo>
                    <a:pt x="4419831" y="0"/>
                  </a:lnTo>
                  <a:lnTo>
                    <a:pt x="4418986" y="0"/>
                  </a:lnTo>
                  <a:lnTo>
                    <a:pt x="4418141" y="0"/>
                  </a:lnTo>
                  <a:lnTo>
                    <a:pt x="4417296" y="0"/>
                  </a:lnTo>
                  <a:lnTo>
                    <a:pt x="4416451" y="0"/>
                  </a:lnTo>
                  <a:lnTo>
                    <a:pt x="4415606" y="0"/>
                  </a:lnTo>
                  <a:lnTo>
                    <a:pt x="4414761" y="0"/>
                  </a:lnTo>
                  <a:lnTo>
                    <a:pt x="4413916" y="0"/>
                  </a:lnTo>
                  <a:lnTo>
                    <a:pt x="4413071" y="0"/>
                  </a:lnTo>
                  <a:lnTo>
                    <a:pt x="4412226" y="0"/>
                  </a:lnTo>
                  <a:lnTo>
                    <a:pt x="4411380" y="0"/>
                  </a:lnTo>
                  <a:lnTo>
                    <a:pt x="4410535" y="0"/>
                  </a:lnTo>
                  <a:lnTo>
                    <a:pt x="4409690" y="0"/>
                  </a:lnTo>
                  <a:lnTo>
                    <a:pt x="4408845" y="0"/>
                  </a:lnTo>
                  <a:lnTo>
                    <a:pt x="4408000" y="0"/>
                  </a:lnTo>
                  <a:lnTo>
                    <a:pt x="4407155" y="0"/>
                  </a:lnTo>
                  <a:lnTo>
                    <a:pt x="4406310" y="0"/>
                  </a:lnTo>
                  <a:lnTo>
                    <a:pt x="4405465" y="0"/>
                  </a:lnTo>
                  <a:lnTo>
                    <a:pt x="4404620" y="0"/>
                  </a:lnTo>
                  <a:lnTo>
                    <a:pt x="4403775" y="0"/>
                  </a:lnTo>
                  <a:lnTo>
                    <a:pt x="4402929" y="0"/>
                  </a:lnTo>
                  <a:lnTo>
                    <a:pt x="4402084" y="0"/>
                  </a:lnTo>
                  <a:lnTo>
                    <a:pt x="4401239" y="0"/>
                  </a:lnTo>
                  <a:lnTo>
                    <a:pt x="4400394" y="0"/>
                  </a:lnTo>
                  <a:lnTo>
                    <a:pt x="4399549" y="0"/>
                  </a:lnTo>
                  <a:lnTo>
                    <a:pt x="4398704" y="0"/>
                  </a:lnTo>
                  <a:lnTo>
                    <a:pt x="4397859" y="0"/>
                  </a:lnTo>
                  <a:lnTo>
                    <a:pt x="4397014" y="0"/>
                  </a:lnTo>
                  <a:lnTo>
                    <a:pt x="4396169" y="0"/>
                  </a:lnTo>
                  <a:lnTo>
                    <a:pt x="4395324" y="0"/>
                  </a:lnTo>
                  <a:lnTo>
                    <a:pt x="4394479" y="0"/>
                  </a:lnTo>
                  <a:lnTo>
                    <a:pt x="4393633" y="0"/>
                  </a:lnTo>
                  <a:lnTo>
                    <a:pt x="4392788" y="0"/>
                  </a:lnTo>
                  <a:lnTo>
                    <a:pt x="4391943" y="0"/>
                  </a:lnTo>
                  <a:lnTo>
                    <a:pt x="4391098" y="0"/>
                  </a:lnTo>
                  <a:lnTo>
                    <a:pt x="4390253" y="0"/>
                  </a:lnTo>
                  <a:lnTo>
                    <a:pt x="4389408" y="0"/>
                  </a:lnTo>
                  <a:lnTo>
                    <a:pt x="4388563" y="0"/>
                  </a:lnTo>
                  <a:lnTo>
                    <a:pt x="4387718" y="0"/>
                  </a:lnTo>
                  <a:lnTo>
                    <a:pt x="4386873" y="0"/>
                  </a:lnTo>
                  <a:lnTo>
                    <a:pt x="4386028" y="0"/>
                  </a:lnTo>
                  <a:lnTo>
                    <a:pt x="4385183" y="0"/>
                  </a:lnTo>
                  <a:lnTo>
                    <a:pt x="4384337" y="0"/>
                  </a:lnTo>
                  <a:lnTo>
                    <a:pt x="4383492" y="0"/>
                  </a:lnTo>
                  <a:lnTo>
                    <a:pt x="4382647" y="0"/>
                  </a:lnTo>
                  <a:lnTo>
                    <a:pt x="4381802" y="0"/>
                  </a:lnTo>
                  <a:lnTo>
                    <a:pt x="4380957" y="0"/>
                  </a:lnTo>
                  <a:lnTo>
                    <a:pt x="4380112" y="0"/>
                  </a:lnTo>
                  <a:lnTo>
                    <a:pt x="4379267" y="0"/>
                  </a:lnTo>
                  <a:lnTo>
                    <a:pt x="4378422" y="0"/>
                  </a:lnTo>
                  <a:lnTo>
                    <a:pt x="4377577" y="0"/>
                  </a:lnTo>
                  <a:lnTo>
                    <a:pt x="4376732" y="0"/>
                  </a:lnTo>
                  <a:lnTo>
                    <a:pt x="4375887" y="0"/>
                  </a:lnTo>
                  <a:lnTo>
                    <a:pt x="4375041" y="0"/>
                  </a:lnTo>
                  <a:lnTo>
                    <a:pt x="4374196" y="0"/>
                  </a:lnTo>
                  <a:lnTo>
                    <a:pt x="4373351" y="0"/>
                  </a:lnTo>
                  <a:lnTo>
                    <a:pt x="4372506" y="0"/>
                  </a:lnTo>
                  <a:lnTo>
                    <a:pt x="4371661" y="0"/>
                  </a:lnTo>
                  <a:lnTo>
                    <a:pt x="4370816" y="0"/>
                  </a:lnTo>
                  <a:lnTo>
                    <a:pt x="4369971" y="0"/>
                  </a:lnTo>
                  <a:lnTo>
                    <a:pt x="4369126" y="0"/>
                  </a:lnTo>
                  <a:lnTo>
                    <a:pt x="4368281" y="0"/>
                  </a:lnTo>
                  <a:lnTo>
                    <a:pt x="4367436" y="0"/>
                  </a:lnTo>
                  <a:lnTo>
                    <a:pt x="4366591" y="0"/>
                  </a:lnTo>
                  <a:lnTo>
                    <a:pt x="4365745" y="0"/>
                  </a:lnTo>
                  <a:lnTo>
                    <a:pt x="4364900" y="0"/>
                  </a:lnTo>
                  <a:lnTo>
                    <a:pt x="4364055" y="0"/>
                  </a:lnTo>
                  <a:lnTo>
                    <a:pt x="4363210" y="0"/>
                  </a:lnTo>
                  <a:lnTo>
                    <a:pt x="4362365" y="0"/>
                  </a:lnTo>
                  <a:lnTo>
                    <a:pt x="4361520" y="0"/>
                  </a:lnTo>
                  <a:lnTo>
                    <a:pt x="4360675" y="0"/>
                  </a:lnTo>
                  <a:lnTo>
                    <a:pt x="4359830" y="0"/>
                  </a:lnTo>
                  <a:lnTo>
                    <a:pt x="4358985" y="0"/>
                  </a:lnTo>
                  <a:lnTo>
                    <a:pt x="4358140" y="0"/>
                  </a:lnTo>
                  <a:lnTo>
                    <a:pt x="4357295" y="0"/>
                  </a:lnTo>
                  <a:lnTo>
                    <a:pt x="4356449" y="0"/>
                  </a:lnTo>
                  <a:lnTo>
                    <a:pt x="4355604" y="0"/>
                  </a:lnTo>
                  <a:lnTo>
                    <a:pt x="4354759" y="0"/>
                  </a:lnTo>
                  <a:lnTo>
                    <a:pt x="4353914" y="0"/>
                  </a:lnTo>
                  <a:lnTo>
                    <a:pt x="4353069" y="0"/>
                  </a:lnTo>
                  <a:lnTo>
                    <a:pt x="4352224" y="0"/>
                  </a:lnTo>
                  <a:lnTo>
                    <a:pt x="4351379" y="0"/>
                  </a:lnTo>
                  <a:lnTo>
                    <a:pt x="4350534" y="0"/>
                  </a:lnTo>
                  <a:lnTo>
                    <a:pt x="4349689" y="0"/>
                  </a:lnTo>
                  <a:lnTo>
                    <a:pt x="4348844" y="0"/>
                  </a:lnTo>
                  <a:lnTo>
                    <a:pt x="4347999" y="0"/>
                  </a:lnTo>
                  <a:lnTo>
                    <a:pt x="4347153" y="0"/>
                  </a:lnTo>
                  <a:lnTo>
                    <a:pt x="4346308" y="0"/>
                  </a:lnTo>
                  <a:lnTo>
                    <a:pt x="4345463" y="0"/>
                  </a:lnTo>
                  <a:lnTo>
                    <a:pt x="4344618" y="0"/>
                  </a:lnTo>
                  <a:lnTo>
                    <a:pt x="4343773" y="0"/>
                  </a:lnTo>
                  <a:lnTo>
                    <a:pt x="4342928" y="0"/>
                  </a:lnTo>
                  <a:lnTo>
                    <a:pt x="4342083" y="0"/>
                  </a:lnTo>
                  <a:lnTo>
                    <a:pt x="4341238" y="0"/>
                  </a:lnTo>
                  <a:lnTo>
                    <a:pt x="4340393" y="0"/>
                  </a:lnTo>
                  <a:lnTo>
                    <a:pt x="4339548" y="0"/>
                  </a:lnTo>
                  <a:lnTo>
                    <a:pt x="4338702" y="0"/>
                  </a:lnTo>
                  <a:lnTo>
                    <a:pt x="4337857" y="0"/>
                  </a:lnTo>
                  <a:lnTo>
                    <a:pt x="4337012" y="0"/>
                  </a:lnTo>
                  <a:lnTo>
                    <a:pt x="4336167" y="0"/>
                  </a:lnTo>
                  <a:lnTo>
                    <a:pt x="4335322" y="0"/>
                  </a:lnTo>
                  <a:lnTo>
                    <a:pt x="4334477" y="0"/>
                  </a:lnTo>
                  <a:lnTo>
                    <a:pt x="4333632" y="0"/>
                  </a:lnTo>
                  <a:lnTo>
                    <a:pt x="4332787" y="0"/>
                  </a:lnTo>
                  <a:lnTo>
                    <a:pt x="4331942" y="0"/>
                  </a:lnTo>
                  <a:lnTo>
                    <a:pt x="4331097" y="0"/>
                  </a:lnTo>
                  <a:lnTo>
                    <a:pt x="4330252" y="0"/>
                  </a:lnTo>
                  <a:lnTo>
                    <a:pt x="4329406" y="0"/>
                  </a:lnTo>
                  <a:lnTo>
                    <a:pt x="4328561" y="0"/>
                  </a:lnTo>
                  <a:lnTo>
                    <a:pt x="4327716" y="0"/>
                  </a:lnTo>
                  <a:lnTo>
                    <a:pt x="4326871" y="0"/>
                  </a:lnTo>
                  <a:lnTo>
                    <a:pt x="4326026" y="0"/>
                  </a:lnTo>
                  <a:lnTo>
                    <a:pt x="4325181" y="0"/>
                  </a:lnTo>
                  <a:lnTo>
                    <a:pt x="4324336" y="0"/>
                  </a:lnTo>
                  <a:lnTo>
                    <a:pt x="4323491" y="0"/>
                  </a:lnTo>
                  <a:lnTo>
                    <a:pt x="4322646" y="0"/>
                  </a:lnTo>
                  <a:lnTo>
                    <a:pt x="4321801" y="0"/>
                  </a:lnTo>
                  <a:lnTo>
                    <a:pt x="4320956" y="0"/>
                  </a:lnTo>
                  <a:lnTo>
                    <a:pt x="4320110" y="0"/>
                  </a:lnTo>
                  <a:lnTo>
                    <a:pt x="4319265" y="0"/>
                  </a:lnTo>
                  <a:lnTo>
                    <a:pt x="4318420" y="0"/>
                  </a:lnTo>
                  <a:lnTo>
                    <a:pt x="4317575" y="0"/>
                  </a:lnTo>
                  <a:lnTo>
                    <a:pt x="4316730" y="0"/>
                  </a:lnTo>
                  <a:lnTo>
                    <a:pt x="4315885" y="0"/>
                  </a:lnTo>
                  <a:lnTo>
                    <a:pt x="4315040" y="0"/>
                  </a:lnTo>
                  <a:lnTo>
                    <a:pt x="4314195" y="0"/>
                  </a:lnTo>
                  <a:lnTo>
                    <a:pt x="4313350" y="0"/>
                  </a:lnTo>
                  <a:lnTo>
                    <a:pt x="4312505" y="0"/>
                  </a:lnTo>
                  <a:lnTo>
                    <a:pt x="4311660" y="0"/>
                  </a:lnTo>
                  <a:lnTo>
                    <a:pt x="4310814" y="0"/>
                  </a:lnTo>
                  <a:lnTo>
                    <a:pt x="4309969" y="0"/>
                  </a:lnTo>
                  <a:lnTo>
                    <a:pt x="4309124" y="0"/>
                  </a:lnTo>
                  <a:lnTo>
                    <a:pt x="4308279" y="0"/>
                  </a:lnTo>
                  <a:lnTo>
                    <a:pt x="4307434" y="0"/>
                  </a:lnTo>
                  <a:lnTo>
                    <a:pt x="4306589" y="0"/>
                  </a:lnTo>
                  <a:lnTo>
                    <a:pt x="4305744" y="0"/>
                  </a:lnTo>
                  <a:lnTo>
                    <a:pt x="4304899" y="0"/>
                  </a:lnTo>
                  <a:lnTo>
                    <a:pt x="4304054" y="0"/>
                  </a:lnTo>
                  <a:lnTo>
                    <a:pt x="4303209" y="0"/>
                  </a:lnTo>
                  <a:lnTo>
                    <a:pt x="4302364" y="0"/>
                  </a:lnTo>
                  <a:lnTo>
                    <a:pt x="4301518" y="0"/>
                  </a:lnTo>
                  <a:lnTo>
                    <a:pt x="4300673" y="0"/>
                  </a:lnTo>
                  <a:lnTo>
                    <a:pt x="4299828" y="0"/>
                  </a:lnTo>
                  <a:lnTo>
                    <a:pt x="4298983" y="0"/>
                  </a:lnTo>
                  <a:lnTo>
                    <a:pt x="4298138" y="0"/>
                  </a:lnTo>
                  <a:lnTo>
                    <a:pt x="4297293" y="0"/>
                  </a:lnTo>
                  <a:lnTo>
                    <a:pt x="4296448" y="0"/>
                  </a:lnTo>
                  <a:lnTo>
                    <a:pt x="4295603" y="0"/>
                  </a:lnTo>
                  <a:lnTo>
                    <a:pt x="4294758" y="0"/>
                  </a:lnTo>
                  <a:lnTo>
                    <a:pt x="4293913" y="0"/>
                  </a:lnTo>
                  <a:lnTo>
                    <a:pt x="4293068" y="0"/>
                  </a:lnTo>
                  <a:lnTo>
                    <a:pt x="4292222" y="0"/>
                  </a:lnTo>
                  <a:lnTo>
                    <a:pt x="4291377" y="0"/>
                  </a:lnTo>
                  <a:lnTo>
                    <a:pt x="4290532" y="0"/>
                  </a:lnTo>
                  <a:lnTo>
                    <a:pt x="4289687" y="0"/>
                  </a:lnTo>
                  <a:lnTo>
                    <a:pt x="4288842" y="0"/>
                  </a:lnTo>
                  <a:lnTo>
                    <a:pt x="4287997" y="0"/>
                  </a:lnTo>
                  <a:lnTo>
                    <a:pt x="4287152" y="0"/>
                  </a:lnTo>
                  <a:lnTo>
                    <a:pt x="4286307" y="0"/>
                  </a:lnTo>
                  <a:lnTo>
                    <a:pt x="4285462" y="0"/>
                  </a:lnTo>
                  <a:lnTo>
                    <a:pt x="4284617" y="0"/>
                  </a:lnTo>
                  <a:lnTo>
                    <a:pt x="4283771" y="0"/>
                  </a:lnTo>
                  <a:lnTo>
                    <a:pt x="4282926" y="0"/>
                  </a:lnTo>
                  <a:lnTo>
                    <a:pt x="4282081" y="0"/>
                  </a:lnTo>
                  <a:lnTo>
                    <a:pt x="4281236" y="0"/>
                  </a:lnTo>
                  <a:lnTo>
                    <a:pt x="4280391" y="0"/>
                  </a:lnTo>
                  <a:lnTo>
                    <a:pt x="4279546" y="0"/>
                  </a:lnTo>
                  <a:lnTo>
                    <a:pt x="4278701" y="0"/>
                  </a:lnTo>
                  <a:lnTo>
                    <a:pt x="4277856" y="0"/>
                  </a:lnTo>
                  <a:lnTo>
                    <a:pt x="4277011" y="0"/>
                  </a:lnTo>
                  <a:lnTo>
                    <a:pt x="4276166" y="0"/>
                  </a:lnTo>
                  <a:lnTo>
                    <a:pt x="4275321" y="0"/>
                  </a:lnTo>
                  <a:lnTo>
                    <a:pt x="4274475" y="0"/>
                  </a:lnTo>
                  <a:lnTo>
                    <a:pt x="4273630" y="0"/>
                  </a:lnTo>
                  <a:lnTo>
                    <a:pt x="4272785" y="0"/>
                  </a:lnTo>
                  <a:lnTo>
                    <a:pt x="4271940" y="0"/>
                  </a:lnTo>
                  <a:lnTo>
                    <a:pt x="4271095" y="0"/>
                  </a:lnTo>
                  <a:lnTo>
                    <a:pt x="4270250" y="0"/>
                  </a:lnTo>
                  <a:lnTo>
                    <a:pt x="4269405" y="0"/>
                  </a:lnTo>
                  <a:lnTo>
                    <a:pt x="4268560" y="0"/>
                  </a:lnTo>
                  <a:lnTo>
                    <a:pt x="4267715" y="0"/>
                  </a:lnTo>
                  <a:lnTo>
                    <a:pt x="4266870" y="0"/>
                  </a:lnTo>
                  <a:lnTo>
                    <a:pt x="4266025" y="0"/>
                  </a:lnTo>
                  <a:lnTo>
                    <a:pt x="4265179" y="0"/>
                  </a:lnTo>
                  <a:lnTo>
                    <a:pt x="4264334" y="0"/>
                  </a:lnTo>
                  <a:lnTo>
                    <a:pt x="4263489" y="0"/>
                  </a:lnTo>
                  <a:lnTo>
                    <a:pt x="4262644" y="0"/>
                  </a:lnTo>
                  <a:lnTo>
                    <a:pt x="4261799" y="0"/>
                  </a:lnTo>
                  <a:lnTo>
                    <a:pt x="4260954" y="0"/>
                  </a:lnTo>
                  <a:lnTo>
                    <a:pt x="4260109" y="0"/>
                  </a:lnTo>
                  <a:lnTo>
                    <a:pt x="4259264" y="0"/>
                  </a:lnTo>
                  <a:lnTo>
                    <a:pt x="4258419" y="0"/>
                  </a:lnTo>
                  <a:lnTo>
                    <a:pt x="4257574" y="0"/>
                  </a:lnTo>
                  <a:lnTo>
                    <a:pt x="4256729" y="0"/>
                  </a:lnTo>
                  <a:lnTo>
                    <a:pt x="4255883" y="0"/>
                  </a:lnTo>
                  <a:lnTo>
                    <a:pt x="4255038" y="0"/>
                  </a:lnTo>
                  <a:lnTo>
                    <a:pt x="4254193" y="0"/>
                  </a:lnTo>
                  <a:lnTo>
                    <a:pt x="4253348" y="0"/>
                  </a:lnTo>
                  <a:lnTo>
                    <a:pt x="4252503" y="0"/>
                  </a:lnTo>
                  <a:lnTo>
                    <a:pt x="4251658" y="0"/>
                  </a:lnTo>
                  <a:lnTo>
                    <a:pt x="4250813" y="0"/>
                  </a:lnTo>
                  <a:lnTo>
                    <a:pt x="4249968" y="0"/>
                  </a:lnTo>
                  <a:lnTo>
                    <a:pt x="4249123" y="0"/>
                  </a:lnTo>
                  <a:lnTo>
                    <a:pt x="4248278" y="0"/>
                  </a:lnTo>
                  <a:lnTo>
                    <a:pt x="4247433" y="0"/>
                  </a:lnTo>
                  <a:lnTo>
                    <a:pt x="4246587" y="0"/>
                  </a:lnTo>
                  <a:lnTo>
                    <a:pt x="4245742" y="0"/>
                  </a:lnTo>
                  <a:lnTo>
                    <a:pt x="4244897" y="0"/>
                  </a:lnTo>
                  <a:lnTo>
                    <a:pt x="4244052" y="0"/>
                  </a:lnTo>
                  <a:lnTo>
                    <a:pt x="4243207" y="0"/>
                  </a:lnTo>
                  <a:lnTo>
                    <a:pt x="4242362" y="0"/>
                  </a:lnTo>
                  <a:lnTo>
                    <a:pt x="4241517" y="0"/>
                  </a:lnTo>
                  <a:lnTo>
                    <a:pt x="4240672" y="0"/>
                  </a:lnTo>
                  <a:lnTo>
                    <a:pt x="4239827" y="0"/>
                  </a:lnTo>
                  <a:lnTo>
                    <a:pt x="4238982" y="0"/>
                  </a:lnTo>
                  <a:lnTo>
                    <a:pt x="4238137" y="0"/>
                  </a:lnTo>
                  <a:lnTo>
                    <a:pt x="4237291" y="0"/>
                  </a:lnTo>
                  <a:lnTo>
                    <a:pt x="4236446" y="0"/>
                  </a:lnTo>
                  <a:lnTo>
                    <a:pt x="4235601" y="0"/>
                  </a:lnTo>
                  <a:lnTo>
                    <a:pt x="4234756" y="0"/>
                  </a:lnTo>
                  <a:lnTo>
                    <a:pt x="4233911" y="0"/>
                  </a:lnTo>
                  <a:lnTo>
                    <a:pt x="4233066" y="0"/>
                  </a:lnTo>
                  <a:lnTo>
                    <a:pt x="4232221" y="0"/>
                  </a:lnTo>
                  <a:lnTo>
                    <a:pt x="4231376" y="0"/>
                  </a:lnTo>
                  <a:lnTo>
                    <a:pt x="4230531" y="0"/>
                  </a:lnTo>
                  <a:lnTo>
                    <a:pt x="4229686" y="0"/>
                  </a:lnTo>
                  <a:lnTo>
                    <a:pt x="4228841" y="0"/>
                  </a:lnTo>
                  <a:lnTo>
                    <a:pt x="4227995" y="0"/>
                  </a:lnTo>
                  <a:lnTo>
                    <a:pt x="4227150" y="0"/>
                  </a:lnTo>
                  <a:lnTo>
                    <a:pt x="4226305" y="0"/>
                  </a:lnTo>
                  <a:lnTo>
                    <a:pt x="4225460" y="0"/>
                  </a:lnTo>
                  <a:lnTo>
                    <a:pt x="4224615" y="0"/>
                  </a:lnTo>
                  <a:lnTo>
                    <a:pt x="4223770" y="0"/>
                  </a:lnTo>
                  <a:lnTo>
                    <a:pt x="4222925" y="0"/>
                  </a:lnTo>
                  <a:lnTo>
                    <a:pt x="4222080" y="0"/>
                  </a:lnTo>
                  <a:lnTo>
                    <a:pt x="4221235" y="0"/>
                  </a:lnTo>
                  <a:lnTo>
                    <a:pt x="4220390" y="0"/>
                  </a:lnTo>
                  <a:lnTo>
                    <a:pt x="4219544" y="0"/>
                  </a:lnTo>
                  <a:lnTo>
                    <a:pt x="4218699" y="0"/>
                  </a:lnTo>
                  <a:lnTo>
                    <a:pt x="4217854" y="0"/>
                  </a:lnTo>
                  <a:lnTo>
                    <a:pt x="4217009" y="0"/>
                  </a:lnTo>
                  <a:lnTo>
                    <a:pt x="4216164" y="0"/>
                  </a:lnTo>
                  <a:lnTo>
                    <a:pt x="4215319" y="0"/>
                  </a:lnTo>
                  <a:lnTo>
                    <a:pt x="4214474" y="0"/>
                  </a:lnTo>
                  <a:lnTo>
                    <a:pt x="4213629" y="0"/>
                  </a:lnTo>
                  <a:lnTo>
                    <a:pt x="4212784" y="0"/>
                  </a:lnTo>
                  <a:lnTo>
                    <a:pt x="4211939" y="0"/>
                  </a:lnTo>
                  <a:lnTo>
                    <a:pt x="4211094" y="0"/>
                  </a:lnTo>
                  <a:lnTo>
                    <a:pt x="4210248" y="0"/>
                  </a:lnTo>
                  <a:lnTo>
                    <a:pt x="4209403" y="0"/>
                  </a:lnTo>
                  <a:lnTo>
                    <a:pt x="4208558" y="0"/>
                  </a:lnTo>
                  <a:lnTo>
                    <a:pt x="4207713" y="0"/>
                  </a:lnTo>
                  <a:lnTo>
                    <a:pt x="4206868" y="0"/>
                  </a:lnTo>
                  <a:lnTo>
                    <a:pt x="4206023" y="0"/>
                  </a:lnTo>
                  <a:lnTo>
                    <a:pt x="4205178" y="0"/>
                  </a:lnTo>
                  <a:lnTo>
                    <a:pt x="4204333" y="0"/>
                  </a:lnTo>
                  <a:lnTo>
                    <a:pt x="4203488" y="0"/>
                  </a:lnTo>
                  <a:lnTo>
                    <a:pt x="4202643" y="0"/>
                  </a:lnTo>
                  <a:lnTo>
                    <a:pt x="4201798" y="0"/>
                  </a:lnTo>
                  <a:lnTo>
                    <a:pt x="4200952" y="0"/>
                  </a:lnTo>
                  <a:lnTo>
                    <a:pt x="4200107" y="0"/>
                  </a:lnTo>
                  <a:lnTo>
                    <a:pt x="4199262" y="0"/>
                  </a:lnTo>
                  <a:lnTo>
                    <a:pt x="4198417" y="0"/>
                  </a:lnTo>
                  <a:lnTo>
                    <a:pt x="4197572" y="0"/>
                  </a:lnTo>
                  <a:lnTo>
                    <a:pt x="4196727" y="0"/>
                  </a:lnTo>
                  <a:lnTo>
                    <a:pt x="4195882" y="0"/>
                  </a:lnTo>
                  <a:lnTo>
                    <a:pt x="4195037" y="0"/>
                  </a:lnTo>
                  <a:lnTo>
                    <a:pt x="4194192" y="0"/>
                  </a:lnTo>
                  <a:lnTo>
                    <a:pt x="4193347" y="0"/>
                  </a:lnTo>
                  <a:lnTo>
                    <a:pt x="4192502" y="0"/>
                  </a:lnTo>
                  <a:lnTo>
                    <a:pt x="4191656" y="0"/>
                  </a:lnTo>
                  <a:lnTo>
                    <a:pt x="4190811" y="0"/>
                  </a:lnTo>
                  <a:lnTo>
                    <a:pt x="4189966" y="0"/>
                  </a:lnTo>
                  <a:lnTo>
                    <a:pt x="4189121" y="0"/>
                  </a:lnTo>
                  <a:lnTo>
                    <a:pt x="4188276" y="0"/>
                  </a:lnTo>
                  <a:lnTo>
                    <a:pt x="4187431" y="0"/>
                  </a:lnTo>
                  <a:lnTo>
                    <a:pt x="4186586" y="0"/>
                  </a:lnTo>
                  <a:lnTo>
                    <a:pt x="4185741" y="0"/>
                  </a:lnTo>
                  <a:lnTo>
                    <a:pt x="4184896" y="0"/>
                  </a:lnTo>
                  <a:lnTo>
                    <a:pt x="4184051" y="0"/>
                  </a:lnTo>
                  <a:lnTo>
                    <a:pt x="4183206" y="0"/>
                  </a:lnTo>
                  <a:lnTo>
                    <a:pt x="4182360" y="0"/>
                  </a:lnTo>
                  <a:lnTo>
                    <a:pt x="4181515" y="0"/>
                  </a:lnTo>
                  <a:lnTo>
                    <a:pt x="4180670" y="0"/>
                  </a:lnTo>
                  <a:lnTo>
                    <a:pt x="4179825" y="0"/>
                  </a:lnTo>
                  <a:lnTo>
                    <a:pt x="4178980" y="0"/>
                  </a:lnTo>
                  <a:lnTo>
                    <a:pt x="4178135" y="0"/>
                  </a:lnTo>
                  <a:lnTo>
                    <a:pt x="4177290" y="0"/>
                  </a:lnTo>
                  <a:lnTo>
                    <a:pt x="4176445" y="0"/>
                  </a:lnTo>
                  <a:lnTo>
                    <a:pt x="4175600" y="0"/>
                  </a:lnTo>
                  <a:lnTo>
                    <a:pt x="4174755" y="0"/>
                  </a:lnTo>
                  <a:lnTo>
                    <a:pt x="4173910" y="0"/>
                  </a:lnTo>
                  <a:lnTo>
                    <a:pt x="4173064" y="0"/>
                  </a:lnTo>
                  <a:lnTo>
                    <a:pt x="4172219" y="0"/>
                  </a:lnTo>
                  <a:lnTo>
                    <a:pt x="4171374" y="0"/>
                  </a:lnTo>
                  <a:lnTo>
                    <a:pt x="4170529" y="0"/>
                  </a:lnTo>
                  <a:lnTo>
                    <a:pt x="4169684" y="0"/>
                  </a:lnTo>
                  <a:lnTo>
                    <a:pt x="4168839" y="0"/>
                  </a:lnTo>
                  <a:lnTo>
                    <a:pt x="4167994" y="0"/>
                  </a:lnTo>
                  <a:lnTo>
                    <a:pt x="4167149" y="0"/>
                  </a:lnTo>
                  <a:lnTo>
                    <a:pt x="4166304" y="0"/>
                  </a:lnTo>
                  <a:lnTo>
                    <a:pt x="4165459" y="0"/>
                  </a:lnTo>
                  <a:lnTo>
                    <a:pt x="4164614" y="0"/>
                  </a:lnTo>
                  <a:lnTo>
                    <a:pt x="4163768" y="0"/>
                  </a:lnTo>
                  <a:lnTo>
                    <a:pt x="4162923" y="0"/>
                  </a:lnTo>
                  <a:lnTo>
                    <a:pt x="4162078" y="0"/>
                  </a:lnTo>
                  <a:lnTo>
                    <a:pt x="4161233" y="0"/>
                  </a:lnTo>
                  <a:lnTo>
                    <a:pt x="4160388" y="0"/>
                  </a:lnTo>
                  <a:lnTo>
                    <a:pt x="4159543" y="0"/>
                  </a:lnTo>
                  <a:lnTo>
                    <a:pt x="4158698" y="0"/>
                  </a:lnTo>
                  <a:lnTo>
                    <a:pt x="4157853" y="0"/>
                  </a:lnTo>
                  <a:lnTo>
                    <a:pt x="4157008" y="0"/>
                  </a:lnTo>
                  <a:lnTo>
                    <a:pt x="4156163" y="0"/>
                  </a:lnTo>
                  <a:lnTo>
                    <a:pt x="4155317" y="0"/>
                  </a:lnTo>
                  <a:lnTo>
                    <a:pt x="4154472" y="0"/>
                  </a:lnTo>
                  <a:lnTo>
                    <a:pt x="4153627" y="0"/>
                  </a:lnTo>
                  <a:lnTo>
                    <a:pt x="4152782" y="0"/>
                  </a:lnTo>
                  <a:lnTo>
                    <a:pt x="4151937" y="0"/>
                  </a:lnTo>
                  <a:lnTo>
                    <a:pt x="4151092" y="0"/>
                  </a:lnTo>
                  <a:lnTo>
                    <a:pt x="4150247" y="0"/>
                  </a:lnTo>
                  <a:lnTo>
                    <a:pt x="4149402" y="0"/>
                  </a:lnTo>
                  <a:lnTo>
                    <a:pt x="4148557" y="0"/>
                  </a:lnTo>
                  <a:lnTo>
                    <a:pt x="4147712" y="0"/>
                  </a:lnTo>
                  <a:lnTo>
                    <a:pt x="4146867" y="0"/>
                  </a:lnTo>
                  <a:lnTo>
                    <a:pt x="4146021" y="0"/>
                  </a:lnTo>
                  <a:lnTo>
                    <a:pt x="4145176" y="0"/>
                  </a:lnTo>
                  <a:lnTo>
                    <a:pt x="4144331" y="0"/>
                  </a:lnTo>
                  <a:lnTo>
                    <a:pt x="4143486" y="0"/>
                  </a:lnTo>
                  <a:lnTo>
                    <a:pt x="4142641" y="0"/>
                  </a:lnTo>
                  <a:lnTo>
                    <a:pt x="4141796" y="0"/>
                  </a:lnTo>
                  <a:lnTo>
                    <a:pt x="4140951" y="0"/>
                  </a:lnTo>
                  <a:lnTo>
                    <a:pt x="4140106" y="0"/>
                  </a:lnTo>
                  <a:lnTo>
                    <a:pt x="4139261" y="0"/>
                  </a:lnTo>
                  <a:lnTo>
                    <a:pt x="4138416" y="0"/>
                  </a:lnTo>
                  <a:lnTo>
                    <a:pt x="4137571" y="0"/>
                  </a:lnTo>
                  <a:lnTo>
                    <a:pt x="4136725" y="0"/>
                  </a:lnTo>
                  <a:lnTo>
                    <a:pt x="4135880" y="0"/>
                  </a:lnTo>
                  <a:lnTo>
                    <a:pt x="4135035" y="0"/>
                  </a:lnTo>
                  <a:lnTo>
                    <a:pt x="4134190" y="0"/>
                  </a:lnTo>
                  <a:lnTo>
                    <a:pt x="4133345" y="0"/>
                  </a:lnTo>
                  <a:lnTo>
                    <a:pt x="4132500" y="0"/>
                  </a:lnTo>
                  <a:lnTo>
                    <a:pt x="4131655" y="0"/>
                  </a:lnTo>
                  <a:lnTo>
                    <a:pt x="4130810" y="0"/>
                  </a:lnTo>
                  <a:lnTo>
                    <a:pt x="4129965" y="0"/>
                  </a:lnTo>
                  <a:lnTo>
                    <a:pt x="4129120" y="0"/>
                  </a:lnTo>
                  <a:lnTo>
                    <a:pt x="4128275" y="0"/>
                  </a:lnTo>
                  <a:lnTo>
                    <a:pt x="4127429" y="0"/>
                  </a:lnTo>
                  <a:lnTo>
                    <a:pt x="4126584" y="0"/>
                  </a:lnTo>
                  <a:lnTo>
                    <a:pt x="4125739" y="0"/>
                  </a:lnTo>
                  <a:lnTo>
                    <a:pt x="4124894" y="0"/>
                  </a:lnTo>
                  <a:lnTo>
                    <a:pt x="4124049" y="0"/>
                  </a:lnTo>
                  <a:lnTo>
                    <a:pt x="4123204" y="0"/>
                  </a:lnTo>
                  <a:lnTo>
                    <a:pt x="4122359" y="0"/>
                  </a:lnTo>
                  <a:lnTo>
                    <a:pt x="4121514" y="0"/>
                  </a:lnTo>
                  <a:lnTo>
                    <a:pt x="4120669" y="0"/>
                  </a:lnTo>
                  <a:lnTo>
                    <a:pt x="4119824" y="0"/>
                  </a:lnTo>
                  <a:lnTo>
                    <a:pt x="4118979" y="0"/>
                  </a:lnTo>
                  <a:lnTo>
                    <a:pt x="4118133" y="0"/>
                  </a:lnTo>
                  <a:lnTo>
                    <a:pt x="4117288" y="0"/>
                  </a:lnTo>
                  <a:lnTo>
                    <a:pt x="4116443" y="0"/>
                  </a:lnTo>
                  <a:lnTo>
                    <a:pt x="4115598" y="0"/>
                  </a:lnTo>
                  <a:lnTo>
                    <a:pt x="4114753" y="0"/>
                  </a:lnTo>
                  <a:lnTo>
                    <a:pt x="4113908" y="0"/>
                  </a:lnTo>
                  <a:lnTo>
                    <a:pt x="4113063" y="0"/>
                  </a:lnTo>
                  <a:lnTo>
                    <a:pt x="4112218" y="0"/>
                  </a:lnTo>
                  <a:lnTo>
                    <a:pt x="4111373" y="0"/>
                  </a:lnTo>
                  <a:lnTo>
                    <a:pt x="4110528" y="0"/>
                  </a:lnTo>
                  <a:lnTo>
                    <a:pt x="4109683" y="0"/>
                  </a:lnTo>
                  <a:lnTo>
                    <a:pt x="4108837" y="0"/>
                  </a:lnTo>
                  <a:lnTo>
                    <a:pt x="4107992" y="0"/>
                  </a:lnTo>
                  <a:lnTo>
                    <a:pt x="4107147" y="0"/>
                  </a:lnTo>
                  <a:lnTo>
                    <a:pt x="4106302" y="0"/>
                  </a:lnTo>
                  <a:lnTo>
                    <a:pt x="4105457" y="0"/>
                  </a:lnTo>
                  <a:lnTo>
                    <a:pt x="4104612" y="0"/>
                  </a:lnTo>
                  <a:lnTo>
                    <a:pt x="4103767" y="0"/>
                  </a:lnTo>
                  <a:lnTo>
                    <a:pt x="4102922" y="0"/>
                  </a:lnTo>
                  <a:lnTo>
                    <a:pt x="4102077" y="0"/>
                  </a:lnTo>
                  <a:lnTo>
                    <a:pt x="4101232" y="0"/>
                  </a:lnTo>
                  <a:lnTo>
                    <a:pt x="4100387" y="0"/>
                  </a:lnTo>
                  <a:lnTo>
                    <a:pt x="4099541" y="0"/>
                  </a:lnTo>
                  <a:lnTo>
                    <a:pt x="4098696" y="0"/>
                  </a:lnTo>
                  <a:lnTo>
                    <a:pt x="4097851" y="0"/>
                  </a:lnTo>
                  <a:lnTo>
                    <a:pt x="4097006" y="0"/>
                  </a:lnTo>
                  <a:lnTo>
                    <a:pt x="4096161" y="0"/>
                  </a:lnTo>
                  <a:lnTo>
                    <a:pt x="4095316" y="0"/>
                  </a:lnTo>
                  <a:lnTo>
                    <a:pt x="4094471" y="0"/>
                  </a:lnTo>
                  <a:lnTo>
                    <a:pt x="4093626" y="0"/>
                  </a:lnTo>
                  <a:lnTo>
                    <a:pt x="4092781" y="0"/>
                  </a:lnTo>
                  <a:lnTo>
                    <a:pt x="4091936" y="0"/>
                  </a:lnTo>
                  <a:lnTo>
                    <a:pt x="4091090" y="0"/>
                  </a:lnTo>
                  <a:lnTo>
                    <a:pt x="4090245" y="0"/>
                  </a:lnTo>
                  <a:lnTo>
                    <a:pt x="4089400" y="0"/>
                  </a:lnTo>
                  <a:lnTo>
                    <a:pt x="4088555" y="0"/>
                  </a:lnTo>
                  <a:lnTo>
                    <a:pt x="4087710" y="0"/>
                  </a:lnTo>
                  <a:lnTo>
                    <a:pt x="4086865" y="0"/>
                  </a:lnTo>
                  <a:lnTo>
                    <a:pt x="4086020" y="0"/>
                  </a:lnTo>
                  <a:lnTo>
                    <a:pt x="4085175" y="0"/>
                  </a:lnTo>
                  <a:lnTo>
                    <a:pt x="4084330" y="0"/>
                  </a:lnTo>
                  <a:lnTo>
                    <a:pt x="4083485" y="0"/>
                  </a:lnTo>
                  <a:lnTo>
                    <a:pt x="4082640" y="0"/>
                  </a:lnTo>
                  <a:lnTo>
                    <a:pt x="4081794" y="0"/>
                  </a:lnTo>
                  <a:lnTo>
                    <a:pt x="4080949" y="0"/>
                  </a:lnTo>
                  <a:lnTo>
                    <a:pt x="4080104" y="0"/>
                  </a:lnTo>
                  <a:lnTo>
                    <a:pt x="4079259" y="0"/>
                  </a:lnTo>
                  <a:lnTo>
                    <a:pt x="4078414" y="0"/>
                  </a:lnTo>
                  <a:lnTo>
                    <a:pt x="4077569" y="0"/>
                  </a:lnTo>
                  <a:lnTo>
                    <a:pt x="4076724" y="0"/>
                  </a:lnTo>
                  <a:lnTo>
                    <a:pt x="4075879" y="0"/>
                  </a:lnTo>
                  <a:lnTo>
                    <a:pt x="4075034" y="0"/>
                  </a:lnTo>
                  <a:lnTo>
                    <a:pt x="4074189" y="0"/>
                  </a:lnTo>
                  <a:lnTo>
                    <a:pt x="4073344" y="0"/>
                  </a:lnTo>
                  <a:lnTo>
                    <a:pt x="4072498" y="0"/>
                  </a:lnTo>
                  <a:lnTo>
                    <a:pt x="4071653" y="0"/>
                  </a:lnTo>
                  <a:lnTo>
                    <a:pt x="4070808" y="0"/>
                  </a:lnTo>
                  <a:lnTo>
                    <a:pt x="4069963" y="0"/>
                  </a:lnTo>
                  <a:lnTo>
                    <a:pt x="4069118" y="0"/>
                  </a:lnTo>
                  <a:lnTo>
                    <a:pt x="4068273" y="0"/>
                  </a:lnTo>
                  <a:lnTo>
                    <a:pt x="4067428" y="0"/>
                  </a:lnTo>
                  <a:lnTo>
                    <a:pt x="4066583" y="0"/>
                  </a:lnTo>
                  <a:lnTo>
                    <a:pt x="4065738" y="0"/>
                  </a:lnTo>
                  <a:lnTo>
                    <a:pt x="4064893" y="0"/>
                  </a:lnTo>
                  <a:lnTo>
                    <a:pt x="4064048" y="0"/>
                  </a:lnTo>
                  <a:lnTo>
                    <a:pt x="4063202" y="0"/>
                  </a:lnTo>
                  <a:lnTo>
                    <a:pt x="4062357" y="0"/>
                  </a:lnTo>
                  <a:lnTo>
                    <a:pt x="4061512" y="0"/>
                  </a:lnTo>
                  <a:lnTo>
                    <a:pt x="4060667" y="0"/>
                  </a:lnTo>
                  <a:lnTo>
                    <a:pt x="4059822" y="0"/>
                  </a:lnTo>
                  <a:lnTo>
                    <a:pt x="4058977" y="0"/>
                  </a:lnTo>
                  <a:lnTo>
                    <a:pt x="4058132" y="0"/>
                  </a:lnTo>
                  <a:lnTo>
                    <a:pt x="4057287" y="0"/>
                  </a:lnTo>
                  <a:lnTo>
                    <a:pt x="4056442" y="0"/>
                  </a:lnTo>
                  <a:lnTo>
                    <a:pt x="4055597" y="0"/>
                  </a:lnTo>
                  <a:lnTo>
                    <a:pt x="4054752" y="0"/>
                  </a:lnTo>
                  <a:lnTo>
                    <a:pt x="4053906" y="0"/>
                  </a:lnTo>
                  <a:lnTo>
                    <a:pt x="4053061" y="0"/>
                  </a:lnTo>
                  <a:lnTo>
                    <a:pt x="4052216" y="0"/>
                  </a:lnTo>
                  <a:lnTo>
                    <a:pt x="4051371" y="0"/>
                  </a:lnTo>
                  <a:lnTo>
                    <a:pt x="4050526" y="0"/>
                  </a:lnTo>
                  <a:lnTo>
                    <a:pt x="4049681" y="0"/>
                  </a:lnTo>
                  <a:lnTo>
                    <a:pt x="4048836" y="0"/>
                  </a:lnTo>
                  <a:lnTo>
                    <a:pt x="4047991" y="0"/>
                  </a:lnTo>
                  <a:lnTo>
                    <a:pt x="4047146" y="0"/>
                  </a:lnTo>
                  <a:lnTo>
                    <a:pt x="4046301" y="0"/>
                  </a:lnTo>
                  <a:lnTo>
                    <a:pt x="4045456" y="0"/>
                  </a:lnTo>
                  <a:lnTo>
                    <a:pt x="4044610" y="0"/>
                  </a:lnTo>
                  <a:lnTo>
                    <a:pt x="4043765" y="0"/>
                  </a:lnTo>
                  <a:lnTo>
                    <a:pt x="4042920" y="0"/>
                  </a:lnTo>
                  <a:lnTo>
                    <a:pt x="4042075" y="0"/>
                  </a:lnTo>
                  <a:lnTo>
                    <a:pt x="4041230" y="0"/>
                  </a:lnTo>
                  <a:lnTo>
                    <a:pt x="4040385" y="0"/>
                  </a:lnTo>
                  <a:lnTo>
                    <a:pt x="4039540" y="0"/>
                  </a:lnTo>
                  <a:lnTo>
                    <a:pt x="4038695" y="0"/>
                  </a:lnTo>
                  <a:lnTo>
                    <a:pt x="4037850" y="0"/>
                  </a:lnTo>
                  <a:lnTo>
                    <a:pt x="4037005" y="0"/>
                  </a:lnTo>
                  <a:lnTo>
                    <a:pt x="4036160" y="0"/>
                  </a:lnTo>
                  <a:lnTo>
                    <a:pt x="4035314" y="0"/>
                  </a:lnTo>
                  <a:lnTo>
                    <a:pt x="4034469" y="0"/>
                  </a:lnTo>
                  <a:lnTo>
                    <a:pt x="4033624" y="0"/>
                  </a:lnTo>
                  <a:lnTo>
                    <a:pt x="4032779" y="0"/>
                  </a:lnTo>
                  <a:lnTo>
                    <a:pt x="4031934" y="0"/>
                  </a:lnTo>
                  <a:lnTo>
                    <a:pt x="4031089" y="0"/>
                  </a:lnTo>
                  <a:lnTo>
                    <a:pt x="4030244" y="0"/>
                  </a:lnTo>
                  <a:lnTo>
                    <a:pt x="4029399" y="0"/>
                  </a:lnTo>
                  <a:lnTo>
                    <a:pt x="4028554" y="0"/>
                  </a:lnTo>
                  <a:lnTo>
                    <a:pt x="4027709" y="0"/>
                  </a:lnTo>
                  <a:lnTo>
                    <a:pt x="4026863" y="0"/>
                  </a:lnTo>
                  <a:lnTo>
                    <a:pt x="4026018" y="0"/>
                  </a:lnTo>
                  <a:lnTo>
                    <a:pt x="4025173" y="0"/>
                  </a:lnTo>
                  <a:lnTo>
                    <a:pt x="4024328" y="0"/>
                  </a:lnTo>
                  <a:lnTo>
                    <a:pt x="4023483" y="0"/>
                  </a:lnTo>
                  <a:lnTo>
                    <a:pt x="4022638" y="0"/>
                  </a:lnTo>
                  <a:lnTo>
                    <a:pt x="4021793" y="0"/>
                  </a:lnTo>
                  <a:lnTo>
                    <a:pt x="4020948" y="0"/>
                  </a:lnTo>
                  <a:lnTo>
                    <a:pt x="4020103" y="0"/>
                  </a:lnTo>
                  <a:lnTo>
                    <a:pt x="4019258" y="0"/>
                  </a:lnTo>
                  <a:lnTo>
                    <a:pt x="4018413" y="0"/>
                  </a:lnTo>
                  <a:lnTo>
                    <a:pt x="4017567" y="0"/>
                  </a:lnTo>
                  <a:lnTo>
                    <a:pt x="4016722" y="0"/>
                  </a:lnTo>
                  <a:lnTo>
                    <a:pt x="4015877" y="0"/>
                  </a:lnTo>
                  <a:lnTo>
                    <a:pt x="4015032" y="0"/>
                  </a:lnTo>
                  <a:lnTo>
                    <a:pt x="4014187" y="0"/>
                  </a:lnTo>
                  <a:lnTo>
                    <a:pt x="4013342" y="0"/>
                  </a:lnTo>
                  <a:lnTo>
                    <a:pt x="4012497" y="0"/>
                  </a:lnTo>
                  <a:lnTo>
                    <a:pt x="4011652" y="0"/>
                  </a:lnTo>
                  <a:lnTo>
                    <a:pt x="4010807" y="0"/>
                  </a:lnTo>
                  <a:lnTo>
                    <a:pt x="4009962" y="0"/>
                  </a:lnTo>
                  <a:lnTo>
                    <a:pt x="4009117" y="0"/>
                  </a:lnTo>
                  <a:lnTo>
                    <a:pt x="4008271" y="0"/>
                  </a:lnTo>
                  <a:lnTo>
                    <a:pt x="4007426" y="0"/>
                  </a:lnTo>
                  <a:lnTo>
                    <a:pt x="4006581" y="0"/>
                  </a:lnTo>
                  <a:lnTo>
                    <a:pt x="4005736" y="0"/>
                  </a:lnTo>
                  <a:lnTo>
                    <a:pt x="4004891" y="0"/>
                  </a:lnTo>
                  <a:lnTo>
                    <a:pt x="4004046" y="0"/>
                  </a:lnTo>
                  <a:lnTo>
                    <a:pt x="4003201" y="0"/>
                  </a:lnTo>
                  <a:lnTo>
                    <a:pt x="4002356" y="0"/>
                  </a:lnTo>
                  <a:lnTo>
                    <a:pt x="4001511" y="0"/>
                  </a:lnTo>
                  <a:lnTo>
                    <a:pt x="4000666" y="0"/>
                  </a:lnTo>
                  <a:lnTo>
                    <a:pt x="3999821" y="0"/>
                  </a:lnTo>
                  <a:lnTo>
                    <a:pt x="3998975" y="0"/>
                  </a:lnTo>
                  <a:lnTo>
                    <a:pt x="3998130" y="0"/>
                  </a:lnTo>
                  <a:lnTo>
                    <a:pt x="3997285" y="0"/>
                  </a:lnTo>
                  <a:lnTo>
                    <a:pt x="3996440" y="0"/>
                  </a:lnTo>
                  <a:lnTo>
                    <a:pt x="3995595" y="0"/>
                  </a:lnTo>
                  <a:lnTo>
                    <a:pt x="3994750" y="0"/>
                  </a:lnTo>
                  <a:lnTo>
                    <a:pt x="3993905" y="0"/>
                  </a:lnTo>
                  <a:lnTo>
                    <a:pt x="3993060" y="0"/>
                  </a:lnTo>
                  <a:lnTo>
                    <a:pt x="3992215" y="0"/>
                  </a:lnTo>
                  <a:lnTo>
                    <a:pt x="3991370" y="0"/>
                  </a:lnTo>
                  <a:lnTo>
                    <a:pt x="3990525" y="0"/>
                  </a:lnTo>
                  <a:lnTo>
                    <a:pt x="3989679" y="0"/>
                  </a:lnTo>
                  <a:lnTo>
                    <a:pt x="3988834" y="0"/>
                  </a:lnTo>
                  <a:lnTo>
                    <a:pt x="3987989" y="0"/>
                  </a:lnTo>
                  <a:lnTo>
                    <a:pt x="3987144" y="0"/>
                  </a:lnTo>
                  <a:lnTo>
                    <a:pt x="3986299" y="0"/>
                  </a:lnTo>
                  <a:lnTo>
                    <a:pt x="3985454" y="0"/>
                  </a:lnTo>
                  <a:lnTo>
                    <a:pt x="3984609" y="0"/>
                  </a:lnTo>
                  <a:lnTo>
                    <a:pt x="3983764" y="0"/>
                  </a:lnTo>
                  <a:lnTo>
                    <a:pt x="3982919" y="0"/>
                  </a:lnTo>
                  <a:lnTo>
                    <a:pt x="3982074" y="0"/>
                  </a:lnTo>
                  <a:lnTo>
                    <a:pt x="3981229" y="0"/>
                  </a:lnTo>
                  <a:lnTo>
                    <a:pt x="3980383" y="0"/>
                  </a:lnTo>
                  <a:lnTo>
                    <a:pt x="3979538" y="0"/>
                  </a:lnTo>
                  <a:lnTo>
                    <a:pt x="3978693" y="0"/>
                  </a:lnTo>
                  <a:lnTo>
                    <a:pt x="3977848" y="0"/>
                  </a:lnTo>
                  <a:lnTo>
                    <a:pt x="3977003" y="0"/>
                  </a:lnTo>
                  <a:lnTo>
                    <a:pt x="3976158" y="0"/>
                  </a:lnTo>
                  <a:lnTo>
                    <a:pt x="3975313" y="0"/>
                  </a:lnTo>
                  <a:lnTo>
                    <a:pt x="3974468" y="0"/>
                  </a:lnTo>
                  <a:lnTo>
                    <a:pt x="3973623" y="0"/>
                  </a:lnTo>
                  <a:lnTo>
                    <a:pt x="3972778" y="0"/>
                  </a:lnTo>
                  <a:lnTo>
                    <a:pt x="3971933" y="0"/>
                  </a:lnTo>
                  <a:lnTo>
                    <a:pt x="3971087" y="0"/>
                  </a:lnTo>
                  <a:lnTo>
                    <a:pt x="3970242" y="0"/>
                  </a:lnTo>
                  <a:lnTo>
                    <a:pt x="3969397" y="0"/>
                  </a:lnTo>
                  <a:lnTo>
                    <a:pt x="3968552" y="0"/>
                  </a:lnTo>
                  <a:lnTo>
                    <a:pt x="3967707" y="0"/>
                  </a:lnTo>
                  <a:lnTo>
                    <a:pt x="3966862" y="0"/>
                  </a:lnTo>
                  <a:lnTo>
                    <a:pt x="3966017" y="0"/>
                  </a:lnTo>
                  <a:lnTo>
                    <a:pt x="3965172" y="0"/>
                  </a:lnTo>
                  <a:lnTo>
                    <a:pt x="3964327" y="0"/>
                  </a:lnTo>
                  <a:lnTo>
                    <a:pt x="3963482" y="0"/>
                  </a:lnTo>
                  <a:lnTo>
                    <a:pt x="3962636" y="0"/>
                  </a:lnTo>
                  <a:lnTo>
                    <a:pt x="3961791" y="0"/>
                  </a:lnTo>
                  <a:lnTo>
                    <a:pt x="3960946" y="0"/>
                  </a:lnTo>
                  <a:lnTo>
                    <a:pt x="3960101" y="0"/>
                  </a:lnTo>
                  <a:lnTo>
                    <a:pt x="3959256" y="0"/>
                  </a:lnTo>
                  <a:lnTo>
                    <a:pt x="3958411" y="0"/>
                  </a:lnTo>
                  <a:lnTo>
                    <a:pt x="3957566" y="0"/>
                  </a:lnTo>
                  <a:lnTo>
                    <a:pt x="3956721" y="0"/>
                  </a:lnTo>
                  <a:lnTo>
                    <a:pt x="3955876" y="0"/>
                  </a:lnTo>
                  <a:lnTo>
                    <a:pt x="3955031" y="0"/>
                  </a:lnTo>
                  <a:lnTo>
                    <a:pt x="3954186" y="0"/>
                  </a:lnTo>
                  <a:lnTo>
                    <a:pt x="3953340" y="0"/>
                  </a:lnTo>
                  <a:lnTo>
                    <a:pt x="3952495" y="0"/>
                  </a:lnTo>
                  <a:lnTo>
                    <a:pt x="3951650" y="0"/>
                  </a:lnTo>
                  <a:lnTo>
                    <a:pt x="3950805" y="0"/>
                  </a:lnTo>
                  <a:lnTo>
                    <a:pt x="3949960" y="0"/>
                  </a:lnTo>
                  <a:lnTo>
                    <a:pt x="3949115" y="0"/>
                  </a:lnTo>
                  <a:lnTo>
                    <a:pt x="3948270" y="0"/>
                  </a:lnTo>
                  <a:lnTo>
                    <a:pt x="3947425" y="0"/>
                  </a:lnTo>
                  <a:lnTo>
                    <a:pt x="3946580" y="0"/>
                  </a:lnTo>
                  <a:lnTo>
                    <a:pt x="3945735" y="0"/>
                  </a:lnTo>
                  <a:lnTo>
                    <a:pt x="3944890" y="0"/>
                  </a:lnTo>
                  <a:lnTo>
                    <a:pt x="3944044" y="0"/>
                  </a:lnTo>
                  <a:lnTo>
                    <a:pt x="3943199" y="0"/>
                  </a:lnTo>
                  <a:lnTo>
                    <a:pt x="3942354" y="0"/>
                  </a:lnTo>
                  <a:lnTo>
                    <a:pt x="3941509" y="0"/>
                  </a:lnTo>
                  <a:lnTo>
                    <a:pt x="3940664" y="0"/>
                  </a:lnTo>
                  <a:lnTo>
                    <a:pt x="3939819" y="0"/>
                  </a:lnTo>
                  <a:lnTo>
                    <a:pt x="3938974" y="0"/>
                  </a:lnTo>
                  <a:lnTo>
                    <a:pt x="3938129" y="0"/>
                  </a:lnTo>
                  <a:lnTo>
                    <a:pt x="3937284" y="0"/>
                  </a:lnTo>
                  <a:lnTo>
                    <a:pt x="3936439" y="0"/>
                  </a:lnTo>
                  <a:lnTo>
                    <a:pt x="3935594" y="0"/>
                  </a:lnTo>
                  <a:lnTo>
                    <a:pt x="3934748" y="0"/>
                  </a:lnTo>
                  <a:lnTo>
                    <a:pt x="3933903" y="0"/>
                  </a:lnTo>
                  <a:lnTo>
                    <a:pt x="3933058" y="0"/>
                  </a:lnTo>
                  <a:lnTo>
                    <a:pt x="3932213" y="0"/>
                  </a:lnTo>
                  <a:lnTo>
                    <a:pt x="3931368" y="0"/>
                  </a:lnTo>
                  <a:lnTo>
                    <a:pt x="3930523" y="0"/>
                  </a:lnTo>
                  <a:lnTo>
                    <a:pt x="3929678" y="0"/>
                  </a:lnTo>
                  <a:lnTo>
                    <a:pt x="3928833" y="0"/>
                  </a:lnTo>
                  <a:lnTo>
                    <a:pt x="3927988" y="0"/>
                  </a:lnTo>
                  <a:lnTo>
                    <a:pt x="3927143" y="0"/>
                  </a:lnTo>
                  <a:lnTo>
                    <a:pt x="3926298" y="0"/>
                  </a:lnTo>
                  <a:lnTo>
                    <a:pt x="3925452" y="0"/>
                  </a:lnTo>
                  <a:lnTo>
                    <a:pt x="3924607" y="0"/>
                  </a:lnTo>
                  <a:lnTo>
                    <a:pt x="3923762" y="0"/>
                  </a:lnTo>
                  <a:lnTo>
                    <a:pt x="3922917" y="0"/>
                  </a:lnTo>
                  <a:lnTo>
                    <a:pt x="3922072" y="0"/>
                  </a:lnTo>
                  <a:lnTo>
                    <a:pt x="3921227" y="0"/>
                  </a:lnTo>
                  <a:lnTo>
                    <a:pt x="3920382" y="0"/>
                  </a:lnTo>
                  <a:lnTo>
                    <a:pt x="3919537" y="0"/>
                  </a:lnTo>
                  <a:lnTo>
                    <a:pt x="3918692" y="0"/>
                  </a:lnTo>
                  <a:lnTo>
                    <a:pt x="3917847" y="0"/>
                  </a:lnTo>
                  <a:lnTo>
                    <a:pt x="3917002" y="0"/>
                  </a:lnTo>
                  <a:lnTo>
                    <a:pt x="3916156" y="0"/>
                  </a:lnTo>
                  <a:lnTo>
                    <a:pt x="3915311" y="0"/>
                  </a:lnTo>
                  <a:lnTo>
                    <a:pt x="3914466" y="0"/>
                  </a:lnTo>
                  <a:lnTo>
                    <a:pt x="3913621" y="0"/>
                  </a:lnTo>
                  <a:lnTo>
                    <a:pt x="3912776" y="0"/>
                  </a:lnTo>
                  <a:lnTo>
                    <a:pt x="3911931" y="0"/>
                  </a:lnTo>
                  <a:lnTo>
                    <a:pt x="3911086" y="0"/>
                  </a:lnTo>
                  <a:lnTo>
                    <a:pt x="3910241" y="0"/>
                  </a:lnTo>
                  <a:lnTo>
                    <a:pt x="3909396" y="0"/>
                  </a:lnTo>
                  <a:lnTo>
                    <a:pt x="3908551" y="0"/>
                  </a:lnTo>
                  <a:lnTo>
                    <a:pt x="3907706" y="0"/>
                  </a:lnTo>
                  <a:lnTo>
                    <a:pt x="3906860" y="0"/>
                  </a:lnTo>
                  <a:lnTo>
                    <a:pt x="3906015" y="0"/>
                  </a:lnTo>
                  <a:lnTo>
                    <a:pt x="3905170" y="0"/>
                  </a:lnTo>
                  <a:lnTo>
                    <a:pt x="3904325" y="0"/>
                  </a:lnTo>
                  <a:lnTo>
                    <a:pt x="3903480" y="0"/>
                  </a:lnTo>
                  <a:lnTo>
                    <a:pt x="3902635" y="0"/>
                  </a:lnTo>
                  <a:lnTo>
                    <a:pt x="3901790" y="0"/>
                  </a:lnTo>
                  <a:lnTo>
                    <a:pt x="3900945" y="0"/>
                  </a:lnTo>
                  <a:lnTo>
                    <a:pt x="3900100" y="0"/>
                  </a:lnTo>
                  <a:lnTo>
                    <a:pt x="3899255" y="0"/>
                  </a:lnTo>
                  <a:lnTo>
                    <a:pt x="3898409" y="0"/>
                  </a:lnTo>
                  <a:lnTo>
                    <a:pt x="3897564" y="0"/>
                  </a:lnTo>
                  <a:lnTo>
                    <a:pt x="3896719" y="0"/>
                  </a:lnTo>
                  <a:lnTo>
                    <a:pt x="3895874" y="0"/>
                  </a:lnTo>
                  <a:lnTo>
                    <a:pt x="3895029" y="0"/>
                  </a:lnTo>
                  <a:lnTo>
                    <a:pt x="3894184" y="0"/>
                  </a:lnTo>
                  <a:lnTo>
                    <a:pt x="3893339" y="0"/>
                  </a:lnTo>
                  <a:lnTo>
                    <a:pt x="3892494" y="0"/>
                  </a:lnTo>
                  <a:lnTo>
                    <a:pt x="3891649" y="0"/>
                  </a:lnTo>
                  <a:lnTo>
                    <a:pt x="3890804" y="0"/>
                  </a:lnTo>
                  <a:lnTo>
                    <a:pt x="3889959" y="0"/>
                  </a:lnTo>
                  <a:lnTo>
                    <a:pt x="3889113" y="0"/>
                  </a:lnTo>
                  <a:lnTo>
                    <a:pt x="3888268" y="0"/>
                  </a:lnTo>
                  <a:lnTo>
                    <a:pt x="3887423" y="0"/>
                  </a:lnTo>
                  <a:lnTo>
                    <a:pt x="3886578" y="0"/>
                  </a:lnTo>
                  <a:lnTo>
                    <a:pt x="3885733" y="0"/>
                  </a:lnTo>
                  <a:lnTo>
                    <a:pt x="3884888" y="0"/>
                  </a:lnTo>
                  <a:lnTo>
                    <a:pt x="3884043" y="0"/>
                  </a:lnTo>
                  <a:lnTo>
                    <a:pt x="3883198" y="0"/>
                  </a:lnTo>
                  <a:lnTo>
                    <a:pt x="3882353" y="0"/>
                  </a:lnTo>
                  <a:lnTo>
                    <a:pt x="3881508" y="0"/>
                  </a:lnTo>
                  <a:lnTo>
                    <a:pt x="3880663" y="0"/>
                  </a:lnTo>
                  <a:lnTo>
                    <a:pt x="3879817" y="0"/>
                  </a:lnTo>
                  <a:lnTo>
                    <a:pt x="3878972" y="0"/>
                  </a:lnTo>
                  <a:lnTo>
                    <a:pt x="3878127" y="0"/>
                  </a:lnTo>
                  <a:lnTo>
                    <a:pt x="3877282" y="0"/>
                  </a:lnTo>
                  <a:lnTo>
                    <a:pt x="3876437" y="0"/>
                  </a:lnTo>
                  <a:lnTo>
                    <a:pt x="3875592" y="0"/>
                  </a:lnTo>
                  <a:lnTo>
                    <a:pt x="3874747" y="0"/>
                  </a:lnTo>
                  <a:lnTo>
                    <a:pt x="3873902" y="0"/>
                  </a:lnTo>
                  <a:lnTo>
                    <a:pt x="3873057" y="0"/>
                  </a:lnTo>
                  <a:lnTo>
                    <a:pt x="3872212" y="0"/>
                  </a:lnTo>
                  <a:lnTo>
                    <a:pt x="3871367" y="0"/>
                  </a:lnTo>
                  <a:lnTo>
                    <a:pt x="3870521" y="0"/>
                  </a:lnTo>
                  <a:lnTo>
                    <a:pt x="3869676" y="0"/>
                  </a:lnTo>
                  <a:lnTo>
                    <a:pt x="3868831" y="0"/>
                  </a:lnTo>
                  <a:lnTo>
                    <a:pt x="3867986" y="0"/>
                  </a:lnTo>
                  <a:lnTo>
                    <a:pt x="3867141" y="0"/>
                  </a:lnTo>
                  <a:lnTo>
                    <a:pt x="3866296" y="0"/>
                  </a:lnTo>
                  <a:lnTo>
                    <a:pt x="3865451" y="0"/>
                  </a:lnTo>
                  <a:lnTo>
                    <a:pt x="3864606" y="0"/>
                  </a:lnTo>
                  <a:lnTo>
                    <a:pt x="3863761" y="0"/>
                  </a:lnTo>
                  <a:lnTo>
                    <a:pt x="3862916" y="0"/>
                  </a:lnTo>
                  <a:lnTo>
                    <a:pt x="3862071" y="0"/>
                  </a:lnTo>
                  <a:lnTo>
                    <a:pt x="3861225" y="0"/>
                  </a:lnTo>
                  <a:lnTo>
                    <a:pt x="3860380" y="0"/>
                  </a:lnTo>
                  <a:lnTo>
                    <a:pt x="3859535" y="0"/>
                  </a:lnTo>
                  <a:lnTo>
                    <a:pt x="3858690" y="0"/>
                  </a:lnTo>
                  <a:lnTo>
                    <a:pt x="3857845" y="0"/>
                  </a:lnTo>
                  <a:lnTo>
                    <a:pt x="3857000" y="0"/>
                  </a:lnTo>
                  <a:lnTo>
                    <a:pt x="3856155" y="0"/>
                  </a:lnTo>
                  <a:lnTo>
                    <a:pt x="3855310" y="0"/>
                  </a:lnTo>
                  <a:lnTo>
                    <a:pt x="3854465" y="0"/>
                  </a:lnTo>
                  <a:lnTo>
                    <a:pt x="3853620" y="0"/>
                  </a:lnTo>
                  <a:lnTo>
                    <a:pt x="3852775" y="0"/>
                  </a:lnTo>
                  <a:lnTo>
                    <a:pt x="3851929" y="0"/>
                  </a:lnTo>
                  <a:lnTo>
                    <a:pt x="3851084" y="0"/>
                  </a:lnTo>
                  <a:lnTo>
                    <a:pt x="3850239" y="0"/>
                  </a:lnTo>
                  <a:lnTo>
                    <a:pt x="3849394" y="0"/>
                  </a:lnTo>
                  <a:lnTo>
                    <a:pt x="3848549" y="0"/>
                  </a:lnTo>
                  <a:lnTo>
                    <a:pt x="3847704" y="0"/>
                  </a:lnTo>
                  <a:lnTo>
                    <a:pt x="3846859" y="0"/>
                  </a:lnTo>
                  <a:lnTo>
                    <a:pt x="3846014" y="0"/>
                  </a:lnTo>
                  <a:lnTo>
                    <a:pt x="3845169" y="0"/>
                  </a:lnTo>
                  <a:lnTo>
                    <a:pt x="3844324" y="0"/>
                  </a:lnTo>
                  <a:lnTo>
                    <a:pt x="3843478" y="0"/>
                  </a:lnTo>
                  <a:lnTo>
                    <a:pt x="3842633" y="0"/>
                  </a:lnTo>
                  <a:lnTo>
                    <a:pt x="3841788" y="0"/>
                  </a:lnTo>
                  <a:lnTo>
                    <a:pt x="3840943" y="0"/>
                  </a:lnTo>
                  <a:lnTo>
                    <a:pt x="3840098" y="0"/>
                  </a:lnTo>
                  <a:lnTo>
                    <a:pt x="3839253" y="0"/>
                  </a:lnTo>
                  <a:lnTo>
                    <a:pt x="3838408" y="0"/>
                  </a:lnTo>
                  <a:lnTo>
                    <a:pt x="3837563" y="0"/>
                  </a:lnTo>
                  <a:lnTo>
                    <a:pt x="3836718" y="0"/>
                  </a:lnTo>
                  <a:lnTo>
                    <a:pt x="3835873" y="0"/>
                  </a:lnTo>
                  <a:lnTo>
                    <a:pt x="3835028" y="0"/>
                  </a:lnTo>
                  <a:lnTo>
                    <a:pt x="3834182" y="0"/>
                  </a:lnTo>
                  <a:lnTo>
                    <a:pt x="3833337" y="0"/>
                  </a:lnTo>
                  <a:lnTo>
                    <a:pt x="3832492" y="0"/>
                  </a:lnTo>
                  <a:lnTo>
                    <a:pt x="3831647" y="0"/>
                  </a:lnTo>
                  <a:lnTo>
                    <a:pt x="3830802" y="0"/>
                  </a:lnTo>
                  <a:lnTo>
                    <a:pt x="3829957" y="0"/>
                  </a:lnTo>
                  <a:lnTo>
                    <a:pt x="3829112" y="0"/>
                  </a:lnTo>
                  <a:lnTo>
                    <a:pt x="3828267" y="0"/>
                  </a:lnTo>
                  <a:lnTo>
                    <a:pt x="3827422" y="0"/>
                  </a:lnTo>
                  <a:lnTo>
                    <a:pt x="3826577" y="0"/>
                  </a:lnTo>
                  <a:lnTo>
                    <a:pt x="3825732" y="0"/>
                  </a:lnTo>
                  <a:lnTo>
                    <a:pt x="3824886" y="0"/>
                  </a:lnTo>
                  <a:lnTo>
                    <a:pt x="3824041" y="0"/>
                  </a:lnTo>
                  <a:lnTo>
                    <a:pt x="3823196" y="0"/>
                  </a:lnTo>
                  <a:lnTo>
                    <a:pt x="3822351" y="0"/>
                  </a:lnTo>
                  <a:lnTo>
                    <a:pt x="3821506" y="0"/>
                  </a:lnTo>
                  <a:lnTo>
                    <a:pt x="3820661" y="0"/>
                  </a:lnTo>
                  <a:lnTo>
                    <a:pt x="3819816" y="0"/>
                  </a:lnTo>
                  <a:lnTo>
                    <a:pt x="3818971" y="0"/>
                  </a:lnTo>
                  <a:lnTo>
                    <a:pt x="3818126" y="0"/>
                  </a:lnTo>
                  <a:lnTo>
                    <a:pt x="3817281" y="0"/>
                  </a:lnTo>
                  <a:lnTo>
                    <a:pt x="3816436" y="0"/>
                  </a:lnTo>
                  <a:lnTo>
                    <a:pt x="3815590" y="0"/>
                  </a:lnTo>
                  <a:lnTo>
                    <a:pt x="3814745" y="0"/>
                  </a:lnTo>
                  <a:lnTo>
                    <a:pt x="3813900" y="0"/>
                  </a:lnTo>
                  <a:lnTo>
                    <a:pt x="3813055" y="0"/>
                  </a:lnTo>
                  <a:lnTo>
                    <a:pt x="3812210" y="0"/>
                  </a:lnTo>
                  <a:lnTo>
                    <a:pt x="3811365" y="0"/>
                  </a:lnTo>
                  <a:lnTo>
                    <a:pt x="3810520" y="0"/>
                  </a:lnTo>
                  <a:lnTo>
                    <a:pt x="3809675" y="0"/>
                  </a:lnTo>
                  <a:lnTo>
                    <a:pt x="3808830" y="0"/>
                  </a:lnTo>
                  <a:lnTo>
                    <a:pt x="3807985" y="0"/>
                  </a:lnTo>
                  <a:lnTo>
                    <a:pt x="3807140" y="0"/>
                  </a:lnTo>
                  <a:lnTo>
                    <a:pt x="3806294" y="0"/>
                  </a:lnTo>
                  <a:lnTo>
                    <a:pt x="3805449" y="0"/>
                  </a:lnTo>
                  <a:lnTo>
                    <a:pt x="3804604" y="0"/>
                  </a:lnTo>
                  <a:lnTo>
                    <a:pt x="3803759" y="0"/>
                  </a:lnTo>
                  <a:lnTo>
                    <a:pt x="3802914" y="0"/>
                  </a:lnTo>
                  <a:lnTo>
                    <a:pt x="3802069" y="0"/>
                  </a:lnTo>
                  <a:lnTo>
                    <a:pt x="3801224" y="0"/>
                  </a:lnTo>
                  <a:lnTo>
                    <a:pt x="3800379" y="0"/>
                  </a:lnTo>
                  <a:lnTo>
                    <a:pt x="3799534" y="0"/>
                  </a:lnTo>
                  <a:lnTo>
                    <a:pt x="3798689" y="0"/>
                  </a:lnTo>
                  <a:lnTo>
                    <a:pt x="3797844" y="0"/>
                  </a:lnTo>
                  <a:lnTo>
                    <a:pt x="3796998" y="0"/>
                  </a:lnTo>
                  <a:lnTo>
                    <a:pt x="3796153" y="0"/>
                  </a:lnTo>
                  <a:lnTo>
                    <a:pt x="3795308" y="0"/>
                  </a:lnTo>
                  <a:lnTo>
                    <a:pt x="3794463" y="0"/>
                  </a:lnTo>
                  <a:lnTo>
                    <a:pt x="3793618" y="0"/>
                  </a:lnTo>
                  <a:lnTo>
                    <a:pt x="3792773" y="0"/>
                  </a:lnTo>
                  <a:lnTo>
                    <a:pt x="3791928" y="0"/>
                  </a:lnTo>
                  <a:lnTo>
                    <a:pt x="3791083" y="0"/>
                  </a:lnTo>
                  <a:lnTo>
                    <a:pt x="3790238" y="0"/>
                  </a:lnTo>
                  <a:lnTo>
                    <a:pt x="3789393" y="0"/>
                  </a:lnTo>
                  <a:lnTo>
                    <a:pt x="3788548" y="0"/>
                  </a:lnTo>
                  <a:lnTo>
                    <a:pt x="3787702" y="0"/>
                  </a:lnTo>
                  <a:lnTo>
                    <a:pt x="3786857" y="0"/>
                  </a:lnTo>
                  <a:lnTo>
                    <a:pt x="3786012" y="0"/>
                  </a:lnTo>
                  <a:lnTo>
                    <a:pt x="3785167" y="0"/>
                  </a:lnTo>
                  <a:lnTo>
                    <a:pt x="3784322" y="0"/>
                  </a:lnTo>
                  <a:lnTo>
                    <a:pt x="3783477" y="0"/>
                  </a:lnTo>
                  <a:lnTo>
                    <a:pt x="3782632" y="0"/>
                  </a:lnTo>
                  <a:lnTo>
                    <a:pt x="3781787" y="0"/>
                  </a:lnTo>
                  <a:lnTo>
                    <a:pt x="3780942" y="0"/>
                  </a:lnTo>
                  <a:lnTo>
                    <a:pt x="3780097" y="0"/>
                  </a:lnTo>
                  <a:lnTo>
                    <a:pt x="3779251" y="0"/>
                  </a:lnTo>
                  <a:lnTo>
                    <a:pt x="3778406" y="0"/>
                  </a:lnTo>
                  <a:lnTo>
                    <a:pt x="3777561" y="0"/>
                  </a:lnTo>
                  <a:lnTo>
                    <a:pt x="3776716" y="0"/>
                  </a:lnTo>
                  <a:lnTo>
                    <a:pt x="3775871" y="0"/>
                  </a:lnTo>
                  <a:lnTo>
                    <a:pt x="3775026" y="0"/>
                  </a:lnTo>
                  <a:lnTo>
                    <a:pt x="3774181" y="0"/>
                  </a:lnTo>
                  <a:lnTo>
                    <a:pt x="3773336" y="0"/>
                  </a:lnTo>
                  <a:lnTo>
                    <a:pt x="3772491" y="0"/>
                  </a:lnTo>
                  <a:lnTo>
                    <a:pt x="3771646" y="0"/>
                  </a:lnTo>
                  <a:lnTo>
                    <a:pt x="3770801" y="0"/>
                  </a:lnTo>
                  <a:lnTo>
                    <a:pt x="3769955" y="0"/>
                  </a:lnTo>
                  <a:lnTo>
                    <a:pt x="3769110" y="0"/>
                  </a:lnTo>
                  <a:lnTo>
                    <a:pt x="3768265" y="0"/>
                  </a:lnTo>
                  <a:lnTo>
                    <a:pt x="3767420" y="0"/>
                  </a:lnTo>
                  <a:lnTo>
                    <a:pt x="3766575" y="0"/>
                  </a:lnTo>
                  <a:lnTo>
                    <a:pt x="3765730" y="0"/>
                  </a:lnTo>
                  <a:lnTo>
                    <a:pt x="3764885" y="0"/>
                  </a:lnTo>
                  <a:lnTo>
                    <a:pt x="3764040" y="0"/>
                  </a:lnTo>
                  <a:lnTo>
                    <a:pt x="3763195" y="0"/>
                  </a:lnTo>
                  <a:lnTo>
                    <a:pt x="3762350" y="0"/>
                  </a:lnTo>
                  <a:lnTo>
                    <a:pt x="3761505" y="0"/>
                  </a:lnTo>
                  <a:lnTo>
                    <a:pt x="3760659" y="0"/>
                  </a:lnTo>
                  <a:lnTo>
                    <a:pt x="3759814" y="0"/>
                  </a:lnTo>
                  <a:lnTo>
                    <a:pt x="3758969" y="0"/>
                  </a:lnTo>
                  <a:lnTo>
                    <a:pt x="3758124" y="0"/>
                  </a:lnTo>
                  <a:lnTo>
                    <a:pt x="3757279" y="0"/>
                  </a:lnTo>
                  <a:lnTo>
                    <a:pt x="3756434" y="0"/>
                  </a:lnTo>
                  <a:lnTo>
                    <a:pt x="3755589" y="0"/>
                  </a:lnTo>
                  <a:lnTo>
                    <a:pt x="3754744" y="0"/>
                  </a:lnTo>
                  <a:lnTo>
                    <a:pt x="3753899" y="0"/>
                  </a:lnTo>
                  <a:lnTo>
                    <a:pt x="3753054" y="0"/>
                  </a:lnTo>
                  <a:lnTo>
                    <a:pt x="3752209" y="0"/>
                  </a:lnTo>
                  <a:lnTo>
                    <a:pt x="3751363" y="0"/>
                  </a:lnTo>
                  <a:lnTo>
                    <a:pt x="3750518" y="0"/>
                  </a:lnTo>
                  <a:lnTo>
                    <a:pt x="3749673" y="0"/>
                  </a:lnTo>
                  <a:lnTo>
                    <a:pt x="3748828" y="0"/>
                  </a:lnTo>
                  <a:lnTo>
                    <a:pt x="3747983" y="0"/>
                  </a:lnTo>
                  <a:lnTo>
                    <a:pt x="3747138" y="0"/>
                  </a:lnTo>
                  <a:lnTo>
                    <a:pt x="3746293" y="0"/>
                  </a:lnTo>
                  <a:lnTo>
                    <a:pt x="3745448" y="0"/>
                  </a:lnTo>
                  <a:lnTo>
                    <a:pt x="3744603" y="0"/>
                  </a:lnTo>
                  <a:lnTo>
                    <a:pt x="3743758" y="0"/>
                  </a:lnTo>
                  <a:lnTo>
                    <a:pt x="3742913" y="0"/>
                  </a:lnTo>
                  <a:lnTo>
                    <a:pt x="3742067" y="0"/>
                  </a:lnTo>
                  <a:lnTo>
                    <a:pt x="3741222" y="0"/>
                  </a:lnTo>
                  <a:lnTo>
                    <a:pt x="3740377" y="0"/>
                  </a:lnTo>
                  <a:lnTo>
                    <a:pt x="3739532" y="0"/>
                  </a:lnTo>
                  <a:lnTo>
                    <a:pt x="3738687" y="0"/>
                  </a:lnTo>
                  <a:lnTo>
                    <a:pt x="3737842" y="0"/>
                  </a:lnTo>
                  <a:lnTo>
                    <a:pt x="3736997" y="0"/>
                  </a:lnTo>
                  <a:lnTo>
                    <a:pt x="3736152" y="0"/>
                  </a:lnTo>
                  <a:lnTo>
                    <a:pt x="3735307" y="0"/>
                  </a:lnTo>
                  <a:lnTo>
                    <a:pt x="3734462" y="0"/>
                  </a:lnTo>
                  <a:lnTo>
                    <a:pt x="3733617" y="0"/>
                  </a:lnTo>
                  <a:lnTo>
                    <a:pt x="3732771" y="0"/>
                  </a:lnTo>
                  <a:lnTo>
                    <a:pt x="3731926" y="0"/>
                  </a:lnTo>
                  <a:lnTo>
                    <a:pt x="3731081" y="0"/>
                  </a:lnTo>
                  <a:lnTo>
                    <a:pt x="3730236" y="0"/>
                  </a:lnTo>
                  <a:lnTo>
                    <a:pt x="3729391" y="0"/>
                  </a:lnTo>
                  <a:lnTo>
                    <a:pt x="3728546" y="0"/>
                  </a:lnTo>
                  <a:lnTo>
                    <a:pt x="3727701" y="0"/>
                  </a:lnTo>
                  <a:lnTo>
                    <a:pt x="3726856" y="0"/>
                  </a:lnTo>
                  <a:lnTo>
                    <a:pt x="3726011" y="0"/>
                  </a:lnTo>
                  <a:lnTo>
                    <a:pt x="3725166" y="0"/>
                  </a:lnTo>
                  <a:lnTo>
                    <a:pt x="3724321" y="0"/>
                  </a:lnTo>
                  <a:lnTo>
                    <a:pt x="3723475" y="0"/>
                  </a:lnTo>
                  <a:lnTo>
                    <a:pt x="3722630" y="0"/>
                  </a:lnTo>
                  <a:lnTo>
                    <a:pt x="3721785" y="0"/>
                  </a:lnTo>
                  <a:lnTo>
                    <a:pt x="3720940" y="0"/>
                  </a:lnTo>
                  <a:lnTo>
                    <a:pt x="3720095" y="0"/>
                  </a:lnTo>
                  <a:lnTo>
                    <a:pt x="3719250" y="0"/>
                  </a:lnTo>
                  <a:lnTo>
                    <a:pt x="3718405" y="0"/>
                  </a:lnTo>
                  <a:lnTo>
                    <a:pt x="3717560" y="0"/>
                  </a:lnTo>
                  <a:lnTo>
                    <a:pt x="3716715" y="0"/>
                  </a:lnTo>
                  <a:lnTo>
                    <a:pt x="3715870" y="0"/>
                  </a:lnTo>
                  <a:lnTo>
                    <a:pt x="3715024" y="0"/>
                  </a:lnTo>
                  <a:lnTo>
                    <a:pt x="3714179" y="0"/>
                  </a:lnTo>
                  <a:lnTo>
                    <a:pt x="3713334" y="0"/>
                  </a:lnTo>
                  <a:lnTo>
                    <a:pt x="3712489" y="0"/>
                  </a:lnTo>
                  <a:lnTo>
                    <a:pt x="3711644" y="0"/>
                  </a:lnTo>
                  <a:lnTo>
                    <a:pt x="3710799" y="0"/>
                  </a:lnTo>
                  <a:lnTo>
                    <a:pt x="3709954" y="0"/>
                  </a:lnTo>
                  <a:lnTo>
                    <a:pt x="3709109" y="0"/>
                  </a:lnTo>
                  <a:lnTo>
                    <a:pt x="3708264" y="0"/>
                  </a:lnTo>
                  <a:lnTo>
                    <a:pt x="3707419" y="0"/>
                  </a:lnTo>
                  <a:lnTo>
                    <a:pt x="3706574" y="0"/>
                  </a:lnTo>
                  <a:lnTo>
                    <a:pt x="3705728" y="0"/>
                  </a:lnTo>
                  <a:lnTo>
                    <a:pt x="3704883" y="0"/>
                  </a:lnTo>
                  <a:lnTo>
                    <a:pt x="3704038" y="0"/>
                  </a:lnTo>
                  <a:lnTo>
                    <a:pt x="3703193" y="0"/>
                  </a:lnTo>
                  <a:lnTo>
                    <a:pt x="3702348" y="0"/>
                  </a:lnTo>
                  <a:lnTo>
                    <a:pt x="3701503" y="0"/>
                  </a:lnTo>
                  <a:lnTo>
                    <a:pt x="3700658" y="0"/>
                  </a:lnTo>
                  <a:lnTo>
                    <a:pt x="3699813" y="0"/>
                  </a:lnTo>
                  <a:lnTo>
                    <a:pt x="3698968" y="0"/>
                  </a:lnTo>
                  <a:lnTo>
                    <a:pt x="3698123" y="0"/>
                  </a:lnTo>
                  <a:lnTo>
                    <a:pt x="3697278" y="0"/>
                  </a:lnTo>
                  <a:lnTo>
                    <a:pt x="3696432" y="0"/>
                  </a:lnTo>
                  <a:lnTo>
                    <a:pt x="3695587" y="0"/>
                  </a:lnTo>
                  <a:lnTo>
                    <a:pt x="3694742" y="0"/>
                  </a:lnTo>
                  <a:lnTo>
                    <a:pt x="3693897" y="0"/>
                  </a:lnTo>
                  <a:lnTo>
                    <a:pt x="3693052" y="0"/>
                  </a:lnTo>
                  <a:lnTo>
                    <a:pt x="3692207" y="0"/>
                  </a:lnTo>
                  <a:lnTo>
                    <a:pt x="3691362" y="0"/>
                  </a:lnTo>
                  <a:lnTo>
                    <a:pt x="3690517" y="0"/>
                  </a:lnTo>
                  <a:lnTo>
                    <a:pt x="3689672" y="0"/>
                  </a:lnTo>
                  <a:lnTo>
                    <a:pt x="3688827" y="0"/>
                  </a:lnTo>
                  <a:lnTo>
                    <a:pt x="3687982" y="0"/>
                  </a:lnTo>
                  <a:lnTo>
                    <a:pt x="3687136" y="0"/>
                  </a:lnTo>
                  <a:lnTo>
                    <a:pt x="3686291" y="0"/>
                  </a:lnTo>
                  <a:lnTo>
                    <a:pt x="3685446" y="0"/>
                  </a:lnTo>
                  <a:lnTo>
                    <a:pt x="3684601" y="0"/>
                  </a:lnTo>
                  <a:lnTo>
                    <a:pt x="3683756" y="0"/>
                  </a:lnTo>
                  <a:lnTo>
                    <a:pt x="3682911" y="0"/>
                  </a:lnTo>
                  <a:lnTo>
                    <a:pt x="3682066" y="0"/>
                  </a:lnTo>
                  <a:lnTo>
                    <a:pt x="3681221" y="0"/>
                  </a:lnTo>
                  <a:lnTo>
                    <a:pt x="3680376" y="0"/>
                  </a:lnTo>
                  <a:lnTo>
                    <a:pt x="3679531" y="0"/>
                  </a:lnTo>
                  <a:lnTo>
                    <a:pt x="3678686" y="0"/>
                  </a:lnTo>
                  <a:lnTo>
                    <a:pt x="3677840" y="0"/>
                  </a:lnTo>
                  <a:lnTo>
                    <a:pt x="3676995" y="0"/>
                  </a:lnTo>
                  <a:lnTo>
                    <a:pt x="3676150" y="0"/>
                  </a:lnTo>
                  <a:lnTo>
                    <a:pt x="3675305" y="0"/>
                  </a:lnTo>
                  <a:lnTo>
                    <a:pt x="3674460" y="0"/>
                  </a:lnTo>
                  <a:lnTo>
                    <a:pt x="3673615" y="0"/>
                  </a:lnTo>
                  <a:lnTo>
                    <a:pt x="3672770" y="0"/>
                  </a:lnTo>
                  <a:lnTo>
                    <a:pt x="3671925" y="0"/>
                  </a:lnTo>
                  <a:lnTo>
                    <a:pt x="3671080" y="0"/>
                  </a:lnTo>
                  <a:lnTo>
                    <a:pt x="3670235" y="0"/>
                  </a:lnTo>
                  <a:lnTo>
                    <a:pt x="3669390" y="0"/>
                  </a:lnTo>
                  <a:lnTo>
                    <a:pt x="3668544" y="0"/>
                  </a:lnTo>
                  <a:lnTo>
                    <a:pt x="3667699" y="0"/>
                  </a:lnTo>
                  <a:lnTo>
                    <a:pt x="3666854" y="0"/>
                  </a:lnTo>
                  <a:lnTo>
                    <a:pt x="3666009" y="0"/>
                  </a:lnTo>
                  <a:lnTo>
                    <a:pt x="3665164" y="0"/>
                  </a:lnTo>
                  <a:lnTo>
                    <a:pt x="3664319" y="0"/>
                  </a:lnTo>
                  <a:lnTo>
                    <a:pt x="3663474" y="0"/>
                  </a:lnTo>
                  <a:lnTo>
                    <a:pt x="3662629" y="0"/>
                  </a:lnTo>
                  <a:lnTo>
                    <a:pt x="3661784" y="0"/>
                  </a:lnTo>
                  <a:lnTo>
                    <a:pt x="3660939" y="0"/>
                  </a:lnTo>
                  <a:lnTo>
                    <a:pt x="3660094" y="0"/>
                  </a:lnTo>
                  <a:lnTo>
                    <a:pt x="3659248" y="0"/>
                  </a:lnTo>
                  <a:lnTo>
                    <a:pt x="3658403" y="0"/>
                  </a:lnTo>
                  <a:lnTo>
                    <a:pt x="3657558" y="0"/>
                  </a:lnTo>
                  <a:lnTo>
                    <a:pt x="3656713" y="0"/>
                  </a:lnTo>
                  <a:lnTo>
                    <a:pt x="3655868" y="0"/>
                  </a:lnTo>
                  <a:lnTo>
                    <a:pt x="3655023" y="0"/>
                  </a:lnTo>
                  <a:lnTo>
                    <a:pt x="3654178" y="0"/>
                  </a:lnTo>
                  <a:lnTo>
                    <a:pt x="3653333" y="0"/>
                  </a:lnTo>
                  <a:lnTo>
                    <a:pt x="3652488" y="0"/>
                  </a:lnTo>
                  <a:lnTo>
                    <a:pt x="3651643" y="0"/>
                  </a:lnTo>
                  <a:lnTo>
                    <a:pt x="3650797" y="0"/>
                  </a:lnTo>
                  <a:lnTo>
                    <a:pt x="3649952" y="0"/>
                  </a:lnTo>
                  <a:lnTo>
                    <a:pt x="3649107" y="0"/>
                  </a:lnTo>
                  <a:lnTo>
                    <a:pt x="3648262" y="0"/>
                  </a:lnTo>
                  <a:lnTo>
                    <a:pt x="3647417" y="0"/>
                  </a:lnTo>
                  <a:lnTo>
                    <a:pt x="3646572" y="0"/>
                  </a:lnTo>
                  <a:lnTo>
                    <a:pt x="3645727" y="0"/>
                  </a:lnTo>
                  <a:lnTo>
                    <a:pt x="3644882" y="0"/>
                  </a:lnTo>
                  <a:lnTo>
                    <a:pt x="3644037" y="0"/>
                  </a:lnTo>
                  <a:lnTo>
                    <a:pt x="3643192" y="0"/>
                  </a:lnTo>
                  <a:lnTo>
                    <a:pt x="3642347" y="0"/>
                  </a:lnTo>
                  <a:lnTo>
                    <a:pt x="3641501" y="0"/>
                  </a:lnTo>
                  <a:lnTo>
                    <a:pt x="3640656" y="0"/>
                  </a:lnTo>
                  <a:lnTo>
                    <a:pt x="3639811" y="0"/>
                  </a:lnTo>
                  <a:lnTo>
                    <a:pt x="3638966" y="0"/>
                  </a:lnTo>
                  <a:lnTo>
                    <a:pt x="3638121" y="0"/>
                  </a:lnTo>
                  <a:lnTo>
                    <a:pt x="3637276" y="0"/>
                  </a:lnTo>
                  <a:lnTo>
                    <a:pt x="3636431" y="0"/>
                  </a:lnTo>
                  <a:lnTo>
                    <a:pt x="3635586" y="0"/>
                  </a:lnTo>
                  <a:lnTo>
                    <a:pt x="3634741" y="0"/>
                  </a:lnTo>
                  <a:lnTo>
                    <a:pt x="3633896" y="0"/>
                  </a:lnTo>
                  <a:lnTo>
                    <a:pt x="3633051" y="0"/>
                  </a:lnTo>
                  <a:lnTo>
                    <a:pt x="3632205" y="0"/>
                  </a:lnTo>
                  <a:lnTo>
                    <a:pt x="3631360" y="0"/>
                  </a:lnTo>
                  <a:lnTo>
                    <a:pt x="3630515" y="0"/>
                  </a:lnTo>
                  <a:lnTo>
                    <a:pt x="3629670" y="0"/>
                  </a:lnTo>
                  <a:lnTo>
                    <a:pt x="3628825" y="0"/>
                  </a:lnTo>
                  <a:lnTo>
                    <a:pt x="3627980" y="0"/>
                  </a:lnTo>
                  <a:lnTo>
                    <a:pt x="3627135" y="0"/>
                  </a:lnTo>
                  <a:lnTo>
                    <a:pt x="3626290" y="0"/>
                  </a:lnTo>
                  <a:lnTo>
                    <a:pt x="3625445" y="0"/>
                  </a:lnTo>
                  <a:lnTo>
                    <a:pt x="3624600" y="0"/>
                  </a:lnTo>
                  <a:lnTo>
                    <a:pt x="3623755" y="0"/>
                  </a:lnTo>
                  <a:lnTo>
                    <a:pt x="3622909" y="0"/>
                  </a:lnTo>
                  <a:lnTo>
                    <a:pt x="3622064" y="0"/>
                  </a:lnTo>
                  <a:lnTo>
                    <a:pt x="3621219" y="0"/>
                  </a:lnTo>
                  <a:lnTo>
                    <a:pt x="3620374" y="0"/>
                  </a:lnTo>
                  <a:lnTo>
                    <a:pt x="3619529" y="0"/>
                  </a:lnTo>
                  <a:lnTo>
                    <a:pt x="3618684" y="0"/>
                  </a:lnTo>
                  <a:lnTo>
                    <a:pt x="3617839" y="0"/>
                  </a:lnTo>
                  <a:lnTo>
                    <a:pt x="3616994" y="0"/>
                  </a:lnTo>
                  <a:lnTo>
                    <a:pt x="3616149" y="0"/>
                  </a:lnTo>
                  <a:lnTo>
                    <a:pt x="3615304" y="0"/>
                  </a:lnTo>
                  <a:lnTo>
                    <a:pt x="3614459" y="0"/>
                  </a:lnTo>
                  <a:lnTo>
                    <a:pt x="3613613" y="0"/>
                  </a:lnTo>
                  <a:lnTo>
                    <a:pt x="3612768" y="0"/>
                  </a:lnTo>
                  <a:lnTo>
                    <a:pt x="3611923" y="0"/>
                  </a:lnTo>
                  <a:lnTo>
                    <a:pt x="3611078" y="0"/>
                  </a:lnTo>
                  <a:lnTo>
                    <a:pt x="3610233" y="0"/>
                  </a:lnTo>
                  <a:lnTo>
                    <a:pt x="3609388" y="0"/>
                  </a:lnTo>
                  <a:lnTo>
                    <a:pt x="3608543" y="0"/>
                  </a:lnTo>
                  <a:lnTo>
                    <a:pt x="3607698" y="0"/>
                  </a:lnTo>
                  <a:lnTo>
                    <a:pt x="3606853" y="0"/>
                  </a:lnTo>
                  <a:lnTo>
                    <a:pt x="3606008" y="0"/>
                  </a:lnTo>
                  <a:lnTo>
                    <a:pt x="3605163" y="0"/>
                  </a:lnTo>
                  <a:lnTo>
                    <a:pt x="3604317" y="0"/>
                  </a:lnTo>
                  <a:lnTo>
                    <a:pt x="3603472" y="0"/>
                  </a:lnTo>
                  <a:lnTo>
                    <a:pt x="3602627" y="0"/>
                  </a:lnTo>
                  <a:lnTo>
                    <a:pt x="3601782" y="0"/>
                  </a:lnTo>
                  <a:lnTo>
                    <a:pt x="3600937" y="0"/>
                  </a:lnTo>
                  <a:lnTo>
                    <a:pt x="3600092" y="0"/>
                  </a:lnTo>
                  <a:lnTo>
                    <a:pt x="3599247" y="0"/>
                  </a:lnTo>
                  <a:lnTo>
                    <a:pt x="3598402" y="0"/>
                  </a:lnTo>
                  <a:lnTo>
                    <a:pt x="3597557" y="0"/>
                  </a:lnTo>
                  <a:lnTo>
                    <a:pt x="3596712" y="0"/>
                  </a:lnTo>
                  <a:lnTo>
                    <a:pt x="3595867" y="0"/>
                  </a:lnTo>
                  <a:lnTo>
                    <a:pt x="3595021" y="0"/>
                  </a:lnTo>
                  <a:lnTo>
                    <a:pt x="3594176" y="0"/>
                  </a:lnTo>
                  <a:lnTo>
                    <a:pt x="3593331" y="0"/>
                  </a:lnTo>
                  <a:lnTo>
                    <a:pt x="3592486" y="0"/>
                  </a:lnTo>
                  <a:lnTo>
                    <a:pt x="3591641" y="0"/>
                  </a:lnTo>
                  <a:lnTo>
                    <a:pt x="3590796" y="0"/>
                  </a:lnTo>
                  <a:lnTo>
                    <a:pt x="3589951" y="0"/>
                  </a:lnTo>
                  <a:lnTo>
                    <a:pt x="3589106" y="0"/>
                  </a:lnTo>
                  <a:lnTo>
                    <a:pt x="3588261" y="0"/>
                  </a:lnTo>
                  <a:lnTo>
                    <a:pt x="3587416" y="0"/>
                  </a:lnTo>
                  <a:lnTo>
                    <a:pt x="3586570" y="0"/>
                  </a:lnTo>
                  <a:lnTo>
                    <a:pt x="3585725" y="0"/>
                  </a:lnTo>
                  <a:lnTo>
                    <a:pt x="3584880" y="0"/>
                  </a:lnTo>
                  <a:lnTo>
                    <a:pt x="3584035" y="0"/>
                  </a:lnTo>
                  <a:lnTo>
                    <a:pt x="3583190" y="0"/>
                  </a:lnTo>
                  <a:lnTo>
                    <a:pt x="3582345" y="0"/>
                  </a:lnTo>
                  <a:lnTo>
                    <a:pt x="3581500" y="0"/>
                  </a:lnTo>
                  <a:lnTo>
                    <a:pt x="3580655" y="0"/>
                  </a:lnTo>
                  <a:lnTo>
                    <a:pt x="3579810" y="0"/>
                  </a:lnTo>
                  <a:lnTo>
                    <a:pt x="3578965" y="0"/>
                  </a:lnTo>
                  <a:lnTo>
                    <a:pt x="3578120" y="0"/>
                  </a:lnTo>
                  <a:lnTo>
                    <a:pt x="3577274" y="0"/>
                  </a:lnTo>
                  <a:lnTo>
                    <a:pt x="3576429" y="0"/>
                  </a:lnTo>
                  <a:lnTo>
                    <a:pt x="3575584" y="0"/>
                  </a:lnTo>
                  <a:lnTo>
                    <a:pt x="3574739" y="0"/>
                  </a:lnTo>
                  <a:lnTo>
                    <a:pt x="3573894" y="0"/>
                  </a:lnTo>
                  <a:lnTo>
                    <a:pt x="3573049" y="0"/>
                  </a:lnTo>
                  <a:lnTo>
                    <a:pt x="3572204" y="0"/>
                  </a:lnTo>
                  <a:lnTo>
                    <a:pt x="3571359" y="0"/>
                  </a:lnTo>
                  <a:lnTo>
                    <a:pt x="3570514" y="0"/>
                  </a:lnTo>
                  <a:lnTo>
                    <a:pt x="3569669" y="0"/>
                  </a:lnTo>
                  <a:lnTo>
                    <a:pt x="3568824" y="0"/>
                  </a:lnTo>
                  <a:lnTo>
                    <a:pt x="3567978" y="0"/>
                  </a:lnTo>
                  <a:lnTo>
                    <a:pt x="3567133" y="0"/>
                  </a:lnTo>
                  <a:lnTo>
                    <a:pt x="3566288" y="0"/>
                  </a:lnTo>
                  <a:lnTo>
                    <a:pt x="3565443" y="0"/>
                  </a:lnTo>
                  <a:lnTo>
                    <a:pt x="3564598" y="0"/>
                  </a:lnTo>
                  <a:lnTo>
                    <a:pt x="3563753" y="0"/>
                  </a:lnTo>
                  <a:lnTo>
                    <a:pt x="3562908" y="0"/>
                  </a:lnTo>
                  <a:lnTo>
                    <a:pt x="3562063" y="0"/>
                  </a:lnTo>
                  <a:lnTo>
                    <a:pt x="3561218" y="0"/>
                  </a:lnTo>
                  <a:lnTo>
                    <a:pt x="3560373" y="0"/>
                  </a:lnTo>
                  <a:lnTo>
                    <a:pt x="3559528" y="0"/>
                  </a:lnTo>
                  <a:lnTo>
                    <a:pt x="3558682" y="0"/>
                  </a:lnTo>
                  <a:lnTo>
                    <a:pt x="3557837" y="0"/>
                  </a:lnTo>
                  <a:lnTo>
                    <a:pt x="3556992" y="0"/>
                  </a:lnTo>
                  <a:lnTo>
                    <a:pt x="3556147" y="0"/>
                  </a:lnTo>
                  <a:lnTo>
                    <a:pt x="3555302" y="0"/>
                  </a:lnTo>
                  <a:lnTo>
                    <a:pt x="3554457" y="0"/>
                  </a:lnTo>
                  <a:lnTo>
                    <a:pt x="3553612" y="0"/>
                  </a:lnTo>
                  <a:lnTo>
                    <a:pt x="3552767" y="0"/>
                  </a:lnTo>
                  <a:lnTo>
                    <a:pt x="3551922" y="0"/>
                  </a:lnTo>
                  <a:lnTo>
                    <a:pt x="3551077" y="0"/>
                  </a:lnTo>
                  <a:lnTo>
                    <a:pt x="3550232" y="0"/>
                  </a:lnTo>
                  <a:lnTo>
                    <a:pt x="3549386" y="0"/>
                  </a:lnTo>
                  <a:lnTo>
                    <a:pt x="3548541" y="0"/>
                  </a:lnTo>
                  <a:lnTo>
                    <a:pt x="3547696" y="0"/>
                  </a:lnTo>
                  <a:lnTo>
                    <a:pt x="3546851" y="0"/>
                  </a:lnTo>
                  <a:lnTo>
                    <a:pt x="3546006" y="0"/>
                  </a:lnTo>
                  <a:lnTo>
                    <a:pt x="3545161" y="0"/>
                  </a:lnTo>
                  <a:lnTo>
                    <a:pt x="3544316" y="0"/>
                  </a:lnTo>
                  <a:lnTo>
                    <a:pt x="3543471" y="0"/>
                  </a:lnTo>
                  <a:lnTo>
                    <a:pt x="3542626" y="0"/>
                  </a:lnTo>
                  <a:lnTo>
                    <a:pt x="3541781" y="0"/>
                  </a:lnTo>
                  <a:lnTo>
                    <a:pt x="3540936" y="0"/>
                  </a:lnTo>
                  <a:lnTo>
                    <a:pt x="3540090" y="0"/>
                  </a:lnTo>
                  <a:lnTo>
                    <a:pt x="3539245" y="0"/>
                  </a:lnTo>
                  <a:lnTo>
                    <a:pt x="3538400" y="0"/>
                  </a:lnTo>
                  <a:lnTo>
                    <a:pt x="3537555" y="0"/>
                  </a:lnTo>
                  <a:lnTo>
                    <a:pt x="3536710" y="0"/>
                  </a:lnTo>
                  <a:lnTo>
                    <a:pt x="3535865" y="0"/>
                  </a:lnTo>
                  <a:lnTo>
                    <a:pt x="3535020" y="0"/>
                  </a:lnTo>
                  <a:lnTo>
                    <a:pt x="3534175" y="0"/>
                  </a:lnTo>
                  <a:lnTo>
                    <a:pt x="3533330" y="0"/>
                  </a:lnTo>
                  <a:lnTo>
                    <a:pt x="3532485" y="0"/>
                  </a:lnTo>
                  <a:lnTo>
                    <a:pt x="3531640" y="0"/>
                  </a:lnTo>
                  <a:lnTo>
                    <a:pt x="3530794" y="0"/>
                  </a:lnTo>
                  <a:lnTo>
                    <a:pt x="3529949" y="0"/>
                  </a:lnTo>
                  <a:lnTo>
                    <a:pt x="3529104" y="0"/>
                  </a:lnTo>
                  <a:lnTo>
                    <a:pt x="3528259" y="0"/>
                  </a:lnTo>
                  <a:lnTo>
                    <a:pt x="3527414" y="0"/>
                  </a:lnTo>
                  <a:lnTo>
                    <a:pt x="3526569" y="0"/>
                  </a:lnTo>
                  <a:lnTo>
                    <a:pt x="3525724" y="0"/>
                  </a:lnTo>
                  <a:lnTo>
                    <a:pt x="3524879" y="0"/>
                  </a:lnTo>
                  <a:lnTo>
                    <a:pt x="3524034" y="0"/>
                  </a:lnTo>
                  <a:lnTo>
                    <a:pt x="3523189" y="0"/>
                  </a:lnTo>
                  <a:lnTo>
                    <a:pt x="3522343" y="0"/>
                  </a:lnTo>
                  <a:lnTo>
                    <a:pt x="3521498" y="0"/>
                  </a:lnTo>
                  <a:lnTo>
                    <a:pt x="3520653" y="0"/>
                  </a:lnTo>
                  <a:lnTo>
                    <a:pt x="3519808" y="0"/>
                  </a:lnTo>
                  <a:lnTo>
                    <a:pt x="3518963" y="0"/>
                  </a:lnTo>
                  <a:lnTo>
                    <a:pt x="3518118" y="0"/>
                  </a:lnTo>
                  <a:lnTo>
                    <a:pt x="3517273" y="0"/>
                  </a:lnTo>
                  <a:lnTo>
                    <a:pt x="3516428" y="0"/>
                  </a:lnTo>
                  <a:lnTo>
                    <a:pt x="3515583" y="0"/>
                  </a:lnTo>
                  <a:lnTo>
                    <a:pt x="3514738" y="0"/>
                  </a:lnTo>
                  <a:lnTo>
                    <a:pt x="3513893" y="0"/>
                  </a:lnTo>
                  <a:lnTo>
                    <a:pt x="3513047" y="0"/>
                  </a:lnTo>
                  <a:lnTo>
                    <a:pt x="3512202" y="0"/>
                  </a:lnTo>
                  <a:lnTo>
                    <a:pt x="3511357" y="0"/>
                  </a:lnTo>
                  <a:lnTo>
                    <a:pt x="3510512" y="0"/>
                  </a:lnTo>
                  <a:lnTo>
                    <a:pt x="3509667" y="0"/>
                  </a:lnTo>
                  <a:lnTo>
                    <a:pt x="3508822" y="0"/>
                  </a:lnTo>
                  <a:lnTo>
                    <a:pt x="3507977" y="0"/>
                  </a:lnTo>
                  <a:lnTo>
                    <a:pt x="3507132" y="0"/>
                  </a:lnTo>
                  <a:lnTo>
                    <a:pt x="3506287" y="0"/>
                  </a:lnTo>
                  <a:lnTo>
                    <a:pt x="3505442" y="0"/>
                  </a:lnTo>
                  <a:lnTo>
                    <a:pt x="3504597" y="0"/>
                  </a:lnTo>
                  <a:lnTo>
                    <a:pt x="3503751" y="0"/>
                  </a:lnTo>
                  <a:lnTo>
                    <a:pt x="3502906" y="0"/>
                  </a:lnTo>
                  <a:lnTo>
                    <a:pt x="3502061" y="0"/>
                  </a:lnTo>
                  <a:lnTo>
                    <a:pt x="3501216" y="0"/>
                  </a:lnTo>
                  <a:lnTo>
                    <a:pt x="3500371" y="0"/>
                  </a:lnTo>
                  <a:lnTo>
                    <a:pt x="3499526" y="0"/>
                  </a:lnTo>
                  <a:lnTo>
                    <a:pt x="3498681" y="0"/>
                  </a:lnTo>
                  <a:lnTo>
                    <a:pt x="3497836" y="0"/>
                  </a:lnTo>
                  <a:lnTo>
                    <a:pt x="3496991" y="0"/>
                  </a:lnTo>
                  <a:lnTo>
                    <a:pt x="3496146" y="0"/>
                  </a:lnTo>
                  <a:lnTo>
                    <a:pt x="3495301" y="0"/>
                  </a:lnTo>
                  <a:lnTo>
                    <a:pt x="3494455" y="0"/>
                  </a:lnTo>
                  <a:lnTo>
                    <a:pt x="3493610" y="0"/>
                  </a:lnTo>
                  <a:lnTo>
                    <a:pt x="3492765" y="0"/>
                  </a:lnTo>
                  <a:lnTo>
                    <a:pt x="3491920" y="0"/>
                  </a:lnTo>
                  <a:lnTo>
                    <a:pt x="3491075" y="0"/>
                  </a:lnTo>
                  <a:lnTo>
                    <a:pt x="3490230" y="0"/>
                  </a:lnTo>
                  <a:lnTo>
                    <a:pt x="3489385" y="0"/>
                  </a:lnTo>
                  <a:lnTo>
                    <a:pt x="3488540" y="0"/>
                  </a:lnTo>
                  <a:lnTo>
                    <a:pt x="3487695" y="0"/>
                  </a:lnTo>
                  <a:lnTo>
                    <a:pt x="3486850" y="0"/>
                  </a:lnTo>
                  <a:lnTo>
                    <a:pt x="3486005" y="0"/>
                  </a:lnTo>
                  <a:lnTo>
                    <a:pt x="3485159" y="0"/>
                  </a:lnTo>
                  <a:lnTo>
                    <a:pt x="3484314" y="0"/>
                  </a:lnTo>
                  <a:lnTo>
                    <a:pt x="3483469" y="0"/>
                  </a:lnTo>
                  <a:lnTo>
                    <a:pt x="3482624" y="0"/>
                  </a:lnTo>
                  <a:lnTo>
                    <a:pt x="3481779" y="0"/>
                  </a:lnTo>
                  <a:lnTo>
                    <a:pt x="3480934" y="0"/>
                  </a:lnTo>
                  <a:lnTo>
                    <a:pt x="3480089" y="0"/>
                  </a:lnTo>
                  <a:lnTo>
                    <a:pt x="3479244" y="0"/>
                  </a:lnTo>
                  <a:lnTo>
                    <a:pt x="3478399" y="0"/>
                  </a:lnTo>
                  <a:lnTo>
                    <a:pt x="3477554" y="0"/>
                  </a:lnTo>
                  <a:lnTo>
                    <a:pt x="3476709" y="0"/>
                  </a:lnTo>
                  <a:lnTo>
                    <a:pt x="3475863" y="0"/>
                  </a:lnTo>
                  <a:lnTo>
                    <a:pt x="3475018" y="0"/>
                  </a:lnTo>
                  <a:lnTo>
                    <a:pt x="3474173" y="0"/>
                  </a:lnTo>
                  <a:lnTo>
                    <a:pt x="3473328" y="0"/>
                  </a:lnTo>
                  <a:lnTo>
                    <a:pt x="3472483" y="0"/>
                  </a:lnTo>
                  <a:lnTo>
                    <a:pt x="3471638" y="0"/>
                  </a:lnTo>
                  <a:lnTo>
                    <a:pt x="3470793" y="0"/>
                  </a:lnTo>
                  <a:lnTo>
                    <a:pt x="3469948" y="0"/>
                  </a:lnTo>
                  <a:lnTo>
                    <a:pt x="3469103" y="0"/>
                  </a:lnTo>
                  <a:lnTo>
                    <a:pt x="3468258" y="0"/>
                  </a:lnTo>
                  <a:lnTo>
                    <a:pt x="3467413" y="0"/>
                  </a:lnTo>
                  <a:lnTo>
                    <a:pt x="3466567" y="0"/>
                  </a:lnTo>
                  <a:lnTo>
                    <a:pt x="3465722" y="0"/>
                  </a:lnTo>
                  <a:lnTo>
                    <a:pt x="3464877" y="0"/>
                  </a:lnTo>
                  <a:lnTo>
                    <a:pt x="3464032" y="0"/>
                  </a:lnTo>
                  <a:lnTo>
                    <a:pt x="3463187" y="0"/>
                  </a:lnTo>
                  <a:lnTo>
                    <a:pt x="3462342" y="0"/>
                  </a:lnTo>
                  <a:lnTo>
                    <a:pt x="3461497" y="0"/>
                  </a:lnTo>
                  <a:lnTo>
                    <a:pt x="3460652" y="0"/>
                  </a:lnTo>
                  <a:lnTo>
                    <a:pt x="3459807" y="0"/>
                  </a:lnTo>
                  <a:lnTo>
                    <a:pt x="3458962" y="0"/>
                  </a:lnTo>
                  <a:lnTo>
                    <a:pt x="3458116" y="0"/>
                  </a:lnTo>
                  <a:lnTo>
                    <a:pt x="3457271" y="0"/>
                  </a:lnTo>
                  <a:lnTo>
                    <a:pt x="3456426" y="0"/>
                  </a:lnTo>
                  <a:lnTo>
                    <a:pt x="3455581" y="0"/>
                  </a:lnTo>
                  <a:lnTo>
                    <a:pt x="3454736" y="0"/>
                  </a:lnTo>
                  <a:lnTo>
                    <a:pt x="3453891" y="0"/>
                  </a:lnTo>
                  <a:lnTo>
                    <a:pt x="3453046" y="0"/>
                  </a:lnTo>
                  <a:lnTo>
                    <a:pt x="3452201" y="0"/>
                  </a:lnTo>
                  <a:lnTo>
                    <a:pt x="3451356" y="0"/>
                  </a:lnTo>
                  <a:lnTo>
                    <a:pt x="3450511" y="0"/>
                  </a:lnTo>
                  <a:lnTo>
                    <a:pt x="3449666" y="0"/>
                  </a:lnTo>
                  <a:lnTo>
                    <a:pt x="3448820" y="0"/>
                  </a:lnTo>
                  <a:lnTo>
                    <a:pt x="3447975" y="0"/>
                  </a:lnTo>
                  <a:lnTo>
                    <a:pt x="3447130" y="0"/>
                  </a:lnTo>
                  <a:lnTo>
                    <a:pt x="3446285" y="0"/>
                  </a:lnTo>
                  <a:lnTo>
                    <a:pt x="3445440" y="0"/>
                  </a:lnTo>
                  <a:lnTo>
                    <a:pt x="3444595" y="0"/>
                  </a:lnTo>
                  <a:lnTo>
                    <a:pt x="3443750" y="0"/>
                  </a:lnTo>
                  <a:lnTo>
                    <a:pt x="3442905" y="0"/>
                  </a:lnTo>
                  <a:lnTo>
                    <a:pt x="3442060" y="0"/>
                  </a:lnTo>
                  <a:lnTo>
                    <a:pt x="3441215" y="0"/>
                  </a:lnTo>
                  <a:lnTo>
                    <a:pt x="3440370" y="0"/>
                  </a:lnTo>
                  <a:lnTo>
                    <a:pt x="3439524" y="0"/>
                  </a:lnTo>
                  <a:lnTo>
                    <a:pt x="3438679" y="0"/>
                  </a:lnTo>
                  <a:lnTo>
                    <a:pt x="3437834" y="0"/>
                  </a:lnTo>
                  <a:lnTo>
                    <a:pt x="3436989" y="0"/>
                  </a:lnTo>
                  <a:lnTo>
                    <a:pt x="3436144" y="0"/>
                  </a:lnTo>
                  <a:lnTo>
                    <a:pt x="3435299" y="0"/>
                  </a:lnTo>
                  <a:lnTo>
                    <a:pt x="3434454" y="0"/>
                  </a:lnTo>
                  <a:lnTo>
                    <a:pt x="3433609" y="0"/>
                  </a:lnTo>
                  <a:lnTo>
                    <a:pt x="3432764" y="0"/>
                  </a:lnTo>
                  <a:lnTo>
                    <a:pt x="3431919" y="0"/>
                  </a:lnTo>
                  <a:lnTo>
                    <a:pt x="3431074" y="0"/>
                  </a:lnTo>
                  <a:lnTo>
                    <a:pt x="3430228" y="0"/>
                  </a:lnTo>
                  <a:lnTo>
                    <a:pt x="3429383" y="0"/>
                  </a:lnTo>
                  <a:lnTo>
                    <a:pt x="3428538" y="0"/>
                  </a:lnTo>
                  <a:lnTo>
                    <a:pt x="3427693" y="0"/>
                  </a:lnTo>
                  <a:lnTo>
                    <a:pt x="3426848" y="0"/>
                  </a:lnTo>
                  <a:lnTo>
                    <a:pt x="3426003" y="0"/>
                  </a:lnTo>
                  <a:lnTo>
                    <a:pt x="3425158" y="0"/>
                  </a:lnTo>
                  <a:lnTo>
                    <a:pt x="3424313" y="0"/>
                  </a:lnTo>
                  <a:lnTo>
                    <a:pt x="3423468" y="0"/>
                  </a:lnTo>
                  <a:lnTo>
                    <a:pt x="3422623" y="0"/>
                  </a:lnTo>
                  <a:lnTo>
                    <a:pt x="3421778" y="0"/>
                  </a:lnTo>
                  <a:lnTo>
                    <a:pt x="3420932" y="0"/>
                  </a:lnTo>
                  <a:lnTo>
                    <a:pt x="3420087" y="0"/>
                  </a:lnTo>
                  <a:lnTo>
                    <a:pt x="3419242" y="0"/>
                  </a:lnTo>
                  <a:lnTo>
                    <a:pt x="3418397" y="0"/>
                  </a:lnTo>
                  <a:lnTo>
                    <a:pt x="3417552" y="0"/>
                  </a:lnTo>
                  <a:lnTo>
                    <a:pt x="3416707" y="0"/>
                  </a:lnTo>
                  <a:lnTo>
                    <a:pt x="3415862" y="0"/>
                  </a:lnTo>
                  <a:lnTo>
                    <a:pt x="3415017" y="0"/>
                  </a:lnTo>
                  <a:lnTo>
                    <a:pt x="3414172" y="0"/>
                  </a:lnTo>
                  <a:lnTo>
                    <a:pt x="3413327" y="0"/>
                  </a:lnTo>
                  <a:lnTo>
                    <a:pt x="3412482" y="0"/>
                  </a:lnTo>
                  <a:lnTo>
                    <a:pt x="3411636" y="0"/>
                  </a:lnTo>
                  <a:lnTo>
                    <a:pt x="3410791" y="0"/>
                  </a:lnTo>
                  <a:lnTo>
                    <a:pt x="3409946" y="0"/>
                  </a:lnTo>
                  <a:lnTo>
                    <a:pt x="3409101" y="0"/>
                  </a:lnTo>
                  <a:lnTo>
                    <a:pt x="3408256" y="0"/>
                  </a:lnTo>
                  <a:lnTo>
                    <a:pt x="3407411" y="0"/>
                  </a:lnTo>
                  <a:lnTo>
                    <a:pt x="3406566" y="0"/>
                  </a:lnTo>
                  <a:lnTo>
                    <a:pt x="3405721" y="0"/>
                  </a:lnTo>
                  <a:lnTo>
                    <a:pt x="3404876" y="0"/>
                  </a:lnTo>
                  <a:lnTo>
                    <a:pt x="3404031" y="0"/>
                  </a:lnTo>
                  <a:lnTo>
                    <a:pt x="3403186" y="0"/>
                  </a:lnTo>
                  <a:lnTo>
                    <a:pt x="3402340" y="0"/>
                  </a:lnTo>
                  <a:lnTo>
                    <a:pt x="3401495" y="0"/>
                  </a:lnTo>
                  <a:lnTo>
                    <a:pt x="3400650" y="0"/>
                  </a:lnTo>
                  <a:lnTo>
                    <a:pt x="3399805" y="0"/>
                  </a:lnTo>
                  <a:lnTo>
                    <a:pt x="3398960" y="0"/>
                  </a:lnTo>
                  <a:lnTo>
                    <a:pt x="3398115" y="0"/>
                  </a:lnTo>
                  <a:lnTo>
                    <a:pt x="3397270" y="0"/>
                  </a:lnTo>
                  <a:lnTo>
                    <a:pt x="3396425" y="0"/>
                  </a:lnTo>
                  <a:lnTo>
                    <a:pt x="3395580" y="0"/>
                  </a:lnTo>
                  <a:lnTo>
                    <a:pt x="3394735" y="0"/>
                  </a:lnTo>
                  <a:lnTo>
                    <a:pt x="3393889" y="0"/>
                  </a:lnTo>
                  <a:lnTo>
                    <a:pt x="3393044" y="0"/>
                  </a:lnTo>
                  <a:lnTo>
                    <a:pt x="3392199" y="0"/>
                  </a:lnTo>
                  <a:lnTo>
                    <a:pt x="3391354" y="0"/>
                  </a:lnTo>
                  <a:lnTo>
                    <a:pt x="3390509" y="0"/>
                  </a:lnTo>
                  <a:lnTo>
                    <a:pt x="3389664" y="0"/>
                  </a:lnTo>
                  <a:lnTo>
                    <a:pt x="3388819" y="0"/>
                  </a:lnTo>
                  <a:lnTo>
                    <a:pt x="3387974" y="0"/>
                  </a:lnTo>
                  <a:lnTo>
                    <a:pt x="3387129" y="0"/>
                  </a:lnTo>
                  <a:lnTo>
                    <a:pt x="3386284" y="0"/>
                  </a:lnTo>
                  <a:lnTo>
                    <a:pt x="3385439" y="0"/>
                  </a:lnTo>
                  <a:lnTo>
                    <a:pt x="3384593" y="0"/>
                  </a:lnTo>
                  <a:lnTo>
                    <a:pt x="3383748" y="0"/>
                  </a:lnTo>
                  <a:lnTo>
                    <a:pt x="3382903" y="0"/>
                  </a:lnTo>
                  <a:lnTo>
                    <a:pt x="3382058" y="0"/>
                  </a:lnTo>
                  <a:lnTo>
                    <a:pt x="3381213" y="0"/>
                  </a:lnTo>
                  <a:lnTo>
                    <a:pt x="3380368" y="0"/>
                  </a:lnTo>
                  <a:lnTo>
                    <a:pt x="3379523" y="0"/>
                  </a:lnTo>
                  <a:lnTo>
                    <a:pt x="3378678" y="0"/>
                  </a:lnTo>
                  <a:lnTo>
                    <a:pt x="3377833" y="0"/>
                  </a:lnTo>
                  <a:lnTo>
                    <a:pt x="3376988" y="0"/>
                  </a:lnTo>
                  <a:lnTo>
                    <a:pt x="3376143" y="0"/>
                  </a:lnTo>
                  <a:lnTo>
                    <a:pt x="3375297" y="0"/>
                  </a:lnTo>
                  <a:lnTo>
                    <a:pt x="3374452" y="0"/>
                  </a:lnTo>
                  <a:lnTo>
                    <a:pt x="3373607" y="0"/>
                  </a:lnTo>
                  <a:lnTo>
                    <a:pt x="3372762" y="0"/>
                  </a:lnTo>
                  <a:lnTo>
                    <a:pt x="3371917" y="0"/>
                  </a:lnTo>
                  <a:lnTo>
                    <a:pt x="3371072" y="0"/>
                  </a:lnTo>
                  <a:lnTo>
                    <a:pt x="3370227" y="0"/>
                  </a:lnTo>
                  <a:lnTo>
                    <a:pt x="3369382" y="0"/>
                  </a:lnTo>
                  <a:lnTo>
                    <a:pt x="3368537" y="0"/>
                  </a:lnTo>
                  <a:lnTo>
                    <a:pt x="3367692" y="0"/>
                  </a:lnTo>
                  <a:lnTo>
                    <a:pt x="3366847" y="0"/>
                  </a:lnTo>
                  <a:lnTo>
                    <a:pt x="3366001" y="0"/>
                  </a:lnTo>
                  <a:lnTo>
                    <a:pt x="3365156" y="0"/>
                  </a:lnTo>
                  <a:lnTo>
                    <a:pt x="3364311" y="0"/>
                  </a:lnTo>
                  <a:lnTo>
                    <a:pt x="3363466" y="0"/>
                  </a:lnTo>
                  <a:lnTo>
                    <a:pt x="3362621" y="0"/>
                  </a:lnTo>
                  <a:lnTo>
                    <a:pt x="3361776" y="0"/>
                  </a:lnTo>
                  <a:lnTo>
                    <a:pt x="3360931" y="0"/>
                  </a:lnTo>
                  <a:lnTo>
                    <a:pt x="3360086" y="0"/>
                  </a:lnTo>
                  <a:lnTo>
                    <a:pt x="3359241" y="0"/>
                  </a:lnTo>
                  <a:lnTo>
                    <a:pt x="3358396" y="0"/>
                  </a:lnTo>
                  <a:lnTo>
                    <a:pt x="3357551" y="0"/>
                  </a:lnTo>
                  <a:lnTo>
                    <a:pt x="3356705" y="0"/>
                  </a:lnTo>
                  <a:lnTo>
                    <a:pt x="3355860" y="0"/>
                  </a:lnTo>
                  <a:lnTo>
                    <a:pt x="3355015" y="0"/>
                  </a:lnTo>
                  <a:lnTo>
                    <a:pt x="3354170" y="0"/>
                  </a:lnTo>
                  <a:lnTo>
                    <a:pt x="3353325" y="0"/>
                  </a:lnTo>
                  <a:lnTo>
                    <a:pt x="3352480" y="0"/>
                  </a:lnTo>
                  <a:lnTo>
                    <a:pt x="3351635" y="0"/>
                  </a:lnTo>
                  <a:lnTo>
                    <a:pt x="3350790" y="0"/>
                  </a:lnTo>
                  <a:lnTo>
                    <a:pt x="3349945" y="0"/>
                  </a:lnTo>
                  <a:lnTo>
                    <a:pt x="3349100" y="0"/>
                  </a:lnTo>
                  <a:lnTo>
                    <a:pt x="3348255" y="0"/>
                  </a:lnTo>
                  <a:lnTo>
                    <a:pt x="3347409" y="0"/>
                  </a:lnTo>
                  <a:lnTo>
                    <a:pt x="3346564" y="0"/>
                  </a:lnTo>
                  <a:lnTo>
                    <a:pt x="3345719" y="0"/>
                  </a:lnTo>
                  <a:lnTo>
                    <a:pt x="3344874" y="0"/>
                  </a:lnTo>
                  <a:lnTo>
                    <a:pt x="3344029" y="0"/>
                  </a:lnTo>
                  <a:lnTo>
                    <a:pt x="3343184" y="0"/>
                  </a:lnTo>
                  <a:lnTo>
                    <a:pt x="3342339" y="0"/>
                  </a:lnTo>
                  <a:lnTo>
                    <a:pt x="3341494" y="0"/>
                  </a:lnTo>
                  <a:lnTo>
                    <a:pt x="3340649" y="0"/>
                  </a:lnTo>
                  <a:lnTo>
                    <a:pt x="3339804" y="0"/>
                  </a:lnTo>
                  <a:lnTo>
                    <a:pt x="3338958" y="0"/>
                  </a:lnTo>
                  <a:lnTo>
                    <a:pt x="3338113" y="0"/>
                  </a:lnTo>
                  <a:lnTo>
                    <a:pt x="3337268" y="0"/>
                  </a:lnTo>
                  <a:lnTo>
                    <a:pt x="3336423" y="0"/>
                  </a:lnTo>
                  <a:lnTo>
                    <a:pt x="3335578" y="0"/>
                  </a:lnTo>
                  <a:lnTo>
                    <a:pt x="3334733" y="0"/>
                  </a:lnTo>
                  <a:lnTo>
                    <a:pt x="3333888" y="0"/>
                  </a:lnTo>
                  <a:lnTo>
                    <a:pt x="3333043" y="0"/>
                  </a:lnTo>
                  <a:lnTo>
                    <a:pt x="3332198" y="0"/>
                  </a:lnTo>
                  <a:lnTo>
                    <a:pt x="3331353" y="0"/>
                  </a:lnTo>
                  <a:lnTo>
                    <a:pt x="3330508" y="0"/>
                  </a:lnTo>
                  <a:lnTo>
                    <a:pt x="3329662" y="0"/>
                  </a:lnTo>
                  <a:lnTo>
                    <a:pt x="3328817" y="0"/>
                  </a:lnTo>
                  <a:lnTo>
                    <a:pt x="3327972" y="0"/>
                  </a:lnTo>
                  <a:lnTo>
                    <a:pt x="3327127" y="0"/>
                  </a:lnTo>
                  <a:lnTo>
                    <a:pt x="3326282" y="0"/>
                  </a:lnTo>
                  <a:lnTo>
                    <a:pt x="3325437" y="0"/>
                  </a:lnTo>
                  <a:lnTo>
                    <a:pt x="3324592" y="0"/>
                  </a:lnTo>
                  <a:lnTo>
                    <a:pt x="3323747" y="0"/>
                  </a:lnTo>
                  <a:lnTo>
                    <a:pt x="3322902" y="0"/>
                  </a:lnTo>
                  <a:lnTo>
                    <a:pt x="3322057" y="0"/>
                  </a:lnTo>
                  <a:lnTo>
                    <a:pt x="3321212" y="0"/>
                  </a:lnTo>
                  <a:lnTo>
                    <a:pt x="3320366" y="0"/>
                  </a:lnTo>
                  <a:lnTo>
                    <a:pt x="3319521" y="0"/>
                  </a:lnTo>
                  <a:lnTo>
                    <a:pt x="3318676" y="0"/>
                  </a:lnTo>
                  <a:lnTo>
                    <a:pt x="3317831" y="0"/>
                  </a:lnTo>
                  <a:lnTo>
                    <a:pt x="3316986" y="0"/>
                  </a:lnTo>
                  <a:lnTo>
                    <a:pt x="3316141" y="0"/>
                  </a:lnTo>
                  <a:lnTo>
                    <a:pt x="3315296" y="0"/>
                  </a:lnTo>
                  <a:lnTo>
                    <a:pt x="3314451" y="0"/>
                  </a:lnTo>
                  <a:lnTo>
                    <a:pt x="3313606" y="0"/>
                  </a:lnTo>
                  <a:lnTo>
                    <a:pt x="3312761" y="0"/>
                  </a:lnTo>
                  <a:lnTo>
                    <a:pt x="3311916" y="0"/>
                  </a:lnTo>
                  <a:lnTo>
                    <a:pt x="3311070" y="0"/>
                  </a:lnTo>
                  <a:lnTo>
                    <a:pt x="3310225" y="0"/>
                  </a:lnTo>
                  <a:lnTo>
                    <a:pt x="3309380" y="0"/>
                  </a:lnTo>
                  <a:lnTo>
                    <a:pt x="3308535" y="0"/>
                  </a:lnTo>
                  <a:lnTo>
                    <a:pt x="3307690" y="0"/>
                  </a:lnTo>
                  <a:lnTo>
                    <a:pt x="3306845" y="0"/>
                  </a:lnTo>
                  <a:lnTo>
                    <a:pt x="3306000" y="0"/>
                  </a:lnTo>
                  <a:lnTo>
                    <a:pt x="3305155" y="0"/>
                  </a:lnTo>
                  <a:lnTo>
                    <a:pt x="3304310" y="0"/>
                  </a:lnTo>
                  <a:lnTo>
                    <a:pt x="3303465" y="0"/>
                  </a:lnTo>
                  <a:lnTo>
                    <a:pt x="3302620" y="0"/>
                  </a:lnTo>
                  <a:lnTo>
                    <a:pt x="3301774" y="0"/>
                  </a:lnTo>
                  <a:lnTo>
                    <a:pt x="3300929" y="0"/>
                  </a:lnTo>
                  <a:lnTo>
                    <a:pt x="3300084" y="0"/>
                  </a:lnTo>
                  <a:lnTo>
                    <a:pt x="3299239" y="0"/>
                  </a:lnTo>
                  <a:lnTo>
                    <a:pt x="3298394" y="0"/>
                  </a:lnTo>
                  <a:lnTo>
                    <a:pt x="3297549" y="0"/>
                  </a:lnTo>
                  <a:lnTo>
                    <a:pt x="3296704" y="0"/>
                  </a:lnTo>
                  <a:lnTo>
                    <a:pt x="3295859" y="0"/>
                  </a:lnTo>
                  <a:lnTo>
                    <a:pt x="3295014" y="0"/>
                  </a:lnTo>
                  <a:lnTo>
                    <a:pt x="3294169" y="0"/>
                  </a:lnTo>
                  <a:lnTo>
                    <a:pt x="3293324" y="0"/>
                  </a:lnTo>
                  <a:lnTo>
                    <a:pt x="3292478" y="0"/>
                  </a:lnTo>
                  <a:lnTo>
                    <a:pt x="3291633" y="0"/>
                  </a:lnTo>
                  <a:lnTo>
                    <a:pt x="3290788" y="0"/>
                  </a:lnTo>
                  <a:lnTo>
                    <a:pt x="3289943" y="0"/>
                  </a:lnTo>
                  <a:lnTo>
                    <a:pt x="3289098" y="0"/>
                  </a:lnTo>
                  <a:lnTo>
                    <a:pt x="3288253" y="0"/>
                  </a:lnTo>
                  <a:lnTo>
                    <a:pt x="3287408" y="0"/>
                  </a:lnTo>
                  <a:lnTo>
                    <a:pt x="3286563" y="0"/>
                  </a:lnTo>
                  <a:lnTo>
                    <a:pt x="3285718" y="0"/>
                  </a:lnTo>
                  <a:lnTo>
                    <a:pt x="3284873" y="0"/>
                  </a:lnTo>
                  <a:lnTo>
                    <a:pt x="3284028" y="0"/>
                  </a:lnTo>
                  <a:lnTo>
                    <a:pt x="3283182" y="0"/>
                  </a:lnTo>
                  <a:lnTo>
                    <a:pt x="3282337" y="0"/>
                  </a:lnTo>
                  <a:lnTo>
                    <a:pt x="3281492" y="0"/>
                  </a:lnTo>
                  <a:lnTo>
                    <a:pt x="3280647" y="0"/>
                  </a:lnTo>
                  <a:lnTo>
                    <a:pt x="3279802" y="0"/>
                  </a:lnTo>
                  <a:lnTo>
                    <a:pt x="3278957" y="0"/>
                  </a:lnTo>
                  <a:lnTo>
                    <a:pt x="3278112" y="0"/>
                  </a:lnTo>
                  <a:lnTo>
                    <a:pt x="3277267" y="0"/>
                  </a:lnTo>
                  <a:lnTo>
                    <a:pt x="3276422" y="0"/>
                  </a:lnTo>
                  <a:lnTo>
                    <a:pt x="3275577" y="0"/>
                  </a:lnTo>
                  <a:lnTo>
                    <a:pt x="3274731" y="0"/>
                  </a:lnTo>
                  <a:lnTo>
                    <a:pt x="3273886" y="0"/>
                  </a:lnTo>
                  <a:lnTo>
                    <a:pt x="3273041" y="0"/>
                  </a:lnTo>
                  <a:lnTo>
                    <a:pt x="3272196" y="0"/>
                  </a:lnTo>
                  <a:lnTo>
                    <a:pt x="3271351" y="0"/>
                  </a:lnTo>
                  <a:lnTo>
                    <a:pt x="3270506" y="0"/>
                  </a:lnTo>
                  <a:lnTo>
                    <a:pt x="3269661" y="0"/>
                  </a:lnTo>
                  <a:lnTo>
                    <a:pt x="3268816" y="0"/>
                  </a:lnTo>
                  <a:lnTo>
                    <a:pt x="3267971" y="0"/>
                  </a:lnTo>
                  <a:lnTo>
                    <a:pt x="3267126" y="0"/>
                  </a:lnTo>
                  <a:lnTo>
                    <a:pt x="3266281" y="0"/>
                  </a:lnTo>
                  <a:lnTo>
                    <a:pt x="3265435" y="0"/>
                  </a:lnTo>
                  <a:lnTo>
                    <a:pt x="3264590" y="0"/>
                  </a:lnTo>
                  <a:lnTo>
                    <a:pt x="3263745" y="0"/>
                  </a:lnTo>
                  <a:lnTo>
                    <a:pt x="3262900" y="0"/>
                  </a:lnTo>
                  <a:lnTo>
                    <a:pt x="3262055" y="0"/>
                  </a:lnTo>
                  <a:lnTo>
                    <a:pt x="3261210" y="0"/>
                  </a:lnTo>
                  <a:lnTo>
                    <a:pt x="3260365" y="0"/>
                  </a:lnTo>
                  <a:lnTo>
                    <a:pt x="3259520" y="0"/>
                  </a:lnTo>
                  <a:lnTo>
                    <a:pt x="3258675" y="0"/>
                  </a:lnTo>
                  <a:lnTo>
                    <a:pt x="3257830" y="0"/>
                  </a:lnTo>
                  <a:lnTo>
                    <a:pt x="3256985" y="0"/>
                  </a:lnTo>
                  <a:lnTo>
                    <a:pt x="3256139" y="0"/>
                  </a:lnTo>
                  <a:lnTo>
                    <a:pt x="3255294" y="0"/>
                  </a:lnTo>
                  <a:lnTo>
                    <a:pt x="3254449" y="0"/>
                  </a:lnTo>
                  <a:lnTo>
                    <a:pt x="3253604" y="0"/>
                  </a:lnTo>
                  <a:lnTo>
                    <a:pt x="3252759" y="0"/>
                  </a:lnTo>
                  <a:lnTo>
                    <a:pt x="3251914" y="0"/>
                  </a:lnTo>
                  <a:lnTo>
                    <a:pt x="3251069" y="0"/>
                  </a:lnTo>
                  <a:lnTo>
                    <a:pt x="3250224" y="0"/>
                  </a:lnTo>
                  <a:lnTo>
                    <a:pt x="3249379" y="0"/>
                  </a:lnTo>
                  <a:lnTo>
                    <a:pt x="3248534" y="0"/>
                  </a:lnTo>
                  <a:lnTo>
                    <a:pt x="3247689" y="0"/>
                  </a:lnTo>
                  <a:lnTo>
                    <a:pt x="3246843" y="0"/>
                  </a:lnTo>
                  <a:lnTo>
                    <a:pt x="3245998" y="0"/>
                  </a:lnTo>
                  <a:lnTo>
                    <a:pt x="3245153" y="0"/>
                  </a:lnTo>
                  <a:lnTo>
                    <a:pt x="3244308" y="0"/>
                  </a:lnTo>
                  <a:lnTo>
                    <a:pt x="3243463" y="0"/>
                  </a:lnTo>
                  <a:lnTo>
                    <a:pt x="3242618" y="0"/>
                  </a:lnTo>
                  <a:lnTo>
                    <a:pt x="3241773" y="0"/>
                  </a:lnTo>
                  <a:lnTo>
                    <a:pt x="3240928" y="0"/>
                  </a:lnTo>
                  <a:lnTo>
                    <a:pt x="3240083" y="0"/>
                  </a:lnTo>
                  <a:lnTo>
                    <a:pt x="3239238" y="0"/>
                  </a:lnTo>
                  <a:lnTo>
                    <a:pt x="3238393" y="0"/>
                  </a:lnTo>
                  <a:lnTo>
                    <a:pt x="3237547" y="0"/>
                  </a:lnTo>
                  <a:lnTo>
                    <a:pt x="3236702" y="0"/>
                  </a:lnTo>
                  <a:lnTo>
                    <a:pt x="3235857" y="0"/>
                  </a:lnTo>
                  <a:lnTo>
                    <a:pt x="3235012" y="0"/>
                  </a:lnTo>
                  <a:lnTo>
                    <a:pt x="3234167" y="0"/>
                  </a:lnTo>
                  <a:lnTo>
                    <a:pt x="3233322" y="0"/>
                  </a:lnTo>
                  <a:lnTo>
                    <a:pt x="3232477" y="0"/>
                  </a:lnTo>
                  <a:lnTo>
                    <a:pt x="3231632" y="0"/>
                  </a:lnTo>
                  <a:lnTo>
                    <a:pt x="3230787" y="0"/>
                  </a:lnTo>
                  <a:lnTo>
                    <a:pt x="3229942" y="0"/>
                  </a:lnTo>
                  <a:lnTo>
                    <a:pt x="3229097" y="0"/>
                  </a:lnTo>
                  <a:lnTo>
                    <a:pt x="3228251" y="0"/>
                  </a:lnTo>
                  <a:lnTo>
                    <a:pt x="3227406" y="0"/>
                  </a:lnTo>
                  <a:lnTo>
                    <a:pt x="3226561" y="0"/>
                  </a:lnTo>
                  <a:lnTo>
                    <a:pt x="3225716" y="0"/>
                  </a:lnTo>
                  <a:lnTo>
                    <a:pt x="3224871" y="0"/>
                  </a:lnTo>
                  <a:lnTo>
                    <a:pt x="3224026" y="0"/>
                  </a:lnTo>
                  <a:lnTo>
                    <a:pt x="3223181" y="0"/>
                  </a:lnTo>
                  <a:lnTo>
                    <a:pt x="3222336" y="0"/>
                  </a:lnTo>
                  <a:lnTo>
                    <a:pt x="3221491" y="0"/>
                  </a:lnTo>
                  <a:lnTo>
                    <a:pt x="3220646" y="0"/>
                  </a:lnTo>
                  <a:lnTo>
                    <a:pt x="3219801" y="0"/>
                  </a:lnTo>
                  <a:lnTo>
                    <a:pt x="3218955" y="0"/>
                  </a:lnTo>
                  <a:lnTo>
                    <a:pt x="3218110" y="0"/>
                  </a:lnTo>
                  <a:lnTo>
                    <a:pt x="3217265" y="0"/>
                  </a:lnTo>
                  <a:lnTo>
                    <a:pt x="3216420" y="0"/>
                  </a:lnTo>
                  <a:lnTo>
                    <a:pt x="3215575" y="0"/>
                  </a:lnTo>
                  <a:lnTo>
                    <a:pt x="3214730" y="0"/>
                  </a:lnTo>
                  <a:lnTo>
                    <a:pt x="3213885" y="0"/>
                  </a:lnTo>
                  <a:lnTo>
                    <a:pt x="3213040" y="0"/>
                  </a:lnTo>
                  <a:lnTo>
                    <a:pt x="3212195" y="0"/>
                  </a:lnTo>
                  <a:lnTo>
                    <a:pt x="3211350" y="0"/>
                  </a:lnTo>
                  <a:lnTo>
                    <a:pt x="3210504" y="0"/>
                  </a:lnTo>
                  <a:lnTo>
                    <a:pt x="3209659" y="0"/>
                  </a:lnTo>
                  <a:lnTo>
                    <a:pt x="3208814" y="0"/>
                  </a:lnTo>
                  <a:lnTo>
                    <a:pt x="3207969" y="0"/>
                  </a:lnTo>
                  <a:lnTo>
                    <a:pt x="3207124" y="0"/>
                  </a:lnTo>
                  <a:lnTo>
                    <a:pt x="3206279" y="0"/>
                  </a:lnTo>
                  <a:lnTo>
                    <a:pt x="3205434" y="0"/>
                  </a:lnTo>
                  <a:lnTo>
                    <a:pt x="3204589" y="0"/>
                  </a:lnTo>
                  <a:lnTo>
                    <a:pt x="3203744" y="0"/>
                  </a:lnTo>
                  <a:lnTo>
                    <a:pt x="3202899" y="0"/>
                  </a:lnTo>
                  <a:lnTo>
                    <a:pt x="3202054" y="0"/>
                  </a:lnTo>
                  <a:lnTo>
                    <a:pt x="3201208" y="0"/>
                  </a:lnTo>
                  <a:lnTo>
                    <a:pt x="3200363" y="0"/>
                  </a:lnTo>
                  <a:lnTo>
                    <a:pt x="3199518" y="0"/>
                  </a:lnTo>
                  <a:lnTo>
                    <a:pt x="3198673" y="0"/>
                  </a:lnTo>
                  <a:lnTo>
                    <a:pt x="3197828" y="0"/>
                  </a:lnTo>
                  <a:lnTo>
                    <a:pt x="3196983" y="0"/>
                  </a:lnTo>
                  <a:lnTo>
                    <a:pt x="3196138" y="0"/>
                  </a:lnTo>
                  <a:lnTo>
                    <a:pt x="3195293" y="0"/>
                  </a:lnTo>
                  <a:lnTo>
                    <a:pt x="3194448" y="0"/>
                  </a:lnTo>
                  <a:lnTo>
                    <a:pt x="3193603" y="0"/>
                  </a:lnTo>
                  <a:lnTo>
                    <a:pt x="3192758" y="0"/>
                  </a:lnTo>
                  <a:lnTo>
                    <a:pt x="3191912" y="0"/>
                  </a:lnTo>
                  <a:lnTo>
                    <a:pt x="3191067" y="0"/>
                  </a:lnTo>
                  <a:lnTo>
                    <a:pt x="3190222" y="0"/>
                  </a:lnTo>
                  <a:lnTo>
                    <a:pt x="3189377" y="0"/>
                  </a:lnTo>
                  <a:lnTo>
                    <a:pt x="3188532" y="0"/>
                  </a:lnTo>
                  <a:lnTo>
                    <a:pt x="3187687" y="0"/>
                  </a:lnTo>
                  <a:lnTo>
                    <a:pt x="3186842" y="0"/>
                  </a:lnTo>
                  <a:lnTo>
                    <a:pt x="3185997" y="0"/>
                  </a:lnTo>
                  <a:lnTo>
                    <a:pt x="3185152" y="0"/>
                  </a:lnTo>
                  <a:lnTo>
                    <a:pt x="3184307" y="0"/>
                  </a:lnTo>
                  <a:lnTo>
                    <a:pt x="3183462" y="0"/>
                  </a:lnTo>
                  <a:lnTo>
                    <a:pt x="3182616" y="0"/>
                  </a:lnTo>
                  <a:lnTo>
                    <a:pt x="3181771" y="0"/>
                  </a:lnTo>
                  <a:lnTo>
                    <a:pt x="3180926" y="0"/>
                  </a:lnTo>
                  <a:lnTo>
                    <a:pt x="3180081" y="0"/>
                  </a:lnTo>
                  <a:lnTo>
                    <a:pt x="3179236" y="0"/>
                  </a:lnTo>
                  <a:lnTo>
                    <a:pt x="3178391" y="0"/>
                  </a:lnTo>
                  <a:lnTo>
                    <a:pt x="3177546" y="0"/>
                  </a:lnTo>
                  <a:lnTo>
                    <a:pt x="3176701" y="0"/>
                  </a:lnTo>
                  <a:lnTo>
                    <a:pt x="3175856" y="0"/>
                  </a:lnTo>
                  <a:lnTo>
                    <a:pt x="3175011" y="0"/>
                  </a:lnTo>
                  <a:lnTo>
                    <a:pt x="3174166" y="0"/>
                  </a:lnTo>
                  <a:lnTo>
                    <a:pt x="3173320" y="0"/>
                  </a:lnTo>
                  <a:lnTo>
                    <a:pt x="3172475" y="0"/>
                  </a:lnTo>
                  <a:lnTo>
                    <a:pt x="3171630" y="0"/>
                  </a:lnTo>
                  <a:lnTo>
                    <a:pt x="3170785" y="0"/>
                  </a:lnTo>
                  <a:lnTo>
                    <a:pt x="3169940" y="0"/>
                  </a:lnTo>
                  <a:lnTo>
                    <a:pt x="3169095" y="0"/>
                  </a:lnTo>
                  <a:lnTo>
                    <a:pt x="3168250" y="0"/>
                  </a:lnTo>
                  <a:lnTo>
                    <a:pt x="3167405" y="0"/>
                  </a:lnTo>
                  <a:lnTo>
                    <a:pt x="3166560" y="0"/>
                  </a:lnTo>
                  <a:lnTo>
                    <a:pt x="3165715" y="0"/>
                  </a:lnTo>
                  <a:lnTo>
                    <a:pt x="3164870" y="0"/>
                  </a:lnTo>
                  <a:lnTo>
                    <a:pt x="3164024" y="0"/>
                  </a:lnTo>
                  <a:lnTo>
                    <a:pt x="3163179" y="0"/>
                  </a:lnTo>
                  <a:lnTo>
                    <a:pt x="3162334" y="0"/>
                  </a:lnTo>
                  <a:lnTo>
                    <a:pt x="3161489" y="0"/>
                  </a:lnTo>
                  <a:lnTo>
                    <a:pt x="3160644" y="0"/>
                  </a:lnTo>
                  <a:lnTo>
                    <a:pt x="3159799" y="0"/>
                  </a:lnTo>
                  <a:lnTo>
                    <a:pt x="3158954" y="0"/>
                  </a:lnTo>
                  <a:lnTo>
                    <a:pt x="3158109" y="0"/>
                  </a:lnTo>
                  <a:lnTo>
                    <a:pt x="3157264" y="0"/>
                  </a:lnTo>
                  <a:lnTo>
                    <a:pt x="3156419" y="0"/>
                  </a:lnTo>
                  <a:lnTo>
                    <a:pt x="3155574" y="0"/>
                  </a:lnTo>
                  <a:lnTo>
                    <a:pt x="3154728" y="0"/>
                  </a:lnTo>
                  <a:lnTo>
                    <a:pt x="3153883" y="0"/>
                  </a:lnTo>
                  <a:lnTo>
                    <a:pt x="3153038" y="0"/>
                  </a:lnTo>
                  <a:lnTo>
                    <a:pt x="3152193" y="0"/>
                  </a:lnTo>
                  <a:lnTo>
                    <a:pt x="3151348" y="0"/>
                  </a:lnTo>
                  <a:lnTo>
                    <a:pt x="3150503" y="0"/>
                  </a:lnTo>
                  <a:lnTo>
                    <a:pt x="3149658" y="0"/>
                  </a:lnTo>
                  <a:lnTo>
                    <a:pt x="3148813" y="0"/>
                  </a:lnTo>
                  <a:lnTo>
                    <a:pt x="3147968" y="0"/>
                  </a:lnTo>
                  <a:lnTo>
                    <a:pt x="3147123" y="0"/>
                  </a:lnTo>
                  <a:lnTo>
                    <a:pt x="3146277" y="0"/>
                  </a:lnTo>
                  <a:lnTo>
                    <a:pt x="3145432" y="0"/>
                  </a:lnTo>
                  <a:lnTo>
                    <a:pt x="3144587" y="0"/>
                  </a:lnTo>
                  <a:lnTo>
                    <a:pt x="3143742" y="0"/>
                  </a:lnTo>
                  <a:lnTo>
                    <a:pt x="3142897" y="0"/>
                  </a:lnTo>
                  <a:lnTo>
                    <a:pt x="3142052" y="0"/>
                  </a:lnTo>
                  <a:lnTo>
                    <a:pt x="3141207" y="0"/>
                  </a:lnTo>
                  <a:lnTo>
                    <a:pt x="3140362" y="0"/>
                  </a:lnTo>
                  <a:lnTo>
                    <a:pt x="3139517" y="0"/>
                  </a:lnTo>
                  <a:lnTo>
                    <a:pt x="3138672" y="0"/>
                  </a:lnTo>
                  <a:lnTo>
                    <a:pt x="3137827" y="0"/>
                  </a:lnTo>
                  <a:lnTo>
                    <a:pt x="3136981" y="0"/>
                  </a:lnTo>
                  <a:lnTo>
                    <a:pt x="3136136" y="0"/>
                  </a:lnTo>
                  <a:lnTo>
                    <a:pt x="3135291" y="0"/>
                  </a:lnTo>
                  <a:lnTo>
                    <a:pt x="3134446" y="0"/>
                  </a:lnTo>
                  <a:lnTo>
                    <a:pt x="3133601" y="0"/>
                  </a:lnTo>
                  <a:lnTo>
                    <a:pt x="3132756" y="0"/>
                  </a:lnTo>
                  <a:lnTo>
                    <a:pt x="3131911" y="0"/>
                  </a:lnTo>
                  <a:lnTo>
                    <a:pt x="3131066" y="0"/>
                  </a:lnTo>
                  <a:lnTo>
                    <a:pt x="3130221" y="0"/>
                  </a:lnTo>
                  <a:lnTo>
                    <a:pt x="3129376" y="0"/>
                  </a:lnTo>
                  <a:lnTo>
                    <a:pt x="3128531" y="0"/>
                  </a:lnTo>
                  <a:lnTo>
                    <a:pt x="3127685" y="0"/>
                  </a:lnTo>
                  <a:lnTo>
                    <a:pt x="3126840" y="0"/>
                  </a:lnTo>
                  <a:lnTo>
                    <a:pt x="3125995" y="0"/>
                  </a:lnTo>
                  <a:lnTo>
                    <a:pt x="3125150" y="0"/>
                  </a:lnTo>
                  <a:lnTo>
                    <a:pt x="3124305" y="0"/>
                  </a:lnTo>
                  <a:lnTo>
                    <a:pt x="3123460" y="0"/>
                  </a:lnTo>
                  <a:lnTo>
                    <a:pt x="3122615" y="0"/>
                  </a:lnTo>
                  <a:lnTo>
                    <a:pt x="3121770" y="0"/>
                  </a:lnTo>
                  <a:lnTo>
                    <a:pt x="3120925" y="0"/>
                  </a:lnTo>
                  <a:lnTo>
                    <a:pt x="3120080" y="0"/>
                  </a:lnTo>
                  <a:lnTo>
                    <a:pt x="3119235" y="0"/>
                  </a:lnTo>
                  <a:lnTo>
                    <a:pt x="3118389" y="0"/>
                  </a:lnTo>
                  <a:lnTo>
                    <a:pt x="3117544" y="0"/>
                  </a:lnTo>
                  <a:lnTo>
                    <a:pt x="3116699" y="0"/>
                  </a:lnTo>
                  <a:lnTo>
                    <a:pt x="3115854" y="0"/>
                  </a:lnTo>
                  <a:lnTo>
                    <a:pt x="3115009" y="0"/>
                  </a:lnTo>
                  <a:lnTo>
                    <a:pt x="3114164" y="0"/>
                  </a:lnTo>
                  <a:lnTo>
                    <a:pt x="3113319" y="0"/>
                  </a:lnTo>
                  <a:lnTo>
                    <a:pt x="3112474" y="0"/>
                  </a:lnTo>
                  <a:lnTo>
                    <a:pt x="3111629" y="0"/>
                  </a:lnTo>
                  <a:lnTo>
                    <a:pt x="3110784" y="0"/>
                  </a:lnTo>
                  <a:lnTo>
                    <a:pt x="3109939" y="0"/>
                  </a:lnTo>
                  <a:lnTo>
                    <a:pt x="3109093" y="0"/>
                  </a:lnTo>
                  <a:lnTo>
                    <a:pt x="3108248" y="0"/>
                  </a:lnTo>
                  <a:lnTo>
                    <a:pt x="3107403" y="0"/>
                  </a:lnTo>
                  <a:lnTo>
                    <a:pt x="3106558" y="0"/>
                  </a:lnTo>
                  <a:lnTo>
                    <a:pt x="3105713" y="0"/>
                  </a:lnTo>
                  <a:lnTo>
                    <a:pt x="3104868" y="0"/>
                  </a:lnTo>
                  <a:lnTo>
                    <a:pt x="3104023" y="0"/>
                  </a:lnTo>
                  <a:lnTo>
                    <a:pt x="3103178" y="0"/>
                  </a:lnTo>
                  <a:lnTo>
                    <a:pt x="3102333" y="0"/>
                  </a:lnTo>
                  <a:lnTo>
                    <a:pt x="3101488" y="0"/>
                  </a:lnTo>
                  <a:lnTo>
                    <a:pt x="3100643" y="0"/>
                  </a:lnTo>
                  <a:lnTo>
                    <a:pt x="3099797" y="0"/>
                  </a:lnTo>
                  <a:lnTo>
                    <a:pt x="3098952" y="0"/>
                  </a:lnTo>
                  <a:lnTo>
                    <a:pt x="3098107" y="0"/>
                  </a:lnTo>
                  <a:lnTo>
                    <a:pt x="3097262" y="0"/>
                  </a:lnTo>
                  <a:lnTo>
                    <a:pt x="3096417" y="0"/>
                  </a:lnTo>
                  <a:lnTo>
                    <a:pt x="3095572" y="0"/>
                  </a:lnTo>
                  <a:lnTo>
                    <a:pt x="3094727" y="0"/>
                  </a:lnTo>
                  <a:lnTo>
                    <a:pt x="3093882" y="0"/>
                  </a:lnTo>
                  <a:lnTo>
                    <a:pt x="3093037" y="0"/>
                  </a:lnTo>
                  <a:lnTo>
                    <a:pt x="3092192" y="0"/>
                  </a:lnTo>
                  <a:lnTo>
                    <a:pt x="3091347" y="0"/>
                  </a:lnTo>
                  <a:lnTo>
                    <a:pt x="3090501" y="0"/>
                  </a:lnTo>
                  <a:lnTo>
                    <a:pt x="3089656" y="0"/>
                  </a:lnTo>
                  <a:lnTo>
                    <a:pt x="3088811" y="0"/>
                  </a:lnTo>
                  <a:lnTo>
                    <a:pt x="3087966" y="0"/>
                  </a:lnTo>
                  <a:lnTo>
                    <a:pt x="3087121" y="0"/>
                  </a:lnTo>
                  <a:lnTo>
                    <a:pt x="3086276" y="0"/>
                  </a:lnTo>
                  <a:lnTo>
                    <a:pt x="3085431" y="0"/>
                  </a:lnTo>
                  <a:lnTo>
                    <a:pt x="3084586" y="0"/>
                  </a:lnTo>
                  <a:lnTo>
                    <a:pt x="3083741" y="0"/>
                  </a:lnTo>
                  <a:lnTo>
                    <a:pt x="3082896" y="0"/>
                  </a:lnTo>
                  <a:lnTo>
                    <a:pt x="3082050" y="0"/>
                  </a:lnTo>
                  <a:lnTo>
                    <a:pt x="3081205" y="0"/>
                  </a:lnTo>
                  <a:lnTo>
                    <a:pt x="3080360" y="0"/>
                  </a:lnTo>
                  <a:lnTo>
                    <a:pt x="3079515" y="0"/>
                  </a:lnTo>
                  <a:lnTo>
                    <a:pt x="3078670" y="0"/>
                  </a:lnTo>
                  <a:lnTo>
                    <a:pt x="3077825" y="0"/>
                  </a:lnTo>
                  <a:lnTo>
                    <a:pt x="3076980" y="0"/>
                  </a:lnTo>
                  <a:lnTo>
                    <a:pt x="3076135" y="0"/>
                  </a:lnTo>
                  <a:lnTo>
                    <a:pt x="3075290" y="0"/>
                  </a:lnTo>
                  <a:lnTo>
                    <a:pt x="3074445" y="0"/>
                  </a:lnTo>
                  <a:lnTo>
                    <a:pt x="3073600" y="0"/>
                  </a:lnTo>
                  <a:lnTo>
                    <a:pt x="3072754" y="0"/>
                  </a:lnTo>
                  <a:lnTo>
                    <a:pt x="3071909" y="0"/>
                  </a:lnTo>
                  <a:lnTo>
                    <a:pt x="3071064" y="0"/>
                  </a:lnTo>
                  <a:lnTo>
                    <a:pt x="3070219" y="0"/>
                  </a:lnTo>
                  <a:lnTo>
                    <a:pt x="3069374" y="0"/>
                  </a:lnTo>
                  <a:lnTo>
                    <a:pt x="3068529" y="0"/>
                  </a:lnTo>
                  <a:lnTo>
                    <a:pt x="3067684" y="0"/>
                  </a:lnTo>
                  <a:lnTo>
                    <a:pt x="3066839" y="0"/>
                  </a:lnTo>
                  <a:lnTo>
                    <a:pt x="3065994" y="0"/>
                  </a:lnTo>
                  <a:lnTo>
                    <a:pt x="3065149" y="0"/>
                  </a:lnTo>
                  <a:lnTo>
                    <a:pt x="3064304" y="0"/>
                  </a:lnTo>
                  <a:lnTo>
                    <a:pt x="3063458" y="0"/>
                  </a:lnTo>
                  <a:lnTo>
                    <a:pt x="3062613" y="0"/>
                  </a:lnTo>
                  <a:lnTo>
                    <a:pt x="3061768" y="0"/>
                  </a:lnTo>
                  <a:lnTo>
                    <a:pt x="3060923" y="0"/>
                  </a:lnTo>
                  <a:lnTo>
                    <a:pt x="3060078" y="0"/>
                  </a:lnTo>
                  <a:lnTo>
                    <a:pt x="3059233" y="0"/>
                  </a:lnTo>
                  <a:lnTo>
                    <a:pt x="3058388" y="0"/>
                  </a:lnTo>
                  <a:lnTo>
                    <a:pt x="3057543" y="0"/>
                  </a:lnTo>
                  <a:lnTo>
                    <a:pt x="3056698" y="0"/>
                  </a:lnTo>
                  <a:lnTo>
                    <a:pt x="3055853" y="0"/>
                  </a:lnTo>
                  <a:lnTo>
                    <a:pt x="3055008" y="0"/>
                  </a:lnTo>
                  <a:lnTo>
                    <a:pt x="3054162" y="0"/>
                  </a:lnTo>
                  <a:lnTo>
                    <a:pt x="3053317" y="0"/>
                  </a:lnTo>
                  <a:lnTo>
                    <a:pt x="3052472" y="0"/>
                  </a:lnTo>
                  <a:lnTo>
                    <a:pt x="3051627" y="0"/>
                  </a:lnTo>
                  <a:lnTo>
                    <a:pt x="3050782" y="0"/>
                  </a:lnTo>
                  <a:lnTo>
                    <a:pt x="3049937" y="0"/>
                  </a:lnTo>
                  <a:lnTo>
                    <a:pt x="3049092" y="0"/>
                  </a:lnTo>
                  <a:lnTo>
                    <a:pt x="3048247" y="0"/>
                  </a:lnTo>
                  <a:lnTo>
                    <a:pt x="3047402" y="0"/>
                  </a:lnTo>
                  <a:lnTo>
                    <a:pt x="3046557" y="0"/>
                  </a:lnTo>
                  <a:lnTo>
                    <a:pt x="3045712" y="0"/>
                  </a:lnTo>
                  <a:lnTo>
                    <a:pt x="3044866" y="0"/>
                  </a:lnTo>
                  <a:lnTo>
                    <a:pt x="3044021" y="0"/>
                  </a:lnTo>
                  <a:lnTo>
                    <a:pt x="3043176" y="0"/>
                  </a:lnTo>
                  <a:lnTo>
                    <a:pt x="3042331" y="0"/>
                  </a:lnTo>
                  <a:lnTo>
                    <a:pt x="3041486" y="0"/>
                  </a:lnTo>
                  <a:lnTo>
                    <a:pt x="3040641" y="0"/>
                  </a:lnTo>
                  <a:lnTo>
                    <a:pt x="3039796" y="0"/>
                  </a:lnTo>
                  <a:lnTo>
                    <a:pt x="3038951" y="0"/>
                  </a:lnTo>
                  <a:lnTo>
                    <a:pt x="3038106" y="0"/>
                  </a:lnTo>
                  <a:lnTo>
                    <a:pt x="3037261" y="0"/>
                  </a:lnTo>
                  <a:lnTo>
                    <a:pt x="3036416" y="0"/>
                  </a:lnTo>
                  <a:lnTo>
                    <a:pt x="3035570" y="0"/>
                  </a:lnTo>
                  <a:lnTo>
                    <a:pt x="3034725" y="0"/>
                  </a:lnTo>
                  <a:lnTo>
                    <a:pt x="3033880" y="0"/>
                  </a:lnTo>
                  <a:lnTo>
                    <a:pt x="3033035" y="0"/>
                  </a:lnTo>
                  <a:lnTo>
                    <a:pt x="3032190" y="0"/>
                  </a:lnTo>
                  <a:lnTo>
                    <a:pt x="3031345" y="0"/>
                  </a:lnTo>
                  <a:lnTo>
                    <a:pt x="3030500" y="0"/>
                  </a:lnTo>
                  <a:lnTo>
                    <a:pt x="3029655" y="0"/>
                  </a:lnTo>
                  <a:lnTo>
                    <a:pt x="3028810" y="0"/>
                  </a:lnTo>
                  <a:lnTo>
                    <a:pt x="3027965" y="0"/>
                  </a:lnTo>
                  <a:lnTo>
                    <a:pt x="3027120" y="0"/>
                  </a:lnTo>
                  <a:lnTo>
                    <a:pt x="3026274" y="0"/>
                  </a:lnTo>
                  <a:lnTo>
                    <a:pt x="3025429" y="0"/>
                  </a:lnTo>
                  <a:lnTo>
                    <a:pt x="3024584" y="0"/>
                  </a:lnTo>
                  <a:lnTo>
                    <a:pt x="3023739" y="0"/>
                  </a:lnTo>
                  <a:lnTo>
                    <a:pt x="3022894" y="0"/>
                  </a:lnTo>
                  <a:lnTo>
                    <a:pt x="3022049" y="0"/>
                  </a:lnTo>
                  <a:lnTo>
                    <a:pt x="3021204" y="0"/>
                  </a:lnTo>
                  <a:lnTo>
                    <a:pt x="3020359" y="0"/>
                  </a:lnTo>
                  <a:lnTo>
                    <a:pt x="3019514" y="0"/>
                  </a:lnTo>
                  <a:lnTo>
                    <a:pt x="3018669" y="0"/>
                  </a:lnTo>
                  <a:lnTo>
                    <a:pt x="3017823" y="0"/>
                  </a:lnTo>
                  <a:lnTo>
                    <a:pt x="3016978" y="0"/>
                  </a:lnTo>
                  <a:lnTo>
                    <a:pt x="3016133" y="0"/>
                  </a:lnTo>
                  <a:lnTo>
                    <a:pt x="3015288" y="0"/>
                  </a:lnTo>
                  <a:lnTo>
                    <a:pt x="3014443" y="0"/>
                  </a:lnTo>
                  <a:lnTo>
                    <a:pt x="3013598" y="0"/>
                  </a:lnTo>
                  <a:lnTo>
                    <a:pt x="3012753" y="0"/>
                  </a:lnTo>
                  <a:lnTo>
                    <a:pt x="3011908" y="0"/>
                  </a:lnTo>
                  <a:lnTo>
                    <a:pt x="3011063" y="0"/>
                  </a:lnTo>
                  <a:lnTo>
                    <a:pt x="3010218" y="0"/>
                  </a:lnTo>
                  <a:lnTo>
                    <a:pt x="3009373" y="0"/>
                  </a:lnTo>
                  <a:lnTo>
                    <a:pt x="3008527" y="0"/>
                  </a:lnTo>
                  <a:lnTo>
                    <a:pt x="3007682" y="0"/>
                  </a:lnTo>
                  <a:lnTo>
                    <a:pt x="3006837" y="0"/>
                  </a:lnTo>
                  <a:lnTo>
                    <a:pt x="3005992" y="0"/>
                  </a:lnTo>
                  <a:lnTo>
                    <a:pt x="3005147" y="0"/>
                  </a:lnTo>
                  <a:lnTo>
                    <a:pt x="3004302" y="0"/>
                  </a:lnTo>
                  <a:lnTo>
                    <a:pt x="3003457" y="0"/>
                  </a:lnTo>
                  <a:lnTo>
                    <a:pt x="3002612" y="0"/>
                  </a:lnTo>
                  <a:lnTo>
                    <a:pt x="3001767" y="0"/>
                  </a:lnTo>
                  <a:lnTo>
                    <a:pt x="3000922" y="0"/>
                  </a:lnTo>
                  <a:lnTo>
                    <a:pt x="3000077" y="0"/>
                  </a:lnTo>
                  <a:lnTo>
                    <a:pt x="2999231" y="0"/>
                  </a:lnTo>
                  <a:lnTo>
                    <a:pt x="2998386" y="0"/>
                  </a:lnTo>
                  <a:lnTo>
                    <a:pt x="2997541" y="0"/>
                  </a:lnTo>
                  <a:lnTo>
                    <a:pt x="2996696" y="0"/>
                  </a:lnTo>
                  <a:lnTo>
                    <a:pt x="2995851" y="0"/>
                  </a:lnTo>
                  <a:lnTo>
                    <a:pt x="2995006" y="0"/>
                  </a:lnTo>
                  <a:lnTo>
                    <a:pt x="2994161" y="0"/>
                  </a:lnTo>
                  <a:lnTo>
                    <a:pt x="2993316" y="0"/>
                  </a:lnTo>
                  <a:lnTo>
                    <a:pt x="2992471" y="0"/>
                  </a:lnTo>
                  <a:lnTo>
                    <a:pt x="2991626" y="0"/>
                  </a:lnTo>
                  <a:lnTo>
                    <a:pt x="2990781" y="0"/>
                  </a:lnTo>
                  <a:lnTo>
                    <a:pt x="2989935" y="0"/>
                  </a:lnTo>
                  <a:lnTo>
                    <a:pt x="2989090" y="0"/>
                  </a:lnTo>
                  <a:lnTo>
                    <a:pt x="2988245" y="0"/>
                  </a:lnTo>
                  <a:lnTo>
                    <a:pt x="2987400" y="0"/>
                  </a:lnTo>
                  <a:lnTo>
                    <a:pt x="2986555" y="0"/>
                  </a:lnTo>
                  <a:lnTo>
                    <a:pt x="2985710" y="0"/>
                  </a:lnTo>
                  <a:lnTo>
                    <a:pt x="2984865" y="0"/>
                  </a:lnTo>
                  <a:lnTo>
                    <a:pt x="2984020" y="0"/>
                  </a:lnTo>
                  <a:lnTo>
                    <a:pt x="2983175" y="0"/>
                  </a:lnTo>
                  <a:lnTo>
                    <a:pt x="2982330" y="0"/>
                  </a:lnTo>
                  <a:lnTo>
                    <a:pt x="2981485" y="0"/>
                  </a:lnTo>
                  <a:lnTo>
                    <a:pt x="2980639" y="0"/>
                  </a:lnTo>
                  <a:lnTo>
                    <a:pt x="2979794" y="0"/>
                  </a:lnTo>
                  <a:lnTo>
                    <a:pt x="2978949" y="0"/>
                  </a:lnTo>
                  <a:lnTo>
                    <a:pt x="2978104" y="0"/>
                  </a:lnTo>
                  <a:lnTo>
                    <a:pt x="2977259" y="0"/>
                  </a:lnTo>
                  <a:lnTo>
                    <a:pt x="2976414" y="0"/>
                  </a:lnTo>
                  <a:lnTo>
                    <a:pt x="2975569" y="0"/>
                  </a:lnTo>
                  <a:lnTo>
                    <a:pt x="2974724" y="0"/>
                  </a:lnTo>
                  <a:lnTo>
                    <a:pt x="2973879" y="0"/>
                  </a:lnTo>
                  <a:lnTo>
                    <a:pt x="2973034" y="0"/>
                  </a:lnTo>
                  <a:lnTo>
                    <a:pt x="2972189" y="0"/>
                  </a:lnTo>
                  <a:lnTo>
                    <a:pt x="2971343" y="0"/>
                  </a:lnTo>
                  <a:lnTo>
                    <a:pt x="2970498" y="0"/>
                  </a:lnTo>
                  <a:lnTo>
                    <a:pt x="2969653" y="0"/>
                  </a:lnTo>
                  <a:lnTo>
                    <a:pt x="2968808" y="0"/>
                  </a:lnTo>
                  <a:lnTo>
                    <a:pt x="2967963" y="0"/>
                  </a:lnTo>
                  <a:lnTo>
                    <a:pt x="2967118" y="0"/>
                  </a:lnTo>
                  <a:lnTo>
                    <a:pt x="2966273" y="0"/>
                  </a:lnTo>
                  <a:lnTo>
                    <a:pt x="2965428" y="0"/>
                  </a:lnTo>
                  <a:lnTo>
                    <a:pt x="2964583" y="0"/>
                  </a:lnTo>
                  <a:lnTo>
                    <a:pt x="2963738" y="0"/>
                  </a:lnTo>
                  <a:lnTo>
                    <a:pt x="2962893" y="0"/>
                  </a:lnTo>
                  <a:lnTo>
                    <a:pt x="2962047" y="0"/>
                  </a:lnTo>
                  <a:lnTo>
                    <a:pt x="2961202" y="0"/>
                  </a:lnTo>
                  <a:lnTo>
                    <a:pt x="2960357" y="0"/>
                  </a:lnTo>
                  <a:lnTo>
                    <a:pt x="2959512" y="0"/>
                  </a:lnTo>
                  <a:lnTo>
                    <a:pt x="2958667" y="0"/>
                  </a:lnTo>
                  <a:lnTo>
                    <a:pt x="2957822" y="0"/>
                  </a:lnTo>
                  <a:lnTo>
                    <a:pt x="2956977" y="0"/>
                  </a:lnTo>
                  <a:lnTo>
                    <a:pt x="2956132" y="0"/>
                  </a:lnTo>
                  <a:lnTo>
                    <a:pt x="2955287" y="0"/>
                  </a:lnTo>
                  <a:lnTo>
                    <a:pt x="2954442" y="0"/>
                  </a:lnTo>
                  <a:lnTo>
                    <a:pt x="2953596" y="0"/>
                  </a:lnTo>
                  <a:lnTo>
                    <a:pt x="2952751" y="0"/>
                  </a:lnTo>
                  <a:lnTo>
                    <a:pt x="2951906" y="0"/>
                  </a:lnTo>
                  <a:lnTo>
                    <a:pt x="2951061" y="0"/>
                  </a:lnTo>
                  <a:lnTo>
                    <a:pt x="2950216" y="0"/>
                  </a:lnTo>
                  <a:lnTo>
                    <a:pt x="2949371" y="0"/>
                  </a:lnTo>
                  <a:lnTo>
                    <a:pt x="2948526" y="0"/>
                  </a:lnTo>
                  <a:lnTo>
                    <a:pt x="2947681" y="0"/>
                  </a:lnTo>
                  <a:lnTo>
                    <a:pt x="2946836" y="0"/>
                  </a:lnTo>
                  <a:lnTo>
                    <a:pt x="2945991" y="0"/>
                  </a:lnTo>
                  <a:lnTo>
                    <a:pt x="2945146" y="0"/>
                  </a:lnTo>
                  <a:lnTo>
                    <a:pt x="2944300" y="0"/>
                  </a:lnTo>
                  <a:lnTo>
                    <a:pt x="2943455" y="0"/>
                  </a:lnTo>
                  <a:lnTo>
                    <a:pt x="2942610" y="0"/>
                  </a:lnTo>
                  <a:lnTo>
                    <a:pt x="2941765" y="0"/>
                  </a:lnTo>
                  <a:lnTo>
                    <a:pt x="2940920" y="0"/>
                  </a:lnTo>
                  <a:lnTo>
                    <a:pt x="2940075" y="0"/>
                  </a:lnTo>
                  <a:lnTo>
                    <a:pt x="2939230" y="0"/>
                  </a:lnTo>
                  <a:lnTo>
                    <a:pt x="2938385" y="0"/>
                  </a:lnTo>
                  <a:lnTo>
                    <a:pt x="2937540" y="0"/>
                  </a:lnTo>
                  <a:lnTo>
                    <a:pt x="2936695" y="0"/>
                  </a:lnTo>
                  <a:lnTo>
                    <a:pt x="2935850" y="0"/>
                  </a:lnTo>
                  <a:lnTo>
                    <a:pt x="2935004" y="0"/>
                  </a:lnTo>
                  <a:lnTo>
                    <a:pt x="2934159" y="0"/>
                  </a:lnTo>
                  <a:lnTo>
                    <a:pt x="2933314" y="0"/>
                  </a:lnTo>
                  <a:lnTo>
                    <a:pt x="2932469" y="0"/>
                  </a:lnTo>
                  <a:lnTo>
                    <a:pt x="2931624" y="0"/>
                  </a:lnTo>
                  <a:lnTo>
                    <a:pt x="2930779" y="0"/>
                  </a:lnTo>
                  <a:lnTo>
                    <a:pt x="2929934" y="0"/>
                  </a:lnTo>
                  <a:lnTo>
                    <a:pt x="2929089" y="0"/>
                  </a:lnTo>
                  <a:lnTo>
                    <a:pt x="2928244" y="0"/>
                  </a:lnTo>
                  <a:lnTo>
                    <a:pt x="2927399" y="0"/>
                  </a:lnTo>
                  <a:lnTo>
                    <a:pt x="2926554" y="0"/>
                  </a:lnTo>
                  <a:lnTo>
                    <a:pt x="2925708" y="0"/>
                  </a:lnTo>
                  <a:lnTo>
                    <a:pt x="2924863" y="0"/>
                  </a:lnTo>
                  <a:lnTo>
                    <a:pt x="2924018" y="0"/>
                  </a:lnTo>
                  <a:lnTo>
                    <a:pt x="2923173" y="0"/>
                  </a:lnTo>
                  <a:lnTo>
                    <a:pt x="2922328" y="0"/>
                  </a:lnTo>
                  <a:lnTo>
                    <a:pt x="2921483" y="0"/>
                  </a:lnTo>
                  <a:lnTo>
                    <a:pt x="2920638" y="0"/>
                  </a:lnTo>
                  <a:lnTo>
                    <a:pt x="2919793" y="0"/>
                  </a:lnTo>
                  <a:lnTo>
                    <a:pt x="2918948" y="0"/>
                  </a:lnTo>
                  <a:lnTo>
                    <a:pt x="2918103" y="0"/>
                  </a:lnTo>
                  <a:lnTo>
                    <a:pt x="2917258" y="0"/>
                  </a:lnTo>
                  <a:lnTo>
                    <a:pt x="2916412" y="0"/>
                  </a:lnTo>
                  <a:lnTo>
                    <a:pt x="2915567" y="0"/>
                  </a:lnTo>
                  <a:lnTo>
                    <a:pt x="2914722" y="0"/>
                  </a:lnTo>
                  <a:lnTo>
                    <a:pt x="2913877" y="0"/>
                  </a:lnTo>
                  <a:lnTo>
                    <a:pt x="2913032" y="0"/>
                  </a:lnTo>
                  <a:lnTo>
                    <a:pt x="2912187" y="0"/>
                  </a:lnTo>
                  <a:lnTo>
                    <a:pt x="2911342" y="0"/>
                  </a:lnTo>
                  <a:lnTo>
                    <a:pt x="2910497" y="0"/>
                  </a:lnTo>
                  <a:lnTo>
                    <a:pt x="2909652" y="0"/>
                  </a:lnTo>
                  <a:lnTo>
                    <a:pt x="2908807" y="0"/>
                  </a:lnTo>
                  <a:lnTo>
                    <a:pt x="2907962" y="0"/>
                  </a:lnTo>
                  <a:lnTo>
                    <a:pt x="2907116" y="0"/>
                  </a:lnTo>
                  <a:lnTo>
                    <a:pt x="2906271" y="0"/>
                  </a:lnTo>
                  <a:lnTo>
                    <a:pt x="2905426" y="0"/>
                  </a:lnTo>
                  <a:lnTo>
                    <a:pt x="2904581" y="0"/>
                  </a:lnTo>
                  <a:lnTo>
                    <a:pt x="2903736" y="0"/>
                  </a:lnTo>
                  <a:lnTo>
                    <a:pt x="2902891" y="0"/>
                  </a:lnTo>
                  <a:lnTo>
                    <a:pt x="2902046" y="0"/>
                  </a:lnTo>
                  <a:lnTo>
                    <a:pt x="2901201" y="0"/>
                  </a:lnTo>
                  <a:lnTo>
                    <a:pt x="2900356" y="0"/>
                  </a:lnTo>
                  <a:lnTo>
                    <a:pt x="2899511" y="0"/>
                  </a:lnTo>
                  <a:lnTo>
                    <a:pt x="2898666" y="0"/>
                  </a:lnTo>
                  <a:lnTo>
                    <a:pt x="2897820" y="0"/>
                  </a:lnTo>
                  <a:lnTo>
                    <a:pt x="2896975" y="0"/>
                  </a:lnTo>
                  <a:lnTo>
                    <a:pt x="2896130" y="0"/>
                  </a:lnTo>
                  <a:lnTo>
                    <a:pt x="2895285" y="0"/>
                  </a:lnTo>
                  <a:lnTo>
                    <a:pt x="2894440" y="0"/>
                  </a:lnTo>
                  <a:lnTo>
                    <a:pt x="2893595" y="0"/>
                  </a:lnTo>
                  <a:lnTo>
                    <a:pt x="2892750" y="0"/>
                  </a:lnTo>
                  <a:lnTo>
                    <a:pt x="2891905" y="0"/>
                  </a:lnTo>
                  <a:lnTo>
                    <a:pt x="2891060" y="0"/>
                  </a:lnTo>
                  <a:lnTo>
                    <a:pt x="2890215" y="0"/>
                  </a:lnTo>
                  <a:lnTo>
                    <a:pt x="2889369" y="0"/>
                  </a:lnTo>
                  <a:lnTo>
                    <a:pt x="2888524" y="0"/>
                  </a:lnTo>
                  <a:lnTo>
                    <a:pt x="2887679" y="0"/>
                  </a:lnTo>
                  <a:lnTo>
                    <a:pt x="2886834" y="0"/>
                  </a:lnTo>
                  <a:lnTo>
                    <a:pt x="2885989" y="0"/>
                  </a:lnTo>
                  <a:lnTo>
                    <a:pt x="2885144" y="0"/>
                  </a:lnTo>
                  <a:lnTo>
                    <a:pt x="2884299" y="0"/>
                  </a:lnTo>
                  <a:lnTo>
                    <a:pt x="2883454" y="0"/>
                  </a:lnTo>
                  <a:lnTo>
                    <a:pt x="2882609" y="0"/>
                  </a:lnTo>
                  <a:lnTo>
                    <a:pt x="2881764" y="0"/>
                  </a:lnTo>
                  <a:lnTo>
                    <a:pt x="2880919" y="0"/>
                  </a:lnTo>
                  <a:lnTo>
                    <a:pt x="2880073" y="0"/>
                  </a:lnTo>
                  <a:lnTo>
                    <a:pt x="2879228" y="0"/>
                  </a:lnTo>
                  <a:lnTo>
                    <a:pt x="2878383" y="0"/>
                  </a:lnTo>
                  <a:lnTo>
                    <a:pt x="2877538" y="0"/>
                  </a:lnTo>
                  <a:lnTo>
                    <a:pt x="2876693" y="0"/>
                  </a:lnTo>
                  <a:lnTo>
                    <a:pt x="2875848" y="0"/>
                  </a:lnTo>
                  <a:lnTo>
                    <a:pt x="2875003" y="0"/>
                  </a:lnTo>
                  <a:lnTo>
                    <a:pt x="2874158" y="0"/>
                  </a:lnTo>
                  <a:lnTo>
                    <a:pt x="2873313" y="0"/>
                  </a:lnTo>
                  <a:lnTo>
                    <a:pt x="2872468" y="0"/>
                  </a:lnTo>
                  <a:lnTo>
                    <a:pt x="2871623" y="0"/>
                  </a:lnTo>
                  <a:lnTo>
                    <a:pt x="2870777" y="0"/>
                  </a:lnTo>
                  <a:lnTo>
                    <a:pt x="2869932" y="0"/>
                  </a:lnTo>
                  <a:lnTo>
                    <a:pt x="2869087" y="0"/>
                  </a:lnTo>
                  <a:lnTo>
                    <a:pt x="2868242" y="0"/>
                  </a:lnTo>
                  <a:lnTo>
                    <a:pt x="2867397" y="0"/>
                  </a:lnTo>
                  <a:lnTo>
                    <a:pt x="2866552" y="0"/>
                  </a:lnTo>
                  <a:lnTo>
                    <a:pt x="2865707" y="0"/>
                  </a:lnTo>
                  <a:lnTo>
                    <a:pt x="2864862" y="0"/>
                  </a:lnTo>
                  <a:lnTo>
                    <a:pt x="2864017" y="0"/>
                  </a:lnTo>
                  <a:lnTo>
                    <a:pt x="2863172" y="0"/>
                  </a:lnTo>
                  <a:lnTo>
                    <a:pt x="2862327" y="0"/>
                  </a:lnTo>
                  <a:lnTo>
                    <a:pt x="2861481" y="0"/>
                  </a:lnTo>
                  <a:lnTo>
                    <a:pt x="2860636" y="0"/>
                  </a:lnTo>
                  <a:lnTo>
                    <a:pt x="2859791" y="0"/>
                  </a:lnTo>
                  <a:lnTo>
                    <a:pt x="2858946" y="0"/>
                  </a:lnTo>
                  <a:lnTo>
                    <a:pt x="2858101" y="0"/>
                  </a:lnTo>
                  <a:lnTo>
                    <a:pt x="2857256" y="0"/>
                  </a:lnTo>
                  <a:lnTo>
                    <a:pt x="2856411" y="0"/>
                  </a:lnTo>
                  <a:lnTo>
                    <a:pt x="2855566" y="0"/>
                  </a:lnTo>
                  <a:lnTo>
                    <a:pt x="2854721" y="0"/>
                  </a:lnTo>
                  <a:lnTo>
                    <a:pt x="2853876" y="0"/>
                  </a:lnTo>
                  <a:lnTo>
                    <a:pt x="2853031" y="0"/>
                  </a:lnTo>
                  <a:lnTo>
                    <a:pt x="2852185" y="0"/>
                  </a:lnTo>
                  <a:lnTo>
                    <a:pt x="2851340" y="0"/>
                  </a:lnTo>
                  <a:lnTo>
                    <a:pt x="2850495" y="0"/>
                  </a:lnTo>
                  <a:lnTo>
                    <a:pt x="2849650" y="0"/>
                  </a:lnTo>
                  <a:lnTo>
                    <a:pt x="2848805" y="0"/>
                  </a:lnTo>
                  <a:lnTo>
                    <a:pt x="2847960" y="0"/>
                  </a:lnTo>
                  <a:lnTo>
                    <a:pt x="2847115" y="0"/>
                  </a:lnTo>
                  <a:lnTo>
                    <a:pt x="2846270" y="0"/>
                  </a:lnTo>
                  <a:lnTo>
                    <a:pt x="2845425" y="0"/>
                  </a:lnTo>
                  <a:lnTo>
                    <a:pt x="2844580" y="0"/>
                  </a:lnTo>
                  <a:lnTo>
                    <a:pt x="2843735" y="0"/>
                  </a:lnTo>
                  <a:lnTo>
                    <a:pt x="2842889" y="0"/>
                  </a:lnTo>
                  <a:lnTo>
                    <a:pt x="2842044" y="0"/>
                  </a:lnTo>
                  <a:lnTo>
                    <a:pt x="2841199" y="0"/>
                  </a:lnTo>
                  <a:lnTo>
                    <a:pt x="2840354" y="0"/>
                  </a:lnTo>
                  <a:lnTo>
                    <a:pt x="2839509" y="0"/>
                  </a:lnTo>
                  <a:lnTo>
                    <a:pt x="2838664" y="0"/>
                  </a:lnTo>
                  <a:lnTo>
                    <a:pt x="2837819" y="0"/>
                  </a:lnTo>
                  <a:lnTo>
                    <a:pt x="2836974" y="0"/>
                  </a:lnTo>
                  <a:lnTo>
                    <a:pt x="2836129" y="0"/>
                  </a:lnTo>
                  <a:lnTo>
                    <a:pt x="2835284" y="0"/>
                  </a:lnTo>
                  <a:lnTo>
                    <a:pt x="2834438" y="0"/>
                  </a:lnTo>
                  <a:lnTo>
                    <a:pt x="2833593" y="0"/>
                  </a:lnTo>
                  <a:lnTo>
                    <a:pt x="2832748" y="0"/>
                  </a:lnTo>
                  <a:lnTo>
                    <a:pt x="2831903" y="0"/>
                  </a:lnTo>
                  <a:lnTo>
                    <a:pt x="2831058" y="0"/>
                  </a:lnTo>
                  <a:lnTo>
                    <a:pt x="2830213" y="0"/>
                  </a:lnTo>
                  <a:lnTo>
                    <a:pt x="2829368" y="0"/>
                  </a:lnTo>
                  <a:lnTo>
                    <a:pt x="2828523" y="0"/>
                  </a:lnTo>
                  <a:lnTo>
                    <a:pt x="2827678" y="0"/>
                  </a:lnTo>
                  <a:lnTo>
                    <a:pt x="2826833" y="0"/>
                  </a:lnTo>
                  <a:lnTo>
                    <a:pt x="2825988" y="0"/>
                  </a:lnTo>
                  <a:lnTo>
                    <a:pt x="2825142" y="0"/>
                  </a:lnTo>
                  <a:lnTo>
                    <a:pt x="2824297" y="0"/>
                  </a:lnTo>
                  <a:lnTo>
                    <a:pt x="2823452" y="0"/>
                  </a:lnTo>
                  <a:lnTo>
                    <a:pt x="2822607" y="0"/>
                  </a:lnTo>
                  <a:lnTo>
                    <a:pt x="2821762" y="0"/>
                  </a:lnTo>
                  <a:lnTo>
                    <a:pt x="2820917" y="0"/>
                  </a:lnTo>
                  <a:lnTo>
                    <a:pt x="2820072" y="0"/>
                  </a:lnTo>
                  <a:lnTo>
                    <a:pt x="2819227" y="0"/>
                  </a:lnTo>
                  <a:lnTo>
                    <a:pt x="2818382" y="0"/>
                  </a:lnTo>
                  <a:lnTo>
                    <a:pt x="2817537" y="0"/>
                  </a:lnTo>
                  <a:lnTo>
                    <a:pt x="2816692" y="0"/>
                  </a:lnTo>
                  <a:lnTo>
                    <a:pt x="2815846" y="0"/>
                  </a:lnTo>
                  <a:lnTo>
                    <a:pt x="2815001" y="0"/>
                  </a:lnTo>
                  <a:lnTo>
                    <a:pt x="2814156" y="0"/>
                  </a:lnTo>
                  <a:lnTo>
                    <a:pt x="2813311" y="0"/>
                  </a:lnTo>
                  <a:lnTo>
                    <a:pt x="2812466" y="0"/>
                  </a:lnTo>
                  <a:lnTo>
                    <a:pt x="2811621" y="0"/>
                  </a:lnTo>
                  <a:lnTo>
                    <a:pt x="2810776" y="0"/>
                  </a:lnTo>
                  <a:lnTo>
                    <a:pt x="2809931" y="0"/>
                  </a:lnTo>
                  <a:lnTo>
                    <a:pt x="2809086" y="0"/>
                  </a:lnTo>
                  <a:lnTo>
                    <a:pt x="2808241" y="0"/>
                  </a:lnTo>
                  <a:lnTo>
                    <a:pt x="2807396" y="0"/>
                  </a:lnTo>
                  <a:lnTo>
                    <a:pt x="2806550" y="0"/>
                  </a:lnTo>
                  <a:lnTo>
                    <a:pt x="2805705" y="0"/>
                  </a:lnTo>
                  <a:lnTo>
                    <a:pt x="2804860" y="0"/>
                  </a:lnTo>
                  <a:lnTo>
                    <a:pt x="2804015" y="0"/>
                  </a:lnTo>
                  <a:lnTo>
                    <a:pt x="2803170" y="0"/>
                  </a:lnTo>
                  <a:lnTo>
                    <a:pt x="2802325" y="0"/>
                  </a:lnTo>
                  <a:lnTo>
                    <a:pt x="2801480" y="0"/>
                  </a:lnTo>
                  <a:lnTo>
                    <a:pt x="2800635" y="0"/>
                  </a:lnTo>
                  <a:lnTo>
                    <a:pt x="2799790" y="0"/>
                  </a:lnTo>
                  <a:lnTo>
                    <a:pt x="2798945" y="0"/>
                  </a:lnTo>
                  <a:lnTo>
                    <a:pt x="2798100" y="0"/>
                  </a:lnTo>
                  <a:lnTo>
                    <a:pt x="2797254" y="0"/>
                  </a:lnTo>
                  <a:lnTo>
                    <a:pt x="2796409" y="0"/>
                  </a:lnTo>
                  <a:lnTo>
                    <a:pt x="2795564" y="0"/>
                  </a:lnTo>
                  <a:lnTo>
                    <a:pt x="2794719" y="0"/>
                  </a:lnTo>
                  <a:lnTo>
                    <a:pt x="2793874" y="0"/>
                  </a:lnTo>
                  <a:lnTo>
                    <a:pt x="2793029" y="0"/>
                  </a:lnTo>
                  <a:lnTo>
                    <a:pt x="2792184" y="0"/>
                  </a:lnTo>
                  <a:lnTo>
                    <a:pt x="2791339" y="0"/>
                  </a:lnTo>
                  <a:lnTo>
                    <a:pt x="2790494" y="0"/>
                  </a:lnTo>
                  <a:lnTo>
                    <a:pt x="2789649" y="0"/>
                  </a:lnTo>
                  <a:lnTo>
                    <a:pt x="2788804" y="0"/>
                  </a:lnTo>
                  <a:lnTo>
                    <a:pt x="2787958" y="0"/>
                  </a:lnTo>
                  <a:lnTo>
                    <a:pt x="2787113" y="0"/>
                  </a:lnTo>
                  <a:lnTo>
                    <a:pt x="2786268" y="0"/>
                  </a:lnTo>
                  <a:lnTo>
                    <a:pt x="2785423" y="0"/>
                  </a:lnTo>
                  <a:lnTo>
                    <a:pt x="2784578" y="0"/>
                  </a:lnTo>
                  <a:lnTo>
                    <a:pt x="2783733" y="0"/>
                  </a:lnTo>
                  <a:lnTo>
                    <a:pt x="2782888" y="0"/>
                  </a:lnTo>
                  <a:lnTo>
                    <a:pt x="2782043" y="0"/>
                  </a:lnTo>
                  <a:lnTo>
                    <a:pt x="2781198" y="0"/>
                  </a:lnTo>
                  <a:lnTo>
                    <a:pt x="2780353" y="0"/>
                  </a:lnTo>
                  <a:lnTo>
                    <a:pt x="2779508" y="0"/>
                  </a:lnTo>
                  <a:lnTo>
                    <a:pt x="2778662" y="0"/>
                  </a:lnTo>
                  <a:lnTo>
                    <a:pt x="2777817" y="0"/>
                  </a:lnTo>
                  <a:lnTo>
                    <a:pt x="2776972" y="0"/>
                  </a:lnTo>
                  <a:lnTo>
                    <a:pt x="2776127" y="0"/>
                  </a:lnTo>
                  <a:lnTo>
                    <a:pt x="2775282" y="0"/>
                  </a:lnTo>
                  <a:lnTo>
                    <a:pt x="2774437" y="0"/>
                  </a:lnTo>
                  <a:lnTo>
                    <a:pt x="2773592" y="0"/>
                  </a:lnTo>
                  <a:lnTo>
                    <a:pt x="2772747" y="0"/>
                  </a:lnTo>
                  <a:lnTo>
                    <a:pt x="2771902" y="0"/>
                  </a:lnTo>
                  <a:lnTo>
                    <a:pt x="2771057" y="0"/>
                  </a:lnTo>
                  <a:lnTo>
                    <a:pt x="2770211" y="0"/>
                  </a:lnTo>
                  <a:lnTo>
                    <a:pt x="2769366" y="0"/>
                  </a:lnTo>
                  <a:lnTo>
                    <a:pt x="2768521" y="0"/>
                  </a:lnTo>
                  <a:lnTo>
                    <a:pt x="2767676" y="0"/>
                  </a:lnTo>
                  <a:lnTo>
                    <a:pt x="2766831" y="0"/>
                  </a:lnTo>
                  <a:lnTo>
                    <a:pt x="2765986" y="0"/>
                  </a:lnTo>
                  <a:lnTo>
                    <a:pt x="2765141" y="0"/>
                  </a:lnTo>
                  <a:lnTo>
                    <a:pt x="2764296" y="0"/>
                  </a:lnTo>
                  <a:lnTo>
                    <a:pt x="2763451" y="0"/>
                  </a:lnTo>
                  <a:lnTo>
                    <a:pt x="2762606" y="0"/>
                  </a:lnTo>
                  <a:lnTo>
                    <a:pt x="2761761" y="0"/>
                  </a:lnTo>
                  <a:lnTo>
                    <a:pt x="2760915" y="0"/>
                  </a:lnTo>
                  <a:lnTo>
                    <a:pt x="2760070" y="0"/>
                  </a:lnTo>
                  <a:lnTo>
                    <a:pt x="2759225" y="0"/>
                  </a:lnTo>
                  <a:lnTo>
                    <a:pt x="2758380" y="0"/>
                  </a:lnTo>
                  <a:lnTo>
                    <a:pt x="2757535" y="0"/>
                  </a:lnTo>
                  <a:lnTo>
                    <a:pt x="2756690" y="0"/>
                  </a:lnTo>
                  <a:lnTo>
                    <a:pt x="2755845" y="0"/>
                  </a:lnTo>
                  <a:lnTo>
                    <a:pt x="2755000" y="0"/>
                  </a:lnTo>
                  <a:lnTo>
                    <a:pt x="2754155" y="0"/>
                  </a:lnTo>
                  <a:lnTo>
                    <a:pt x="2753310" y="0"/>
                  </a:lnTo>
                  <a:lnTo>
                    <a:pt x="2752465" y="0"/>
                  </a:lnTo>
                  <a:lnTo>
                    <a:pt x="2751619" y="0"/>
                  </a:lnTo>
                  <a:lnTo>
                    <a:pt x="2750774" y="0"/>
                  </a:lnTo>
                  <a:lnTo>
                    <a:pt x="2749929" y="0"/>
                  </a:lnTo>
                  <a:lnTo>
                    <a:pt x="2749084" y="0"/>
                  </a:lnTo>
                  <a:lnTo>
                    <a:pt x="2748239" y="0"/>
                  </a:lnTo>
                  <a:lnTo>
                    <a:pt x="2747394" y="0"/>
                  </a:lnTo>
                  <a:lnTo>
                    <a:pt x="2746549" y="0"/>
                  </a:lnTo>
                  <a:lnTo>
                    <a:pt x="2745704" y="0"/>
                  </a:lnTo>
                  <a:lnTo>
                    <a:pt x="2744859" y="0"/>
                  </a:lnTo>
                  <a:lnTo>
                    <a:pt x="2744014" y="0"/>
                  </a:lnTo>
                  <a:lnTo>
                    <a:pt x="2743169" y="0"/>
                  </a:lnTo>
                  <a:lnTo>
                    <a:pt x="2742323" y="0"/>
                  </a:lnTo>
                  <a:lnTo>
                    <a:pt x="2741478" y="0"/>
                  </a:lnTo>
                  <a:lnTo>
                    <a:pt x="2740633" y="0"/>
                  </a:lnTo>
                  <a:lnTo>
                    <a:pt x="2739788" y="0"/>
                  </a:lnTo>
                  <a:lnTo>
                    <a:pt x="2738943" y="0"/>
                  </a:lnTo>
                  <a:lnTo>
                    <a:pt x="2738098" y="0"/>
                  </a:lnTo>
                  <a:lnTo>
                    <a:pt x="2737253" y="0"/>
                  </a:lnTo>
                  <a:lnTo>
                    <a:pt x="2736408" y="0"/>
                  </a:lnTo>
                  <a:lnTo>
                    <a:pt x="2735563" y="0"/>
                  </a:lnTo>
                  <a:lnTo>
                    <a:pt x="2734718" y="0"/>
                  </a:lnTo>
                  <a:lnTo>
                    <a:pt x="2733873" y="0"/>
                  </a:lnTo>
                  <a:lnTo>
                    <a:pt x="2733027" y="0"/>
                  </a:lnTo>
                  <a:lnTo>
                    <a:pt x="2732182" y="0"/>
                  </a:lnTo>
                  <a:lnTo>
                    <a:pt x="2731337" y="0"/>
                  </a:lnTo>
                  <a:lnTo>
                    <a:pt x="2730492" y="0"/>
                  </a:lnTo>
                  <a:lnTo>
                    <a:pt x="2729647" y="0"/>
                  </a:lnTo>
                  <a:lnTo>
                    <a:pt x="2728802" y="0"/>
                  </a:lnTo>
                  <a:lnTo>
                    <a:pt x="2727957" y="0"/>
                  </a:lnTo>
                  <a:lnTo>
                    <a:pt x="2727112" y="0"/>
                  </a:lnTo>
                  <a:lnTo>
                    <a:pt x="2726267" y="0"/>
                  </a:lnTo>
                  <a:lnTo>
                    <a:pt x="2725422" y="0"/>
                  </a:lnTo>
                  <a:lnTo>
                    <a:pt x="2724577" y="0"/>
                  </a:lnTo>
                  <a:lnTo>
                    <a:pt x="2723731" y="0"/>
                  </a:lnTo>
                  <a:lnTo>
                    <a:pt x="2722886" y="0"/>
                  </a:lnTo>
                  <a:lnTo>
                    <a:pt x="2722041" y="0"/>
                  </a:lnTo>
                  <a:lnTo>
                    <a:pt x="2721196" y="0"/>
                  </a:lnTo>
                  <a:lnTo>
                    <a:pt x="2720351" y="0"/>
                  </a:lnTo>
                  <a:lnTo>
                    <a:pt x="2719506" y="0"/>
                  </a:lnTo>
                  <a:lnTo>
                    <a:pt x="2718661" y="0"/>
                  </a:lnTo>
                  <a:lnTo>
                    <a:pt x="2717816" y="0"/>
                  </a:lnTo>
                  <a:lnTo>
                    <a:pt x="2716971" y="0"/>
                  </a:lnTo>
                  <a:lnTo>
                    <a:pt x="2716126" y="0"/>
                  </a:lnTo>
                  <a:lnTo>
                    <a:pt x="2715281" y="0"/>
                  </a:lnTo>
                  <a:lnTo>
                    <a:pt x="2714435" y="0"/>
                  </a:lnTo>
                  <a:lnTo>
                    <a:pt x="2713590" y="0"/>
                  </a:lnTo>
                  <a:lnTo>
                    <a:pt x="2712745" y="0"/>
                  </a:lnTo>
                  <a:lnTo>
                    <a:pt x="2711900" y="0"/>
                  </a:lnTo>
                  <a:lnTo>
                    <a:pt x="2711055" y="0"/>
                  </a:lnTo>
                  <a:lnTo>
                    <a:pt x="2710210" y="0"/>
                  </a:lnTo>
                  <a:lnTo>
                    <a:pt x="2709365" y="0"/>
                  </a:lnTo>
                  <a:lnTo>
                    <a:pt x="2708520" y="0"/>
                  </a:lnTo>
                  <a:lnTo>
                    <a:pt x="2707675" y="0"/>
                  </a:lnTo>
                  <a:lnTo>
                    <a:pt x="2706830" y="0"/>
                  </a:lnTo>
                  <a:lnTo>
                    <a:pt x="2705984" y="0"/>
                  </a:lnTo>
                  <a:lnTo>
                    <a:pt x="2705139" y="0"/>
                  </a:lnTo>
                  <a:lnTo>
                    <a:pt x="2704294" y="0"/>
                  </a:lnTo>
                  <a:lnTo>
                    <a:pt x="2703449" y="0"/>
                  </a:lnTo>
                  <a:lnTo>
                    <a:pt x="2702604" y="0"/>
                  </a:lnTo>
                  <a:lnTo>
                    <a:pt x="2701759" y="0"/>
                  </a:lnTo>
                  <a:lnTo>
                    <a:pt x="2700914" y="0"/>
                  </a:lnTo>
                  <a:lnTo>
                    <a:pt x="2700069" y="0"/>
                  </a:lnTo>
                  <a:lnTo>
                    <a:pt x="2699224" y="0"/>
                  </a:lnTo>
                  <a:lnTo>
                    <a:pt x="2698379" y="0"/>
                  </a:lnTo>
                  <a:lnTo>
                    <a:pt x="2697534" y="0"/>
                  </a:lnTo>
                  <a:lnTo>
                    <a:pt x="2696688" y="0"/>
                  </a:lnTo>
                  <a:lnTo>
                    <a:pt x="2695843" y="0"/>
                  </a:lnTo>
                  <a:lnTo>
                    <a:pt x="2694998" y="0"/>
                  </a:lnTo>
                  <a:lnTo>
                    <a:pt x="2694153" y="0"/>
                  </a:lnTo>
                  <a:lnTo>
                    <a:pt x="2693308" y="0"/>
                  </a:lnTo>
                  <a:lnTo>
                    <a:pt x="2692463" y="0"/>
                  </a:lnTo>
                  <a:lnTo>
                    <a:pt x="2691618" y="0"/>
                  </a:lnTo>
                  <a:lnTo>
                    <a:pt x="2690773" y="0"/>
                  </a:lnTo>
                  <a:lnTo>
                    <a:pt x="2689928" y="0"/>
                  </a:lnTo>
                  <a:lnTo>
                    <a:pt x="2689083" y="0"/>
                  </a:lnTo>
                  <a:lnTo>
                    <a:pt x="2688238" y="0"/>
                  </a:lnTo>
                  <a:lnTo>
                    <a:pt x="2687392" y="0"/>
                  </a:lnTo>
                  <a:lnTo>
                    <a:pt x="2686547" y="0"/>
                  </a:lnTo>
                  <a:lnTo>
                    <a:pt x="2685702" y="0"/>
                  </a:lnTo>
                  <a:lnTo>
                    <a:pt x="2684857" y="0"/>
                  </a:lnTo>
                  <a:lnTo>
                    <a:pt x="2684012" y="0"/>
                  </a:lnTo>
                  <a:lnTo>
                    <a:pt x="2683167" y="0"/>
                  </a:lnTo>
                  <a:lnTo>
                    <a:pt x="2682322" y="0"/>
                  </a:lnTo>
                  <a:lnTo>
                    <a:pt x="2681477" y="0"/>
                  </a:lnTo>
                  <a:lnTo>
                    <a:pt x="2680632" y="0"/>
                  </a:lnTo>
                  <a:lnTo>
                    <a:pt x="2679787" y="0"/>
                  </a:lnTo>
                  <a:lnTo>
                    <a:pt x="2678942" y="0"/>
                  </a:lnTo>
                  <a:lnTo>
                    <a:pt x="2678096" y="0"/>
                  </a:lnTo>
                  <a:lnTo>
                    <a:pt x="2677251" y="0"/>
                  </a:lnTo>
                  <a:lnTo>
                    <a:pt x="2676406" y="0"/>
                  </a:lnTo>
                  <a:lnTo>
                    <a:pt x="2675561" y="0"/>
                  </a:lnTo>
                  <a:lnTo>
                    <a:pt x="2674716" y="0"/>
                  </a:lnTo>
                  <a:lnTo>
                    <a:pt x="2673871" y="0"/>
                  </a:lnTo>
                  <a:lnTo>
                    <a:pt x="2673026" y="0"/>
                  </a:lnTo>
                  <a:lnTo>
                    <a:pt x="2672181" y="0"/>
                  </a:lnTo>
                  <a:lnTo>
                    <a:pt x="2671336" y="0"/>
                  </a:lnTo>
                  <a:lnTo>
                    <a:pt x="2670491" y="0"/>
                  </a:lnTo>
                  <a:lnTo>
                    <a:pt x="2669646" y="0"/>
                  </a:lnTo>
                  <a:lnTo>
                    <a:pt x="2668800" y="0"/>
                  </a:lnTo>
                  <a:lnTo>
                    <a:pt x="2667955" y="0"/>
                  </a:lnTo>
                  <a:lnTo>
                    <a:pt x="2667110" y="0"/>
                  </a:lnTo>
                  <a:lnTo>
                    <a:pt x="2666265" y="0"/>
                  </a:lnTo>
                  <a:lnTo>
                    <a:pt x="2665420" y="0"/>
                  </a:lnTo>
                  <a:lnTo>
                    <a:pt x="2664575" y="0"/>
                  </a:lnTo>
                  <a:lnTo>
                    <a:pt x="2663730" y="0"/>
                  </a:lnTo>
                  <a:lnTo>
                    <a:pt x="2662885" y="0"/>
                  </a:lnTo>
                  <a:lnTo>
                    <a:pt x="2662040" y="0"/>
                  </a:lnTo>
                  <a:lnTo>
                    <a:pt x="2661195" y="0"/>
                  </a:lnTo>
                  <a:lnTo>
                    <a:pt x="2660350" y="0"/>
                  </a:lnTo>
                  <a:lnTo>
                    <a:pt x="2659504" y="0"/>
                  </a:lnTo>
                  <a:lnTo>
                    <a:pt x="2658659" y="0"/>
                  </a:lnTo>
                  <a:lnTo>
                    <a:pt x="2657814" y="0"/>
                  </a:lnTo>
                  <a:lnTo>
                    <a:pt x="2656969" y="0"/>
                  </a:lnTo>
                  <a:lnTo>
                    <a:pt x="2656124" y="0"/>
                  </a:lnTo>
                  <a:lnTo>
                    <a:pt x="2655279" y="0"/>
                  </a:lnTo>
                  <a:lnTo>
                    <a:pt x="2654434" y="0"/>
                  </a:lnTo>
                  <a:lnTo>
                    <a:pt x="2653589" y="0"/>
                  </a:lnTo>
                  <a:lnTo>
                    <a:pt x="2652744" y="0"/>
                  </a:lnTo>
                  <a:lnTo>
                    <a:pt x="2651899" y="0"/>
                  </a:lnTo>
                  <a:lnTo>
                    <a:pt x="2651054" y="0"/>
                  </a:lnTo>
                  <a:lnTo>
                    <a:pt x="2650208" y="0"/>
                  </a:lnTo>
                  <a:lnTo>
                    <a:pt x="2649363" y="0"/>
                  </a:lnTo>
                  <a:lnTo>
                    <a:pt x="2648518" y="0"/>
                  </a:lnTo>
                  <a:lnTo>
                    <a:pt x="2647673" y="0"/>
                  </a:lnTo>
                  <a:lnTo>
                    <a:pt x="2646828" y="0"/>
                  </a:lnTo>
                  <a:lnTo>
                    <a:pt x="2645983" y="0"/>
                  </a:lnTo>
                  <a:lnTo>
                    <a:pt x="2645138" y="0"/>
                  </a:lnTo>
                  <a:lnTo>
                    <a:pt x="2644293" y="0"/>
                  </a:lnTo>
                  <a:lnTo>
                    <a:pt x="2643448" y="0"/>
                  </a:lnTo>
                  <a:lnTo>
                    <a:pt x="2642603" y="0"/>
                  </a:lnTo>
                  <a:lnTo>
                    <a:pt x="2641757" y="0"/>
                  </a:lnTo>
                  <a:lnTo>
                    <a:pt x="2640912" y="0"/>
                  </a:lnTo>
                  <a:lnTo>
                    <a:pt x="2640067" y="0"/>
                  </a:lnTo>
                  <a:lnTo>
                    <a:pt x="2639222" y="0"/>
                  </a:lnTo>
                  <a:lnTo>
                    <a:pt x="2638377" y="0"/>
                  </a:lnTo>
                  <a:lnTo>
                    <a:pt x="2637532" y="0"/>
                  </a:lnTo>
                  <a:lnTo>
                    <a:pt x="2636687" y="0"/>
                  </a:lnTo>
                  <a:lnTo>
                    <a:pt x="2635842" y="0"/>
                  </a:lnTo>
                  <a:lnTo>
                    <a:pt x="2634997" y="0"/>
                  </a:lnTo>
                  <a:lnTo>
                    <a:pt x="2634152" y="0"/>
                  </a:lnTo>
                  <a:lnTo>
                    <a:pt x="2633307" y="0"/>
                  </a:lnTo>
                  <a:lnTo>
                    <a:pt x="2632461" y="0"/>
                  </a:lnTo>
                  <a:lnTo>
                    <a:pt x="2631616" y="0"/>
                  </a:lnTo>
                  <a:lnTo>
                    <a:pt x="2630771" y="0"/>
                  </a:lnTo>
                  <a:lnTo>
                    <a:pt x="2629926" y="0"/>
                  </a:lnTo>
                  <a:lnTo>
                    <a:pt x="2629081" y="0"/>
                  </a:lnTo>
                  <a:lnTo>
                    <a:pt x="2628236" y="0"/>
                  </a:lnTo>
                  <a:lnTo>
                    <a:pt x="2627391" y="0"/>
                  </a:lnTo>
                  <a:lnTo>
                    <a:pt x="2626546" y="0"/>
                  </a:lnTo>
                  <a:lnTo>
                    <a:pt x="2625701" y="0"/>
                  </a:lnTo>
                  <a:lnTo>
                    <a:pt x="2624856" y="0"/>
                  </a:lnTo>
                  <a:lnTo>
                    <a:pt x="2624011" y="0"/>
                  </a:lnTo>
                  <a:lnTo>
                    <a:pt x="2623165" y="0"/>
                  </a:lnTo>
                  <a:lnTo>
                    <a:pt x="2622320" y="0"/>
                  </a:lnTo>
                  <a:lnTo>
                    <a:pt x="2621475" y="0"/>
                  </a:lnTo>
                  <a:lnTo>
                    <a:pt x="2620630" y="0"/>
                  </a:lnTo>
                  <a:lnTo>
                    <a:pt x="2619785" y="0"/>
                  </a:lnTo>
                  <a:lnTo>
                    <a:pt x="2618940" y="0"/>
                  </a:lnTo>
                  <a:lnTo>
                    <a:pt x="2618095" y="0"/>
                  </a:lnTo>
                  <a:lnTo>
                    <a:pt x="2617250" y="0"/>
                  </a:lnTo>
                  <a:lnTo>
                    <a:pt x="2616405" y="0"/>
                  </a:lnTo>
                  <a:lnTo>
                    <a:pt x="2615560" y="0"/>
                  </a:lnTo>
                  <a:lnTo>
                    <a:pt x="2614715" y="0"/>
                  </a:lnTo>
                  <a:lnTo>
                    <a:pt x="2613869" y="0"/>
                  </a:lnTo>
                  <a:lnTo>
                    <a:pt x="2613024" y="0"/>
                  </a:lnTo>
                  <a:lnTo>
                    <a:pt x="2612179" y="0"/>
                  </a:lnTo>
                  <a:lnTo>
                    <a:pt x="2611334" y="0"/>
                  </a:lnTo>
                  <a:lnTo>
                    <a:pt x="2610489" y="0"/>
                  </a:lnTo>
                  <a:lnTo>
                    <a:pt x="2609644" y="0"/>
                  </a:lnTo>
                  <a:lnTo>
                    <a:pt x="2608799" y="0"/>
                  </a:lnTo>
                  <a:lnTo>
                    <a:pt x="2607954" y="0"/>
                  </a:lnTo>
                  <a:lnTo>
                    <a:pt x="2607109" y="0"/>
                  </a:lnTo>
                  <a:lnTo>
                    <a:pt x="2606264" y="0"/>
                  </a:lnTo>
                  <a:lnTo>
                    <a:pt x="2605419" y="0"/>
                  </a:lnTo>
                  <a:lnTo>
                    <a:pt x="2604573" y="0"/>
                  </a:lnTo>
                  <a:lnTo>
                    <a:pt x="2603728" y="0"/>
                  </a:lnTo>
                  <a:lnTo>
                    <a:pt x="2602883" y="0"/>
                  </a:lnTo>
                  <a:lnTo>
                    <a:pt x="2602038" y="0"/>
                  </a:lnTo>
                  <a:lnTo>
                    <a:pt x="2601193" y="0"/>
                  </a:lnTo>
                  <a:lnTo>
                    <a:pt x="2600348" y="0"/>
                  </a:lnTo>
                  <a:lnTo>
                    <a:pt x="2599503" y="0"/>
                  </a:lnTo>
                  <a:lnTo>
                    <a:pt x="2598658" y="0"/>
                  </a:lnTo>
                  <a:lnTo>
                    <a:pt x="2597813" y="0"/>
                  </a:lnTo>
                  <a:lnTo>
                    <a:pt x="2596968" y="0"/>
                  </a:lnTo>
                  <a:lnTo>
                    <a:pt x="2596123" y="0"/>
                  </a:lnTo>
                  <a:lnTo>
                    <a:pt x="2595277" y="0"/>
                  </a:lnTo>
                  <a:lnTo>
                    <a:pt x="2594432" y="0"/>
                  </a:lnTo>
                  <a:lnTo>
                    <a:pt x="2593587" y="0"/>
                  </a:lnTo>
                  <a:lnTo>
                    <a:pt x="2592742" y="0"/>
                  </a:lnTo>
                  <a:lnTo>
                    <a:pt x="2591897" y="0"/>
                  </a:lnTo>
                  <a:lnTo>
                    <a:pt x="2591052" y="0"/>
                  </a:lnTo>
                  <a:lnTo>
                    <a:pt x="2590207" y="0"/>
                  </a:lnTo>
                  <a:lnTo>
                    <a:pt x="2589362" y="0"/>
                  </a:lnTo>
                  <a:lnTo>
                    <a:pt x="2588517" y="0"/>
                  </a:lnTo>
                  <a:lnTo>
                    <a:pt x="2587672" y="0"/>
                  </a:lnTo>
                  <a:lnTo>
                    <a:pt x="2586827" y="0"/>
                  </a:lnTo>
                  <a:lnTo>
                    <a:pt x="2585981" y="0"/>
                  </a:lnTo>
                  <a:lnTo>
                    <a:pt x="2585136" y="0"/>
                  </a:lnTo>
                  <a:lnTo>
                    <a:pt x="2584291" y="0"/>
                  </a:lnTo>
                  <a:lnTo>
                    <a:pt x="2583446" y="0"/>
                  </a:lnTo>
                  <a:lnTo>
                    <a:pt x="2582601" y="0"/>
                  </a:lnTo>
                  <a:lnTo>
                    <a:pt x="2581756" y="0"/>
                  </a:lnTo>
                  <a:lnTo>
                    <a:pt x="2580911" y="0"/>
                  </a:lnTo>
                  <a:lnTo>
                    <a:pt x="2580066" y="0"/>
                  </a:lnTo>
                  <a:lnTo>
                    <a:pt x="2579221" y="0"/>
                  </a:lnTo>
                  <a:lnTo>
                    <a:pt x="2578376" y="0"/>
                  </a:lnTo>
                  <a:lnTo>
                    <a:pt x="2577530" y="0"/>
                  </a:lnTo>
                  <a:lnTo>
                    <a:pt x="2576685" y="0"/>
                  </a:lnTo>
                  <a:lnTo>
                    <a:pt x="2575840" y="0"/>
                  </a:lnTo>
                  <a:lnTo>
                    <a:pt x="2574995" y="0"/>
                  </a:lnTo>
                  <a:lnTo>
                    <a:pt x="2574150" y="0"/>
                  </a:lnTo>
                  <a:lnTo>
                    <a:pt x="2573305" y="0"/>
                  </a:lnTo>
                  <a:lnTo>
                    <a:pt x="2572460" y="0"/>
                  </a:lnTo>
                  <a:lnTo>
                    <a:pt x="2571615" y="0"/>
                  </a:lnTo>
                  <a:lnTo>
                    <a:pt x="2570770" y="0"/>
                  </a:lnTo>
                  <a:lnTo>
                    <a:pt x="2569925" y="0"/>
                  </a:lnTo>
                  <a:lnTo>
                    <a:pt x="2569080" y="0"/>
                  </a:lnTo>
                  <a:lnTo>
                    <a:pt x="2568234" y="0"/>
                  </a:lnTo>
                  <a:lnTo>
                    <a:pt x="2567389" y="0"/>
                  </a:lnTo>
                  <a:lnTo>
                    <a:pt x="2566544" y="0"/>
                  </a:lnTo>
                  <a:lnTo>
                    <a:pt x="2565699" y="0"/>
                  </a:lnTo>
                  <a:lnTo>
                    <a:pt x="2564854" y="0"/>
                  </a:lnTo>
                  <a:lnTo>
                    <a:pt x="2564009" y="0"/>
                  </a:lnTo>
                  <a:lnTo>
                    <a:pt x="2563164" y="0"/>
                  </a:lnTo>
                  <a:lnTo>
                    <a:pt x="2562319" y="0"/>
                  </a:lnTo>
                  <a:lnTo>
                    <a:pt x="2561474" y="0"/>
                  </a:lnTo>
                  <a:lnTo>
                    <a:pt x="2560629" y="0"/>
                  </a:lnTo>
                  <a:lnTo>
                    <a:pt x="2559784" y="0"/>
                  </a:lnTo>
                  <a:lnTo>
                    <a:pt x="2558938" y="0"/>
                  </a:lnTo>
                  <a:lnTo>
                    <a:pt x="2558093" y="0"/>
                  </a:lnTo>
                  <a:lnTo>
                    <a:pt x="2557248" y="0"/>
                  </a:lnTo>
                  <a:lnTo>
                    <a:pt x="2556403" y="0"/>
                  </a:lnTo>
                  <a:lnTo>
                    <a:pt x="2555558" y="0"/>
                  </a:lnTo>
                  <a:lnTo>
                    <a:pt x="2554713" y="0"/>
                  </a:lnTo>
                  <a:lnTo>
                    <a:pt x="2553868" y="0"/>
                  </a:lnTo>
                  <a:lnTo>
                    <a:pt x="2553023" y="0"/>
                  </a:lnTo>
                  <a:lnTo>
                    <a:pt x="2552178" y="0"/>
                  </a:lnTo>
                  <a:lnTo>
                    <a:pt x="2551333" y="0"/>
                  </a:lnTo>
                  <a:lnTo>
                    <a:pt x="2550488" y="0"/>
                  </a:lnTo>
                  <a:lnTo>
                    <a:pt x="2549642" y="0"/>
                  </a:lnTo>
                  <a:lnTo>
                    <a:pt x="2548797" y="0"/>
                  </a:lnTo>
                  <a:lnTo>
                    <a:pt x="2547952" y="0"/>
                  </a:lnTo>
                  <a:lnTo>
                    <a:pt x="2547107" y="0"/>
                  </a:lnTo>
                  <a:lnTo>
                    <a:pt x="2546262" y="0"/>
                  </a:lnTo>
                  <a:lnTo>
                    <a:pt x="2545417" y="0"/>
                  </a:lnTo>
                  <a:lnTo>
                    <a:pt x="2544572" y="0"/>
                  </a:lnTo>
                  <a:lnTo>
                    <a:pt x="2543727" y="0"/>
                  </a:lnTo>
                  <a:lnTo>
                    <a:pt x="2542882" y="0"/>
                  </a:lnTo>
                  <a:lnTo>
                    <a:pt x="2542037" y="0"/>
                  </a:lnTo>
                  <a:lnTo>
                    <a:pt x="2541192" y="0"/>
                  </a:lnTo>
                  <a:lnTo>
                    <a:pt x="2540346" y="0"/>
                  </a:lnTo>
                  <a:lnTo>
                    <a:pt x="2539501" y="0"/>
                  </a:lnTo>
                  <a:lnTo>
                    <a:pt x="2538656" y="0"/>
                  </a:lnTo>
                  <a:lnTo>
                    <a:pt x="2537811" y="0"/>
                  </a:lnTo>
                  <a:lnTo>
                    <a:pt x="2536966" y="0"/>
                  </a:lnTo>
                  <a:lnTo>
                    <a:pt x="2536121" y="0"/>
                  </a:lnTo>
                  <a:lnTo>
                    <a:pt x="2535276" y="0"/>
                  </a:lnTo>
                  <a:lnTo>
                    <a:pt x="2534431" y="0"/>
                  </a:lnTo>
                  <a:lnTo>
                    <a:pt x="2533586" y="0"/>
                  </a:lnTo>
                  <a:lnTo>
                    <a:pt x="2532741" y="0"/>
                  </a:lnTo>
                  <a:lnTo>
                    <a:pt x="2531896" y="0"/>
                  </a:lnTo>
                  <a:lnTo>
                    <a:pt x="2531050" y="0"/>
                  </a:lnTo>
                  <a:lnTo>
                    <a:pt x="2530205" y="0"/>
                  </a:lnTo>
                  <a:lnTo>
                    <a:pt x="2529360" y="0"/>
                  </a:lnTo>
                  <a:lnTo>
                    <a:pt x="2528515" y="0"/>
                  </a:lnTo>
                  <a:lnTo>
                    <a:pt x="2527670" y="0"/>
                  </a:lnTo>
                  <a:lnTo>
                    <a:pt x="2526825" y="0"/>
                  </a:lnTo>
                  <a:lnTo>
                    <a:pt x="2525980" y="0"/>
                  </a:lnTo>
                  <a:lnTo>
                    <a:pt x="2525135" y="0"/>
                  </a:lnTo>
                  <a:lnTo>
                    <a:pt x="2524290" y="0"/>
                  </a:lnTo>
                  <a:lnTo>
                    <a:pt x="2523445" y="0"/>
                  </a:lnTo>
                  <a:lnTo>
                    <a:pt x="2522600" y="0"/>
                  </a:lnTo>
                  <a:lnTo>
                    <a:pt x="2521754" y="0"/>
                  </a:lnTo>
                  <a:lnTo>
                    <a:pt x="2520909" y="0"/>
                  </a:lnTo>
                  <a:lnTo>
                    <a:pt x="2520064" y="0"/>
                  </a:lnTo>
                  <a:lnTo>
                    <a:pt x="2519219" y="0"/>
                  </a:lnTo>
                  <a:lnTo>
                    <a:pt x="2518374" y="0"/>
                  </a:lnTo>
                  <a:lnTo>
                    <a:pt x="2517529" y="0"/>
                  </a:lnTo>
                  <a:lnTo>
                    <a:pt x="2516684" y="0"/>
                  </a:lnTo>
                  <a:lnTo>
                    <a:pt x="2515839" y="0"/>
                  </a:lnTo>
                  <a:lnTo>
                    <a:pt x="2514994" y="0"/>
                  </a:lnTo>
                  <a:lnTo>
                    <a:pt x="2514149" y="0"/>
                  </a:lnTo>
                  <a:lnTo>
                    <a:pt x="2513303" y="0"/>
                  </a:lnTo>
                  <a:lnTo>
                    <a:pt x="2512458" y="0"/>
                  </a:lnTo>
                  <a:lnTo>
                    <a:pt x="2511613" y="0"/>
                  </a:lnTo>
                  <a:lnTo>
                    <a:pt x="2510768" y="0"/>
                  </a:lnTo>
                  <a:lnTo>
                    <a:pt x="2509923" y="0"/>
                  </a:lnTo>
                  <a:lnTo>
                    <a:pt x="2509078" y="0"/>
                  </a:lnTo>
                  <a:lnTo>
                    <a:pt x="2508233" y="0"/>
                  </a:lnTo>
                  <a:lnTo>
                    <a:pt x="2507388" y="0"/>
                  </a:lnTo>
                  <a:lnTo>
                    <a:pt x="2506543" y="0"/>
                  </a:lnTo>
                  <a:lnTo>
                    <a:pt x="2505698" y="0"/>
                  </a:lnTo>
                  <a:lnTo>
                    <a:pt x="2504853" y="0"/>
                  </a:lnTo>
                  <a:lnTo>
                    <a:pt x="2504007" y="0"/>
                  </a:lnTo>
                  <a:lnTo>
                    <a:pt x="2503162" y="0"/>
                  </a:lnTo>
                  <a:lnTo>
                    <a:pt x="2502317" y="0"/>
                  </a:lnTo>
                  <a:lnTo>
                    <a:pt x="2501472" y="0"/>
                  </a:lnTo>
                  <a:lnTo>
                    <a:pt x="2500627" y="0"/>
                  </a:lnTo>
                  <a:lnTo>
                    <a:pt x="2499782" y="0"/>
                  </a:lnTo>
                  <a:lnTo>
                    <a:pt x="2498937" y="0"/>
                  </a:lnTo>
                  <a:lnTo>
                    <a:pt x="2498092" y="0"/>
                  </a:lnTo>
                  <a:lnTo>
                    <a:pt x="2497247" y="0"/>
                  </a:lnTo>
                  <a:lnTo>
                    <a:pt x="2496402" y="0"/>
                  </a:lnTo>
                  <a:lnTo>
                    <a:pt x="2495557" y="0"/>
                  </a:lnTo>
                  <a:lnTo>
                    <a:pt x="2494711" y="0"/>
                  </a:lnTo>
                  <a:lnTo>
                    <a:pt x="2493866" y="0"/>
                  </a:lnTo>
                  <a:lnTo>
                    <a:pt x="2493021" y="0"/>
                  </a:lnTo>
                  <a:lnTo>
                    <a:pt x="2492176" y="0"/>
                  </a:lnTo>
                  <a:lnTo>
                    <a:pt x="2491331" y="0"/>
                  </a:lnTo>
                  <a:lnTo>
                    <a:pt x="2490486" y="0"/>
                  </a:lnTo>
                  <a:lnTo>
                    <a:pt x="2489641" y="0"/>
                  </a:lnTo>
                  <a:lnTo>
                    <a:pt x="2488796" y="0"/>
                  </a:lnTo>
                  <a:lnTo>
                    <a:pt x="2487951" y="0"/>
                  </a:lnTo>
                  <a:lnTo>
                    <a:pt x="2487106" y="0"/>
                  </a:lnTo>
                  <a:lnTo>
                    <a:pt x="2486261" y="0"/>
                  </a:lnTo>
                  <a:lnTo>
                    <a:pt x="2485415" y="0"/>
                  </a:lnTo>
                  <a:lnTo>
                    <a:pt x="2484570" y="0"/>
                  </a:lnTo>
                  <a:lnTo>
                    <a:pt x="2483725" y="0"/>
                  </a:lnTo>
                  <a:lnTo>
                    <a:pt x="2482880" y="0"/>
                  </a:lnTo>
                  <a:lnTo>
                    <a:pt x="2482035" y="0"/>
                  </a:lnTo>
                  <a:lnTo>
                    <a:pt x="2481190" y="0"/>
                  </a:lnTo>
                  <a:lnTo>
                    <a:pt x="2480345" y="0"/>
                  </a:lnTo>
                  <a:lnTo>
                    <a:pt x="2479500" y="0"/>
                  </a:lnTo>
                  <a:lnTo>
                    <a:pt x="2478655" y="0"/>
                  </a:lnTo>
                  <a:lnTo>
                    <a:pt x="2477810" y="0"/>
                  </a:lnTo>
                  <a:lnTo>
                    <a:pt x="2476965" y="0"/>
                  </a:lnTo>
                  <a:lnTo>
                    <a:pt x="2476119" y="0"/>
                  </a:lnTo>
                  <a:lnTo>
                    <a:pt x="2475274" y="0"/>
                  </a:lnTo>
                  <a:lnTo>
                    <a:pt x="2474429" y="0"/>
                  </a:lnTo>
                  <a:lnTo>
                    <a:pt x="2473584" y="0"/>
                  </a:lnTo>
                  <a:lnTo>
                    <a:pt x="2472739" y="0"/>
                  </a:lnTo>
                  <a:lnTo>
                    <a:pt x="2471894" y="0"/>
                  </a:lnTo>
                  <a:lnTo>
                    <a:pt x="2471049" y="0"/>
                  </a:lnTo>
                  <a:lnTo>
                    <a:pt x="2470204" y="0"/>
                  </a:lnTo>
                  <a:lnTo>
                    <a:pt x="2469359" y="0"/>
                  </a:lnTo>
                  <a:lnTo>
                    <a:pt x="2468514" y="0"/>
                  </a:lnTo>
                  <a:lnTo>
                    <a:pt x="2467669" y="0"/>
                  </a:lnTo>
                  <a:lnTo>
                    <a:pt x="2466823" y="0"/>
                  </a:lnTo>
                  <a:lnTo>
                    <a:pt x="2465978" y="0"/>
                  </a:lnTo>
                  <a:lnTo>
                    <a:pt x="2465133" y="0"/>
                  </a:lnTo>
                  <a:lnTo>
                    <a:pt x="2464288" y="0"/>
                  </a:lnTo>
                  <a:lnTo>
                    <a:pt x="2463443" y="0"/>
                  </a:lnTo>
                  <a:lnTo>
                    <a:pt x="2462598" y="0"/>
                  </a:lnTo>
                  <a:lnTo>
                    <a:pt x="2461753" y="0"/>
                  </a:lnTo>
                  <a:lnTo>
                    <a:pt x="2460908" y="0"/>
                  </a:lnTo>
                  <a:lnTo>
                    <a:pt x="2460063" y="0"/>
                  </a:lnTo>
                  <a:lnTo>
                    <a:pt x="2459218" y="0"/>
                  </a:lnTo>
                  <a:lnTo>
                    <a:pt x="2458373" y="0"/>
                  </a:lnTo>
                  <a:lnTo>
                    <a:pt x="2457527" y="0"/>
                  </a:lnTo>
                  <a:lnTo>
                    <a:pt x="2456682" y="0"/>
                  </a:lnTo>
                  <a:lnTo>
                    <a:pt x="2455837" y="0"/>
                  </a:lnTo>
                  <a:lnTo>
                    <a:pt x="2454992" y="0"/>
                  </a:lnTo>
                  <a:lnTo>
                    <a:pt x="2454147" y="0"/>
                  </a:lnTo>
                  <a:lnTo>
                    <a:pt x="2453302" y="0"/>
                  </a:lnTo>
                  <a:lnTo>
                    <a:pt x="2452457" y="0"/>
                  </a:lnTo>
                  <a:lnTo>
                    <a:pt x="2451612" y="0"/>
                  </a:lnTo>
                  <a:lnTo>
                    <a:pt x="2450767" y="0"/>
                  </a:lnTo>
                  <a:lnTo>
                    <a:pt x="2449922" y="0"/>
                  </a:lnTo>
                  <a:lnTo>
                    <a:pt x="2449076" y="0"/>
                  </a:lnTo>
                  <a:lnTo>
                    <a:pt x="2448231" y="0"/>
                  </a:lnTo>
                  <a:lnTo>
                    <a:pt x="2447386" y="0"/>
                  </a:lnTo>
                  <a:lnTo>
                    <a:pt x="2446541" y="0"/>
                  </a:lnTo>
                  <a:lnTo>
                    <a:pt x="2445696" y="0"/>
                  </a:lnTo>
                  <a:lnTo>
                    <a:pt x="2444851" y="0"/>
                  </a:lnTo>
                  <a:lnTo>
                    <a:pt x="2444006" y="0"/>
                  </a:lnTo>
                  <a:lnTo>
                    <a:pt x="2443161" y="0"/>
                  </a:lnTo>
                  <a:lnTo>
                    <a:pt x="2442316" y="0"/>
                  </a:lnTo>
                  <a:lnTo>
                    <a:pt x="2441471" y="0"/>
                  </a:lnTo>
                  <a:lnTo>
                    <a:pt x="2440626" y="0"/>
                  </a:lnTo>
                  <a:lnTo>
                    <a:pt x="2439780" y="0"/>
                  </a:lnTo>
                  <a:lnTo>
                    <a:pt x="2438935" y="0"/>
                  </a:lnTo>
                  <a:lnTo>
                    <a:pt x="2438090" y="0"/>
                  </a:lnTo>
                  <a:lnTo>
                    <a:pt x="2437245" y="0"/>
                  </a:lnTo>
                  <a:lnTo>
                    <a:pt x="2436400" y="0"/>
                  </a:lnTo>
                  <a:lnTo>
                    <a:pt x="2435555" y="0"/>
                  </a:lnTo>
                  <a:lnTo>
                    <a:pt x="2434710" y="0"/>
                  </a:lnTo>
                  <a:lnTo>
                    <a:pt x="2433865" y="0"/>
                  </a:lnTo>
                  <a:lnTo>
                    <a:pt x="2433020" y="0"/>
                  </a:lnTo>
                  <a:lnTo>
                    <a:pt x="2432175" y="0"/>
                  </a:lnTo>
                  <a:lnTo>
                    <a:pt x="2431330" y="0"/>
                  </a:lnTo>
                  <a:lnTo>
                    <a:pt x="2430484" y="0"/>
                  </a:lnTo>
                  <a:lnTo>
                    <a:pt x="2429639" y="0"/>
                  </a:lnTo>
                  <a:lnTo>
                    <a:pt x="2428794" y="0"/>
                  </a:lnTo>
                  <a:lnTo>
                    <a:pt x="2427949" y="0"/>
                  </a:lnTo>
                  <a:lnTo>
                    <a:pt x="2427104" y="0"/>
                  </a:lnTo>
                  <a:lnTo>
                    <a:pt x="2426259" y="0"/>
                  </a:lnTo>
                  <a:lnTo>
                    <a:pt x="2425414" y="0"/>
                  </a:lnTo>
                  <a:lnTo>
                    <a:pt x="2424569" y="0"/>
                  </a:lnTo>
                  <a:lnTo>
                    <a:pt x="2423724" y="0"/>
                  </a:lnTo>
                  <a:lnTo>
                    <a:pt x="2422879" y="0"/>
                  </a:lnTo>
                  <a:lnTo>
                    <a:pt x="2422034" y="0"/>
                  </a:lnTo>
                  <a:lnTo>
                    <a:pt x="2421188" y="0"/>
                  </a:lnTo>
                  <a:lnTo>
                    <a:pt x="2420343" y="0"/>
                  </a:lnTo>
                  <a:lnTo>
                    <a:pt x="2419498" y="0"/>
                  </a:lnTo>
                  <a:lnTo>
                    <a:pt x="2418653" y="0"/>
                  </a:lnTo>
                  <a:lnTo>
                    <a:pt x="2417808" y="0"/>
                  </a:lnTo>
                  <a:lnTo>
                    <a:pt x="2416963" y="0"/>
                  </a:lnTo>
                  <a:lnTo>
                    <a:pt x="2416118" y="0"/>
                  </a:lnTo>
                  <a:lnTo>
                    <a:pt x="2415273" y="0"/>
                  </a:lnTo>
                  <a:lnTo>
                    <a:pt x="2414428" y="0"/>
                  </a:lnTo>
                  <a:lnTo>
                    <a:pt x="2413583" y="0"/>
                  </a:lnTo>
                  <a:lnTo>
                    <a:pt x="2412738" y="0"/>
                  </a:lnTo>
                  <a:lnTo>
                    <a:pt x="2411892" y="0"/>
                  </a:lnTo>
                  <a:lnTo>
                    <a:pt x="2411047" y="0"/>
                  </a:lnTo>
                  <a:lnTo>
                    <a:pt x="2410202" y="0"/>
                  </a:lnTo>
                  <a:lnTo>
                    <a:pt x="2409357" y="0"/>
                  </a:lnTo>
                  <a:lnTo>
                    <a:pt x="2408512" y="0"/>
                  </a:lnTo>
                  <a:lnTo>
                    <a:pt x="2407667" y="0"/>
                  </a:lnTo>
                  <a:lnTo>
                    <a:pt x="2406822" y="0"/>
                  </a:lnTo>
                  <a:lnTo>
                    <a:pt x="2405977" y="0"/>
                  </a:lnTo>
                  <a:lnTo>
                    <a:pt x="2405132" y="0"/>
                  </a:lnTo>
                  <a:lnTo>
                    <a:pt x="2404287" y="0"/>
                  </a:lnTo>
                  <a:lnTo>
                    <a:pt x="2403442" y="0"/>
                  </a:lnTo>
                  <a:lnTo>
                    <a:pt x="2402596" y="0"/>
                  </a:lnTo>
                  <a:lnTo>
                    <a:pt x="2401751" y="0"/>
                  </a:lnTo>
                  <a:lnTo>
                    <a:pt x="2400906" y="0"/>
                  </a:lnTo>
                  <a:lnTo>
                    <a:pt x="2400061" y="0"/>
                  </a:lnTo>
                  <a:lnTo>
                    <a:pt x="2399216" y="0"/>
                  </a:lnTo>
                  <a:lnTo>
                    <a:pt x="2398371" y="0"/>
                  </a:lnTo>
                  <a:lnTo>
                    <a:pt x="2397526" y="0"/>
                  </a:lnTo>
                  <a:lnTo>
                    <a:pt x="2396681" y="0"/>
                  </a:lnTo>
                  <a:lnTo>
                    <a:pt x="2395836" y="0"/>
                  </a:lnTo>
                  <a:lnTo>
                    <a:pt x="2394991" y="0"/>
                  </a:lnTo>
                  <a:lnTo>
                    <a:pt x="2394145" y="0"/>
                  </a:lnTo>
                  <a:lnTo>
                    <a:pt x="2393300" y="0"/>
                  </a:lnTo>
                  <a:lnTo>
                    <a:pt x="2392455" y="0"/>
                  </a:lnTo>
                  <a:lnTo>
                    <a:pt x="2391610" y="0"/>
                  </a:lnTo>
                  <a:lnTo>
                    <a:pt x="2390765" y="0"/>
                  </a:lnTo>
                  <a:lnTo>
                    <a:pt x="2389920" y="0"/>
                  </a:lnTo>
                  <a:lnTo>
                    <a:pt x="2389075" y="0"/>
                  </a:lnTo>
                  <a:lnTo>
                    <a:pt x="2388230" y="0"/>
                  </a:lnTo>
                  <a:lnTo>
                    <a:pt x="2387385" y="0"/>
                  </a:lnTo>
                  <a:lnTo>
                    <a:pt x="2386540" y="0"/>
                  </a:lnTo>
                  <a:lnTo>
                    <a:pt x="2385695" y="0"/>
                  </a:lnTo>
                  <a:lnTo>
                    <a:pt x="2384849" y="0"/>
                  </a:lnTo>
                  <a:lnTo>
                    <a:pt x="2384004" y="0"/>
                  </a:lnTo>
                  <a:lnTo>
                    <a:pt x="2383159" y="0"/>
                  </a:lnTo>
                  <a:lnTo>
                    <a:pt x="2382314" y="0"/>
                  </a:lnTo>
                  <a:lnTo>
                    <a:pt x="2381469" y="0"/>
                  </a:lnTo>
                  <a:lnTo>
                    <a:pt x="2380624" y="0"/>
                  </a:lnTo>
                  <a:lnTo>
                    <a:pt x="2379779" y="0"/>
                  </a:lnTo>
                  <a:lnTo>
                    <a:pt x="2378934" y="0"/>
                  </a:lnTo>
                  <a:lnTo>
                    <a:pt x="2378089" y="0"/>
                  </a:lnTo>
                  <a:lnTo>
                    <a:pt x="2377244" y="0"/>
                  </a:lnTo>
                  <a:lnTo>
                    <a:pt x="2376399" y="0"/>
                  </a:lnTo>
                  <a:lnTo>
                    <a:pt x="2375553" y="0"/>
                  </a:lnTo>
                  <a:lnTo>
                    <a:pt x="2374708" y="0"/>
                  </a:lnTo>
                  <a:lnTo>
                    <a:pt x="2373863" y="0"/>
                  </a:lnTo>
                  <a:lnTo>
                    <a:pt x="2373018" y="0"/>
                  </a:lnTo>
                  <a:lnTo>
                    <a:pt x="2372173" y="0"/>
                  </a:lnTo>
                  <a:lnTo>
                    <a:pt x="2371328" y="0"/>
                  </a:lnTo>
                  <a:lnTo>
                    <a:pt x="2370483" y="0"/>
                  </a:lnTo>
                  <a:lnTo>
                    <a:pt x="2369638" y="0"/>
                  </a:lnTo>
                  <a:lnTo>
                    <a:pt x="2368793" y="0"/>
                  </a:lnTo>
                  <a:lnTo>
                    <a:pt x="2367948" y="0"/>
                  </a:lnTo>
                  <a:lnTo>
                    <a:pt x="2367103" y="0"/>
                  </a:lnTo>
                  <a:lnTo>
                    <a:pt x="2366257" y="0"/>
                  </a:lnTo>
                  <a:lnTo>
                    <a:pt x="2365412" y="0"/>
                  </a:lnTo>
                  <a:lnTo>
                    <a:pt x="2364567" y="0"/>
                  </a:lnTo>
                  <a:lnTo>
                    <a:pt x="2363722" y="0"/>
                  </a:lnTo>
                  <a:lnTo>
                    <a:pt x="2362877" y="0"/>
                  </a:lnTo>
                  <a:lnTo>
                    <a:pt x="2362032" y="0"/>
                  </a:lnTo>
                  <a:lnTo>
                    <a:pt x="2361187" y="0"/>
                  </a:lnTo>
                  <a:lnTo>
                    <a:pt x="2360342" y="0"/>
                  </a:lnTo>
                  <a:lnTo>
                    <a:pt x="2359497" y="0"/>
                  </a:lnTo>
                  <a:lnTo>
                    <a:pt x="2358652" y="0"/>
                  </a:lnTo>
                  <a:lnTo>
                    <a:pt x="2357807" y="0"/>
                  </a:lnTo>
                  <a:lnTo>
                    <a:pt x="2356961" y="0"/>
                  </a:lnTo>
                  <a:lnTo>
                    <a:pt x="2356116" y="0"/>
                  </a:lnTo>
                  <a:lnTo>
                    <a:pt x="2355271" y="0"/>
                  </a:lnTo>
                  <a:lnTo>
                    <a:pt x="2354426" y="0"/>
                  </a:lnTo>
                  <a:lnTo>
                    <a:pt x="2353581" y="0"/>
                  </a:lnTo>
                  <a:lnTo>
                    <a:pt x="2352736" y="0"/>
                  </a:lnTo>
                  <a:lnTo>
                    <a:pt x="2351891" y="0"/>
                  </a:lnTo>
                  <a:lnTo>
                    <a:pt x="2351046" y="0"/>
                  </a:lnTo>
                  <a:lnTo>
                    <a:pt x="2350201" y="0"/>
                  </a:lnTo>
                  <a:lnTo>
                    <a:pt x="2349356" y="0"/>
                  </a:lnTo>
                  <a:lnTo>
                    <a:pt x="2348511" y="0"/>
                  </a:lnTo>
                  <a:lnTo>
                    <a:pt x="2347665" y="0"/>
                  </a:lnTo>
                  <a:lnTo>
                    <a:pt x="2346820" y="0"/>
                  </a:lnTo>
                  <a:lnTo>
                    <a:pt x="2345975" y="0"/>
                  </a:lnTo>
                  <a:lnTo>
                    <a:pt x="2345130" y="0"/>
                  </a:lnTo>
                  <a:lnTo>
                    <a:pt x="2344285" y="0"/>
                  </a:lnTo>
                  <a:lnTo>
                    <a:pt x="2343440" y="0"/>
                  </a:lnTo>
                  <a:lnTo>
                    <a:pt x="2342595" y="0"/>
                  </a:lnTo>
                  <a:lnTo>
                    <a:pt x="2341750" y="0"/>
                  </a:lnTo>
                  <a:lnTo>
                    <a:pt x="2340905" y="0"/>
                  </a:lnTo>
                  <a:lnTo>
                    <a:pt x="2340060" y="0"/>
                  </a:lnTo>
                  <a:lnTo>
                    <a:pt x="2339215" y="0"/>
                  </a:lnTo>
                  <a:lnTo>
                    <a:pt x="2338369" y="0"/>
                  </a:lnTo>
                  <a:lnTo>
                    <a:pt x="2337524" y="0"/>
                  </a:lnTo>
                  <a:lnTo>
                    <a:pt x="2336679" y="0"/>
                  </a:lnTo>
                  <a:lnTo>
                    <a:pt x="2335834" y="0"/>
                  </a:lnTo>
                  <a:lnTo>
                    <a:pt x="2334989" y="0"/>
                  </a:lnTo>
                  <a:lnTo>
                    <a:pt x="2334144" y="0"/>
                  </a:lnTo>
                  <a:lnTo>
                    <a:pt x="2333299" y="0"/>
                  </a:lnTo>
                  <a:lnTo>
                    <a:pt x="2332454" y="0"/>
                  </a:lnTo>
                  <a:lnTo>
                    <a:pt x="2331609" y="0"/>
                  </a:lnTo>
                  <a:lnTo>
                    <a:pt x="2330764" y="0"/>
                  </a:lnTo>
                  <a:lnTo>
                    <a:pt x="2329918" y="0"/>
                  </a:lnTo>
                  <a:lnTo>
                    <a:pt x="2329073" y="0"/>
                  </a:lnTo>
                  <a:lnTo>
                    <a:pt x="2328228" y="0"/>
                  </a:lnTo>
                  <a:lnTo>
                    <a:pt x="2327383" y="0"/>
                  </a:lnTo>
                  <a:lnTo>
                    <a:pt x="2326538" y="0"/>
                  </a:lnTo>
                  <a:lnTo>
                    <a:pt x="2325693" y="0"/>
                  </a:lnTo>
                  <a:lnTo>
                    <a:pt x="2324848" y="0"/>
                  </a:lnTo>
                  <a:lnTo>
                    <a:pt x="2324003" y="0"/>
                  </a:lnTo>
                  <a:lnTo>
                    <a:pt x="2323158" y="0"/>
                  </a:lnTo>
                  <a:lnTo>
                    <a:pt x="2322313" y="0"/>
                  </a:lnTo>
                  <a:lnTo>
                    <a:pt x="2321468" y="0"/>
                  </a:lnTo>
                  <a:lnTo>
                    <a:pt x="2320622" y="0"/>
                  </a:lnTo>
                  <a:lnTo>
                    <a:pt x="2319777" y="0"/>
                  </a:lnTo>
                  <a:lnTo>
                    <a:pt x="2318932" y="0"/>
                  </a:lnTo>
                  <a:lnTo>
                    <a:pt x="2318087" y="0"/>
                  </a:lnTo>
                  <a:lnTo>
                    <a:pt x="2317242" y="0"/>
                  </a:lnTo>
                  <a:lnTo>
                    <a:pt x="2316397" y="0"/>
                  </a:lnTo>
                  <a:lnTo>
                    <a:pt x="2315552" y="0"/>
                  </a:lnTo>
                  <a:lnTo>
                    <a:pt x="2314707" y="0"/>
                  </a:lnTo>
                  <a:lnTo>
                    <a:pt x="2313862" y="0"/>
                  </a:lnTo>
                  <a:lnTo>
                    <a:pt x="2313017" y="0"/>
                  </a:lnTo>
                  <a:lnTo>
                    <a:pt x="2312172" y="0"/>
                  </a:lnTo>
                  <a:lnTo>
                    <a:pt x="2311326" y="0"/>
                  </a:lnTo>
                  <a:lnTo>
                    <a:pt x="2310481" y="0"/>
                  </a:lnTo>
                  <a:lnTo>
                    <a:pt x="2309636" y="0"/>
                  </a:lnTo>
                  <a:lnTo>
                    <a:pt x="2308791" y="0"/>
                  </a:lnTo>
                  <a:lnTo>
                    <a:pt x="2307946" y="0"/>
                  </a:lnTo>
                  <a:lnTo>
                    <a:pt x="2307101" y="0"/>
                  </a:lnTo>
                  <a:lnTo>
                    <a:pt x="2306256" y="0"/>
                  </a:lnTo>
                  <a:lnTo>
                    <a:pt x="2305411" y="0"/>
                  </a:lnTo>
                  <a:lnTo>
                    <a:pt x="2304566" y="0"/>
                  </a:lnTo>
                  <a:lnTo>
                    <a:pt x="2303721" y="0"/>
                  </a:lnTo>
                  <a:lnTo>
                    <a:pt x="2302876" y="0"/>
                  </a:lnTo>
                  <a:lnTo>
                    <a:pt x="2302030" y="0"/>
                  </a:lnTo>
                  <a:lnTo>
                    <a:pt x="2301185" y="0"/>
                  </a:lnTo>
                  <a:lnTo>
                    <a:pt x="2300340" y="0"/>
                  </a:lnTo>
                  <a:lnTo>
                    <a:pt x="2299495" y="0"/>
                  </a:lnTo>
                  <a:lnTo>
                    <a:pt x="2298650" y="0"/>
                  </a:lnTo>
                  <a:lnTo>
                    <a:pt x="2297805" y="0"/>
                  </a:lnTo>
                  <a:lnTo>
                    <a:pt x="2296960" y="0"/>
                  </a:lnTo>
                  <a:lnTo>
                    <a:pt x="2296115" y="0"/>
                  </a:lnTo>
                  <a:lnTo>
                    <a:pt x="2295270" y="0"/>
                  </a:lnTo>
                  <a:lnTo>
                    <a:pt x="2294425" y="0"/>
                  </a:lnTo>
                  <a:lnTo>
                    <a:pt x="2293580" y="0"/>
                  </a:lnTo>
                  <a:lnTo>
                    <a:pt x="2292734" y="0"/>
                  </a:lnTo>
                  <a:lnTo>
                    <a:pt x="2291889" y="0"/>
                  </a:lnTo>
                  <a:lnTo>
                    <a:pt x="2291044" y="0"/>
                  </a:lnTo>
                  <a:lnTo>
                    <a:pt x="2290199" y="0"/>
                  </a:lnTo>
                  <a:lnTo>
                    <a:pt x="2289354" y="0"/>
                  </a:lnTo>
                  <a:lnTo>
                    <a:pt x="2288509" y="0"/>
                  </a:lnTo>
                  <a:lnTo>
                    <a:pt x="2287664" y="0"/>
                  </a:lnTo>
                  <a:lnTo>
                    <a:pt x="2286819" y="0"/>
                  </a:lnTo>
                  <a:lnTo>
                    <a:pt x="2285974" y="0"/>
                  </a:lnTo>
                  <a:lnTo>
                    <a:pt x="2285129" y="0"/>
                  </a:lnTo>
                  <a:lnTo>
                    <a:pt x="2284284" y="0"/>
                  </a:lnTo>
                  <a:lnTo>
                    <a:pt x="2283438" y="0"/>
                  </a:lnTo>
                  <a:lnTo>
                    <a:pt x="2282593" y="0"/>
                  </a:lnTo>
                  <a:lnTo>
                    <a:pt x="2281748" y="0"/>
                  </a:lnTo>
                  <a:lnTo>
                    <a:pt x="2280903" y="0"/>
                  </a:lnTo>
                  <a:lnTo>
                    <a:pt x="2280058" y="0"/>
                  </a:lnTo>
                  <a:lnTo>
                    <a:pt x="2279213" y="0"/>
                  </a:lnTo>
                  <a:lnTo>
                    <a:pt x="2278368" y="0"/>
                  </a:lnTo>
                  <a:lnTo>
                    <a:pt x="2277523" y="0"/>
                  </a:lnTo>
                  <a:lnTo>
                    <a:pt x="2276678" y="0"/>
                  </a:lnTo>
                  <a:lnTo>
                    <a:pt x="2275833" y="0"/>
                  </a:lnTo>
                  <a:lnTo>
                    <a:pt x="2274988" y="0"/>
                  </a:lnTo>
                  <a:lnTo>
                    <a:pt x="2274142" y="0"/>
                  </a:lnTo>
                  <a:lnTo>
                    <a:pt x="2273297" y="0"/>
                  </a:lnTo>
                  <a:lnTo>
                    <a:pt x="2272452" y="0"/>
                  </a:lnTo>
                  <a:lnTo>
                    <a:pt x="2271607" y="0"/>
                  </a:lnTo>
                  <a:lnTo>
                    <a:pt x="2270762" y="0"/>
                  </a:lnTo>
                  <a:lnTo>
                    <a:pt x="2269917" y="0"/>
                  </a:lnTo>
                  <a:lnTo>
                    <a:pt x="2269072" y="0"/>
                  </a:lnTo>
                  <a:lnTo>
                    <a:pt x="2268227" y="0"/>
                  </a:lnTo>
                  <a:lnTo>
                    <a:pt x="2267382" y="0"/>
                  </a:lnTo>
                  <a:lnTo>
                    <a:pt x="2266537" y="0"/>
                  </a:lnTo>
                  <a:lnTo>
                    <a:pt x="2265691" y="0"/>
                  </a:lnTo>
                  <a:lnTo>
                    <a:pt x="2264846" y="0"/>
                  </a:lnTo>
                  <a:lnTo>
                    <a:pt x="2264001" y="0"/>
                  </a:lnTo>
                  <a:lnTo>
                    <a:pt x="2263156" y="0"/>
                  </a:lnTo>
                  <a:lnTo>
                    <a:pt x="2262311" y="0"/>
                  </a:lnTo>
                  <a:lnTo>
                    <a:pt x="2261466" y="0"/>
                  </a:lnTo>
                  <a:lnTo>
                    <a:pt x="2260621" y="0"/>
                  </a:lnTo>
                  <a:lnTo>
                    <a:pt x="2259776" y="0"/>
                  </a:lnTo>
                  <a:lnTo>
                    <a:pt x="2258931" y="0"/>
                  </a:lnTo>
                  <a:lnTo>
                    <a:pt x="2258086" y="0"/>
                  </a:lnTo>
                  <a:lnTo>
                    <a:pt x="2257241" y="0"/>
                  </a:lnTo>
                  <a:lnTo>
                    <a:pt x="2256395" y="0"/>
                  </a:lnTo>
                  <a:lnTo>
                    <a:pt x="2255550" y="0"/>
                  </a:lnTo>
                  <a:lnTo>
                    <a:pt x="2254705" y="0"/>
                  </a:lnTo>
                  <a:lnTo>
                    <a:pt x="2253860" y="0"/>
                  </a:lnTo>
                  <a:lnTo>
                    <a:pt x="2253015" y="0"/>
                  </a:lnTo>
                  <a:lnTo>
                    <a:pt x="2252170" y="0"/>
                  </a:lnTo>
                  <a:lnTo>
                    <a:pt x="2251325" y="0"/>
                  </a:lnTo>
                  <a:lnTo>
                    <a:pt x="2250480" y="0"/>
                  </a:lnTo>
                  <a:lnTo>
                    <a:pt x="2249635" y="0"/>
                  </a:lnTo>
                  <a:lnTo>
                    <a:pt x="2248790" y="0"/>
                  </a:lnTo>
                  <a:lnTo>
                    <a:pt x="2247945" y="0"/>
                  </a:lnTo>
                  <a:lnTo>
                    <a:pt x="2247099" y="0"/>
                  </a:lnTo>
                  <a:lnTo>
                    <a:pt x="2246254" y="0"/>
                  </a:lnTo>
                  <a:lnTo>
                    <a:pt x="2245409" y="0"/>
                  </a:lnTo>
                  <a:lnTo>
                    <a:pt x="2244564" y="0"/>
                  </a:lnTo>
                  <a:lnTo>
                    <a:pt x="2243719" y="0"/>
                  </a:lnTo>
                  <a:lnTo>
                    <a:pt x="2242874" y="0"/>
                  </a:lnTo>
                  <a:lnTo>
                    <a:pt x="2242029" y="0"/>
                  </a:lnTo>
                  <a:lnTo>
                    <a:pt x="2241184" y="0"/>
                  </a:lnTo>
                  <a:lnTo>
                    <a:pt x="2240339" y="0"/>
                  </a:lnTo>
                  <a:lnTo>
                    <a:pt x="2239494" y="0"/>
                  </a:lnTo>
                  <a:lnTo>
                    <a:pt x="2238649" y="0"/>
                  </a:lnTo>
                  <a:lnTo>
                    <a:pt x="2237803" y="0"/>
                  </a:lnTo>
                  <a:lnTo>
                    <a:pt x="2236958" y="0"/>
                  </a:lnTo>
                  <a:lnTo>
                    <a:pt x="2236113" y="0"/>
                  </a:lnTo>
                  <a:lnTo>
                    <a:pt x="2235268" y="0"/>
                  </a:lnTo>
                  <a:lnTo>
                    <a:pt x="2234423" y="0"/>
                  </a:lnTo>
                  <a:lnTo>
                    <a:pt x="2233578" y="0"/>
                  </a:lnTo>
                  <a:lnTo>
                    <a:pt x="2232733" y="0"/>
                  </a:lnTo>
                  <a:lnTo>
                    <a:pt x="2231888" y="0"/>
                  </a:lnTo>
                  <a:lnTo>
                    <a:pt x="2231043" y="0"/>
                  </a:lnTo>
                  <a:lnTo>
                    <a:pt x="2230198" y="0"/>
                  </a:lnTo>
                  <a:lnTo>
                    <a:pt x="2229353" y="0"/>
                  </a:lnTo>
                  <a:lnTo>
                    <a:pt x="2228507" y="0"/>
                  </a:lnTo>
                  <a:lnTo>
                    <a:pt x="2227662" y="0"/>
                  </a:lnTo>
                  <a:lnTo>
                    <a:pt x="2226817" y="0"/>
                  </a:lnTo>
                  <a:lnTo>
                    <a:pt x="2225972" y="0"/>
                  </a:lnTo>
                  <a:lnTo>
                    <a:pt x="2225127" y="0"/>
                  </a:lnTo>
                  <a:lnTo>
                    <a:pt x="2224282" y="0"/>
                  </a:lnTo>
                  <a:lnTo>
                    <a:pt x="2223437" y="0"/>
                  </a:lnTo>
                  <a:lnTo>
                    <a:pt x="2222592" y="0"/>
                  </a:lnTo>
                  <a:lnTo>
                    <a:pt x="2221747" y="0"/>
                  </a:lnTo>
                  <a:lnTo>
                    <a:pt x="2220902" y="0"/>
                  </a:lnTo>
                  <a:lnTo>
                    <a:pt x="2220057" y="0"/>
                  </a:lnTo>
                  <a:lnTo>
                    <a:pt x="2219211" y="0"/>
                  </a:lnTo>
                  <a:lnTo>
                    <a:pt x="2218366" y="0"/>
                  </a:lnTo>
                  <a:lnTo>
                    <a:pt x="2217521" y="0"/>
                  </a:lnTo>
                  <a:lnTo>
                    <a:pt x="2216676" y="0"/>
                  </a:lnTo>
                  <a:lnTo>
                    <a:pt x="2215831" y="0"/>
                  </a:lnTo>
                  <a:lnTo>
                    <a:pt x="2214986" y="0"/>
                  </a:lnTo>
                  <a:lnTo>
                    <a:pt x="2214141" y="0"/>
                  </a:lnTo>
                  <a:lnTo>
                    <a:pt x="2213296" y="0"/>
                  </a:lnTo>
                  <a:lnTo>
                    <a:pt x="2212451" y="0"/>
                  </a:lnTo>
                  <a:lnTo>
                    <a:pt x="2211606" y="0"/>
                  </a:lnTo>
                  <a:lnTo>
                    <a:pt x="2210761" y="0"/>
                  </a:lnTo>
                  <a:lnTo>
                    <a:pt x="2209915" y="0"/>
                  </a:lnTo>
                  <a:lnTo>
                    <a:pt x="2209070" y="0"/>
                  </a:lnTo>
                  <a:lnTo>
                    <a:pt x="2208225" y="0"/>
                  </a:lnTo>
                  <a:lnTo>
                    <a:pt x="2207380" y="0"/>
                  </a:lnTo>
                  <a:lnTo>
                    <a:pt x="2206535" y="0"/>
                  </a:lnTo>
                  <a:lnTo>
                    <a:pt x="2205690" y="0"/>
                  </a:lnTo>
                  <a:lnTo>
                    <a:pt x="2204845" y="0"/>
                  </a:lnTo>
                  <a:lnTo>
                    <a:pt x="2204000" y="0"/>
                  </a:lnTo>
                  <a:lnTo>
                    <a:pt x="2203155" y="0"/>
                  </a:lnTo>
                  <a:lnTo>
                    <a:pt x="2202310" y="0"/>
                  </a:lnTo>
                  <a:lnTo>
                    <a:pt x="2201464" y="0"/>
                  </a:lnTo>
                  <a:lnTo>
                    <a:pt x="2200619" y="0"/>
                  </a:lnTo>
                  <a:lnTo>
                    <a:pt x="2199774" y="0"/>
                  </a:lnTo>
                  <a:lnTo>
                    <a:pt x="2198929" y="0"/>
                  </a:lnTo>
                  <a:lnTo>
                    <a:pt x="2198084" y="0"/>
                  </a:lnTo>
                  <a:lnTo>
                    <a:pt x="2197239" y="0"/>
                  </a:lnTo>
                  <a:lnTo>
                    <a:pt x="2196394" y="0"/>
                  </a:lnTo>
                  <a:lnTo>
                    <a:pt x="2195549" y="0"/>
                  </a:lnTo>
                  <a:lnTo>
                    <a:pt x="2194704" y="0"/>
                  </a:lnTo>
                  <a:lnTo>
                    <a:pt x="2193859" y="0"/>
                  </a:lnTo>
                  <a:lnTo>
                    <a:pt x="2193014" y="0"/>
                  </a:lnTo>
                  <a:lnTo>
                    <a:pt x="2192168" y="0"/>
                  </a:lnTo>
                  <a:lnTo>
                    <a:pt x="2191323" y="0"/>
                  </a:lnTo>
                  <a:lnTo>
                    <a:pt x="2190478" y="0"/>
                  </a:lnTo>
                  <a:lnTo>
                    <a:pt x="2189633" y="0"/>
                  </a:lnTo>
                  <a:lnTo>
                    <a:pt x="2188788" y="0"/>
                  </a:lnTo>
                  <a:lnTo>
                    <a:pt x="2187943" y="0"/>
                  </a:lnTo>
                  <a:lnTo>
                    <a:pt x="2187098" y="0"/>
                  </a:lnTo>
                  <a:lnTo>
                    <a:pt x="2186253" y="0"/>
                  </a:lnTo>
                  <a:lnTo>
                    <a:pt x="2185408" y="0"/>
                  </a:lnTo>
                  <a:lnTo>
                    <a:pt x="2184563" y="0"/>
                  </a:lnTo>
                  <a:lnTo>
                    <a:pt x="2183718" y="0"/>
                  </a:lnTo>
                  <a:lnTo>
                    <a:pt x="2182872" y="0"/>
                  </a:lnTo>
                  <a:lnTo>
                    <a:pt x="2182027" y="0"/>
                  </a:lnTo>
                  <a:lnTo>
                    <a:pt x="2181182" y="0"/>
                  </a:lnTo>
                  <a:lnTo>
                    <a:pt x="2180337" y="0"/>
                  </a:lnTo>
                  <a:lnTo>
                    <a:pt x="2179492" y="0"/>
                  </a:lnTo>
                  <a:lnTo>
                    <a:pt x="2178647" y="0"/>
                  </a:lnTo>
                  <a:lnTo>
                    <a:pt x="2177802" y="0"/>
                  </a:lnTo>
                  <a:lnTo>
                    <a:pt x="2176957" y="0"/>
                  </a:lnTo>
                  <a:lnTo>
                    <a:pt x="2176112" y="0"/>
                  </a:lnTo>
                  <a:lnTo>
                    <a:pt x="2175267" y="0"/>
                  </a:lnTo>
                  <a:lnTo>
                    <a:pt x="2174422" y="0"/>
                  </a:lnTo>
                  <a:lnTo>
                    <a:pt x="2173576" y="0"/>
                  </a:lnTo>
                  <a:lnTo>
                    <a:pt x="2172731" y="0"/>
                  </a:lnTo>
                  <a:lnTo>
                    <a:pt x="2171886" y="0"/>
                  </a:lnTo>
                  <a:lnTo>
                    <a:pt x="2171041" y="0"/>
                  </a:lnTo>
                  <a:lnTo>
                    <a:pt x="2170196" y="0"/>
                  </a:lnTo>
                  <a:lnTo>
                    <a:pt x="2169351" y="0"/>
                  </a:lnTo>
                  <a:lnTo>
                    <a:pt x="2168506" y="0"/>
                  </a:lnTo>
                  <a:lnTo>
                    <a:pt x="2167661" y="0"/>
                  </a:lnTo>
                  <a:lnTo>
                    <a:pt x="2166816" y="0"/>
                  </a:lnTo>
                  <a:lnTo>
                    <a:pt x="2165971" y="0"/>
                  </a:lnTo>
                  <a:lnTo>
                    <a:pt x="2165126" y="0"/>
                  </a:lnTo>
                  <a:lnTo>
                    <a:pt x="2164280" y="0"/>
                  </a:lnTo>
                  <a:lnTo>
                    <a:pt x="2163435" y="0"/>
                  </a:lnTo>
                  <a:lnTo>
                    <a:pt x="2162590" y="0"/>
                  </a:lnTo>
                  <a:lnTo>
                    <a:pt x="2161745" y="0"/>
                  </a:lnTo>
                  <a:lnTo>
                    <a:pt x="2160900" y="0"/>
                  </a:lnTo>
                  <a:lnTo>
                    <a:pt x="2160055" y="0"/>
                  </a:lnTo>
                  <a:lnTo>
                    <a:pt x="2159210" y="0"/>
                  </a:lnTo>
                  <a:lnTo>
                    <a:pt x="2158365" y="0"/>
                  </a:lnTo>
                  <a:lnTo>
                    <a:pt x="2157520" y="0"/>
                  </a:lnTo>
                  <a:lnTo>
                    <a:pt x="2156675" y="0"/>
                  </a:lnTo>
                  <a:lnTo>
                    <a:pt x="2155830" y="0"/>
                  </a:lnTo>
                  <a:lnTo>
                    <a:pt x="2154984" y="0"/>
                  </a:lnTo>
                  <a:lnTo>
                    <a:pt x="2154139" y="0"/>
                  </a:lnTo>
                  <a:lnTo>
                    <a:pt x="2153294" y="0"/>
                  </a:lnTo>
                  <a:lnTo>
                    <a:pt x="2152449" y="0"/>
                  </a:lnTo>
                  <a:lnTo>
                    <a:pt x="2151604" y="0"/>
                  </a:lnTo>
                  <a:lnTo>
                    <a:pt x="2150759" y="0"/>
                  </a:lnTo>
                  <a:lnTo>
                    <a:pt x="2149914" y="0"/>
                  </a:lnTo>
                  <a:lnTo>
                    <a:pt x="2149069" y="0"/>
                  </a:lnTo>
                  <a:lnTo>
                    <a:pt x="2148224" y="0"/>
                  </a:lnTo>
                  <a:lnTo>
                    <a:pt x="2147379" y="0"/>
                  </a:lnTo>
                  <a:lnTo>
                    <a:pt x="2146534" y="0"/>
                  </a:lnTo>
                  <a:lnTo>
                    <a:pt x="2145688" y="0"/>
                  </a:lnTo>
                  <a:lnTo>
                    <a:pt x="2144843" y="0"/>
                  </a:lnTo>
                  <a:lnTo>
                    <a:pt x="2143998" y="0"/>
                  </a:lnTo>
                  <a:lnTo>
                    <a:pt x="2143153" y="0"/>
                  </a:lnTo>
                  <a:lnTo>
                    <a:pt x="2142308" y="0"/>
                  </a:lnTo>
                  <a:lnTo>
                    <a:pt x="2141463" y="0"/>
                  </a:lnTo>
                  <a:lnTo>
                    <a:pt x="2140618" y="0"/>
                  </a:lnTo>
                  <a:lnTo>
                    <a:pt x="2139773" y="0"/>
                  </a:lnTo>
                  <a:lnTo>
                    <a:pt x="2138928" y="0"/>
                  </a:lnTo>
                  <a:lnTo>
                    <a:pt x="2138083" y="0"/>
                  </a:lnTo>
                  <a:lnTo>
                    <a:pt x="2137237" y="0"/>
                  </a:lnTo>
                  <a:lnTo>
                    <a:pt x="2136392" y="0"/>
                  </a:lnTo>
                  <a:lnTo>
                    <a:pt x="2135547" y="0"/>
                  </a:lnTo>
                  <a:lnTo>
                    <a:pt x="2134702" y="0"/>
                  </a:lnTo>
                  <a:lnTo>
                    <a:pt x="2133857" y="0"/>
                  </a:lnTo>
                  <a:lnTo>
                    <a:pt x="2133012" y="0"/>
                  </a:lnTo>
                  <a:lnTo>
                    <a:pt x="2132167" y="0"/>
                  </a:lnTo>
                  <a:lnTo>
                    <a:pt x="2131322" y="0"/>
                  </a:lnTo>
                  <a:lnTo>
                    <a:pt x="2130477" y="0"/>
                  </a:lnTo>
                  <a:lnTo>
                    <a:pt x="2129632" y="0"/>
                  </a:lnTo>
                  <a:lnTo>
                    <a:pt x="2128787" y="0"/>
                  </a:lnTo>
                  <a:lnTo>
                    <a:pt x="2127941" y="0"/>
                  </a:lnTo>
                  <a:lnTo>
                    <a:pt x="2127096" y="0"/>
                  </a:lnTo>
                  <a:lnTo>
                    <a:pt x="2126251" y="0"/>
                  </a:lnTo>
                  <a:lnTo>
                    <a:pt x="2125406" y="0"/>
                  </a:lnTo>
                  <a:lnTo>
                    <a:pt x="2124561" y="0"/>
                  </a:lnTo>
                  <a:lnTo>
                    <a:pt x="2123716" y="0"/>
                  </a:lnTo>
                  <a:lnTo>
                    <a:pt x="2122871" y="0"/>
                  </a:lnTo>
                  <a:lnTo>
                    <a:pt x="2122026" y="0"/>
                  </a:lnTo>
                  <a:lnTo>
                    <a:pt x="2121181" y="0"/>
                  </a:lnTo>
                  <a:lnTo>
                    <a:pt x="2120336" y="0"/>
                  </a:lnTo>
                  <a:lnTo>
                    <a:pt x="2119491" y="0"/>
                  </a:lnTo>
                  <a:lnTo>
                    <a:pt x="2118645" y="0"/>
                  </a:lnTo>
                  <a:lnTo>
                    <a:pt x="2117800" y="0"/>
                  </a:lnTo>
                  <a:lnTo>
                    <a:pt x="2116955" y="0"/>
                  </a:lnTo>
                  <a:lnTo>
                    <a:pt x="2116110" y="0"/>
                  </a:lnTo>
                  <a:lnTo>
                    <a:pt x="2115265" y="0"/>
                  </a:lnTo>
                  <a:lnTo>
                    <a:pt x="2114420" y="0"/>
                  </a:lnTo>
                  <a:lnTo>
                    <a:pt x="2113575" y="0"/>
                  </a:lnTo>
                  <a:lnTo>
                    <a:pt x="2112730" y="0"/>
                  </a:lnTo>
                  <a:lnTo>
                    <a:pt x="2111885" y="0"/>
                  </a:lnTo>
                  <a:lnTo>
                    <a:pt x="2111040" y="0"/>
                  </a:lnTo>
                  <a:lnTo>
                    <a:pt x="2110195" y="0"/>
                  </a:lnTo>
                  <a:lnTo>
                    <a:pt x="2109349" y="0"/>
                  </a:lnTo>
                  <a:lnTo>
                    <a:pt x="2108504" y="0"/>
                  </a:lnTo>
                  <a:lnTo>
                    <a:pt x="2107659" y="0"/>
                  </a:lnTo>
                  <a:lnTo>
                    <a:pt x="2106814" y="0"/>
                  </a:lnTo>
                  <a:lnTo>
                    <a:pt x="2105969" y="0"/>
                  </a:lnTo>
                  <a:lnTo>
                    <a:pt x="2105124" y="0"/>
                  </a:lnTo>
                  <a:lnTo>
                    <a:pt x="2104279" y="0"/>
                  </a:lnTo>
                  <a:lnTo>
                    <a:pt x="2103434" y="0"/>
                  </a:lnTo>
                  <a:lnTo>
                    <a:pt x="2102589" y="0"/>
                  </a:lnTo>
                  <a:lnTo>
                    <a:pt x="2101744" y="0"/>
                  </a:lnTo>
                  <a:lnTo>
                    <a:pt x="2100899" y="0"/>
                  </a:lnTo>
                  <a:lnTo>
                    <a:pt x="2100053" y="0"/>
                  </a:lnTo>
                  <a:lnTo>
                    <a:pt x="2099208" y="0"/>
                  </a:lnTo>
                  <a:lnTo>
                    <a:pt x="2098363" y="0"/>
                  </a:lnTo>
                  <a:lnTo>
                    <a:pt x="2097518" y="0"/>
                  </a:lnTo>
                  <a:lnTo>
                    <a:pt x="2096673" y="0"/>
                  </a:lnTo>
                  <a:lnTo>
                    <a:pt x="2095828" y="0"/>
                  </a:lnTo>
                  <a:lnTo>
                    <a:pt x="2094983" y="0"/>
                  </a:lnTo>
                  <a:lnTo>
                    <a:pt x="2094138" y="0"/>
                  </a:lnTo>
                  <a:lnTo>
                    <a:pt x="2093293" y="0"/>
                  </a:lnTo>
                  <a:lnTo>
                    <a:pt x="2092448" y="0"/>
                  </a:lnTo>
                  <a:lnTo>
                    <a:pt x="2091603" y="0"/>
                  </a:lnTo>
                  <a:lnTo>
                    <a:pt x="2090757" y="0"/>
                  </a:lnTo>
                  <a:lnTo>
                    <a:pt x="2089912" y="0"/>
                  </a:lnTo>
                  <a:lnTo>
                    <a:pt x="2089067" y="0"/>
                  </a:lnTo>
                  <a:lnTo>
                    <a:pt x="2088222" y="0"/>
                  </a:lnTo>
                  <a:lnTo>
                    <a:pt x="2087377" y="0"/>
                  </a:lnTo>
                  <a:lnTo>
                    <a:pt x="2086532" y="0"/>
                  </a:lnTo>
                  <a:lnTo>
                    <a:pt x="2085687" y="0"/>
                  </a:lnTo>
                  <a:lnTo>
                    <a:pt x="2084842" y="0"/>
                  </a:lnTo>
                  <a:lnTo>
                    <a:pt x="2083997" y="0"/>
                  </a:lnTo>
                  <a:lnTo>
                    <a:pt x="2083152" y="0"/>
                  </a:lnTo>
                  <a:lnTo>
                    <a:pt x="2082307" y="0"/>
                  </a:lnTo>
                  <a:lnTo>
                    <a:pt x="2081461" y="0"/>
                  </a:lnTo>
                  <a:lnTo>
                    <a:pt x="2080616" y="0"/>
                  </a:lnTo>
                  <a:lnTo>
                    <a:pt x="2079771" y="0"/>
                  </a:lnTo>
                  <a:lnTo>
                    <a:pt x="2078926" y="0"/>
                  </a:lnTo>
                  <a:lnTo>
                    <a:pt x="2078081" y="0"/>
                  </a:lnTo>
                  <a:lnTo>
                    <a:pt x="2077236" y="0"/>
                  </a:lnTo>
                  <a:lnTo>
                    <a:pt x="2076391" y="0"/>
                  </a:lnTo>
                  <a:lnTo>
                    <a:pt x="2075546" y="0"/>
                  </a:lnTo>
                  <a:lnTo>
                    <a:pt x="2074701" y="0"/>
                  </a:lnTo>
                  <a:lnTo>
                    <a:pt x="2073856" y="0"/>
                  </a:lnTo>
                  <a:lnTo>
                    <a:pt x="2073010" y="0"/>
                  </a:lnTo>
                  <a:lnTo>
                    <a:pt x="2072165" y="0"/>
                  </a:lnTo>
                  <a:lnTo>
                    <a:pt x="2071320" y="0"/>
                  </a:lnTo>
                  <a:lnTo>
                    <a:pt x="2070475" y="0"/>
                  </a:lnTo>
                  <a:lnTo>
                    <a:pt x="2069630" y="0"/>
                  </a:lnTo>
                  <a:lnTo>
                    <a:pt x="2068785" y="0"/>
                  </a:lnTo>
                  <a:lnTo>
                    <a:pt x="2067940" y="0"/>
                  </a:lnTo>
                  <a:lnTo>
                    <a:pt x="2067095" y="0"/>
                  </a:lnTo>
                  <a:lnTo>
                    <a:pt x="2066250" y="0"/>
                  </a:lnTo>
                  <a:lnTo>
                    <a:pt x="2065405" y="0"/>
                  </a:lnTo>
                  <a:lnTo>
                    <a:pt x="2064560" y="0"/>
                  </a:lnTo>
                  <a:lnTo>
                    <a:pt x="2063714" y="0"/>
                  </a:lnTo>
                  <a:lnTo>
                    <a:pt x="2062869" y="0"/>
                  </a:lnTo>
                  <a:lnTo>
                    <a:pt x="2062024" y="0"/>
                  </a:lnTo>
                  <a:lnTo>
                    <a:pt x="2061179" y="0"/>
                  </a:lnTo>
                  <a:lnTo>
                    <a:pt x="2060334" y="0"/>
                  </a:lnTo>
                  <a:lnTo>
                    <a:pt x="2059489" y="0"/>
                  </a:lnTo>
                  <a:lnTo>
                    <a:pt x="2058644" y="0"/>
                  </a:lnTo>
                  <a:lnTo>
                    <a:pt x="2057799" y="0"/>
                  </a:lnTo>
                  <a:lnTo>
                    <a:pt x="2056954" y="0"/>
                  </a:lnTo>
                  <a:lnTo>
                    <a:pt x="2056109" y="0"/>
                  </a:lnTo>
                  <a:lnTo>
                    <a:pt x="2055264" y="0"/>
                  </a:lnTo>
                  <a:lnTo>
                    <a:pt x="2054418" y="0"/>
                  </a:lnTo>
                  <a:lnTo>
                    <a:pt x="2053573" y="0"/>
                  </a:lnTo>
                  <a:lnTo>
                    <a:pt x="2052728" y="0"/>
                  </a:lnTo>
                  <a:lnTo>
                    <a:pt x="2051883" y="0"/>
                  </a:lnTo>
                  <a:lnTo>
                    <a:pt x="2051038" y="0"/>
                  </a:lnTo>
                  <a:lnTo>
                    <a:pt x="2050193" y="0"/>
                  </a:lnTo>
                  <a:lnTo>
                    <a:pt x="2049348" y="0"/>
                  </a:lnTo>
                  <a:lnTo>
                    <a:pt x="2048503" y="0"/>
                  </a:lnTo>
                  <a:lnTo>
                    <a:pt x="2047658" y="0"/>
                  </a:lnTo>
                  <a:lnTo>
                    <a:pt x="2046813" y="0"/>
                  </a:lnTo>
                  <a:lnTo>
                    <a:pt x="2045968" y="0"/>
                  </a:lnTo>
                  <a:lnTo>
                    <a:pt x="2045122" y="0"/>
                  </a:lnTo>
                  <a:lnTo>
                    <a:pt x="2044277" y="0"/>
                  </a:lnTo>
                  <a:lnTo>
                    <a:pt x="2043432" y="0"/>
                  </a:lnTo>
                  <a:lnTo>
                    <a:pt x="2042587" y="0"/>
                  </a:lnTo>
                  <a:lnTo>
                    <a:pt x="2041742" y="0"/>
                  </a:lnTo>
                  <a:lnTo>
                    <a:pt x="2040897" y="0"/>
                  </a:lnTo>
                  <a:lnTo>
                    <a:pt x="2040052" y="0"/>
                  </a:lnTo>
                  <a:lnTo>
                    <a:pt x="2039207" y="0"/>
                  </a:lnTo>
                  <a:lnTo>
                    <a:pt x="2038362" y="0"/>
                  </a:lnTo>
                  <a:lnTo>
                    <a:pt x="2037517" y="0"/>
                  </a:lnTo>
                  <a:lnTo>
                    <a:pt x="2036672" y="0"/>
                  </a:lnTo>
                  <a:lnTo>
                    <a:pt x="2035826" y="0"/>
                  </a:lnTo>
                  <a:lnTo>
                    <a:pt x="2034981" y="0"/>
                  </a:lnTo>
                  <a:lnTo>
                    <a:pt x="2034136" y="0"/>
                  </a:lnTo>
                  <a:lnTo>
                    <a:pt x="2033291" y="0"/>
                  </a:lnTo>
                  <a:lnTo>
                    <a:pt x="2032446" y="0"/>
                  </a:lnTo>
                  <a:lnTo>
                    <a:pt x="2031601" y="0"/>
                  </a:lnTo>
                  <a:lnTo>
                    <a:pt x="2030756" y="0"/>
                  </a:lnTo>
                  <a:lnTo>
                    <a:pt x="2029911" y="0"/>
                  </a:lnTo>
                  <a:lnTo>
                    <a:pt x="2029066" y="0"/>
                  </a:lnTo>
                  <a:lnTo>
                    <a:pt x="2028221" y="0"/>
                  </a:lnTo>
                  <a:lnTo>
                    <a:pt x="2027376" y="0"/>
                  </a:lnTo>
                  <a:lnTo>
                    <a:pt x="2026530" y="0"/>
                  </a:lnTo>
                  <a:lnTo>
                    <a:pt x="2025685" y="0"/>
                  </a:lnTo>
                  <a:lnTo>
                    <a:pt x="2024840" y="0"/>
                  </a:lnTo>
                  <a:lnTo>
                    <a:pt x="2023995" y="0"/>
                  </a:lnTo>
                  <a:lnTo>
                    <a:pt x="2023150" y="0"/>
                  </a:lnTo>
                  <a:lnTo>
                    <a:pt x="2022305" y="0"/>
                  </a:lnTo>
                  <a:lnTo>
                    <a:pt x="2021460" y="0"/>
                  </a:lnTo>
                  <a:lnTo>
                    <a:pt x="2020615" y="0"/>
                  </a:lnTo>
                  <a:lnTo>
                    <a:pt x="2019770" y="0"/>
                  </a:lnTo>
                  <a:lnTo>
                    <a:pt x="2018925" y="0"/>
                  </a:lnTo>
                  <a:lnTo>
                    <a:pt x="2018080" y="0"/>
                  </a:lnTo>
                  <a:lnTo>
                    <a:pt x="2017234" y="0"/>
                  </a:lnTo>
                  <a:lnTo>
                    <a:pt x="2016389" y="0"/>
                  </a:lnTo>
                  <a:lnTo>
                    <a:pt x="2015544" y="0"/>
                  </a:lnTo>
                  <a:lnTo>
                    <a:pt x="2014699" y="0"/>
                  </a:lnTo>
                  <a:lnTo>
                    <a:pt x="2013854" y="0"/>
                  </a:lnTo>
                  <a:lnTo>
                    <a:pt x="2013009" y="0"/>
                  </a:lnTo>
                  <a:lnTo>
                    <a:pt x="2012164" y="0"/>
                  </a:lnTo>
                  <a:lnTo>
                    <a:pt x="2011319" y="0"/>
                  </a:lnTo>
                  <a:lnTo>
                    <a:pt x="2010474" y="0"/>
                  </a:lnTo>
                  <a:lnTo>
                    <a:pt x="2009629" y="0"/>
                  </a:lnTo>
                  <a:lnTo>
                    <a:pt x="2008783" y="0"/>
                  </a:lnTo>
                  <a:lnTo>
                    <a:pt x="2007938" y="0"/>
                  </a:lnTo>
                  <a:lnTo>
                    <a:pt x="2007093" y="0"/>
                  </a:lnTo>
                  <a:lnTo>
                    <a:pt x="2006248" y="0"/>
                  </a:lnTo>
                  <a:lnTo>
                    <a:pt x="2005403" y="0"/>
                  </a:lnTo>
                  <a:lnTo>
                    <a:pt x="2004558" y="0"/>
                  </a:lnTo>
                  <a:lnTo>
                    <a:pt x="2003713" y="0"/>
                  </a:lnTo>
                  <a:lnTo>
                    <a:pt x="2002868" y="0"/>
                  </a:lnTo>
                  <a:lnTo>
                    <a:pt x="2002023" y="0"/>
                  </a:lnTo>
                  <a:lnTo>
                    <a:pt x="2001178" y="0"/>
                  </a:lnTo>
                  <a:lnTo>
                    <a:pt x="2000333" y="0"/>
                  </a:lnTo>
                  <a:lnTo>
                    <a:pt x="1999487" y="0"/>
                  </a:lnTo>
                  <a:lnTo>
                    <a:pt x="1998642" y="0"/>
                  </a:lnTo>
                  <a:lnTo>
                    <a:pt x="1997797" y="0"/>
                  </a:lnTo>
                  <a:lnTo>
                    <a:pt x="1996952" y="0"/>
                  </a:lnTo>
                  <a:lnTo>
                    <a:pt x="1996107" y="0"/>
                  </a:lnTo>
                  <a:lnTo>
                    <a:pt x="1995262" y="0"/>
                  </a:lnTo>
                  <a:lnTo>
                    <a:pt x="1994417" y="0"/>
                  </a:lnTo>
                  <a:lnTo>
                    <a:pt x="1993572" y="0"/>
                  </a:lnTo>
                  <a:lnTo>
                    <a:pt x="1992727" y="0"/>
                  </a:lnTo>
                  <a:lnTo>
                    <a:pt x="1991882" y="0"/>
                  </a:lnTo>
                  <a:lnTo>
                    <a:pt x="1991037" y="0"/>
                  </a:lnTo>
                  <a:lnTo>
                    <a:pt x="1990191" y="0"/>
                  </a:lnTo>
                  <a:lnTo>
                    <a:pt x="1989346" y="0"/>
                  </a:lnTo>
                  <a:lnTo>
                    <a:pt x="1988501" y="0"/>
                  </a:lnTo>
                  <a:lnTo>
                    <a:pt x="1987656" y="0"/>
                  </a:lnTo>
                  <a:lnTo>
                    <a:pt x="1986811" y="0"/>
                  </a:lnTo>
                  <a:lnTo>
                    <a:pt x="1985966" y="0"/>
                  </a:lnTo>
                  <a:lnTo>
                    <a:pt x="1985121" y="0"/>
                  </a:lnTo>
                  <a:lnTo>
                    <a:pt x="1984276" y="0"/>
                  </a:lnTo>
                  <a:lnTo>
                    <a:pt x="1983431" y="0"/>
                  </a:lnTo>
                  <a:lnTo>
                    <a:pt x="1982586" y="0"/>
                  </a:lnTo>
                  <a:lnTo>
                    <a:pt x="1981741" y="0"/>
                  </a:lnTo>
                  <a:lnTo>
                    <a:pt x="1980895" y="0"/>
                  </a:lnTo>
                  <a:lnTo>
                    <a:pt x="1980050" y="0"/>
                  </a:lnTo>
                  <a:lnTo>
                    <a:pt x="1979205" y="0"/>
                  </a:lnTo>
                  <a:lnTo>
                    <a:pt x="1978360" y="0"/>
                  </a:lnTo>
                  <a:lnTo>
                    <a:pt x="1977515" y="0"/>
                  </a:lnTo>
                  <a:lnTo>
                    <a:pt x="1976670" y="0"/>
                  </a:lnTo>
                  <a:lnTo>
                    <a:pt x="1975825" y="0"/>
                  </a:lnTo>
                  <a:lnTo>
                    <a:pt x="1974980" y="0"/>
                  </a:lnTo>
                  <a:lnTo>
                    <a:pt x="1974135" y="0"/>
                  </a:lnTo>
                  <a:lnTo>
                    <a:pt x="1973290" y="0"/>
                  </a:lnTo>
                  <a:lnTo>
                    <a:pt x="1972445" y="0"/>
                  </a:lnTo>
                  <a:lnTo>
                    <a:pt x="1971599" y="0"/>
                  </a:lnTo>
                  <a:lnTo>
                    <a:pt x="1970754" y="0"/>
                  </a:lnTo>
                  <a:lnTo>
                    <a:pt x="1969909" y="0"/>
                  </a:lnTo>
                  <a:lnTo>
                    <a:pt x="1969064" y="0"/>
                  </a:lnTo>
                  <a:lnTo>
                    <a:pt x="1968219" y="0"/>
                  </a:lnTo>
                  <a:lnTo>
                    <a:pt x="1967374" y="0"/>
                  </a:lnTo>
                  <a:lnTo>
                    <a:pt x="1966529" y="0"/>
                  </a:lnTo>
                  <a:lnTo>
                    <a:pt x="1965684" y="0"/>
                  </a:lnTo>
                  <a:lnTo>
                    <a:pt x="1964839" y="0"/>
                  </a:lnTo>
                  <a:lnTo>
                    <a:pt x="1963994" y="0"/>
                  </a:lnTo>
                  <a:lnTo>
                    <a:pt x="1963149" y="0"/>
                  </a:lnTo>
                  <a:lnTo>
                    <a:pt x="1962303" y="0"/>
                  </a:lnTo>
                  <a:lnTo>
                    <a:pt x="1961458" y="0"/>
                  </a:lnTo>
                  <a:lnTo>
                    <a:pt x="1960613" y="0"/>
                  </a:lnTo>
                  <a:lnTo>
                    <a:pt x="1959768" y="0"/>
                  </a:lnTo>
                  <a:lnTo>
                    <a:pt x="1958923" y="0"/>
                  </a:lnTo>
                  <a:lnTo>
                    <a:pt x="1958078" y="0"/>
                  </a:lnTo>
                  <a:lnTo>
                    <a:pt x="1957233" y="0"/>
                  </a:lnTo>
                  <a:lnTo>
                    <a:pt x="1956388" y="0"/>
                  </a:lnTo>
                  <a:lnTo>
                    <a:pt x="1955543" y="0"/>
                  </a:lnTo>
                  <a:lnTo>
                    <a:pt x="1954698" y="0"/>
                  </a:lnTo>
                  <a:lnTo>
                    <a:pt x="1953853" y="0"/>
                  </a:lnTo>
                  <a:lnTo>
                    <a:pt x="1953007" y="0"/>
                  </a:lnTo>
                  <a:lnTo>
                    <a:pt x="1952162" y="0"/>
                  </a:lnTo>
                  <a:lnTo>
                    <a:pt x="1951317" y="0"/>
                  </a:lnTo>
                  <a:lnTo>
                    <a:pt x="1950472" y="0"/>
                  </a:lnTo>
                  <a:lnTo>
                    <a:pt x="1949627" y="0"/>
                  </a:lnTo>
                  <a:lnTo>
                    <a:pt x="1948782" y="0"/>
                  </a:lnTo>
                  <a:lnTo>
                    <a:pt x="1947937" y="0"/>
                  </a:lnTo>
                  <a:lnTo>
                    <a:pt x="1947092" y="0"/>
                  </a:lnTo>
                  <a:lnTo>
                    <a:pt x="1946247" y="0"/>
                  </a:lnTo>
                  <a:lnTo>
                    <a:pt x="1945402" y="0"/>
                  </a:lnTo>
                  <a:lnTo>
                    <a:pt x="1944556" y="0"/>
                  </a:lnTo>
                  <a:lnTo>
                    <a:pt x="1943711" y="0"/>
                  </a:lnTo>
                  <a:lnTo>
                    <a:pt x="1942866" y="0"/>
                  </a:lnTo>
                  <a:lnTo>
                    <a:pt x="1942021" y="0"/>
                  </a:lnTo>
                  <a:lnTo>
                    <a:pt x="1941176" y="0"/>
                  </a:lnTo>
                  <a:lnTo>
                    <a:pt x="1940331" y="0"/>
                  </a:lnTo>
                  <a:lnTo>
                    <a:pt x="1939486" y="0"/>
                  </a:lnTo>
                  <a:lnTo>
                    <a:pt x="1938641" y="0"/>
                  </a:lnTo>
                  <a:lnTo>
                    <a:pt x="1937796" y="0"/>
                  </a:lnTo>
                  <a:lnTo>
                    <a:pt x="1936951" y="0"/>
                  </a:lnTo>
                  <a:lnTo>
                    <a:pt x="1936106" y="0"/>
                  </a:lnTo>
                  <a:lnTo>
                    <a:pt x="1935260" y="0"/>
                  </a:lnTo>
                  <a:lnTo>
                    <a:pt x="1934415" y="0"/>
                  </a:lnTo>
                  <a:lnTo>
                    <a:pt x="1933570" y="0"/>
                  </a:lnTo>
                  <a:lnTo>
                    <a:pt x="1932725" y="0"/>
                  </a:lnTo>
                  <a:lnTo>
                    <a:pt x="1931880" y="0"/>
                  </a:lnTo>
                  <a:lnTo>
                    <a:pt x="1931035" y="0"/>
                  </a:lnTo>
                  <a:lnTo>
                    <a:pt x="1930190" y="0"/>
                  </a:lnTo>
                  <a:lnTo>
                    <a:pt x="1929345" y="0"/>
                  </a:lnTo>
                  <a:lnTo>
                    <a:pt x="1928500" y="0"/>
                  </a:lnTo>
                  <a:lnTo>
                    <a:pt x="1927655" y="0"/>
                  </a:lnTo>
                  <a:lnTo>
                    <a:pt x="1926810" y="0"/>
                  </a:lnTo>
                  <a:lnTo>
                    <a:pt x="1925964" y="0"/>
                  </a:lnTo>
                  <a:lnTo>
                    <a:pt x="1925119" y="0"/>
                  </a:lnTo>
                  <a:lnTo>
                    <a:pt x="1924274" y="0"/>
                  </a:lnTo>
                  <a:lnTo>
                    <a:pt x="1923429" y="0"/>
                  </a:lnTo>
                  <a:lnTo>
                    <a:pt x="1922584" y="0"/>
                  </a:lnTo>
                  <a:lnTo>
                    <a:pt x="1921739" y="0"/>
                  </a:lnTo>
                  <a:lnTo>
                    <a:pt x="1920894" y="0"/>
                  </a:lnTo>
                  <a:lnTo>
                    <a:pt x="1920049" y="0"/>
                  </a:lnTo>
                  <a:lnTo>
                    <a:pt x="1919204" y="0"/>
                  </a:lnTo>
                  <a:lnTo>
                    <a:pt x="1918359" y="0"/>
                  </a:lnTo>
                  <a:lnTo>
                    <a:pt x="1917514" y="0"/>
                  </a:lnTo>
                  <a:lnTo>
                    <a:pt x="1916668" y="0"/>
                  </a:lnTo>
                  <a:lnTo>
                    <a:pt x="1915823" y="0"/>
                  </a:lnTo>
                  <a:lnTo>
                    <a:pt x="1914978" y="0"/>
                  </a:lnTo>
                  <a:lnTo>
                    <a:pt x="1914133" y="0"/>
                  </a:lnTo>
                  <a:lnTo>
                    <a:pt x="1913288" y="0"/>
                  </a:lnTo>
                  <a:lnTo>
                    <a:pt x="1912443" y="0"/>
                  </a:lnTo>
                  <a:lnTo>
                    <a:pt x="1911598" y="0"/>
                  </a:lnTo>
                  <a:lnTo>
                    <a:pt x="1910753" y="0"/>
                  </a:lnTo>
                  <a:lnTo>
                    <a:pt x="1909908" y="0"/>
                  </a:lnTo>
                  <a:lnTo>
                    <a:pt x="1909063" y="0"/>
                  </a:lnTo>
                  <a:lnTo>
                    <a:pt x="1908218" y="0"/>
                  </a:lnTo>
                  <a:lnTo>
                    <a:pt x="1907372" y="0"/>
                  </a:lnTo>
                  <a:lnTo>
                    <a:pt x="1906527" y="0"/>
                  </a:lnTo>
                  <a:lnTo>
                    <a:pt x="1905682" y="0"/>
                  </a:lnTo>
                  <a:lnTo>
                    <a:pt x="1904837" y="0"/>
                  </a:lnTo>
                  <a:lnTo>
                    <a:pt x="1903992" y="0"/>
                  </a:lnTo>
                  <a:lnTo>
                    <a:pt x="1903147" y="0"/>
                  </a:lnTo>
                  <a:lnTo>
                    <a:pt x="1902302" y="0"/>
                  </a:lnTo>
                  <a:lnTo>
                    <a:pt x="1901457" y="0"/>
                  </a:lnTo>
                  <a:lnTo>
                    <a:pt x="1900612" y="0"/>
                  </a:lnTo>
                  <a:lnTo>
                    <a:pt x="1899767" y="0"/>
                  </a:lnTo>
                  <a:lnTo>
                    <a:pt x="1898922" y="0"/>
                  </a:lnTo>
                  <a:lnTo>
                    <a:pt x="1898076" y="0"/>
                  </a:lnTo>
                  <a:lnTo>
                    <a:pt x="1897231" y="0"/>
                  </a:lnTo>
                  <a:lnTo>
                    <a:pt x="1896386" y="0"/>
                  </a:lnTo>
                  <a:lnTo>
                    <a:pt x="1895541" y="0"/>
                  </a:lnTo>
                  <a:lnTo>
                    <a:pt x="1894696" y="0"/>
                  </a:lnTo>
                  <a:lnTo>
                    <a:pt x="1893851" y="0"/>
                  </a:lnTo>
                  <a:lnTo>
                    <a:pt x="1893006" y="0"/>
                  </a:lnTo>
                  <a:lnTo>
                    <a:pt x="1892161" y="0"/>
                  </a:lnTo>
                  <a:lnTo>
                    <a:pt x="1891316" y="0"/>
                  </a:lnTo>
                  <a:lnTo>
                    <a:pt x="1890471" y="0"/>
                  </a:lnTo>
                  <a:lnTo>
                    <a:pt x="1889625" y="0"/>
                  </a:lnTo>
                  <a:lnTo>
                    <a:pt x="1888780" y="0"/>
                  </a:lnTo>
                  <a:lnTo>
                    <a:pt x="1887935" y="0"/>
                  </a:lnTo>
                  <a:lnTo>
                    <a:pt x="1887090" y="0"/>
                  </a:lnTo>
                  <a:lnTo>
                    <a:pt x="1886245" y="0"/>
                  </a:lnTo>
                  <a:lnTo>
                    <a:pt x="1885400" y="0"/>
                  </a:lnTo>
                  <a:lnTo>
                    <a:pt x="1884555" y="0"/>
                  </a:lnTo>
                  <a:lnTo>
                    <a:pt x="1883710" y="0"/>
                  </a:lnTo>
                  <a:lnTo>
                    <a:pt x="1882865" y="0"/>
                  </a:lnTo>
                  <a:lnTo>
                    <a:pt x="1882020" y="0"/>
                  </a:lnTo>
                  <a:lnTo>
                    <a:pt x="1881175" y="0"/>
                  </a:lnTo>
                  <a:lnTo>
                    <a:pt x="1880329" y="0"/>
                  </a:lnTo>
                  <a:lnTo>
                    <a:pt x="1879484" y="0"/>
                  </a:lnTo>
                  <a:lnTo>
                    <a:pt x="1878639" y="0"/>
                  </a:lnTo>
                  <a:lnTo>
                    <a:pt x="1877794" y="0"/>
                  </a:lnTo>
                  <a:lnTo>
                    <a:pt x="1876949" y="0"/>
                  </a:lnTo>
                  <a:lnTo>
                    <a:pt x="1876104" y="0"/>
                  </a:lnTo>
                  <a:lnTo>
                    <a:pt x="1875259" y="0"/>
                  </a:lnTo>
                  <a:lnTo>
                    <a:pt x="1874414" y="0"/>
                  </a:lnTo>
                  <a:lnTo>
                    <a:pt x="1873569" y="0"/>
                  </a:lnTo>
                  <a:lnTo>
                    <a:pt x="1872724" y="0"/>
                  </a:lnTo>
                  <a:lnTo>
                    <a:pt x="1871879" y="0"/>
                  </a:lnTo>
                  <a:lnTo>
                    <a:pt x="1871033" y="0"/>
                  </a:lnTo>
                  <a:lnTo>
                    <a:pt x="1870188" y="0"/>
                  </a:lnTo>
                  <a:lnTo>
                    <a:pt x="1869343" y="0"/>
                  </a:lnTo>
                  <a:lnTo>
                    <a:pt x="1868498" y="0"/>
                  </a:lnTo>
                  <a:lnTo>
                    <a:pt x="1867653" y="0"/>
                  </a:lnTo>
                  <a:lnTo>
                    <a:pt x="1866808" y="0"/>
                  </a:lnTo>
                  <a:lnTo>
                    <a:pt x="1865963" y="0"/>
                  </a:lnTo>
                  <a:lnTo>
                    <a:pt x="1865118" y="0"/>
                  </a:lnTo>
                  <a:lnTo>
                    <a:pt x="1864273" y="0"/>
                  </a:lnTo>
                  <a:lnTo>
                    <a:pt x="1863428" y="0"/>
                  </a:lnTo>
                  <a:lnTo>
                    <a:pt x="1862583" y="0"/>
                  </a:lnTo>
                  <a:lnTo>
                    <a:pt x="1861737" y="0"/>
                  </a:lnTo>
                  <a:lnTo>
                    <a:pt x="1860892" y="0"/>
                  </a:lnTo>
                  <a:lnTo>
                    <a:pt x="1860047" y="0"/>
                  </a:lnTo>
                  <a:lnTo>
                    <a:pt x="1859202" y="0"/>
                  </a:lnTo>
                  <a:lnTo>
                    <a:pt x="1858357" y="0"/>
                  </a:lnTo>
                  <a:lnTo>
                    <a:pt x="1857512" y="0"/>
                  </a:lnTo>
                  <a:lnTo>
                    <a:pt x="1856667" y="0"/>
                  </a:lnTo>
                  <a:lnTo>
                    <a:pt x="1855822" y="0"/>
                  </a:lnTo>
                  <a:lnTo>
                    <a:pt x="1854977" y="0"/>
                  </a:lnTo>
                  <a:lnTo>
                    <a:pt x="1854132" y="0"/>
                  </a:lnTo>
                  <a:lnTo>
                    <a:pt x="1853287" y="0"/>
                  </a:lnTo>
                  <a:lnTo>
                    <a:pt x="1852441" y="0"/>
                  </a:lnTo>
                  <a:lnTo>
                    <a:pt x="1851596" y="0"/>
                  </a:lnTo>
                  <a:lnTo>
                    <a:pt x="1850751" y="0"/>
                  </a:lnTo>
                  <a:lnTo>
                    <a:pt x="1849906" y="0"/>
                  </a:lnTo>
                  <a:lnTo>
                    <a:pt x="1849061" y="0"/>
                  </a:lnTo>
                  <a:lnTo>
                    <a:pt x="1848216" y="0"/>
                  </a:lnTo>
                  <a:lnTo>
                    <a:pt x="1847371" y="0"/>
                  </a:lnTo>
                  <a:lnTo>
                    <a:pt x="1846526" y="0"/>
                  </a:lnTo>
                  <a:lnTo>
                    <a:pt x="1845681" y="0"/>
                  </a:lnTo>
                  <a:lnTo>
                    <a:pt x="1844836" y="0"/>
                  </a:lnTo>
                  <a:lnTo>
                    <a:pt x="1843991" y="0"/>
                  </a:lnTo>
                  <a:lnTo>
                    <a:pt x="1843145" y="0"/>
                  </a:lnTo>
                  <a:lnTo>
                    <a:pt x="1842300" y="0"/>
                  </a:lnTo>
                  <a:lnTo>
                    <a:pt x="1841455" y="0"/>
                  </a:lnTo>
                  <a:lnTo>
                    <a:pt x="1840610" y="0"/>
                  </a:lnTo>
                  <a:lnTo>
                    <a:pt x="1839765" y="0"/>
                  </a:lnTo>
                  <a:lnTo>
                    <a:pt x="1838920" y="0"/>
                  </a:lnTo>
                  <a:lnTo>
                    <a:pt x="1838075" y="0"/>
                  </a:lnTo>
                  <a:lnTo>
                    <a:pt x="1837230" y="0"/>
                  </a:lnTo>
                  <a:lnTo>
                    <a:pt x="1836385" y="0"/>
                  </a:lnTo>
                  <a:lnTo>
                    <a:pt x="1835540" y="0"/>
                  </a:lnTo>
                  <a:lnTo>
                    <a:pt x="1834695" y="0"/>
                  </a:lnTo>
                  <a:lnTo>
                    <a:pt x="1833849" y="0"/>
                  </a:lnTo>
                  <a:lnTo>
                    <a:pt x="1833004" y="0"/>
                  </a:lnTo>
                  <a:lnTo>
                    <a:pt x="1832159" y="0"/>
                  </a:lnTo>
                  <a:lnTo>
                    <a:pt x="1831314" y="0"/>
                  </a:lnTo>
                  <a:lnTo>
                    <a:pt x="1830469" y="0"/>
                  </a:lnTo>
                  <a:lnTo>
                    <a:pt x="1829624" y="0"/>
                  </a:lnTo>
                  <a:lnTo>
                    <a:pt x="1828779" y="0"/>
                  </a:lnTo>
                  <a:lnTo>
                    <a:pt x="1827934" y="0"/>
                  </a:lnTo>
                  <a:lnTo>
                    <a:pt x="1827089" y="0"/>
                  </a:lnTo>
                  <a:lnTo>
                    <a:pt x="1826244" y="0"/>
                  </a:lnTo>
                  <a:lnTo>
                    <a:pt x="1825398" y="0"/>
                  </a:lnTo>
                  <a:lnTo>
                    <a:pt x="1824553" y="0"/>
                  </a:lnTo>
                  <a:lnTo>
                    <a:pt x="1823708" y="0"/>
                  </a:lnTo>
                  <a:lnTo>
                    <a:pt x="1822863" y="0"/>
                  </a:lnTo>
                  <a:lnTo>
                    <a:pt x="1822018" y="0"/>
                  </a:lnTo>
                  <a:lnTo>
                    <a:pt x="1821173" y="0"/>
                  </a:lnTo>
                  <a:lnTo>
                    <a:pt x="1820328" y="0"/>
                  </a:lnTo>
                  <a:lnTo>
                    <a:pt x="1819483" y="0"/>
                  </a:lnTo>
                  <a:lnTo>
                    <a:pt x="1818638" y="0"/>
                  </a:lnTo>
                  <a:lnTo>
                    <a:pt x="1817793" y="0"/>
                  </a:lnTo>
                  <a:lnTo>
                    <a:pt x="1816948" y="0"/>
                  </a:lnTo>
                  <a:lnTo>
                    <a:pt x="1816102" y="0"/>
                  </a:lnTo>
                  <a:lnTo>
                    <a:pt x="1815257" y="0"/>
                  </a:lnTo>
                  <a:lnTo>
                    <a:pt x="1814412" y="0"/>
                  </a:lnTo>
                  <a:lnTo>
                    <a:pt x="1813567" y="0"/>
                  </a:lnTo>
                  <a:lnTo>
                    <a:pt x="1812722" y="0"/>
                  </a:lnTo>
                  <a:lnTo>
                    <a:pt x="1811877" y="0"/>
                  </a:lnTo>
                  <a:lnTo>
                    <a:pt x="1811032" y="0"/>
                  </a:lnTo>
                  <a:lnTo>
                    <a:pt x="1810187" y="0"/>
                  </a:lnTo>
                  <a:lnTo>
                    <a:pt x="1809342" y="0"/>
                  </a:lnTo>
                  <a:lnTo>
                    <a:pt x="1808497" y="0"/>
                  </a:lnTo>
                  <a:lnTo>
                    <a:pt x="1807652" y="0"/>
                  </a:lnTo>
                  <a:lnTo>
                    <a:pt x="1806806" y="0"/>
                  </a:lnTo>
                  <a:lnTo>
                    <a:pt x="1805961" y="0"/>
                  </a:lnTo>
                  <a:lnTo>
                    <a:pt x="1805116" y="0"/>
                  </a:lnTo>
                  <a:lnTo>
                    <a:pt x="1804271" y="0"/>
                  </a:lnTo>
                  <a:lnTo>
                    <a:pt x="1803426" y="0"/>
                  </a:lnTo>
                  <a:lnTo>
                    <a:pt x="1802581" y="0"/>
                  </a:lnTo>
                  <a:lnTo>
                    <a:pt x="1801736" y="0"/>
                  </a:lnTo>
                  <a:lnTo>
                    <a:pt x="1800891" y="0"/>
                  </a:lnTo>
                  <a:lnTo>
                    <a:pt x="1800046" y="0"/>
                  </a:lnTo>
                  <a:lnTo>
                    <a:pt x="1799201" y="0"/>
                  </a:lnTo>
                  <a:lnTo>
                    <a:pt x="1798356" y="0"/>
                  </a:lnTo>
                  <a:lnTo>
                    <a:pt x="1797510" y="0"/>
                  </a:lnTo>
                  <a:lnTo>
                    <a:pt x="1796665" y="0"/>
                  </a:lnTo>
                  <a:lnTo>
                    <a:pt x="1795820" y="0"/>
                  </a:lnTo>
                  <a:lnTo>
                    <a:pt x="1794975" y="0"/>
                  </a:lnTo>
                  <a:lnTo>
                    <a:pt x="1794130" y="0"/>
                  </a:lnTo>
                  <a:lnTo>
                    <a:pt x="1793285" y="0"/>
                  </a:lnTo>
                  <a:lnTo>
                    <a:pt x="1792440" y="0"/>
                  </a:lnTo>
                  <a:lnTo>
                    <a:pt x="1791595" y="0"/>
                  </a:lnTo>
                  <a:lnTo>
                    <a:pt x="1790750" y="0"/>
                  </a:lnTo>
                  <a:lnTo>
                    <a:pt x="1789905" y="0"/>
                  </a:lnTo>
                  <a:lnTo>
                    <a:pt x="1789060" y="0"/>
                  </a:lnTo>
                  <a:lnTo>
                    <a:pt x="1788214" y="0"/>
                  </a:lnTo>
                  <a:lnTo>
                    <a:pt x="1787369" y="0"/>
                  </a:lnTo>
                  <a:lnTo>
                    <a:pt x="1786524" y="0"/>
                  </a:lnTo>
                  <a:lnTo>
                    <a:pt x="1785679" y="0"/>
                  </a:lnTo>
                  <a:lnTo>
                    <a:pt x="1784834" y="0"/>
                  </a:lnTo>
                  <a:lnTo>
                    <a:pt x="1783989" y="0"/>
                  </a:lnTo>
                  <a:lnTo>
                    <a:pt x="1783144" y="0"/>
                  </a:lnTo>
                  <a:lnTo>
                    <a:pt x="1782299" y="0"/>
                  </a:lnTo>
                  <a:lnTo>
                    <a:pt x="1781454" y="0"/>
                  </a:lnTo>
                  <a:lnTo>
                    <a:pt x="1780609" y="0"/>
                  </a:lnTo>
                  <a:lnTo>
                    <a:pt x="1779764" y="0"/>
                  </a:lnTo>
                  <a:lnTo>
                    <a:pt x="1778918" y="0"/>
                  </a:lnTo>
                  <a:lnTo>
                    <a:pt x="1778073" y="0"/>
                  </a:lnTo>
                  <a:lnTo>
                    <a:pt x="1777228" y="0"/>
                  </a:lnTo>
                  <a:lnTo>
                    <a:pt x="1776383" y="0"/>
                  </a:lnTo>
                  <a:lnTo>
                    <a:pt x="1775538" y="0"/>
                  </a:lnTo>
                  <a:lnTo>
                    <a:pt x="1774693" y="0"/>
                  </a:lnTo>
                  <a:lnTo>
                    <a:pt x="1773848" y="0"/>
                  </a:lnTo>
                  <a:lnTo>
                    <a:pt x="1773003" y="0"/>
                  </a:lnTo>
                  <a:lnTo>
                    <a:pt x="1772158" y="0"/>
                  </a:lnTo>
                  <a:lnTo>
                    <a:pt x="1771313" y="0"/>
                  </a:lnTo>
                  <a:lnTo>
                    <a:pt x="1770468" y="0"/>
                  </a:lnTo>
                  <a:lnTo>
                    <a:pt x="1769622" y="0"/>
                  </a:lnTo>
                  <a:lnTo>
                    <a:pt x="1768777" y="0"/>
                  </a:lnTo>
                  <a:lnTo>
                    <a:pt x="1767932" y="0"/>
                  </a:lnTo>
                  <a:lnTo>
                    <a:pt x="1767087" y="0"/>
                  </a:lnTo>
                  <a:lnTo>
                    <a:pt x="1766242" y="0"/>
                  </a:lnTo>
                  <a:lnTo>
                    <a:pt x="1765397" y="0"/>
                  </a:lnTo>
                  <a:lnTo>
                    <a:pt x="1764552" y="0"/>
                  </a:lnTo>
                  <a:lnTo>
                    <a:pt x="1763707" y="0"/>
                  </a:lnTo>
                  <a:lnTo>
                    <a:pt x="1762862" y="0"/>
                  </a:lnTo>
                  <a:lnTo>
                    <a:pt x="1762017" y="0"/>
                  </a:lnTo>
                  <a:lnTo>
                    <a:pt x="1761171" y="0"/>
                  </a:lnTo>
                  <a:lnTo>
                    <a:pt x="1760326" y="0"/>
                  </a:lnTo>
                  <a:lnTo>
                    <a:pt x="1759481" y="0"/>
                  </a:lnTo>
                  <a:lnTo>
                    <a:pt x="1758636" y="0"/>
                  </a:lnTo>
                  <a:lnTo>
                    <a:pt x="1757791" y="0"/>
                  </a:lnTo>
                  <a:lnTo>
                    <a:pt x="1756946" y="0"/>
                  </a:lnTo>
                  <a:lnTo>
                    <a:pt x="1756101" y="0"/>
                  </a:lnTo>
                  <a:lnTo>
                    <a:pt x="1755256" y="0"/>
                  </a:lnTo>
                  <a:lnTo>
                    <a:pt x="1754411" y="0"/>
                  </a:lnTo>
                  <a:lnTo>
                    <a:pt x="1753566" y="0"/>
                  </a:lnTo>
                  <a:lnTo>
                    <a:pt x="1752721" y="0"/>
                  </a:lnTo>
                  <a:lnTo>
                    <a:pt x="1751875" y="0"/>
                  </a:lnTo>
                  <a:lnTo>
                    <a:pt x="1751030" y="0"/>
                  </a:lnTo>
                  <a:lnTo>
                    <a:pt x="1750185" y="0"/>
                  </a:lnTo>
                  <a:lnTo>
                    <a:pt x="1749340" y="0"/>
                  </a:lnTo>
                  <a:lnTo>
                    <a:pt x="1748495" y="0"/>
                  </a:lnTo>
                  <a:lnTo>
                    <a:pt x="1747650" y="0"/>
                  </a:lnTo>
                  <a:lnTo>
                    <a:pt x="1746805" y="0"/>
                  </a:lnTo>
                  <a:lnTo>
                    <a:pt x="1745960" y="0"/>
                  </a:lnTo>
                  <a:lnTo>
                    <a:pt x="1745115" y="0"/>
                  </a:lnTo>
                  <a:lnTo>
                    <a:pt x="1744270" y="0"/>
                  </a:lnTo>
                  <a:lnTo>
                    <a:pt x="1743425" y="0"/>
                  </a:lnTo>
                  <a:lnTo>
                    <a:pt x="1742579" y="0"/>
                  </a:lnTo>
                  <a:lnTo>
                    <a:pt x="1741734" y="0"/>
                  </a:lnTo>
                  <a:lnTo>
                    <a:pt x="1740889" y="0"/>
                  </a:lnTo>
                  <a:lnTo>
                    <a:pt x="1740044" y="0"/>
                  </a:lnTo>
                  <a:lnTo>
                    <a:pt x="1739199" y="0"/>
                  </a:lnTo>
                  <a:lnTo>
                    <a:pt x="1738354" y="0"/>
                  </a:lnTo>
                  <a:lnTo>
                    <a:pt x="1737509" y="0"/>
                  </a:lnTo>
                  <a:lnTo>
                    <a:pt x="1736664" y="0"/>
                  </a:lnTo>
                  <a:lnTo>
                    <a:pt x="1735819" y="0"/>
                  </a:lnTo>
                  <a:lnTo>
                    <a:pt x="1734974" y="0"/>
                  </a:lnTo>
                  <a:lnTo>
                    <a:pt x="1734129" y="0"/>
                  </a:lnTo>
                  <a:lnTo>
                    <a:pt x="1733283" y="0"/>
                  </a:lnTo>
                  <a:lnTo>
                    <a:pt x="1732438" y="0"/>
                  </a:lnTo>
                  <a:lnTo>
                    <a:pt x="1731593" y="0"/>
                  </a:lnTo>
                  <a:lnTo>
                    <a:pt x="1730748" y="0"/>
                  </a:lnTo>
                  <a:lnTo>
                    <a:pt x="1729903" y="0"/>
                  </a:lnTo>
                  <a:lnTo>
                    <a:pt x="1729058" y="0"/>
                  </a:lnTo>
                  <a:lnTo>
                    <a:pt x="1728213" y="0"/>
                  </a:lnTo>
                  <a:lnTo>
                    <a:pt x="1727368" y="0"/>
                  </a:lnTo>
                  <a:lnTo>
                    <a:pt x="1726523" y="0"/>
                  </a:lnTo>
                  <a:lnTo>
                    <a:pt x="1725678" y="0"/>
                  </a:lnTo>
                  <a:lnTo>
                    <a:pt x="1724833" y="0"/>
                  </a:lnTo>
                  <a:lnTo>
                    <a:pt x="1723987" y="0"/>
                  </a:lnTo>
                  <a:lnTo>
                    <a:pt x="1723142" y="0"/>
                  </a:lnTo>
                  <a:lnTo>
                    <a:pt x="1722297" y="0"/>
                  </a:lnTo>
                  <a:lnTo>
                    <a:pt x="1721452" y="0"/>
                  </a:lnTo>
                  <a:lnTo>
                    <a:pt x="1720607" y="0"/>
                  </a:lnTo>
                  <a:lnTo>
                    <a:pt x="1719762" y="0"/>
                  </a:lnTo>
                  <a:lnTo>
                    <a:pt x="1718917" y="0"/>
                  </a:lnTo>
                  <a:lnTo>
                    <a:pt x="1718072" y="0"/>
                  </a:lnTo>
                  <a:lnTo>
                    <a:pt x="1717227" y="0"/>
                  </a:lnTo>
                  <a:lnTo>
                    <a:pt x="1716382" y="0"/>
                  </a:lnTo>
                  <a:lnTo>
                    <a:pt x="1715537" y="0"/>
                  </a:lnTo>
                  <a:lnTo>
                    <a:pt x="1714691" y="0"/>
                  </a:lnTo>
                  <a:lnTo>
                    <a:pt x="1713846" y="0"/>
                  </a:lnTo>
                  <a:lnTo>
                    <a:pt x="1713001" y="0"/>
                  </a:lnTo>
                  <a:lnTo>
                    <a:pt x="1712156" y="0"/>
                  </a:lnTo>
                  <a:lnTo>
                    <a:pt x="1711311" y="0"/>
                  </a:lnTo>
                  <a:lnTo>
                    <a:pt x="1710466" y="0"/>
                  </a:lnTo>
                  <a:lnTo>
                    <a:pt x="1709621" y="0"/>
                  </a:lnTo>
                  <a:lnTo>
                    <a:pt x="1708776" y="0"/>
                  </a:lnTo>
                  <a:lnTo>
                    <a:pt x="1707931" y="0"/>
                  </a:lnTo>
                  <a:lnTo>
                    <a:pt x="1707086" y="0"/>
                  </a:lnTo>
                  <a:lnTo>
                    <a:pt x="1706241" y="0"/>
                  </a:lnTo>
                  <a:lnTo>
                    <a:pt x="1705395" y="0"/>
                  </a:lnTo>
                  <a:lnTo>
                    <a:pt x="1704550" y="0"/>
                  </a:lnTo>
                  <a:lnTo>
                    <a:pt x="1703705" y="0"/>
                  </a:lnTo>
                  <a:lnTo>
                    <a:pt x="1702860" y="0"/>
                  </a:lnTo>
                  <a:lnTo>
                    <a:pt x="1702015" y="0"/>
                  </a:lnTo>
                  <a:lnTo>
                    <a:pt x="1701170" y="0"/>
                  </a:lnTo>
                  <a:lnTo>
                    <a:pt x="1700325" y="0"/>
                  </a:lnTo>
                  <a:lnTo>
                    <a:pt x="1699480" y="0"/>
                  </a:lnTo>
                  <a:lnTo>
                    <a:pt x="1698635" y="0"/>
                  </a:lnTo>
                  <a:lnTo>
                    <a:pt x="1697790" y="0"/>
                  </a:lnTo>
                  <a:lnTo>
                    <a:pt x="1696944" y="0"/>
                  </a:lnTo>
                  <a:lnTo>
                    <a:pt x="1696099" y="0"/>
                  </a:lnTo>
                  <a:lnTo>
                    <a:pt x="1695254" y="0"/>
                  </a:lnTo>
                  <a:lnTo>
                    <a:pt x="1694409" y="0"/>
                  </a:lnTo>
                  <a:lnTo>
                    <a:pt x="1693564" y="0"/>
                  </a:lnTo>
                  <a:lnTo>
                    <a:pt x="1692719" y="0"/>
                  </a:lnTo>
                  <a:lnTo>
                    <a:pt x="1691874" y="0"/>
                  </a:lnTo>
                  <a:lnTo>
                    <a:pt x="1691029" y="0"/>
                  </a:lnTo>
                  <a:lnTo>
                    <a:pt x="1690184" y="0"/>
                  </a:lnTo>
                  <a:lnTo>
                    <a:pt x="1689339" y="0"/>
                  </a:lnTo>
                  <a:lnTo>
                    <a:pt x="1688494" y="0"/>
                  </a:lnTo>
                  <a:lnTo>
                    <a:pt x="1687648" y="0"/>
                  </a:lnTo>
                  <a:lnTo>
                    <a:pt x="1686803" y="0"/>
                  </a:lnTo>
                  <a:lnTo>
                    <a:pt x="1685958" y="0"/>
                  </a:lnTo>
                  <a:lnTo>
                    <a:pt x="1685113" y="0"/>
                  </a:lnTo>
                  <a:lnTo>
                    <a:pt x="1684268" y="0"/>
                  </a:lnTo>
                  <a:lnTo>
                    <a:pt x="1683423" y="0"/>
                  </a:lnTo>
                  <a:lnTo>
                    <a:pt x="1682578" y="0"/>
                  </a:lnTo>
                  <a:lnTo>
                    <a:pt x="1681733" y="0"/>
                  </a:lnTo>
                  <a:lnTo>
                    <a:pt x="1680888" y="0"/>
                  </a:lnTo>
                  <a:lnTo>
                    <a:pt x="1680043" y="0"/>
                  </a:lnTo>
                  <a:lnTo>
                    <a:pt x="1679198" y="0"/>
                  </a:lnTo>
                  <a:lnTo>
                    <a:pt x="1678352" y="0"/>
                  </a:lnTo>
                  <a:lnTo>
                    <a:pt x="1677507" y="0"/>
                  </a:lnTo>
                  <a:lnTo>
                    <a:pt x="1676662" y="0"/>
                  </a:lnTo>
                  <a:lnTo>
                    <a:pt x="1675817" y="0"/>
                  </a:lnTo>
                  <a:lnTo>
                    <a:pt x="1674972" y="0"/>
                  </a:lnTo>
                  <a:lnTo>
                    <a:pt x="1674127" y="0"/>
                  </a:lnTo>
                  <a:lnTo>
                    <a:pt x="1673282" y="0"/>
                  </a:lnTo>
                  <a:lnTo>
                    <a:pt x="1672437" y="0"/>
                  </a:lnTo>
                  <a:lnTo>
                    <a:pt x="1671592" y="0"/>
                  </a:lnTo>
                  <a:lnTo>
                    <a:pt x="1670747" y="0"/>
                  </a:lnTo>
                  <a:lnTo>
                    <a:pt x="1669902" y="0"/>
                  </a:lnTo>
                  <a:lnTo>
                    <a:pt x="1669056" y="0"/>
                  </a:lnTo>
                  <a:lnTo>
                    <a:pt x="1668211" y="0"/>
                  </a:lnTo>
                  <a:lnTo>
                    <a:pt x="1667366" y="0"/>
                  </a:lnTo>
                  <a:lnTo>
                    <a:pt x="1666521" y="0"/>
                  </a:lnTo>
                  <a:lnTo>
                    <a:pt x="1665676" y="0"/>
                  </a:lnTo>
                  <a:lnTo>
                    <a:pt x="1664831" y="0"/>
                  </a:lnTo>
                  <a:lnTo>
                    <a:pt x="1663986" y="0"/>
                  </a:lnTo>
                  <a:lnTo>
                    <a:pt x="1663141" y="0"/>
                  </a:lnTo>
                  <a:lnTo>
                    <a:pt x="1662296" y="0"/>
                  </a:lnTo>
                  <a:lnTo>
                    <a:pt x="1661451" y="0"/>
                  </a:lnTo>
                  <a:lnTo>
                    <a:pt x="1660606" y="0"/>
                  </a:lnTo>
                  <a:lnTo>
                    <a:pt x="1659760" y="0"/>
                  </a:lnTo>
                  <a:lnTo>
                    <a:pt x="1658915" y="0"/>
                  </a:lnTo>
                  <a:lnTo>
                    <a:pt x="1658070" y="0"/>
                  </a:lnTo>
                  <a:lnTo>
                    <a:pt x="1657225" y="0"/>
                  </a:lnTo>
                  <a:lnTo>
                    <a:pt x="1656380" y="0"/>
                  </a:lnTo>
                  <a:lnTo>
                    <a:pt x="1655535" y="0"/>
                  </a:lnTo>
                  <a:lnTo>
                    <a:pt x="1654690" y="0"/>
                  </a:lnTo>
                  <a:lnTo>
                    <a:pt x="1653845" y="0"/>
                  </a:lnTo>
                  <a:lnTo>
                    <a:pt x="1653000" y="0"/>
                  </a:lnTo>
                  <a:lnTo>
                    <a:pt x="1652155" y="0"/>
                  </a:lnTo>
                  <a:lnTo>
                    <a:pt x="1651310" y="0"/>
                  </a:lnTo>
                  <a:lnTo>
                    <a:pt x="1650464" y="0"/>
                  </a:lnTo>
                  <a:lnTo>
                    <a:pt x="1649619" y="0"/>
                  </a:lnTo>
                  <a:lnTo>
                    <a:pt x="1648774" y="0"/>
                  </a:lnTo>
                  <a:lnTo>
                    <a:pt x="1647929" y="0"/>
                  </a:lnTo>
                  <a:lnTo>
                    <a:pt x="1647084" y="0"/>
                  </a:lnTo>
                  <a:lnTo>
                    <a:pt x="1646239" y="0"/>
                  </a:lnTo>
                  <a:lnTo>
                    <a:pt x="1645394" y="0"/>
                  </a:lnTo>
                  <a:lnTo>
                    <a:pt x="1644549" y="0"/>
                  </a:lnTo>
                  <a:lnTo>
                    <a:pt x="1643704" y="0"/>
                  </a:lnTo>
                  <a:lnTo>
                    <a:pt x="1642859" y="0"/>
                  </a:lnTo>
                  <a:lnTo>
                    <a:pt x="1642014" y="0"/>
                  </a:lnTo>
                  <a:lnTo>
                    <a:pt x="1641168" y="0"/>
                  </a:lnTo>
                  <a:lnTo>
                    <a:pt x="1640323" y="0"/>
                  </a:lnTo>
                  <a:lnTo>
                    <a:pt x="1639478" y="0"/>
                  </a:lnTo>
                  <a:lnTo>
                    <a:pt x="1638633" y="0"/>
                  </a:lnTo>
                  <a:lnTo>
                    <a:pt x="1637788" y="0"/>
                  </a:lnTo>
                  <a:lnTo>
                    <a:pt x="1636943" y="0"/>
                  </a:lnTo>
                  <a:lnTo>
                    <a:pt x="1636098" y="0"/>
                  </a:lnTo>
                  <a:lnTo>
                    <a:pt x="1635253" y="0"/>
                  </a:lnTo>
                  <a:lnTo>
                    <a:pt x="1634408" y="0"/>
                  </a:lnTo>
                  <a:lnTo>
                    <a:pt x="1633563" y="0"/>
                  </a:lnTo>
                  <a:lnTo>
                    <a:pt x="1632717" y="0"/>
                  </a:lnTo>
                  <a:lnTo>
                    <a:pt x="1631872" y="0"/>
                  </a:lnTo>
                  <a:lnTo>
                    <a:pt x="1631027" y="0"/>
                  </a:lnTo>
                  <a:lnTo>
                    <a:pt x="1630182" y="0"/>
                  </a:lnTo>
                  <a:lnTo>
                    <a:pt x="1629337" y="0"/>
                  </a:lnTo>
                  <a:lnTo>
                    <a:pt x="1628492" y="0"/>
                  </a:lnTo>
                  <a:lnTo>
                    <a:pt x="1627647" y="0"/>
                  </a:lnTo>
                  <a:lnTo>
                    <a:pt x="1626802" y="0"/>
                  </a:lnTo>
                  <a:lnTo>
                    <a:pt x="1625957" y="0"/>
                  </a:lnTo>
                  <a:lnTo>
                    <a:pt x="1625112" y="0"/>
                  </a:lnTo>
                  <a:lnTo>
                    <a:pt x="1624267" y="0"/>
                  </a:lnTo>
                  <a:lnTo>
                    <a:pt x="1623421" y="0"/>
                  </a:lnTo>
                  <a:lnTo>
                    <a:pt x="1622576" y="0"/>
                  </a:lnTo>
                  <a:lnTo>
                    <a:pt x="1621731" y="0"/>
                  </a:lnTo>
                  <a:lnTo>
                    <a:pt x="1620886" y="0"/>
                  </a:lnTo>
                  <a:lnTo>
                    <a:pt x="1620041" y="0"/>
                  </a:lnTo>
                  <a:lnTo>
                    <a:pt x="1619196" y="0"/>
                  </a:lnTo>
                  <a:lnTo>
                    <a:pt x="1618351" y="0"/>
                  </a:lnTo>
                  <a:lnTo>
                    <a:pt x="1617506" y="0"/>
                  </a:lnTo>
                  <a:lnTo>
                    <a:pt x="1616661" y="0"/>
                  </a:lnTo>
                  <a:lnTo>
                    <a:pt x="1615816" y="0"/>
                  </a:lnTo>
                  <a:lnTo>
                    <a:pt x="1614971" y="0"/>
                  </a:lnTo>
                  <a:lnTo>
                    <a:pt x="1614125" y="0"/>
                  </a:lnTo>
                  <a:lnTo>
                    <a:pt x="1613280" y="0"/>
                  </a:lnTo>
                  <a:lnTo>
                    <a:pt x="1612435" y="0"/>
                  </a:lnTo>
                  <a:lnTo>
                    <a:pt x="1611590" y="0"/>
                  </a:lnTo>
                  <a:lnTo>
                    <a:pt x="1610745" y="0"/>
                  </a:lnTo>
                  <a:lnTo>
                    <a:pt x="1609900" y="0"/>
                  </a:lnTo>
                  <a:lnTo>
                    <a:pt x="1609055" y="0"/>
                  </a:lnTo>
                  <a:lnTo>
                    <a:pt x="1608210" y="0"/>
                  </a:lnTo>
                  <a:lnTo>
                    <a:pt x="1607365" y="0"/>
                  </a:lnTo>
                  <a:lnTo>
                    <a:pt x="1606520" y="0"/>
                  </a:lnTo>
                  <a:lnTo>
                    <a:pt x="1605675" y="0"/>
                  </a:lnTo>
                  <a:lnTo>
                    <a:pt x="1604829" y="0"/>
                  </a:lnTo>
                  <a:lnTo>
                    <a:pt x="1603984" y="0"/>
                  </a:lnTo>
                  <a:lnTo>
                    <a:pt x="1603139" y="0"/>
                  </a:lnTo>
                  <a:lnTo>
                    <a:pt x="1602294" y="0"/>
                  </a:lnTo>
                  <a:lnTo>
                    <a:pt x="1601449" y="0"/>
                  </a:lnTo>
                  <a:lnTo>
                    <a:pt x="1600604" y="0"/>
                  </a:lnTo>
                  <a:lnTo>
                    <a:pt x="1599759" y="0"/>
                  </a:lnTo>
                  <a:lnTo>
                    <a:pt x="1598914" y="0"/>
                  </a:lnTo>
                  <a:lnTo>
                    <a:pt x="1598069" y="0"/>
                  </a:lnTo>
                  <a:lnTo>
                    <a:pt x="1597224" y="0"/>
                  </a:lnTo>
                  <a:lnTo>
                    <a:pt x="1596379" y="0"/>
                  </a:lnTo>
                  <a:lnTo>
                    <a:pt x="1595533" y="0"/>
                  </a:lnTo>
                  <a:lnTo>
                    <a:pt x="1594688" y="0"/>
                  </a:lnTo>
                  <a:lnTo>
                    <a:pt x="1593843" y="0"/>
                  </a:lnTo>
                  <a:lnTo>
                    <a:pt x="1592998" y="0"/>
                  </a:lnTo>
                  <a:lnTo>
                    <a:pt x="1592153" y="0"/>
                  </a:lnTo>
                  <a:lnTo>
                    <a:pt x="1591308" y="0"/>
                  </a:lnTo>
                  <a:lnTo>
                    <a:pt x="1590463" y="0"/>
                  </a:lnTo>
                  <a:lnTo>
                    <a:pt x="1589618" y="0"/>
                  </a:lnTo>
                  <a:lnTo>
                    <a:pt x="1588773" y="0"/>
                  </a:lnTo>
                  <a:lnTo>
                    <a:pt x="1587928" y="0"/>
                  </a:lnTo>
                  <a:lnTo>
                    <a:pt x="1587083" y="0"/>
                  </a:lnTo>
                  <a:lnTo>
                    <a:pt x="1586237" y="0"/>
                  </a:lnTo>
                  <a:lnTo>
                    <a:pt x="1585392" y="0"/>
                  </a:lnTo>
                  <a:lnTo>
                    <a:pt x="1584547" y="0"/>
                  </a:lnTo>
                  <a:lnTo>
                    <a:pt x="1583702" y="0"/>
                  </a:lnTo>
                  <a:lnTo>
                    <a:pt x="1582857" y="0"/>
                  </a:lnTo>
                  <a:lnTo>
                    <a:pt x="1582012" y="0"/>
                  </a:lnTo>
                  <a:lnTo>
                    <a:pt x="1581167" y="0"/>
                  </a:lnTo>
                  <a:lnTo>
                    <a:pt x="1580322" y="0"/>
                  </a:lnTo>
                  <a:lnTo>
                    <a:pt x="1579477" y="0"/>
                  </a:lnTo>
                  <a:lnTo>
                    <a:pt x="1578632" y="0"/>
                  </a:lnTo>
                  <a:lnTo>
                    <a:pt x="1577787" y="0"/>
                  </a:lnTo>
                  <a:lnTo>
                    <a:pt x="1576941" y="0"/>
                  </a:lnTo>
                  <a:lnTo>
                    <a:pt x="1576096" y="0"/>
                  </a:lnTo>
                  <a:lnTo>
                    <a:pt x="1575251" y="0"/>
                  </a:lnTo>
                  <a:lnTo>
                    <a:pt x="1574406" y="0"/>
                  </a:lnTo>
                  <a:lnTo>
                    <a:pt x="1573561" y="0"/>
                  </a:lnTo>
                  <a:lnTo>
                    <a:pt x="1572716" y="0"/>
                  </a:lnTo>
                  <a:lnTo>
                    <a:pt x="1571871" y="0"/>
                  </a:lnTo>
                  <a:lnTo>
                    <a:pt x="1571026" y="0"/>
                  </a:lnTo>
                  <a:lnTo>
                    <a:pt x="1570181" y="0"/>
                  </a:lnTo>
                  <a:lnTo>
                    <a:pt x="1569336" y="0"/>
                  </a:lnTo>
                  <a:lnTo>
                    <a:pt x="1568490" y="0"/>
                  </a:lnTo>
                  <a:lnTo>
                    <a:pt x="1567645" y="0"/>
                  </a:lnTo>
                  <a:lnTo>
                    <a:pt x="1566800" y="0"/>
                  </a:lnTo>
                  <a:lnTo>
                    <a:pt x="1565955" y="0"/>
                  </a:lnTo>
                  <a:lnTo>
                    <a:pt x="1565110" y="0"/>
                  </a:lnTo>
                  <a:lnTo>
                    <a:pt x="1564265" y="0"/>
                  </a:lnTo>
                  <a:lnTo>
                    <a:pt x="1563420" y="0"/>
                  </a:lnTo>
                  <a:lnTo>
                    <a:pt x="1562575" y="0"/>
                  </a:lnTo>
                  <a:lnTo>
                    <a:pt x="1561730" y="0"/>
                  </a:lnTo>
                  <a:lnTo>
                    <a:pt x="1560885" y="0"/>
                  </a:lnTo>
                  <a:lnTo>
                    <a:pt x="1560040" y="0"/>
                  </a:lnTo>
                  <a:lnTo>
                    <a:pt x="1559194" y="0"/>
                  </a:lnTo>
                  <a:lnTo>
                    <a:pt x="1558349" y="0"/>
                  </a:lnTo>
                  <a:lnTo>
                    <a:pt x="1557504" y="0"/>
                  </a:lnTo>
                  <a:lnTo>
                    <a:pt x="1556659" y="0"/>
                  </a:lnTo>
                  <a:lnTo>
                    <a:pt x="1555814" y="0"/>
                  </a:lnTo>
                  <a:lnTo>
                    <a:pt x="1554969" y="0"/>
                  </a:lnTo>
                  <a:lnTo>
                    <a:pt x="1554124" y="0"/>
                  </a:lnTo>
                  <a:lnTo>
                    <a:pt x="1553279" y="0"/>
                  </a:lnTo>
                  <a:lnTo>
                    <a:pt x="1552434" y="0"/>
                  </a:lnTo>
                  <a:lnTo>
                    <a:pt x="1551589" y="0"/>
                  </a:lnTo>
                  <a:lnTo>
                    <a:pt x="1550744" y="0"/>
                  </a:lnTo>
                  <a:lnTo>
                    <a:pt x="1549898" y="0"/>
                  </a:lnTo>
                  <a:lnTo>
                    <a:pt x="1549053" y="0"/>
                  </a:lnTo>
                  <a:lnTo>
                    <a:pt x="1548208" y="0"/>
                  </a:lnTo>
                  <a:lnTo>
                    <a:pt x="1547363" y="0"/>
                  </a:lnTo>
                  <a:lnTo>
                    <a:pt x="1546518" y="0"/>
                  </a:lnTo>
                  <a:lnTo>
                    <a:pt x="1545673" y="0"/>
                  </a:lnTo>
                  <a:lnTo>
                    <a:pt x="1544828" y="0"/>
                  </a:lnTo>
                  <a:lnTo>
                    <a:pt x="1543983" y="0"/>
                  </a:lnTo>
                  <a:lnTo>
                    <a:pt x="1543138" y="0"/>
                  </a:lnTo>
                  <a:lnTo>
                    <a:pt x="1542293" y="0"/>
                  </a:lnTo>
                  <a:lnTo>
                    <a:pt x="1541448" y="0"/>
                  </a:lnTo>
                  <a:lnTo>
                    <a:pt x="1540602" y="0"/>
                  </a:lnTo>
                  <a:lnTo>
                    <a:pt x="1539757" y="0"/>
                  </a:lnTo>
                  <a:lnTo>
                    <a:pt x="1538912" y="0"/>
                  </a:lnTo>
                  <a:lnTo>
                    <a:pt x="1538067" y="0"/>
                  </a:lnTo>
                  <a:lnTo>
                    <a:pt x="1537222" y="0"/>
                  </a:lnTo>
                  <a:lnTo>
                    <a:pt x="1536377" y="0"/>
                  </a:lnTo>
                  <a:lnTo>
                    <a:pt x="1535532" y="0"/>
                  </a:lnTo>
                  <a:lnTo>
                    <a:pt x="1534687" y="0"/>
                  </a:lnTo>
                  <a:lnTo>
                    <a:pt x="1533842" y="0"/>
                  </a:lnTo>
                  <a:lnTo>
                    <a:pt x="1532997" y="0"/>
                  </a:lnTo>
                  <a:lnTo>
                    <a:pt x="1532152" y="0"/>
                  </a:lnTo>
                  <a:lnTo>
                    <a:pt x="1531306" y="0"/>
                  </a:lnTo>
                  <a:lnTo>
                    <a:pt x="1530461" y="0"/>
                  </a:lnTo>
                  <a:lnTo>
                    <a:pt x="1529616" y="0"/>
                  </a:lnTo>
                  <a:lnTo>
                    <a:pt x="1528771" y="0"/>
                  </a:lnTo>
                  <a:lnTo>
                    <a:pt x="1527926" y="0"/>
                  </a:lnTo>
                  <a:lnTo>
                    <a:pt x="1527081" y="0"/>
                  </a:lnTo>
                  <a:lnTo>
                    <a:pt x="1526236" y="0"/>
                  </a:lnTo>
                  <a:lnTo>
                    <a:pt x="1525391" y="0"/>
                  </a:lnTo>
                  <a:lnTo>
                    <a:pt x="1524546" y="0"/>
                  </a:lnTo>
                  <a:lnTo>
                    <a:pt x="1523701" y="0"/>
                  </a:lnTo>
                  <a:lnTo>
                    <a:pt x="1522856" y="0"/>
                  </a:lnTo>
                  <a:lnTo>
                    <a:pt x="1522010" y="0"/>
                  </a:lnTo>
                  <a:lnTo>
                    <a:pt x="1521165" y="0"/>
                  </a:lnTo>
                  <a:lnTo>
                    <a:pt x="1520320" y="0"/>
                  </a:lnTo>
                  <a:lnTo>
                    <a:pt x="1519475" y="0"/>
                  </a:lnTo>
                  <a:lnTo>
                    <a:pt x="1518630" y="0"/>
                  </a:lnTo>
                  <a:lnTo>
                    <a:pt x="1517785" y="0"/>
                  </a:lnTo>
                  <a:lnTo>
                    <a:pt x="1516940" y="0"/>
                  </a:lnTo>
                  <a:lnTo>
                    <a:pt x="1516095" y="0"/>
                  </a:lnTo>
                  <a:lnTo>
                    <a:pt x="1515250" y="0"/>
                  </a:lnTo>
                  <a:lnTo>
                    <a:pt x="1514405" y="0"/>
                  </a:lnTo>
                  <a:lnTo>
                    <a:pt x="1513560" y="0"/>
                  </a:lnTo>
                  <a:lnTo>
                    <a:pt x="1512714" y="0"/>
                  </a:lnTo>
                  <a:lnTo>
                    <a:pt x="1511869" y="0"/>
                  </a:lnTo>
                  <a:lnTo>
                    <a:pt x="1511024" y="0"/>
                  </a:lnTo>
                  <a:lnTo>
                    <a:pt x="1510179" y="0"/>
                  </a:lnTo>
                  <a:lnTo>
                    <a:pt x="1509334" y="0"/>
                  </a:lnTo>
                  <a:lnTo>
                    <a:pt x="1508489" y="0"/>
                  </a:lnTo>
                  <a:lnTo>
                    <a:pt x="1507644" y="0"/>
                  </a:lnTo>
                  <a:lnTo>
                    <a:pt x="1506799" y="0"/>
                  </a:lnTo>
                  <a:lnTo>
                    <a:pt x="1505954" y="0"/>
                  </a:lnTo>
                  <a:lnTo>
                    <a:pt x="1505109" y="0"/>
                  </a:lnTo>
                  <a:lnTo>
                    <a:pt x="1504263" y="0"/>
                  </a:lnTo>
                  <a:lnTo>
                    <a:pt x="1503418" y="0"/>
                  </a:lnTo>
                  <a:lnTo>
                    <a:pt x="1502573" y="0"/>
                  </a:lnTo>
                  <a:lnTo>
                    <a:pt x="1501728" y="0"/>
                  </a:lnTo>
                  <a:lnTo>
                    <a:pt x="1500883" y="0"/>
                  </a:lnTo>
                  <a:lnTo>
                    <a:pt x="1500038" y="0"/>
                  </a:lnTo>
                  <a:lnTo>
                    <a:pt x="1499193" y="0"/>
                  </a:lnTo>
                  <a:lnTo>
                    <a:pt x="1498348" y="0"/>
                  </a:lnTo>
                  <a:lnTo>
                    <a:pt x="1497503" y="0"/>
                  </a:lnTo>
                  <a:lnTo>
                    <a:pt x="1496658" y="0"/>
                  </a:lnTo>
                  <a:lnTo>
                    <a:pt x="1495813" y="0"/>
                  </a:lnTo>
                  <a:lnTo>
                    <a:pt x="1494967" y="0"/>
                  </a:lnTo>
                  <a:lnTo>
                    <a:pt x="1494122" y="0"/>
                  </a:lnTo>
                  <a:lnTo>
                    <a:pt x="1493277" y="0"/>
                  </a:lnTo>
                  <a:lnTo>
                    <a:pt x="1492432" y="0"/>
                  </a:lnTo>
                  <a:lnTo>
                    <a:pt x="1491587" y="0"/>
                  </a:lnTo>
                  <a:lnTo>
                    <a:pt x="1490742" y="0"/>
                  </a:lnTo>
                  <a:lnTo>
                    <a:pt x="1489897" y="0"/>
                  </a:lnTo>
                  <a:lnTo>
                    <a:pt x="1489052" y="0"/>
                  </a:lnTo>
                  <a:lnTo>
                    <a:pt x="1488207" y="0"/>
                  </a:lnTo>
                  <a:lnTo>
                    <a:pt x="1487362" y="0"/>
                  </a:lnTo>
                  <a:lnTo>
                    <a:pt x="1486517" y="0"/>
                  </a:lnTo>
                  <a:lnTo>
                    <a:pt x="1485671" y="0"/>
                  </a:lnTo>
                  <a:lnTo>
                    <a:pt x="1484826" y="0"/>
                  </a:lnTo>
                  <a:lnTo>
                    <a:pt x="1483981" y="0"/>
                  </a:lnTo>
                  <a:lnTo>
                    <a:pt x="1483136" y="0"/>
                  </a:lnTo>
                  <a:lnTo>
                    <a:pt x="1482291" y="0"/>
                  </a:lnTo>
                  <a:lnTo>
                    <a:pt x="1481446" y="0"/>
                  </a:lnTo>
                  <a:lnTo>
                    <a:pt x="1480601" y="0"/>
                  </a:lnTo>
                  <a:lnTo>
                    <a:pt x="1479756" y="0"/>
                  </a:lnTo>
                  <a:lnTo>
                    <a:pt x="1478911" y="0"/>
                  </a:lnTo>
                  <a:lnTo>
                    <a:pt x="1478066" y="0"/>
                  </a:lnTo>
                  <a:lnTo>
                    <a:pt x="1477221" y="0"/>
                  </a:lnTo>
                  <a:lnTo>
                    <a:pt x="1476375" y="0"/>
                  </a:lnTo>
                  <a:lnTo>
                    <a:pt x="1475530" y="0"/>
                  </a:lnTo>
                  <a:lnTo>
                    <a:pt x="1474685" y="0"/>
                  </a:lnTo>
                  <a:lnTo>
                    <a:pt x="1473840" y="0"/>
                  </a:lnTo>
                  <a:lnTo>
                    <a:pt x="1472995" y="0"/>
                  </a:lnTo>
                  <a:lnTo>
                    <a:pt x="1472150" y="0"/>
                  </a:lnTo>
                  <a:lnTo>
                    <a:pt x="1471305" y="0"/>
                  </a:lnTo>
                  <a:lnTo>
                    <a:pt x="1470460" y="0"/>
                  </a:lnTo>
                  <a:lnTo>
                    <a:pt x="1469615" y="0"/>
                  </a:lnTo>
                  <a:lnTo>
                    <a:pt x="1468770" y="0"/>
                  </a:lnTo>
                  <a:lnTo>
                    <a:pt x="1467925" y="0"/>
                  </a:lnTo>
                  <a:lnTo>
                    <a:pt x="1467079" y="0"/>
                  </a:lnTo>
                  <a:lnTo>
                    <a:pt x="1466234" y="0"/>
                  </a:lnTo>
                  <a:lnTo>
                    <a:pt x="1465389" y="0"/>
                  </a:lnTo>
                  <a:lnTo>
                    <a:pt x="1464544" y="0"/>
                  </a:lnTo>
                  <a:lnTo>
                    <a:pt x="1463699" y="0"/>
                  </a:lnTo>
                  <a:lnTo>
                    <a:pt x="1462854" y="0"/>
                  </a:lnTo>
                  <a:lnTo>
                    <a:pt x="1462009" y="0"/>
                  </a:lnTo>
                  <a:lnTo>
                    <a:pt x="1461164" y="0"/>
                  </a:lnTo>
                  <a:lnTo>
                    <a:pt x="1460319" y="0"/>
                  </a:lnTo>
                  <a:lnTo>
                    <a:pt x="1459474" y="0"/>
                  </a:lnTo>
                  <a:lnTo>
                    <a:pt x="1458629" y="0"/>
                  </a:lnTo>
                  <a:lnTo>
                    <a:pt x="1457783" y="0"/>
                  </a:lnTo>
                  <a:lnTo>
                    <a:pt x="1456938" y="0"/>
                  </a:lnTo>
                  <a:lnTo>
                    <a:pt x="1456093" y="0"/>
                  </a:lnTo>
                  <a:lnTo>
                    <a:pt x="1455248" y="0"/>
                  </a:lnTo>
                  <a:lnTo>
                    <a:pt x="1454403" y="0"/>
                  </a:lnTo>
                  <a:lnTo>
                    <a:pt x="1453558" y="0"/>
                  </a:lnTo>
                  <a:lnTo>
                    <a:pt x="1452713" y="0"/>
                  </a:lnTo>
                  <a:lnTo>
                    <a:pt x="1451868" y="0"/>
                  </a:lnTo>
                  <a:lnTo>
                    <a:pt x="1451023" y="0"/>
                  </a:lnTo>
                  <a:lnTo>
                    <a:pt x="1450178" y="0"/>
                  </a:lnTo>
                  <a:lnTo>
                    <a:pt x="1449333" y="0"/>
                  </a:lnTo>
                  <a:lnTo>
                    <a:pt x="1448487" y="0"/>
                  </a:lnTo>
                  <a:lnTo>
                    <a:pt x="1447642" y="0"/>
                  </a:lnTo>
                  <a:lnTo>
                    <a:pt x="1446797" y="0"/>
                  </a:lnTo>
                  <a:lnTo>
                    <a:pt x="1445952" y="0"/>
                  </a:lnTo>
                  <a:lnTo>
                    <a:pt x="1445107" y="0"/>
                  </a:lnTo>
                  <a:lnTo>
                    <a:pt x="1444262" y="0"/>
                  </a:lnTo>
                  <a:lnTo>
                    <a:pt x="1443417" y="0"/>
                  </a:lnTo>
                  <a:lnTo>
                    <a:pt x="1442572" y="0"/>
                  </a:lnTo>
                  <a:lnTo>
                    <a:pt x="1441727" y="0"/>
                  </a:lnTo>
                  <a:lnTo>
                    <a:pt x="1440882" y="0"/>
                  </a:lnTo>
                  <a:lnTo>
                    <a:pt x="1440036" y="0"/>
                  </a:lnTo>
                  <a:lnTo>
                    <a:pt x="1439191" y="0"/>
                  </a:lnTo>
                  <a:lnTo>
                    <a:pt x="1438346" y="0"/>
                  </a:lnTo>
                  <a:lnTo>
                    <a:pt x="1437501" y="0"/>
                  </a:lnTo>
                  <a:lnTo>
                    <a:pt x="1436656" y="0"/>
                  </a:lnTo>
                  <a:lnTo>
                    <a:pt x="1435811" y="0"/>
                  </a:lnTo>
                  <a:lnTo>
                    <a:pt x="1434966" y="0"/>
                  </a:lnTo>
                  <a:lnTo>
                    <a:pt x="1434121" y="0"/>
                  </a:lnTo>
                  <a:lnTo>
                    <a:pt x="1433276" y="0"/>
                  </a:lnTo>
                  <a:lnTo>
                    <a:pt x="1432431" y="0"/>
                  </a:lnTo>
                  <a:lnTo>
                    <a:pt x="1431586" y="0"/>
                  </a:lnTo>
                  <a:lnTo>
                    <a:pt x="1430740" y="0"/>
                  </a:lnTo>
                  <a:lnTo>
                    <a:pt x="1429895" y="0"/>
                  </a:lnTo>
                  <a:lnTo>
                    <a:pt x="1429050" y="0"/>
                  </a:lnTo>
                  <a:lnTo>
                    <a:pt x="1428205" y="0"/>
                  </a:lnTo>
                  <a:lnTo>
                    <a:pt x="1427360" y="0"/>
                  </a:lnTo>
                  <a:lnTo>
                    <a:pt x="1426515" y="0"/>
                  </a:lnTo>
                  <a:lnTo>
                    <a:pt x="1425670" y="0"/>
                  </a:lnTo>
                  <a:lnTo>
                    <a:pt x="1424825" y="0"/>
                  </a:lnTo>
                  <a:lnTo>
                    <a:pt x="1423980" y="0"/>
                  </a:lnTo>
                  <a:lnTo>
                    <a:pt x="1423135" y="0"/>
                  </a:lnTo>
                  <a:lnTo>
                    <a:pt x="1422290" y="0"/>
                  </a:lnTo>
                  <a:lnTo>
                    <a:pt x="1421444" y="0"/>
                  </a:lnTo>
                  <a:lnTo>
                    <a:pt x="1420599" y="0"/>
                  </a:lnTo>
                  <a:lnTo>
                    <a:pt x="1419754" y="0"/>
                  </a:lnTo>
                  <a:lnTo>
                    <a:pt x="1418909" y="0"/>
                  </a:lnTo>
                  <a:lnTo>
                    <a:pt x="1418064" y="0"/>
                  </a:lnTo>
                  <a:lnTo>
                    <a:pt x="1417219" y="0"/>
                  </a:lnTo>
                  <a:lnTo>
                    <a:pt x="1416374" y="0"/>
                  </a:lnTo>
                  <a:lnTo>
                    <a:pt x="1415529" y="0"/>
                  </a:lnTo>
                  <a:lnTo>
                    <a:pt x="1414684" y="0"/>
                  </a:lnTo>
                  <a:lnTo>
                    <a:pt x="1413839" y="0"/>
                  </a:lnTo>
                  <a:lnTo>
                    <a:pt x="1412994" y="0"/>
                  </a:lnTo>
                  <a:lnTo>
                    <a:pt x="1412148" y="0"/>
                  </a:lnTo>
                  <a:lnTo>
                    <a:pt x="1411303" y="0"/>
                  </a:lnTo>
                  <a:lnTo>
                    <a:pt x="1410458" y="0"/>
                  </a:lnTo>
                  <a:lnTo>
                    <a:pt x="1409613" y="0"/>
                  </a:lnTo>
                  <a:lnTo>
                    <a:pt x="1408768" y="0"/>
                  </a:lnTo>
                  <a:lnTo>
                    <a:pt x="1407923" y="0"/>
                  </a:lnTo>
                  <a:lnTo>
                    <a:pt x="1407078" y="0"/>
                  </a:lnTo>
                  <a:lnTo>
                    <a:pt x="1406233" y="0"/>
                  </a:lnTo>
                  <a:lnTo>
                    <a:pt x="1405388" y="0"/>
                  </a:lnTo>
                  <a:lnTo>
                    <a:pt x="1404543" y="0"/>
                  </a:lnTo>
                  <a:lnTo>
                    <a:pt x="1403698" y="0"/>
                  </a:lnTo>
                  <a:lnTo>
                    <a:pt x="1402852" y="0"/>
                  </a:lnTo>
                  <a:lnTo>
                    <a:pt x="1402007" y="0"/>
                  </a:lnTo>
                  <a:lnTo>
                    <a:pt x="1401162" y="0"/>
                  </a:lnTo>
                  <a:lnTo>
                    <a:pt x="1400317" y="0"/>
                  </a:lnTo>
                  <a:lnTo>
                    <a:pt x="1399472" y="0"/>
                  </a:lnTo>
                  <a:lnTo>
                    <a:pt x="1398627" y="0"/>
                  </a:lnTo>
                  <a:lnTo>
                    <a:pt x="1397782" y="0"/>
                  </a:lnTo>
                  <a:lnTo>
                    <a:pt x="1396937" y="0"/>
                  </a:lnTo>
                  <a:lnTo>
                    <a:pt x="1396092" y="0"/>
                  </a:lnTo>
                  <a:lnTo>
                    <a:pt x="1395247" y="0"/>
                  </a:lnTo>
                  <a:lnTo>
                    <a:pt x="1394402" y="0"/>
                  </a:lnTo>
                  <a:lnTo>
                    <a:pt x="1393556" y="0"/>
                  </a:lnTo>
                  <a:lnTo>
                    <a:pt x="1392711" y="0"/>
                  </a:lnTo>
                  <a:lnTo>
                    <a:pt x="1391866" y="0"/>
                  </a:lnTo>
                  <a:lnTo>
                    <a:pt x="1391021" y="0"/>
                  </a:lnTo>
                  <a:lnTo>
                    <a:pt x="1390176" y="0"/>
                  </a:lnTo>
                  <a:lnTo>
                    <a:pt x="1389331" y="0"/>
                  </a:lnTo>
                  <a:lnTo>
                    <a:pt x="1388486" y="0"/>
                  </a:lnTo>
                  <a:lnTo>
                    <a:pt x="1387641" y="0"/>
                  </a:lnTo>
                  <a:lnTo>
                    <a:pt x="1386796" y="0"/>
                  </a:lnTo>
                  <a:lnTo>
                    <a:pt x="1385951" y="0"/>
                  </a:lnTo>
                  <a:lnTo>
                    <a:pt x="1385105" y="0"/>
                  </a:lnTo>
                  <a:lnTo>
                    <a:pt x="1384260" y="0"/>
                  </a:lnTo>
                  <a:lnTo>
                    <a:pt x="1383415" y="0"/>
                  </a:lnTo>
                  <a:lnTo>
                    <a:pt x="1382570" y="0"/>
                  </a:lnTo>
                  <a:lnTo>
                    <a:pt x="1381725" y="0"/>
                  </a:lnTo>
                  <a:lnTo>
                    <a:pt x="1380880" y="0"/>
                  </a:lnTo>
                  <a:lnTo>
                    <a:pt x="1380035" y="0"/>
                  </a:lnTo>
                  <a:lnTo>
                    <a:pt x="1379190" y="0"/>
                  </a:lnTo>
                  <a:lnTo>
                    <a:pt x="1378345" y="0"/>
                  </a:lnTo>
                  <a:lnTo>
                    <a:pt x="1377500" y="0"/>
                  </a:lnTo>
                  <a:lnTo>
                    <a:pt x="1376655" y="0"/>
                  </a:lnTo>
                  <a:lnTo>
                    <a:pt x="1375809" y="0"/>
                  </a:lnTo>
                  <a:lnTo>
                    <a:pt x="1374964" y="0"/>
                  </a:lnTo>
                  <a:lnTo>
                    <a:pt x="1374119" y="0"/>
                  </a:lnTo>
                  <a:lnTo>
                    <a:pt x="1373274" y="0"/>
                  </a:lnTo>
                  <a:lnTo>
                    <a:pt x="1372429" y="0"/>
                  </a:lnTo>
                  <a:lnTo>
                    <a:pt x="1371584" y="0"/>
                  </a:lnTo>
                  <a:lnTo>
                    <a:pt x="1370739" y="0"/>
                  </a:lnTo>
                  <a:lnTo>
                    <a:pt x="1369894" y="0"/>
                  </a:lnTo>
                  <a:lnTo>
                    <a:pt x="1369049" y="0"/>
                  </a:lnTo>
                  <a:lnTo>
                    <a:pt x="1368204" y="0"/>
                  </a:lnTo>
                  <a:lnTo>
                    <a:pt x="1367359" y="0"/>
                  </a:lnTo>
                  <a:lnTo>
                    <a:pt x="1366513" y="0"/>
                  </a:lnTo>
                  <a:lnTo>
                    <a:pt x="1365668" y="0"/>
                  </a:lnTo>
                  <a:lnTo>
                    <a:pt x="1364823" y="0"/>
                  </a:lnTo>
                  <a:lnTo>
                    <a:pt x="1363978" y="0"/>
                  </a:lnTo>
                  <a:lnTo>
                    <a:pt x="1363133" y="0"/>
                  </a:lnTo>
                  <a:lnTo>
                    <a:pt x="1362288" y="0"/>
                  </a:lnTo>
                  <a:lnTo>
                    <a:pt x="1361443" y="0"/>
                  </a:lnTo>
                  <a:lnTo>
                    <a:pt x="1360598" y="0"/>
                  </a:lnTo>
                  <a:lnTo>
                    <a:pt x="1359753" y="0"/>
                  </a:lnTo>
                  <a:lnTo>
                    <a:pt x="1358908" y="0"/>
                  </a:lnTo>
                  <a:lnTo>
                    <a:pt x="1358063" y="0"/>
                  </a:lnTo>
                  <a:lnTo>
                    <a:pt x="1357217" y="0"/>
                  </a:lnTo>
                  <a:lnTo>
                    <a:pt x="1356372" y="0"/>
                  </a:lnTo>
                  <a:lnTo>
                    <a:pt x="1355527" y="0"/>
                  </a:lnTo>
                  <a:lnTo>
                    <a:pt x="1354682" y="0"/>
                  </a:lnTo>
                  <a:lnTo>
                    <a:pt x="1353837" y="0"/>
                  </a:lnTo>
                  <a:lnTo>
                    <a:pt x="1352992" y="0"/>
                  </a:lnTo>
                  <a:lnTo>
                    <a:pt x="1352147" y="0"/>
                  </a:lnTo>
                  <a:lnTo>
                    <a:pt x="1351302" y="0"/>
                  </a:lnTo>
                  <a:lnTo>
                    <a:pt x="1350457" y="0"/>
                  </a:lnTo>
                  <a:lnTo>
                    <a:pt x="1349612" y="0"/>
                  </a:lnTo>
                  <a:lnTo>
                    <a:pt x="1348767" y="0"/>
                  </a:lnTo>
                  <a:lnTo>
                    <a:pt x="1347921" y="0"/>
                  </a:lnTo>
                  <a:lnTo>
                    <a:pt x="1347076" y="0"/>
                  </a:lnTo>
                  <a:lnTo>
                    <a:pt x="1346231" y="0"/>
                  </a:lnTo>
                  <a:lnTo>
                    <a:pt x="1345386" y="0"/>
                  </a:lnTo>
                  <a:lnTo>
                    <a:pt x="1344541" y="0"/>
                  </a:lnTo>
                  <a:lnTo>
                    <a:pt x="1343696" y="0"/>
                  </a:lnTo>
                  <a:lnTo>
                    <a:pt x="1342851" y="0"/>
                  </a:lnTo>
                  <a:lnTo>
                    <a:pt x="1342006" y="0"/>
                  </a:lnTo>
                  <a:lnTo>
                    <a:pt x="1341161" y="0"/>
                  </a:lnTo>
                  <a:lnTo>
                    <a:pt x="1340316" y="0"/>
                  </a:lnTo>
                  <a:lnTo>
                    <a:pt x="1339471" y="0"/>
                  </a:lnTo>
                  <a:lnTo>
                    <a:pt x="1338625" y="0"/>
                  </a:lnTo>
                  <a:lnTo>
                    <a:pt x="1337780" y="0"/>
                  </a:lnTo>
                  <a:lnTo>
                    <a:pt x="1336935" y="0"/>
                  </a:lnTo>
                  <a:lnTo>
                    <a:pt x="1336090" y="0"/>
                  </a:lnTo>
                  <a:lnTo>
                    <a:pt x="1335245" y="0"/>
                  </a:lnTo>
                  <a:lnTo>
                    <a:pt x="1334400" y="0"/>
                  </a:lnTo>
                  <a:lnTo>
                    <a:pt x="1333555" y="0"/>
                  </a:lnTo>
                  <a:lnTo>
                    <a:pt x="1332710" y="0"/>
                  </a:lnTo>
                  <a:lnTo>
                    <a:pt x="1331865" y="0"/>
                  </a:lnTo>
                  <a:lnTo>
                    <a:pt x="1331020" y="0"/>
                  </a:lnTo>
                  <a:lnTo>
                    <a:pt x="1330175" y="0"/>
                  </a:lnTo>
                  <a:lnTo>
                    <a:pt x="1329329" y="0"/>
                  </a:lnTo>
                  <a:lnTo>
                    <a:pt x="1328484" y="0"/>
                  </a:lnTo>
                  <a:lnTo>
                    <a:pt x="1327639" y="0"/>
                  </a:lnTo>
                  <a:lnTo>
                    <a:pt x="1326794" y="0"/>
                  </a:lnTo>
                  <a:lnTo>
                    <a:pt x="1325949" y="0"/>
                  </a:lnTo>
                  <a:lnTo>
                    <a:pt x="1325104" y="0"/>
                  </a:lnTo>
                  <a:lnTo>
                    <a:pt x="1324259" y="0"/>
                  </a:lnTo>
                  <a:lnTo>
                    <a:pt x="1323414" y="0"/>
                  </a:lnTo>
                  <a:lnTo>
                    <a:pt x="1322569" y="0"/>
                  </a:lnTo>
                  <a:lnTo>
                    <a:pt x="1321724" y="0"/>
                  </a:lnTo>
                  <a:lnTo>
                    <a:pt x="1320878" y="0"/>
                  </a:lnTo>
                  <a:lnTo>
                    <a:pt x="1320033" y="0"/>
                  </a:lnTo>
                  <a:lnTo>
                    <a:pt x="1319188" y="0"/>
                  </a:lnTo>
                  <a:lnTo>
                    <a:pt x="1318343" y="0"/>
                  </a:lnTo>
                  <a:lnTo>
                    <a:pt x="1317498" y="0"/>
                  </a:lnTo>
                  <a:lnTo>
                    <a:pt x="1316653" y="0"/>
                  </a:lnTo>
                  <a:lnTo>
                    <a:pt x="1315808" y="0"/>
                  </a:lnTo>
                  <a:lnTo>
                    <a:pt x="1314963" y="0"/>
                  </a:lnTo>
                  <a:lnTo>
                    <a:pt x="1314118" y="0"/>
                  </a:lnTo>
                  <a:lnTo>
                    <a:pt x="1313273" y="0"/>
                  </a:lnTo>
                  <a:lnTo>
                    <a:pt x="1312428" y="0"/>
                  </a:lnTo>
                  <a:lnTo>
                    <a:pt x="1311582" y="0"/>
                  </a:lnTo>
                  <a:lnTo>
                    <a:pt x="1310737" y="0"/>
                  </a:lnTo>
                  <a:lnTo>
                    <a:pt x="1309892" y="0"/>
                  </a:lnTo>
                  <a:lnTo>
                    <a:pt x="1309047" y="0"/>
                  </a:lnTo>
                  <a:lnTo>
                    <a:pt x="1308202" y="0"/>
                  </a:lnTo>
                  <a:lnTo>
                    <a:pt x="1307357" y="0"/>
                  </a:lnTo>
                  <a:lnTo>
                    <a:pt x="1306512" y="0"/>
                  </a:lnTo>
                  <a:lnTo>
                    <a:pt x="1305667" y="0"/>
                  </a:lnTo>
                  <a:lnTo>
                    <a:pt x="1304822" y="0"/>
                  </a:lnTo>
                  <a:lnTo>
                    <a:pt x="1303977" y="0"/>
                  </a:lnTo>
                  <a:lnTo>
                    <a:pt x="1303132" y="0"/>
                  </a:lnTo>
                  <a:lnTo>
                    <a:pt x="1302286" y="0"/>
                  </a:lnTo>
                  <a:lnTo>
                    <a:pt x="1301441" y="0"/>
                  </a:lnTo>
                  <a:lnTo>
                    <a:pt x="1300596" y="0"/>
                  </a:lnTo>
                  <a:lnTo>
                    <a:pt x="1299751" y="0"/>
                  </a:lnTo>
                  <a:lnTo>
                    <a:pt x="1298906" y="0"/>
                  </a:lnTo>
                  <a:lnTo>
                    <a:pt x="1298061" y="0"/>
                  </a:lnTo>
                  <a:lnTo>
                    <a:pt x="1297216" y="0"/>
                  </a:lnTo>
                  <a:lnTo>
                    <a:pt x="1296371" y="0"/>
                  </a:lnTo>
                  <a:lnTo>
                    <a:pt x="1295526" y="0"/>
                  </a:lnTo>
                  <a:lnTo>
                    <a:pt x="1294681" y="0"/>
                  </a:lnTo>
                  <a:lnTo>
                    <a:pt x="1293836" y="0"/>
                  </a:lnTo>
                  <a:lnTo>
                    <a:pt x="1292990" y="0"/>
                  </a:lnTo>
                  <a:lnTo>
                    <a:pt x="1292145" y="0"/>
                  </a:lnTo>
                  <a:lnTo>
                    <a:pt x="1291300" y="0"/>
                  </a:lnTo>
                  <a:lnTo>
                    <a:pt x="1290455" y="0"/>
                  </a:lnTo>
                  <a:lnTo>
                    <a:pt x="1289610" y="0"/>
                  </a:lnTo>
                  <a:lnTo>
                    <a:pt x="1288765" y="0"/>
                  </a:lnTo>
                  <a:lnTo>
                    <a:pt x="1287920" y="0"/>
                  </a:lnTo>
                  <a:lnTo>
                    <a:pt x="1287075" y="0"/>
                  </a:lnTo>
                  <a:lnTo>
                    <a:pt x="1286230" y="0"/>
                  </a:lnTo>
                  <a:lnTo>
                    <a:pt x="1285385" y="0"/>
                  </a:lnTo>
                  <a:lnTo>
                    <a:pt x="1284540" y="0"/>
                  </a:lnTo>
                  <a:lnTo>
                    <a:pt x="1283694" y="0"/>
                  </a:lnTo>
                  <a:lnTo>
                    <a:pt x="1282849" y="0"/>
                  </a:lnTo>
                  <a:lnTo>
                    <a:pt x="1282004" y="0"/>
                  </a:lnTo>
                  <a:lnTo>
                    <a:pt x="1281159" y="0"/>
                  </a:lnTo>
                  <a:lnTo>
                    <a:pt x="1280314" y="0"/>
                  </a:lnTo>
                  <a:lnTo>
                    <a:pt x="1279469" y="0"/>
                  </a:lnTo>
                  <a:lnTo>
                    <a:pt x="1278624" y="0"/>
                  </a:lnTo>
                  <a:lnTo>
                    <a:pt x="1277779" y="0"/>
                  </a:lnTo>
                  <a:lnTo>
                    <a:pt x="1276934" y="0"/>
                  </a:lnTo>
                  <a:lnTo>
                    <a:pt x="1276089" y="0"/>
                  </a:lnTo>
                  <a:lnTo>
                    <a:pt x="1275244" y="0"/>
                  </a:lnTo>
                  <a:lnTo>
                    <a:pt x="1274398" y="0"/>
                  </a:lnTo>
                  <a:lnTo>
                    <a:pt x="1273553" y="0"/>
                  </a:lnTo>
                  <a:lnTo>
                    <a:pt x="1272708" y="0"/>
                  </a:lnTo>
                  <a:lnTo>
                    <a:pt x="1271863" y="0"/>
                  </a:lnTo>
                  <a:lnTo>
                    <a:pt x="1271018" y="0"/>
                  </a:lnTo>
                  <a:lnTo>
                    <a:pt x="1270173" y="0"/>
                  </a:lnTo>
                  <a:lnTo>
                    <a:pt x="1269328" y="0"/>
                  </a:lnTo>
                  <a:lnTo>
                    <a:pt x="1268483" y="0"/>
                  </a:lnTo>
                  <a:lnTo>
                    <a:pt x="1267638" y="0"/>
                  </a:lnTo>
                  <a:lnTo>
                    <a:pt x="1266793" y="0"/>
                  </a:lnTo>
                  <a:lnTo>
                    <a:pt x="1265948" y="0"/>
                  </a:lnTo>
                  <a:lnTo>
                    <a:pt x="1265102" y="0"/>
                  </a:lnTo>
                  <a:lnTo>
                    <a:pt x="1264257" y="0"/>
                  </a:lnTo>
                  <a:lnTo>
                    <a:pt x="1263412" y="0"/>
                  </a:lnTo>
                  <a:lnTo>
                    <a:pt x="1262567" y="0"/>
                  </a:lnTo>
                  <a:lnTo>
                    <a:pt x="1261722" y="0"/>
                  </a:lnTo>
                  <a:lnTo>
                    <a:pt x="1260877" y="0"/>
                  </a:lnTo>
                  <a:lnTo>
                    <a:pt x="1260032" y="0"/>
                  </a:lnTo>
                  <a:lnTo>
                    <a:pt x="1259187" y="0"/>
                  </a:lnTo>
                  <a:lnTo>
                    <a:pt x="1258342" y="0"/>
                  </a:lnTo>
                  <a:lnTo>
                    <a:pt x="1257497" y="0"/>
                  </a:lnTo>
                  <a:lnTo>
                    <a:pt x="1256651" y="0"/>
                  </a:lnTo>
                  <a:lnTo>
                    <a:pt x="1255806" y="0"/>
                  </a:lnTo>
                  <a:lnTo>
                    <a:pt x="1254961" y="0"/>
                  </a:lnTo>
                  <a:lnTo>
                    <a:pt x="1254116" y="0"/>
                  </a:lnTo>
                  <a:lnTo>
                    <a:pt x="1253271" y="0"/>
                  </a:lnTo>
                  <a:lnTo>
                    <a:pt x="1252426" y="0"/>
                  </a:lnTo>
                  <a:lnTo>
                    <a:pt x="1251581" y="0"/>
                  </a:lnTo>
                  <a:lnTo>
                    <a:pt x="1250736" y="0"/>
                  </a:lnTo>
                  <a:lnTo>
                    <a:pt x="1249891" y="0"/>
                  </a:lnTo>
                  <a:lnTo>
                    <a:pt x="1249046" y="0"/>
                  </a:lnTo>
                  <a:lnTo>
                    <a:pt x="1248201" y="0"/>
                  </a:lnTo>
                  <a:lnTo>
                    <a:pt x="1247355" y="0"/>
                  </a:lnTo>
                  <a:lnTo>
                    <a:pt x="1246510" y="0"/>
                  </a:lnTo>
                  <a:lnTo>
                    <a:pt x="1245665" y="0"/>
                  </a:lnTo>
                  <a:lnTo>
                    <a:pt x="1244820" y="0"/>
                  </a:lnTo>
                  <a:lnTo>
                    <a:pt x="1243975" y="0"/>
                  </a:lnTo>
                  <a:lnTo>
                    <a:pt x="1243130" y="0"/>
                  </a:lnTo>
                  <a:lnTo>
                    <a:pt x="1242285" y="0"/>
                  </a:lnTo>
                  <a:lnTo>
                    <a:pt x="1241440" y="0"/>
                  </a:lnTo>
                  <a:lnTo>
                    <a:pt x="1240595" y="0"/>
                  </a:lnTo>
                  <a:lnTo>
                    <a:pt x="1239750" y="0"/>
                  </a:lnTo>
                  <a:lnTo>
                    <a:pt x="1238905" y="0"/>
                  </a:lnTo>
                  <a:lnTo>
                    <a:pt x="1238059" y="0"/>
                  </a:lnTo>
                  <a:lnTo>
                    <a:pt x="1237214" y="0"/>
                  </a:lnTo>
                  <a:lnTo>
                    <a:pt x="1236369" y="0"/>
                  </a:lnTo>
                  <a:lnTo>
                    <a:pt x="1235524" y="0"/>
                  </a:lnTo>
                  <a:lnTo>
                    <a:pt x="1234679" y="0"/>
                  </a:lnTo>
                  <a:lnTo>
                    <a:pt x="1233834" y="0"/>
                  </a:lnTo>
                  <a:lnTo>
                    <a:pt x="1232989" y="0"/>
                  </a:lnTo>
                  <a:lnTo>
                    <a:pt x="1232144" y="0"/>
                  </a:lnTo>
                  <a:lnTo>
                    <a:pt x="1231299" y="0"/>
                  </a:lnTo>
                  <a:lnTo>
                    <a:pt x="1230454" y="0"/>
                  </a:lnTo>
                  <a:lnTo>
                    <a:pt x="1229609" y="0"/>
                  </a:lnTo>
                  <a:lnTo>
                    <a:pt x="1228763" y="0"/>
                  </a:lnTo>
                  <a:lnTo>
                    <a:pt x="1227918" y="0"/>
                  </a:lnTo>
                  <a:lnTo>
                    <a:pt x="1227073" y="0"/>
                  </a:lnTo>
                  <a:lnTo>
                    <a:pt x="1226228" y="0"/>
                  </a:lnTo>
                  <a:lnTo>
                    <a:pt x="1225383" y="0"/>
                  </a:lnTo>
                  <a:lnTo>
                    <a:pt x="1224538" y="0"/>
                  </a:lnTo>
                  <a:lnTo>
                    <a:pt x="1223693" y="0"/>
                  </a:lnTo>
                  <a:lnTo>
                    <a:pt x="1222848" y="0"/>
                  </a:lnTo>
                  <a:lnTo>
                    <a:pt x="1222003" y="0"/>
                  </a:lnTo>
                  <a:lnTo>
                    <a:pt x="1221158" y="0"/>
                  </a:lnTo>
                  <a:lnTo>
                    <a:pt x="1220313" y="0"/>
                  </a:lnTo>
                  <a:lnTo>
                    <a:pt x="1219467" y="0"/>
                  </a:lnTo>
                  <a:lnTo>
                    <a:pt x="1218622" y="0"/>
                  </a:lnTo>
                  <a:lnTo>
                    <a:pt x="1217777" y="0"/>
                  </a:lnTo>
                  <a:lnTo>
                    <a:pt x="1216932" y="0"/>
                  </a:lnTo>
                  <a:lnTo>
                    <a:pt x="1216087" y="0"/>
                  </a:lnTo>
                  <a:lnTo>
                    <a:pt x="1215242" y="0"/>
                  </a:lnTo>
                  <a:lnTo>
                    <a:pt x="1214397" y="0"/>
                  </a:lnTo>
                  <a:lnTo>
                    <a:pt x="1213552" y="0"/>
                  </a:lnTo>
                  <a:lnTo>
                    <a:pt x="1212707" y="0"/>
                  </a:lnTo>
                  <a:lnTo>
                    <a:pt x="1211862" y="0"/>
                  </a:lnTo>
                  <a:lnTo>
                    <a:pt x="1211017" y="0"/>
                  </a:lnTo>
                  <a:lnTo>
                    <a:pt x="1210171" y="0"/>
                  </a:lnTo>
                  <a:lnTo>
                    <a:pt x="1209326" y="0"/>
                  </a:lnTo>
                  <a:lnTo>
                    <a:pt x="1208481" y="0"/>
                  </a:lnTo>
                  <a:lnTo>
                    <a:pt x="1207636" y="0"/>
                  </a:lnTo>
                  <a:lnTo>
                    <a:pt x="1206791" y="0"/>
                  </a:lnTo>
                  <a:lnTo>
                    <a:pt x="1205946" y="0"/>
                  </a:lnTo>
                  <a:lnTo>
                    <a:pt x="1205101" y="0"/>
                  </a:lnTo>
                  <a:lnTo>
                    <a:pt x="1204256" y="0"/>
                  </a:lnTo>
                  <a:lnTo>
                    <a:pt x="1203411" y="0"/>
                  </a:lnTo>
                  <a:lnTo>
                    <a:pt x="1202566" y="0"/>
                  </a:lnTo>
                  <a:lnTo>
                    <a:pt x="1201721" y="0"/>
                  </a:lnTo>
                  <a:lnTo>
                    <a:pt x="1200875" y="0"/>
                  </a:lnTo>
                  <a:lnTo>
                    <a:pt x="1200030" y="0"/>
                  </a:lnTo>
                  <a:lnTo>
                    <a:pt x="1199185" y="0"/>
                  </a:lnTo>
                  <a:lnTo>
                    <a:pt x="1198340" y="0"/>
                  </a:lnTo>
                  <a:lnTo>
                    <a:pt x="1197495" y="0"/>
                  </a:lnTo>
                  <a:lnTo>
                    <a:pt x="1196650" y="0"/>
                  </a:lnTo>
                  <a:lnTo>
                    <a:pt x="1195805" y="0"/>
                  </a:lnTo>
                  <a:lnTo>
                    <a:pt x="1194960" y="0"/>
                  </a:lnTo>
                  <a:lnTo>
                    <a:pt x="1194115" y="0"/>
                  </a:lnTo>
                  <a:lnTo>
                    <a:pt x="1193270" y="0"/>
                  </a:lnTo>
                  <a:lnTo>
                    <a:pt x="1192424" y="0"/>
                  </a:lnTo>
                  <a:lnTo>
                    <a:pt x="1191579" y="0"/>
                  </a:lnTo>
                  <a:lnTo>
                    <a:pt x="1190734" y="0"/>
                  </a:lnTo>
                  <a:lnTo>
                    <a:pt x="1189889" y="0"/>
                  </a:lnTo>
                  <a:lnTo>
                    <a:pt x="1189044" y="0"/>
                  </a:lnTo>
                  <a:lnTo>
                    <a:pt x="1188199" y="0"/>
                  </a:lnTo>
                  <a:lnTo>
                    <a:pt x="1187354" y="0"/>
                  </a:lnTo>
                  <a:lnTo>
                    <a:pt x="1186509" y="0"/>
                  </a:lnTo>
                  <a:lnTo>
                    <a:pt x="1185664" y="0"/>
                  </a:lnTo>
                  <a:lnTo>
                    <a:pt x="1184819" y="0"/>
                  </a:lnTo>
                  <a:lnTo>
                    <a:pt x="1183974" y="0"/>
                  </a:lnTo>
                  <a:lnTo>
                    <a:pt x="1183128" y="0"/>
                  </a:lnTo>
                  <a:lnTo>
                    <a:pt x="1182283" y="0"/>
                  </a:lnTo>
                  <a:lnTo>
                    <a:pt x="1181438" y="0"/>
                  </a:lnTo>
                  <a:lnTo>
                    <a:pt x="1180593" y="0"/>
                  </a:lnTo>
                  <a:lnTo>
                    <a:pt x="1179748" y="0"/>
                  </a:lnTo>
                  <a:lnTo>
                    <a:pt x="1178903" y="0"/>
                  </a:lnTo>
                  <a:lnTo>
                    <a:pt x="1178058" y="0"/>
                  </a:lnTo>
                  <a:lnTo>
                    <a:pt x="1177213" y="0"/>
                  </a:lnTo>
                  <a:lnTo>
                    <a:pt x="1176368" y="0"/>
                  </a:lnTo>
                  <a:lnTo>
                    <a:pt x="1175523" y="0"/>
                  </a:lnTo>
                  <a:lnTo>
                    <a:pt x="1174678" y="0"/>
                  </a:lnTo>
                  <a:lnTo>
                    <a:pt x="1173832" y="0"/>
                  </a:lnTo>
                  <a:lnTo>
                    <a:pt x="1172987" y="0"/>
                  </a:lnTo>
                  <a:lnTo>
                    <a:pt x="1172142" y="0"/>
                  </a:lnTo>
                  <a:lnTo>
                    <a:pt x="1171297" y="0"/>
                  </a:lnTo>
                  <a:lnTo>
                    <a:pt x="1170452" y="0"/>
                  </a:lnTo>
                  <a:lnTo>
                    <a:pt x="1169607" y="0"/>
                  </a:lnTo>
                  <a:lnTo>
                    <a:pt x="1168762" y="0"/>
                  </a:lnTo>
                  <a:lnTo>
                    <a:pt x="1167917" y="0"/>
                  </a:lnTo>
                  <a:lnTo>
                    <a:pt x="1167072" y="0"/>
                  </a:lnTo>
                  <a:lnTo>
                    <a:pt x="1166227" y="0"/>
                  </a:lnTo>
                  <a:lnTo>
                    <a:pt x="1165382" y="0"/>
                  </a:lnTo>
                  <a:lnTo>
                    <a:pt x="1164536" y="0"/>
                  </a:lnTo>
                  <a:lnTo>
                    <a:pt x="1163691" y="0"/>
                  </a:lnTo>
                  <a:lnTo>
                    <a:pt x="1162846" y="0"/>
                  </a:lnTo>
                  <a:lnTo>
                    <a:pt x="1162001" y="0"/>
                  </a:lnTo>
                  <a:lnTo>
                    <a:pt x="1161156" y="0"/>
                  </a:lnTo>
                  <a:lnTo>
                    <a:pt x="1160311" y="0"/>
                  </a:lnTo>
                  <a:lnTo>
                    <a:pt x="1159466" y="0"/>
                  </a:lnTo>
                  <a:lnTo>
                    <a:pt x="1158621" y="0"/>
                  </a:lnTo>
                  <a:lnTo>
                    <a:pt x="1157776" y="0"/>
                  </a:lnTo>
                  <a:lnTo>
                    <a:pt x="1156931" y="0"/>
                  </a:lnTo>
                  <a:lnTo>
                    <a:pt x="1156086" y="0"/>
                  </a:lnTo>
                  <a:lnTo>
                    <a:pt x="1155240" y="0"/>
                  </a:lnTo>
                  <a:lnTo>
                    <a:pt x="1154395" y="0"/>
                  </a:lnTo>
                  <a:lnTo>
                    <a:pt x="1153550" y="0"/>
                  </a:lnTo>
                  <a:lnTo>
                    <a:pt x="1152705" y="0"/>
                  </a:lnTo>
                  <a:lnTo>
                    <a:pt x="1151860" y="0"/>
                  </a:lnTo>
                  <a:lnTo>
                    <a:pt x="1151015" y="0"/>
                  </a:lnTo>
                  <a:lnTo>
                    <a:pt x="1150170" y="0"/>
                  </a:lnTo>
                  <a:lnTo>
                    <a:pt x="1149325" y="0"/>
                  </a:lnTo>
                  <a:lnTo>
                    <a:pt x="1148480" y="0"/>
                  </a:lnTo>
                  <a:lnTo>
                    <a:pt x="1147635" y="0"/>
                  </a:lnTo>
                  <a:lnTo>
                    <a:pt x="1146790" y="0"/>
                  </a:lnTo>
                  <a:lnTo>
                    <a:pt x="1145944" y="0"/>
                  </a:lnTo>
                  <a:lnTo>
                    <a:pt x="1145099" y="0"/>
                  </a:lnTo>
                  <a:lnTo>
                    <a:pt x="1144254" y="0"/>
                  </a:lnTo>
                  <a:lnTo>
                    <a:pt x="1143409" y="0"/>
                  </a:lnTo>
                  <a:lnTo>
                    <a:pt x="1142564" y="0"/>
                  </a:lnTo>
                  <a:lnTo>
                    <a:pt x="1141719" y="0"/>
                  </a:lnTo>
                  <a:lnTo>
                    <a:pt x="1140874" y="0"/>
                  </a:lnTo>
                  <a:lnTo>
                    <a:pt x="1140029" y="0"/>
                  </a:lnTo>
                  <a:lnTo>
                    <a:pt x="1139184" y="0"/>
                  </a:lnTo>
                  <a:lnTo>
                    <a:pt x="1138339" y="0"/>
                  </a:lnTo>
                  <a:lnTo>
                    <a:pt x="1137494" y="0"/>
                  </a:lnTo>
                  <a:lnTo>
                    <a:pt x="1136648" y="0"/>
                  </a:lnTo>
                  <a:lnTo>
                    <a:pt x="1135803" y="0"/>
                  </a:lnTo>
                  <a:lnTo>
                    <a:pt x="1134958" y="0"/>
                  </a:lnTo>
                  <a:lnTo>
                    <a:pt x="1134113" y="0"/>
                  </a:lnTo>
                  <a:lnTo>
                    <a:pt x="1133268" y="0"/>
                  </a:lnTo>
                  <a:lnTo>
                    <a:pt x="1132423" y="0"/>
                  </a:lnTo>
                  <a:lnTo>
                    <a:pt x="1131578" y="0"/>
                  </a:lnTo>
                  <a:lnTo>
                    <a:pt x="1130733" y="0"/>
                  </a:lnTo>
                  <a:lnTo>
                    <a:pt x="1129888" y="0"/>
                  </a:lnTo>
                  <a:lnTo>
                    <a:pt x="1129043" y="0"/>
                  </a:lnTo>
                  <a:lnTo>
                    <a:pt x="1128197" y="0"/>
                  </a:lnTo>
                  <a:lnTo>
                    <a:pt x="1127352" y="0"/>
                  </a:lnTo>
                  <a:lnTo>
                    <a:pt x="1126507" y="0"/>
                  </a:lnTo>
                  <a:lnTo>
                    <a:pt x="1125662" y="0"/>
                  </a:lnTo>
                  <a:lnTo>
                    <a:pt x="1124817" y="0"/>
                  </a:lnTo>
                  <a:lnTo>
                    <a:pt x="1123972" y="0"/>
                  </a:lnTo>
                  <a:lnTo>
                    <a:pt x="1123127" y="0"/>
                  </a:lnTo>
                  <a:lnTo>
                    <a:pt x="1122282" y="0"/>
                  </a:lnTo>
                  <a:lnTo>
                    <a:pt x="1121437" y="0"/>
                  </a:lnTo>
                  <a:lnTo>
                    <a:pt x="1120592" y="0"/>
                  </a:lnTo>
                  <a:lnTo>
                    <a:pt x="1119747" y="0"/>
                  </a:lnTo>
                  <a:lnTo>
                    <a:pt x="1118901" y="0"/>
                  </a:lnTo>
                  <a:lnTo>
                    <a:pt x="1118056" y="0"/>
                  </a:lnTo>
                  <a:lnTo>
                    <a:pt x="1117211" y="0"/>
                  </a:lnTo>
                  <a:lnTo>
                    <a:pt x="1116366" y="0"/>
                  </a:lnTo>
                  <a:lnTo>
                    <a:pt x="1115521" y="0"/>
                  </a:lnTo>
                  <a:lnTo>
                    <a:pt x="1114676" y="0"/>
                  </a:lnTo>
                  <a:lnTo>
                    <a:pt x="1113831" y="0"/>
                  </a:lnTo>
                  <a:lnTo>
                    <a:pt x="1112986" y="0"/>
                  </a:lnTo>
                  <a:lnTo>
                    <a:pt x="1112141" y="0"/>
                  </a:lnTo>
                  <a:lnTo>
                    <a:pt x="1111296" y="0"/>
                  </a:lnTo>
                  <a:lnTo>
                    <a:pt x="1110451" y="0"/>
                  </a:lnTo>
                  <a:lnTo>
                    <a:pt x="1109605" y="0"/>
                  </a:lnTo>
                  <a:lnTo>
                    <a:pt x="1108760" y="0"/>
                  </a:lnTo>
                  <a:lnTo>
                    <a:pt x="1107915" y="0"/>
                  </a:lnTo>
                  <a:lnTo>
                    <a:pt x="1107070" y="0"/>
                  </a:lnTo>
                  <a:lnTo>
                    <a:pt x="1106225" y="0"/>
                  </a:lnTo>
                  <a:lnTo>
                    <a:pt x="1105380" y="0"/>
                  </a:lnTo>
                  <a:lnTo>
                    <a:pt x="1104535" y="0"/>
                  </a:lnTo>
                  <a:lnTo>
                    <a:pt x="1103690" y="0"/>
                  </a:lnTo>
                  <a:lnTo>
                    <a:pt x="1102845" y="0"/>
                  </a:lnTo>
                  <a:lnTo>
                    <a:pt x="1102000" y="0"/>
                  </a:lnTo>
                  <a:lnTo>
                    <a:pt x="1101155" y="0"/>
                  </a:lnTo>
                  <a:lnTo>
                    <a:pt x="1100309" y="0"/>
                  </a:lnTo>
                  <a:lnTo>
                    <a:pt x="1099464" y="0"/>
                  </a:lnTo>
                  <a:lnTo>
                    <a:pt x="1098619" y="0"/>
                  </a:lnTo>
                  <a:lnTo>
                    <a:pt x="1097774" y="0"/>
                  </a:lnTo>
                  <a:lnTo>
                    <a:pt x="1096929" y="0"/>
                  </a:lnTo>
                  <a:lnTo>
                    <a:pt x="1096084" y="0"/>
                  </a:lnTo>
                  <a:lnTo>
                    <a:pt x="1095239" y="0"/>
                  </a:lnTo>
                  <a:lnTo>
                    <a:pt x="1094394" y="0"/>
                  </a:lnTo>
                  <a:lnTo>
                    <a:pt x="1093549" y="0"/>
                  </a:lnTo>
                  <a:lnTo>
                    <a:pt x="1092704" y="0"/>
                  </a:lnTo>
                  <a:lnTo>
                    <a:pt x="1091859" y="0"/>
                  </a:lnTo>
                  <a:lnTo>
                    <a:pt x="1091013" y="0"/>
                  </a:lnTo>
                  <a:lnTo>
                    <a:pt x="1090168" y="0"/>
                  </a:lnTo>
                  <a:lnTo>
                    <a:pt x="1089323" y="0"/>
                  </a:lnTo>
                  <a:lnTo>
                    <a:pt x="1088478" y="0"/>
                  </a:lnTo>
                  <a:lnTo>
                    <a:pt x="1087633" y="0"/>
                  </a:lnTo>
                  <a:lnTo>
                    <a:pt x="1086788" y="0"/>
                  </a:lnTo>
                  <a:lnTo>
                    <a:pt x="1085943" y="0"/>
                  </a:lnTo>
                  <a:lnTo>
                    <a:pt x="1085098" y="0"/>
                  </a:lnTo>
                  <a:lnTo>
                    <a:pt x="1084253" y="0"/>
                  </a:lnTo>
                  <a:lnTo>
                    <a:pt x="1083408" y="0"/>
                  </a:lnTo>
                  <a:lnTo>
                    <a:pt x="1082563" y="0"/>
                  </a:lnTo>
                  <a:lnTo>
                    <a:pt x="1081717" y="0"/>
                  </a:lnTo>
                  <a:lnTo>
                    <a:pt x="1080872" y="0"/>
                  </a:lnTo>
                  <a:lnTo>
                    <a:pt x="1080027" y="0"/>
                  </a:lnTo>
                  <a:lnTo>
                    <a:pt x="1079182" y="0"/>
                  </a:lnTo>
                  <a:lnTo>
                    <a:pt x="1078337" y="0"/>
                  </a:lnTo>
                  <a:lnTo>
                    <a:pt x="1077492" y="0"/>
                  </a:lnTo>
                  <a:lnTo>
                    <a:pt x="1076647" y="0"/>
                  </a:lnTo>
                  <a:lnTo>
                    <a:pt x="1075802" y="0"/>
                  </a:lnTo>
                  <a:lnTo>
                    <a:pt x="1074957" y="0"/>
                  </a:lnTo>
                  <a:lnTo>
                    <a:pt x="1074112" y="0"/>
                  </a:lnTo>
                  <a:lnTo>
                    <a:pt x="1073267" y="0"/>
                  </a:lnTo>
                  <a:lnTo>
                    <a:pt x="1072421" y="0"/>
                  </a:lnTo>
                  <a:lnTo>
                    <a:pt x="1071576" y="0"/>
                  </a:lnTo>
                  <a:lnTo>
                    <a:pt x="1070731" y="0"/>
                  </a:lnTo>
                  <a:lnTo>
                    <a:pt x="1069886" y="0"/>
                  </a:lnTo>
                  <a:lnTo>
                    <a:pt x="1069041" y="0"/>
                  </a:lnTo>
                  <a:lnTo>
                    <a:pt x="1068196" y="0"/>
                  </a:lnTo>
                  <a:lnTo>
                    <a:pt x="1067351" y="0"/>
                  </a:lnTo>
                  <a:lnTo>
                    <a:pt x="1066506" y="0"/>
                  </a:lnTo>
                  <a:lnTo>
                    <a:pt x="1065661" y="0"/>
                  </a:lnTo>
                  <a:lnTo>
                    <a:pt x="1064816" y="0"/>
                  </a:lnTo>
                  <a:lnTo>
                    <a:pt x="1063970" y="0"/>
                  </a:lnTo>
                  <a:lnTo>
                    <a:pt x="1063125" y="0"/>
                  </a:lnTo>
                  <a:lnTo>
                    <a:pt x="1062280" y="0"/>
                  </a:lnTo>
                  <a:lnTo>
                    <a:pt x="1061435" y="0"/>
                  </a:lnTo>
                  <a:lnTo>
                    <a:pt x="1060590" y="0"/>
                  </a:lnTo>
                  <a:lnTo>
                    <a:pt x="1059745" y="0"/>
                  </a:lnTo>
                  <a:lnTo>
                    <a:pt x="1058900" y="0"/>
                  </a:lnTo>
                  <a:lnTo>
                    <a:pt x="1058055" y="0"/>
                  </a:lnTo>
                  <a:lnTo>
                    <a:pt x="1057210" y="0"/>
                  </a:lnTo>
                  <a:lnTo>
                    <a:pt x="1056365" y="0"/>
                  </a:lnTo>
                  <a:lnTo>
                    <a:pt x="1055520" y="0"/>
                  </a:lnTo>
                  <a:lnTo>
                    <a:pt x="1054674" y="0"/>
                  </a:lnTo>
                  <a:lnTo>
                    <a:pt x="1053829" y="0"/>
                  </a:lnTo>
                  <a:lnTo>
                    <a:pt x="1052984" y="0"/>
                  </a:lnTo>
                  <a:lnTo>
                    <a:pt x="1052139" y="0"/>
                  </a:lnTo>
                  <a:lnTo>
                    <a:pt x="1051294" y="0"/>
                  </a:lnTo>
                  <a:lnTo>
                    <a:pt x="1050449" y="0"/>
                  </a:lnTo>
                  <a:lnTo>
                    <a:pt x="1049604" y="0"/>
                  </a:lnTo>
                  <a:lnTo>
                    <a:pt x="1048759" y="0"/>
                  </a:lnTo>
                  <a:lnTo>
                    <a:pt x="1047914" y="0"/>
                  </a:lnTo>
                  <a:lnTo>
                    <a:pt x="1047069" y="0"/>
                  </a:lnTo>
                  <a:lnTo>
                    <a:pt x="1046224" y="0"/>
                  </a:lnTo>
                  <a:lnTo>
                    <a:pt x="1045378" y="0"/>
                  </a:lnTo>
                  <a:lnTo>
                    <a:pt x="1044533" y="0"/>
                  </a:lnTo>
                  <a:lnTo>
                    <a:pt x="1043688" y="0"/>
                  </a:lnTo>
                  <a:lnTo>
                    <a:pt x="1042843" y="0"/>
                  </a:lnTo>
                  <a:lnTo>
                    <a:pt x="1041998" y="0"/>
                  </a:lnTo>
                  <a:lnTo>
                    <a:pt x="1041153" y="0"/>
                  </a:lnTo>
                  <a:lnTo>
                    <a:pt x="1040308" y="0"/>
                  </a:lnTo>
                  <a:lnTo>
                    <a:pt x="1039463" y="0"/>
                  </a:lnTo>
                  <a:lnTo>
                    <a:pt x="1038618" y="0"/>
                  </a:lnTo>
                  <a:lnTo>
                    <a:pt x="1037773" y="0"/>
                  </a:lnTo>
                  <a:lnTo>
                    <a:pt x="1036928" y="0"/>
                  </a:lnTo>
                  <a:lnTo>
                    <a:pt x="1036082" y="0"/>
                  </a:lnTo>
                  <a:lnTo>
                    <a:pt x="1035237" y="0"/>
                  </a:lnTo>
                  <a:lnTo>
                    <a:pt x="1034392" y="0"/>
                  </a:lnTo>
                  <a:lnTo>
                    <a:pt x="1033547" y="0"/>
                  </a:lnTo>
                  <a:lnTo>
                    <a:pt x="1032702" y="0"/>
                  </a:lnTo>
                  <a:lnTo>
                    <a:pt x="1031857" y="0"/>
                  </a:lnTo>
                  <a:lnTo>
                    <a:pt x="1031012" y="0"/>
                  </a:lnTo>
                  <a:lnTo>
                    <a:pt x="1030167" y="0"/>
                  </a:lnTo>
                  <a:lnTo>
                    <a:pt x="1029322" y="0"/>
                  </a:lnTo>
                  <a:lnTo>
                    <a:pt x="1028477" y="0"/>
                  </a:lnTo>
                  <a:lnTo>
                    <a:pt x="1027632" y="0"/>
                  </a:lnTo>
                  <a:lnTo>
                    <a:pt x="1026786" y="0"/>
                  </a:lnTo>
                  <a:lnTo>
                    <a:pt x="1025941" y="0"/>
                  </a:lnTo>
                  <a:lnTo>
                    <a:pt x="1025096" y="0"/>
                  </a:lnTo>
                  <a:lnTo>
                    <a:pt x="1024251" y="0"/>
                  </a:lnTo>
                  <a:lnTo>
                    <a:pt x="1023406" y="0"/>
                  </a:lnTo>
                  <a:lnTo>
                    <a:pt x="1022561" y="0"/>
                  </a:lnTo>
                  <a:lnTo>
                    <a:pt x="1021716" y="0"/>
                  </a:lnTo>
                  <a:lnTo>
                    <a:pt x="1020871" y="0"/>
                  </a:lnTo>
                  <a:lnTo>
                    <a:pt x="1020026" y="0"/>
                  </a:lnTo>
                  <a:lnTo>
                    <a:pt x="1019181" y="0"/>
                  </a:lnTo>
                  <a:lnTo>
                    <a:pt x="1018336" y="0"/>
                  </a:lnTo>
                  <a:lnTo>
                    <a:pt x="1017490" y="0"/>
                  </a:lnTo>
                  <a:lnTo>
                    <a:pt x="1016645" y="0"/>
                  </a:lnTo>
                  <a:lnTo>
                    <a:pt x="1015800" y="0"/>
                  </a:lnTo>
                  <a:lnTo>
                    <a:pt x="1014955" y="0"/>
                  </a:lnTo>
                  <a:lnTo>
                    <a:pt x="1014110" y="0"/>
                  </a:lnTo>
                  <a:lnTo>
                    <a:pt x="1013265" y="0"/>
                  </a:lnTo>
                  <a:lnTo>
                    <a:pt x="1012420" y="0"/>
                  </a:lnTo>
                  <a:lnTo>
                    <a:pt x="1011575" y="0"/>
                  </a:lnTo>
                  <a:lnTo>
                    <a:pt x="1010730" y="0"/>
                  </a:lnTo>
                  <a:lnTo>
                    <a:pt x="1009885" y="0"/>
                  </a:lnTo>
                  <a:lnTo>
                    <a:pt x="1009040" y="0"/>
                  </a:lnTo>
                  <a:lnTo>
                    <a:pt x="1008194" y="0"/>
                  </a:lnTo>
                  <a:lnTo>
                    <a:pt x="1007349" y="0"/>
                  </a:lnTo>
                  <a:lnTo>
                    <a:pt x="1006504" y="0"/>
                  </a:lnTo>
                  <a:lnTo>
                    <a:pt x="1005659" y="0"/>
                  </a:lnTo>
                  <a:lnTo>
                    <a:pt x="1004814" y="0"/>
                  </a:lnTo>
                  <a:lnTo>
                    <a:pt x="1003969" y="0"/>
                  </a:lnTo>
                  <a:lnTo>
                    <a:pt x="1003124" y="0"/>
                  </a:lnTo>
                  <a:lnTo>
                    <a:pt x="1002279" y="0"/>
                  </a:lnTo>
                  <a:lnTo>
                    <a:pt x="1001434" y="0"/>
                  </a:lnTo>
                  <a:lnTo>
                    <a:pt x="1000589" y="0"/>
                  </a:lnTo>
                  <a:lnTo>
                    <a:pt x="999743" y="0"/>
                  </a:lnTo>
                  <a:lnTo>
                    <a:pt x="998898" y="0"/>
                  </a:lnTo>
                  <a:lnTo>
                    <a:pt x="998053" y="0"/>
                  </a:lnTo>
                  <a:lnTo>
                    <a:pt x="997208" y="0"/>
                  </a:lnTo>
                  <a:lnTo>
                    <a:pt x="996363" y="0"/>
                  </a:lnTo>
                  <a:lnTo>
                    <a:pt x="995518" y="0"/>
                  </a:lnTo>
                  <a:lnTo>
                    <a:pt x="994673" y="0"/>
                  </a:lnTo>
                  <a:lnTo>
                    <a:pt x="993828" y="0"/>
                  </a:lnTo>
                  <a:lnTo>
                    <a:pt x="992983" y="0"/>
                  </a:lnTo>
                  <a:lnTo>
                    <a:pt x="992138" y="0"/>
                  </a:lnTo>
                  <a:lnTo>
                    <a:pt x="991293" y="0"/>
                  </a:lnTo>
                  <a:lnTo>
                    <a:pt x="990447" y="0"/>
                  </a:lnTo>
                  <a:lnTo>
                    <a:pt x="989602" y="0"/>
                  </a:lnTo>
                  <a:lnTo>
                    <a:pt x="988757" y="0"/>
                  </a:lnTo>
                  <a:lnTo>
                    <a:pt x="987912" y="0"/>
                  </a:lnTo>
                  <a:lnTo>
                    <a:pt x="987067" y="0"/>
                  </a:lnTo>
                  <a:lnTo>
                    <a:pt x="986222" y="0"/>
                  </a:lnTo>
                  <a:lnTo>
                    <a:pt x="985377" y="0"/>
                  </a:lnTo>
                  <a:lnTo>
                    <a:pt x="984532" y="0"/>
                  </a:lnTo>
                  <a:lnTo>
                    <a:pt x="983687" y="0"/>
                  </a:lnTo>
                  <a:lnTo>
                    <a:pt x="982842" y="0"/>
                  </a:lnTo>
                  <a:lnTo>
                    <a:pt x="981997" y="0"/>
                  </a:lnTo>
                  <a:lnTo>
                    <a:pt x="981151" y="0"/>
                  </a:lnTo>
                  <a:lnTo>
                    <a:pt x="980306" y="0"/>
                  </a:lnTo>
                  <a:lnTo>
                    <a:pt x="979461" y="0"/>
                  </a:lnTo>
                  <a:lnTo>
                    <a:pt x="978616" y="0"/>
                  </a:lnTo>
                  <a:lnTo>
                    <a:pt x="977771" y="0"/>
                  </a:lnTo>
                  <a:lnTo>
                    <a:pt x="976926" y="0"/>
                  </a:lnTo>
                  <a:lnTo>
                    <a:pt x="976081" y="0"/>
                  </a:lnTo>
                  <a:lnTo>
                    <a:pt x="975236" y="0"/>
                  </a:lnTo>
                  <a:lnTo>
                    <a:pt x="974391" y="0"/>
                  </a:lnTo>
                  <a:lnTo>
                    <a:pt x="973546" y="0"/>
                  </a:lnTo>
                  <a:lnTo>
                    <a:pt x="972701" y="0"/>
                  </a:lnTo>
                  <a:lnTo>
                    <a:pt x="971855" y="0"/>
                  </a:lnTo>
                  <a:lnTo>
                    <a:pt x="971010" y="0"/>
                  </a:lnTo>
                  <a:lnTo>
                    <a:pt x="970165" y="0"/>
                  </a:lnTo>
                  <a:lnTo>
                    <a:pt x="969320" y="0"/>
                  </a:lnTo>
                  <a:lnTo>
                    <a:pt x="968475" y="0"/>
                  </a:lnTo>
                  <a:lnTo>
                    <a:pt x="967630" y="0"/>
                  </a:lnTo>
                  <a:lnTo>
                    <a:pt x="966785" y="0"/>
                  </a:lnTo>
                  <a:lnTo>
                    <a:pt x="965940" y="0"/>
                  </a:lnTo>
                  <a:lnTo>
                    <a:pt x="965095" y="0"/>
                  </a:lnTo>
                  <a:lnTo>
                    <a:pt x="964250" y="0"/>
                  </a:lnTo>
                  <a:lnTo>
                    <a:pt x="963405" y="0"/>
                  </a:lnTo>
                  <a:lnTo>
                    <a:pt x="962559" y="0"/>
                  </a:lnTo>
                  <a:lnTo>
                    <a:pt x="961714" y="0"/>
                  </a:lnTo>
                  <a:lnTo>
                    <a:pt x="960869" y="0"/>
                  </a:lnTo>
                  <a:lnTo>
                    <a:pt x="960024" y="0"/>
                  </a:lnTo>
                  <a:lnTo>
                    <a:pt x="959179" y="0"/>
                  </a:lnTo>
                  <a:lnTo>
                    <a:pt x="958334" y="0"/>
                  </a:lnTo>
                  <a:lnTo>
                    <a:pt x="957489" y="0"/>
                  </a:lnTo>
                  <a:lnTo>
                    <a:pt x="956644" y="0"/>
                  </a:lnTo>
                  <a:lnTo>
                    <a:pt x="955799" y="0"/>
                  </a:lnTo>
                  <a:lnTo>
                    <a:pt x="954954" y="0"/>
                  </a:lnTo>
                  <a:lnTo>
                    <a:pt x="954109" y="0"/>
                  </a:lnTo>
                  <a:lnTo>
                    <a:pt x="953263" y="0"/>
                  </a:lnTo>
                  <a:lnTo>
                    <a:pt x="952418" y="0"/>
                  </a:lnTo>
                  <a:lnTo>
                    <a:pt x="951573" y="0"/>
                  </a:lnTo>
                  <a:lnTo>
                    <a:pt x="950728" y="0"/>
                  </a:lnTo>
                  <a:lnTo>
                    <a:pt x="949883" y="0"/>
                  </a:lnTo>
                  <a:lnTo>
                    <a:pt x="949038" y="0"/>
                  </a:lnTo>
                  <a:lnTo>
                    <a:pt x="948193" y="0"/>
                  </a:lnTo>
                  <a:lnTo>
                    <a:pt x="947348" y="0"/>
                  </a:lnTo>
                  <a:lnTo>
                    <a:pt x="946503" y="0"/>
                  </a:lnTo>
                  <a:lnTo>
                    <a:pt x="945658" y="0"/>
                  </a:lnTo>
                  <a:lnTo>
                    <a:pt x="944812" y="0"/>
                  </a:lnTo>
                  <a:lnTo>
                    <a:pt x="943967" y="0"/>
                  </a:lnTo>
                  <a:lnTo>
                    <a:pt x="943122" y="0"/>
                  </a:lnTo>
                  <a:lnTo>
                    <a:pt x="942277" y="0"/>
                  </a:lnTo>
                  <a:lnTo>
                    <a:pt x="941432" y="0"/>
                  </a:lnTo>
                  <a:lnTo>
                    <a:pt x="940587" y="0"/>
                  </a:lnTo>
                  <a:lnTo>
                    <a:pt x="939742" y="0"/>
                  </a:lnTo>
                  <a:lnTo>
                    <a:pt x="938897" y="0"/>
                  </a:lnTo>
                  <a:lnTo>
                    <a:pt x="938052" y="0"/>
                  </a:lnTo>
                  <a:lnTo>
                    <a:pt x="937207" y="0"/>
                  </a:lnTo>
                  <a:lnTo>
                    <a:pt x="936362" y="0"/>
                  </a:lnTo>
                  <a:lnTo>
                    <a:pt x="935516" y="0"/>
                  </a:lnTo>
                  <a:lnTo>
                    <a:pt x="934671" y="0"/>
                  </a:lnTo>
                  <a:lnTo>
                    <a:pt x="933826" y="0"/>
                  </a:lnTo>
                  <a:lnTo>
                    <a:pt x="932981" y="0"/>
                  </a:lnTo>
                  <a:lnTo>
                    <a:pt x="932136" y="0"/>
                  </a:lnTo>
                  <a:lnTo>
                    <a:pt x="931291" y="0"/>
                  </a:lnTo>
                  <a:lnTo>
                    <a:pt x="930446" y="0"/>
                  </a:lnTo>
                  <a:lnTo>
                    <a:pt x="929601" y="0"/>
                  </a:lnTo>
                  <a:lnTo>
                    <a:pt x="928756" y="0"/>
                  </a:lnTo>
                  <a:lnTo>
                    <a:pt x="927911" y="0"/>
                  </a:lnTo>
                  <a:lnTo>
                    <a:pt x="927066" y="0"/>
                  </a:lnTo>
                  <a:lnTo>
                    <a:pt x="926220" y="0"/>
                  </a:lnTo>
                  <a:lnTo>
                    <a:pt x="925375" y="0"/>
                  </a:lnTo>
                  <a:lnTo>
                    <a:pt x="924530" y="0"/>
                  </a:lnTo>
                  <a:lnTo>
                    <a:pt x="923685" y="0"/>
                  </a:lnTo>
                  <a:lnTo>
                    <a:pt x="922840" y="0"/>
                  </a:lnTo>
                  <a:lnTo>
                    <a:pt x="921995" y="0"/>
                  </a:lnTo>
                  <a:lnTo>
                    <a:pt x="921150" y="0"/>
                  </a:lnTo>
                  <a:lnTo>
                    <a:pt x="920305" y="0"/>
                  </a:lnTo>
                  <a:lnTo>
                    <a:pt x="919460" y="0"/>
                  </a:lnTo>
                  <a:lnTo>
                    <a:pt x="918615" y="0"/>
                  </a:lnTo>
                  <a:lnTo>
                    <a:pt x="917770" y="0"/>
                  </a:lnTo>
                  <a:lnTo>
                    <a:pt x="916924" y="0"/>
                  </a:lnTo>
                  <a:lnTo>
                    <a:pt x="916079" y="0"/>
                  </a:lnTo>
                  <a:lnTo>
                    <a:pt x="915234" y="0"/>
                  </a:lnTo>
                  <a:lnTo>
                    <a:pt x="914389" y="0"/>
                  </a:lnTo>
                  <a:lnTo>
                    <a:pt x="913544" y="0"/>
                  </a:lnTo>
                  <a:lnTo>
                    <a:pt x="912699" y="0"/>
                  </a:lnTo>
                  <a:lnTo>
                    <a:pt x="911854" y="0"/>
                  </a:lnTo>
                  <a:lnTo>
                    <a:pt x="911009" y="0"/>
                  </a:lnTo>
                  <a:lnTo>
                    <a:pt x="910164" y="0"/>
                  </a:lnTo>
                  <a:lnTo>
                    <a:pt x="909319" y="0"/>
                  </a:lnTo>
                  <a:lnTo>
                    <a:pt x="908474" y="0"/>
                  </a:lnTo>
                  <a:lnTo>
                    <a:pt x="907628" y="0"/>
                  </a:lnTo>
                  <a:lnTo>
                    <a:pt x="906783" y="0"/>
                  </a:lnTo>
                  <a:lnTo>
                    <a:pt x="905938" y="0"/>
                  </a:lnTo>
                  <a:lnTo>
                    <a:pt x="905093" y="0"/>
                  </a:lnTo>
                  <a:lnTo>
                    <a:pt x="904248" y="0"/>
                  </a:lnTo>
                  <a:lnTo>
                    <a:pt x="903403" y="0"/>
                  </a:lnTo>
                  <a:lnTo>
                    <a:pt x="902558" y="0"/>
                  </a:lnTo>
                  <a:lnTo>
                    <a:pt x="901713" y="0"/>
                  </a:lnTo>
                  <a:lnTo>
                    <a:pt x="900868" y="0"/>
                  </a:lnTo>
                  <a:lnTo>
                    <a:pt x="900023" y="0"/>
                  </a:lnTo>
                  <a:lnTo>
                    <a:pt x="899178" y="0"/>
                  </a:lnTo>
                  <a:lnTo>
                    <a:pt x="898332" y="0"/>
                  </a:lnTo>
                  <a:lnTo>
                    <a:pt x="897487" y="0"/>
                  </a:lnTo>
                  <a:lnTo>
                    <a:pt x="896642" y="0"/>
                  </a:lnTo>
                  <a:lnTo>
                    <a:pt x="895797" y="0"/>
                  </a:lnTo>
                  <a:lnTo>
                    <a:pt x="894952" y="0"/>
                  </a:lnTo>
                  <a:lnTo>
                    <a:pt x="894107" y="0"/>
                  </a:lnTo>
                  <a:lnTo>
                    <a:pt x="893262" y="0"/>
                  </a:lnTo>
                  <a:lnTo>
                    <a:pt x="892417" y="0"/>
                  </a:lnTo>
                  <a:lnTo>
                    <a:pt x="891572" y="0"/>
                  </a:lnTo>
                  <a:lnTo>
                    <a:pt x="890727" y="0"/>
                  </a:lnTo>
                  <a:lnTo>
                    <a:pt x="889882" y="0"/>
                  </a:lnTo>
                  <a:lnTo>
                    <a:pt x="889036" y="0"/>
                  </a:lnTo>
                  <a:lnTo>
                    <a:pt x="888191" y="0"/>
                  </a:lnTo>
                  <a:lnTo>
                    <a:pt x="887346" y="0"/>
                  </a:lnTo>
                  <a:lnTo>
                    <a:pt x="886501" y="0"/>
                  </a:lnTo>
                  <a:lnTo>
                    <a:pt x="885656" y="0"/>
                  </a:lnTo>
                  <a:lnTo>
                    <a:pt x="884811" y="0"/>
                  </a:lnTo>
                  <a:lnTo>
                    <a:pt x="883966" y="0"/>
                  </a:lnTo>
                  <a:lnTo>
                    <a:pt x="883121" y="0"/>
                  </a:lnTo>
                  <a:lnTo>
                    <a:pt x="882276" y="0"/>
                  </a:lnTo>
                  <a:lnTo>
                    <a:pt x="881431" y="0"/>
                  </a:lnTo>
                  <a:lnTo>
                    <a:pt x="880585" y="0"/>
                  </a:lnTo>
                  <a:lnTo>
                    <a:pt x="879740" y="0"/>
                  </a:lnTo>
                  <a:lnTo>
                    <a:pt x="878895" y="0"/>
                  </a:lnTo>
                  <a:lnTo>
                    <a:pt x="878050" y="0"/>
                  </a:lnTo>
                  <a:lnTo>
                    <a:pt x="877205" y="0"/>
                  </a:lnTo>
                  <a:lnTo>
                    <a:pt x="876360" y="0"/>
                  </a:lnTo>
                  <a:lnTo>
                    <a:pt x="875515" y="0"/>
                  </a:lnTo>
                  <a:lnTo>
                    <a:pt x="874670" y="0"/>
                  </a:lnTo>
                  <a:lnTo>
                    <a:pt x="873825" y="0"/>
                  </a:lnTo>
                  <a:lnTo>
                    <a:pt x="872980" y="0"/>
                  </a:lnTo>
                  <a:lnTo>
                    <a:pt x="872135" y="0"/>
                  </a:lnTo>
                  <a:lnTo>
                    <a:pt x="871289" y="0"/>
                  </a:lnTo>
                  <a:lnTo>
                    <a:pt x="870444" y="0"/>
                  </a:lnTo>
                  <a:lnTo>
                    <a:pt x="869599" y="0"/>
                  </a:lnTo>
                  <a:lnTo>
                    <a:pt x="868754" y="0"/>
                  </a:lnTo>
                  <a:lnTo>
                    <a:pt x="867909" y="0"/>
                  </a:lnTo>
                  <a:lnTo>
                    <a:pt x="867064" y="0"/>
                  </a:lnTo>
                  <a:lnTo>
                    <a:pt x="866219" y="0"/>
                  </a:lnTo>
                  <a:lnTo>
                    <a:pt x="865374" y="0"/>
                  </a:lnTo>
                  <a:lnTo>
                    <a:pt x="864529" y="0"/>
                  </a:lnTo>
                  <a:lnTo>
                    <a:pt x="863684" y="0"/>
                  </a:lnTo>
                  <a:lnTo>
                    <a:pt x="862839" y="0"/>
                  </a:lnTo>
                  <a:lnTo>
                    <a:pt x="861993" y="0"/>
                  </a:lnTo>
                  <a:lnTo>
                    <a:pt x="861148" y="0"/>
                  </a:lnTo>
                  <a:lnTo>
                    <a:pt x="860303" y="0"/>
                  </a:lnTo>
                  <a:lnTo>
                    <a:pt x="859458" y="0"/>
                  </a:lnTo>
                  <a:lnTo>
                    <a:pt x="858613" y="0"/>
                  </a:lnTo>
                  <a:lnTo>
                    <a:pt x="857768" y="0"/>
                  </a:lnTo>
                  <a:lnTo>
                    <a:pt x="856923" y="0"/>
                  </a:lnTo>
                  <a:lnTo>
                    <a:pt x="856078" y="0"/>
                  </a:lnTo>
                  <a:lnTo>
                    <a:pt x="855233" y="0"/>
                  </a:lnTo>
                  <a:lnTo>
                    <a:pt x="854388" y="0"/>
                  </a:lnTo>
                  <a:lnTo>
                    <a:pt x="853543" y="0"/>
                  </a:lnTo>
                  <a:lnTo>
                    <a:pt x="852697" y="0"/>
                  </a:lnTo>
                  <a:lnTo>
                    <a:pt x="851852" y="0"/>
                  </a:lnTo>
                  <a:lnTo>
                    <a:pt x="851007" y="0"/>
                  </a:lnTo>
                  <a:lnTo>
                    <a:pt x="850162" y="0"/>
                  </a:lnTo>
                  <a:lnTo>
                    <a:pt x="849317" y="0"/>
                  </a:lnTo>
                  <a:lnTo>
                    <a:pt x="848472" y="0"/>
                  </a:lnTo>
                  <a:lnTo>
                    <a:pt x="847627" y="0"/>
                  </a:lnTo>
                  <a:lnTo>
                    <a:pt x="846782" y="0"/>
                  </a:lnTo>
                  <a:lnTo>
                    <a:pt x="845937" y="0"/>
                  </a:lnTo>
                  <a:lnTo>
                    <a:pt x="845092" y="0"/>
                  </a:lnTo>
                  <a:lnTo>
                    <a:pt x="844247" y="0"/>
                  </a:lnTo>
                  <a:lnTo>
                    <a:pt x="843401" y="0"/>
                  </a:lnTo>
                  <a:lnTo>
                    <a:pt x="842556" y="0"/>
                  </a:lnTo>
                  <a:lnTo>
                    <a:pt x="841711" y="0"/>
                  </a:lnTo>
                  <a:lnTo>
                    <a:pt x="840866" y="0"/>
                  </a:lnTo>
                  <a:lnTo>
                    <a:pt x="840021" y="0"/>
                  </a:lnTo>
                  <a:lnTo>
                    <a:pt x="839176" y="0"/>
                  </a:lnTo>
                  <a:lnTo>
                    <a:pt x="838331" y="0"/>
                  </a:lnTo>
                  <a:lnTo>
                    <a:pt x="837486" y="0"/>
                  </a:lnTo>
                  <a:lnTo>
                    <a:pt x="836641" y="0"/>
                  </a:lnTo>
                  <a:lnTo>
                    <a:pt x="835796" y="0"/>
                  </a:lnTo>
                  <a:lnTo>
                    <a:pt x="834951" y="0"/>
                  </a:lnTo>
                  <a:lnTo>
                    <a:pt x="834105" y="0"/>
                  </a:lnTo>
                  <a:lnTo>
                    <a:pt x="833260" y="0"/>
                  </a:lnTo>
                  <a:lnTo>
                    <a:pt x="832415" y="0"/>
                  </a:lnTo>
                  <a:lnTo>
                    <a:pt x="831570" y="0"/>
                  </a:lnTo>
                  <a:lnTo>
                    <a:pt x="830725" y="0"/>
                  </a:lnTo>
                  <a:lnTo>
                    <a:pt x="829880" y="0"/>
                  </a:lnTo>
                  <a:lnTo>
                    <a:pt x="829035" y="0"/>
                  </a:lnTo>
                  <a:lnTo>
                    <a:pt x="828190" y="0"/>
                  </a:lnTo>
                  <a:lnTo>
                    <a:pt x="827345" y="0"/>
                  </a:lnTo>
                  <a:lnTo>
                    <a:pt x="826500" y="0"/>
                  </a:lnTo>
                  <a:lnTo>
                    <a:pt x="825655" y="0"/>
                  </a:lnTo>
                  <a:lnTo>
                    <a:pt x="824809" y="0"/>
                  </a:lnTo>
                  <a:lnTo>
                    <a:pt x="823964" y="0"/>
                  </a:lnTo>
                  <a:lnTo>
                    <a:pt x="823119" y="0"/>
                  </a:lnTo>
                  <a:lnTo>
                    <a:pt x="822274" y="0"/>
                  </a:lnTo>
                  <a:lnTo>
                    <a:pt x="821429" y="0"/>
                  </a:lnTo>
                  <a:lnTo>
                    <a:pt x="820584" y="0"/>
                  </a:lnTo>
                  <a:lnTo>
                    <a:pt x="819739" y="0"/>
                  </a:lnTo>
                  <a:lnTo>
                    <a:pt x="818894" y="0"/>
                  </a:lnTo>
                  <a:lnTo>
                    <a:pt x="818049" y="0"/>
                  </a:lnTo>
                  <a:lnTo>
                    <a:pt x="817204" y="0"/>
                  </a:lnTo>
                  <a:lnTo>
                    <a:pt x="816358" y="0"/>
                  </a:lnTo>
                  <a:lnTo>
                    <a:pt x="815513" y="0"/>
                  </a:lnTo>
                  <a:lnTo>
                    <a:pt x="814668" y="0"/>
                  </a:lnTo>
                  <a:lnTo>
                    <a:pt x="813823" y="0"/>
                  </a:lnTo>
                  <a:lnTo>
                    <a:pt x="812978" y="0"/>
                  </a:lnTo>
                  <a:lnTo>
                    <a:pt x="812133" y="0"/>
                  </a:lnTo>
                  <a:lnTo>
                    <a:pt x="811288" y="0"/>
                  </a:lnTo>
                  <a:lnTo>
                    <a:pt x="810443" y="0"/>
                  </a:lnTo>
                  <a:lnTo>
                    <a:pt x="809598" y="0"/>
                  </a:lnTo>
                  <a:lnTo>
                    <a:pt x="808753" y="0"/>
                  </a:lnTo>
                  <a:lnTo>
                    <a:pt x="807908" y="0"/>
                  </a:lnTo>
                  <a:lnTo>
                    <a:pt x="807062" y="0"/>
                  </a:lnTo>
                  <a:lnTo>
                    <a:pt x="806217" y="0"/>
                  </a:lnTo>
                  <a:lnTo>
                    <a:pt x="805372" y="0"/>
                  </a:lnTo>
                  <a:lnTo>
                    <a:pt x="804527" y="0"/>
                  </a:lnTo>
                  <a:lnTo>
                    <a:pt x="803682" y="0"/>
                  </a:lnTo>
                  <a:lnTo>
                    <a:pt x="802837" y="0"/>
                  </a:lnTo>
                  <a:lnTo>
                    <a:pt x="801992" y="0"/>
                  </a:lnTo>
                  <a:lnTo>
                    <a:pt x="801147" y="0"/>
                  </a:lnTo>
                  <a:lnTo>
                    <a:pt x="800302" y="0"/>
                  </a:lnTo>
                  <a:lnTo>
                    <a:pt x="799457" y="0"/>
                  </a:lnTo>
                  <a:lnTo>
                    <a:pt x="798612" y="0"/>
                  </a:lnTo>
                  <a:lnTo>
                    <a:pt x="797766" y="0"/>
                  </a:lnTo>
                  <a:lnTo>
                    <a:pt x="796921" y="0"/>
                  </a:lnTo>
                  <a:lnTo>
                    <a:pt x="796076" y="0"/>
                  </a:lnTo>
                  <a:lnTo>
                    <a:pt x="795231" y="0"/>
                  </a:lnTo>
                  <a:lnTo>
                    <a:pt x="794386" y="0"/>
                  </a:lnTo>
                  <a:lnTo>
                    <a:pt x="793541" y="0"/>
                  </a:lnTo>
                  <a:lnTo>
                    <a:pt x="792696" y="0"/>
                  </a:lnTo>
                  <a:lnTo>
                    <a:pt x="791851" y="0"/>
                  </a:lnTo>
                  <a:lnTo>
                    <a:pt x="791006" y="0"/>
                  </a:lnTo>
                  <a:lnTo>
                    <a:pt x="790161" y="0"/>
                  </a:lnTo>
                  <a:lnTo>
                    <a:pt x="789316" y="0"/>
                  </a:lnTo>
                  <a:lnTo>
                    <a:pt x="788470" y="0"/>
                  </a:lnTo>
                  <a:lnTo>
                    <a:pt x="787625" y="0"/>
                  </a:lnTo>
                  <a:lnTo>
                    <a:pt x="786780" y="0"/>
                  </a:lnTo>
                  <a:lnTo>
                    <a:pt x="785935" y="0"/>
                  </a:lnTo>
                  <a:lnTo>
                    <a:pt x="785090" y="0"/>
                  </a:lnTo>
                  <a:lnTo>
                    <a:pt x="784245" y="0"/>
                  </a:lnTo>
                  <a:lnTo>
                    <a:pt x="783400" y="0"/>
                  </a:lnTo>
                  <a:lnTo>
                    <a:pt x="782555" y="0"/>
                  </a:lnTo>
                  <a:lnTo>
                    <a:pt x="781710" y="0"/>
                  </a:lnTo>
                  <a:lnTo>
                    <a:pt x="780865" y="0"/>
                  </a:lnTo>
                  <a:lnTo>
                    <a:pt x="780020" y="0"/>
                  </a:lnTo>
                  <a:lnTo>
                    <a:pt x="779174" y="0"/>
                  </a:lnTo>
                  <a:lnTo>
                    <a:pt x="778329" y="0"/>
                  </a:lnTo>
                  <a:lnTo>
                    <a:pt x="777484" y="0"/>
                  </a:lnTo>
                  <a:lnTo>
                    <a:pt x="776639" y="0"/>
                  </a:lnTo>
                  <a:lnTo>
                    <a:pt x="775794" y="0"/>
                  </a:lnTo>
                  <a:lnTo>
                    <a:pt x="774949" y="0"/>
                  </a:lnTo>
                  <a:lnTo>
                    <a:pt x="774104" y="0"/>
                  </a:lnTo>
                  <a:lnTo>
                    <a:pt x="773259" y="0"/>
                  </a:lnTo>
                  <a:lnTo>
                    <a:pt x="772414" y="0"/>
                  </a:lnTo>
                  <a:lnTo>
                    <a:pt x="771569" y="0"/>
                  </a:lnTo>
                  <a:lnTo>
                    <a:pt x="770724" y="0"/>
                  </a:lnTo>
                  <a:lnTo>
                    <a:pt x="769878" y="0"/>
                  </a:lnTo>
                  <a:lnTo>
                    <a:pt x="769033" y="0"/>
                  </a:lnTo>
                  <a:lnTo>
                    <a:pt x="768188" y="0"/>
                  </a:lnTo>
                  <a:lnTo>
                    <a:pt x="767343" y="0"/>
                  </a:lnTo>
                  <a:lnTo>
                    <a:pt x="766498" y="0"/>
                  </a:lnTo>
                  <a:lnTo>
                    <a:pt x="765653" y="0"/>
                  </a:lnTo>
                  <a:lnTo>
                    <a:pt x="764808" y="0"/>
                  </a:lnTo>
                  <a:lnTo>
                    <a:pt x="763963" y="0"/>
                  </a:lnTo>
                  <a:lnTo>
                    <a:pt x="763118" y="0"/>
                  </a:lnTo>
                  <a:lnTo>
                    <a:pt x="762273" y="0"/>
                  </a:lnTo>
                  <a:lnTo>
                    <a:pt x="761428" y="0"/>
                  </a:lnTo>
                  <a:lnTo>
                    <a:pt x="760582" y="0"/>
                  </a:lnTo>
                  <a:lnTo>
                    <a:pt x="759737" y="0"/>
                  </a:lnTo>
                  <a:lnTo>
                    <a:pt x="758892" y="0"/>
                  </a:lnTo>
                  <a:lnTo>
                    <a:pt x="758047" y="0"/>
                  </a:lnTo>
                  <a:lnTo>
                    <a:pt x="757202" y="0"/>
                  </a:lnTo>
                  <a:lnTo>
                    <a:pt x="756357" y="0"/>
                  </a:lnTo>
                  <a:lnTo>
                    <a:pt x="755512" y="0"/>
                  </a:lnTo>
                  <a:lnTo>
                    <a:pt x="754667" y="0"/>
                  </a:lnTo>
                  <a:lnTo>
                    <a:pt x="753822" y="0"/>
                  </a:lnTo>
                  <a:lnTo>
                    <a:pt x="752977" y="0"/>
                  </a:lnTo>
                  <a:lnTo>
                    <a:pt x="752131" y="0"/>
                  </a:lnTo>
                  <a:lnTo>
                    <a:pt x="751286" y="0"/>
                  </a:lnTo>
                  <a:lnTo>
                    <a:pt x="750441" y="0"/>
                  </a:lnTo>
                  <a:lnTo>
                    <a:pt x="749596" y="0"/>
                  </a:lnTo>
                  <a:lnTo>
                    <a:pt x="748751" y="0"/>
                  </a:lnTo>
                  <a:lnTo>
                    <a:pt x="747906" y="0"/>
                  </a:lnTo>
                  <a:lnTo>
                    <a:pt x="747061" y="0"/>
                  </a:lnTo>
                  <a:lnTo>
                    <a:pt x="746216" y="0"/>
                  </a:lnTo>
                  <a:lnTo>
                    <a:pt x="745371" y="0"/>
                  </a:lnTo>
                  <a:lnTo>
                    <a:pt x="744526" y="0"/>
                  </a:lnTo>
                  <a:lnTo>
                    <a:pt x="743681" y="0"/>
                  </a:lnTo>
                  <a:lnTo>
                    <a:pt x="742835" y="0"/>
                  </a:lnTo>
                  <a:lnTo>
                    <a:pt x="741990" y="0"/>
                  </a:lnTo>
                  <a:lnTo>
                    <a:pt x="741145" y="0"/>
                  </a:lnTo>
                  <a:lnTo>
                    <a:pt x="740300" y="0"/>
                  </a:lnTo>
                  <a:lnTo>
                    <a:pt x="739455" y="0"/>
                  </a:lnTo>
                  <a:lnTo>
                    <a:pt x="738610" y="0"/>
                  </a:lnTo>
                  <a:lnTo>
                    <a:pt x="737765" y="0"/>
                  </a:lnTo>
                  <a:lnTo>
                    <a:pt x="736920" y="0"/>
                  </a:lnTo>
                  <a:lnTo>
                    <a:pt x="736075" y="0"/>
                  </a:lnTo>
                  <a:lnTo>
                    <a:pt x="735230" y="0"/>
                  </a:lnTo>
                  <a:lnTo>
                    <a:pt x="734385" y="0"/>
                  </a:lnTo>
                  <a:lnTo>
                    <a:pt x="733539" y="0"/>
                  </a:lnTo>
                  <a:lnTo>
                    <a:pt x="732694" y="0"/>
                  </a:lnTo>
                  <a:lnTo>
                    <a:pt x="731849" y="0"/>
                  </a:lnTo>
                  <a:lnTo>
                    <a:pt x="731004" y="0"/>
                  </a:lnTo>
                  <a:lnTo>
                    <a:pt x="730159" y="0"/>
                  </a:lnTo>
                  <a:lnTo>
                    <a:pt x="729314" y="0"/>
                  </a:lnTo>
                  <a:lnTo>
                    <a:pt x="728469" y="0"/>
                  </a:lnTo>
                  <a:lnTo>
                    <a:pt x="727624" y="0"/>
                  </a:lnTo>
                  <a:lnTo>
                    <a:pt x="726779" y="0"/>
                  </a:lnTo>
                  <a:lnTo>
                    <a:pt x="725934" y="0"/>
                  </a:lnTo>
                  <a:lnTo>
                    <a:pt x="725089" y="0"/>
                  </a:lnTo>
                  <a:lnTo>
                    <a:pt x="724243" y="0"/>
                  </a:lnTo>
                  <a:lnTo>
                    <a:pt x="723398" y="0"/>
                  </a:lnTo>
                  <a:lnTo>
                    <a:pt x="722553" y="0"/>
                  </a:lnTo>
                  <a:lnTo>
                    <a:pt x="721708" y="0"/>
                  </a:lnTo>
                  <a:lnTo>
                    <a:pt x="720863" y="0"/>
                  </a:lnTo>
                  <a:lnTo>
                    <a:pt x="720018" y="0"/>
                  </a:lnTo>
                  <a:lnTo>
                    <a:pt x="719173" y="0"/>
                  </a:lnTo>
                  <a:lnTo>
                    <a:pt x="718328" y="0"/>
                  </a:lnTo>
                  <a:lnTo>
                    <a:pt x="717483" y="0"/>
                  </a:lnTo>
                  <a:lnTo>
                    <a:pt x="716638" y="0"/>
                  </a:lnTo>
                  <a:lnTo>
                    <a:pt x="715793" y="0"/>
                  </a:lnTo>
                  <a:lnTo>
                    <a:pt x="714947" y="0"/>
                  </a:lnTo>
                  <a:lnTo>
                    <a:pt x="714102" y="0"/>
                  </a:lnTo>
                  <a:lnTo>
                    <a:pt x="713257" y="0"/>
                  </a:lnTo>
                  <a:lnTo>
                    <a:pt x="712412" y="0"/>
                  </a:lnTo>
                  <a:lnTo>
                    <a:pt x="711567" y="0"/>
                  </a:lnTo>
                  <a:lnTo>
                    <a:pt x="710722" y="0"/>
                  </a:lnTo>
                  <a:lnTo>
                    <a:pt x="709877" y="0"/>
                  </a:lnTo>
                  <a:lnTo>
                    <a:pt x="709032" y="0"/>
                  </a:lnTo>
                  <a:lnTo>
                    <a:pt x="708187" y="0"/>
                  </a:lnTo>
                  <a:lnTo>
                    <a:pt x="707342" y="0"/>
                  </a:lnTo>
                  <a:lnTo>
                    <a:pt x="706497" y="0"/>
                  </a:lnTo>
                  <a:lnTo>
                    <a:pt x="705651" y="0"/>
                  </a:lnTo>
                  <a:lnTo>
                    <a:pt x="704806" y="0"/>
                  </a:lnTo>
                  <a:lnTo>
                    <a:pt x="703961" y="0"/>
                  </a:lnTo>
                  <a:lnTo>
                    <a:pt x="703116" y="0"/>
                  </a:lnTo>
                  <a:lnTo>
                    <a:pt x="702271" y="0"/>
                  </a:lnTo>
                  <a:lnTo>
                    <a:pt x="701426" y="0"/>
                  </a:lnTo>
                  <a:lnTo>
                    <a:pt x="700581" y="0"/>
                  </a:lnTo>
                  <a:lnTo>
                    <a:pt x="699736" y="0"/>
                  </a:lnTo>
                  <a:lnTo>
                    <a:pt x="698891" y="0"/>
                  </a:lnTo>
                  <a:lnTo>
                    <a:pt x="698046" y="0"/>
                  </a:lnTo>
                  <a:lnTo>
                    <a:pt x="697201" y="0"/>
                  </a:lnTo>
                  <a:lnTo>
                    <a:pt x="696355" y="0"/>
                  </a:lnTo>
                  <a:lnTo>
                    <a:pt x="695510" y="0"/>
                  </a:lnTo>
                  <a:lnTo>
                    <a:pt x="694665" y="0"/>
                  </a:lnTo>
                  <a:lnTo>
                    <a:pt x="693820" y="0"/>
                  </a:lnTo>
                  <a:lnTo>
                    <a:pt x="692975" y="0"/>
                  </a:lnTo>
                  <a:lnTo>
                    <a:pt x="692130" y="0"/>
                  </a:lnTo>
                  <a:lnTo>
                    <a:pt x="691285" y="0"/>
                  </a:lnTo>
                  <a:lnTo>
                    <a:pt x="690440" y="0"/>
                  </a:lnTo>
                  <a:lnTo>
                    <a:pt x="689595" y="0"/>
                  </a:lnTo>
                  <a:lnTo>
                    <a:pt x="688750" y="0"/>
                  </a:lnTo>
                  <a:lnTo>
                    <a:pt x="687904" y="0"/>
                  </a:lnTo>
                  <a:lnTo>
                    <a:pt x="687059" y="0"/>
                  </a:lnTo>
                  <a:lnTo>
                    <a:pt x="686214" y="0"/>
                  </a:lnTo>
                  <a:lnTo>
                    <a:pt x="685369" y="0"/>
                  </a:lnTo>
                  <a:lnTo>
                    <a:pt x="684524" y="0"/>
                  </a:lnTo>
                  <a:lnTo>
                    <a:pt x="683679" y="0"/>
                  </a:lnTo>
                  <a:lnTo>
                    <a:pt x="682834" y="0"/>
                  </a:lnTo>
                  <a:lnTo>
                    <a:pt x="681989" y="0"/>
                  </a:lnTo>
                  <a:lnTo>
                    <a:pt x="681144" y="0"/>
                  </a:lnTo>
                  <a:lnTo>
                    <a:pt x="680299" y="0"/>
                  </a:lnTo>
                  <a:lnTo>
                    <a:pt x="679454" y="0"/>
                  </a:lnTo>
                  <a:lnTo>
                    <a:pt x="678608" y="0"/>
                  </a:lnTo>
                  <a:lnTo>
                    <a:pt x="677763" y="0"/>
                  </a:lnTo>
                  <a:lnTo>
                    <a:pt x="676918" y="0"/>
                  </a:lnTo>
                  <a:lnTo>
                    <a:pt x="676073" y="0"/>
                  </a:lnTo>
                  <a:lnTo>
                    <a:pt x="675228" y="0"/>
                  </a:lnTo>
                  <a:lnTo>
                    <a:pt x="674383" y="0"/>
                  </a:lnTo>
                  <a:lnTo>
                    <a:pt x="673538" y="0"/>
                  </a:lnTo>
                  <a:lnTo>
                    <a:pt x="672693" y="0"/>
                  </a:lnTo>
                  <a:lnTo>
                    <a:pt x="671848" y="0"/>
                  </a:lnTo>
                  <a:lnTo>
                    <a:pt x="671003" y="0"/>
                  </a:lnTo>
                  <a:lnTo>
                    <a:pt x="670158" y="0"/>
                  </a:lnTo>
                  <a:lnTo>
                    <a:pt x="669312" y="0"/>
                  </a:lnTo>
                  <a:lnTo>
                    <a:pt x="668467" y="0"/>
                  </a:lnTo>
                  <a:lnTo>
                    <a:pt x="667622" y="0"/>
                  </a:lnTo>
                  <a:lnTo>
                    <a:pt x="666777" y="0"/>
                  </a:lnTo>
                  <a:lnTo>
                    <a:pt x="665932" y="0"/>
                  </a:lnTo>
                  <a:lnTo>
                    <a:pt x="665087" y="0"/>
                  </a:lnTo>
                  <a:lnTo>
                    <a:pt x="664242" y="0"/>
                  </a:lnTo>
                  <a:lnTo>
                    <a:pt x="663397" y="0"/>
                  </a:lnTo>
                  <a:lnTo>
                    <a:pt x="662552" y="0"/>
                  </a:lnTo>
                  <a:lnTo>
                    <a:pt x="661707" y="0"/>
                  </a:lnTo>
                  <a:lnTo>
                    <a:pt x="660862" y="0"/>
                  </a:lnTo>
                  <a:lnTo>
                    <a:pt x="660016" y="0"/>
                  </a:lnTo>
                  <a:lnTo>
                    <a:pt x="659171" y="0"/>
                  </a:lnTo>
                  <a:lnTo>
                    <a:pt x="658326" y="0"/>
                  </a:lnTo>
                  <a:lnTo>
                    <a:pt x="657481" y="0"/>
                  </a:lnTo>
                  <a:lnTo>
                    <a:pt x="656636" y="0"/>
                  </a:lnTo>
                  <a:lnTo>
                    <a:pt x="655791" y="0"/>
                  </a:lnTo>
                  <a:lnTo>
                    <a:pt x="654946" y="0"/>
                  </a:lnTo>
                  <a:lnTo>
                    <a:pt x="654101" y="0"/>
                  </a:lnTo>
                  <a:lnTo>
                    <a:pt x="653256" y="0"/>
                  </a:lnTo>
                  <a:lnTo>
                    <a:pt x="652411" y="0"/>
                  </a:lnTo>
                  <a:lnTo>
                    <a:pt x="651566" y="0"/>
                  </a:lnTo>
                  <a:lnTo>
                    <a:pt x="650720" y="0"/>
                  </a:lnTo>
                  <a:lnTo>
                    <a:pt x="649875" y="0"/>
                  </a:lnTo>
                  <a:lnTo>
                    <a:pt x="649030" y="0"/>
                  </a:lnTo>
                  <a:lnTo>
                    <a:pt x="648185" y="0"/>
                  </a:lnTo>
                  <a:lnTo>
                    <a:pt x="647340" y="0"/>
                  </a:lnTo>
                  <a:lnTo>
                    <a:pt x="646495" y="0"/>
                  </a:lnTo>
                  <a:lnTo>
                    <a:pt x="645650" y="0"/>
                  </a:lnTo>
                  <a:lnTo>
                    <a:pt x="644805" y="0"/>
                  </a:lnTo>
                  <a:lnTo>
                    <a:pt x="643960" y="0"/>
                  </a:lnTo>
                  <a:lnTo>
                    <a:pt x="643115" y="0"/>
                  </a:lnTo>
                  <a:lnTo>
                    <a:pt x="642270" y="0"/>
                  </a:lnTo>
                  <a:lnTo>
                    <a:pt x="641424" y="0"/>
                  </a:lnTo>
                  <a:lnTo>
                    <a:pt x="640579" y="0"/>
                  </a:lnTo>
                  <a:lnTo>
                    <a:pt x="639734" y="0"/>
                  </a:lnTo>
                  <a:lnTo>
                    <a:pt x="638889" y="0"/>
                  </a:lnTo>
                  <a:lnTo>
                    <a:pt x="638044" y="0"/>
                  </a:lnTo>
                  <a:lnTo>
                    <a:pt x="637199" y="0"/>
                  </a:lnTo>
                  <a:lnTo>
                    <a:pt x="636354" y="0"/>
                  </a:lnTo>
                  <a:lnTo>
                    <a:pt x="635509" y="0"/>
                  </a:lnTo>
                  <a:lnTo>
                    <a:pt x="634664" y="0"/>
                  </a:lnTo>
                  <a:lnTo>
                    <a:pt x="633819" y="0"/>
                  </a:lnTo>
                  <a:lnTo>
                    <a:pt x="632974" y="0"/>
                  </a:lnTo>
                  <a:lnTo>
                    <a:pt x="632128" y="0"/>
                  </a:lnTo>
                  <a:lnTo>
                    <a:pt x="631283" y="0"/>
                  </a:lnTo>
                  <a:lnTo>
                    <a:pt x="630438" y="0"/>
                  </a:lnTo>
                  <a:lnTo>
                    <a:pt x="629593" y="0"/>
                  </a:lnTo>
                  <a:lnTo>
                    <a:pt x="628748" y="0"/>
                  </a:lnTo>
                  <a:lnTo>
                    <a:pt x="627903" y="0"/>
                  </a:lnTo>
                  <a:lnTo>
                    <a:pt x="627058" y="0"/>
                  </a:lnTo>
                  <a:lnTo>
                    <a:pt x="626213" y="0"/>
                  </a:lnTo>
                  <a:lnTo>
                    <a:pt x="625368" y="0"/>
                  </a:lnTo>
                  <a:lnTo>
                    <a:pt x="624523" y="0"/>
                  </a:lnTo>
                  <a:lnTo>
                    <a:pt x="623677" y="0"/>
                  </a:lnTo>
                  <a:lnTo>
                    <a:pt x="622832" y="0"/>
                  </a:lnTo>
                  <a:lnTo>
                    <a:pt x="621987" y="0"/>
                  </a:lnTo>
                  <a:lnTo>
                    <a:pt x="621142" y="0"/>
                  </a:lnTo>
                  <a:lnTo>
                    <a:pt x="620297" y="0"/>
                  </a:lnTo>
                  <a:lnTo>
                    <a:pt x="619452" y="0"/>
                  </a:lnTo>
                  <a:lnTo>
                    <a:pt x="618607" y="0"/>
                  </a:lnTo>
                  <a:lnTo>
                    <a:pt x="617762" y="0"/>
                  </a:lnTo>
                  <a:lnTo>
                    <a:pt x="616917" y="0"/>
                  </a:lnTo>
                  <a:lnTo>
                    <a:pt x="616072" y="0"/>
                  </a:lnTo>
                  <a:lnTo>
                    <a:pt x="615227" y="0"/>
                  </a:lnTo>
                  <a:lnTo>
                    <a:pt x="614381" y="0"/>
                  </a:lnTo>
                  <a:lnTo>
                    <a:pt x="613536" y="0"/>
                  </a:lnTo>
                  <a:lnTo>
                    <a:pt x="612691" y="0"/>
                  </a:lnTo>
                  <a:lnTo>
                    <a:pt x="611846" y="0"/>
                  </a:lnTo>
                  <a:lnTo>
                    <a:pt x="611001" y="0"/>
                  </a:lnTo>
                  <a:lnTo>
                    <a:pt x="610156" y="0"/>
                  </a:lnTo>
                  <a:lnTo>
                    <a:pt x="609311" y="0"/>
                  </a:lnTo>
                  <a:lnTo>
                    <a:pt x="608466" y="0"/>
                  </a:lnTo>
                  <a:lnTo>
                    <a:pt x="607621" y="0"/>
                  </a:lnTo>
                  <a:lnTo>
                    <a:pt x="606776" y="0"/>
                  </a:lnTo>
                  <a:lnTo>
                    <a:pt x="605931" y="0"/>
                  </a:lnTo>
                  <a:lnTo>
                    <a:pt x="605085" y="0"/>
                  </a:lnTo>
                  <a:lnTo>
                    <a:pt x="604240" y="0"/>
                  </a:lnTo>
                  <a:lnTo>
                    <a:pt x="603395" y="0"/>
                  </a:lnTo>
                  <a:lnTo>
                    <a:pt x="602550" y="0"/>
                  </a:lnTo>
                  <a:lnTo>
                    <a:pt x="601705" y="0"/>
                  </a:lnTo>
                  <a:lnTo>
                    <a:pt x="600860" y="0"/>
                  </a:lnTo>
                  <a:lnTo>
                    <a:pt x="600015" y="0"/>
                  </a:lnTo>
                  <a:lnTo>
                    <a:pt x="599170" y="0"/>
                  </a:lnTo>
                  <a:lnTo>
                    <a:pt x="598325" y="0"/>
                  </a:lnTo>
                  <a:lnTo>
                    <a:pt x="597480" y="0"/>
                  </a:lnTo>
                  <a:lnTo>
                    <a:pt x="596635" y="0"/>
                  </a:lnTo>
                  <a:lnTo>
                    <a:pt x="595789" y="0"/>
                  </a:lnTo>
                  <a:lnTo>
                    <a:pt x="594944" y="0"/>
                  </a:lnTo>
                  <a:lnTo>
                    <a:pt x="594099" y="0"/>
                  </a:lnTo>
                  <a:lnTo>
                    <a:pt x="593254" y="0"/>
                  </a:lnTo>
                  <a:lnTo>
                    <a:pt x="592409" y="0"/>
                  </a:lnTo>
                  <a:lnTo>
                    <a:pt x="591564" y="0"/>
                  </a:lnTo>
                  <a:lnTo>
                    <a:pt x="590719" y="0"/>
                  </a:lnTo>
                  <a:lnTo>
                    <a:pt x="589874" y="0"/>
                  </a:lnTo>
                  <a:lnTo>
                    <a:pt x="589029" y="0"/>
                  </a:lnTo>
                  <a:lnTo>
                    <a:pt x="588184" y="0"/>
                  </a:lnTo>
                  <a:lnTo>
                    <a:pt x="587339" y="0"/>
                  </a:lnTo>
                  <a:lnTo>
                    <a:pt x="586493" y="0"/>
                  </a:lnTo>
                  <a:lnTo>
                    <a:pt x="585648" y="0"/>
                  </a:lnTo>
                  <a:lnTo>
                    <a:pt x="584803" y="0"/>
                  </a:lnTo>
                  <a:lnTo>
                    <a:pt x="583958" y="0"/>
                  </a:lnTo>
                  <a:lnTo>
                    <a:pt x="583113" y="0"/>
                  </a:lnTo>
                  <a:lnTo>
                    <a:pt x="582268" y="0"/>
                  </a:lnTo>
                  <a:lnTo>
                    <a:pt x="581423" y="0"/>
                  </a:lnTo>
                  <a:lnTo>
                    <a:pt x="580578" y="0"/>
                  </a:lnTo>
                  <a:lnTo>
                    <a:pt x="579733" y="0"/>
                  </a:lnTo>
                  <a:lnTo>
                    <a:pt x="578888" y="0"/>
                  </a:lnTo>
                  <a:lnTo>
                    <a:pt x="578043" y="0"/>
                  </a:lnTo>
                  <a:lnTo>
                    <a:pt x="577197" y="0"/>
                  </a:lnTo>
                  <a:lnTo>
                    <a:pt x="576352" y="0"/>
                  </a:lnTo>
                  <a:lnTo>
                    <a:pt x="575507" y="0"/>
                  </a:lnTo>
                  <a:lnTo>
                    <a:pt x="574662" y="0"/>
                  </a:lnTo>
                  <a:lnTo>
                    <a:pt x="573817" y="0"/>
                  </a:lnTo>
                  <a:lnTo>
                    <a:pt x="572972" y="0"/>
                  </a:lnTo>
                  <a:lnTo>
                    <a:pt x="572127" y="0"/>
                  </a:lnTo>
                  <a:lnTo>
                    <a:pt x="571282" y="0"/>
                  </a:lnTo>
                  <a:lnTo>
                    <a:pt x="570437" y="0"/>
                  </a:lnTo>
                  <a:lnTo>
                    <a:pt x="569592" y="0"/>
                  </a:lnTo>
                  <a:lnTo>
                    <a:pt x="568747" y="0"/>
                  </a:lnTo>
                  <a:lnTo>
                    <a:pt x="567901" y="0"/>
                  </a:lnTo>
                  <a:lnTo>
                    <a:pt x="567056" y="0"/>
                  </a:lnTo>
                  <a:lnTo>
                    <a:pt x="566211" y="0"/>
                  </a:lnTo>
                  <a:lnTo>
                    <a:pt x="565366" y="0"/>
                  </a:lnTo>
                  <a:lnTo>
                    <a:pt x="564521" y="0"/>
                  </a:lnTo>
                  <a:lnTo>
                    <a:pt x="563676" y="0"/>
                  </a:lnTo>
                  <a:lnTo>
                    <a:pt x="562831" y="0"/>
                  </a:lnTo>
                  <a:lnTo>
                    <a:pt x="561986" y="0"/>
                  </a:lnTo>
                  <a:lnTo>
                    <a:pt x="561141" y="0"/>
                  </a:lnTo>
                  <a:lnTo>
                    <a:pt x="560296" y="0"/>
                  </a:lnTo>
                  <a:lnTo>
                    <a:pt x="559450" y="0"/>
                  </a:lnTo>
                  <a:lnTo>
                    <a:pt x="558605" y="0"/>
                  </a:lnTo>
                  <a:lnTo>
                    <a:pt x="557760" y="0"/>
                  </a:lnTo>
                  <a:lnTo>
                    <a:pt x="556915" y="0"/>
                  </a:lnTo>
                  <a:lnTo>
                    <a:pt x="556070" y="0"/>
                  </a:lnTo>
                  <a:lnTo>
                    <a:pt x="555225" y="0"/>
                  </a:lnTo>
                  <a:lnTo>
                    <a:pt x="554380" y="0"/>
                  </a:lnTo>
                  <a:lnTo>
                    <a:pt x="553535" y="0"/>
                  </a:lnTo>
                  <a:lnTo>
                    <a:pt x="552690" y="0"/>
                  </a:lnTo>
                  <a:lnTo>
                    <a:pt x="551845" y="0"/>
                  </a:lnTo>
                  <a:lnTo>
                    <a:pt x="551000" y="0"/>
                  </a:lnTo>
                  <a:lnTo>
                    <a:pt x="550154" y="0"/>
                  </a:lnTo>
                  <a:lnTo>
                    <a:pt x="549309" y="0"/>
                  </a:lnTo>
                  <a:lnTo>
                    <a:pt x="548464" y="0"/>
                  </a:lnTo>
                  <a:lnTo>
                    <a:pt x="547619" y="0"/>
                  </a:lnTo>
                  <a:lnTo>
                    <a:pt x="546774" y="0"/>
                  </a:lnTo>
                  <a:lnTo>
                    <a:pt x="545929" y="0"/>
                  </a:lnTo>
                  <a:lnTo>
                    <a:pt x="545084" y="0"/>
                  </a:lnTo>
                  <a:lnTo>
                    <a:pt x="544239" y="0"/>
                  </a:lnTo>
                  <a:lnTo>
                    <a:pt x="543394" y="0"/>
                  </a:lnTo>
                  <a:lnTo>
                    <a:pt x="542549" y="0"/>
                  </a:lnTo>
                  <a:lnTo>
                    <a:pt x="541704" y="0"/>
                  </a:lnTo>
                  <a:lnTo>
                    <a:pt x="540858" y="0"/>
                  </a:lnTo>
                  <a:lnTo>
                    <a:pt x="540013" y="0"/>
                  </a:lnTo>
                  <a:lnTo>
                    <a:pt x="539168" y="0"/>
                  </a:lnTo>
                  <a:lnTo>
                    <a:pt x="538323" y="0"/>
                  </a:lnTo>
                  <a:lnTo>
                    <a:pt x="537478" y="0"/>
                  </a:lnTo>
                  <a:lnTo>
                    <a:pt x="536633" y="0"/>
                  </a:lnTo>
                  <a:lnTo>
                    <a:pt x="535788" y="0"/>
                  </a:lnTo>
                  <a:lnTo>
                    <a:pt x="534943" y="0"/>
                  </a:lnTo>
                  <a:lnTo>
                    <a:pt x="534098" y="0"/>
                  </a:lnTo>
                  <a:lnTo>
                    <a:pt x="533253" y="0"/>
                  </a:lnTo>
                  <a:lnTo>
                    <a:pt x="532408" y="0"/>
                  </a:lnTo>
                  <a:lnTo>
                    <a:pt x="531562" y="0"/>
                  </a:lnTo>
                  <a:lnTo>
                    <a:pt x="530717" y="0"/>
                  </a:lnTo>
                  <a:lnTo>
                    <a:pt x="529872" y="0"/>
                  </a:lnTo>
                  <a:lnTo>
                    <a:pt x="529027" y="0"/>
                  </a:lnTo>
                  <a:lnTo>
                    <a:pt x="528182" y="0"/>
                  </a:lnTo>
                  <a:lnTo>
                    <a:pt x="527337" y="0"/>
                  </a:lnTo>
                  <a:lnTo>
                    <a:pt x="526492" y="0"/>
                  </a:lnTo>
                  <a:lnTo>
                    <a:pt x="525647" y="0"/>
                  </a:lnTo>
                  <a:lnTo>
                    <a:pt x="524802" y="0"/>
                  </a:lnTo>
                  <a:lnTo>
                    <a:pt x="523957" y="0"/>
                  </a:lnTo>
                  <a:lnTo>
                    <a:pt x="523112" y="0"/>
                  </a:lnTo>
                  <a:lnTo>
                    <a:pt x="522266" y="0"/>
                  </a:lnTo>
                  <a:lnTo>
                    <a:pt x="521421" y="0"/>
                  </a:lnTo>
                  <a:lnTo>
                    <a:pt x="520576" y="0"/>
                  </a:lnTo>
                  <a:lnTo>
                    <a:pt x="519731" y="0"/>
                  </a:lnTo>
                  <a:lnTo>
                    <a:pt x="518886" y="0"/>
                  </a:lnTo>
                  <a:lnTo>
                    <a:pt x="518041" y="0"/>
                  </a:lnTo>
                  <a:lnTo>
                    <a:pt x="517196" y="0"/>
                  </a:lnTo>
                  <a:lnTo>
                    <a:pt x="516351" y="0"/>
                  </a:lnTo>
                  <a:lnTo>
                    <a:pt x="515506" y="0"/>
                  </a:lnTo>
                  <a:lnTo>
                    <a:pt x="514661" y="0"/>
                  </a:lnTo>
                  <a:lnTo>
                    <a:pt x="513816" y="0"/>
                  </a:lnTo>
                  <a:lnTo>
                    <a:pt x="512970" y="0"/>
                  </a:lnTo>
                  <a:lnTo>
                    <a:pt x="512125" y="0"/>
                  </a:lnTo>
                  <a:lnTo>
                    <a:pt x="511280" y="0"/>
                  </a:lnTo>
                  <a:lnTo>
                    <a:pt x="510435" y="0"/>
                  </a:lnTo>
                  <a:lnTo>
                    <a:pt x="509590" y="0"/>
                  </a:lnTo>
                  <a:lnTo>
                    <a:pt x="508745" y="0"/>
                  </a:lnTo>
                  <a:lnTo>
                    <a:pt x="507900" y="0"/>
                  </a:lnTo>
                  <a:lnTo>
                    <a:pt x="507055" y="0"/>
                  </a:lnTo>
                  <a:lnTo>
                    <a:pt x="506210" y="0"/>
                  </a:lnTo>
                  <a:lnTo>
                    <a:pt x="505365" y="0"/>
                  </a:lnTo>
                  <a:lnTo>
                    <a:pt x="504520" y="0"/>
                  </a:lnTo>
                  <a:lnTo>
                    <a:pt x="503674" y="0"/>
                  </a:lnTo>
                  <a:lnTo>
                    <a:pt x="502829" y="0"/>
                  </a:lnTo>
                  <a:lnTo>
                    <a:pt x="501984" y="0"/>
                  </a:lnTo>
                  <a:lnTo>
                    <a:pt x="501139" y="0"/>
                  </a:lnTo>
                  <a:lnTo>
                    <a:pt x="500294" y="0"/>
                  </a:lnTo>
                  <a:lnTo>
                    <a:pt x="499449" y="0"/>
                  </a:lnTo>
                  <a:lnTo>
                    <a:pt x="498604" y="0"/>
                  </a:lnTo>
                  <a:lnTo>
                    <a:pt x="497759" y="0"/>
                  </a:lnTo>
                  <a:lnTo>
                    <a:pt x="496914" y="0"/>
                  </a:lnTo>
                  <a:lnTo>
                    <a:pt x="496069" y="0"/>
                  </a:lnTo>
                  <a:lnTo>
                    <a:pt x="495223" y="0"/>
                  </a:lnTo>
                  <a:lnTo>
                    <a:pt x="494378" y="0"/>
                  </a:lnTo>
                  <a:lnTo>
                    <a:pt x="493533" y="0"/>
                  </a:lnTo>
                  <a:lnTo>
                    <a:pt x="492688" y="0"/>
                  </a:lnTo>
                  <a:lnTo>
                    <a:pt x="491843" y="0"/>
                  </a:lnTo>
                  <a:lnTo>
                    <a:pt x="490998" y="0"/>
                  </a:lnTo>
                  <a:lnTo>
                    <a:pt x="490153" y="0"/>
                  </a:lnTo>
                  <a:lnTo>
                    <a:pt x="489308" y="0"/>
                  </a:lnTo>
                  <a:lnTo>
                    <a:pt x="488463" y="0"/>
                  </a:lnTo>
                  <a:lnTo>
                    <a:pt x="487618" y="0"/>
                  </a:lnTo>
                  <a:lnTo>
                    <a:pt x="486773" y="0"/>
                  </a:lnTo>
                  <a:lnTo>
                    <a:pt x="485927" y="0"/>
                  </a:lnTo>
                  <a:lnTo>
                    <a:pt x="485082" y="0"/>
                  </a:lnTo>
                  <a:lnTo>
                    <a:pt x="484237" y="0"/>
                  </a:lnTo>
                  <a:lnTo>
                    <a:pt x="483392" y="0"/>
                  </a:lnTo>
                  <a:lnTo>
                    <a:pt x="482547" y="0"/>
                  </a:lnTo>
                  <a:lnTo>
                    <a:pt x="481702" y="0"/>
                  </a:lnTo>
                  <a:lnTo>
                    <a:pt x="480857" y="0"/>
                  </a:lnTo>
                  <a:lnTo>
                    <a:pt x="480012" y="0"/>
                  </a:lnTo>
                  <a:lnTo>
                    <a:pt x="479167" y="0"/>
                  </a:lnTo>
                  <a:lnTo>
                    <a:pt x="478322" y="0"/>
                  </a:lnTo>
                  <a:lnTo>
                    <a:pt x="477477" y="0"/>
                  </a:lnTo>
                  <a:lnTo>
                    <a:pt x="476631" y="0"/>
                  </a:lnTo>
                  <a:lnTo>
                    <a:pt x="475786" y="0"/>
                  </a:lnTo>
                  <a:lnTo>
                    <a:pt x="474941" y="0"/>
                  </a:lnTo>
                  <a:lnTo>
                    <a:pt x="474096" y="0"/>
                  </a:lnTo>
                  <a:lnTo>
                    <a:pt x="473251" y="0"/>
                  </a:lnTo>
                  <a:lnTo>
                    <a:pt x="472406" y="0"/>
                  </a:lnTo>
                  <a:lnTo>
                    <a:pt x="471561" y="0"/>
                  </a:lnTo>
                  <a:lnTo>
                    <a:pt x="470716" y="0"/>
                  </a:lnTo>
                  <a:lnTo>
                    <a:pt x="469871" y="0"/>
                  </a:lnTo>
                  <a:lnTo>
                    <a:pt x="469026" y="0"/>
                  </a:lnTo>
                  <a:lnTo>
                    <a:pt x="468181" y="0"/>
                  </a:lnTo>
                  <a:lnTo>
                    <a:pt x="467335" y="0"/>
                  </a:lnTo>
                  <a:lnTo>
                    <a:pt x="466490" y="0"/>
                  </a:lnTo>
                  <a:lnTo>
                    <a:pt x="465645" y="0"/>
                  </a:lnTo>
                  <a:lnTo>
                    <a:pt x="464800" y="0"/>
                  </a:lnTo>
                  <a:lnTo>
                    <a:pt x="463955" y="0"/>
                  </a:lnTo>
                  <a:lnTo>
                    <a:pt x="463110" y="0"/>
                  </a:lnTo>
                  <a:lnTo>
                    <a:pt x="462265" y="0"/>
                  </a:lnTo>
                  <a:lnTo>
                    <a:pt x="461420" y="0"/>
                  </a:lnTo>
                  <a:lnTo>
                    <a:pt x="460575" y="0"/>
                  </a:lnTo>
                  <a:lnTo>
                    <a:pt x="459730" y="0"/>
                  </a:lnTo>
                  <a:lnTo>
                    <a:pt x="458885" y="0"/>
                  </a:lnTo>
                  <a:lnTo>
                    <a:pt x="458039" y="0"/>
                  </a:lnTo>
                  <a:lnTo>
                    <a:pt x="457194" y="0"/>
                  </a:lnTo>
                  <a:lnTo>
                    <a:pt x="456349" y="0"/>
                  </a:lnTo>
                  <a:lnTo>
                    <a:pt x="455504" y="0"/>
                  </a:lnTo>
                  <a:lnTo>
                    <a:pt x="454659" y="0"/>
                  </a:lnTo>
                  <a:lnTo>
                    <a:pt x="453814" y="0"/>
                  </a:lnTo>
                  <a:lnTo>
                    <a:pt x="452969" y="0"/>
                  </a:lnTo>
                  <a:lnTo>
                    <a:pt x="452124" y="0"/>
                  </a:lnTo>
                  <a:lnTo>
                    <a:pt x="451279" y="0"/>
                  </a:lnTo>
                  <a:lnTo>
                    <a:pt x="450434" y="0"/>
                  </a:lnTo>
                  <a:lnTo>
                    <a:pt x="449589" y="0"/>
                  </a:lnTo>
                  <a:lnTo>
                    <a:pt x="448743" y="0"/>
                  </a:lnTo>
                  <a:lnTo>
                    <a:pt x="447898" y="0"/>
                  </a:lnTo>
                  <a:lnTo>
                    <a:pt x="447053" y="0"/>
                  </a:lnTo>
                  <a:lnTo>
                    <a:pt x="446208" y="0"/>
                  </a:lnTo>
                  <a:lnTo>
                    <a:pt x="445363" y="0"/>
                  </a:lnTo>
                  <a:lnTo>
                    <a:pt x="444518" y="0"/>
                  </a:lnTo>
                  <a:lnTo>
                    <a:pt x="443673" y="0"/>
                  </a:lnTo>
                  <a:lnTo>
                    <a:pt x="442828" y="0"/>
                  </a:lnTo>
                  <a:lnTo>
                    <a:pt x="441983" y="0"/>
                  </a:lnTo>
                  <a:lnTo>
                    <a:pt x="441138" y="0"/>
                  </a:lnTo>
                  <a:lnTo>
                    <a:pt x="440292" y="0"/>
                  </a:lnTo>
                  <a:lnTo>
                    <a:pt x="439447" y="0"/>
                  </a:lnTo>
                  <a:lnTo>
                    <a:pt x="438602" y="0"/>
                  </a:lnTo>
                  <a:lnTo>
                    <a:pt x="437757" y="0"/>
                  </a:lnTo>
                  <a:lnTo>
                    <a:pt x="436912" y="0"/>
                  </a:lnTo>
                  <a:lnTo>
                    <a:pt x="436067" y="0"/>
                  </a:lnTo>
                  <a:lnTo>
                    <a:pt x="435222" y="0"/>
                  </a:lnTo>
                  <a:lnTo>
                    <a:pt x="434377" y="0"/>
                  </a:lnTo>
                  <a:lnTo>
                    <a:pt x="433532" y="0"/>
                  </a:lnTo>
                  <a:lnTo>
                    <a:pt x="432687" y="0"/>
                  </a:lnTo>
                  <a:lnTo>
                    <a:pt x="431842" y="0"/>
                  </a:lnTo>
                  <a:lnTo>
                    <a:pt x="430996" y="0"/>
                  </a:lnTo>
                  <a:lnTo>
                    <a:pt x="430151" y="0"/>
                  </a:lnTo>
                  <a:lnTo>
                    <a:pt x="429306" y="0"/>
                  </a:lnTo>
                  <a:lnTo>
                    <a:pt x="428461" y="0"/>
                  </a:lnTo>
                  <a:lnTo>
                    <a:pt x="427616" y="0"/>
                  </a:lnTo>
                  <a:lnTo>
                    <a:pt x="426771" y="0"/>
                  </a:lnTo>
                  <a:lnTo>
                    <a:pt x="425926" y="0"/>
                  </a:lnTo>
                  <a:lnTo>
                    <a:pt x="425081" y="0"/>
                  </a:lnTo>
                  <a:lnTo>
                    <a:pt x="424236" y="0"/>
                  </a:lnTo>
                  <a:lnTo>
                    <a:pt x="423391" y="0"/>
                  </a:lnTo>
                  <a:lnTo>
                    <a:pt x="422546" y="0"/>
                  </a:lnTo>
                  <a:lnTo>
                    <a:pt x="421700" y="0"/>
                  </a:lnTo>
                  <a:lnTo>
                    <a:pt x="420855" y="0"/>
                  </a:lnTo>
                  <a:lnTo>
                    <a:pt x="420010" y="0"/>
                  </a:lnTo>
                  <a:lnTo>
                    <a:pt x="419165" y="0"/>
                  </a:lnTo>
                  <a:lnTo>
                    <a:pt x="418320" y="0"/>
                  </a:lnTo>
                  <a:lnTo>
                    <a:pt x="417475" y="0"/>
                  </a:lnTo>
                  <a:lnTo>
                    <a:pt x="416630" y="0"/>
                  </a:lnTo>
                  <a:lnTo>
                    <a:pt x="415785" y="0"/>
                  </a:lnTo>
                  <a:lnTo>
                    <a:pt x="414940" y="0"/>
                  </a:lnTo>
                  <a:lnTo>
                    <a:pt x="414095" y="0"/>
                  </a:lnTo>
                  <a:lnTo>
                    <a:pt x="413250" y="0"/>
                  </a:lnTo>
                  <a:lnTo>
                    <a:pt x="412404" y="0"/>
                  </a:lnTo>
                  <a:lnTo>
                    <a:pt x="411559" y="0"/>
                  </a:lnTo>
                  <a:lnTo>
                    <a:pt x="410714" y="0"/>
                  </a:lnTo>
                  <a:lnTo>
                    <a:pt x="409869" y="0"/>
                  </a:lnTo>
                  <a:lnTo>
                    <a:pt x="409024" y="0"/>
                  </a:lnTo>
                  <a:lnTo>
                    <a:pt x="408179" y="0"/>
                  </a:lnTo>
                  <a:lnTo>
                    <a:pt x="407334" y="0"/>
                  </a:lnTo>
                  <a:lnTo>
                    <a:pt x="406489" y="0"/>
                  </a:lnTo>
                  <a:lnTo>
                    <a:pt x="405644" y="0"/>
                  </a:lnTo>
                  <a:lnTo>
                    <a:pt x="404799" y="0"/>
                  </a:lnTo>
                  <a:lnTo>
                    <a:pt x="403954" y="0"/>
                  </a:lnTo>
                  <a:lnTo>
                    <a:pt x="403108" y="0"/>
                  </a:lnTo>
                  <a:lnTo>
                    <a:pt x="402263" y="0"/>
                  </a:lnTo>
                  <a:lnTo>
                    <a:pt x="401418" y="0"/>
                  </a:lnTo>
                  <a:lnTo>
                    <a:pt x="400573" y="0"/>
                  </a:lnTo>
                  <a:lnTo>
                    <a:pt x="399728" y="0"/>
                  </a:lnTo>
                  <a:lnTo>
                    <a:pt x="398883" y="0"/>
                  </a:lnTo>
                  <a:lnTo>
                    <a:pt x="398038" y="0"/>
                  </a:lnTo>
                  <a:lnTo>
                    <a:pt x="397193" y="0"/>
                  </a:lnTo>
                  <a:lnTo>
                    <a:pt x="396348" y="0"/>
                  </a:lnTo>
                  <a:lnTo>
                    <a:pt x="395503" y="0"/>
                  </a:lnTo>
                  <a:lnTo>
                    <a:pt x="394658" y="0"/>
                  </a:lnTo>
                  <a:lnTo>
                    <a:pt x="393812" y="0"/>
                  </a:lnTo>
                  <a:lnTo>
                    <a:pt x="392967" y="0"/>
                  </a:lnTo>
                  <a:lnTo>
                    <a:pt x="392122" y="0"/>
                  </a:lnTo>
                  <a:lnTo>
                    <a:pt x="391277" y="0"/>
                  </a:lnTo>
                  <a:lnTo>
                    <a:pt x="390432" y="0"/>
                  </a:lnTo>
                  <a:lnTo>
                    <a:pt x="389587" y="0"/>
                  </a:lnTo>
                  <a:lnTo>
                    <a:pt x="388742" y="0"/>
                  </a:lnTo>
                  <a:lnTo>
                    <a:pt x="387897" y="0"/>
                  </a:lnTo>
                  <a:lnTo>
                    <a:pt x="387052" y="0"/>
                  </a:lnTo>
                  <a:lnTo>
                    <a:pt x="386207" y="0"/>
                  </a:lnTo>
                  <a:lnTo>
                    <a:pt x="385362" y="0"/>
                  </a:lnTo>
                  <a:lnTo>
                    <a:pt x="384516" y="0"/>
                  </a:lnTo>
                  <a:lnTo>
                    <a:pt x="383671" y="0"/>
                  </a:lnTo>
                  <a:lnTo>
                    <a:pt x="382826" y="0"/>
                  </a:lnTo>
                  <a:lnTo>
                    <a:pt x="381981" y="0"/>
                  </a:lnTo>
                  <a:lnTo>
                    <a:pt x="381136" y="0"/>
                  </a:lnTo>
                  <a:lnTo>
                    <a:pt x="380291" y="0"/>
                  </a:lnTo>
                  <a:lnTo>
                    <a:pt x="379446" y="0"/>
                  </a:lnTo>
                  <a:lnTo>
                    <a:pt x="378601" y="0"/>
                  </a:lnTo>
                  <a:lnTo>
                    <a:pt x="377756" y="0"/>
                  </a:lnTo>
                  <a:lnTo>
                    <a:pt x="376911" y="0"/>
                  </a:lnTo>
                  <a:lnTo>
                    <a:pt x="376065" y="0"/>
                  </a:lnTo>
                  <a:lnTo>
                    <a:pt x="375220" y="0"/>
                  </a:lnTo>
                  <a:lnTo>
                    <a:pt x="374375" y="0"/>
                  </a:lnTo>
                  <a:lnTo>
                    <a:pt x="373530" y="0"/>
                  </a:lnTo>
                  <a:lnTo>
                    <a:pt x="372685" y="0"/>
                  </a:lnTo>
                  <a:lnTo>
                    <a:pt x="371840" y="0"/>
                  </a:lnTo>
                  <a:lnTo>
                    <a:pt x="370995" y="0"/>
                  </a:lnTo>
                  <a:lnTo>
                    <a:pt x="370150" y="0"/>
                  </a:lnTo>
                  <a:lnTo>
                    <a:pt x="369305" y="0"/>
                  </a:lnTo>
                  <a:lnTo>
                    <a:pt x="368460" y="0"/>
                  </a:lnTo>
                  <a:lnTo>
                    <a:pt x="367615" y="0"/>
                  </a:lnTo>
                  <a:lnTo>
                    <a:pt x="366769" y="0"/>
                  </a:lnTo>
                  <a:lnTo>
                    <a:pt x="365924" y="0"/>
                  </a:lnTo>
                  <a:lnTo>
                    <a:pt x="365079" y="0"/>
                  </a:lnTo>
                  <a:lnTo>
                    <a:pt x="364234" y="0"/>
                  </a:lnTo>
                  <a:lnTo>
                    <a:pt x="363389" y="0"/>
                  </a:lnTo>
                  <a:lnTo>
                    <a:pt x="362544" y="0"/>
                  </a:lnTo>
                  <a:lnTo>
                    <a:pt x="361699" y="0"/>
                  </a:lnTo>
                  <a:lnTo>
                    <a:pt x="360854" y="0"/>
                  </a:lnTo>
                  <a:lnTo>
                    <a:pt x="360009" y="0"/>
                  </a:lnTo>
                  <a:lnTo>
                    <a:pt x="359164" y="0"/>
                  </a:lnTo>
                  <a:lnTo>
                    <a:pt x="358319" y="0"/>
                  </a:lnTo>
                  <a:lnTo>
                    <a:pt x="357473" y="0"/>
                  </a:lnTo>
                  <a:lnTo>
                    <a:pt x="356628" y="0"/>
                  </a:lnTo>
                  <a:lnTo>
                    <a:pt x="355783" y="0"/>
                  </a:lnTo>
                  <a:lnTo>
                    <a:pt x="354938" y="0"/>
                  </a:lnTo>
                  <a:lnTo>
                    <a:pt x="354093" y="0"/>
                  </a:lnTo>
                  <a:lnTo>
                    <a:pt x="353248" y="0"/>
                  </a:lnTo>
                  <a:lnTo>
                    <a:pt x="352403" y="0"/>
                  </a:lnTo>
                  <a:lnTo>
                    <a:pt x="351558" y="0"/>
                  </a:lnTo>
                  <a:lnTo>
                    <a:pt x="350713" y="0"/>
                  </a:lnTo>
                  <a:lnTo>
                    <a:pt x="349868" y="0"/>
                  </a:lnTo>
                  <a:lnTo>
                    <a:pt x="349023" y="0"/>
                  </a:lnTo>
                  <a:lnTo>
                    <a:pt x="348177" y="0"/>
                  </a:lnTo>
                  <a:lnTo>
                    <a:pt x="347332" y="0"/>
                  </a:lnTo>
                  <a:lnTo>
                    <a:pt x="346487" y="0"/>
                  </a:lnTo>
                  <a:lnTo>
                    <a:pt x="345642" y="0"/>
                  </a:lnTo>
                  <a:lnTo>
                    <a:pt x="344797" y="0"/>
                  </a:lnTo>
                  <a:lnTo>
                    <a:pt x="343952" y="0"/>
                  </a:lnTo>
                  <a:lnTo>
                    <a:pt x="343107" y="0"/>
                  </a:lnTo>
                  <a:lnTo>
                    <a:pt x="342262" y="0"/>
                  </a:lnTo>
                  <a:lnTo>
                    <a:pt x="341417" y="0"/>
                  </a:lnTo>
                  <a:lnTo>
                    <a:pt x="340572" y="0"/>
                  </a:lnTo>
                  <a:lnTo>
                    <a:pt x="339727" y="0"/>
                  </a:lnTo>
                  <a:lnTo>
                    <a:pt x="338881" y="0"/>
                  </a:lnTo>
                  <a:lnTo>
                    <a:pt x="338036" y="0"/>
                  </a:lnTo>
                  <a:lnTo>
                    <a:pt x="337191" y="0"/>
                  </a:lnTo>
                  <a:lnTo>
                    <a:pt x="336346" y="0"/>
                  </a:lnTo>
                  <a:lnTo>
                    <a:pt x="335501" y="0"/>
                  </a:lnTo>
                  <a:lnTo>
                    <a:pt x="334656" y="0"/>
                  </a:lnTo>
                  <a:lnTo>
                    <a:pt x="333811" y="0"/>
                  </a:lnTo>
                  <a:lnTo>
                    <a:pt x="332966" y="0"/>
                  </a:lnTo>
                  <a:lnTo>
                    <a:pt x="332121" y="0"/>
                  </a:lnTo>
                  <a:lnTo>
                    <a:pt x="331276" y="0"/>
                  </a:lnTo>
                  <a:lnTo>
                    <a:pt x="330431" y="0"/>
                  </a:lnTo>
                  <a:lnTo>
                    <a:pt x="329585" y="0"/>
                  </a:lnTo>
                  <a:lnTo>
                    <a:pt x="328740" y="0"/>
                  </a:lnTo>
                  <a:lnTo>
                    <a:pt x="327895" y="0"/>
                  </a:lnTo>
                  <a:lnTo>
                    <a:pt x="327050" y="0"/>
                  </a:lnTo>
                  <a:lnTo>
                    <a:pt x="326205" y="0"/>
                  </a:lnTo>
                  <a:lnTo>
                    <a:pt x="325360" y="0"/>
                  </a:lnTo>
                  <a:lnTo>
                    <a:pt x="324515" y="0"/>
                  </a:lnTo>
                  <a:lnTo>
                    <a:pt x="323670" y="0"/>
                  </a:lnTo>
                  <a:lnTo>
                    <a:pt x="322825" y="0"/>
                  </a:lnTo>
                  <a:lnTo>
                    <a:pt x="321980" y="0"/>
                  </a:lnTo>
                  <a:lnTo>
                    <a:pt x="321135" y="0"/>
                  </a:lnTo>
                  <a:lnTo>
                    <a:pt x="320289" y="0"/>
                  </a:lnTo>
                  <a:lnTo>
                    <a:pt x="319444" y="0"/>
                  </a:lnTo>
                  <a:lnTo>
                    <a:pt x="318599" y="0"/>
                  </a:lnTo>
                  <a:lnTo>
                    <a:pt x="317754" y="0"/>
                  </a:lnTo>
                  <a:lnTo>
                    <a:pt x="316909" y="0"/>
                  </a:lnTo>
                  <a:lnTo>
                    <a:pt x="316064" y="0"/>
                  </a:lnTo>
                  <a:lnTo>
                    <a:pt x="315219" y="0"/>
                  </a:lnTo>
                  <a:lnTo>
                    <a:pt x="314374" y="0"/>
                  </a:lnTo>
                  <a:lnTo>
                    <a:pt x="313529" y="0"/>
                  </a:lnTo>
                  <a:lnTo>
                    <a:pt x="312684" y="0"/>
                  </a:lnTo>
                  <a:lnTo>
                    <a:pt x="311838" y="0"/>
                  </a:lnTo>
                  <a:lnTo>
                    <a:pt x="310993" y="0"/>
                  </a:lnTo>
                  <a:lnTo>
                    <a:pt x="310148" y="0"/>
                  </a:lnTo>
                  <a:lnTo>
                    <a:pt x="309303" y="0"/>
                  </a:lnTo>
                  <a:lnTo>
                    <a:pt x="308458" y="0"/>
                  </a:lnTo>
                  <a:lnTo>
                    <a:pt x="307613" y="0"/>
                  </a:lnTo>
                  <a:lnTo>
                    <a:pt x="306768" y="0"/>
                  </a:lnTo>
                  <a:lnTo>
                    <a:pt x="305923" y="0"/>
                  </a:lnTo>
                  <a:lnTo>
                    <a:pt x="305078" y="0"/>
                  </a:lnTo>
                  <a:lnTo>
                    <a:pt x="304233" y="0"/>
                  </a:lnTo>
                  <a:lnTo>
                    <a:pt x="303388" y="0"/>
                  </a:lnTo>
                  <a:lnTo>
                    <a:pt x="302542" y="0"/>
                  </a:lnTo>
                  <a:lnTo>
                    <a:pt x="301697" y="0"/>
                  </a:lnTo>
                  <a:lnTo>
                    <a:pt x="300852" y="0"/>
                  </a:lnTo>
                  <a:lnTo>
                    <a:pt x="300007" y="0"/>
                  </a:lnTo>
                  <a:lnTo>
                    <a:pt x="299162" y="0"/>
                  </a:lnTo>
                  <a:lnTo>
                    <a:pt x="298317" y="0"/>
                  </a:lnTo>
                  <a:lnTo>
                    <a:pt x="297472" y="0"/>
                  </a:lnTo>
                  <a:lnTo>
                    <a:pt x="296627" y="0"/>
                  </a:lnTo>
                  <a:lnTo>
                    <a:pt x="295782" y="0"/>
                  </a:lnTo>
                  <a:lnTo>
                    <a:pt x="294937" y="0"/>
                  </a:lnTo>
                  <a:lnTo>
                    <a:pt x="294092" y="0"/>
                  </a:lnTo>
                  <a:lnTo>
                    <a:pt x="293246" y="0"/>
                  </a:lnTo>
                  <a:lnTo>
                    <a:pt x="292401" y="0"/>
                  </a:lnTo>
                  <a:lnTo>
                    <a:pt x="291556" y="0"/>
                  </a:lnTo>
                  <a:lnTo>
                    <a:pt x="290711" y="0"/>
                  </a:lnTo>
                  <a:lnTo>
                    <a:pt x="289866" y="0"/>
                  </a:lnTo>
                  <a:lnTo>
                    <a:pt x="289021" y="0"/>
                  </a:lnTo>
                  <a:lnTo>
                    <a:pt x="288176" y="0"/>
                  </a:lnTo>
                  <a:lnTo>
                    <a:pt x="287331" y="0"/>
                  </a:lnTo>
                  <a:lnTo>
                    <a:pt x="286486" y="0"/>
                  </a:lnTo>
                  <a:lnTo>
                    <a:pt x="285641" y="0"/>
                  </a:lnTo>
                  <a:lnTo>
                    <a:pt x="284796" y="0"/>
                  </a:lnTo>
                  <a:lnTo>
                    <a:pt x="283950" y="0"/>
                  </a:lnTo>
                  <a:lnTo>
                    <a:pt x="283105" y="0"/>
                  </a:lnTo>
                  <a:lnTo>
                    <a:pt x="282260" y="0"/>
                  </a:lnTo>
                  <a:lnTo>
                    <a:pt x="281415" y="0"/>
                  </a:lnTo>
                  <a:lnTo>
                    <a:pt x="280570" y="0"/>
                  </a:lnTo>
                  <a:lnTo>
                    <a:pt x="279725" y="0"/>
                  </a:lnTo>
                  <a:lnTo>
                    <a:pt x="278880" y="0"/>
                  </a:lnTo>
                  <a:lnTo>
                    <a:pt x="278035" y="0"/>
                  </a:lnTo>
                  <a:lnTo>
                    <a:pt x="277190" y="0"/>
                  </a:lnTo>
                  <a:lnTo>
                    <a:pt x="276345" y="0"/>
                  </a:lnTo>
                  <a:lnTo>
                    <a:pt x="275500" y="0"/>
                  </a:lnTo>
                  <a:lnTo>
                    <a:pt x="274654" y="0"/>
                  </a:lnTo>
                  <a:lnTo>
                    <a:pt x="273809" y="0"/>
                  </a:lnTo>
                  <a:lnTo>
                    <a:pt x="272964" y="0"/>
                  </a:lnTo>
                  <a:lnTo>
                    <a:pt x="272119" y="0"/>
                  </a:lnTo>
                  <a:lnTo>
                    <a:pt x="271274" y="0"/>
                  </a:lnTo>
                  <a:lnTo>
                    <a:pt x="270429" y="0"/>
                  </a:lnTo>
                  <a:lnTo>
                    <a:pt x="269584" y="0"/>
                  </a:lnTo>
                  <a:lnTo>
                    <a:pt x="268739" y="0"/>
                  </a:lnTo>
                  <a:lnTo>
                    <a:pt x="267894" y="0"/>
                  </a:lnTo>
                  <a:lnTo>
                    <a:pt x="267049" y="0"/>
                  </a:lnTo>
                  <a:lnTo>
                    <a:pt x="266204" y="0"/>
                  </a:lnTo>
                  <a:lnTo>
                    <a:pt x="265358" y="0"/>
                  </a:lnTo>
                  <a:lnTo>
                    <a:pt x="264513" y="0"/>
                  </a:lnTo>
                  <a:lnTo>
                    <a:pt x="263668" y="0"/>
                  </a:lnTo>
                  <a:lnTo>
                    <a:pt x="262823" y="0"/>
                  </a:lnTo>
                  <a:lnTo>
                    <a:pt x="261978" y="0"/>
                  </a:lnTo>
                  <a:lnTo>
                    <a:pt x="261133" y="0"/>
                  </a:lnTo>
                  <a:lnTo>
                    <a:pt x="260288" y="0"/>
                  </a:lnTo>
                  <a:lnTo>
                    <a:pt x="259443" y="0"/>
                  </a:lnTo>
                  <a:lnTo>
                    <a:pt x="258598" y="0"/>
                  </a:lnTo>
                  <a:lnTo>
                    <a:pt x="257753" y="0"/>
                  </a:lnTo>
                  <a:lnTo>
                    <a:pt x="256908" y="0"/>
                  </a:lnTo>
                  <a:lnTo>
                    <a:pt x="256062" y="0"/>
                  </a:lnTo>
                  <a:lnTo>
                    <a:pt x="255217" y="0"/>
                  </a:lnTo>
                  <a:lnTo>
                    <a:pt x="254372" y="0"/>
                  </a:lnTo>
                  <a:lnTo>
                    <a:pt x="253527" y="0"/>
                  </a:lnTo>
                  <a:lnTo>
                    <a:pt x="252682" y="0"/>
                  </a:lnTo>
                  <a:lnTo>
                    <a:pt x="251837" y="0"/>
                  </a:lnTo>
                  <a:lnTo>
                    <a:pt x="250992" y="0"/>
                  </a:lnTo>
                  <a:lnTo>
                    <a:pt x="250147" y="0"/>
                  </a:lnTo>
                  <a:lnTo>
                    <a:pt x="249302" y="0"/>
                  </a:lnTo>
                  <a:lnTo>
                    <a:pt x="248457" y="0"/>
                  </a:lnTo>
                  <a:lnTo>
                    <a:pt x="247611" y="0"/>
                  </a:lnTo>
                  <a:lnTo>
                    <a:pt x="246766" y="0"/>
                  </a:lnTo>
                  <a:lnTo>
                    <a:pt x="245921" y="0"/>
                  </a:lnTo>
                  <a:lnTo>
                    <a:pt x="245076" y="0"/>
                  </a:lnTo>
                  <a:lnTo>
                    <a:pt x="244231" y="0"/>
                  </a:lnTo>
                  <a:lnTo>
                    <a:pt x="243386" y="0"/>
                  </a:lnTo>
                  <a:lnTo>
                    <a:pt x="242541" y="0"/>
                  </a:lnTo>
                  <a:lnTo>
                    <a:pt x="241696" y="0"/>
                  </a:lnTo>
                  <a:lnTo>
                    <a:pt x="240851" y="0"/>
                  </a:lnTo>
                  <a:lnTo>
                    <a:pt x="240006" y="0"/>
                  </a:lnTo>
                  <a:lnTo>
                    <a:pt x="239161" y="0"/>
                  </a:lnTo>
                  <a:lnTo>
                    <a:pt x="238315" y="0"/>
                  </a:lnTo>
                  <a:lnTo>
                    <a:pt x="237470" y="0"/>
                  </a:lnTo>
                  <a:lnTo>
                    <a:pt x="236625" y="0"/>
                  </a:lnTo>
                  <a:lnTo>
                    <a:pt x="235780" y="0"/>
                  </a:lnTo>
                  <a:lnTo>
                    <a:pt x="234935" y="0"/>
                  </a:lnTo>
                  <a:lnTo>
                    <a:pt x="234090" y="0"/>
                  </a:lnTo>
                  <a:lnTo>
                    <a:pt x="233245" y="0"/>
                  </a:lnTo>
                  <a:lnTo>
                    <a:pt x="232400" y="0"/>
                  </a:lnTo>
                  <a:lnTo>
                    <a:pt x="231555" y="0"/>
                  </a:lnTo>
                  <a:lnTo>
                    <a:pt x="230710" y="0"/>
                  </a:lnTo>
                  <a:lnTo>
                    <a:pt x="229865" y="0"/>
                  </a:lnTo>
                  <a:lnTo>
                    <a:pt x="229019" y="0"/>
                  </a:lnTo>
                  <a:lnTo>
                    <a:pt x="228174" y="0"/>
                  </a:lnTo>
                  <a:lnTo>
                    <a:pt x="227329" y="0"/>
                  </a:lnTo>
                  <a:lnTo>
                    <a:pt x="226484" y="0"/>
                  </a:lnTo>
                  <a:lnTo>
                    <a:pt x="225639" y="0"/>
                  </a:lnTo>
                  <a:lnTo>
                    <a:pt x="224794" y="0"/>
                  </a:lnTo>
                  <a:lnTo>
                    <a:pt x="223949" y="0"/>
                  </a:lnTo>
                  <a:lnTo>
                    <a:pt x="223104" y="0"/>
                  </a:lnTo>
                  <a:lnTo>
                    <a:pt x="222259" y="0"/>
                  </a:lnTo>
                  <a:lnTo>
                    <a:pt x="221414" y="0"/>
                  </a:lnTo>
                  <a:lnTo>
                    <a:pt x="220569" y="0"/>
                  </a:lnTo>
                  <a:lnTo>
                    <a:pt x="219723" y="0"/>
                  </a:lnTo>
                  <a:lnTo>
                    <a:pt x="218878" y="0"/>
                  </a:lnTo>
                  <a:lnTo>
                    <a:pt x="218033" y="0"/>
                  </a:lnTo>
                  <a:lnTo>
                    <a:pt x="217188" y="0"/>
                  </a:lnTo>
                  <a:lnTo>
                    <a:pt x="216343" y="0"/>
                  </a:lnTo>
                  <a:lnTo>
                    <a:pt x="215498" y="0"/>
                  </a:lnTo>
                  <a:lnTo>
                    <a:pt x="214653" y="0"/>
                  </a:lnTo>
                  <a:lnTo>
                    <a:pt x="213808" y="0"/>
                  </a:lnTo>
                  <a:lnTo>
                    <a:pt x="212963" y="0"/>
                  </a:lnTo>
                  <a:lnTo>
                    <a:pt x="212118" y="0"/>
                  </a:lnTo>
                  <a:lnTo>
                    <a:pt x="211273" y="0"/>
                  </a:lnTo>
                  <a:lnTo>
                    <a:pt x="210427" y="0"/>
                  </a:lnTo>
                  <a:lnTo>
                    <a:pt x="209582" y="0"/>
                  </a:lnTo>
                  <a:lnTo>
                    <a:pt x="208737" y="0"/>
                  </a:lnTo>
                  <a:lnTo>
                    <a:pt x="207892" y="0"/>
                  </a:lnTo>
                  <a:lnTo>
                    <a:pt x="207047" y="0"/>
                  </a:lnTo>
                  <a:lnTo>
                    <a:pt x="206202" y="0"/>
                  </a:lnTo>
                  <a:lnTo>
                    <a:pt x="205357" y="0"/>
                  </a:lnTo>
                  <a:lnTo>
                    <a:pt x="204512" y="0"/>
                  </a:lnTo>
                  <a:lnTo>
                    <a:pt x="203667" y="0"/>
                  </a:lnTo>
                  <a:lnTo>
                    <a:pt x="202822" y="0"/>
                  </a:lnTo>
                  <a:lnTo>
                    <a:pt x="201977" y="0"/>
                  </a:lnTo>
                  <a:lnTo>
                    <a:pt x="201131" y="0"/>
                  </a:lnTo>
                  <a:lnTo>
                    <a:pt x="200286" y="0"/>
                  </a:lnTo>
                  <a:lnTo>
                    <a:pt x="199441" y="0"/>
                  </a:lnTo>
                  <a:lnTo>
                    <a:pt x="198596" y="0"/>
                  </a:lnTo>
                  <a:lnTo>
                    <a:pt x="197751" y="0"/>
                  </a:lnTo>
                  <a:lnTo>
                    <a:pt x="196906" y="0"/>
                  </a:lnTo>
                  <a:lnTo>
                    <a:pt x="196061" y="0"/>
                  </a:lnTo>
                  <a:lnTo>
                    <a:pt x="195216" y="0"/>
                  </a:lnTo>
                  <a:lnTo>
                    <a:pt x="194371" y="0"/>
                  </a:lnTo>
                  <a:lnTo>
                    <a:pt x="193526" y="0"/>
                  </a:lnTo>
                  <a:lnTo>
                    <a:pt x="192681" y="0"/>
                  </a:lnTo>
                  <a:lnTo>
                    <a:pt x="191835" y="0"/>
                  </a:lnTo>
                  <a:lnTo>
                    <a:pt x="190990" y="0"/>
                  </a:lnTo>
                  <a:lnTo>
                    <a:pt x="190145" y="0"/>
                  </a:lnTo>
                  <a:lnTo>
                    <a:pt x="189300" y="0"/>
                  </a:lnTo>
                  <a:lnTo>
                    <a:pt x="188455" y="0"/>
                  </a:lnTo>
                  <a:lnTo>
                    <a:pt x="187610" y="0"/>
                  </a:lnTo>
                  <a:lnTo>
                    <a:pt x="186765" y="0"/>
                  </a:lnTo>
                  <a:lnTo>
                    <a:pt x="185920" y="0"/>
                  </a:lnTo>
                  <a:lnTo>
                    <a:pt x="185075" y="0"/>
                  </a:lnTo>
                  <a:lnTo>
                    <a:pt x="184230" y="0"/>
                  </a:lnTo>
                  <a:lnTo>
                    <a:pt x="183384" y="0"/>
                  </a:lnTo>
                  <a:lnTo>
                    <a:pt x="182539" y="0"/>
                  </a:lnTo>
                  <a:lnTo>
                    <a:pt x="181694" y="0"/>
                  </a:lnTo>
                  <a:lnTo>
                    <a:pt x="180849" y="0"/>
                  </a:lnTo>
                  <a:lnTo>
                    <a:pt x="180004" y="0"/>
                  </a:lnTo>
                  <a:lnTo>
                    <a:pt x="179159" y="0"/>
                  </a:lnTo>
                  <a:lnTo>
                    <a:pt x="178314" y="0"/>
                  </a:lnTo>
                  <a:lnTo>
                    <a:pt x="177469" y="0"/>
                  </a:lnTo>
                  <a:lnTo>
                    <a:pt x="176624" y="0"/>
                  </a:lnTo>
                  <a:lnTo>
                    <a:pt x="175779" y="0"/>
                  </a:lnTo>
                  <a:lnTo>
                    <a:pt x="174934" y="0"/>
                  </a:lnTo>
                  <a:lnTo>
                    <a:pt x="174088" y="0"/>
                  </a:lnTo>
                  <a:lnTo>
                    <a:pt x="173243" y="0"/>
                  </a:lnTo>
                  <a:lnTo>
                    <a:pt x="172398" y="0"/>
                  </a:lnTo>
                  <a:lnTo>
                    <a:pt x="171553" y="0"/>
                  </a:lnTo>
                  <a:lnTo>
                    <a:pt x="170708" y="0"/>
                  </a:lnTo>
                  <a:lnTo>
                    <a:pt x="169863" y="0"/>
                  </a:lnTo>
                  <a:lnTo>
                    <a:pt x="169018" y="0"/>
                  </a:lnTo>
                  <a:lnTo>
                    <a:pt x="168173" y="0"/>
                  </a:lnTo>
                  <a:lnTo>
                    <a:pt x="167328" y="0"/>
                  </a:lnTo>
                  <a:lnTo>
                    <a:pt x="166483" y="0"/>
                  </a:lnTo>
                  <a:lnTo>
                    <a:pt x="165638" y="0"/>
                  </a:lnTo>
                  <a:lnTo>
                    <a:pt x="164792" y="0"/>
                  </a:lnTo>
                  <a:lnTo>
                    <a:pt x="163947" y="0"/>
                  </a:lnTo>
                  <a:lnTo>
                    <a:pt x="163102" y="0"/>
                  </a:lnTo>
                  <a:lnTo>
                    <a:pt x="162257" y="0"/>
                  </a:lnTo>
                  <a:lnTo>
                    <a:pt x="161412" y="0"/>
                  </a:lnTo>
                  <a:lnTo>
                    <a:pt x="160567" y="0"/>
                  </a:lnTo>
                  <a:lnTo>
                    <a:pt x="159722" y="0"/>
                  </a:lnTo>
                  <a:lnTo>
                    <a:pt x="158877" y="0"/>
                  </a:lnTo>
                  <a:lnTo>
                    <a:pt x="158032" y="0"/>
                  </a:lnTo>
                  <a:lnTo>
                    <a:pt x="157187" y="0"/>
                  </a:lnTo>
                  <a:lnTo>
                    <a:pt x="156342" y="0"/>
                  </a:lnTo>
                  <a:lnTo>
                    <a:pt x="155496" y="0"/>
                  </a:lnTo>
                  <a:lnTo>
                    <a:pt x="154651" y="0"/>
                  </a:lnTo>
                  <a:lnTo>
                    <a:pt x="153806" y="0"/>
                  </a:lnTo>
                  <a:lnTo>
                    <a:pt x="152961" y="0"/>
                  </a:lnTo>
                  <a:lnTo>
                    <a:pt x="152116" y="0"/>
                  </a:lnTo>
                  <a:lnTo>
                    <a:pt x="151271" y="0"/>
                  </a:lnTo>
                  <a:lnTo>
                    <a:pt x="150426" y="0"/>
                  </a:lnTo>
                  <a:lnTo>
                    <a:pt x="149581" y="0"/>
                  </a:lnTo>
                  <a:lnTo>
                    <a:pt x="148736" y="0"/>
                  </a:lnTo>
                  <a:lnTo>
                    <a:pt x="147891" y="0"/>
                  </a:lnTo>
                  <a:lnTo>
                    <a:pt x="147046" y="0"/>
                  </a:lnTo>
                  <a:lnTo>
                    <a:pt x="146200" y="0"/>
                  </a:lnTo>
                  <a:lnTo>
                    <a:pt x="145355" y="0"/>
                  </a:lnTo>
                  <a:lnTo>
                    <a:pt x="144510" y="0"/>
                  </a:lnTo>
                  <a:lnTo>
                    <a:pt x="143665" y="0"/>
                  </a:lnTo>
                  <a:lnTo>
                    <a:pt x="142820" y="0"/>
                  </a:lnTo>
                  <a:lnTo>
                    <a:pt x="141975" y="0"/>
                  </a:lnTo>
                  <a:lnTo>
                    <a:pt x="141130" y="0"/>
                  </a:lnTo>
                  <a:lnTo>
                    <a:pt x="140285" y="0"/>
                  </a:lnTo>
                  <a:lnTo>
                    <a:pt x="139440" y="0"/>
                  </a:lnTo>
                  <a:lnTo>
                    <a:pt x="138595" y="0"/>
                  </a:lnTo>
                  <a:lnTo>
                    <a:pt x="137750" y="0"/>
                  </a:lnTo>
                  <a:lnTo>
                    <a:pt x="136904" y="0"/>
                  </a:lnTo>
                  <a:lnTo>
                    <a:pt x="136059" y="0"/>
                  </a:lnTo>
                  <a:lnTo>
                    <a:pt x="135214" y="0"/>
                  </a:lnTo>
                  <a:lnTo>
                    <a:pt x="134369" y="0"/>
                  </a:lnTo>
                  <a:lnTo>
                    <a:pt x="133524" y="0"/>
                  </a:lnTo>
                  <a:lnTo>
                    <a:pt x="132679" y="0"/>
                  </a:lnTo>
                  <a:lnTo>
                    <a:pt x="131834" y="0"/>
                  </a:lnTo>
                  <a:lnTo>
                    <a:pt x="130989" y="0"/>
                  </a:lnTo>
                  <a:lnTo>
                    <a:pt x="130144" y="0"/>
                  </a:lnTo>
                  <a:lnTo>
                    <a:pt x="129299" y="0"/>
                  </a:lnTo>
                  <a:lnTo>
                    <a:pt x="128454" y="0"/>
                  </a:lnTo>
                  <a:lnTo>
                    <a:pt x="127608" y="0"/>
                  </a:lnTo>
                  <a:lnTo>
                    <a:pt x="126763" y="0"/>
                  </a:lnTo>
                  <a:lnTo>
                    <a:pt x="125918" y="0"/>
                  </a:lnTo>
                  <a:lnTo>
                    <a:pt x="125073" y="0"/>
                  </a:lnTo>
                  <a:lnTo>
                    <a:pt x="124228" y="0"/>
                  </a:lnTo>
                  <a:lnTo>
                    <a:pt x="123383" y="0"/>
                  </a:lnTo>
                  <a:lnTo>
                    <a:pt x="122538" y="0"/>
                  </a:lnTo>
                  <a:lnTo>
                    <a:pt x="121693" y="0"/>
                  </a:lnTo>
                  <a:lnTo>
                    <a:pt x="120848" y="0"/>
                  </a:lnTo>
                  <a:lnTo>
                    <a:pt x="120003" y="0"/>
                  </a:lnTo>
                  <a:lnTo>
                    <a:pt x="119157" y="0"/>
                  </a:lnTo>
                  <a:lnTo>
                    <a:pt x="118312" y="0"/>
                  </a:lnTo>
                  <a:lnTo>
                    <a:pt x="117467" y="0"/>
                  </a:lnTo>
                  <a:lnTo>
                    <a:pt x="116622" y="0"/>
                  </a:lnTo>
                  <a:lnTo>
                    <a:pt x="115777" y="0"/>
                  </a:lnTo>
                  <a:lnTo>
                    <a:pt x="114932" y="0"/>
                  </a:lnTo>
                  <a:lnTo>
                    <a:pt x="114087" y="0"/>
                  </a:lnTo>
                  <a:lnTo>
                    <a:pt x="113242" y="0"/>
                  </a:lnTo>
                  <a:lnTo>
                    <a:pt x="112397" y="0"/>
                  </a:lnTo>
                  <a:lnTo>
                    <a:pt x="111552" y="0"/>
                  </a:lnTo>
                  <a:lnTo>
                    <a:pt x="110707" y="0"/>
                  </a:lnTo>
                  <a:lnTo>
                    <a:pt x="109861" y="0"/>
                  </a:lnTo>
                  <a:lnTo>
                    <a:pt x="109016" y="0"/>
                  </a:lnTo>
                  <a:lnTo>
                    <a:pt x="108171" y="0"/>
                  </a:lnTo>
                  <a:lnTo>
                    <a:pt x="107326" y="0"/>
                  </a:lnTo>
                  <a:lnTo>
                    <a:pt x="106481" y="0"/>
                  </a:lnTo>
                  <a:lnTo>
                    <a:pt x="105636" y="0"/>
                  </a:lnTo>
                  <a:lnTo>
                    <a:pt x="104791" y="0"/>
                  </a:lnTo>
                  <a:lnTo>
                    <a:pt x="103946" y="0"/>
                  </a:lnTo>
                  <a:lnTo>
                    <a:pt x="103101" y="0"/>
                  </a:lnTo>
                  <a:lnTo>
                    <a:pt x="102256" y="0"/>
                  </a:lnTo>
                  <a:lnTo>
                    <a:pt x="101411" y="0"/>
                  </a:lnTo>
                  <a:lnTo>
                    <a:pt x="100565" y="0"/>
                  </a:lnTo>
                  <a:lnTo>
                    <a:pt x="99720" y="0"/>
                  </a:lnTo>
                  <a:lnTo>
                    <a:pt x="98875" y="0"/>
                  </a:lnTo>
                  <a:lnTo>
                    <a:pt x="98030" y="0"/>
                  </a:lnTo>
                  <a:lnTo>
                    <a:pt x="97185" y="0"/>
                  </a:lnTo>
                  <a:lnTo>
                    <a:pt x="96340" y="0"/>
                  </a:lnTo>
                  <a:lnTo>
                    <a:pt x="95495" y="0"/>
                  </a:lnTo>
                  <a:lnTo>
                    <a:pt x="94650" y="0"/>
                  </a:lnTo>
                  <a:lnTo>
                    <a:pt x="93805" y="0"/>
                  </a:lnTo>
                  <a:lnTo>
                    <a:pt x="92960" y="0"/>
                  </a:lnTo>
                  <a:lnTo>
                    <a:pt x="92115" y="0"/>
                  </a:lnTo>
                  <a:lnTo>
                    <a:pt x="91269" y="0"/>
                  </a:lnTo>
                  <a:lnTo>
                    <a:pt x="90424" y="0"/>
                  </a:lnTo>
                  <a:lnTo>
                    <a:pt x="89579" y="0"/>
                  </a:lnTo>
                  <a:lnTo>
                    <a:pt x="88734" y="0"/>
                  </a:lnTo>
                  <a:lnTo>
                    <a:pt x="87889" y="0"/>
                  </a:lnTo>
                  <a:lnTo>
                    <a:pt x="87044" y="0"/>
                  </a:lnTo>
                  <a:lnTo>
                    <a:pt x="86199" y="0"/>
                  </a:lnTo>
                  <a:lnTo>
                    <a:pt x="85354" y="0"/>
                  </a:lnTo>
                  <a:lnTo>
                    <a:pt x="84509" y="0"/>
                  </a:lnTo>
                  <a:lnTo>
                    <a:pt x="83664" y="0"/>
                  </a:lnTo>
                  <a:lnTo>
                    <a:pt x="82819" y="0"/>
                  </a:lnTo>
                  <a:lnTo>
                    <a:pt x="81973" y="0"/>
                  </a:lnTo>
                  <a:lnTo>
                    <a:pt x="81128" y="0"/>
                  </a:lnTo>
                  <a:lnTo>
                    <a:pt x="80283" y="0"/>
                  </a:lnTo>
                  <a:lnTo>
                    <a:pt x="79438" y="0"/>
                  </a:lnTo>
                  <a:lnTo>
                    <a:pt x="78593" y="0"/>
                  </a:lnTo>
                  <a:lnTo>
                    <a:pt x="77748" y="0"/>
                  </a:lnTo>
                  <a:lnTo>
                    <a:pt x="76903" y="0"/>
                  </a:lnTo>
                  <a:lnTo>
                    <a:pt x="76058" y="0"/>
                  </a:lnTo>
                  <a:lnTo>
                    <a:pt x="75213" y="0"/>
                  </a:lnTo>
                  <a:lnTo>
                    <a:pt x="74368" y="0"/>
                  </a:lnTo>
                  <a:lnTo>
                    <a:pt x="73523" y="0"/>
                  </a:lnTo>
                  <a:lnTo>
                    <a:pt x="72677" y="0"/>
                  </a:lnTo>
                  <a:lnTo>
                    <a:pt x="71832" y="0"/>
                  </a:lnTo>
                  <a:lnTo>
                    <a:pt x="70987" y="0"/>
                  </a:lnTo>
                  <a:lnTo>
                    <a:pt x="70142" y="0"/>
                  </a:lnTo>
                  <a:lnTo>
                    <a:pt x="69297" y="0"/>
                  </a:lnTo>
                  <a:lnTo>
                    <a:pt x="68452" y="0"/>
                  </a:lnTo>
                  <a:lnTo>
                    <a:pt x="67607" y="0"/>
                  </a:lnTo>
                  <a:lnTo>
                    <a:pt x="66762" y="0"/>
                  </a:lnTo>
                  <a:lnTo>
                    <a:pt x="65917" y="0"/>
                  </a:lnTo>
                  <a:lnTo>
                    <a:pt x="65072" y="0"/>
                  </a:lnTo>
                  <a:lnTo>
                    <a:pt x="64227" y="0"/>
                  </a:lnTo>
                  <a:lnTo>
                    <a:pt x="63381" y="0"/>
                  </a:lnTo>
                  <a:lnTo>
                    <a:pt x="62536" y="0"/>
                  </a:lnTo>
                  <a:lnTo>
                    <a:pt x="61691" y="0"/>
                  </a:lnTo>
                  <a:lnTo>
                    <a:pt x="60846" y="0"/>
                  </a:lnTo>
                  <a:lnTo>
                    <a:pt x="60001" y="0"/>
                  </a:lnTo>
                  <a:lnTo>
                    <a:pt x="59156" y="0"/>
                  </a:lnTo>
                  <a:lnTo>
                    <a:pt x="58311" y="0"/>
                  </a:lnTo>
                  <a:lnTo>
                    <a:pt x="57466" y="0"/>
                  </a:lnTo>
                  <a:lnTo>
                    <a:pt x="56621" y="0"/>
                  </a:lnTo>
                  <a:lnTo>
                    <a:pt x="55776" y="0"/>
                  </a:lnTo>
                  <a:lnTo>
                    <a:pt x="54930" y="0"/>
                  </a:lnTo>
                  <a:lnTo>
                    <a:pt x="54085" y="0"/>
                  </a:lnTo>
                  <a:lnTo>
                    <a:pt x="53240" y="0"/>
                  </a:lnTo>
                  <a:lnTo>
                    <a:pt x="52395" y="0"/>
                  </a:lnTo>
                  <a:lnTo>
                    <a:pt x="51550" y="0"/>
                  </a:lnTo>
                  <a:lnTo>
                    <a:pt x="50705" y="0"/>
                  </a:lnTo>
                  <a:lnTo>
                    <a:pt x="49860" y="0"/>
                  </a:lnTo>
                  <a:lnTo>
                    <a:pt x="49015" y="0"/>
                  </a:lnTo>
                  <a:lnTo>
                    <a:pt x="48170" y="0"/>
                  </a:lnTo>
                  <a:lnTo>
                    <a:pt x="47325" y="0"/>
                  </a:lnTo>
                  <a:lnTo>
                    <a:pt x="46480" y="0"/>
                  </a:lnTo>
                  <a:lnTo>
                    <a:pt x="45634" y="0"/>
                  </a:lnTo>
                  <a:lnTo>
                    <a:pt x="44789" y="0"/>
                  </a:lnTo>
                  <a:lnTo>
                    <a:pt x="43944" y="0"/>
                  </a:lnTo>
                  <a:lnTo>
                    <a:pt x="43099" y="0"/>
                  </a:lnTo>
                  <a:lnTo>
                    <a:pt x="42254" y="0"/>
                  </a:lnTo>
                  <a:lnTo>
                    <a:pt x="41409" y="0"/>
                  </a:lnTo>
                  <a:lnTo>
                    <a:pt x="40564" y="0"/>
                  </a:lnTo>
                  <a:lnTo>
                    <a:pt x="39719" y="0"/>
                  </a:lnTo>
                  <a:lnTo>
                    <a:pt x="38874" y="0"/>
                  </a:lnTo>
                  <a:lnTo>
                    <a:pt x="38029" y="0"/>
                  </a:lnTo>
                  <a:lnTo>
                    <a:pt x="37184" y="0"/>
                  </a:lnTo>
                  <a:lnTo>
                    <a:pt x="36338" y="0"/>
                  </a:lnTo>
                  <a:lnTo>
                    <a:pt x="35493" y="0"/>
                  </a:lnTo>
                  <a:lnTo>
                    <a:pt x="34648" y="0"/>
                  </a:lnTo>
                  <a:lnTo>
                    <a:pt x="33803" y="0"/>
                  </a:lnTo>
                  <a:lnTo>
                    <a:pt x="32958" y="0"/>
                  </a:lnTo>
                  <a:lnTo>
                    <a:pt x="32113" y="0"/>
                  </a:lnTo>
                  <a:lnTo>
                    <a:pt x="31268" y="0"/>
                  </a:lnTo>
                  <a:lnTo>
                    <a:pt x="30423" y="0"/>
                  </a:lnTo>
                  <a:lnTo>
                    <a:pt x="29578" y="0"/>
                  </a:lnTo>
                  <a:lnTo>
                    <a:pt x="28733" y="0"/>
                  </a:lnTo>
                  <a:lnTo>
                    <a:pt x="27888" y="0"/>
                  </a:lnTo>
                  <a:lnTo>
                    <a:pt x="27042" y="0"/>
                  </a:lnTo>
                  <a:lnTo>
                    <a:pt x="26197" y="0"/>
                  </a:lnTo>
                  <a:lnTo>
                    <a:pt x="25352" y="0"/>
                  </a:lnTo>
                  <a:lnTo>
                    <a:pt x="24507" y="0"/>
                  </a:lnTo>
                  <a:lnTo>
                    <a:pt x="23662" y="0"/>
                  </a:lnTo>
                  <a:lnTo>
                    <a:pt x="22817" y="0"/>
                  </a:lnTo>
                  <a:lnTo>
                    <a:pt x="21972" y="0"/>
                  </a:lnTo>
                  <a:lnTo>
                    <a:pt x="21127" y="0"/>
                  </a:lnTo>
                  <a:lnTo>
                    <a:pt x="20282" y="0"/>
                  </a:lnTo>
                  <a:lnTo>
                    <a:pt x="19437" y="0"/>
                  </a:lnTo>
                  <a:lnTo>
                    <a:pt x="18592" y="0"/>
                  </a:lnTo>
                  <a:lnTo>
                    <a:pt x="17746" y="0"/>
                  </a:lnTo>
                  <a:lnTo>
                    <a:pt x="16901" y="0"/>
                  </a:lnTo>
                  <a:lnTo>
                    <a:pt x="16056" y="0"/>
                  </a:lnTo>
                  <a:lnTo>
                    <a:pt x="15211" y="0"/>
                  </a:lnTo>
                  <a:lnTo>
                    <a:pt x="14366" y="0"/>
                  </a:lnTo>
                  <a:lnTo>
                    <a:pt x="13521" y="0"/>
                  </a:lnTo>
                  <a:lnTo>
                    <a:pt x="12676" y="0"/>
                  </a:lnTo>
                  <a:lnTo>
                    <a:pt x="11831" y="0"/>
                  </a:lnTo>
                  <a:lnTo>
                    <a:pt x="10986" y="0"/>
                  </a:lnTo>
                  <a:lnTo>
                    <a:pt x="10141" y="0"/>
                  </a:lnTo>
                  <a:lnTo>
                    <a:pt x="9296" y="0"/>
                  </a:lnTo>
                  <a:lnTo>
                    <a:pt x="8450" y="0"/>
                  </a:lnTo>
                  <a:lnTo>
                    <a:pt x="7605" y="0"/>
                  </a:lnTo>
                  <a:lnTo>
                    <a:pt x="6760" y="0"/>
                  </a:lnTo>
                  <a:lnTo>
                    <a:pt x="5915" y="0"/>
                  </a:lnTo>
                  <a:lnTo>
                    <a:pt x="5070" y="0"/>
                  </a:lnTo>
                  <a:lnTo>
                    <a:pt x="4225" y="0"/>
                  </a:lnTo>
                  <a:lnTo>
                    <a:pt x="3380" y="0"/>
                  </a:lnTo>
                  <a:lnTo>
                    <a:pt x="2535" y="0"/>
                  </a:lnTo>
                  <a:lnTo>
                    <a:pt x="1690" y="0"/>
                  </a:lnTo>
                  <a:lnTo>
                    <a:pt x="845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84" name="pl984"/>
            <p:cNvSpPr/>
            <p:nvPr/>
          </p:nvSpPr>
          <p:spPr>
            <a:xfrm>
              <a:off x="693775" y="3568384"/>
              <a:ext cx="8304720" cy="0"/>
            </a:xfrm>
            <a:custGeom>
              <a:avLst/>
              <a:pathLst>
                <a:path w="8304720" h="0">
                  <a:moveTo>
                    <a:pt x="0" y="0"/>
                  </a:moveTo>
                  <a:lnTo>
                    <a:pt x="8304720" y="0"/>
                  </a:lnTo>
                  <a:lnTo>
                    <a:pt x="830472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85" name="pl985"/>
            <p:cNvSpPr/>
            <p:nvPr/>
          </p:nvSpPr>
          <p:spPr>
            <a:xfrm>
              <a:off x="693775" y="2172876"/>
              <a:ext cx="0" cy="2103286"/>
            </a:xfrm>
            <a:custGeom>
              <a:avLst/>
              <a:pathLst>
                <a:path w="0" h="2103286">
                  <a:moveTo>
                    <a:pt x="0" y="210328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tx986"/>
            <p:cNvSpPr/>
            <p:nvPr/>
          </p:nvSpPr>
          <p:spPr>
            <a:xfrm>
              <a:off x="560040" y="4147280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987" name="tx987"/>
            <p:cNvSpPr/>
            <p:nvPr/>
          </p:nvSpPr>
          <p:spPr>
            <a:xfrm>
              <a:off x="560040" y="3636614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988" name="tx988"/>
            <p:cNvSpPr/>
            <p:nvPr/>
          </p:nvSpPr>
          <p:spPr>
            <a:xfrm>
              <a:off x="560040" y="3130477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989" name="tx989"/>
            <p:cNvSpPr/>
            <p:nvPr/>
          </p:nvSpPr>
          <p:spPr>
            <a:xfrm>
              <a:off x="560040" y="2618229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990" name="pl990"/>
            <p:cNvSpPr/>
            <p:nvPr/>
          </p:nvSpPr>
          <p:spPr>
            <a:xfrm>
              <a:off x="658980" y="41896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l991"/>
            <p:cNvSpPr/>
            <p:nvPr/>
          </p:nvSpPr>
          <p:spPr>
            <a:xfrm>
              <a:off x="658980" y="368040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658980" y="31712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658980" y="266202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l994"/>
            <p:cNvSpPr/>
            <p:nvPr/>
          </p:nvSpPr>
          <p:spPr>
            <a:xfrm>
              <a:off x="693775" y="4276163"/>
              <a:ext cx="8304720" cy="0"/>
            </a:xfrm>
            <a:custGeom>
              <a:avLst/>
              <a:pathLst>
                <a:path w="8304720" h="0">
                  <a:moveTo>
                    <a:pt x="0" y="0"/>
                  </a:moveTo>
                  <a:lnTo>
                    <a:pt x="830472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tx995"/>
            <p:cNvSpPr/>
            <p:nvPr/>
          </p:nvSpPr>
          <p:spPr>
            <a:xfrm rot="-5400000">
              <a:off x="-256917" y="3154976"/>
              <a:ext cx="869441" cy="139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pred_sns_lm</a:t>
              </a:r>
            </a:p>
          </p:txBody>
        </p:sp>
        <p:sp>
          <p:nvSpPr>
            <p:cNvPr id="996" name="rc996"/>
            <p:cNvSpPr/>
            <p:nvPr/>
          </p:nvSpPr>
          <p:spPr>
            <a:xfrm>
              <a:off x="693775" y="4276163"/>
              <a:ext cx="8304720" cy="21032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693775" y="4276163"/>
              <a:ext cx="35454" cy="2002960"/>
            </a:xfrm>
            <a:custGeom>
              <a:avLst/>
              <a:pathLst>
                <a:path w="35454" h="2002960">
                  <a:moveTo>
                    <a:pt x="0" y="1867718"/>
                  </a:moveTo>
                  <a:lnTo>
                    <a:pt x="845" y="1529300"/>
                  </a:lnTo>
                  <a:lnTo>
                    <a:pt x="1690" y="1418035"/>
                  </a:lnTo>
                  <a:lnTo>
                    <a:pt x="2535" y="1378704"/>
                  </a:lnTo>
                  <a:lnTo>
                    <a:pt x="3380" y="1680527"/>
                  </a:lnTo>
                  <a:lnTo>
                    <a:pt x="4225" y="1781904"/>
                  </a:lnTo>
                  <a:lnTo>
                    <a:pt x="5070" y="1963628"/>
                  </a:lnTo>
                  <a:lnTo>
                    <a:pt x="5915" y="1938599"/>
                  </a:lnTo>
                  <a:lnTo>
                    <a:pt x="6760" y="2001908"/>
                  </a:lnTo>
                  <a:lnTo>
                    <a:pt x="7605" y="1868560"/>
                  </a:lnTo>
                  <a:lnTo>
                    <a:pt x="8450" y="1788214"/>
                  </a:lnTo>
                  <a:lnTo>
                    <a:pt x="9296" y="1852995"/>
                  </a:lnTo>
                  <a:lnTo>
                    <a:pt x="10141" y="1915253"/>
                  </a:lnTo>
                  <a:lnTo>
                    <a:pt x="10986" y="1977510"/>
                  </a:lnTo>
                  <a:lnTo>
                    <a:pt x="11831" y="1949746"/>
                  </a:lnTo>
                  <a:lnTo>
                    <a:pt x="12676" y="1907891"/>
                  </a:lnTo>
                  <a:lnTo>
                    <a:pt x="13521" y="1916725"/>
                  </a:lnTo>
                  <a:lnTo>
                    <a:pt x="14366" y="1961945"/>
                  </a:lnTo>
                  <a:lnTo>
                    <a:pt x="15211" y="1884124"/>
                  </a:lnTo>
                  <a:lnTo>
                    <a:pt x="16056" y="1836379"/>
                  </a:lnTo>
                  <a:lnTo>
                    <a:pt x="16901" y="1901792"/>
                  </a:lnTo>
                  <a:lnTo>
                    <a:pt x="17746" y="1896323"/>
                  </a:lnTo>
                  <a:lnTo>
                    <a:pt x="18592" y="1908733"/>
                  </a:lnTo>
                  <a:lnTo>
                    <a:pt x="19437" y="1932920"/>
                  </a:lnTo>
                  <a:lnTo>
                    <a:pt x="20282" y="1897585"/>
                  </a:lnTo>
                  <a:lnTo>
                    <a:pt x="21127" y="1868139"/>
                  </a:lnTo>
                  <a:lnTo>
                    <a:pt x="21972" y="1930396"/>
                  </a:lnTo>
                  <a:lnTo>
                    <a:pt x="22817" y="2002960"/>
                  </a:lnTo>
                  <a:lnTo>
                    <a:pt x="23662" y="1909364"/>
                  </a:lnTo>
                  <a:lnTo>
                    <a:pt x="24507" y="1904105"/>
                  </a:lnTo>
                  <a:lnTo>
                    <a:pt x="25352" y="1984030"/>
                  </a:lnTo>
                  <a:lnTo>
                    <a:pt x="26197" y="1923666"/>
                  </a:lnTo>
                  <a:lnTo>
                    <a:pt x="27042" y="1862881"/>
                  </a:lnTo>
                  <a:lnTo>
                    <a:pt x="27888" y="1795365"/>
                  </a:lnTo>
                  <a:lnTo>
                    <a:pt x="28733" y="1759610"/>
                  </a:lnTo>
                  <a:lnTo>
                    <a:pt x="29578" y="1605438"/>
                  </a:lnTo>
                  <a:lnTo>
                    <a:pt x="30423" y="1177629"/>
                  </a:lnTo>
                  <a:lnTo>
                    <a:pt x="31268" y="793149"/>
                  </a:lnTo>
                  <a:lnTo>
                    <a:pt x="32113" y="960991"/>
                  </a:lnTo>
                  <a:lnTo>
                    <a:pt x="32958" y="1304879"/>
                  </a:lnTo>
                  <a:lnTo>
                    <a:pt x="33803" y="1245986"/>
                  </a:lnTo>
                  <a:lnTo>
                    <a:pt x="34648" y="653911"/>
                  </a:lnTo>
                  <a:lnTo>
                    <a:pt x="35454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l998"/>
            <p:cNvSpPr/>
            <p:nvPr/>
          </p:nvSpPr>
          <p:spPr>
            <a:xfrm>
              <a:off x="730870" y="4276163"/>
              <a:ext cx="58243" cy="2085198"/>
            </a:xfrm>
            <a:custGeom>
              <a:avLst/>
              <a:pathLst>
                <a:path w="58243" h="2085198">
                  <a:moveTo>
                    <a:pt x="0" y="0"/>
                  </a:moveTo>
                  <a:lnTo>
                    <a:pt x="89" y="33445"/>
                  </a:lnTo>
                  <a:lnTo>
                    <a:pt x="934" y="608691"/>
                  </a:lnTo>
                  <a:lnTo>
                    <a:pt x="1779" y="1100228"/>
                  </a:lnTo>
                  <a:lnTo>
                    <a:pt x="2624" y="1423083"/>
                  </a:lnTo>
                  <a:lnTo>
                    <a:pt x="3469" y="1390273"/>
                  </a:lnTo>
                  <a:lnTo>
                    <a:pt x="4314" y="1373024"/>
                  </a:lnTo>
                  <a:lnTo>
                    <a:pt x="5159" y="1518574"/>
                  </a:lnTo>
                  <a:lnTo>
                    <a:pt x="6004" y="1688939"/>
                  </a:lnTo>
                  <a:lnTo>
                    <a:pt x="6849" y="1661386"/>
                  </a:lnTo>
                  <a:lnTo>
                    <a:pt x="7694" y="1566527"/>
                  </a:lnTo>
                  <a:lnTo>
                    <a:pt x="8540" y="1570735"/>
                  </a:lnTo>
                  <a:lnTo>
                    <a:pt x="9385" y="1545915"/>
                  </a:lnTo>
                  <a:lnTo>
                    <a:pt x="10230" y="1326331"/>
                  </a:lnTo>
                  <a:lnTo>
                    <a:pt x="11075" y="683991"/>
                  </a:lnTo>
                  <a:lnTo>
                    <a:pt x="11920" y="437064"/>
                  </a:lnTo>
                  <a:lnTo>
                    <a:pt x="12765" y="551271"/>
                  </a:lnTo>
                  <a:lnTo>
                    <a:pt x="13610" y="375646"/>
                  </a:lnTo>
                  <a:lnTo>
                    <a:pt x="14455" y="299717"/>
                  </a:lnTo>
                  <a:lnTo>
                    <a:pt x="15300" y="450523"/>
                  </a:lnTo>
                  <a:lnTo>
                    <a:pt x="16145" y="774849"/>
                  </a:lnTo>
                  <a:lnTo>
                    <a:pt x="16990" y="1033764"/>
                  </a:lnTo>
                  <a:lnTo>
                    <a:pt x="17836" y="1153652"/>
                  </a:lnTo>
                  <a:lnTo>
                    <a:pt x="18681" y="1199924"/>
                  </a:lnTo>
                  <a:lnTo>
                    <a:pt x="19526" y="1464517"/>
                  </a:lnTo>
                  <a:lnTo>
                    <a:pt x="20371" y="1493122"/>
                  </a:lnTo>
                  <a:lnTo>
                    <a:pt x="21216" y="1414881"/>
                  </a:lnTo>
                  <a:lnTo>
                    <a:pt x="22061" y="1487234"/>
                  </a:lnTo>
                  <a:lnTo>
                    <a:pt x="22906" y="1633202"/>
                  </a:lnTo>
                  <a:lnTo>
                    <a:pt x="23751" y="1607542"/>
                  </a:lnTo>
                  <a:lnTo>
                    <a:pt x="24596" y="1653183"/>
                  </a:lnTo>
                  <a:lnTo>
                    <a:pt x="25441" y="1575362"/>
                  </a:lnTo>
                  <a:lnTo>
                    <a:pt x="26286" y="1608593"/>
                  </a:lnTo>
                  <a:lnTo>
                    <a:pt x="27132" y="1497750"/>
                  </a:lnTo>
                  <a:lnTo>
                    <a:pt x="27977" y="1690622"/>
                  </a:lnTo>
                  <a:lnTo>
                    <a:pt x="28822" y="1791579"/>
                  </a:lnTo>
                  <a:lnTo>
                    <a:pt x="29667" y="1955846"/>
                  </a:lnTo>
                  <a:lnTo>
                    <a:pt x="30512" y="1912939"/>
                  </a:lnTo>
                  <a:lnTo>
                    <a:pt x="31357" y="1866456"/>
                  </a:lnTo>
                  <a:lnTo>
                    <a:pt x="32202" y="1909784"/>
                  </a:lnTo>
                  <a:lnTo>
                    <a:pt x="33047" y="2002749"/>
                  </a:lnTo>
                  <a:lnTo>
                    <a:pt x="33892" y="2054070"/>
                  </a:lnTo>
                  <a:lnTo>
                    <a:pt x="34737" y="2019155"/>
                  </a:lnTo>
                  <a:lnTo>
                    <a:pt x="35582" y="2026096"/>
                  </a:lnTo>
                  <a:lnTo>
                    <a:pt x="36428" y="2085198"/>
                  </a:lnTo>
                  <a:lnTo>
                    <a:pt x="37273" y="1990130"/>
                  </a:lnTo>
                  <a:lnTo>
                    <a:pt x="38118" y="1839955"/>
                  </a:lnTo>
                  <a:lnTo>
                    <a:pt x="38963" y="1759189"/>
                  </a:lnTo>
                  <a:lnTo>
                    <a:pt x="39808" y="1794734"/>
                  </a:lnTo>
                  <a:lnTo>
                    <a:pt x="40653" y="1853836"/>
                  </a:lnTo>
                  <a:lnTo>
                    <a:pt x="41498" y="1725747"/>
                  </a:lnTo>
                  <a:lnTo>
                    <a:pt x="42343" y="1673795"/>
                  </a:lnTo>
                  <a:lnTo>
                    <a:pt x="43188" y="1841007"/>
                  </a:lnTo>
                  <a:lnTo>
                    <a:pt x="44033" y="1804620"/>
                  </a:lnTo>
                  <a:lnTo>
                    <a:pt x="44878" y="1848578"/>
                  </a:lnTo>
                  <a:lnTo>
                    <a:pt x="45724" y="1929345"/>
                  </a:lnTo>
                  <a:lnTo>
                    <a:pt x="46569" y="1989919"/>
                  </a:lnTo>
                  <a:lnTo>
                    <a:pt x="47414" y="1978982"/>
                  </a:lnTo>
                  <a:lnTo>
                    <a:pt x="48259" y="2011583"/>
                  </a:lnTo>
                  <a:lnTo>
                    <a:pt x="49104" y="2002960"/>
                  </a:lnTo>
                  <a:lnTo>
                    <a:pt x="49949" y="1907471"/>
                  </a:lnTo>
                  <a:lnTo>
                    <a:pt x="50794" y="1863722"/>
                  </a:lnTo>
                  <a:lnTo>
                    <a:pt x="51639" y="1701138"/>
                  </a:lnTo>
                  <a:lnTo>
                    <a:pt x="52484" y="1720279"/>
                  </a:lnTo>
                  <a:lnTo>
                    <a:pt x="53329" y="1854258"/>
                  </a:lnTo>
                  <a:lnTo>
                    <a:pt x="54175" y="1903895"/>
                  </a:lnTo>
                  <a:lnTo>
                    <a:pt x="55020" y="1930186"/>
                  </a:lnTo>
                  <a:lnTo>
                    <a:pt x="55865" y="1841637"/>
                  </a:lnTo>
                  <a:lnTo>
                    <a:pt x="56710" y="1545915"/>
                  </a:lnTo>
                  <a:lnTo>
                    <a:pt x="57555" y="791888"/>
                  </a:lnTo>
                  <a:lnTo>
                    <a:pt x="58243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l999"/>
            <p:cNvSpPr/>
            <p:nvPr/>
          </p:nvSpPr>
          <p:spPr>
            <a:xfrm>
              <a:off x="790700" y="4276163"/>
              <a:ext cx="603152" cy="2103286"/>
            </a:xfrm>
            <a:custGeom>
              <a:avLst/>
              <a:pathLst>
                <a:path w="603152" h="2103286">
                  <a:moveTo>
                    <a:pt x="0" y="0"/>
                  </a:moveTo>
                  <a:lnTo>
                    <a:pt x="260" y="232621"/>
                  </a:lnTo>
                  <a:lnTo>
                    <a:pt x="1105" y="1285108"/>
                  </a:lnTo>
                  <a:lnTo>
                    <a:pt x="1950" y="1718596"/>
                  </a:lnTo>
                  <a:lnTo>
                    <a:pt x="2795" y="1694197"/>
                  </a:lnTo>
                  <a:lnTo>
                    <a:pt x="3640" y="1509108"/>
                  </a:lnTo>
                  <a:lnTo>
                    <a:pt x="4485" y="1518362"/>
                  </a:lnTo>
                  <a:lnTo>
                    <a:pt x="5330" y="1799572"/>
                  </a:lnTo>
                  <a:lnTo>
                    <a:pt x="6176" y="2075944"/>
                  </a:lnTo>
                  <a:lnTo>
                    <a:pt x="7021" y="2074051"/>
                  </a:lnTo>
                  <a:lnTo>
                    <a:pt x="7866" y="1896954"/>
                  </a:lnTo>
                  <a:lnTo>
                    <a:pt x="8711" y="1840796"/>
                  </a:lnTo>
                  <a:lnTo>
                    <a:pt x="9556" y="1812822"/>
                  </a:lnTo>
                  <a:lnTo>
                    <a:pt x="10401" y="1741311"/>
                  </a:lnTo>
                  <a:lnTo>
                    <a:pt x="11246" y="1586298"/>
                  </a:lnTo>
                  <a:lnTo>
                    <a:pt x="12091" y="1617637"/>
                  </a:lnTo>
                  <a:lnTo>
                    <a:pt x="12936" y="1842269"/>
                  </a:lnTo>
                  <a:lnTo>
                    <a:pt x="13781" y="1886438"/>
                  </a:lnTo>
                  <a:lnTo>
                    <a:pt x="14626" y="1835748"/>
                  </a:lnTo>
                  <a:lnTo>
                    <a:pt x="15472" y="1834486"/>
                  </a:lnTo>
                  <a:lnTo>
                    <a:pt x="16317" y="1904526"/>
                  </a:lnTo>
                  <a:lnTo>
                    <a:pt x="17162" y="1974986"/>
                  </a:lnTo>
                  <a:lnTo>
                    <a:pt x="18007" y="1984451"/>
                  </a:lnTo>
                  <a:lnTo>
                    <a:pt x="18852" y="1872976"/>
                  </a:lnTo>
                  <a:lnTo>
                    <a:pt x="19697" y="1860988"/>
                  </a:lnTo>
                  <a:lnTo>
                    <a:pt x="20542" y="1956477"/>
                  </a:lnTo>
                  <a:lnTo>
                    <a:pt x="21387" y="1950798"/>
                  </a:lnTo>
                  <a:lnTo>
                    <a:pt x="22232" y="1829438"/>
                  </a:lnTo>
                  <a:lnTo>
                    <a:pt x="23077" y="1867508"/>
                  </a:lnTo>
                  <a:lnTo>
                    <a:pt x="23923" y="1867508"/>
                  </a:lnTo>
                  <a:lnTo>
                    <a:pt x="24768" y="1641405"/>
                  </a:lnTo>
                  <a:lnTo>
                    <a:pt x="25613" y="1278377"/>
                  </a:lnTo>
                  <a:lnTo>
                    <a:pt x="26458" y="1439068"/>
                  </a:lnTo>
                  <a:lnTo>
                    <a:pt x="27303" y="1795155"/>
                  </a:lnTo>
                  <a:lnTo>
                    <a:pt x="28148" y="1841637"/>
                  </a:lnTo>
                  <a:lnTo>
                    <a:pt x="28993" y="1748462"/>
                  </a:lnTo>
                  <a:lnTo>
                    <a:pt x="29838" y="1741311"/>
                  </a:lnTo>
                  <a:lnTo>
                    <a:pt x="30683" y="1763816"/>
                  </a:lnTo>
                  <a:lnTo>
                    <a:pt x="31528" y="1823549"/>
                  </a:lnTo>
                  <a:lnTo>
                    <a:pt x="32373" y="1767392"/>
                  </a:lnTo>
                  <a:lnTo>
                    <a:pt x="33219" y="1673165"/>
                  </a:lnTo>
                  <a:lnTo>
                    <a:pt x="34064" y="1729953"/>
                  </a:lnTo>
                  <a:lnTo>
                    <a:pt x="34909" y="1949115"/>
                  </a:lnTo>
                  <a:lnTo>
                    <a:pt x="35754" y="2003591"/>
                  </a:lnTo>
                  <a:lnTo>
                    <a:pt x="36599" y="2020417"/>
                  </a:lnTo>
                  <a:lnTo>
                    <a:pt x="37444" y="1961104"/>
                  </a:lnTo>
                  <a:lnTo>
                    <a:pt x="38289" y="1811350"/>
                  </a:lnTo>
                  <a:lnTo>
                    <a:pt x="39134" y="1853837"/>
                  </a:lnTo>
                  <a:lnTo>
                    <a:pt x="39979" y="1961104"/>
                  </a:lnTo>
                  <a:lnTo>
                    <a:pt x="40824" y="1884334"/>
                  </a:lnTo>
                  <a:lnTo>
                    <a:pt x="41669" y="1613010"/>
                  </a:lnTo>
                  <a:lnTo>
                    <a:pt x="42515" y="1632360"/>
                  </a:lnTo>
                  <a:lnTo>
                    <a:pt x="43360" y="1816818"/>
                  </a:lnTo>
                  <a:lnTo>
                    <a:pt x="44205" y="1743414"/>
                  </a:lnTo>
                  <a:lnTo>
                    <a:pt x="45050" y="1712286"/>
                  </a:lnTo>
                  <a:lnTo>
                    <a:pt x="45895" y="1864774"/>
                  </a:lnTo>
                  <a:lnTo>
                    <a:pt x="46740" y="1906419"/>
                  </a:lnTo>
                  <a:lnTo>
                    <a:pt x="47585" y="1809037"/>
                  </a:lnTo>
                  <a:lnTo>
                    <a:pt x="48430" y="1637197"/>
                  </a:lnTo>
                  <a:lnTo>
                    <a:pt x="49275" y="1766971"/>
                  </a:lnTo>
                  <a:lnTo>
                    <a:pt x="50120" y="1913149"/>
                  </a:lnTo>
                  <a:lnTo>
                    <a:pt x="50965" y="1781694"/>
                  </a:lnTo>
                  <a:lnTo>
                    <a:pt x="51811" y="1543811"/>
                  </a:lnTo>
                  <a:lnTo>
                    <a:pt x="52656" y="1569893"/>
                  </a:lnTo>
                  <a:lnTo>
                    <a:pt x="53501" y="1737105"/>
                  </a:lnTo>
                  <a:lnTo>
                    <a:pt x="54346" y="1794314"/>
                  </a:lnTo>
                  <a:lnTo>
                    <a:pt x="55191" y="1506794"/>
                  </a:lnTo>
                  <a:lnTo>
                    <a:pt x="56036" y="1288262"/>
                  </a:lnTo>
                  <a:lnTo>
                    <a:pt x="56881" y="1494806"/>
                  </a:lnTo>
                  <a:lnTo>
                    <a:pt x="57726" y="1836169"/>
                  </a:lnTo>
                  <a:lnTo>
                    <a:pt x="58571" y="1763185"/>
                  </a:lnTo>
                  <a:lnTo>
                    <a:pt x="59416" y="1698194"/>
                  </a:lnTo>
                  <a:lnTo>
                    <a:pt x="60261" y="1678843"/>
                  </a:lnTo>
                  <a:lnTo>
                    <a:pt x="61107" y="1830070"/>
                  </a:lnTo>
                  <a:lnTo>
                    <a:pt x="61952" y="1844372"/>
                  </a:lnTo>
                  <a:lnTo>
                    <a:pt x="62797" y="1947853"/>
                  </a:lnTo>
                  <a:lnTo>
                    <a:pt x="63642" y="1901792"/>
                  </a:lnTo>
                  <a:lnTo>
                    <a:pt x="64487" y="1799151"/>
                  </a:lnTo>
                  <a:lnTo>
                    <a:pt x="65332" y="1735422"/>
                  </a:lnTo>
                  <a:lnTo>
                    <a:pt x="66177" y="1758768"/>
                  </a:lnTo>
                  <a:lnTo>
                    <a:pt x="67022" y="1687887"/>
                  </a:lnTo>
                  <a:lnTo>
                    <a:pt x="67867" y="1725747"/>
                  </a:lnTo>
                  <a:lnTo>
                    <a:pt x="68712" y="1838273"/>
                  </a:lnTo>
                  <a:lnTo>
                    <a:pt x="69557" y="1954163"/>
                  </a:lnTo>
                  <a:lnTo>
                    <a:pt x="70403" y="1983189"/>
                  </a:lnTo>
                  <a:lnTo>
                    <a:pt x="71248" y="1889382"/>
                  </a:lnTo>
                  <a:lnTo>
                    <a:pt x="72093" y="1872135"/>
                  </a:lnTo>
                  <a:lnTo>
                    <a:pt x="72938" y="1945540"/>
                  </a:lnTo>
                  <a:lnTo>
                    <a:pt x="73783" y="1866036"/>
                  </a:lnTo>
                  <a:lnTo>
                    <a:pt x="74628" y="1889593"/>
                  </a:lnTo>
                  <a:lnTo>
                    <a:pt x="75473" y="1900319"/>
                  </a:lnTo>
                  <a:lnTo>
                    <a:pt x="76318" y="1956687"/>
                  </a:lnTo>
                  <a:lnTo>
                    <a:pt x="77163" y="1906419"/>
                  </a:lnTo>
                  <a:lnTo>
                    <a:pt x="78008" y="1930817"/>
                  </a:lnTo>
                  <a:lnTo>
                    <a:pt x="78853" y="1874659"/>
                  </a:lnTo>
                  <a:lnTo>
                    <a:pt x="79699" y="1792630"/>
                  </a:lnTo>
                  <a:lnTo>
                    <a:pt x="80544" y="1748042"/>
                  </a:lnTo>
                  <a:lnTo>
                    <a:pt x="81389" y="1823128"/>
                  </a:lnTo>
                  <a:lnTo>
                    <a:pt x="82234" y="1919249"/>
                  </a:lnTo>
                  <a:lnTo>
                    <a:pt x="83079" y="1914622"/>
                  </a:lnTo>
                  <a:lnTo>
                    <a:pt x="83924" y="1850472"/>
                  </a:lnTo>
                  <a:lnTo>
                    <a:pt x="84769" y="1718175"/>
                  </a:lnTo>
                  <a:lnTo>
                    <a:pt x="85614" y="1817028"/>
                  </a:lnTo>
                  <a:lnTo>
                    <a:pt x="86459" y="2009690"/>
                  </a:lnTo>
                  <a:lnTo>
                    <a:pt x="87304" y="2010531"/>
                  </a:lnTo>
                  <a:lnTo>
                    <a:pt x="88150" y="1806723"/>
                  </a:lnTo>
                  <a:lnTo>
                    <a:pt x="88995" y="1657810"/>
                  </a:lnTo>
                  <a:lnTo>
                    <a:pt x="89840" y="1771177"/>
                  </a:lnTo>
                  <a:lnTo>
                    <a:pt x="90685" y="1853837"/>
                  </a:lnTo>
                  <a:lnTo>
                    <a:pt x="91530" y="1977089"/>
                  </a:lnTo>
                  <a:lnTo>
                    <a:pt x="92375" y="2061010"/>
                  </a:lnTo>
                  <a:lnTo>
                    <a:pt x="93220" y="2061221"/>
                  </a:lnTo>
                  <a:lnTo>
                    <a:pt x="94065" y="2061221"/>
                  </a:lnTo>
                  <a:lnTo>
                    <a:pt x="94910" y="2046287"/>
                  </a:lnTo>
                  <a:lnTo>
                    <a:pt x="95755" y="2061221"/>
                  </a:lnTo>
                  <a:lnTo>
                    <a:pt x="96600" y="1981927"/>
                  </a:lnTo>
                  <a:lnTo>
                    <a:pt x="97446" y="1852364"/>
                  </a:lnTo>
                  <a:lnTo>
                    <a:pt x="98291" y="1818711"/>
                  </a:lnTo>
                  <a:lnTo>
                    <a:pt x="99136" y="1915252"/>
                  </a:lnTo>
                  <a:lnTo>
                    <a:pt x="99981" y="1927452"/>
                  </a:lnTo>
                  <a:lnTo>
                    <a:pt x="100826" y="1816819"/>
                  </a:lnTo>
                  <a:lnTo>
                    <a:pt x="101671" y="1747621"/>
                  </a:lnTo>
                  <a:lnTo>
                    <a:pt x="102516" y="1886227"/>
                  </a:lnTo>
                  <a:lnTo>
                    <a:pt x="103361" y="1960894"/>
                  </a:lnTo>
                  <a:lnTo>
                    <a:pt x="104206" y="1977089"/>
                  </a:lnTo>
                  <a:lnTo>
                    <a:pt x="105051" y="2015579"/>
                  </a:lnTo>
                  <a:lnTo>
                    <a:pt x="105896" y="2046498"/>
                  </a:lnTo>
                  <a:lnTo>
                    <a:pt x="106742" y="1865405"/>
                  </a:lnTo>
                  <a:lnTo>
                    <a:pt x="107587" y="1802937"/>
                  </a:lnTo>
                  <a:lnTo>
                    <a:pt x="108432" y="1885386"/>
                  </a:lnTo>
                  <a:lnTo>
                    <a:pt x="109277" y="1944067"/>
                  </a:lnTo>
                  <a:lnTo>
                    <a:pt x="110122" y="1946171"/>
                  </a:lnTo>
                  <a:lnTo>
                    <a:pt x="110967" y="1889803"/>
                  </a:lnTo>
                  <a:lnTo>
                    <a:pt x="111812" y="1748883"/>
                  </a:lnTo>
                  <a:lnTo>
                    <a:pt x="112657" y="1725116"/>
                  </a:lnTo>
                  <a:lnTo>
                    <a:pt x="113502" y="1710393"/>
                  </a:lnTo>
                  <a:lnTo>
                    <a:pt x="114347" y="1753090"/>
                  </a:lnTo>
                  <a:lnTo>
                    <a:pt x="115192" y="1793893"/>
                  </a:lnTo>
                  <a:lnTo>
                    <a:pt x="116038" y="1842479"/>
                  </a:lnTo>
                  <a:lnTo>
                    <a:pt x="116883" y="1881811"/>
                  </a:lnTo>
                  <a:lnTo>
                    <a:pt x="117728" y="1872556"/>
                  </a:lnTo>
                  <a:lnTo>
                    <a:pt x="118573" y="1887279"/>
                  </a:lnTo>
                  <a:lnTo>
                    <a:pt x="119418" y="1807564"/>
                  </a:lnTo>
                  <a:lnTo>
                    <a:pt x="120263" y="1834486"/>
                  </a:lnTo>
                  <a:lnTo>
                    <a:pt x="121108" y="1851103"/>
                  </a:lnTo>
                  <a:lnTo>
                    <a:pt x="121953" y="1649607"/>
                  </a:lnTo>
                  <a:lnTo>
                    <a:pt x="122798" y="1649397"/>
                  </a:lnTo>
                  <a:lnTo>
                    <a:pt x="123643" y="1730164"/>
                  </a:lnTo>
                  <a:lnTo>
                    <a:pt x="124488" y="1682629"/>
                  </a:lnTo>
                  <a:lnTo>
                    <a:pt x="125334" y="1743414"/>
                  </a:lnTo>
                  <a:lnTo>
                    <a:pt x="126179" y="1834697"/>
                  </a:lnTo>
                  <a:lnTo>
                    <a:pt x="127024" y="1822077"/>
                  </a:lnTo>
                  <a:lnTo>
                    <a:pt x="127869" y="1841848"/>
                  </a:lnTo>
                  <a:lnTo>
                    <a:pt x="128714" y="1851102"/>
                  </a:lnTo>
                  <a:lnTo>
                    <a:pt x="129559" y="1869611"/>
                  </a:lnTo>
                  <a:lnTo>
                    <a:pt x="130404" y="1947853"/>
                  </a:lnTo>
                  <a:lnTo>
                    <a:pt x="131249" y="1954163"/>
                  </a:lnTo>
                  <a:lnTo>
                    <a:pt x="132094" y="1858464"/>
                  </a:lnTo>
                  <a:lnTo>
                    <a:pt x="132939" y="1885596"/>
                  </a:lnTo>
                  <a:lnTo>
                    <a:pt x="133784" y="1957318"/>
                  </a:lnTo>
                  <a:lnTo>
                    <a:pt x="134630" y="1988868"/>
                  </a:lnTo>
                  <a:lnTo>
                    <a:pt x="135475" y="1943016"/>
                  </a:lnTo>
                  <a:lnTo>
                    <a:pt x="136320" y="1882231"/>
                  </a:lnTo>
                  <a:lnTo>
                    <a:pt x="137165" y="1866246"/>
                  </a:lnTo>
                  <a:lnTo>
                    <a:pt x="138010" y="1991181"/>
                  </a:lnTo>
                  <a:lnTo>
                    <a:pt x="138855" y="2046918"/>
                  </a:lnTo>
                  <a:lnTo>
                    <a:pt x="139700" y="1981506"/>
                  </a:lnTo>
                  <a:lnTo>
                    <a:pt x="140545" y="1939440"/>
                  </a:lnTo>
                  <a:lnTo>
                    <a:pt x="141390" y="1866667"/>
                  </a:lnTo>
                  <a:lnTo>
                    <a:pt x="142235" y="1769074"/>
                  </a:lnTo>
                  <a:lnTo>
                    <a:pt x="143080" y="1822498"/>
                  </a:lnTo>
                  <a:lnTo>
                    <a:pt x="143926" y="1919459"/>
                  </a:lnTo>
                  <a:lnTo>
                    <a:pt x="144771" y="1964890"/>
                  </a:lnTo>
                  <a:lnTo>
                    <a:pt x="145616" y="1975407"/>
                  </a:lnTo>
                  <a:lnTo>
                    <a:pt x="146461" y="1896954"/>
                  </a:lnTo>
                  <a:lnTo>
                    <a:pt x="147306" y="1805671"/>
                  </a:lnTo>
                  <a:lnTo>
                    <a:pt x="148151" y="1826494"/>
                  </a:lnTo>
                  <a:lnTo>
                    <a:pt x="148996" y="1881179"/>
                  </a:lnTo>
                  <a:lnTo>
                    <a:pt x="149841" y="1921773"/>
                  </a:lnTo>
                  <a:lnTo>
                    <a:pt x="150686" y="1911256"/>
                  </a:lnTo>
                  <a:lnTo>
                    <a:pt x="151531" y="1933761"/>
                  </a:lnTo>
                  <a:lnTo>
                    <a:pt x="152377" y="1984661"/>
                  </a:lnTo>
                  <a:lnTo>
                    <a:pt x="153222" y="1870242"/>
                  </a:lnTo>
                  <a:lnTo>
                    <a:pt x="154067" y="1756034"/>
                  </a:lnTo>
                  <a:lnTo>
                    <a:pt x="154912" y="1759189"/>
                  </a:lnTo>
                  <a:lnTo>
                    <a:pt x="155757" y="1901371"/>
                  </a:lnTo>
                  <a:lnTo>
                    <a:pt x="156602" y="1985923"/>
                  </a:lnTo>
                  <a:lnTo>
                    <a:pt x="157447" y="2061431"/>
                  </a:lnTo>
                  <a:lnTo>
                    <a:pt x="158292" y="2019155"/>
                  </a:lnTo>
                  <a:lnTo>
                    <a:pt x="159137" y="2017683"/>
                  </a:lnTo>
                  <a:lnTo>
                    <a:pt x="159982" y="2040188"/>
                  </a:lnTo>
                  <a:lnTo>
                    <a:pt x="160827" y="1905367"/>
                  </a:lnTo>
                  <a:lnTo>
                    <a:pt x="161673" y="1849841"/>
                  </a:lnTo>
                  <a:lnTo>
                    <a:pt x="162518" y="1787583"/>
                  </a:lnTo>
                  <a:lnTo>
                    <a:pt x="163363" y="1869822"/>
                  </a:lnTo>
                  <a:lnTo>
                    <a:pt x="164208" y="1914411"/>
                  </a:lnTo>
                  <a:lnTo>
                    <a:pt x="165053" y="1936917"/>
                  </a:lnTo>
                  <a:lnTo>
                    <a:pt x="165898" y="1876763"/>
                  </a:lnTo>
                  <a:lnTo>
                    <a:pt x="166743" y="1880549"/>
                  </a:lnTo>
                  <a:lnTo>
                    <a:pt x="167588" y="1867298"/>
                  </a:lnTo>
                  <a:lnTo>
                    <a:pt x="168433" y="1820604"/>
                  </a:lnTo>
                  <a:lnTo>
                    <a:pt x="169278" y="1822708"/>
                  </a:lnTo>
                  <a:lnTo>
                    <a:pt x="170123" y="1917356"/>
                  </a:lnTo>
                  <a:lnTo>
                    <a:pt x="170969" y="1960052"/>
                  </a:lnTo>
                  <a:lnTo>
                    <a:pt x="171814" y="1896744"/>
                  </a:lnTo>
                  <a:lnTo>
                    <a:pt x="172659" y="1820394"/>
                  </a:lnTo>
                  <a:lnTo>
                    <a:pt x="173504" y="1761713"/>
                  </a:lnTo>
                  <a:lnTo>
                    <a:pt x="174349" y="1774332"/>
                  </a:lnTo>
                  <a:lnTo>
                    <a:pt x="175194" y="1533927"/>
                  </a:lnTo>
                  <a:lnTo>
                    <a:pt x="176039" y="924181"/>
                  </a:lnTo>
                  <a:lnTo>
                    <a:pt x="176884" y="686933"/>
                  </a:lnTo>
                  <a:lnTo>
                    <a:pt x="177729" y="677888"/>
                  </a:lnTo>
                  <a:lnTo>
                    <a:pt x="178574" y="213693"/>
                  </a:lnTo>
                  <a:lnTo>
                    <a:pt x="179419" y="181510"/>
                  </a:lnTo>
                  <a:lnTo>
                    <a:pt x="180265" y="749190"/>
                  </a:lnTo>
                  <a:lnTo>
                    <a:pt x="181110" y="1056691"/>
                  </a:lnTo>
                  <a:lnTo>
                    <a:pt x="181955" y="1061107"/>
                  </a:lnTo>
                  <a:lnTo>
                    <a:pt x="182800" y="1248512"/>
                  </a:lnTo>
                  <a:lnTo>
                    <a:pt x="183645" y="1541498"/>
                  </a:lnTo>
                  <a:lnTo>
                    <a:pt x="184490" y="1737735"/>
                  </a:lnTo>
                  <a:lnTo>
                    <a:pt x="185335" y="1747411"/>
                  </a:lnTo>
                  <a:lnTo>
                    <a:pt x="186180" y="1772229"/>
                  </a:lnTo>
                  <a:lnTo>
                    <a:pt x="187025" y="1819763"/>
                  </a:lnTo>
                  <a:lnTo>
                    <a:pt x="187870" y="1866667"/>
                  </a:lnTo>
                  <a:lnTo>
                    <a:pt x="188715" y="1843320"/>
                  </a:lnTo>
                  <a:lnTo>
                    <a:pt x="189561" y="1889593"/>
                  </a:lnTo>
                  <a:lnTo>
                    <a:pt x="190406" y="1846054"/>
                  </a:lnTo>
                  <a:lnTo>
                    <a:pt x="191251" y="1693776"/>
                  </a:lnTo>
                  <a:lnTo>
                    <a:pt x="192096" y="1758138"/>
                  </a:lnTo>
                  <a:lnTo>
                    <a:pt x="192941" y="1926400"/>
                  </a:lnTo>
                  <a:lnTo>
                    <a:pt x="193786" y="2037243"/>
                  </a:lnTo>
                  <a:lnTo>
                    <a:pt x="194631" y="1977089"/>
                  </a:lnTo>
                  <a:lnTo>
                    <a:pt x="195476" y="1966993"/>
                  </a:lnTo>
                  <a:lnTo>
                    <a:pt x="196321" y="1980665"/>
                  </a:lnTo>
                  <a:lnTo>
                    <a:pt x="197166" y="1981086"/>
                  </a:lnTo>
                  <a:lnTo>
                    <a:pt x="198011" y="1949536"/>
                  </a:lnTo>
                  <a:lnTo>
                    <a:pt x="198857" y="1887068"/>
                  </a:lnTo>
                  <a:lnTo>
                    <a:pt x="199702" y="1745097"/>
                  </a:lnTo>
                  <a:lnTo>
                    <a:pt x="200547" y="1737315"/>
                  </a:lnTo>
                  <a:lnTo>
                    <a:pt x="201392" y="1805041"/>
                  </a:lnTo>
                  <a:lnTo>
                    <a:pt x="202237" y="1875711"/>
                  </a:lnTo>
                  <a:lnTo>
                    <a:pt x="203082" y="1953533"/>
                  </a:lnTo>
                  <a:lnTo>
                    <a:pt x="203927" y="1868560"/>
                  </a:lnTo>
                  <a:lnTo>
                    <a:pt x="204772" y="1883914"/>
                  </a:lnTo>
                  <a:lnTo>
                    <a:pt x="205617" y="1891696"/>
                  </a:lnTo>
                  <a:lnTo>
                    <a:pt x="206462" y="1819553"/>
                  </a:lnTo>
                  <a:lnTo>
                    <a:pt x="207307" y="1809667"/>
                  </a:lnTo>
                  <a:lnTo>
                    <a:pt x="208153" y="1913991"/>
                  </a:lnTo>
                  <a:lnTo>
                    <a:pt x="208998" y="1806091"/>
                  </a:lnTo>
                  <a:lnTo>
                    <a:pt x="209843" y="1742152"/>
                  </a:lnTo>
                  <a:lnTo>
                    <a:pt x="210688" y="1745938"/>
                  </a:lnTo>
                  <a:lnTo>
                    <a:pt x="211533" y="1815767"/>
                  </a:lnTo>
                  <a:lnTo>
                    <a:pt x="212378" y="1865615"/>
                  </a:lnTo>
                  <a:lnTo>
                    <a:pt x="213223" y="1835538"/>
                  </a:lnTo>
                  <a:lnTo>
                    <a:pt x="214068" y="1819763"/>
                  </a:lnTo>
                  <a:lnTo>
                    <a:pt x="214913" y="1626681"/>
                  </a:lnTo>
                  <a:lnTo>
                    <a:pt x="215758" y="1697562"/>
                  </a:lnTo>
                  <a:lnTo>
                    <a:pt x="216604" y="1744466"/>
                  </a:lnTo>
                  <a:lnTo>
                    <a:pt x="217449" y="1803568"/>
                  </a:lnTo>
                  <a:lnTo>
                    <a:pt x="218294" y="1809036"/>
                  </a:lnTo>
                  <a:lnTo>
                    <a:pt x="219139" y="1776015"/>
                  </a:lnTo>
                  <a:lnTo>
                    <a:pt x="219984" y="1624999"/>
                  </a:lnTo>
                  <a:lnTo>
                    <a:pt x="220829" y="1638040"/>
                  </a:lnTo>
                  <a:lnTo>
                    <a:pt x="221674" y="1763185"/>
                  </a:lnTo>
                  <a:lnTo>
                    <a:pt x="222519" y="1717123"/>
                  </a:lnTo>
                  <a:lnTo>
                    <a:pt x="223364" y="1724274"/>
                  </a:lnTo>
                  <a:lnTo>
                    <a:pt x="224209" y="1786952"/>
                  </a:lnTo>
                  <a:lnTo>
                    <a:pt x="225054" y="1866036"/>
                  </a:lnTo>
                  <a:lnTo>
                    <a:pt x="225900" y="1834276"/>
                  </a:lnTo>
                  <a:lnTo>
                    <a:pt x="226745" y="1800623"/>
                  </a:lnTo>
                  <a:lnTo>
                    <a:pt x="227590" y="1762344"/>
                  </a:lnTo>
                  <a:lnTo>
                    <a:pt x="228435" y="1835958"/>
                  </a:lnTo>
                  <a:lnTo>
                    <a:pt x="229280" y="1940282"/>
                  </a:lnTo>
                  <a:lnTo>
                    <a:pt x="230125" y="1967204"/>
                  </a:lnTo>
                  <a:lnTo>
                    <a:pt x="230970" y="1974565"/>
                  </a:lnTo>
                  <a:lnTo>
                    <a:pt x="231815" y="1867088"/>
                  </a:lnTo>
                  <a:lnTo>
                    <a:pt x="232660" y="1803147"/>
                  </a:lnTo>
                  <a:lnTo>
                    <a:pt x="233505" y="1745097"/>
                  </a:lnTo>
                  <a:lnTo>
                    <a:pt x="234350" y="1818501"/>
                  </a:lnTo>
                  <a:lnTo>
                    <a:pt x="235196" y="1951850"/>
                  </a:lnTo>
                  <a:lnTo>
                    <a:pt x="236041" y="1972252"/>
                  </a:lnTo>
                  <a:lnTo>
                    <a:pt x="236886" y="2036402"/>
                  </a:lnTo>
                  <a:lnTo>
                    <a:pt x="237731" y="1897585"/>
                  </a:lnTo>
                  <a:lnTo>
                    <a:pt x="238576" y="1811560"/>
                  </a:lnTo>
                  <a:lnTo>
                    <a:pt x="239421" y="1742783"/>
                  </a:lnTo>
                  <a:lnTo>
                    <a:pt x="240266" y="1804409"/>
                  </a:lnTo>
                  <a:lnTo>
                    <a:pt x="241111" y="1833015"/>
                  </a:lnTo>
                  <a:lnTo>
                    <a:pt x="241956" y="1819763"/>
                  </a:lnTo>
                  <a:lnTo>
                    <a:pt x="242801" y="1822708"/>
                  </a:lnTo>
                  <a:lnTo>
                    <a:pt x="243646" y="1822918"/>
                  </a:lnTo>
                  <a:lnTo>
                    <a:pt x="244492" y="1852996"/>
                  </a:lnTo>
                  <a:lnTo>
                    <a:pt x="245337" y="1886437"/>
                  </a:lnTo>
                  <a:lnTo>
                    <a:pt x="246182" y="1868560"/>
                  </a:lnTo>
                  <a:lnTo>
                    <a:pt x="247027" y="1855940"/>
                  </a:lnTo>
                  <a:lnTo>
                    <a:pt x="247872" y="1770126"/>
                  </a:lnTo>
                  <a:lnTo>
                    <a:pt x="248717" y="1771598"/>
                  </a:lnTo>
                  <a:lnTo>
                    <a:pt x="249562" y="1788634"/>
                  </a:lnTo>
                  <a:lnTo>
                    <a:pt x="250407" y="1762764"/>
                  </a:lnTo>
                  <a:lnTo>
                    <a:pt x="251252" y="1800623"/>
                  </a:lnTo>
                  <a:lnTo>
                    <a:pt x="252097" y="1936916"/>
                  </a:lnTo>
                  <a:lnTo>
                    <a:pt x="252942" y="1928503"/>
                  </a:lnTo>
                  <a:lnTo>
                    <a:pt x="253788" y="1810930"/>
                  </a:lnTo>
                  <a:lnTo>
                    <a:pt x="254633" y="1849630"/>
                  </a:lnTo>
                  <a:lnTo>
                    <a:pt x="255478" y="1939230"/>
                  </a:lnTo>
                  <a:lnTo>
                    <a:pt x="256323" y="1977089"/>
                  </a:lnTo>
                  <a:lnTo>
                    <a:pt x="257168" y="1992864"/>
                  </a:lnTo>
                  <a:lnTo>
                    <a:pt x="258013" y="1990340"/>
                  </a:lnTo>
                  <a:lnTo>
                    <a:pt x="258858" y="1894010"/>
                  </a:lnTo>
                  <a:lnTo>
                    <a:pt x="259703" y="1820184"/>
                  </a:lnTo>
                  <a:lnTo>
                    <a:pt x="260548" y="1834697"/>
                  </a:lnTo>
                  <a:lnTo>
                    <a:pt x="261393" y="1906629"/>
                  </a:lnTo>
                  <a:lnTo>
                    <a:pt x="262238" y="1961525"/>
                  </a:lnTo>
                  <a:lnTo>
                    <a:pt x="263084" y="1691042"/>
                  </a:lnTo>
                  <a:lnTo>
                    <a:pt x="263929" y="1283425"/>
                  </a:lnTo>
                  <a:lnTo>
                    <a:pt x="264774" y="1097706"/>
                  </a:lnTo>
                  <a:lnTo>
                    <a:pt x="265619" y="1391744"/>
                  </a:lnTo>
                  <a:lnTo>
                    <a:pt x="266464" y="1785269"/>
                  </a:lnTo>
                  <a:lnTo>
                    <a:pt x="267309" y="1943016"/>
                  </a:lnTo>
                  <a:lnTo>
                    <a:pt x="268154" y="1877814"/>
                  </a:lnTo>
                  <a:lnTo>
                    <a:pt x="268999" y="1832593"/>
                  </a:lnTo>
                  <a:lnTo>
                    <a:pt x="269844" y="1877183"/>
                  </a:lnTo>
                  <a:lnTo>
                    <a:pt x="270689" y="1891485"/>
                  </a:lnTo>
                  <a:lnTo>
                    <a:pt x="271534" y="1833225"/>
                  </a:lnTo>
                  <a:lnTo>
                    <a:pt x="272380" y="1761923"/>
                  </a:lnTo>
                  <a:lnTo>
                    <a:pt x="273225" y="1738997"/>
                  </a:lnTo>
                  <a:lnTo>
                    <a:pt x="274070" y="1706608"/>
                  </a:lnTo>
                  <a:lnTo>
                    <a:pt x="274915" y="1747831"/>
                  </a:lnTo>
                  <a:lnTo>
                    <a:pt x="275760" y="1884334"/>
                  </a:lnTo>
                  <a:lnTo>
                    <a:pt x="276605" y="1977300"/>
                  </a:lnTo>
                  <a:lnTo>
                    <a:pt x="277450" y="2031775"/>
                  </a:lnTo>
                  <a:lnTo>
                    <a:pt x="278295" y="2019155"/>
                  </a:lnTo>
                  <a:lnTo>
                    <a:pt x="279140" y="1977089"/>
                  </a:lnTo>
                  <a:lnTo>
                    <a:pt x="279985" y="1937127"/>
                  </a:lnTo>
                  <a:lnTo>
                    <a:pt x="280831" y="1863932"/>
                  </a:lnTo>
                  <a:lnTo>
                    <a:pt x="281676" y="1856151"/>
                  </a:lnTo>
                  <a:lnTo>
                    <a:pt x="282521" y="1751618"/>
                  </a:lnTo>
                  <a:lnTo>
                    <a:pt x="283366" y="1677371"/>
                  </a:lnTo>
                  <a:lnTo>
                    <a:pt x="284211" y="1728691"/>
                  </a:lnTo>
                  <a:lnTo>
                    <a:pt x="285056" y="1875921"/>
                  </a:lnTo>
                  <a:lnTo>
                    <a:pt x="285901" y="1782745"/>
                  </a:lnTo>
                  <a:lnTo>
                    <a:pt x="286746" y="1750145"/>
                  </a:lnTo>
                  <a:lnTo>
                    <a:pt x="287591" y="1842269"/>
                  </a:lnTo>
                  <a:lnTo>
                    <a:pt x="288436" y="1941123"/>
                  </a:lnTo>
                  <a:lnTo>
                    <a:pt x="289281" y="2013266"/>
                  </a:lnTo>
                  <a:lnTo>
                    <a:pt x="290127" y="2065427"/>
                  </a:lnTo>
                  <a:lnTo>
                    <a:pt x="290972" y="2026727"/>
                  </a:lnTo>
                  <a:lnTo>
                    <a:pt x="291817" y="1672744"/>
                  </a:lnTo>
                  <a:lnTo>
                    <a:pt x="292662" y="1481555"/>
                  </a:lnTo>
                  <a:lnTo>
                    <a:pt x="293507" y="1528669"/>
                  </a:lnTo>
                  <a:lnTo>
                    <a:pt x="294352" y="1654655"/>
                  </a:lnTo>
                  <a:lnTo>
                    <a:pt x="295197" y="1716702"/>
                  </a:lnTo>
                  <a:lnTo>
                    <a:pt x="296042" y="1823129"/>
                  </a:lnTo>
                  <a:lnTo>
                    <a:pt x="296887" y="1652131"/>
                  </a:lnTo>
                  <a:lnTo>
                    <a:pt x="297732" y="1100860"/>
                  </a:lnTo>
                  <a:lnTo>
                    <a:pt x="298577" y="940590"/>
                  </a:lnTo>
                  <a:lnTo>
                    <a:pt x="299423" y="1306983"/>
                  </a:lnTo>
                  <a:lnTo>
                    <a:pt x="300268" y="1777697"/>
                  </a:lnTo>
                  <a:lnTo>
                    <a:pt x="301113" y="1810719"/>
                  </a:lnTo>
                  <a:lnTo>
                    <a:pt x="301958" y="1884334"/>
                  </a:lnTo>
                  <a:lnTo>
                    <a:pt x="302803" y="1915463"/>
                  </a:lnTo>
                  <a:lnTo>
                    <a:pt x="303648" y="1962577"/>
                  </a:lnTo>
                  <a:lnTo>
                    <a:pt x="304493" y="1899268"/>
                  </a:lnTo>
                  <a:lnTo>
                    <a:pt x="305338" y="1898847"/>
                  </a:lnTo>
                  <a:lnTo>
                    <a:pt x="306183" y="1805671"/>
                  </a:lnTo>
                  <a:lnTo>
                    <a:pt x="307028" y="1855098"/>
                  </a:lnTo>
                  <a:lnTo>
                    <a:pt x="307873" y="1799572"/>
                  </a:lnTo>
                  <a:lnTo>
                    <a:pt x="308719" y="1665802"/>
                  </a:lnTo>
                  <a:lnTo>
                    <a:pt x="309564" y="1745938"/>
                  </a:lnTo>
                  <a:lnTo>
                    <a:pt x="310409" y="1813874"/>
                  </a:lnTo>
                  <a:lnTo>
                    <a:pt x="311254" y="1865825"/>
                  </a:lnTo>
                  <a:lnTo>
                    <a:pt x="312099" y="1904736"/>
                  </a:lnTo>
                  <a:lnTo>
                    <a:pt x="312944" y="1893589"/>
                  </a:lnTo>
                  <a:lnTo>
                    <a:pt x="313789" y="1695460"/>
                  </a:lnTo>
                  <a:lnTo>
                    <a:pt x="314634" y="1589033"/>
                  </a:lnTo>
                  <a:lnTo>
                    <a:pt x="315479" y="1750776"/>
                  </a:lnTo>
                  <a:lnTo>
                    <a:pt x="316324" y="1927662"/>
                  </a:lnTo>
                  <a:lnTo>
                    <a:pt x="317169" y="1729953"/>
                  </a:lnTo>
                  <a:lnTo>
                    <a:pt x="318015" y="1597656"/>
                  </a:lnTo>
                  <a:lnTo>
                    <a:pt x="318860" y="1647504"/>
                  </a:lnTo>
                  <a:lnTo>
                    <a:pt x="319705" y="1665172"/>
                  </a:lnTo>
                  <a:lnTo>
                    <a:pt x="320550" y="1643297"/>
                  </a:lnTo>
                  <a:lnTo>
                    <a:pt x="321395" y="1657180"/>
                  </a:lnTo>
                  <a:lnTo>
                    <a:pt x="322240" y="1621003"/>
                  </a:lnTo>
                  <a:lnTo>
                    <a:pt x="323085" y="1623106"/>
                  </a:lnTo>
                  <a:lnTo>
                    <a:pt x="323930" y="1724485"/>
                  </a:lnTo>
                  <a:lnTo>
                    <a:pt x="324775" y="1803989"/>
                  </a:lnTo>
                  <a:lnTo>
                    <a:pt x="325620" y="1769074"/>
                  </a:lnTo>
                  <a:lnTo>
                    <a:pt x="326465" y="1752879"/>
                  </a:lnTo>
                  <a:lnTo>
                    <a:pt x="327311" y="1870874"/>
                  </a:lnTo>
                  <a:lnTo>
                    <a:pt x="328156" y="1973935"/>
                  </a:lnTo>
                  <a:lnTo>
                    <a:pt x="329001" y="2050494"/>
                  </a:lnTo>
                  <a:lnTo>
                    <a:pt x="329846" y="2027568"/>
                  </a:lnTo>
                  <a:lnTo>
                    <a:pt x="330691" y="1936706"/>
                  </a:lnTo>
                  <a:lnTo>
                    <a:pt x="331536" y="1708290"/>
                  </a:lnTo>
                  <a:lnTo>
                    <a:pt x="332381" y="1754772"/>
                  </a:lnTo>
                  <a:lnTo>
                    <a:pt x="333226" y="1989289"/>
                  </a:lnTo>
                  <a:lnTo>
                    <a:pt x="334071" y="2061221"/>
                  </a:lnTo>
                  <a:lnTo>
                    <a:pt x="334916" y="2019365"/>
                  </a:lnTo>
                  <a:lnTo>
                    <a:pt x="335762" y="1952060"/>
                  </a:lnTo>
                  <a:lnTo>
                    <a:pt x="336607" y="1875080"/>
                  </a:lnTo>
                  <a:lnTo>
                    <a:pt x="337452" y="1899057"/>
                  </a:lnTo>
                  <a:lnTo>
                    <a:pt x="338297" y="1833014"/>
                  </a:lnTo>
                  <a:lnTo>
                    <a:pt x="339142" y="1849840"/>
                  </a:lnTo>
                  <a:lnTo>
                    <a:pt x="339987" y="1917145"/>
                  </a:lnTo>
                  <a:lnTo>
                    <a:pt x="340832" y="1994336"/>
                  </a:lnTo>
                  <a:lnTo>
                    <a:pt x="341677" y="1909784"/>
                  </a:lnTo>
                  <a:lnTo>
                    <a:pt x="342522" y="1720068"/>
                  </a:lnTo>
                  <a:lnTo>
                    <a:pt x="343367" y="1725958"/>
                  </a:lnTo>
                  <a:lnTo>
                    <a:pt x="344212" y="1932499"/>
                  </a:lnTo>
                  <a:lnTo>
                    <a:pt x="345058" y="1861829"/>
                  </a:lnTo>
                  <a:lnTo>
                    <a:pt x="345903" y="1607751"/>
                  </a:lnTo>
                  <a:lnTo>
                    <a:pt x="346748" y="1433389"/>
                  </a:lnTo>
                  <a:lnTo>
                    <a:pt x="347593" y="1626681"/>
                  </a:lnTo>
                  <a:lnTo>
                    <a:pt x="348438" y="1794524"/>
                  </a:lnTo>
                  <a:lnTo>
                    <a:pt x="349283" y="1740259"/>
                  </a:lnTo>
                  <a:lnTo>
                    <a:pt x="350128" y="1557693"/>
                  </a:lnTo>
                  <a:lnTo>
                    <a:pt x="350973" y="1575993"/>
                  </a:lnTo>
                  <a:lnTo>
                    <a:pt x="351818" y="1720278"/>
                  </a:lnTo>
                  <a:lnTo>
                    <a:pt x="352663" y="1899898"/>
                  </a:lnTo>
                  <a:lnTo>
                    <a:pt x="353508" y="1947854"/>
                  </a:lnTo>
                  <a:lnTo>
                    <a:pt x="354354" y="1925979"/>
                  </a:lnTo>
                  <a:lnTo>
                    <a:pt x="355199" y="1932289"/>
                  </a:lnTo>
                  <a:lnTo>
                    <a:pt x="356044" y="1977931"/>
                  </a:lnTo>
                  <a:lnTo>
                    <a:pt x="356889" y="2012635"/>
                  </a:lnTo>
                  <a:lnTo>
                    <a:pt x="357734" y="1950167"/>
                  </a:lnTo>
                  <a:lnTo>
                    <a:pt x="358579" y="1944068"/>
                  </a:lnTo>
                  <a:lnTo>
                    <a:pt x="359424" y="1934182"/>
                  </a:lnTo>
                  <a:lnTo>
                    <a:pt x="360269" y="1772860"/>
                  </a:lnTo>
                  <a:lnTo>
                    <a:pt x="361114" y="1502166"/>
                  </a:lnTo>
                  <a:lnTo>
                    <a:pt x="361959" y="1354516"/>
                  </a:lnTo>
                  <a:lnTo>
                    <a:pt x="362804" y="1590926"/>
                  </a:lnTo>
                  <a:lnTo>
                    <a:pt x="363650" y="1706186"/>
                  </a:lnTo>
                  <a:lnTo>
                    <a:pt x="364495" y="1795155"/>
                  </a:lnTo>
                  <a:lnTo>
                    <a:pt x="365340" y="1808196"/>
                  </a:lnTo>
                  <a:lnTo>
                    <a:pt x="366185" y="1903054"/>
                  </a:lnTo>
                  <a:lnTo>
                    <a:pt x="367030" y="1740680"/>
                  </a:lnTo>
                  <a:lnTo>
                    <a:pt x="367875" y="1688098"/>
                  </a:lnTo>
                  <a:lnTo>
                    <a:pt x="368720" y="1809667"/>
                  </a:lnTo>
                  <a:lnTo>
                    <a:pt x="369565" y="1839534"/>
                  </a:lnTo>
                  <a:lnTo>
                    <a:pt x="370410" y="1800833"/>
                  </a:lnTo>
                  <a:lnTo>
                    <a:pt x="371255" y="1807354"/>
                  </a:lnTo>
                  <a:lnTo>
                    <a:pt x="372100" y="1842689"/>
                  </a:lnTo>
                  <a:lnTo>
                    <a:pt x="372946" y="1837431"/>
                  </a:lnTo>
                  <a:lnTo>
                    <a:pt x="373791" y="1878025"/>
                  </a:lnTo>
                  <a:lnTo>
                    <a:pt x="374636" y="1831962"/>
                  </a:lnTo>
                  <a:lnTo>
                    <a:pt x="375481" y="1752037"/>
                  </a:lnTo>
                  <a:lnTo>
                    <a:pt x="376326" y="1701980"/>
                  </a:lnTo>
                  <a:lnTo>
                    <a:pt x="377171" y="1740470"/>
                  </a:lnTo>
                  <a:lnTo>
                    <a:pt x="378016" y="1773701"/>
                  </a:lnTo>
                  <a:lnTo>
                    <a:pt x="378861" y="1777697"/>
                  </a:lnTo>
                  <a:lnTo>
                    <a:pt x="379706" y="1683050"/>
                  </a:lnTo>
                  <a:lnTo>
                    <a:pt x="380551" y="1615744"/>
                  </a:lnTo>
                  <a:lnTo>
                    <a:pt x="381396" y="1695670"/>
                  </a:lnTo>
                  <a:lnTo>
                    <a:pt x="382242" y="1900530"/>
                  </a:lnTo>
                  <a:lnTo>
                    <a:pt x="383087" y="1915673"/>
                  </a:lnTo>
                  <a:lnTo>
                    <a:pt x="383932" y="1877814"/>
                  </a:lnTo>
                  <a:lnTo>
                    <a:pt x="384777" y="1907681"/>
                  </a:lnTo>
                  <a:lnTo>
                    <a:pt x="385622" y="2042081"/>
                  </a:lnTo>
                  <a:lnTo>
                    <a:pt x="386467" y="2019155"/>
                  </a:lnTo>
                  <a:lnTo>
                    <a:pt x="387312" y="2027989"/>
                  </a:lnTo>
                  <a:lnTo>
                    <a:pt x="388157" y="1980244"/>
                  </a:lnTo>
                  <a:lnTo>
                    <a:pt x="389002" y="1924087"/>
                  </a:lnTo>
                  <a:lnTo>
                    <a:pt x="389847" y="1915884"/>
                  </a:lnTo>
                  <a:lnTo>
                    <a:pt x="390692" y="1944278"/>
                  </a:lnTo>
                  <a:lnTo>
                    <a:pt x="391538" y="2026727"/>
                  </a:lnTo>
                  <a:lnTo>
                    <a:pt x="392383" y="1915253"/>
                  </a:lnTo>
                  <a:lnTo>
                    <a:pt x="393228" y="1837431"/>
                  </a:lnTo>
                  <a:lnTo>
                    <a:pt x="394073" y="1814505"/>
                  </a:lnTo>
                  <a:lnTo>
                    <a:pt x="394918" y="1856150"/>
                  </a:lnTo>
                  <a:lnTo>
                    <a:pt x="395763" y="1726168"/>
                  </a:lnTo>
                  <a:lnTo>
                    <a:pt x="396608" y="1733108"/>
                  </a:lnTo>
                  <a:lnTo>
                    <a:pt x="397453" y="1840166"/>
                  </a:lnTo>
                  <a:lnTo>
                    <a:pt x="398298" y="1902633"/>
                  </a:lnTo>
                  <a:lnTo>
                    <a:pt x="399143" y="1739629"/>
                  </a:lnTo>
                  <a:lnTo>
                    <a:pt x="399989" y="1801675"/>
                  </a:lnTo>
                  <a:lnTo>
                    <a:pt x="400834" y="1938179"/>
                  </a:lnTo>
                  <a:lnTo>
                    <a:pt x="401679" y="1931448"/>
                  </a:lnTo>
                  <a:lnTo>
                    <a:pt x="402524" y="1800202"/>
                  </a:lnTo>
                  <a:lnTo>
                    <a:pt x="403369" y="1670641"/>
                  </a:lnTo>
                  <a:lnTo>
                    <a:pt x="404214" y="1521307"/>
                  </a:lnTo>
                  <a:lnTo>
                    <a:pt x="405059" y="1597657"/>
                  </a:lnTo>
                  <a:lnTo>
                    <a:pt x="405904" y="1798730"/>
                  </a:lnTo>
                  <a:lnTo>
                    <a:pt x="406749" y="1941543"/>
                  </a:lnTo>
                  <a:lnTo>
                    <a:pt x="407594" y="1970990"/>
                  </a:lnTo>
                  <a:lnTo>
                    <a:pt x="408439" y="1937968"/>
                  </a:lnTo>
                  <a:lnTo>
                    <a:pt x="409285" y="1918197"/>
                  </a:lnTo>
                  <a:lnTo>
                    <a:pt x="410130" y="1949115"/>
                  </a:lnTo>
                  <a:lnTo>
                    <a:pt x="410975" y="1966993"/>
                  </a:lnTo>
                  <a:lnTo>
                    <a:pt x="411820" y="1977300"/>
                  </a:lnTo>
                  <a:lnTo>
                    <a:pt x="412665" y="1894010"/>
                  </a:lnTo>
                  <a:lnTo>
                    <a:pt x="413510" y="1862881"/>
                  </a:lnTo>
                  <a:lnTo>
                    <a:pt x="414355" y="1922404"/>
                  </a:lnTo>
                  <a:lnTo>
                    <a:pt x="415200" y="1951219"/>
                  </a:lnTo>
                  <a:lnTo>
                    <a:pt x="416045" y="1859726"/>
                  </a:lnTo>
                  <a:lnTo>
                    <a:pt x="416890" y="1856571"/>
                  </a:lnTo>
                  <a:lnTo>
                    <a:pt x="417735" y="1967414"/>
                  </a:lnTo>
                  <a:lnTo>
                    <a:pt x="418581" y="2084567"/>
                  </a:lnTo>
                  <a:lnTo>
                    <a:pt x="419426" y="1927242"/>
                  </a:lnTo>
                  <a:lnTo>
                    <a:pt x="420271" y="1892958"/>
                  </a:lnTo>
                  <a:lnTo>
                    <a:pt x="421116" y="1981506"/>
                  </a:lnTo>
                  <a:lnTo>
                    <a:pt x="421961" y="2013266"/>
                  </a:lnTo>
                  <a:lnTo>
                    <a:pt x="422806" y="1973934"/>
                  </a:lnTo>
                  <a:lnTo>
                    <a:pt x="423651" y="1948274"/>
                  </a:lnTo>
                  <a:lnTo>
                    <a:pt x="424496" y="1907681"/>
                  </a:lnTo>
                  <a:lnTo>
                    <a:pt x="425341" y="1851313"/>
                  </a:lnTo>
                  <a:lnTo>
                    <a:pt x="426186" y="1801255"/>
                  </a:lnTo>
                  <a:lnTo>
                    <a:pt x="427031" y="1789476"/>
                  </a:lnTo>
                  <a:lnTo>
                    <a:pt x="427877" y="1865195"/>
                  </a:lnTo>
                  <a:lnTo>
                    <a:pt x="428722" y="2005484"/>
                  </a:lnTo>
                  <a:lnTo>
                    <a:pt x="429567" y="1994336"/>
                  </a:lnTo>
                  <a:lnTo>
                    <a:pt x="430412" y="2019155"/>
                  </a:lnTo>
                  <a:lnTo>
                    <a:pt x="431257" y="2067951"/>
                  </a:lnTo>
                  <a:lnTo>
                    <a:pt x="432102" y="2041871"/>
                  </a:lnTo>
                  <a:lnTo>
                    <a:pt x="432947" y="1935023"/>
                  </a:lnTo>
                  <a:lnTo>
                    <a:pt x="433792" y="1876973"/>
                  </a:lnTo>
                  <a:lnTo>
                    <a:pt x="434637" y="1927241"/>
                  </a:lnTo>
                  <a:lnTo>
                    <a:pt x="435482" y="1892537"/>
                  </a:lnTo>
                  <a:lnTo>
                    <a:pt x="436327" y="1803779"/>
                  </a:lnTo>
                  <a:lnTo>
                    <a:pt x="437173" y="1738577"/>
                  </a:lnTo>
                  <a:lnTo>
                    <a:pt x="438018" y="1782535"/>
                  </a:lnTo>
                  <a:lnTo>
                    <a:pt x="438863" y="1866877"/>
                  </a:lnTo>
                  <a:lnTo>
                    <a:pt x="439708" y="1912098"/>
                  </a:lnTo>
                  <a:lnTo>
                    <a:pt x="440553" y="1898427"/>
                  </a:lnTo>
                  <a:lnTo>
                    <a:pt x="441398" y="1823128"/>
                  </a:lnTo>
                  <a:lnTo>
                    <a:pt x="442243" y="1776646"/>
                  </a:lnTo>
                  <a:lnTo>
                    <a:pt x="443088" y="1782956"/>
                  </a:lnTo>
                  <a:lnTo>
                    <a:pt x="443933" y="1775805"/>
                  </a:lnTo>
                  <a:lnTo>
                    <a:pt x="444778" y="1849841"/>
                  </a:lnTo>
                  <a:lnTo>
                    <a:pt x="445623" y="1956267"/>
                  </a:lnTo>
                  <a:lnTo>
                    <a:pt x="446469" y="1927662"/>
                  </a:lnTo>
                  <a:lnTo>
                    <a:pt x="447314" y="1829859"/>
                  </a:lnTo>
                  <a:lnTo>
                    <a:pt x="448159" y="1655497"/>
                  </a:lnTo>
                  <a:lnTo>
                    <a:pt x="449004" y="1668326"/>
                  </a:lnTo>
                  <a:lnTo>
                    <a:pt x="449849" y="1738998"/>
                  </a:lnTo>
                  <a:lnTo>
                    <a:pt x="450694" y="1894640"/>
                  </a:lnTo>
                  <a:lnTo>
                    <a:pt x="451539" y="1901161"/>
                  </a:lnTo>
                  <a:lnTo>
                    <a:pt x="452384" y="1816818"/>
                  </a:lnTo>
                  <a:lnTo>
                    <a:pt x="453229" y="1667906"/>
                  </a:lnTo>
                  <a:lnTo>
                    <a:pt x="454074" y="1675057"/>
                  </a:lnTo>
                  <a:lnTo>
                    <a:pt x="454919" y="1721751"/>
                  </a:lnTo>
                  <a:lnTo>
                    <a:pt x="455765" y="1902843"/>
                  </a:lnTo>
                  <a:lnTo>
                    <a:pt x="456610" y="2021258"/>
                  </a:lnTo>
                  <a:lnTo>
                    <a:pt x="457455" y="2028199"/>
                  </a:lnTo>
                  <a:lnTo>
                    <a:pt x="458300" y="1861829"/>
                  </a:lnTo>
                  <a:lnTo>
                    <a:pt x="459145" y="1820814"/>
                  </a:lnTo>
                  <a:lnTo>
                    <a:pt x="459990" y="1898847"/>
                  </a:lnTo>
                  <a:lnTo>
                    <a:pt x="460835" y="1912518"/>
                  </a:lnTo>
                  <a:lnTo>
                    <a:pt x="461680" y="1884755"/>
                  </a:lnTo>
                  <a:lnTo>
                    <a:pt x="462525" y="1895061"/>
                  </a:lnTo>
                  <a:lnTo>
                    <a:pt x="463370" y="1903895"/>
                  </a:lnTo>
                  <a:lnTo>
                    <a:pt x="464216" y="1809878"/>
                  </a:lnTo>
                  <a:lnTo>
                    <a:pt x="465061" y="1719017"/>
                  </a:lnTo>
                  <a:lnTo>
                    <a:pt x="465906" y="1623106"/>
                  </a:lnTo>
                  <a:lnTo>
                    <a:pt x="466751" y="1753510"/>
                  </a:lnTo>
                  <a:lnTo>
                    <a:pt x="467596" y="1859726"/>
                  </a:lnTo>
                  <a:lnTo>
                    <a:pt x="468441" y="1888120"/>
                  </a:lnTo>
                  <a:lnTo>
                    <a:pt x="469286" y="1911887"/>
                  </a:lnTo>
                  <a:lnTo>
                    <a:pt x="470131" y="1917145"/>
                  </a:lnTo>
                  <a:lnTo>
                    <a:pt x="470976" y="1833856"/>
                  </a:lnTo>
                  <a:lnTo>
                    <a:pt x="471821" y="1733950"/>
                  </a:lnTo>
                  <a:lnTo>
                    <a:pt x="472666" y="1777908"/>
                  </a:lnTo>
                  <a:lnTo>
                    <a:pt x="473512" y="1870874"/>
                  </a:lnTo>
                  <a:lnTo>
                    <a:pt x="474357" y="1862881"/>
                  </a:lnTo>
                  <a:lnTo>
                    <a:pt x="475202" y="1815977"/>
                  </a:lnTo>
                  <a:lnTo>
                    <a:pt x="476047" y="1825863"/>
                  </a:lnTo>
                  <a:lnTo>
                    <a:pt x="476892" y="1822287"/>
                  </a:lnTo>
                  <a:lnTo>
                    <a:pt x="477737" y="1702400"/>
                  </a:lnTo>
                  <a:lnTo>
                    <a:pt x="478582" y="1565895"/>
                  </a:lnTo>
                  <a:lnTo>
                    <a:pt x="479427" y="1730584"/>
                  </a:lnTo>
                  <a:lnTo>
                    <a:pt x="480272" y="1901161"/>
                  </a:lnTo>
                  <a:lnTo>
                    <a:pt x="481117" y="1948695"/>
                  </a:lnTo>
                  <a:lnTo>
                    <a:pt x="481962" y="1966783"/>
                  </a:lnTo>
                  <a:lnTo>
                    <a:pt x="482808" y="2068372"/>
                  </a:lnTo>
                  <a:lnTo>
                    <a:pt x="483653" y="2057435"/>
                  </a:lnTo>
                  <a:lnTo>
                    <a:pt x="484498" y="1977089"/>
                  </a:lnTo>
                  <a:lnTo>
                    <a:pt x="485343" y="1977720"/>
                  </a:lnTo>
                  <a:lnTo>
                    <a:pt x="486188" y="2000646"/>
                  </a:lnTo>
                  <a:lnTo>
                    <a:pt x="487033" y="1940492"/>
                  </a:lnTo>
                  <a:lnTo>
                    <a:pt x="487878" y="1841848"/>
                  </a:lnTo>
                  <a:lnTo>
                    <a:pt x="488723" y="1766550"/>
                  </a:lnTo>
                  <a:lnTo>
                    <a:pt x="489568" y="1692094"/>
                  </a:lnTo>
                  <a:lnTo>
                    <a:pt x="490413" y="1743835"/>
                  </a:lnTo>
                  <a:lnTo>
                    <a:pt x="491258" y="1817660"/>
                  </a:lnTo>
                  <a:lnTo>
                    <a:pt x="492104" y="1901161"/>
                  </a:lnTo>
                  <a:lnTo>
                    <a:pt x="492949" y="1969097"/>
                  </a:lnTo>
                  <a:lnTo>
                    <a:pt x="493794" y="1951850"/>
                  </a:lnTo>
                  <a:lnTo>
                    <a:pt x="494639" y="1896113"/>
                  </a:lnTo>
                  <a:lnTo>
                    <a:pt x="495484" y="1899268"/>
                  </a:lnTo>
                  <a:lnTo>
                    <a:pt x="496329" y="1962787"/>
                  </a:lnTo>
                  <a:lnTo>
                    <a:pt x="497174" y="1977089"/>
                  </a:lnTo>
                  <a:lnTo>
                    <a:pt x="498019" y="1983820"/>
                  </a:lnTo>
                  <a:lnTo>
                    <a:pt x="498864" y="1845844"/>
                  </a:lnTo>
                  <a:lnTo>
                    <a:pt x="499709" y="1666854"/>
                  </a:lnTo>
                  <a:lnTo>
                    <a:pt x="500554" y="1754561"/>
                  </a:lnTo>
                  <a:lnTo>
                    <a:pt x="501400" y="1890855"/>
                  </a:lnTo>
                  <a:lnTo>
                    <a:pt x="502245" y="1847316"/>
                  </a:lnTo>
                  <a:lnTo>
                    <a:pt x="503090" y="1879918"/>
                  </a:lnTo>
                  <a:lnTo>
                    <a:pt x="503935" y="1974355"/>
                  </a:lnTo>
                  <a:lnTo>
                    <a:pt x="504780" y="1964049"/>
                  </a:lnTo>
                  <a:lnTo>
                    <a:pt x="505625" y="1951429"/>
                  </a:lnTo>
                  <a:lnTo>
                    <a:pt x="506470" y="2013686"/>
                  </a:lnTo>
                  <a:lnTo>
                    <a:pt x="507315" y="2006535"/>
                  </a:lnTo>
                  <a:lnTo>
                    <a:pt x="508160" y="1940492"/>
                  </a:lnTo>
                  <a:lnTo>
                    <a:pt x="509005" y="1786532"/>
                  </a:lnTo>
                  <a:lnTo>
                    <a:pt x="509850" y="1634464"/>
                  </a:lnTo>
                  <a:lnTo>
                    <a:pt x="510696" y="1418456"/>
                  </a:lnTo>
                  <a:lnTo>
                    <a:pt x="511541" y="1234840"/>
                  </a:lnTo>
                  <a:lnTo>
                    <a:pt x="512386" y="1471668"/>
                  </a:lnTo>
                  <a:lnTo>
                    <a:pt x="513231" y="1784639"/>
                  </a:lnTo>
                  <a:lnTo>
                    <a:pt x="514076" y="1869822"/>
                  </a:lnTo>
                  <a:lnTo>
                    <a:pt x="514921" y="1830910"/>
                  </a:lnTo>
                  <a:lnTo>
                    <a:pt x="515766" y="1816818"/>
                  </a:lnTo>
                  <a:lnTo>
                    <a:pt x="516611" y="1760661"/>
                  </a:lnTo>
                  <a:lnTo>
                    <a:pt x="517456" y="1746570"/>
                  </a:lnTo>
                  <a:lnTo>
                    <a:pt x="518301" y="1669379"/>
                  </a:lnTo>
                  <a:lnTo>
                    <a:pt x="519146" y="1636147"/>
                  </a:lnTo>
                  <a:lnTo>
                    <a:pt x="519992" y="1735422"/>
                  </a:lnTo>
                  <a:lnTo>
                    <a:pt x="520837" y="1941754"/>
                  </a:lnTo>
                  <a:lnTo>
                    <a:pt x="521682" y="2033878"/>
                  </a:lnTo>
                  <a:lnTo>
                    <a:pt x="522527" y="1934813"/>
                  </a:lnTo>
                  <a:lnTo>
                    <a:pt x="523372" y="1707658"/>
                  </a:lnTo>
                  <a:lnTo>
                    <a:pt x="524217" y="1660124"/>
                  </a:lnTo>
                  <a:lnTo>
                    <a:pt x="525062" y="1735001"/>
                  </a:lnTo>
                  <a:lnTo>
                    <a:pt x="525907" y="1850051"/>
                  </a:lnTo>
                  <a:lnTo>
                    <a:pt x="526752" y="1860147"/>
                  </a:lnTo>
                  <a:lnTo>
                    <a:pt x="527597" y="1797469"/>
                  </a:lnTo>
                  <a:lnTo>
                    <a:pt x="528443" y="1790527"/>
                  </a:lnTo>
                  <a:lnTo>
                    <a:pt x="529288" y="1831542"/>
                  </a:lnTo>
                  <a:lnTo>
                    <a:pt x="530133" y="1726377"/>
                  </a:lnTo>
                  <a:lnTo>
                    <a:pt x="530978" y="1652762"/>
                  </a:lnTo>
                  <a:lnTo>
                    <a:pt x="531823" y="1696932"/>
                  </a:lnTo>
                  <a:lnTo>
                    <a:pt x="532668" y="1856992"/>
                  </a:lnTo>
                  <a:lnTo>
                    <a:pt x="533513" y="1856571"/>
                  </a:lnTo>
                  <a:lnTo>
                    <a:pt x="534358" y="1958580"/>
                  </a:lnTo>
                  <a:lnTo>
                    <a:pt x="535203" y="1886648"/>
                  </a:lnTo>
                  <a:lnTo>
                    <a:pt x="536048" y="1806512"/>
                  </a:lnTo>
                  <a:lnTo>
                    <a:pt x="536893" y="1790948"/>
                  </a:lnTo>
                  <a:lnTo>
                    <a:pt x="537739" y="1900740"/>
                  </a:lnTo>
                  <a:lnTo>
                    <a:pt x="538584" y="1962997"/>
                  </a:lnTo>
                  <a:lnTo>
                    <a:pt x="539429" y="1952691"/>
                  </a:lnTo>
                  <a:lnTo>
                    <a:pt x="540274" y="1952480"/>
                  </a:lnTo>
                  <a:lnTo>
                    <a:pt x="541119" y="1990761"/>
                  </a:lnTo>
                  <a:lnTo>
                    <a:pt x="541964" y="2060379"/>
                  </a:lnTo>
                  <a:lnTo>
                    <a:pt x="542809" y="2103286"/>
                  </a:lnTo>
                  <a:lnTo>
                    <a:pt x="542809" y="2103286"/>
                  </a:lnTo>
                  <a:lnTo>
                    <a:pt x="543654" y="2066689"/>
                  </a:lnTo>
                  <a:lnTo>
                    <a:pt x="544499" y="1993916"/>
                  </a:lnTo>
                  <a:lnTo>
                    <a:pt x="545344" y="1868349"/>
                  </a:lnTo>
                  <a:lnTo>
                    <a:pt x="546189" y="1830069"/>
                  </a:lnTo>
                  <a:lnTo>
                    <a:pt x="547035" y="1765289"/>
                  </a:lnTo>
                  <a:lnTo>
                    <a:pt x="547880" y="1752668"/>
                  </a:lnTo>
                  <a:lnTo>
                    <a:pt x="548725" y="1874028"/>
                  </a:lnTo>
                  <a:lnTo>
                    <a:pt x="549570" y="2037454"/>
                  </a:lnTo>
                  <a:lnTo>
                    <a:pt x="550415" y="2061221"/>
                  </a:lnTo>
                  <a:lnTo>
                    <a:pt x="551260" y="2064376"/>
                  </a:lnTo>
                  <a:lnTo>
                    <a:pt x="552105" y="2024413"/>
                  </a:lnTo>
                  <a:lnTo>
                    <a:pt x="552950" y="1971621"/>
                  </a:lnTo>
                  <a:lnTo>
                    <a:pt x="553795" y="1947433"/>
                  </a:lnTo>
                  <a:lnTo>
                    <a:pt x="554640" y="1931658"/>
                  </a:lnTo>
                  <a:lnTo>
                    <a:pt x="555485" y="1692515"/>
                  </a:lnTo>
                  <a:lnTo>
                    <a:pt x="556331" y="1548019"/>
                  </a:lnTo>
                  <a:lnTo>
                    <a:pt x="557176" y="1606280"/>
                  </a:lnTo>
                  <a:lnTo>
                    <a:pt x="558021" y="1743835"/>
                  </a:lnTo>
                  <a:lnTo>
                    <a:pt x="558866" y="1744676"/>
                  </a:lnTo>
                  <a:lnTo>
                    <a:pt x="559711" y="1678633"/>
                  </a:lnTo>
                  <a:lnTo>
                    <a:pt x="560556" y="1748252"/>
                  </a:lnTo>
                  <a:lnTo>
                    <a:pt x="561401" y="1823970"/>
                  </a:lnTo>
                  <a:lnTo>
                    <a:pt x="562246" y="1941544"/>
                  </a:lnTo>
                  <a:lnTo>
                    <a:pt x="563091" y="1879497"/>
                  </a:lnTo>
                  <a:lnTo>
                    <a:pt x="563936" y="1761713"/>
                  </a:lnTo>
                  <a:lnTo>
                    <a:pt x="564781" y="1777908"/>
                  </a:lnTo>
                  <a:lnTo>
                    <a:pt x="565627" y="1922614"/>
                  </a:lnTo>
                  <a:lnTo>
                    <a:pt x="566472" y="1984451"/>
                  </a:lnTo>
                  <a:lnTo>
                    <a:pt x="567317" y="1880549"/>
                  </a:lnTo>
                  <a:lnTo>
                    <a:pt x="568162" y="1851313"/>
                  </a:lnTo>
                  <a:lnTo>
                    <a:pt x="569007" y="1897585"/>
                  </a:lnTo>
                  <a:lnTo>
                    <a:pt x="569852" y="1976669"/>
                  </a:lnTo>
                  <a:lnTo>
                    <a:pt x="570697" y="1968255"/>
                  </a:lnTo>
                  <a:lnTo>
                    <a:pt x="571542" y="1961104"/>
                  </a:lnTo>
                  <a:lnTo>
                    <a:pt x="572387" y="1911256"/>
                  </a:lnTo>
                  <a:lnTo>
                    <a:pt x="573232" y="1861409"/>
                  </a:lnTo>
                  <a:lnTo>
                    <a:pt x="574077" y="1684312"/>
                  </a:lnTo>
                  <a:lnTo>
                    <a:pt x="574923" y="1515418"/>
                  </a:lnTo>
                  <a:lnTo>
                    <a:pt x="575768" y="1334956"/>
                  </a:lnTo>
                  <a:lnTo>
                    <a:pt x="576613" y="1453370"/>
                  </a:lnTo>
                  <a:lnTo>
                    <a:pt x="577458" y="1756665"/>
                  </a:lnTo>
                  <a:lnTo>
                    <a:pt x="578303" y="1939650"/>
                  </a:lnTo>
                  <a:lnTo>
                    <a:pt x="579148" y="1882021"/>
                  </a:lnTo>
                  <a:lnTo>
                    <a:pt x="579993" y="1809878"/>
                  </a:lnTo>
                  <a:lnTo>
                    <a:pt x="580838" y="1769916"/>
                  </a:lnTo>
                  <a:lnTo>
                    <a:pt x="581683" y="1697773"/>
                  </a:lnTo>
                  <a:lnTo>
                    <a:pt x="582528" y="1644139"/>
                  </a:lnTo>
                  <a:lnTo>
                    <a:pt x="583373" y="1778328"/>
                  </a:lnTo>
                  <a:lnTo>
                    <a:pt x="584219" y="1992864"/>
                  </a:lnTo>
                  <a:lnTo>
                    <a:pt x="585064" y="1966573"/>
                  </a:lnTo>
                  <a:lnTo>
                    <a:pt x="585909" y="1830280"/>
                  </a:lnTo>
                  <a:lnTo>
                    <a:pt x="586754" y="1680737"/>
                  </a:lnTo>
                  <a:lnTo>
                    <a:pt x="587599" y="1806302"/>
                  </a:lnTo>
                  <a:lnTo>
                    <a:pt x="588444" y="1995178"/>
                  </a:lnTo>
                  <a:lnTo>
                    <a:pt x="589289" y="1977089"/>
                  </a:lnTo>
                  <a:lnTo>
                    <a:pt x="590134" y="1977089"/>
                  </a:lnTo>
                  <a:lnTo>
                    <a:pt x="590979" y="2041240"/>
                  </a:lnTo>
                  <a:lnTo>
                    <a:pt x="591824" y="1985502"/>
                  </a:lnTo>
                  <a:lnTo>
                    <a:pt x="592670" y="1883493"/>
                  </a:lnTo>
                  <a:lnTo>
                    <a:pt x="593515" y="1852785"/>
                  </a:lnTo>
                  <a:lnTo>
                    <a:pt x="594360" y="1883073"/>
                  </a:lnTo>
                  <a:lnTo>
                    <a:pt x="595205" y="1862040"/>
                  </a:lnTo>
                  <a:lnTo>
                    <a:pt x="596050" y="1839955"/>
                  </a:lnTo>
                  <a:lnTo>
                    <a:pt x="596895" y="1907891"/>
                  </a:lnTo>
                  <a:lnTo>
                    <a:pt x="597740" y="1946171"/>
                  </a:lnTo>
                  <a:lnTo>
                    <a:pt x="598585" y="1945540"/>
                  </a:lnTo>
                  <a:lnTo>
                    <a:pt x="599430" y="1899899"/>
                  </a:lnTo>
                  <a:lnTo>
                    <a:pt x="600275" y="1891275"/>
                  </a:lnTo>
                  <a:lnTo>
                    <a:pt x="601120" y="1597235"/>
                  </a:lnTo>
                  <a:lnTo>
                    <a:pt x="601966" y="1153863"/>
                  </a:lnTo>
                  <a:lnTo>
                    <a:pt x="602811" y="282051"/>
                  </a:lnTo>
                  <a:lnTo>
                    <a:pt x="603152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l1000"/>
            <p:cNvSpPr/>
            <p:nvPr/>
          </p:nvSpPr>
          <p:spPr>
            <a:xfrm>
              <a:off x="1395254" y="4276163"/>
              <a:ext cx="298856" cy="2103286"/>
            </a:xfrm>
            <a:custGeom>
              <a:avLst/>
              <a:pathLst>
                <a:path w="298856" h="2103286">
                  <a:moveTo>
                    <a:pt x="0" y="0"/>
                  </a:moveTo>
                  <a:lnTo>
                    <a:pt x="792" y="933860"/>
                  </a:lnTo>
                  <a:lnTo>
                    <a:pt x="1637" y="1723433"/>
                  </a:lnTo>
                  <a:lnTo>
                    <a:pt x="2482" y="1817450"/>
                  </a:lnTo>
                  <a:lnTo>
                    <a:pt x="3327" y="1883493"/>
                  </a:lnTo>
                  <a:lnTo>
                    <a:pt x="4172" y="1950798"/>
                  </a:lnTo>
                  <a:lnTo>
                    <a:pt x="5017" y="1970779"/>
                  </a:lnTo>
                  <a:lnTo>
                    <a:pt x="5862" y="1924297"/>
                  </a:lnTo>
                  <a:lnTo>
                    <a:pt x="6708" y="1827125"/>
                  </a:lnTo>
                  <a:lnTo>
                    <a:pt x="7553" y="1673164"/>
                  </a:lnTo>
                  <a:lnTo>
                    <a:pt x="8398" y="1602703"/>
                  </a:lnTo>
                  <a:lnTo>
                    <a:pt x="9243" y="1712496"/>
                  </a:lnTo>
                  <a:lnTo>
                    <a:pt x="10088" y="1925559"/>
                  </a:lnTo>
                  <a:lnTo>
                    <a:pt x="10933" y="1857412"/>
                  </a:lnTo>
                  <a:lnTo>
                    <a:pt x="11778" y="1790317"/>
                  </a:lnTo>
                  <a:lnTo>
                    <a:pt x="12623" y="1826493"/>
                  </a:lnTo>
                  <a:lnTo>
                    <a:pt x="13468" y="1862250"/>
                  </a:lnTo>
                  <a:lnTo>
                    <a:pt x="14313" y="1806723"/>
                  </a:lnTo>
                  <a:lnTo>
                    <a:pt x="15159" y="1890434"/>
                  </a:lnTo>
                  <a:lnTo>
                    <a:pt x="16004" y="1937758"/>
                  </a:lnTo>
                  <a:lnTo>
                    <a:pt x="16849" y="1831962"/>
                  </a:lnTo>
                  <a:lnTo>
                    <a:pt x="17694" y="1463677"/>
                  </a:lnTo>
                  <a:lnTo>
                    <a:pt x="18539" y="1366294"/>
                  </a:lnTo>
                  <a:lnTo>
                    <a:pt x="19384" y="1604597"/>
                  </a:lnTo>
                  <a:lnTo>
                    <a:pt x="20229" y="1813243"/>
                  </a:lnTo>
                  <a:lnTo>
                    <a:pt x="21074" y="1843951"/>
                  </a:lnTo>
                  <a:lnTo>
                    <a:pt x="21919" y="1664330"/>
                  </a:lnTo>
                  <a:lnTo>
                    <a:pt x="22764" y="1747410"/>
                  </a:lnTo>
                  <a:lnTo>
                    <a:pt x="23609" y="1819133"/>
                  </a:lnTo>
                  <a:lnTo>
                    <a:pt x="24455" y="2027568"/>
                  </a:lnTo>
                  <a:lnTo>
                    <a:pt x="25300" y="1996229"/>
                  </a:lnTo>
                  <a:lnTo>
                    <a:pt x="26145" y="1884335"/>
                  </a:lnTo>
                  <a:lnTo>
                    <a:pt x="26990" y="1728691"/>
                  </a:lnTo>
                  <a:lnTo>
                    <a:pt x="27835" y="1660124"/>
                  </a:lnTo>
                  <a:lnTo>
                    <a:pt x="28680" y="1603756"/>
                  </a:lnTo>
                  <a:lnTo>
                    <a:pt x="29525" y="1590505"/>
                  </a:lnTo>
                  <a:lnTo>
                    <a:pt x="30370" y="1594082"/>
                  </a:lnTo>
                  <a:lnTo>
                    <a:pt x="31215" y="1702611"/>
                  </a:lnTo>
                  <a:lnTo>
                    <a:pt x="32060" y="1723013"/>
                  </a:lnTo>
                  <a:lnTo>
                    <a:pt x="32905" y="1766761"/>
                  </a:lnTo>
                  <a:lnTo>
                    <a:pt x="33751" y="1693146"/>
                  </a:lnTo>
                  <a:lnTo>
                    <a:pt x="34596" y="1752038"/>
                  </a:lnTo>
                  <a:lnTo>
                    <a:pt x="35441" y="1864143"/>
                  </a:lnTo>
                  <a:lnTo>
                    <a:pt x="36286" y="1948274"/>
                  </a:lnTo>
                  <a:lnTo>
                    <a:pt x="37131" y="1807354"/>
                  </a:lnTo>
                  <a:lnTo>
                    <a:pt x="37976" y="1772018"/>
                  </a:lnTo>
                  <a:lnTo>
                    <a:pt x="38821" y="1840165"/>
                  </a:lnTo>
                  <a:lnTo>
                    <a:pt x="39666" y="1899899"/>
                  </a:lnTo>
                  <a:lnTo>
                    <a:pt x="40511" y="1825442"/>
                  </a:lnTo>
                  <a:lnTo>
                    <a:pt x="41356" y="1790318"/>
                  </a:lnTo>
                  <a:lnTo>
                    <a:pt x="42201" y="1712286"/>
                  </a:lnTo>
                  <a:lnTo>
                    <a:pt x="43047" y="1707869"/>
                  </a:lnTo>
                  <a:lnTo>
                    <a:pt x="43892" y="1862250"/>
                  </a:lnTo>
                  <a:lnTo>
                    <a:pt x="44737" y="1963418"/>
                  </a:lnTo>
                  <a:lnTo>
                    <a:pt x="45582" y="1923245"/>
                  </a:lnTo>
                  <a:lnTo>
                    <a:pt x="46427" y="1778539"/>
                  </a:lnTo>
                  <a:lnTo>
                    <a:pt x="47272" y="1603756"/>
                  </a:lnTo>
                  <a:lnTo>
                    <a:pt x="48117" y="1724906"/>
                  </a:lnTo>
                  <a:lnTo>
                    <a:pt x="48962" y="1807774"/>
                  </a:lnTo>
                  <a:lnTo>
                    <a:pt x="49807" y="1878235"/>
                  </a:lnTo>
                  <a:lnTo>
                    <a:pt x="50652" y="1899478"/>
                  </a:lnTo>
                  <a:lnTo>
                    <a:pt x="51497" y="1844582"/>
                  </a:lnTo>
                  <a:lnTo>
                    <a:pt x="52343" y="1774963"/>
                  </a:lnTo>
                  <a:lnTo>
                    <a:pt x="53188" y="1709341"/>
                  </a:lnTo>
                  <a:lnTo>
                    <a:pt x="54033" y="1737525"/>
                  </a:lnTo>
                  <a:lnTo>
                    <a:pt x="54878" y="1654235"/>
                  </a:lnTo>
                  <a:lnTo>
                    <a:pt x="55723" y="1671481"/>
                  </a:lnTo>
                  <a:lnTo>
                    <a:pt x="56568" y="1708290"/>
                  </a:lnTo>
                  <a:lnTo>
                    <a:pt x="57413" y="1740260"/>
                  </a:lnTo>
                  <a:lnTo>
                    <a:pt x="58258" y="1786952"/>
                  </a:lnTo>
                  <a:lnTo>
                    <a:pt x="59103" y="1858674"/>
                  </a:lnTo>
                  <a:lnTo>
                    <a:pt x="59948" y="1991812"/>
                  </a:lnTo>
                  <a:lnTo>
                    <a:pt x="60793" y="1940282"/>
                  </a:lnTo>
                  <a:lnTo>
                    <a:pt x="61639" y="1810930"/>
                  </a:lnTo>
                  <a:lnTo>
                    <a:pt x="62484" y="1825231"/>
                  </a:lnTo>
                  <a:lnTo>
                    <a:pt x="63329" y="1929765"/>
                  </a:lnTo>
                  <a:lnTo>
                    <a:pt x="64174" y="1985713"/>
                  </a:lnTo>
                  <a:lnTo>
                    <a:pt x="65019" y="1911256"/>
                  </a:lnTo>
                  <a:lnTo>
                    <a:pt x="65864" y="1809457"/>
                  </a:lnTo>
                  <a:lnTo>
                    <a:pt x="66709" y="1655917"/>
                  </a:lnTo>
                  <a:lnTo>
                    <a:pt x="67554" y="1496908"/>
                  </a:lnTo>
                  <a:lnTo>
                    <a:pt x="68399" y="1594080"/>
                  </a:lnTo>
                  <a:lnTo>
                    <a:pt x="69244" y="1622475"/>
                  </a:lnTo>
                  <a:lnTo>
                    <a:pt x="70089" y="1614272"/>
                  </a:lnTo>
                  <a:lnTo>
                    <a:pt x="70935" y="1622474"/>
                  </a:lnTo>
                  <a:lnTo>
                    <a:pt x="71780" y="1727009"/>
                  </a:lnTo>
                  <a:lnTo>
                    <a:pt x="72625" y="1624158"/>
                  </a:lnTo>
                  <a:lnTo>
                    <a:pt x="73470" y="1438226"/>
                  </a:lnTo>
                  <a:lnTo>
                    <a:pt x="74315" y="1622055"/>
                  </a:lnTo>
                  <a:lnTo>
                    <a:pt x="75160" y="1961525"/>
                  </a:lnTo>
                  <a:lnTo>
                    <a:pt x="76005" y="2050494"/>
                  </a:lnTo>
                  <a:lnTo>
                    <a:pt x="76850" y="1921352"/>
                  </a:lnTo>
                  <a:lnTo>
                    <a:pt x="77695" y="1674636"/>
                  </a:lnTo>
                  <a:lnTo>
                    <a:pt x="78540" y="1695249"/>
                  </a:lnTo>
                  <a:lnTo>
                    <a:pt x="79386" y="1825232"/>
                  </a:lnTo>
                  <a:lnTo>
                    <a:pt x="80231" y="1894010"/>
                  </a:lnTo>
                  <a:lnTo>
                    <a:pt x="81076" y="1877394"/>
                  </a:lnTo>
                  <a:lnTo>
                    <a:pt x="81921" y="1924296"/>
                  </a:lnTo>
                  <a:lnTo>
                    <a:pt x="82766" y="1929345"/>
                  </a:lnTo>
                  <a:lnTo>
                    <a:pt x="83611" y="1955425"/>
                  </a:lnTo>
                  <a:lnTo>
                    <a:pt x="84456" y="1929345"/>
                  </a:lnTo>
                  <a:lnTo>
                    <a:pt x="85301" y="1982558"/>
                  </a:lnTo>
                  <a:lnTo>
                    <a:pt x="86146" y="1985082"/>
                  </a:lnTo>
                  <a:lnTo>
                    <a:pt x="86991" y="1971621"/>
                  </a:lnTo>
                  <a:lnTo>
                    <a:pt x="87836" y="1767181"/>
                  </a:lnTo>
                  <a:lnTo>
                    <a:pt x="88682" y="1674847"/>
                  </a:lnTo>
                  <a:lnTo>
                    <a:pt x="89527" y="1712496"/>
                  </a:lnTo>
                  <a:lnTo>
                    <a:pt x="90372" y="1846054"/>
                  </a:lnTo>
                  <a:lnTo>
                    <a:pt x="91217" y="1831331"/>
                  </a:lnTo>
                  <a:lnTo>
                    <a:pt x="92062" y="1778959"/>
                  </a:lnTo>
                  <a:lnTo>
                    <a:pt x="92907" y="1858675"/>
                  </a:lnTo>
                  <a:lnTo>
                    <a:pt x="93752" y="2016841"/>
                  </a:lnTo>
                  <a:lnTo>
                    <a:pt x="94597" y="1995809"/>
                  </a:lnTo>
                  <a:lnTo>
                    <a:pt x="95442" y="1940913"/>
                  </a:lnTo>
                  <a:lnTo>
                    <a:pt x="96287" y="1920721"/>
                  </a:lnTo>
                  <a:lnTo>
                    <a:pt x="97132" y="1972883"/>
                  </a:lnTo>
                  <a:lnTo>
                    <a:pt x="97978" y="1922824"/>
                  </a:lnTo>
                  <a:lnTo>
                    <a:pt x="98823" y="1935023"/>
                  </a:lnTo>
                  <a:lnTo>
                    <a:pt x="99668" y="1924507"/>
                  </a:lnTo>
                  <a:lnTo>
                    <a:pt x="100513" y="1948274"/>
                  </a:lnTo>
                  <a:lnTo>
                    <a:pt x="101358" y="1941123"/>
                  </a:lnTo>
                  <a:lnTo>
                    <a:pt x="102203" y="1923035"/>
                  </a:lnTo>
                  <a:lnTo>
                    <a:pt x="103048" y="1830070"/>
                  </a:lnTo>
                  <a:lnTo>
                    <a:pt x="103893" y="1832593"/>
                  </a:lnTo>
                  <a:lnTo>
                    <a:pt x="104738" y="1786742"/>
                  </a:lnTo>
                  <a:lnTo>
                    <a:pt x="105583" y="1796417"/>
                  </a:lnTo>
                  <a:lnTo>
                    <a:pt x="106428" y="1918197"/>
                  </a:lnTo>
                  <a:lnTo>
                    <a:pt x="107274" y="1924507"/>
                  </a:lnTo>
                  <a:lnTo>
                    <a:pt x="108119" y="1715651"/>
                  </a:lnTo>
                  <a:lnTo>
                    <a:pt x="108964" y="1477769"/>
                  </a:lnTo>
                  <a:lnTo>
                    <a:pt x="109809" y="1145239"/>
                  </a:lnTo>
                  <a:lnTo>
                    <a:pt x="110654" y="755289"/>
                  </a:lnTo>
                  <a:lnTo>
                    <a:pt x="111499" y="685669"/>
                  </a:lnTo>
                  <a:lnTo>
                    <a:pt x="112344" y="1111378"/>
                  </a:lnTo>
                  <a:lnTo>
                    <a:pt x="113189" y="1391533"/>
                  </a:lnTo>
                  <a:lnTo>
                    <a:pt x="114034" y="1602284"/>
                  </a:lnTo>
                  <a:lnTo>
                    <a:pt x="114879" y="1901160"/>
                  </a:lnTo>
                  <a:lnTo>
                    <a:pt x="115724" y="2016421"/>
                  </a:lnTo>
                  <a:lnTo>
                    <a:pt x="116570" y="1887489"/>
                  </a:lnTo>
                  <a:lnTo>
                    <a:pt x="117415" y="1780011"/>
                  </a:lnTo>
                  <a:lnTo>
                    <a:pt x="118260" y="1671692"/>
                  </a:lnTo>
                  <a:lnTo>
                    <a:pt x="119105" y="1842899"/>
                  </a:lnTo>
                  <a:lnTo>
                    <a:pt x="119950" y="1916304"/>
                  </a:lnTo>
                  <a:lnTo>
                    <a:pt x="120795" y="1977089"/>
                  </a:lnTo>
                  <a:lnTo>
                    <a:pt x="121640" y="2007797"/>
                  </a:lnTo>
                  <a:lnTo>
                    <a:pt x="122485" y="1998753"/>
                  </a:lnTo>
                  <a:lnTo>
                    <a:pt x="123330" y="1977300"/>
                  </a:lnTo>
                  <a:lnTo>
                    <a:pt x="124175" y="2000646"/>
                  </a:lnTo>
                  <a:lnTo>
                    <a:pt x="125020" y="1955635"/>
                  </a:lnTo>
                  <a:lnTo>
                    <a:pt x="125866" y="1977089"/>
                  </a:lnTo>
                  <a:lnTo>
                    <a:pt x="126711" y="2055332"/>
                  </a:lnTo>
                  <a:lnTo>
                    <a:pt x="127556" y="2061221"/>
                  </a:lnTo>
                  <a:lnTo>
                    <a:pt x="128401" y="2048601"/>
                  </a:lnTo>
                  <a:lnTo>
                    <a:pt x="129246" y="1960684"/>
                  </a:lnTo>
                  <a:lnTo>
                    <a:pt x="130091" y="1835748"/>
                  </a:lnTo>
                  <a:lnTo>
                    <a:pt x="130936" y="1862250"/>
                  </a:lnTo>
                  <a:lnTo>
                    <a:pt x="131781" y="1976669"/>
                  </a:lnTo>
                  <a:lnTo>
                    <a:pt x="132626" y="2039767"/>
                  </a:lnTo>
                  <a:lnTo>
                    <a:pt x="133471" y="2040608"/>
                  </a:lnTo>
                  <a:lnTo>
                    <a:pt x="134316" y="1957529"/>
                  </a:lnTo>
                  <a:lnTo>
                    <a:pt x="135162" y="1893589"/>
                  </a:lnTo>
                  <a:lnTo>
                    <a:pt x="136007" y="1675267"/>
                  </a:lnTo>
                  <a:lnTo>
                    <a:pt x="136852" y="1653604"/>
                  </a:lnTo>
                  <a:lnTo>
                    <a:pt x="137697" y="1821657"/>
                  </a:lnTo>
                  <a:lnTo>
                    <a:pt x="138542" y="1772439"/>
                  </a:lnTo>
                  <a:lnTo>
                    <a:pt x="139387" y="1558955"/>
                  </a:lnTo>
                  <a:lnTo>
                    <a:pt x="140232" y="1624788"/>
                  </a:lnTo>
                  <a:lnTo>
                    <a:pt x="141077" y="1891275"/>
                  </a:lnTo>
                  <a:lnTo>
                    <a:pt x="141922" y="1822497"/>
                  </a:lnTo>
                  <a:lnTo>
                    <a:pt x="142767" y="1477559"/>
                  </a:lnTo>
                  <a:lnTo>
                    <a:pt x="143613" y="1081931"/>
                  </a:lnTo>
                  <a:lnTo>
                    <a:pt x="144458" y="1216962"/>
                  </a:lnTo>
                  <a:lnTo>
                    <a:pt x="145303" y="1687888"/>
                  </a:lnTo>
                  <a:lnTo>
                    <a:pt x="146148" y="1986764"/>
                  </a:lnTo>
                  <a:lnTo>
                    <a:pt x="146993" y="1946592"/>
                  </a:lnTo>
                  <a:lnTo>
                    <a:pt x="147838" y="1808195"/>
                  </a:lnTo>
                  <a:lnTo>
                    <a:pt x="148683" y="1678002"/>
                  </a:lnTo>
                  <a:lnTo>
                    <a:pt x="149528" y="1660755"/>
                  </a:lnTo>
                  <a:lnTo>
                    <a:pt x="150373" y="1631099"/>
                  </a:lnTo>
                  <a:lnTo>
                    <a:pt x="151218" y="1604177"/>
                  </a:lnTo>
                  <a:lnTo>
                    <a:pt x="152063" y="1740259"/>
                  </a:lnTo>
                  <a:lnTo>
                    <a:pt x="152909" y="1910205"/>
                  </a:lnTo>
                  <a:lnTo>
                    <a:pt x="153754" y="1906840"/>
                  </a:lnTo>
                  <a:lnTo>
                    <a:pt x="154599" y="1846054"/>
                  </a:lnTo>
                  <a:lnTo>
                    <a:pt x="155444" y="1878445"/>
                  </a:lnTo>
                  <a:lnTo>
                    <a:pt x="156289" y="1720489"/>
                  </a:lnTo>
                  <a:lnTo>
                    <a:pt x="157134" y="1401000"/>
                  </a:lnTo>
                  <a:lnTo>
                    <a:pt x="157979" y="1532454"/>
                  </a:lnTo>
                  <a:lnTo>
                    <a:pt x="158824" y="1858043"/>
                  </a:lnTo>
                  <a:lnTo>
                    <a:pt x="159669" y="1949747"/>
                  </a:lnTo>
                  <a:lnTo>
                    <a:pt x="160514" y="1874870"/>
                  </a:lnTo>
                  <a:lnTo>
                    <a:pt x="161359" y="1749934"/>
                  </a:lnTo>
                  <a:lnTo>
                    <a:pt x="162205" y="1720279"/>
                  </a:lnTo>
                  <a:lnTo>
                    <a:pt x="163050" y="1646453"/>
                  </a:lnTo>
                  <a:lnTo>
                    <a:pt x="163895" y="1800203"/>
                  </a:lnTo>
                  <a:lnTo>
                    <a:pt x="164740" y="1847527"/>
                  </a:lnTo>
                  <a:lnTo>
                    <a:pt x="165585" y="2007587"/>
                  </a:lnTo>
                  <a:lnTo>
                    <a:pt x="166430" y="2060590"/>
                  </a:lnTo>
                  <a:lnTo>
                    <a:pt x="167275" y="2049863"/>
                  </a:lnTo>
                  <a:lnTo>
                    <a:pt x="168120" y="2061221"/>
                  </a:lnTo>
                  <a:lnTo>
                    <a:pt x="168965" y="2070475"/>
                  </a:lnTo>
                  <a:lnTo>
                    <a:pt x="169810" y="2005904"/>
                  </a:lnTo>
                  <a:lnTo>
                    <a:pt x="170655" y="1935023"/>
                  </a:lnTo>
                  <a:lnTo>
                    <a:pt x="171501" y="1850892"/>
                  </a:lnTo>
                  <a:lnTo>
                    <a:pt x="172346" y="1767813"/>
                  </a:lnTo>
                  <a:lnTo>
                    <a:pt x="173191" y="1619531"/>
                  </a:lnTo>
                  <a:lnTo>
                    <a:pt x="174036" y="1703663"/>
                  </a:lnTo>
                  <a:lnTo>
                    <a:pt x="174881" y="1860988"/>
                  </a:lnTo>
                  <a:lnTo>
                    <a:pt x="175726" y="1956056"/>
                  </a:lnTo>
                  <a:lnTo>
                    <a:pt x="176571" y="1920511"/>
                  </a:lnTo>
                  <a:lnTo>
                    <a:pt x="177416" y="1911466"/>
                  </a:lnTo>
                  <a:lnTo>
                    <a:pt x="178261" y="1947222"/>
                  </a:lnTo>
                  <a:lnTo>
                    <a:pt x="179106" y="2049653"/>
                  </a:lnTo>
                  <a:lnTo>
                    <a:pt x="179951" y="2074261"/>
                  </a:lnTo>
                  <a:lnTo>
                    <a:pt x="180797" y="2103286"/>
                  </a:lnTo>
                  <a:lnTo>
                    <a:pt x="180797" y="2103286"/>
                  </a:lnTo>
                  <a:lnTo>
                    <a:pt x="181642" y="2037243"/>
                  </a:lnTo>
                  <a:lnTo>
                    <a:pt x="182487" y="1971410"/>
                  </a:lnTo>
                  <a:lnTo>
                    <a:pt x="183332" y="1859305"/>
                  </a:lnTo>
                  <a:lnTo>
                    <a:pt x="184177" y="1878445"/>
                  </a:lnTo>
                  <a:lnTo>
                    <a:pt x="185022" y="1817660"/>
                  </a:lnTo>
                  <a:lnTo>
                    <a:pt x="185867" y="1912308"/>
                  </a:lnTo>
                  <a:lnTo>
                    <a:pt x="186712" y="1913359"/>
                  </a:lnTo>
                  <a:lnTo>
                    <a:pt x="187557" y="1841847"/>
                  </a:lnTo>
                  <a:lnTo>
                    <a:pt x="188402" y="1776225"/>
                  </a:lnTo>
                  <a:lnTo>
                    <a:pt x="189247" y="1729323"/>
                  </a:lnTo>
                  <a:lnTo>
                    <a:pt x="190093" y="1753089"/>
                  </a:lnTo>
                  <a:lnTo>
                    <a:pt x="190938" y="1934392"/>
                  </a:lnTo>
                  <a:lnTo>
                    <a:pt x="191783" y="2059117"/>
                  </a:lnTo>
                  <a:lnTo>
                    <a:pt x="192628" y="1902212"/>
                  </a:lnTo>
                  <a:lnTo>
                    <a:pt x="193473" y="1808826"/>
                  </a:lnTo>
                  <a:lnTo>
                    <a:pt x="194318" y="1871084"/>
                  </a:lnTo>
                  <a:lnTo>
                    <a:pt x="195163" y="2044815"/>
                  </a:lnTo>
                  <a:lnTo>
                    <a:pt x="196008" y="2034509"/>
                  </a:lnTo>
                  <a:lnTo>
                    <a:pt x="196853" y="2042081"/>
                  </a:lnTo>
                  <a:lnTo>
                    <a:pt x="197698" y="1872556"/>
                  </a:lnTo>
                  <a:lnTo>
                    <a:pt x="198544" y="1808826"/>
                  </a:lnTo>
                  <a:lnTo>
                    <a:pt x="199389" y="1900109"/>
                  </a:lnTo>
                  <a:lnTo>
                    <a:pt x="200234" y="2075523"/>
                  </a:lnTo>
                  <a:lnTo>
                    <a:pt x="201079" y="1993916"/>
                  </a:lnTo>
                  <a:lnTo>
                    <a:pt x="201924" y="1948064"/>
                  </a:lnTo>
                  <a:lnTo>
                    <a:pt x="202769" y="1964259"/>
                  </a:lnTo>
                  <a:lnTo>
                    <a:pt x="203614" y="1927241"/>
                  </a:lnTo>
                  <a:lnTo>
                    <a:pt x="204459" y="1864143"/>
                  </a:lnTo>
                  <a:lnTo>
                    <a:pt x="205304" y="1833645"/>
                  </a:lnTo>
                  <a:lnTo>
                    <a:pt x="206149" y="1804199"/>
                  </a:lnTo>
                  <a:lnTo>
                    <a:pt x="206994" y="1680106"/>
                  </a:lnTo>
                  <a:lnTo>
                    <a:pt x="207840" y="1553907"/>
                  </a:lnTo>
                  <a:lnTo>
                    <a:pt x="208685" y="1648556"/>
                  </a:lnTo>
                  <a:lnTo>
                    <a:pt x="209530" y="1701559"/>
                  </a:lnTo>
                  <a:lnTo>
                    <a:pt x="210375" y="1721120"/>
                  </a:lnTo>
                  <a:lnTo>
                    <a:pt x="211220" y="1798520"/>
                  </a:lnTo>
                  <a:lnTo>
                    <a:pt x="212065" y="1764868"/>
                  </a:lnTo>
                  <a:lnTo>
                    <a:pt x="212910" y="1805671"/>
                  </a:lnTo>
                  <a:lnTo>
                    <a:pt x="213755" y="1882441"/>
                  </a:lnTo>
                  <a:lnTo>
                    <a:pt x="214600" y="1750355"/>
                  </a:lnTo>
                  <a:lnTo>
                    <a:pt x="215445" y="1624789"/>
                  </a:lnTo>
                  <a:lnTo>
                    <a:pt x="216290" y="1659703"/>
                  </a:lnTo>
                  <a:lnTo>
                    <a:pt x="217136" y="1872767"/>
                  </a:lnTo>
                  <a:lnTo>
                    <a:pt x="217981" y="1902212"/>
                  </a:lnTo>
                  <a:lnTo>
                    <a:pt x="218826" y="1734791"/>
                  </a:lnTo>
                  <a:lnTo>
                    <a:pt x="219671" y="1639722"/>
                  </a:lnTo>
                  <a:lnTo>
                    <a:pt x="220516" y="1854468"/>
                  </a:lnTo>
                  <a:lnTo>
                    <a:pt x="221361" y="2035561"/>
                  </a:lnTo>
                  <a:lnTo>
                    <a:pt x="222206" y="1970569"/>
                  </a:lnTo>
                  <a:lnTo>
                    <a:pt x="223051" y="1932710"/>
                  </a:lnTo>
                  <a:lnTo>
                    <a:pt x="223896" y="1886858"/>
                  </a:lnTo>
                  <a:lnTo>
                    <a:pt x="224741" y="1837221"/>
                  </a:lnTo>
                  <a:lnTo>
                    <a:pt x="225586" y="1789686"/>
                  </a:lnTo>
                  <a:lnTo>
                    <a:pt x="226432" y="1876763"/>
                  </a:lnTo>
                  <a:lnTo>
                    <a:pt x="227277" y="1672533"/>
                  </a:lnTo>
                  <a:lnTo>
                    <a:pt x="228122" y="1482185"/>
                  </a:lnTo>
                  <a:lnTo>
                    <a:pt x="228967" y="1499853"/>
                  </a:lnTo>
                  <a:lnTo>
                    <a:pt x="229812" y="1794524"/>
                  </a:lnTo>
                  <a:lnTo>
                    <a:pt x="230657" y="1835538"/>
                  </a:lnTo>
                  <a:lnTo>
                    <a:pt x="231502" y="1758347"/>
                  </a:lnTo>
                  <a:lnTo>
                    <a:pt x="232347" y="1684522"/>
                  </a:lnTo>
                  <a:lnTo>
                    <a:pt x="233192" y="1709342"/>
                  </a:lnTo>
                  <a:lnTo>
                    <a:pt x="234037" y="1675688"/>
                  </a:lnTo>
                  <a:lnTo>
                    <a:pt x="234882" y="1672954"/>
                  </a:lnTo>
                  <a:lnTo>
                    <a:pt x="235728" y="1493124"/>
                  </a:lnTo>
                  <a:lnTo>
                    <a:pt x="236573" y="1657180"/>
                  </a:lnTo>
                  <a:lnTo>
                    <a:pt x="237418" y="1773281"/>
                  </a:lnTo>
                  <a:lnTo>
                    <a:pt x="238263" y="1903685"/>
                  </a:lnTo>
                  <a:lnTo>
                    <a:pt x="239108" y="1874449"/>
                  </a:lnTo>
                  <a:lnTo>
                    <a:pt x="239953" y="1894219"/>
                  </a:lnTo>
                  <a:lnTo>
                    <a:pt x="240798" y="1942175"/>
                  </a:lnTo>
                  <a:lnTo>
                    <a:pt x="241643" y="1983610"/>
                  </a:lnTo>
                  <a:lnTo>
                    <a:pt x="242488" y="2018314"/>
                  </a:lnTo>
                  <a:lnTo>
                    <a:pt x="243333" y="1968255"/>
                  </a:lnTo>
                  <a:lnTo>
                    <a:pt x="244178" y="1834066"/>
                  </a:lnTo>
                  <a:lnTo>
                    <a:pt x="245024" y="1652342"/>
                  </a:lnTo>
                  <a:lnTo>
                    <a:pt x="245869" y="1735001"/>
                  </a:lnTo>
                  <a:lnTo>
                    <a:pt x="246714" y="1919459"/>
                  </a:lnTo>
                  <a:lnTo>
                    <a:pt x="247559" y="2050494"/>
                  </a:lnTo>
                  <a:lnTo>
                    <a:pt x="248404" y="2052177"/>
                  </a:lnTo>
                  <a:lnTo>
                    <a:pt x="249249" y="2050284"/>
                  </a:lnTo>
                  <a:lnTo>
                    <a:pt x="250094" y="1955846"/>
                  </a:lnTo>
                  <a:lnTo>
                    <a:pt x="250939" y="1955215"/>
                  </a:lnTo>
                  <a:lnTo>
                    <a:pt x="251784" y="1945540"/>
                  </a:lnTo>
                  <a:lnTo>
                    <a:pt x="252629" y="1992654"/>
                  </a:lnTo>
                  <a:lnTo>
                    <a:pt x="253474" y="1832593"/>
                  </a:lnTo>
                  <a:lnTo>
                    <a:pt x="254320" y="1808826"/>
                  </a:lnTo>
                  <a:lnTo>
                    <a:pt x="255165" y="1901792"/>
                  </a:lnTo>
                  <a:lnTo>
                    <a:pt x="256010" y="2001698"/>
                  </a:lnTo>
                  <a:lnTo>
                    <a:pt x="256855" y="1655917"/>
                  </a:lnTo>
                  <a:lnTo>
                    <a:pt x="257700" y="1497539"/>
                  </a:lnTo>
                  <a:lnTo>
                    <a:pt x="258545" y="1552016"/>
                  </a:lnTo>
                  <a:lnTo>
                    <a:pt x="259390" y="1799362"/>
                  </a:lnTo>
                  <a:lnTo>
                    <a:pt x="260235" y="1891065"/>
                  </a:lnTo>
                  <a:lnTo>
                    <a:pt x="261080" y="1900109"/>
                  </a:lnTo>
                  <a:lnTo>
                    <a:pt x="261925" y="1922404"/>
                  </a:lnTo>
                  <a:lnTo>
                    <a:pt x="262771" y="1817239"/>
                  </a:lnTo>
                  <a:lnTo>
                    <a:pt x="263616" y="1784428"/>
                  </a:lnTo>
                  <a:lnTo>
                    <a:pt x="264461" y="1700508"/>
                  </a:lnTo>
                  <a:lnTo>
                    <a:pt x="265306" y="1725326"/>
                  </a:lnTo>
                  <a:lnTo>
                    <a:pt x="266151" y="1679264"/>
                  </a:lnTo>
                  <a:lnTo>
                    <a:pt x="266996" y="1578937"/>
                  </a:lnTo>
                  <a:lnTo>
                    <a:pt x="267841" y="1692094"/>
                  </a:lnTo>
                  <a:lnTo>
                    <a:pt x="268686" y="1858043"/>
                  </a:lnTo>
                  <a:lnTo>
                    <a:pt x="269531" y="1916935"/>
                  </a:lnTo>
                  <a:lnTo>
                    <a:pt x="270376" y="1878866"/>
                  </a:lnTo>
                  <a:lnTo>
                    <a:pt x="271221" y="1818501"/>
                  </a:lnTo>
                  <a:lnTo>
                    <a:pt x="272067" y="1752458"/>
                  </a:lnTo>
                  <a:lnTo>
                    <a:pt x="272912" y="1729111"/>
                  </a:lnTo>
                  <a:lnTo>
                    <a:pt x="273757" y="1742993"/>
                  </a:lnTo>
                  <a:lnTo>
                    <a:pt x="274602" y="1852154"/>
                  </a:lnTo>
                  <a:lnTo>
                    <a:pt x="275447" y="1979193"/>
                  </a:lnTo>
                  <a:lnTo>
                    <a:pt x="276292" y="1947433"/>
                  </a:lnTo>
                  <a:lnTo>
                    <a:pt x="277137" y="1846895"/>
                  </a:lnTo>
                  <a:lnTo>
                    <a:pt x="277982" y="1827966"/>
                  </a:lnTo>
                  <a:lnTo>
                    <a:pt x="278827" y="1847737"/>
                  </a:lnTo>
                  <a:lnTo>
                    <a:pt x="279672" y="1725326"/>
                  </a:lnTo>
                  <a:lnTo>
                    <a:pt x="280517" y="1675267"/>
                  </a:lnTo>
                  <a:lnTo>
                    <a:pt x="281363" y="1799782"/>
                  </a:lnTo>
                  <a:lnTo>
                    <a:pt x="282208" y="1920301"/>
                  </a:lnTo>
                  <a:lnTo>
                    <a:pt x="283053" y="1928714"/>
                  </a:lnTo>
                  <a:lnTo>
                    <a:pt x="283898" y="1685153"/>
                  </a:lnTo>
                  <a:lnTo>
                    <a:pt x="284743" y="1409624"/>
                  </a:lnTo>
                  <a:lnTo>
                    <a:pt x="285588" y="1337061"/>
                  </a:lnTo>
                  <a:lnTo>
                    <a:pt x="286433" y="1485551"/>
                  </a:lnTo>
                  <a:lnTo>
                    <a:pt x="287278" y="1568210"/>
                  </a:lnTo>
                  <a:lnTo>
                    <a:pt x="288123" y="1777277"/>
                  </a:lnTo>
                  <a:lnTo>
                    <a:pt x="288968" y="1969938"/>
                  </a:lnTo>
                  <a:lnTo>
                    <a:pt x="289813" y="2071106"/>
                  </a:lnTo>
                  <a:lnTo>
                    <a:pt x="290659" y="1962787"/>
                  </a:lnTo>
                  <a:lnTo>
                    <a:pt x="291504" y="1756876"/>
                  </a:lnTo>
                  <a:lnTo>
                    <a:pt x="292349" y="1702401"/>
                  </a:lnTo>
                  <a:lnTo>
                    <a:pt x="293194" y="1802305"/>
                  </a:lnTo>
                  <a:lnTo>
                    <a:pt x="294039" y="1957949"/>
                  </a:lnTo>
                  <a:lnTo>
                    <a:pt x="294884" y="2034089"/>
                  </a:lnTo>
                  <a:lnTo>
                    <a:pt x="295729" y="2020207"/>
                  </a:lnTo>
                  <a:lnTo>
                    <a:pt x="296574" y="2030723"/>
                  </a:lnTo>
                  <a:lnTo>
                    <a:pt x="297419" y="1791790"/>
                  </a:lnTo>
                  <a:lnTo>
                    <a:pt x="298264" y="635402"/>
                  </a:lnTo>
                  <a:lnTo>
                    <a:pt x="298856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l1001"/>
            <p:cNvSpPr/>
            <p:nvPr/>
          </p:nvSpPr>
          <p:spPr>
            <a:xfrm>
              <a:off x="1694757" y="4276163"/>
              <a:ext cx="6452668" cy="2103286"/>
            </a:xfrm>
            <a:custGeom>
              <a:avLst/>
              <a:pathLst>
                <a:path w="6452668" h="2103286">
                  <a:moveTo>
                    <a:pt x="0" y="0"/>
                  </a:moveTo>
                  <a:lnTo>
                    <a:pt x="451" y="312549"/>
                  </a:lnTo>
                  <a:lnTo>
                    <a:pt x="1296" y="1487865"/>
                  </a:lnTo>
                  <a:lnTo>
                    <a:pt x="2142" y="1781694"/>
                  </a:lnTo>
                  <a:lnTo>
                    <a:pt x="2987" y="1718806"/>
                  </a:lnTo>
                  <a:lnTo>
                    <a:pt x="3832" y="1651290"/>
                  </a:lnTo>
                  <a:lnTo>
                    <a:pt x="4677" y="1717334"/>
                  </a:lnTo>
                  <a:lnTo>
                    <a:pt x="5522" y="1875290"/>
                  </a:lnTo>
                  <a:lnTo>
                    <a:pt x="6367" y="1967835"/>
                  </a:lnTo>
                  <a:lnTo>
                    <a:pt x="7212" y="1896113"/>
                  </a:lnTo>
                  <a:lnTo>
                    <a:pt x="8057" y="1757296"/>
                  </a:lnTo>
                  <a:lnTo>
                    <a:pt x="8902" y="1669379"/>
                  </a:lnTo>
                  <a:lnTo>
                    <a:pt x="9747" y="1693356"/>
                  </a:lnTo>
                  <a:lnTo>
                    <a:pt x="10592" y="1733319"/>
                  </a:lnTo>
                  <a:lnTo>
                    <a:pt x="11438" y="1641825"/>
                  </a:lnTo>
                  <a:lnTo>
                    <a:pt x="12283" y="1622475"/>
                  </a:lnTo>
                  <a:lnTo>
                    <a:pt x="13128" y="1682419"/>
                  </a:lnTo>
                  <a:lnTo>
                    <a:pt x="13973" y="1670640"/>
                  </a:lnTo>
                  <a:lnTo>
                    <a:pt x="14818" y="1625419"/>
                  </a:lnTo>
                  <a:lnTo>
                    <a:pt x="15663" y="1645191"/>
                  </a:lnTo>
                  <a:lnTo>
                    <a:pt x="16508" y="1813664"/>
                  </a:lnTo>
                  <a:lnTo>
                    <a:pt x="17353" y="1839535"/>
                  </a:lnTo>
                  <a:lnTo>
                    <a:pt x="18198" y="1768864"/>
                  </a:lnTo>
                  <a:lnTo>
                    <a:pt x="19043" y="1774122"/>
                  </a:lnTo>
                  <a:lnTo>
                    <a:pt x="19889" y="1726378"/>
                  </a:lnTo>
                  <a:lnTo>
                    <a:pt x="20734" y="1820605"/>
                  </a:lnTo>
                  <a:lnTo>
                    <a:pt x="21579" y="1835538"/>
                  </a:lnTo>
                  <a:lnTo>
                    <a:pt x="22424" y="1899688"/>
                  </a:lnTo>
                  <a:lnTo>
                    <a:pt x="23269" y="1935444"/>
                  </a:lnTo>
                  <a:lnTo>
                    <a:pt x="24114" y="1871504"/>
                  </a:lnTo>
                  <a:lnTo>
                    <a:pt x="24959" y="1758768"/>
                  </a:lnTo>
                  <a:lnTo>
                    <a:pt x="25804" y="1684103"/>
                  </a:lnTo>
                  <a:lnTo>
                    <a:pt x="26649" y="1802305"/>
                  </a:lnTo>
                  <a:lnTo>
                    <a:pt x="27494" y="2020207"/>
                  </a:lnTo>
                  <a:lnTo>
                    <a:pt x="28339" y="2084147"/>
                  </a:lnTo>
                  <a:lnTo>
                    <a:pt x="29185" y="2012214"/>
                  </a:lnTo>
                  <a:lnTo>
                    <a:pt x="30030" y="1935024"/>
                  </a:lnTo>
                  <a:lnTo>
                    <a:pt x="30875" y="1790738"/>
                  </a:lnTo>
                  <a:lnTo>
                    <a:pt x="31720" y="1576623"/>
                  </a:lnTo>
                  <a:lnTo>
                    <a:pt x="32565" y="1503850"/>
                  </a:lnTo>
                  <a:lnTo>
                    <a:pt x="33410" y="1749514"/>
                  </a:lnTo>
                  <a:lnTo>
                    <a:pt x="34255" y="1992864"/>
                  </a:lnTo>
                  <a:lnTo>
                    <a:pt x="35100" y="2071737"/>
                  </a:lnTo>
                  <a:lnTo>
                    <a:pt x="35945" y="2074892"/>
                  </a:lnTo>
                  <a:lnTo>
                    <a:pt x="36790" y="1992233"/>
                  </a:lnTo>
                  <a:lnTo>
                    <a:pt x="37635" y="1975407"/>
                  </a:lnTo>
                  <a:lnTo>
                    <a:pt x="38481" y="2000856"/>
                  </a:lnTo>
                  <a:lnTo>
                    <a:pt x="39326" y="1949957"/>
                  </a:lnTo>
                  <a:lnTo>
                    <a:pt x="40171" y="1869822"/>
                  </a:lnTo>
                  <a:lnTo>
                    <a:pt x="41016" y="1744045"/>
                  </a:lnTo>
                  <a:lnTo>
                    <a:pt x="41861" y="1650028"/>
                  </a:lnTo>
                  <a:lnTo>
                    <a:pt x="42706" y="1556221"/>
                  </a:lnTo>
                  <a:lnTo>
                    <a:pt x="43551" y="1731426"/>
                  </a:lnTo>
                  <a:lnTo>
                    <a:pt x="44396" y="1830280"/>
                  </a:lnTo>
                  <a:lnTo>
                    <a:pt x="45241" y="1911467"/>
                  </a:lnTo>
                  <a:lnTo>
                    <a:pt x="46086" y="1912308"/>
                  </a:lnTo>
                  <a:lnTo>
                    <a:pt x="46931" y="1802096"/>
                  </a:lnTo>
                  <a:lnTo>
                    <a:pt x="47777" y="1679053"/>
                  </a:lnTo>
                  <a:lnTo>
                    <a:pt x="48622" y="1603126"/>
                  </a:lnTo>
                  <a:lnTo>
                    <a:pt x="49467" y="1754351"/>
                  </a:lnTo>
                  <a:lnTo>
                    <a:pt x="50312" y="1795996"/>
                  </a:lnTo>
                  <a:lnTo>
                    <a:pt x="51157" y="1723223"/>
                  </a:lnTo>
                  <a:lnTo>
                    <a:pt x="52002" y="1703873"/>
                  </a:lnTo>
                  <a:lnTo>
                    <a:pt x="52847" y="1729533"/>
                  </a:lnTo>
                  <a:lnTo>
                    <a:pt x="53692" y="1788845"/>
                  </a:lnTo>
                  <a:lnTo>
                    <a:pt x="54537" y="1843741"/>
                  </a:lnTo>
                  <a:lnTo>
                    <a:pt x="55382" y="1994547"/>
                  </a:lnTo>
                  <a:lnTo>
                    <a:pt x="56227" y="2026516"/>
                  </a:lnTo>
                  <a:lnTo>
                    <a:pt x="57073" y="1923876"/>
                  </a:lnTo>
                  <a:lnTo>
                    <a:pt x="57918" y="1844793"/>
                  </a:lnTo>
                  <a:lnTo>
                    <a:pt x="58763" y="1611117"/>
                  </a:lnTo>
                  <a:lnTo>
                    <a:pt x="59608" y="1578728"/>
                  </a:lnTo>
                  <a:lnTo>
                    <a:pt x="60453" y="1784219"/>
                  </a:lnTo>
                  <a:lnTo>
                    <a:pt x="61298" y="2069213"/>
                  </a:lnTo>
                  <a:lnTo>
                    <a:pt x="62143" y="2081623"/>
                  </a:lnTo>
                  <a:lnTo>
                    <a:pt x="62988" y="2061221"/>
                  </a:lnTo>
                  <a:lnTo>
                    <a:pt x="63833" y="2033037"/>
                  </a:lnTo>
                  <a:lnTo>
                    <a:pt x="64678" y="2014107"/>
                  </a:lnTo>
                  <a:lnTo>
                    <a:pt x="65523" y="1874028"/>
                  </a:lnTo>
                  <a:lnTo>
                    <a:pt x="66369" y="1869191"/>
                  </a:lnTo>
                  <a:lnTo>
                    <a:pt x="67214" y="1918828"/>
                  </a:lnTo>
                  <a:lnTo>
                    <a:pt x="68059" y="1926400"/>
                  </a:lnTo>
                  <a:lnTo>
                    <a:pt x="68904" y="1905578"/>
                  </a:lnTo>
                  <a:lnTo>
                    <a:pt x="69749" y="1841216"/>
                  </a:lnTo>
                  <a:lnTo>
                    <a:pt x="70594" y="1746780"/>
                  </a:lnTo>
                  <a:lnTo>
                    <a:pt x="71439" y="1728902"/>
                  </a:lnTo>
                  <a:lnTo>
                    <a:pt x="72284" y="1771598"/>
                  </a:lnTo>
                  <a:lnTo>
                    <a:pt x="73129" y="1835328"/>
                  </a:lnTo>
                  <a:lnTo>
                    <a:pt x="73974" y="1834486"/>
                  </a:lnTo>
                  <a:lnTo>
                    <a:pt x="74819" y="1836169"/>
                  </a:lnTo>
                  <a:lnTo>
                    <a:pt x="75665" y="1703451"/>
                  </a:lnTo>
                  <a:lnTo>
                    <a:pt x="76510" y="1472300"/>
                  </a:lnTo>
                  <a:lnTo>
                    <a:pt x="77355" y="1334325"/>
                  </a:lnTo>
                  <a:lnTo>
                    <a:pt x="78200" y="1419508"/>
                  </a:lnTo>
                  <a:lnTo>
                    <a:pt x="79045" y="1747411"/>
                  </a:lnTo>
                  <a:lnTo>
                    <a:pt x="79890" y="1925348"/>
                  </a:lnTo>
                  <a:lnTo>
                    <a:pt x="80735" y="1902843"/>
                  </a:lnTo>
                  <a:lnTo>
                    <a:pt x="81580" y="1920090"/>
                  </a:lnTo>
                  <a:lnTo>
                    <a:pt x="82425" y="1860146"/>
                  </a:lnTo>
                  <a:lnTo>
                    <a:pt x="83270" y="1680105"/>
                  </a:lnTo>
                  <a:lnTo>
                    <a:pt x="84116" y="1662859"/>
                  </a:lnTo>
                  <a:lnTo>
                    <a:pt x="84961" y="1707869"/>
                  </a:lnTo>
                  <a:lnTo>
                    <a:pt x="85806" y="1777487"/>
                  </a:lnTo>
                  <a:lnTo>
                    <a:pt x="86651" y="1666224"/>
                  </a:lnTo>
                  <a:lnTo>
                    <a:pt x="87496" y="1837010"/>
                  </a:lnTo>
                  <a:lnTo>
                    <a:pt x="88341" y="1911046"/>
                  </a:lnTo>
                  <a:lnTo>
                    <a:pt x="89186" y="1886017"/>
                  </a:lnTo>
                  <a:lnTo>
                    <a:pt x="90031" y="1705345"/>
                  </a:lnTo>
                  <a:lnTo>
                    <a:pt x="90876" y="1730585"/>
                  </a:lnTo>
                  <a:lnTo>
                    <a:pt x="91721" y="1937127"/>
                  </a:lnTo>
                  <a:lnTo>
                    <a:pt x="92566" y="1947643"/>
                  </a:lnTo>
                  <a:lnTo>
                    <a:pt x="93412" y="1881600"/>
                  </a:lnTo>
                  <a:lnTo>
                    <a:pt x="94257" y="1748042"/>
                  </a:lnTo>
                  <a:lnTo>
                    <a:pt x="95102" y="1839324"/>
                  </a:lnTo>
                  <a:lnTo>
                    <a:pt x="95947" y="1889592"/>
                  </a:lnTo>
                  <a:lnTo>
                    <a:pt x="96792" y="1959211"/>
                  </a:lnTo>
                  <a:lnTo>
                    <a:pt x="97637" y="1818922"/>
                  </a:lnTo>
                  <a:lnTo>
                    <a:pt x="98482" y="1730163"/>
                  </a:lnTo>
                  <a:lnTo>
                    <a:pt x="99327" y="1725747"/>
                  </a:lnTo>
                  <a:lnTo>
                    <a:pt x="100172" y="1849630"/>
                  </a:lnTo>
                  <a:lnTo>
                    <a:pt x="101017" y="1917777"/>
                  </a:lnTo>
                  <a:lnTo>
                    <a:pt x="101862" y="1868980"/>
                  </a:lnTo>
                  <a:lnTo>
                    <a:pt x="102708" y="1819763"/>
                  </a:lnTo>
                  <a:lnTo>
                    <a:pt x="103553" y="1802727"/>
                  </a:lnTo>
                  <a:lnTo>
                    <a:pt x="104398" y="1809247"/>
                  </a:lnTo>
                  <a:lnTo>
                    <a:pt x="105243" y="1794103"/>
                  </a:lnTo>
                  <a:lnTo>
                    <a:pt x="106088" y="1814084"/>
                  </a:lnTo>
                  <a:lnTo>
                    <a:pt x="106933" y="1874659"/>
                  </a:lnTo>
                  <a:lnTo>
                    <a:pt x="107778" y="1905367"/>
                  </a:lnTo>
                  <a:lnTo>
                    <a:pt x="108623" y="1801885"/>
                  </a:lnTo>
                  <a:lnTo>
                    <a:pt x="109468" y="1662017"/>
                  </a:lnTo>
                  <a:lnTo>
                    <a:pt x="110313" y="1576202"/>
                  </a:lnTo>
                  <a:lnTo>
                    <a:pt x="111158" y="1698615"/>
                  </a:lnTo>
                  <a:lnTo>
                    <a:pt x="112004" y="1802726"/>
                  </a:lnTo>
                  <a:lnTo>
                    <a:pt x="112849" y="1864984"/>
                  </a:lnTo>
                  <a:lnTo>
                    <a:pt x="113694" y="1798310"/>
                  </a:lnTo>
                  <a:lnTo>
                    <a:pt x="114539" y="1816398"/>
                  </a:lnTo>
                  <a:lnTo>
                    <a:pt x="115384" y="1865615"/>
                  </a:lnTo>
                  <a:lnTo>
                    <a:pt x="116229" y="1921352"/>
                  </a:lnTo>
                  <a:lnTo>
                    <a:pt x="117074" y="1951218"/>
                  </a:lnTo>
                  <a:lnTo>
                    <a:pt x="117919" y="1945540"/>
                  </a:lnTo>
                  <a:lnTo>
                    <a:pt x="118764" y="1957108"/>
                  </a:lnTo>
                  <a:lnTo>
                    <a:pt x="119609" y="1965101"/>
                  </a:lnTo>
                  <a:lnTo>
                    <a:pt x="120454" y="2006115"/>
                  </a:lnTo>
                  <a:lnTo>
                    <a:pt x="121300" y="1796207"/>
                  </a:lnTo>
                  <a:lnTo>
                    <a:pt x="122145" y="1643087"/>
                  </a:lnTo>
                  <a:lnTo>
                    <a:pt x="122990" y="1457157"/>
                  </a:lnTo>
                  <a:lnTo>
                    <a:pt x="123835" y="1632361"/>
                  </a:lnTo>
                  <a:lnTo>
                    <a:pt x="124680" y="1761081"/>
                  </a:lnTo>
                  <a:lnTo>
                    <a:pt x="125525" y="1756455"/>
                  </a:lnTo>
                  <a:lnTo>
                    <a:pt x="126370" y="1656969"/>
                  </a:lnTo>
                  <a:lnTo>
                    <a:pt x="127215" y="1617428"/>
                  </a:lnTo>
                  <a:lnTo>
                    <a:pt x="128060" y="1652973"/>
                  </a:lnTo>
                  <a:lnTo>
                    <a:pt x="128905" y="1587561"/>
                  </a:lnTo>
                  <a:lnTo>
                    <a:pt x="129750" y="1318549"/>
                  </a:lnTo>
                  <a:lnTo>
                    <a:pt x="130596" y="1252717"/>
                  </a:lnTo>
                  <a:lnTo>
                    <a:pt x="131441" y="1512263"/>
                  </a:lnTo>
                  <a:lnTo>
                    <a:pt x="132286" y="1912308"/>
                  </a:lnTo>
                  <a:lnTo>
                    <a:pt x="133131" y="1979823"/>
                  </a:lnTo>
                  <a:lnTo>
                    <a:pt x="133976" y="1907681"/>
                  </a:lnTo>
                  <a:lnTo>
                    <a:pt x="134821" y="1798099"/>
                  </a:lnTo>
                  <a:lnTo>
                    <a:pt x="135666" y="1745097"/>
                  </a:lnTo>
                  <a:lnTo>
                    <a:pt x="136511" y="1764447"/>
                  </a:lnTo>
                  <a:lnTo>
                    <a:pt x="137356" y="1844792"/>
                  </a:lnTo>
                  <a:lnTo>
                    <a:pt x="138201" y="1955846"/>
                  </a:lnTo>
                  <a:lnTo>
                    <a:pt x="139047" y="1938599"/>
                  </a:lnTo>
                  <a:lnTo>
                    <a:pt x="139892" y="1883073"/>
                  </a:lnTo>
                  <a:lnTo>
                    <a:pt x="140737" y="1828387"/>
                  </a:lnTo>
                  <a:lnTo>
                    <a:pt x="141582" y="1903685"/>
                  </a:lnTo>
                  <a:lnTo>
                    <a:pt x="142427" y="1924928"/>
                  </a:lnTo>
                  <a:lnTo>
                    <a:pt x="143272" y="1991602"/>
                  </a:lnTo>
                  <a:lnTo>
                    <a:pt x="144117" y="1999594"/>
                  </a:lnTo>
                  <a:lnTo>
                    <a:pt x="144962" y="1932079"/>
                  </a:lnTo>
                  <a:lnTo>
                    <a:pt x="145807" y="1805251"/>
                  </a:lnTo>
                  <a:lnTo>
                    <a:pt x="146652" y="1682629"/>
                  </a:lnTo>
                  <a:lnTo>
                    <a:pt x="147497" y="1769074"/>
                  </a:lnTo>
                  <a:lnTo>
                    <a:pt x="148343" y="1943016"/>
                  </a:lnTo>
                  <a:lnTo>
                    <a:pt x="149188" y="1871294"/>
                  </a:lnTo>
                  <a:lnTo>
                    <a:pt x="150033" y="1777908"/>
                  </a:lnTo>
                  <a:lnTo>
                    <a:pt x="150878" y="1779590"/>
                  </a:lnTo>
                  <a:lnTo>
                    <a:pt x="151723" y="1713968"/>
                  </a:lnTo>
                  <a:lnTo>
                    <a:pt x="152568" y="1785690"/>
                  </a:lnTo>
                  <a:lnTo>
                    <a:pt x="153413" y="1814295"/>
                  </a:lnTo>
                  <a:lnTo>
                    <a:pt x="154258" y="1861619"/>
                  </a:lnTo>
                  <a:lnTo>
                    <a:pt x="155103" y="1846265"/>
                  </a:lnTo>
                  <a:lnTo>
                    <a:pt x="155948" y="1892748"/>
                  </a:lnTo>
                  <a:lnTo>
                    <a:pt x="156793" y="1886017"/>
                  </a:lnTo>
                  <a:lnTo>
                    <a:pt x="157639" y="1919038"/>
                  </a:lnTo>
                  <a:lnTo>
                    <a:pt x="158484" y="1968255"/>
                  </a:lnTo>
                  <a:lnTo>
                    <a:pt x="159329" y="1867718"/>
                  </a:lnTo>
                  <a:lnTo>
                    <a:pt x="160174" y="1850892"/>
                  </a:lnTo>
                  <a:lnTo>
                    <a:pt x="161019" y="1904105"/>
                  </a:lnTo>
                  <a:lnTo>
                    <a:pt x="161864" y="1944909"/>
                  </a:lnTo>
                  <a:lnTo>
                    <a:pt x="162709" y="1808826"/>
                  </a:lnTo>
                  <a:lnTo>
                    <a:pt x="163554" y="1666223"/>
                  </a:lnTo>
                  <a:lnTo>
                    <a:pt x="164399" y="1672954"/>
                  </a:lnTo>
                  <a:lnTo>
                    <a:pt x="165244" y="1871715"/>
                  </a:lnTo>
                  <a:lnTo>
                    <a:pt x="166089" y="2034930"/>
                  </a:lnTo>
                  <a:lnTo>
                    <a:pt x="166935" y="2025885"/>
                  </a:lnTo>
                  <a:lnTo>
                    <a:pt x="167780" y="1876763"/>
                  </a:lnTo>
                  <a:lnTo>
                    <a:pt x="168625" y="1821445"/>
                  </a:lnTo>
                  <a:lnTo>
                    <a:pt x="169470" y="1940703"/>
                  </a:lnTo>
                  <a:lnTo>
                    <a:pt x="170315" y="2051335"/>
                  </a:lnTo>
                  <a:lnTo>
                    <a:pt x="171160" y="2019155"/>
                  </a:lnTo>
                  <a:lnTo>
                    <a:pt x="172005" y="2025675"/>
                  </a:lnTo>
                  <a:lnTo>
                    <a:pt x="172850" y="2051756"/>
                  </a:lnTo>
                  <a:lnTo>
                    <a:pt x="173695" y="1977089"/>
                  </a:lnTo>
                  <a:lnTo>
                    <a:pt x="174540" y="1977089"/>
                  </a:lnTo>
                  <a:lnTo>
                    <a:pt x="175385" y="2028830"/>
                  </a:lnTo>
                  <a:lnTo>
                    <a:pt x="176231" y="1949115"/>
                  </a:lnTo>
                  <a:lnTo>
                    <a:pt x="177076" y="1937968"/>
                  </a:lnTo>
                  <a:lnTo>
                    <a:pt x="177921" y="2046708"/>
                  </a:lnTo>
                  <a:lnTo>
                    <a:pt x="178766" y="2070265"/>
                  </a:lnTo>
                  <a:lnTo>
                    <a:pt x="179611" y="1939440"/>
                  </a:lnTo>
                  <a:lnTo>
                    <a:pt x="180456" y="1873187"/>
                  </a:lnTo>
                  <a:lnTo>
                    <a:pt x="181301" y="1880759"/>
                  </a:lnTo>
                  <a:lnTo>
                    <a:pt x="182146" y="1753299"/>
                  </a:lnTo>
                  <a:lnTo>
                    <a:pt x="182991" y="1578096"/>
                  </a:lnTo>
                  <a:lnTo>
                    <a:pt x="183836" y="1598077"/>
                  </a:lnTo>
                  <a:lnTo>
                    <a:pt x="184681" y="1571785"/>
                  </a:lnTo>
                  <a:lnTo>
                    <a:pt x="185527" y="1483025"/>
                  </a:lnTo>
                  <a:lnTo>
                    <a:pt x="186372" y="1601653"/>
                  </a:lnTo>
                  <a:lnTo>
                    <a:pt x="187217" y="1911256"/>
                  </a:lnTo>
                  <a:lnTo>
                    <a:pt x="188062" y="1958370"/>
                  </a:lnTo>
                  <a:lnTo>
                    <a:pt x="188907" y="1870242"/>
                  </a:lnTo>
                  <a:lnTo>
                    <a:pt x="189752" y="1816608"/>
                  </a:lnTo>
                  <a:lnTo>
                    <a:pt x="190597" y="1912729"/>
                  </a:lnTo>
                  <a:lnTo>
                    <a:pt x="191442" y="2013266"/>
                  </a:lnTo>
                  <a:lnTo>
                    <a:pt x="192287" y="2037874"/>
                  </a:lnTo>
                  <a:lnTo>
                    <a:pt x="193132" y="1963208"/>
                  </a:lnTo>
                  <a:lnTo>
                    <a:pt x="193977" y="1935023"/>
                  </a:lnTo>
                  <a:lnTo>
                    <a:pt x="194823" y="2036192"/>
                  </a:lnTo>
                  <a:lnTo>
                    <a:pt x="195668" y="2016631"/>
                  </a:lnTo>
                  <a:lnTo>
                    <a:pt x="196513" y="1922404"/>
                  </a:lnTo>
                  <a:lnTo>
                    <a:pt x="197358" y="1864353"/>
                  </a:lnTo>
                  <a:lnTo>
                    <a:pt x="198203" y="1882021"/>
                  </a:lnTo>
                  <a:lnTo>
                    <a:pt x="199048" y="1817660"/>
                  </a:lnTo>
                  <a:lnTo>
                    <a:pt x="199893" y="1777277"/>
                  </a:lnTo>
                  <a:lnTo>
                    <a:pt x="200738" y="1757085"/>
                  </a:lnTo>
                  <a:lnTo>
                    <a:pt x="201583" y="1871715"/>
                  </a:lnTo>
                  <a:lnTo>
                    <a:pt x="202428" y="1993074"/>
                  </a:lnTo>
                  <a:lnTo>
                    <a:pt x="203274" y="2061010"/>
                  </a:lnTo>
                  <a:lnTo>
                    <a:pt x="204119" y="2003170"/>
                  </a:lnTo>
                  <a:lnTo>
                    <a:pt x="204964" y="1858674"/>
                  </a:lnTo>
                  <a:lnTo>
                    <a:pt x="205809" y="1771177"/>
                  </a:lnTo>
                  <a:lnTo>
                    <a:pt x="206654" y="1849420"/>
                  </a:lnTo>
                  <a:lnTo>
                    <a:pt x="207499" y="1848368"/>
                  </a:lnTo>
                  <a:lnTo>
                    <a:pt x="208344" y="1867087"/>
                  </a:lnTo>
                  <a:lnTo>
                    <a:pt x="209189" y="1969938"/>
                  </a:lnTo>
                  <a:lnTo>
                    <a:pt x="210034" y="1888331"/>
                  </a:lnTo>
                  <a:lnTo>
                    <a:pt x="210879" y="1687467"/>
                  </a:lnTo>
                  <a:lnTo>
                    <a:pt x="211724" y="1597867"/>
                  </a:lnTo>
                  <a:lnTo>
                    <a:pt x="212570" y="1716282"/>
                  </a:lnTo>
                  <a:lnTo>
                    <a:pt x="213415" y="1937127"/>
                  </a:lnTo>
                  <a:lnTo>
                    <a:pt x="214260" y="1996019"/>
                  </a:lnTo>
                  <a:lnTo>
                    <a:pt x="215105" y="2024623"/>
                  </a:lnTo>
                  <a:lnTo>
                    <a:pt x="215950" y="2044184"/>
                  </a:lnTo>
                  <a:lnTo>
                    <a:pt x="216795" y="2020627"/>
                  </a:lnTo>
                  <a:lnTo>
                    <a:pt x="217640" y="2041870"/>
                  </a:lnTo>
                  <a:lnTo>
                    <a:pt x="218485" y="2003380"/>
                  </a:lnTo>
                  <a:lnTo>
                    <a:pt x="219330" y="1935444"/>
                  </a:lnTo>
                  <a:lnTo>
                    <a:pt x="220175" y="1903685"/>
                  </a:lnTo>
                  <a:lnTo>
                    <a:pt x="221020" y="1917356"/>
                  </a:lnTo>
                  <a:lnTo>
                    <a:pt x="221866" y="1870663"/>
                  </a:lnTo>
                  <a:lnTo>
                    <a:pt x="222711" y="1934182"/>
                  </a:lnTo>
                  <a:lnTo>
                    <a:pt x="223556" y="1990550"/>
                  </a:lnTo>
                  <a:lnTo>
                    <a:pt x="224401" y="1951850"/>
                  </a:lnTo>
                  <a:lnTo>
                    <a:pt x="225246" y="1877183"/>
                  </a:lnTo>
                  <a:lnTo>
                    <a:pt x="226091" y="1853416"/>
                  </a:lnTo>
                  <a:lnTo>
                    <a:pt x="226936" y="1697983"/>
                  </a:lnTo>
                  <a:lnTo>
                    <a:pt x="227781" y="1560638"/>
                  </a:lnTo>
                  <a:lnTo>
                    <a:pt x="228626" y="1557693"/>
                  </a:lnTo>
                  <a:lnTo>
                    <a:pt x="229471" y="1824390"/>
                  </a:lnTo>
                  <a:lnTo>
                    <a:pt x="230316" y="1935865"/>
                  </a:lnTo>
                  <a:lnTo>
                    <a:pt x="231162" y="2037664"/>
                  </a:lnTo>
                  <a:lnTo>
                    <a:pt x="232007" y="2050494"/>
                  </a:lnTo>
                  <a:lnTo>
                    <a:pt x="232852" y="2063534"/>
                  </a:lnTo>
                  <a:lnTo>
                    <a:pt x="233697" y="2103286"/>
                  </a:lnTo>
                  <a:lnTo>
                    <a:pt x="233697" y="2103286"/>
                  </a:lnTo>
                  <a:lnTo>
                    <a:pt x="234542" y="2103286"/>
                  </a:lnTo>
                  <a:lnTo>
                    <a:pt x="235387" y="2070896"/>
                  </a:lnTo>
                  <a:lnTo>
                    <a:pt x="236232" y="2027568"/>
                  </a:lnTo>
                  <a:lnTo>
                    <a:pt x="237077" y="1903474"/>
                  </a:lnTo>
                  <a:lnTo>
                    <a:pt x="237922" y="1842478"/>
                  </a:lnTo>
                  <a:lnTo>
                    <a:pt x="238767" y="1841006"/>
                  </a:lnTo>
                  <a:lnTo>
                    <a:pt x="239612" y="1891065"/>
                  </a:lnTo>
                  <a:lnTo>
                    <a:pt x="240458" y="1887910"/>
                  </a:lnTo>
                  <a:lnTo>
                    <a:pt x="241303" y="1917145"/>
                  </a:lnTo>
                  <a:lnTo>
                    <a:pt x="242148" y="1931868"/>
                  </a:lnTo>
                  <a:lnTo>
                    <a:pt x="242993" y="1905367"/>
                  </a:lnTo>
                  <a:lnTo>
                    <a:pt x="243838" y="1870242"/>
                  </a:lnTo>
                  <a:lnTo>
                    <a:pt x="244683" y="1901792"/>
                  </a:lnTo>
                  <a:lnTo>
                    <a:pt x="245528" y="1877814"/>
                  </a:lnTo>
                  <a:lnTo>
                    <a:pt x="246373" y="1810088"/>
                  </a:lnTo>
                  <a:lnTo>
                    <a:pt x="247218" y="1847527"/>
                  </a:lnTo>
                  <a:lnTo>
                    <a:pt x="248063" y="2000646"/>
                  </a:lnTo>
                  <a:lnTo>
                    <a:pt x="248908" y="1982347"/>
                  </a:lnTo>
                  <a:lnTo>
                    <a:pt x="249754" y="1884124"/>
                  </a:lnTo>
                  <a:lnTo>
                    <a:pt x="250599" y="1644770"/>
                  </a:lnTo>
                  <a:lnTo>
                    <a:pt x="251444" y="1666644"/>
                  </a:lnTo>
                  <a:lnTo>
                    <a:pt x="252289" y="1789055"/>
                  </a:lnTo>
                  <a:lnTo>
                    <a:pt x="253134" y="1868139"/>
                  </a:lnTo>
                  <a:lnTo>
                    <a:pt x="253979" y="1765078"/>
                  </a:lnTo>
                  <a:lnTo>
                    <a:pt x="254824" y="1723644"/>
                  </a:lnTo>
                  <a:lnTo>
                    <a:pt x="255669" y="1831332"/>
                  </a:lnTo>
                  <a:lnTo>
                    <a:pt x="256514" y="1941333"/>
                  </a:lnTo>
                  <a:lnTo>
                    <a:pt x="257359" y="1991181"/>
                  </a:lnTo>
                  <a:lnTo>
                    <a:pt x="258204" y="1968045"/>
                  </a:lnTo>
                  <a:lnTo>
                    <a:pt x="259050" y="1965311"/>
                  </a:lnTo>
                  <a:lnTo>
                    <a:pt x="259895" y="1947222"/>
                  </a:lnTo>
                  <a:lnTo>
                    <a:pt x="260740" y="1907050"/>
                  </a:lnTo>
                  <a:lnTo>
                    <a:pt x="261585" y="1893168"/>
                  </a:lnTo>
                  <a:lnTo>
                    <a:pt x="262430" y="1747201"/>
                  </a:lnTo>
                  <a:lnTo>
                    <a:pt x="263275" y="1717334"/>
                  </a:lnTo>
                  <a:lnTo>
                    <a:pt x="264120" y="1757506"/>
                  </a:lnTo>
                  <a:lnTo>
                    <a:pt x="264965" y="1998332"/>
                  </a:lnTo>
                  <a:lnTo>
                    <a:pt x="265810" y="2086671"/>
                  </a:lnTo>
                  <a:lnTo>
                    <a:pt x="266655" y="2068372"/>
                  </a:lnTo>
                  <a:lnTo>
                    <a:pt x="267501" y="2051966"/>
                  </a:lnTo>
                  <a:lnTo>
                    <a:pt x="268346" y="1898216"/>
                  </a:lnTo>
                  <a:lnTo>
                    <a:pt x="269191" y="1748042"/>
                  </a:lnTo>
                  <a:lnTo>
                    <a:pt x="270036" y="1775384"/>
                  </a:lnTo>
                  <a:lnTo>
                    <a:pt x="270881" y="1965311"/>
                  </a:lnTo>
                  <a:lnTo>
                    <a:pt x="271726" y="2010742"/>
                  </a:lnTo>
                  <a:lnTo>
                    <a:pt x="272571" y="1856360"/>
                  </a:lnTo>
                  <a:lnTo>
                    <a:pt x="273416" y="1698615"/>
                  </a:lnTo>
                  <a:lnTo>
                    <a:pt x="274261" y="1610697"/>
                  </a:lnTo>
                  <a:lnTo>
                    <a:pt x="275106" y="1689150"/>
                  </a:lnTo>
                  <a:lnTo>
                    <a:pt x="275951" y="1769705"/>
                  </a:lnTo>
                  <a:lnTo>
                    <a:pt x="276797" y="1979824"/>
                  </a:lnTo>
                  <a:lnTo>
                    <a:pt x="277642" y="2061221"/>
                  </a:lnTo>
                  <a:lnTo>
                    <a:pt x="278487" y="2087933"/>
                  </a:lnTo>
                  <a:lnTo>
                    <a:pt x="279332" y="2061221"/>
                  </a:lnTo>
                  <a:lnTo>
                    <a:pt x="280177" y="2044394"/>
                  </a:lnTo>
                  <a:lnTo>
                    <a:pt x="281022" y="2000436"/>
                  </a:lnTo>
                  <a:lnTo>
                    <a:pt x="281867" y="1911677"/>
                  </a:lnTo>
                  <a:lnTo>
                    <a:pt x="282712" y="1935865"/>
                  </a:lnTo>
                  <a:lnTo>
                    <a:pt x="283557" y="2020207"/>
                  </a:lnTo>
                  <a:lnTo>
                    <a:pt x="284402" y="2004222"/>
                  </a:lnTo>
                  <a:lnTo>
                    <a:pt x="285247" y="1948905"/>
                  </a:lnTo>
                  <a:lnTo>
                    <a:pt x="286093" y="1956266"/>
                  </a:lnTo>
                  <a:lnTo>
                    <a:pt x="286938" y="1999594"/>
                  </a:lnTo>
                  <a:lnTo>
                    <a:pt x="287783" y="1884334"/>
                  </a:lnTo>
                  <a:lnTo>
                    <a:pt x="288628" y="1866457"/>
                  </a:lnTo>
                  <a:lnTo>
                    <a:pt x="289473" y="1935655"/>
                  </a:lnTo>
                  <a:lnTo>
                    <a:pt x="290318" y="1890644"/>
                  </a:lnTo>
                  <a:lnTo>
                    <a:pt x="291163" y="1877183"/>
                  </a:lnTo>
                  <a:lnTo>
                    <a:pt x="292008" y="1950378"/>
                  </a:lnTo>
                  <a:lnTo>
                    <a:pt x="292853" y="1971410"/>
                  </a:lnTo>
                  <a:lnTo>
                    <a:pt x="293698" y="1952270"/>
                  </a:lnTo>
                  <a:lnTo>
                    <a:pt x="294543" y="1952481"/>
                  </a:lnTo>
                  <a:lnTo>
                    <a:pt x="295389" y="1946171"/>
                  </a:lnTo>
                  <a:lnTo>
                    <a:pt x="296234" y="1778539"/>
                  </a:lnTo>
                  <a:lnTo>
                    <a:pt x="297079" y="1660755"/>
                  </a:lnTo>
                  <a:lnTo>
                    <a:pt x="297924" y="1712075"/>
                  </a:lnTo>
                  <a:lnTo>
                    <a:pt x="298769" y="1742363"/>
                  </a:lnTo>
                  <a:lnTo>
                    <a:pt x="299614" y="1715020"/>
                  </a:lnTo>
                  <a:lnTo>
                    <a:pt x="300459" y="1701769"/>
                  </a:lnTo>
                  <a:lnTo>
                    <a:pt x="301304" y="1888120"/>
                  </a:lnTo>
                  <a:lnTo>
                    <a:pt x="302149" y="1933972"/>
                  </a:lnTo>
                  <a:lnTo>
                    <a:pt x="302994" y="1838062"/>
                  </a:lnTo>
                  <a:lnTo>
                    <a:pt x="303839" y="1753721"/>
                  </a:lnTo>
                  <a:lnTo>
                    <a:pt x="304685" y="1868560"/>
                  </a:lnTo>
                  <a:lnTo>
                    <a:pt x="305530" y="1901161"/>
                  </a:lnTo>
                  <a:lnTo>
                    <a:pt x="306375" y="1959842"/>
                  </a:lnTo>
                  <a:lnTo>
                    <a:pt x="307220" y="1937968"/>
                  </a:lnTo>
                  <a:lnTo>
                    <a:pt x="308065" y="1985923"/>
                  </a:lnTo>
                  <a:lnTo>
                    <a:pt x="308910" y="1907470"/>
                  </a:lnTo>
                  <a:lnTo>
                    <a:pt x="309755" y="1805461"/>
                  </a:lnTo>
                  <a:lnTo>
                    <a:pt x="310600" y="1771177"/>
                  </a:lnTo>
                  <a:lnTo>
                    <a:pt x="311445" y="1871925"/>
                  </a:lnTo>
                  <a:lnTo>
                    <a:pt x="312290" y="1956687"/>
                  </a:lnTo>
                  <a:lnTo>
                    <a:pt x="313135" y="1927873"/>
                  </a:lnTo>
                  <a:lnTo>
                    <a:pt x="313981" y="1829018"/>
                  </a:lnTo>
                  <a:lnTo>
                    <a:pt x="314826" y="1688519"/>
                  </a:lnTo>
                  <a:lnTo>
                    <a:pt x="315671" y="1655496"/>
                  </a:lnTo>
                  <a:lnTo>
                    <a:pt x="316516" y="1683260"/>
                  </a:lnTo>
                  <a:lnTo>
                    <a:pt x="317361" y="1902843"/>
                  </a:lnTo>
                  <a:lnTo>
                    <a:pt x="318206" y="1961315"/>
                  </a:lnTo>
                  <a:lnTo>
                    <a:pt x="319051" y="1870453"/>
                  </a:lnTo>
                  <a:lnTo>
                    <a:pt x="319896" y="1887910"/>
                  </a:lnTo>
                  <a:lnTo>
                    <a:pt x="320741" y="1981086"/>
                  </a:lnTo>
                  <a:lnTo>
                    <a:pt x="321586" y="1987185"/>
                  </a:lnTo>
                  <a:lnTo>
                    <a:pt x="322431" y="1899688"/>
                  </a:lnTo>
                  <a:lnTo>
                    <a:pt x="323277" y="1926190"/>
                  </a:lnTo>
                  <a:lnTo>
                    <a:pt x="324122" y="1873818"/>
                  </a:lnTo>
                  <a:lnTo>
                    <a:pt x="324967" y="1863722"/>
                  </a:lnTo>
                  <a:lnTo>
                    <a:pt x="325812" y="1920090"/>
                  </a:lnTo>
                  <a:lnTo>
                    <a:pt x="326657" y="1854468"/>
                  </a:lnTo>
                  <a:lnTo>
                    <a:pt x="327502" y="1737104"/>
                  </a:lnTo>
                  <a:lnTo>
                    <a:pt x="328347" y="1719438"/>
                  </a:lnTo>
                  <a:lnTo>
                    <a:pt x="329192" y="1824811"/>
                  </a:lnTo>
                  <a:lnTo>
                    <a:pt x="330037" y="1836169"/>
                  </a:lnTo>
                  <a:lnTo>
                    <a:pt x="330882" y="1878445"/>
                  </a:lnTo>
                  <a:lnTo>
                    <a:pt x="331728" y="1869611"/>
                  </a:lnTo>
                  <a:lnTo>
                    <a:pt x="332573" y="1882021"/>
                  </a:lnTo>
                  <a:lnTo>
                    <a:pt x="333418" y="1850261"/>
                  </a:lnTo>
                  <a:lnTo>
                    <a:pt x="334263" y="1839113"/>
                  </a:lnTo>
                  <a:lnTo>
                    <a:pt x="335108" y="1858675"/>
                  </a:lnTo>
                  <a:lnTo>
                    <a:pt x="335953" y="1852154"/>
                  </a:lnTo>
                  <a:lnTo>
                    <a:pt x="336798" y="1894641"/>
                  </a:lnTo>
                  <a:lnTo>
                    <a:pt x="337643" y="1918618"/>
                  </a:lnTo>
                  <a:lnTo>
                    <a:pt x="338488" y="1886017"/>
                  </a:lnTo>
                  <a:lnTo>
                    <a:pt x="339333" y="1802516"/>
                  </a:lnTo>
                  <a:lnTo>
                    <a:pt x="340178" y="1761082"/>
                  </a:lnTo>
                  <a:lnTo>
                    <a:pt x="341024" y="1848158"/>
                  </a:lnTo>
                  <a:lnTo>
                    <a:pt x="341869" y="1917566"/>
                  </a:lnTo>
                  <a:lnTo>
                    <a:pt x="342714" y="1955846"/>
                  </a:lnTo>
                  <a:lnTo>
                    <a:pt x="343559" y="1977510"/>
                  </a:lnTo>
                  <a:lnTo>
                    <a:pt x="344404" y="2060169"/>
                  </a:lnTo>
                  <a:lnTo>
                    <a:pt x="345249" y="2038505"/>
                  </a:lnTo>
                  <a:lnTo>
                    <a:pt x="346094" y="1975617"/>
                  </a:lnTo>
                  <a:lnTo>
                    <a:pt x="346939" y="1890224"/>
                  </a:lnTo>
                  <a:lnTo>
                    <a:pt x="347784" y="1786321"/>
                  </a:lnTo>
                  <a:lnTo>
                    <a:pt x="348629" y="1768022"/>
                  </a:lnTo>
                  <a:lnTo>
                    <a:pt x="349474" y="1762975"/>
                  </a:lnTo>
                  <a:lnTo>
                    <a:pt x="350320" y="1742573"/>
                  </a:lnTo>
                  <a:lnTo>
                    <a:pt x="351165" y="1696932"/>
                  </a:lnTo>
                  <a:lnTo>
                    <a:pt x="352010" y="1765919"/>
                  </a:lnTo>
                  <a:lnTo>
                    <a:pt x="352855" y="1822287"/>
                  </a:lnTo>
                  <a:lnTo>
                    <a:pt x="353700" y="1806513"/>
                  </a:lnTo>
                  <a:lnTo>
                    <a:pt x="354545" y="1764867"/>
                  </a:lnTo>
                  <a:lnTo>
                    <a:pt x="355390" y="1766971"/>
                  </a:lnTo>
                  <a:lnTo>
                    <a:pt x="356235" y="1927031"/>
                  </a:lnTo>
                  <a:lnTo>
                    <a:pt x="357080" y="1971411"/>
                  </a:lnTo>
                  <a:lnTo>
                    <a:pt x="357925" y="2019155"/>
                  </a:lnTo>
                  <a:lnTo>
                    <a:pt x="358770" y="2037454"/>
                  </a:lnTo>
                  <a:lnTo>
                    <a:pt x="359616" y="2081623"/>
                  </a:lnTo>
                  <a:lnTo>
                    <a:pt x="360461" y="1941754"/>
                  </a:lnTo>
                  <a:lnTo>
                    <a:pt x="361306" y="1892958"/>
                  </a:lnTo>
                  <a:lnTo>
                    <a:pt x="362151" y="1927662"/>
                  </a:lnTo>
                  <a:lnTo>
                    <a:pt x="362996" y="1950588"/>
                  </a:lnTo>
                  <a:lnTo>
                    <a:pt x="363841" y="1945329"/>
                  </a:lnTo>
                  <a:lnTo>
                    <a:pt x="364686" y="2030092"/>
                  </a:lnTo>
                  <a:lnTo>
                    <a:pt x="365531" y="2061010"/>
                  </a:lnTo>
                  <a:lnTo>
                    <a:pt x="366376" y="2004432"/>
                  </a:lnTo>
                  <a:lnTo>
                    <a:pt x="367221" y="1949536"/>
                  </a:lnTo>
                  <a:lnTo>
                    <a:pt x="368066" y="1956056"/>
                  </a:lnTo>
                  <a:lnTo>
                    <a:pt x="368912" y="2005273"/>
                  </a:lnTo>
                  <a:lnTo>
                    <a:pt x="369757" y="2008849"/>
                  </a:lnTo>
                  <a:lnTo>
                    <a:pt x="370602" y="1911256"/>
                  </a:lnTo>
                  <a:lnTo>
                    <a:pt x="371447" y="1884335"/>
                  </a:lnTo>
                  <a:lnTo>
                    <a:pt x="372292" y="1955636"/>
                  </a:lnTo>
                  <a:lnTo>
                    <a:pt x="373137" y="1960263"/>
                  </a:lnTo>
                  <a:lnTo>
                    <a:pt x="373982" y="1932920"/>
                  </a:lnTo>
                  <a:lnTo>
                    <a:pt x="374827" y="1894010"/>
                  </a:lnTo>
                  <a:lnTo>
                    <a:pt x="375672" y="1867929"/>
                  </a:lnTo>
                  <a:lnTo>
                    <a:pt x="376517" y="1845213"/>
                  </a:lnTo>
                  <a:lnTo>
                    <a:pt x="377362" y="1925138"/>
                  </a:lnTo>
                  <a:lnTo>
                    <a:pt x="378208" y="1926190"/>
                  </a:lnTo>
                  <a:lnTo>
                    <a:pt x="379053" y="1831962"/>
                  </a:lnTo>
                  <a:lnTo>
                    <a:pt x="379898" y="1835538"/>
                  </a:lnTo>
                  <a:lnTo>
                    <a:pt x="380743" y="1830911"/>
                  </a:lnTo>
                  <a:lnTo>
                    <a:pt x="381588" y="1707659"/>
                  </a:lnTo>
                  <a:lnTo>
                    <a:pt x="382433" y="1709762"/>
                  </a:lnTo>
                  <a:lnTo>
                    <a:pt x="383278" y="1968256"/>
                  </a:lnTo>
                  <a:lnTo>
                    <a:pt x="384123" y="2031985"/>
                  </a:lnTo>
                  <a:lnTo>
                    <a:pt x="384968" y="1968466"/>
                  </a:lnTo>
                  <a:lnTo>
                    <a:pt x="385813" y="1919249"/>
                  </a:lnTo>
                  <a:lnTo>
                    <a:pt x="386658" y="1877604"/>
                  </a:lnTo>
                  <a:lnTo>
                    <a:pt x="387504" y="1720698"/>
                  </a:lnTo>
                  <a:lnTo>
                    <a:pt x="388349" y="1571786"/>
                  </a:lnTo>
                  <a:lnTo>
                    <a:pt x="389194" y="1620582"/>
                  </a:lnTo>
                  <a:lnTo>
                    <a:pt x="390039" y="1810929"/>
                  </a:lnTo>
                  <a:lnTo>
                    <a:pt x="390884" y="1994336"/>
                  </a:lnTo>
                  <a:lnTo>
                    <a:pt x="391729" y="2038716"/>
                  </a:lnTo>
                  <a:lnTo>
                    <a:pt x="392574" y="2057014"/>
                  </a:lnTo>
                  <a:lnTo>
                    <a:pt x="393419" y="1967204"/>
                  </a:lnTo>
                  <a:lnTo>
                    <a:pt x="394264" y="1877814"/>
                  </a:lnTo>
                  <a:lnTo>
                    <a:pt x="395109" y="1817449"/>
                  </a:lnTo>
                  <a:lnTo>
                    <a:pt x="395955" y="1921983"/>
                  </a:lnTo>
                  <a:lnTo>
                    <a:pt x="396800" y="2012845"/>
                  </a:lnTo>
                  <a:lnTo>
                    <a:pt x="397645" y="2060800"/>
                  </a:lnTo>
                  <a:lnTo>
                    <a:pt x="398490" y="2049863"/>
                  </a:lnTo>
                  <a:lnTo>
                    <a:pt x="399335" y="1995388"/>
                  </a:lnTo>
                  <a:lnTo>
                    <a:pt x="400180" y="1981506"/>
                  </a:lnTo>
                  <a:lnTo>
                    <a:pt x="401025" y="1902843"/>
                  </a:lnTo>
                  <a:lnTo>
                    <a:pt x="401870" y="1892958"/>
                  </a:lnTo>
                  <a:lnTo>
                    <a:pt x="402715" y="1931868"/>
                  </a:lnTo>
                  <a:lnTo>
                    <a:pt x="403560" y="2036402"/>
                  </a:lnTo>
                  <a:lnTo>
                    <a:pt x="404405" y="2009270"/>
                  </a:lnTo>
                  <a:lnTo>
                    <a:pt x="405251" y="1997912"/>
                  </a:lnTo>
                  <a:lnTo>
                    <a:pt x="406096" y="1995809"/>
                  </a:lnTo>
                  <a:lnTo>
                    <a:pt x="406941" y="2012214"/>
                  </a:lnTo>
                  <a:lnTo>
                    <a:pt x="407786" y="2061221"/>
                  </a:lnTo>
                  <a:lnTo>
                    <a:pt x="408631" y="2094663"/>
                  </a:lnTo>
                  <a:lnTo>
                    <a:pt x="409476" y="2047970"/>
                  </a:lnTo>
                  <a:lnTo>
                    <a:pt x="410321" y="2019155"/>
                  </a:lnTo>
                  <a:lnTo>
                    <a:pt x="411166" y="2005904"/>
                  </a:lnTo>
                  <a:lnTo>
                    <a:pt x="412011" y="2052597"/>
                  </a:lnTo>
                  <a:lnTo>
                    <a:pt x="412856" y="1992023"/>
                  </a:lnTo>
                  <a:lnTo>
                    <a:pt x="413701" y="2019155"/>
                  </a:lnTo>
                  <a:lnTo>
                    <a:pt x="414547" y="2059328"/>
                  </a:lnTo>
                  <a:lnTo>
                    <a:pt x="415392" y="2103286"/>
                  </a:lnTo>
                  <a:lnTo>
                    <a:pt x="415392" y="2103286"/>
                  </a:lnTo>
                  <a:lnTo>
                    <a:pt x="416237" y="2103286"/>
                  </a:lnTo>
                  <a:lnTo>
                    <a:pt x="417082" y="2103286"/>
                  </a:lnTo>
                  <a:lnTo>
                    <a:pt x="417927" y="2045025"/>
                  </a:lnTo>
                  <a:lnTo>
                    <a:pt x="418772" y="1878445"/>
                  </a:lnTo>
                  <a:lnTo>
                    <a:pt x="419617" y="1708921"/>
                  </a:lnTo>
                  <a:lnTo>
                    <a:pt x="420462" y="1688309"/>
                  </a:lnTo>
                  <a:lnTo>
                    <a:pt x="421307" y="1874239"/>
                  </a:lnTo>
                  <a:lnTo>
                    <a:pt x="422152" y="1962577"/>
                  </a:lnTo>
                  <a:lnTo>
                    <a:pt x="422997" y="1939020"/>
                  </a:lnTo>
                  <a:lnTo>
                    <a:pt x="423843" y="1937758"/>
                  </a:lnTo>
                  <a:lnTo>
                    <a:pt x="424688" y="1981717"/>
                  </a:lnTo>
                  <a:lnTo>
                    <a:pt x="425533" y="1962787"/>
                  </a:lnTo>
                  <a:lnTo>
                    <a:pt x="426378" y="1992864"/>
                  </a:lnTo>
                  <a:lnTo>
                    <a:pt x="427223" y="1993285"/>
                  </a:lnTo>
                  <a:lnTo>
                    <a:pt x="428068" y="2056383"/>
                  </a:lnTo>
                  <a:lnTo>
                    <a:pt x="428913" y="2059538"/>
                  </a:lnTo>
                  <a:lnTo>
                    <a:pt x="429758" y="2061221"/>
                  </a:lnTo>
                  <a:lnTo>
                    <a:pt x="430603" y="2086881"/>
                  </a:lnTo>
                  <a:lnTo>
                    <a:pt x="431448" y="2069213"/>
                  </a:lnTo>
                  <a:lnTo>
                    <a:pt x="432293" y="2019155"/>
                  </a:lnTo>
                  <a:lnTo>
                    <a:pt x="433139" y="2020207"/>
                  </a:lnTo>
                  <a:lnTo>
                    <a:pt x="433984" y="2093822"/>
                  </a:lnTo>
                  <a:lnTo>
                    <a:pt x="434829" y="2103286"/>
                  </a:lnTo>
                  <a:lnTo>
                    <a:pt x="434829" y="2103286"/>
                  </a:lnTo>
                  <a:lnTo>
                    <a:pt x="435674" y="2088353"/>
                  </a:lnTo>
                  <a:lnTo>
                    <a:pt x="436519" y="2061221"/>
                  </a:lnTo>
                  <a:lnTo>
                    <a:pt x="437364" y="2061221"/>
                  </a:lnTo>
                  <a:lnTo>
                    <a:pt x="438209" y="2096977"/>
                  </a:lnTo>
                  <a:lnTo>
                    <a:pt x="439054" y="2089615"/>
                  </a:lnTo>
                  <a:lnTo>
                    <a:pt x="439899" y="2034930"/>
                  </a:lnTo>
                  <a:lnTo>
                    <a:pt x="440744" y="1911256"/>
                  </a:lnTo>
                  <a:lnTo>
                    <a:pt x="441589" y="1816819"/>
                  </a:lnTo>
                  <a:lnTo>
                    <a:pt x="442435" y="1839745"/>
                  </a:lnTo>
                  <a:lnTo>
                    <a:pt x="443280" y="1940281"/>
                  </a:lnTo>
                  <a:lnTo>
                    <a:pt x="444125" y="1904526"/>
                  </a:lnTo>
                  <a:lnTo>
                    <a:pt x="444970" y="1845213"/>
                  </a:lnTo>
                  <a:lnTo>
                    <a:pt x="445815" y="1822497"/>
                  </a:lnTo>
                  <a:lnTo>
                    <a:pt x="446660" y="1899688"/>
                  </a:lnTo>
                  <a:lnTo>
                    <a:pt x="447505" y="1983820"/>
                  </a:lnTo>
                  <a:lnTo>
                    <a:pt x="448350" y="1932920"/>
                  </a:lnTo>
                  <a:lnTo>
                    <a:pt x="449195" y="1912098"/>
                  </a:lnTo>
                  <a:lnTo>
                    <a:pt x="450040" y="1952691"/>
                  </a:lnTo>
                  <a:lnTo>
                    <a:pt x="450885" y="1920300"/>
                  </a:lnTo>
                  <a:lnTo>
                    <a:pt x="451731" y="1892748"/>
                  </a:lnTo>
                  <a:lnTo>
                    <a:pt x="452576" y="1921142"/>
                  </a:lnTo>
                  <a:lnTo>
                    <a:pt x="453421" y="2072999"/>
                  </a:lnTo>
                  <a:lnTo>
                    <a:pt x="454266" y="2061221"/>
                  </a:lnTo>
                  <a:lnTo>
                    <a:pt x="455111" y="2017052"/>
                  </a:lnTo>
                  <a:lnTo>
                    <a:pt x="455956" y="1988447"/>
                  </a:lnTo>
                  <a:lnTo>
                    <a:pt x="456801" y="1912308"/>
                  </a:lnTo>
                  <a:lnTo>
                    <a:pt x="457646" y="1918197"/>
                  </a:lnTo>
                  <a:lnTo>
                    <a:pt x="458491" y="1968676"/>
                  </a:lnTo>
                  <a:lnTo>
                    <a:pt x="459336" y="1944909"/>
                  </a:lnTo>
                  <a:lnTo>
                    <a:pt x="460182" y="1873607"/>
                  </a:lnTo>
                  <a:lnTo>
                    <a:pt x="461027" y="1835537"/>
                  </a:lnTo>
                  <a:lnTo>
                    <a:pt x="461872" y="1908943"/>
                  </a:lnTo>
                  <a:lnTo>
                    <a:pt x="462717" y="1955636"/>
                  </a:lnTo>
                  <a:lnTo>
                    <a:pt x="463562" y="1978562"/>
                  </a:lnTo>
                  <a:lnTo>
                    <a:pt x="464407" y="1980034"/>
                  </a:lnTo>
                  <a:lnTo>
                    <a:pt x="465252" y="1922614"/>
                  </a:lnTo>
                  <a:lnTo>
                    <a:pt x="466097" y="1787793"/>
                  </a:lnTo>
                  <a:lnTo>
                    <a:pt x="466942" y="1823759"/>
                  </a:lnTo>
                  <a:lnTo>
                    <a:pt x="467787" y="1893168"/>
                  </a:lnTo>
                  <a:lnTo>
                    <a:pt x="468632" y="1980875"/>
                  </a:lnTo>
                  <a:lnTo>
                    <a:pt x="469478" y="2054490"/>
                  </a:lnTo>
                  <a:lnTo>
                    <a:pt x="470323" y="2038926"/>
                  </a:lnTo>
                  <a:lnTo>
                    <a:pt x="471168" y="1980455"/>
                  </a:lnTo>
                  <a:lnTo>
                    <a:pt x="472013" y="1915042"/>
                  </a:lnTo>
                  <a:lnTo>
                    <a:pt x="472858" y="1895482"/>
                  </a:lnTo>
                  <a:lnTo>
                    <a:pt x="473703" y="1823970"/>
                  </a:lnTo>
                  <a:lnTo>
                    <a:pt x="474548" y="1796837"/>
                  </a:lnTo>
                  <a:lnTo>
                    <a:pt x="475393" y="1910836"/>
                  </a:lnTo>
                  <a:lnTo>
                    <a:pt x="476238" y="1936285"/>
                  </a:lnTo>
                  <a:lnTo>
                    <a:pt x="477083" y="1949536"/>
                  </a:lnTo>
                  <a:lnTo>
                    <a:pt x="477928" y="1964890"/>
                  </a:lnTo>
                  <a:lnTo>
                    <a:pt x="478774" y="1935234"/>
                  </a:lnTo>
                  <a:lnTo>
                    <a:pt x="479619" y="1917987"/>
                  </a:lnTo>
                  <a:lnTo>
                    <a:pt x="480464" y="2011373"/>
                  </a:lnTo>
                  <a:lnTo>
                    <a:pt x="481309" y="2023572"/>
                  </a:lnTo>
                  <a:lnTo>
                    <a:pt x="482154" y="1907260"/>
                  </a:lnTo>
                  <a:lnTo>
                    <a:pt x="482999" y="1852575"/>
                  </a:lnTo>
                  <a:lnTo>
                    <a:pt x="483844" y="1936706"/>
                  </a:lnTo>
                  <a:lnTo>
                    <a:pt x="484689" y="2021048"/>
                  </a:lnTo>
                  <a:lnTo>
                    <a:pt x="485534" y="1966783"/>
                  </a:lnTo>
                  <a:lnTo>
                    <a:pt x="486379" y="1902633"/>
                  </a:lnTo>
                  <a:lnTo>
                    <a:pt x="487224" y="1883283"/>
                  </a:lnTo>
                  <a:lnTo>
                    <a:pt x="488070" y="1841428"/>
                  </a:lnTo>
                  <a:lnTo>
                    <a:pt x="488915" y="1813664"/>
                  </a:lnTo>
                  <a:lnTo>
                    <a:pt x="489760" y="1911466"/>
                  </a:lnTo>
                  <a:lnTo>
                    <a:pt x="490605" y="1957318"/>
                  </a:lnTo>
                  <a:lnTo>
                    <a:pt x="491450" y="1987606"/>
                  </a:lnTo>
                  <a:lnTo>
                    <a:pt x="492295" y="1983189"/>
                  </a:lnTo>
                  <a:lnTo>
                    <a:pt x="493140" y="1961946"/>
                  </a:lnTo>
                  <a:lnTo>
                    <a:pt x="493985" y="1909363"/>
                  </a:lnTo>
                  <a:lnTo>
                    <a:pt x="494830" y="1909995"/>
                  </a:lnTo>
                  <a:lnTo>
                    <a:pt x="495675" y="1951429"/>
                  </a:lnTo>
                  <a:lnTo>
                    <a:pt x="496520" y="1712916"/>
                  </a:lnTo>
                  <a:lnTo>
                    <a:pt x="497366" y="1647715"/>
                  </a:lnTo>
                  <a:lnTo>
                    <a:pt x="498211" y="1702610"/>
                  </a:lnTo>
                  <a:lnTo>
                    <a:pt x="499056" y="1877814"/>
                  </a:lnTo>
                  <a:lnTo>
                    <a:pt x="499901" y="1824391"/>
                  </a:lnTo>
                  <a:lnTo>
                    <a:pt x="500746" y="1822497"/>
                  </a:lnTo>
                  <a:lnTo>
                    <a:pt x="501591" y="1839534"/>
                  </a:lnTo>
                  <a:lnTo>
                    <a:pt x="502436" y="1933972"/>
                  </a:lnTo>
                  <a:lnTo>
                    <a:pt x="503281" y="1917145"/>
                  </a:lnTo>
                  <a:lnTo>
                    <a:pt x="504126" y="1932920"/>
                  </a:lnTo>
                  <a:lnTo>
                    <a:pt x="504971" y="1955846"/>
                  </a:lnTo>
                  <a:lnTo>
                    <a:pt x="505816" y="1953743"/>
                  </a:lnTo>
                  <a:lnTo>
                    <a:pt x="506662" y="2017262"/>
                  </a:lnTo>
                  <a:lnTo>
                    <a:pt x="507507" y="2011163"/>
                  </a:lnTo>
                  <a:lnTo>
                    <a:pt x="508352" y="1962787"/>
                  </a:lnTo>
                  <a:lnTo>
                    <a:pt x="509197" y="1906419"/>
                  </a:lnTo>
                  <a:lnTo>
                    <a:pt x="510042" y="1921563"/>
                  </a:lnTo>
                  <a:lnTo>
                    <a:pt x="510887" y="1946802"/>
                  </a:lnTo>
                  <a:lnTo>
                    <a:pt x="511732" y="1989709"/>
                  </a:lnTo>
                  <a:lnTo>
                    <a:pt x="512577" y="2057435"/>
                  </a:lnTo>
                  <a:lnTo>
                    <a:pt x="513422" y="2031354"/>
                  </a:lnTo>
                  <a:lnTo>
                    <a:pt x="514267" y="1978982"/>
                  </a:lnTo>
                  <a:lnTo>
                    <a:pt x="515112" y="1940912"/>
                  </a:lnTo>
                  <a:lnTo>
                    <a:pt x="515958" y="2008428"/>
                  </a:lnTo>
                  <a:lnTo>
                    <a:pt x="516803" y="2081412"/>
                  </a:lnTo>
                  <a:lnTo>
                    <a:pt x="517648" y="2103286"/>
                  </a:lnTo>
                  <a:lnTo>
                    <a:pt x="517648" y="2103286"/>
                  </a:lnTo>
                  <a:lnTo>
                    <a:pt x="518493" y="2081833"/>
                  </a:lnTo>
                  <a:lnTo>
                    <a:pt x="519338" y="2000646"/>
                  </a:lnTo>
                  <a:lnTo>
                    <a:pt x="520183" y="1969097"/>
                  </a:lnTo>
                  <a:lnTo>
                    <a:pt x="521028" y="1959211"/>
                  </a:lnTo>
                  <a:lnTo>
                    <a:pt x="521873" y="1998122"/>
                  </a:lnTo>
                  <a:lnTo>
                    <a:pt x="522718" y="1956056"/>
                  </a:lnTo>
                  <a:lnTo>
                    <a:pt x="523563" y="1922614"/>
                  </a:lnTo>
                  <a:lnTo>
                    <a:pt x="524409" y="1915042"/>
                  </a:lnTo>
                  <a:lnTo>
                    <a:pt x="525254" y="1937127"/>
                  </a:lnTo>
                  <a:lnTo>
                    <a:pt x="526099" y="1959632"/>
                  </a:lnTo>
                  <a:lnTo>
                    <a:pt x="526944" y="1991181"/>
                  </a:lnTo>
                  <a:lnTo>
                    <a:pt x="527789" y="2063534"/>
                  </a:lnTo>
                  <a:lnTo>
                    <a:pt x="528634" y="2022100"/>
                  </a:lnTo>
                  <a:lnTo>
                    <a:pt x="529479" y="2005273"/>
                  </a:lnTo>
                  <a:lnTo>
                    <a:pt x="530324" y="1949326"/>
                  </a:lnTo>
                  <a:lnTo>
                    <a:pt x="531169" y="1861409"/>
                  </a:lnTo>
                  <a:lnTo>
                    <a:pt x="532014" y="1852575"/>
                  </a:lnTo>
                  <a:lnTo>
                    <a:pt x="532859" y="2007587"/>
                  </a:lnTo>
                  <a:lnTo>
                    <a:pt x="533705" y="2084988"/>
                  </a:lnTo>
                  <a:lnTo>
                    <a:pt x="534550" y="2039767"/>
                  </a:lnTo>
                  <a:lnTo>
                    <a:pt x="535395" y="1984661"/>
                  </a:lnTo>
                  <a:lnTo>
                    <a:pt x="536240" y="1941544"/>
                  </a:lnTo>
                  <a:lnTo>
                    <a:pt x="537085" y="1986975"/>
                  </a:lnTo>
                  <a:lnTo>
                    <a:pt x="537930" y="2006325"/>
                  </a:lnTo>
                  <a:lnTo>
                    <a:pt x="538775" y="2055962"/>
                  </a:lnTo>
                  <a:lnTo>
                    <a:pt x="539620" y="2076995"/>
                  </a:lnTo>
                  <a:lnTo>
                    <a:pt x="540465" y="2022310"/>
                  </a:lnTo>
                  <a:lnTo>
                    <a:pt x="541310" y="1933972"/>
                  </a:lnTo>
                  <a:lnTo>
                    <a:pt x="542155" y="1885596"/>
                  </a:lnTo>
                  <a:lnTo>
                    <a:pt x="543001" y="1955846"/>
                  </a:lnTo>
                  <a:lnTo>
                    <a:pt x="543846" y="1977300"/>
                  </a:lnTo>
                  <a:lnTo>
                    <a:pt x="544691" y="1965100"/>
                  </a:lnTo>
                  <a:lnTo>
                    <a:pt x="545536" y="1935444"/>
                  </a:lnTo>
                  <a:lnTo>
                    <a:pt x="546381" y="1933130"/>
                  </a:lnTo>
                  <a:lnTo>
                    <a:pt x="547226" y="1985292"/>
                  </a:lnTo>
                  <a:lnTo>
                    <a:pt x="548071" y="2006115"/>
                  </a:lnTo>
                  <a:lnTo>
                    <a:pt x="548916" y="1839744"/>
                  </a:lnTo>
                  <a:lnTo>
                    <a:pt x="549761" y="1731216"/>
                  </a:lnTo>
                  <a:lnTo>
                    <a:pt x="550606" y="1811139"/>
                  </a:lnTo>
                  <a:lnTo>
                    <a:pt x="551451" y="1830280"/>
                  </a:lnTo>
                  <a:lnTo>
                    <a:pt x="552297" y="1781483"/>
                  </a:lnTo>
                  <a:lnTo>
                    <a:pt x="553142" y="1900530"/>
                  </a:lnTo>
                  <a:lnTo>
                    <a:pt x="553987" y="1969307"/>
                  </a:lnTo>
                  <a:lnTo>
                    <a:pt x="554832" y="1758137"/>
                  </a:lnTo>
                  <a:lnTo>
                    <a:pt x="555677" y="1704715"/>
                  </a:lnTo>
                  <a:lnTo>
                    <a:pt x="556522" y="1798521"/>
                  </a:lnTo>
                  <a:lnTo>
                    <a:pt x="557367" y="2038505"/>
                  </a:lnTo>
                  <a:lnTo>
                    <a:pt x="558212" y="2080361"/>
                  </a:lnTo>
                  <a:lnTo>
                    <a:pt x="559057" y="2061221"/>
                  </a:lnTo>
                  <a:lnTo>
                    <a:pt x="559902" y="2026096"/>
                  </a:lnTo>
                  <a:lnTo>
                    <a:pt x="560747" y="2000436"/>
                  </a:lnTo>
                  <a:lnTo>
                    <a:pt x="561593" y="1999805"/>
                  </a:lnTo>
                  <a:lnTo>
                    <a:pt x="562438" y="2046287"/>
                  </a:lnTo>
                  <a:lnTo>
                    <a:pt x="563283" y="2066900"/>
                  </a:lnTo>
                  <a:lnTo>
                    <a:pt x="564128" y="2090246"/>
                  </a:lnTo>
                  <a:lnTo>
                    <a:pt x="564973" y="1916515"/>
                  </a:lnTo>
                  <a:lnTo>
                    <a:pt x="565818" y="1822918"/>
                  </a:lnTo>
                  <a:lnTo>
                    <a:pt x="566663" y="1756875"/>
                  </a:lnTo>
                  <a:lnTo>
                    <a:pt x="567508" y="1793472"/>
                  </a:lnTo>
                  <a:lnTo>
                    <a:pt x="568353" y="1899057"/>
                  </a:lnTo>
                  <a:lnTo>
                    <a:pt x="569198" y="2021258"/>
                  </a:lnTo>
                  <a:lnTo>
                    <a:pt x="570043" y="1978982"/>
                  </a:lnTo>
                  <a:lnTo>
                    <a:pt x="570889" y="1959422"/>
                  </a:lnTo>
                  <a:lnTo>
                    <a:pt x="571734" y="1982558"/>
                  </a:lnTo>
                  <a:lnTo>
                    <a:pt x="572579" y="2021048"/>
                  </a:lnTo>
                  <a:lnTo>
                    <a:pt x="573424" y="2047129"/>
                  </a:lnTo>
                  <a:lnTo>
                    <a:pt x="574269" y="2014107"/>
                  </a:lnTo>
                  <a:lnTo>
                    <a:pt x="575114" y="1997070"/>
                  </a:lnTo>
                  <a:lnTo>
                    <a:pt x="575959" y="1896954"/>
                  </a:lnTo>
                  <a:lnTo>
                    <a:pt x="576804" y="1837641"/>
                  </a:lnTo>
                  <a:lnTo>
                    <a:pt x="577649" y="1866246"/>
                  </a:lnTo>
                  <a:lnTo>
                    <a:pt x="578494" y="1988657"/>
                  </a:lnTo>
                  <a:lnTo>
                    <a:pt x="579339" y="2036823"/>
                  </a:lnTo>
                  <a:lnTo>
                    <a:pt x="580185" y="1973093"/>
                  </a:lnTo>
                  <a:lnTo>
                    <a:pt x="581030" y="1966993"/>
                  </a:lnTo>
                  <a:lnTo>
                    <a:pt x="581875" y="1939861"/>
                  </a:lnTo>
                  <a:lnTo>
                    <a:pt x="582720" y="1898637"/>
                  </a:lnTo>
                  <a:lnTo>
                    <a:pt x="583565" y="1871084"/>
                  </a:lnTo>
                  <a:lnTo>
                    <a:pt x="584410" y="1945960"/>
                  </a:lnTo>
                  <a:lnTo>
                    <a:pt x="585255" y="2006535"/>
                  </a:lnTo>
                  <a:lnTo>
                    <a:pt x="586100" y="2019155"/>
                  </a:lnTo>
                  <a:lnTo>
                    <a:pt x="586945" y="1993705"/>
                  </a:lnTo>
                  <a:lnTo>
                    <a:pt x="587790" y="1985082"/>
                  </a:lnTo>
                  <a:lnTo>
                    <a:pt x="588636" y="1989078"/>
                  </a:lnTo>
                  <a:lnTo>
                    <a:pt x="589481" y="2050494"/>
                  </a:lnTo>
                  <a:lnTo>
                    <a:pt x="590326" y="2102025"/>
                  </a:lnTo>
                  <a:lnTo>
                    <a:pt x="591171" y="2099921"/>
                  </a:lnTo>
                  <a:lnTo>
                    <a:pt x="592016" y="2061221"/>
                  </a:lnTo>
                  <a:lnTo>
                    <a:pt x="592861" y="2060800"/>
                  </a:lnTo>
                  <a:lnTo>
                    <a:pt x="593706" y="2004222"/>
                  </a:lnTo>
                  <a:lnTo>
                    <a:pt x="594551" y="2019155"/>
                  </a:lnTo>
                  <a:lnTo>
                    <a:pt x="595396" y="2037243"/>
                  </a:lnTo>
                  <a:lnTo>
                    <a:pt x="596241" y="2024413"/>
                  </a:lnTo>
                  <a:lnTo>
                    <a:pt x="597086" y="1949747"/>
                  </a:lnTo>
                  <a:lnTo>
                    <a:pt x="597932" y="1927662"/>
                  </a:lnTo>
                  <a:lnTo>
                    <a:pt x="598777" y="1943437"/>
                  </a:lnTo>
                  <a:lnTo>
                    <a:pt x="599622" y="1928714"/>
                  </a:lnTo>
                  <a:lnTo>
                    <a:pt x="600467" y="1854468"/>
                  </a:lnTo>
                  <a:lnTo>
                    <a:pt x="601312" y="1781904"/>
                  </a:lnTo>
                  <a:lnTo>
                    <a:pt x="602157" y="1881390"/>
                  </a:lnTo>
                  <a:lnTo>
                    <a:pt x="603002" y="1887279"/>
                  </a:lnTo>
                  <a:lnTo>
                    <a:pt x="603847" y="1840586"/>
                  </a:lnTo>
                  <a:lnTo>
                    <a:pt x="604692" y="1861619"/>
                  </a:lnTo>
                  <a:lnTo>
                    <a:pt x="605537" y="1987606"/>
                  </a:lnTo>
                  <a:lnTo>
                    <a:pt x="606382" y="2025044"/>
                  </a:lnTo>
                  <a:lnTo>
                    <a:pt x="607228" y="1970990"/>
                  </a:lnTo>
                  <a:lnTo>
                    <a:pt x="608073" y="1899478"/>
                  </a:lnTo>
                  <a:lnTo>
                    <a:pt x="608918" y="1916304"/>
                  </a:lnTo>
                  <a:lnTo>
                    <a:pt x="609763" y="1990130"/>
                  </a:lnTo>
                  <a:lnTo>
                    <a:pt x="610608" y="2030723"/>
                  </a:lnTo>
                  <a:lnTo>
                    <a:pt x="611453" y="2009269"/>
                  </a:lnTo>
                  <a:lnTo>
                    <a:pt x="612298" y="2016210"/>
                  </a:lnTo>
                  <a:lnTo>
                    <a:pt x="613143" y="2045025"/>
                  </a:lnTo>
                  <a:lnTo>
                    <a:pt x="613988" y="2061221"/>
                  </a:lnTo>
                  <a:lnTo>
                    <a:pt x="614833" y="2069213"/>
                  </a:lnTo>
                  <a:lnTo>
                    <a:pt x="615678" y="2021258"/>
                  </a:lnTo>
                  <a:lnTo>
                    <a:pt x="616524" y="1914201"/>
                  </a:lnTo>
                  <a:lnTo>
                    <a:pt x="617369" y="1593239"/>
                  </a:lnTo>
                  <a:lnTo>
                    <a:pt x="618214" y="1428131"/>
                  </a:lnTo>
                  <a:lnTo>
                    <a:pt x="619059" y="1548019"/>
                  </a:lnTo>
                  <a:lnTo>
                    <a:pt x="619904" y="1949326"/>
                  </a:lnTo>
                  <a:lnTo>
                    <a:pt x="620749" y="1994547"/>
                  </a:lnTo>
                  <a:lnTo>
                    <a:pt x="621594" y="1952691"/>
                  </a:lnTo>
                  <a:lnTo>
                    <a:pt x="622439" y="1958580"/>
                  </a:lnTo>
                  <a:lnTo>
                    <a:pt x="623284" y="2002329"/>
                  </a:lnTo>
                  <a:lnTo>
                    <a:pt x="624129" y="1986975"/>
                  </a:lnTo>
                  <a:lnTo>
                    <a:pt x="624974" y="1924717"/>
                  </a:lnTo>
                  <a:lnTo>
                    <a:pt x="625820" y="1936285"/>
                  </a:lnTo>
                  <a:lnTo>
                    <a:pt x="626665" y="2042922"/>
                  </a:lnTo>
                  <a:lnTo>
                    <a:pt x="627510" y="2061221"/>
                  </a:lnTo>
                  <a:lnTo>
                    <a:pt x="628355" y="2042501"/>
                  </a:lnTo>
                  <a:lnTo>
                    <a:pt x="629200" y="1977089"/>
                  </a:lnTo>
                  <a:lnTo>
                    <a:pt x="630045" y="1926610"/>
                  </a:lnTo>
                  <a:lnTo>
                    <a:pt x="630890" y="1897164"/>
                  </a:lnTo>
                  <a:lnTo>
                    <a:pt x="631735" y="1889593"/>
                  </a:lnTo>
                  <a:lnTo>
                    <a:pt x="632580" y="1938389"/>
                  </a:lnTo>
                  <a:lnTo>
                    <a:pt x="633425" y="1987185"/>
                  </a:lnTo>
                  <a:lnTo>
                    <a:pt x="634270" y="2025044"/>
                  </a:lnTo>
                  <a:lnTo>
                    <a:pt x="635116" y="2071947"/>
                  </a:lnTo>
                  <a:lnTo>
                    <a:pt x="635961" y="2072789"/>
                  </a:lnTo>
                  <a:lnTo>
                    <a:pt x="636806" y="2019155"/>
                  </a:lnTo>
                  <a:lnTo>
                    <a:pt x="637651" y="2017893"/>
                  </a:lnTo>
                  <a:lnTo>
                    <a:pt x="638496" y="2029040"/>
                  </a:lnTo>
                  <a:lnTo>
                    <a:pt x="639341" y="2016000"/>
                  </a:lnTo>
                  <a:lnTo>
                    <a:pt x="640186" y="1971200"/>
                  </a:lnTo>
                  <a:lnTo>
                    <a:pt x="641031" y="1968676"/>
                  </a:lnTo>
                  <a:lnTo>
                    <a:pt x="641876" y="2002118"/>
                  </a:lnTo>
                  <a:lnTo>
                    <a:pt x="642721" y="2095084"/>
                  </a:lnTo>
                  <a:lnTo>
                    <a:pt x="643567" y="2103286"/>
                  </a:lnTo>
                  <a:lnTo>
                    <a:pt x="643567" y="2103286"/>
                  </a:lnTo>
                  <a:lnTo>
                    <a:pt x="644412" y="2092139"/>
                  </a:lnTo>
                  <a:lnTo>
                    <a:pt x="645257" y="2058697"/>
                  </a:lnTo>
                  <a:lnTo>
                    <a:pt x="646102" y="1994757"/>
                  </a:lnTo>
                  <a:lnTo>
                    <a:pt x="646947" y="2002960"/>
                  </a:lnTo>
                  <a:lnTo>
                    <a:pt x="647792" y="1976458"/>
                  </a:lnTo>
                  <a:lnTo>
                    <a:pt x="648637" y="2000436"/>
                  </a:lnTo>
                  <a:lnTo>
                    <a:pt x="649482" y="1960473"/>
                  </a:lnTo>
                  <a:lnTo>
                    <a:pt x="650327" y="1935234"/>
                  </a:lnTo>
                  <a:lnTo>
                    <a:pt x="651172" y="1915253"/>
                  </a:lnTo>
                  <a:lnTo>
                    <a:pt x="652017" y="1935234"/>
                  </a:lnTo>
                  <a:lnTo>
                    <a:pt x="652863" y="1870453"/>
                  </a:lnTo>
                  <a:lnTo>
                    <a:pt x="653708" y="1850681"/>
                  </a:lnTo>
                  <a:lnTo>
                    <a:pt x="654553" y="1920511"/>
                  </a:lnTo>
                  <a:lnTo>
                    <a:pt x="655398" y="1982558"/>
                  </a:lnTo>
                  <a:lnTo>
                    <a:pt x="656243" y="1996440"/>
                  </a:lnTo>
                  <a:lnTo>
                    <a:pt x="657088" y="1967414"/>
                  </a:lnTo>
                  <a:lnTo>
                    <a:pt x="657933" y="1959211"/>
                  </a:lnTo>
                  <a:lnTo>
                    <a:pt x="658778" y="1998543"/>
                  </a:lnTo>
                  <a:lnTo>
                    <a:pt x="659623" y="2000225"/>
                  </a:lnTo>
                  <a:lnTo>
                    <a:pt x="660468" y="1960894"/>
                  </a:lnTo>
                  <a:lnTo>
                    <a:pt x="661313" y="1897585"/>
                  </a:lnTo>
                  <a:lnTo>
                    <a:pt x="662159" y="1905577"/>
                  </a:lnTo>
                  <a:lnTo>
                    <a:pt x="663004" y="1886648"/>
                  </a:lnTo>
                  <a:lnTo>
                    <a:pt x="663849" y="1946591"/>
                  </a:lnTo>
                  <a:lnTo>
                    <a:pt x="664694" y="1993495"/>
                  </a:lnTo>
                  <a:lnTo>
                    <a:pt x="665539" y="1938809"/>
                  </a:lnTo>
                  <a:lnTo>
                    <a:pt x="666384" y="1977089"/>
                  </a:lnTo>
                  <a:lnTo>
                    <a:pt x="667229" y="2052177"/>
                  </a:lnTo>
                  <a:lnTo>
                    <a:pt x="668074" y="1924087"/>
                  </a:lnTo>
                  <a:lnTo>
                    <a:pt x="668919" y="1835117"/>
                  </a:lnTo>
                  <a:lnTo>
                    <a:pt x="669764" y="1807985"/>
                  </a:lnTo>
                  <a:lnTo>
                    <a:pt x="670609" y="1825652"/>
                  </a:lnTo>
                  <a:lnTo>
                    <a:pt x="671455" y="1853416"/>
                  </a:lnTo>
                  <a:lnTo>
                    <a:pt x="672300" y="1931658"/>
                  </a:lnTo>
                  <a:lnTo>
                    <a:pt x="673145" y="1981716"/>
                  </a:lnTo>
                  <a:lnTo>
                    <a:pt x="673990" y="1884755"/>
                  </a:lnTo>
                  <a:lnTo>
                    <a:pt x="674835" y="1811139"/>
                  </a:lnTo>
                  <a:lnTo>
                    <a:pt x="675680" y="1921141"/>
                  </a:lnTo>
                  <a:lnTo>
                    <a:pt x="676525" y="1923876"/>
                  </a:lnTo>
                  <a:lnTo>
                    <a:pt x="677370" y="1932920"/>
                  </a:lnTo>
                  <a:lnTo>
                    <a:pt x="678215" y="1867087"/>
                  </a:lnTo>
                  <a:lnTo>
                    <a:pt x="679060" y="1854468"/>
                  </a:lnTo>
                  <a:lnTo>
                    <a:pt x="679905" y="1927031"/>
                  </a:lnTo>
                  <a:lnTo>
                    <a:pt x="680751" y="2023782"/>
                  </a:lnTo>
                  <a:lnTo>
                    <a:pt x="681596" y="2069634"/>
                  </a:lnTo>
                  <a:lnTo>
                    <a:pt x="682441" y="1878024"/>
                  </a:lnTo>
                  <a:lnTo>
                    <a:pt x="683286" y="1803778"/>
                  </a:lnTo>
                  <a:lnTo>
                    <a:pt x="684131" y="1870873"/>
                  </a:lnTo>
                  <a:lnTo>
                    <a:pt x="684976" y="2021469"/>
                  </a:lnTo>
                  <a:lnTo>
                    <a:pt x="685821" y="2014317"/>
                  </a:lnTo>
                  <a:lnTo>
                    <a:pt x="686666" y="1961946"/>
                  </a:lnTo>
                  <a:lnTo>
                    <a:pt x="687511" y="1910205"/>
                  </a:lnTo>
                  <a:lnTo>
                    <a:pt x="688356" y="1913149"/>
                  </a:lnTo>
                  <a:lnTo>
                    <a:pt x="689201" y="1829649"/>
                  </a:lnTo>
                  <a:lnTo>
                    <a:pt x="690047" y="1651080"/>
                  </a:lnTo>
                  <a:lnTo>
                    <a:pt x="690892" y="1457156"/>
                  </a:lnTo>
                  <a:lnTo>
                    <a:pt x="691737" y="1543391"/>
                  </a:lnTo>
                  <a:lnTo>
                    <a:pt x="692582" y="1762344"/>
                  </a:lnTo>
                  <a:lnTo>
                    <a:pt x="693427" y="1823760"/>
                  </a:lnTo>
                  <a:lnTo>
                    <a:pt x="694272" y="1560848"/>
                  </a:lnTo>
                  <a:lnTo>
                    <a:pt x="695117" y="1571996"/>
                  </a:lnTo>
                  <a:lnTo>
                    <a:pt x="695962" y="1782535"/>
                  </a:lnTo>
                  <a:lnTo>
                    <a:pt x="696807" y="1895061"/>
                  </a:lnTo>
                  <a:lnTo>
                    <a:pt x="697652" y="1734791"/>
                  </a:lnTo>
                  <a:lnTo>
                    <a:pt x="698497" y="1582722"/>
                  </a:lnTo>
                  <a:lnTo>
                    <a:pt x="699343" y="1771598"/>
                  </a:lnTo>
                  <a:lnTo>
                    <a:pt x="700188" y="2001908"/>
                  </a:lnTo>
                  <a:lnTo>
                    <a:pt x="701033" y="2004222"/>
                  </a:lnTo>
                  <a:lnTo>
                    <a:pt x="701878" y="1842269"/>
                  </a:lnTo>
                  <a:lnTo>
                    <a:pt x="702723" y="1662858"/>
                  </a:lnTo>
                  <a:lnTo>
                    <a:pt x="703568" y="1768233"/>
                  </a:lnTo>
                  <a:lnTo>
                    <a:pt x="704413" y="1745097"/>
                  </a:lnTo>
                  <a:lnTo>
                    <a:pt x="705258" y="1842058"/>
                  </a:lnTo>
                  <a:lnTo>
                    <a:pt x="706103" y="1974986"/>
                  </a:lnTo>
                  <a:lnTo>
                    <a:pt x="706948" y="2070686"/>
                  </a:lnTo>
                  <a:lnTo>
                    <a:pt x="707794" y="2049653"/>
                  </a:lnTo>
                  <a:lnTo>
                    <a:pt x="708639" y="1941333"/>
                  </a:lnTo>
                  <a:lnTo>
                    <a:pt x="709484" y="1881810"/>
                  </a:lnTo>
                  <a:lnTo>
                    <a:pt x="710329" y="1810929"/>
                  </a:lnTo>
                  <a:lnTo>
                    <a:pt x="711174" y="1877183"/>
                  </a:lnTo>
                  <a:lnTo>
                    <a:pt x="712019" y="2002118"/>
                  </a:lnTo>
                  <a:lnTo>
                    <a:pt x="712864" y="1977089"/>
                  </a:lnTo>
                  <a:lnTo>
                    <a:pt x="713709" y="1925979"/>
                  </a:lnTo>
                  <a:lnTo>
                    <a:pt x="714554" y="1950167"/>
                  </a:lnTo>
                  <a:lnTo>
                    <a:pt x="715399" y="1825232"/>
                  </a:lnTo>
                  <a:lnTo>
                    <a:pt x="716244" y="1697562"/>
                  </a:lnTo>
                  <a:lnTo>
                    <a:pt x="717090" y="1471879"/>
                  </a:lnTo>
                  <a:lnTo>
                    <a:pt x="717935" y="1533716"/>
                  </a:lnTo>
                  <a:lnTo>
                    <a:pt x="718780" y="1676950"/>
                  </a:lnTo>
                  <a:lnTo>
                    <a:pt x="719625" y="1886438"/>
                  </a:lnTo>
                  <a:lnTo>
                    <a:pt x="720470" y="1983820"/>
                  </a:lnTo>
                  <a:lnTo>
                    <a:pt x="721315" y="2068162"/>
                  </a:lnTo>
                  <a:lnTo>
                    <a:pt x="722160" y="2059959"/>
                  </a:lnTo>
                  <a:lnTo>
                    <a:pt x="723005" y="2019155"/>
                  </a:lnTo>
                  <a:lnTo>
                    <a:pt x="723850" y="1956477"/>
                  </a:lnTo>
                  <a:lnTo>
                    <a:pt x="724695" y="1891906"/>
                  </a:lnTo>
                  <a:lnTo>
                    <a:pt x="725540" y="1908522"/>
                  </a:lnTo>
                  <a:lnTo>
                    <a:pt x="726386" y="2020417"/>
                  </a:lnTo>
                  <a:lnTo>
                    <a:pt x="727231" y="2061221"/>
                  </a:lnTo>
                  <a:lnTo>
                    <a:pt x="728076" y="2050915"/>
                  </a:lnTo>
                  <a:lnTo>
                    <a:pt x="728921" y="2022941"/>
                  </a:lnTo>
                  <a:lnTo>
                    <a:pt x="729766" y="2018314"/>
                  </a:lnTo>
                  <a:lnTo>
                    <a:pt x="730611" y="2029672"/>
                  </a:lnTo>
                  <a:lnTo>
                    <a:pt x="731456" y="2004853"/>
                  </a:lnTo>
                  <a:lnTo>
                    <a:pt x="732301" y="1922824"/>
                  </a:lnTo>
                  <a:lnTo>
                    <a:pt x="733146" y="1897165"/>
                  </a:lnTo>
                  <a:lnTo>
                    <a:pt x="733991" y="1956477"/>
                  </a:lnTo>
                  <a:lnTo>
                    <a:pt x="734836" y="1904526"/>
                  </a:lnTo>
                  <a:lnTo>
                    <a:pt x="735682" y="1961315"/>
                  </a:lnTo>
                  <a:lnTo>
                    <a:pt x="736527" y="1977510"/>
                  </a:lnTo>
                  <a:lnTo>
                    <a:pt x="737372" y="1870032"/>
                  </a:lnTo>
                  <a:lnTo>
                    <a:pt x="738217" y="1715230"/>
                  </a:lnTo>
                  <a:lnTo>
                    <a:pt x="739062" y="1649818"/>
                  </a:lnTo>
                  <a:lnTo>
                    <a:pt x="739907" y="1599970"/>
                  </a:lnTo>
                  <a:lnTo>
                    <a:pt x="740752" y="1704714"/>
                  </a:lnTo>
                  <a:lnTo>
                    <a:pt x="741597" y="1846055"/>
                  </a:lnTo>
                  <a:lnTo>
                    <a:pt x="742442" y="1972041"/>
                  </a:lnTo>
                  <a:lnTo>
                    <a:pt x="743287" y="1839955"/>
                  </a:lnTo>
                  <a:lnTo>
                    <a:pt x="744132" y="1811560"/>
                  </a:lnTo>
                  <a:lnTo>
                    <a:pt x="744978" y="1897374"/>
                  </a:lnTo>
                  <a:lnTo>
                    <a:pt x="745823" y="1992023"/>
                  </a:lnTo>
                  <a:lnTo>
                    <a:pt x="746668" y="1953322"/>
                  </a:lnTo>
                  <a:lnTo>
                    <a:pt x="747513" y="1971621"/>
                  </a:lnTo>
                  <a:lnTo>
                    <a:pt x="748358" y="1974145"/>
                  </a:lnTo>
                  <a:lnTo>
                    <a:pt x="749203" y="1980034"/>
                  </a:lnTo>
                  <a:lnTo>
                    <a:pt x="750048" y="1916515"/>
                  </a:lnTo>
                  <a:lnTo>
                    <a:pt x="750893" y="1957739"/>
                  </a:lnTo>
                  <a:lnTo>
                    <a:pt x="751738" y="1862040"/>
                  </a:lnTo>
                  <a:lnTo>
                    <a:pt x="752583" y="1773070"/>
                  </a:lnTo>
                  <a:lnTo>
                    <a:pt x="753428" y="1738998"/>
                  </a:lnTo>
                  <a:lnTo>
                    <a:pt x="754274" y="1831752"/>
                  </a:lnTo>
                  <a:lnTo>
                    <a:pt x="755119" y="1906629"/>
                  </a:lnTo>
                  <a:lnTo>
                    <a:pt x="755964" y="2043343"/>
                  </a:lnTo>
                  <a:lnTo>
                    <a:pt x="756809" y="2040188"/>
                  </a:lnTo>
                  <a:lnTo>
                    <a:pt x="757654" y="2061221"/>
                  </a:lnTo>
                  <a:lnTo>
                    <a:pt x="758499" y="2067951"/>
                  </a:lnTo>
                  <a:lnTo>
                    <a:pt x="759344" y="2071106"/>
                  </a:lnTo>
                  <a:lnTo>
                    <a:pt x="760189" y="1978982"/>
                  </a:lnTo>
                  <a:lnTo>
                    <a:pt x="761034" y="1872977"/>
                  </a:lnTo>
                  <a:lnTo>
                    <a:pt x="761879" y="1926189"/>
                  </a:lnTo>
                  <a:lnTo>
                    <a:pt x="762724" y="1991812"/>
                  </a:lnTo>
                  <a:lnTo>
                    <a:pt x="763570" y="1945750"/>
                  </a:lnTo>
                  <a:lnTo>
                    <a:pt x="764415" y="1937337"/>
                  </a:lnTo>
                  <a:lnTo>
                    <a:pt x="765260" y="1897585"/>
                  </a:lnTo>
                  <a:lnTo>
                    <a:pt x="766105" y="1839114"/>
                  </a:lnTo>
                  <a:lnTo>
                    <a:pt x="766950" y="1783377"/>
                  </a:lnTo>
                  <a:lnTo>
                    <a:pt x="767795" y="1900109"/>
                  </a:lnTo>
                  <a:lnTo>
                    <a:pt x="768640" y="1942806"/>
                  </a:lnTo>
                  <a:lnTo>
                    <a:pt x="769485" y="1990340"/>
                  </a:lnTo>
                  <a:lnTo>
                    <a:pt x="770330" y="1939230"/>
                  </a:lnTo>
                  <a:lnTo>
                    <a:pt x="771175" y="1896113"/>
                  </a:lnTo>
                  <a:lnTo>
                    <a:pt x="772021" y="1892958"/>
                  </a:lnTo>
                  <a:lnTo>
                    <a:pt x="772866" y="2005694"/>
                  </a:lnTo>
                  <a:lnTo>
                    <a:pt x="773711" y="2062483"/>
                  </a:lnTo>
                  <a:lnTo>
                    <a:pt x="774556" y="2035771"/>
                  </a:lnTo>
                  <a:lnTo>
                    <a:pt x="775401" y="2014948"/>
                  </a:lnTo>
                  <a:lnTo>
                    <a:pt x="776246" y="1996650"/>
                  </a:lnTo>
                  <a:lnTo>
                    <a:pt x="777091" y="2019155"/>
                  </a:lnTo>
                  <a:lnTo>
                    <a:pt x="777936" y="2026306"/>
                  </a:lnTo>
                  <a:lnTo>
                    <a:pt x="778781" y="1944278"/>
                  </a:lnTo>
                  <a:lnTo>
                    <a:pt x="779626" y="1897375"/>
                  </a:lnTo>
                  <a:lnTo>
                    <a:pt x="780471" y="1873187"/>
                  </a:lnTo>
                  <a:lnTo>
                    <a:pt x="781317" y="1968886"/>
                  </a:lnTo>
                  <a:lnTo>
                    <a:pt x="782162" y="1956477"/>
                  </a:lnTo>
                  <a:lnTo>
                    <a:pt x="783007" y="2006535"/>
                  </a:lnTo>
                  <a:lnTo>
                    <a:pt x="783852" y="1982768"/>
                  </a:lnTo>
                  <a:lnTo>
                    <a:pt x="784697" y="1979824"/>
                  </a:lnTo>
                  <a:lnTo>
                    <a:pt x="785542" y="2011163"/>
                  </a:lnTo>
                  <a:lnTo>
                    <a:pt x="786387" y="2079309"/>
                  </a:lnTo>
                  <a:lnTo>
                    <a:pt x="787232" y="2033668"/>
                  </a:lnTo>
                  <a:lnTo>
                    <a:pt x="788077" y="2019155"/>
                  </a:lnTo>
                  <a:lnTo>
                    <a:pt x="788922" y="2026937"/>
                  </a:lnTo>
                  <a:lnTo>
                    <a:pt x="789767" y="2061221"/>
                  </a:lnTo>
                  <a:lnTo>
                    <a:pt x="790613" y="2061221"/>
                  </a:lnTo>
                  <a:lnTo>
                    <a:pt x="791458" y="2101394"/>
                  </a:lnTo>
                  <a:lnTo>
                    <a:pt x="792303" y="2066689"/>
                  </a:lnTo>
                  <a:lnTo>
                    <a:pt x="793148" y="2046918"/>
                  </a:lnTo>
                  <a:lnTo>
                    <a:pt x="793993" y="1977720"/>
                  </a:lnTo>
                  <a:lnTo>
                    <a:pt x="794838" y="1926821"/>
                  </a:lnTo>
                  <a:lnTo>
                    <a:pt x="795683" y="1796837"/>
                  </a:lnTo>
                  <a:lnTo>
                    <a:pt x="796528" y="1800834"/>
                  </a:lnTo>
                  <a:lnTo>
                    <a:pt x="797373" y="1861619"/>
                  </a:lnTo>
                  <a:lnTo>
                    <a:pt x="798218" y="1989709"/>
                  </a:lnTo>
                  <a:lnTo>
                    <a:pt x="799063" y="1965521"/>
                  </a:lnTo>
                  <a:lnTo>
                    <a:pt x="799909" y="1891696"/>
                  </a:lnTo>
                  <a:lnTo>
                    <a:pt x="800754" y="1895272"/>
                  </a:lnTo>
                  <a:lnTo>
                    <a:pt x="801599" y="1933761"/>
                  </a:lnTo>
                  <a:lnTo>
                    <a:pt x="802444" y="1973514"/>
                  </a:lnTo>
                  <a:lnTo>
                    <a:pt x="803289" y="2022520"/>
                  </a:lnTo>
                  <a:lnTo>
                    <a:pt x="804134" y="2075944"/>
                  </a:lnTo>
                  <a:lnTo>
                    <a:pt x="804979" y="2032406"/>
                  </a:lnTo>
                  <a:lnTo>
                    <a:pt x="805824" y="1977089"/>
                  </a:lnTo>
                  <a:lnTo>
                    <a:pt x="806669" y="1924717"/>
                  </a:lnTo>
                  <a:lnTo>
                    <a:pt x="807514" y="1927452"/>
                  </a:lnTo>
                  <a:lnTo>
                    <a:pt x="808359" y="1922193"/>
                  </a:lnTo>
                  <a:lnTo>
                    <a:pt x="809205" y="1919880"/>
                  </a:lnTo>
                  <a:lnTo>
                    <a:pt x="810050" y="1905998"/>
                  </a:lnTo>
                  <a:lnTo>
                    <a:pt x="810895" y="1844582"/>
                  </a:lnTo>
                  <a:lnTo>
                    <a:pt x="811740" y="1948274"/>
                  </a:lnTo>
                  <a:lnTo>
                    <a:pt x="812585" y="1989288"/>
                  </a:lnTo>
                  <a:lnTo>
                    <a:pt x="813430" y="1997702"/>
                  </a:lnTo>
                  <a:lnTo>
                    <a:pt x="814275" y="1851102"/>
                  </a:lnTo>
                  <a:lnTo>
                    <a:pt x="815120" y="1756455"/>
                  </a:lnTo>
                  <a:lnTo>
                    <a:pt x="815965" y="1676740"/>
                  </a:lnTo>
                  <a:lnTo>
                    <a:pt x="816810" y="1710603"/>
                  </a:lnTo>
                  <a:lnTo>
                    <a:pt x="817655" y="1737946"/>
                  </a:lnTo>
                  <a:lnTo>
                    <a:pt x="818501" y="1774542"/>
                  </a:lnTo>
                  <a:lnTo>
                    <a:pt x="819346" y="1838272"/>
                  </a:lnTo>
                  <a:lnTo>
                    <a:pt x="820191" y="1956688"/>
                  </a:lnTo>
                  <a:lnTo>
                    <a:pt x="821036" y="2059117"/>
                  </a:lnTo>
                  <a:lnTo>
                    <a:pt x="821881" y="2060590"/>
                  </a:lnTo>
                  <a:lnTo>
                    <a:pt x="822726" y="1898427"/>
                  </a:lnTo>
                  <a:lnTo>
                    <a:pt x="823571" y="1820604"/>
                  </a:lnTo>
                  <a:lnTo>
                    <a:pt x="824416" y="1892327"/>
                  </a:lnTo>
                  <a:lnTo>
                    <a:pt x="825261" y="1998543"/>
                  </a:lnTo>
                  <a:lnTo>
                    <a:pt x="826106" y="2049232"/>
                  </a:lnTo>
                  <a:lnTo>
                    <a:pt x="826951" y="2024834"/>
                  </a:lnTo>
                  <a:lnTo>
                    <a:pt x="827797" y="2054911"/>
                  </a:lnTo>
                  <a:lnTo>
                    <a:pt x="828642" y="2076364"/>
                  </a:lnTo>
                  <a:lnTo>
                    <a:pt x="829487" y="2086671"/>
                  </a:lnTo>
                  <a:lnTo>
                    <a:pt x="830332" y="2048601"/>
                  </a:lnTo>
                  <a:lnTo>
                    <a:pt x="831177" y="1915673"/>
                  </a:lnTo>
                  <a:lnTo>
                    <a:pt x="832022" y="1884335"/>
                  </a:lnTo>
                  <a:lnTo>
                    <a:pt x="832867" y="1765499"/>
                  </a:lnTo>
                  <a:lnTo>
                    <a:pt x="833712" y="1753090"/>
                  </a:lnTo>
                  <a:lnTo>
                    <a:pt x="834557" y="1694197"/>
                  </a:lnTo>
                  <a:lnTo>
                    <a:pt x="835402" y="1815767"/>
                  </a:lnTo>
                  <a:lnTo>
                    <a:pt x="836248" y="1955215"/>
                  </a:lnTo>
                  <a:lnTo>
                    <a:pt x="837093" y="2017893"/>
                  </a:lnTo>
                  <a:lnTo>
                    <a:pt x="837938" y="2019155"/>
                  </a:lnTo>
                  <a:lnTo>
                    <a:pt x="838783" y="2000436"/>
                  </a:lnTo>
                  <a:lnTo>
                    <a:pt x="839628" y="1892537"/>
                  </a:lnTo>
                  <a:lnTo>
                    <a:pt x="840473" y="1786110"/>
                  </a:lnTo>
                  <a:lnTo>
                    <a:pt x="841318" y="1832594"/>
                  </a:lnTo>
                  <a:lnTo>
                    <a:pt x="842163" y="1715020"/>
                  </a:lnTo>
                  <a:lnTo>
                    <a:pt x="843008" y="1622475"/>
                  </a:lnTo>
                  <a:lnTo>
                    <a:pt x="843853" y="1649187"/>
                  </a:lnTo>
                  <a:lnTo>
                    <a:pt x="844698" y="1764026"/>
                  </a:lnTo>
                  <a:lnTo>
                    <a:pt x="845544" y="1827125"/>
                  </a:lnTo>
                  <a:lnTo>
                    <a:pt x="846389" y="1848158"/>
                  </a:lnTo>
                  <a:lnTo>
                    <a:pt x="847234" y="1873608"/>
                  </a:lnTo>
                  <a:lnTo>
                    <a:pt x="848079" y="1882652"/>
                  </a:lnTo>
                  <a:lnTo>
                    <a:pt x="848924" y="1875501"/>
                  </a:lnTo>
                  <a:lnTo>
                    <a:pt x="849769" y="1891906"/>
                  </a:lnTo>
                  <a:lnTo>
                    <a:pt x="850614" y="1894641"/>
                  </a:lnTo>
                  <a:lnTo>
                    <a:pt x="851459" y="1902212"/>
                  </a:lnTo>
                  <a:lnTo>
                    <a:pt x="852304" y="1959001"/>
                  </a:lnTo>
                  <a:lnTo>
                    <a:pt x="853149" y="1994336"/>
                  </a:lnTo>
                  <a:lnTo>
                    <a:pt x="853994" y="1940281"/>
                  </a:lnTo>
                  <a:lnTo>
                    <a:pt x="854840" y="1965732"/>
                  </a:lnTo>
                  <a:lnTo>
                    <a:pt x="855685" y="1939230"/>
                  </a:lnTo>
                  <a:lnTo>
                    <a:pt x="856530" y="1869611"/>
                  </a:lnTo>
                  <a:lnTo>
                    <a:pt x="857375" y="1898006"/>
                  </a:lnTo>
                  <a:lnTo>
                    <a:pt x="858220" y="2036823"/>
                  </a:lnTo>
                  <a:lnTo>
                    <a:pt x="859065" y="2102025"/>
                  </a:lnTo>
                  <a:lnTo>
                    <a:pt x="859910" y="2016421"/>
                  </a:lnTo>
                  <a:lnTo>
                    <a:pt x="860755" y="1922404"/>
                  </a:lnTo>
                  <a:lnTo>
                    <a:pt x="861600" y="1907891"/>
                  </a:lnTo>
                  <a:lnTo>
                    <a:pt x="862445" y="1961525"/>
                  </a:lnTo>
                  <a:lnTo>
                    <a:pt x="863290" y="2015369"/>
                  </a:lnTo>
                  <a:lnTo>
                    <a:pt x="864136" y="2061221"/>
                  </a:lnTo>
                  <a:lnTo>
                    <a:pt x="864981" y="2101814"/>
                  </a:lnTo>
                  <a:lnTo>
                    <a:pt x="865826" y="2080361"/>
                  </a:lnTo>
                  <a:lnTo>
                    <a:pt x="866671" y="2043763"/>
                  </a:lnTo>
                  <a:lnTo>
                    <a:pt x="867516" y="2006535"/>
                  </a:lnTo>
                  <a:lnTo>
                    <a:pt x="868361" y="1971200"/>
                  </a:lnTo>
                  <a:lnTo>
                    <a:pt x="869206" y="1944278"/>
                  </a:lnTo>
                  <a:lnTo>
                    <a:pt x="870051" y="1983189"/>
                  </a:lnTo>
                  <a:lnTo>
                    <a:pt x="870896" y="2056383"/>
                  </a:lnTo>
                  <a:lnTo>
                    <a:pt x="871741" y="1872135"/>
                  </a:lnTo>
                  <a:lnTo>
                    <a:pt x="872586" y="1682629"/>
                  </a:lnTo>
                  <a:lnTo>
                    <a:pt x="873432" y="1700928"/>
                  </a:lnTo>
                  <a:lnTo>
                    <a:pt x="874277" y="1964890"/>
                  </a:lnTo>
                  <a:lnTo>
                    <a:pt x="875122" y="1892958"/>
                  </a:lnTo>
                  <a:lnTo>
                    <a:pt x="875967" y="1948274"/>
                  </a:lnTo>
                  <a:lnTo>
                    <a:pt x="876812" y="2052597"/>
                  </a:lnTo>
                  <a:lnTo>
                    <a:pt x="877657" y="1941754"/>
                  </a:lnTo>
                  <a:lnTo>
                    <a:pt x="878502" y="1889172"/>
                  </a:lnTo>
                  <a:lnTo>
                    <a:pt x="879347" y="1900319"/>
                  </a:lnTo>
                  <a:lnTo>
                    <a:pt x="880192" y="1921563"/>
                  </a:lnTo>
                  <a:lnTo>
                    <a:pt x="881037" y="1896323"/>
                  </a:lnTo>
                  <a:lnTo>
                    <a:pt x="881882" y="1924507"/>
                  </a:lnTo>
                  <a:lnTo>
                    <a:pt x="882728" y="1970779"/>
                  </a:lnTo>
                  <a:lnTo>
                    <a:pt x="883573" y="1941754"/>
                  </a:lnTo>
                  <a:lnTo>
                    <a:pt x="884418" y="1927872"/>
                  </a:lnTo>
                  <a:lnTo>
                    <a:pt x="885263" y="1882021"/>
                  </a:lnTo>
                  <a:lnTo>
                    <a:pt x="886108" y="1817029"/>
                  </a:lnTo>
                  <a:lnTo>
                    <a:pt x="886953" y="1799782"/>
                  </a:lnTo>
                  <a:lnTo>
                    <a:pt x="887798" y="1847947"/>
                  </a:lnTo>
                  <a:lnTo>
                    <a:pt x="888643" y="1919249"/>
                  </a:lnTo>
                  <a:lnTo>
                    <a:pt x="889488" y="1891906"/>
                  </a:lnTo>
                  <a:lnTo>
                    <a:pt x="890333" y="1837220"/>
                  </a:lnTo>
                  <a:lnTo>
                    <a:pt x="891178" y="1861198"/>
                  </a:lnTo>
                  <a:lnTo>
                    <a:pt x="892024" y="1864143"/>
                  </a:lnTo>
                  <a:lnTo>
                    <a:pt x="892869" y="1931868"/>
                  </a:lnTo>
                  <a:lnTo>
                    <a:pt x="893714" y="1995809"/>
                  </a:lnTo>
                  <a:lnTo>
                    <a:pt x="894559" y="2019155"/>
                  </a:lnTo>
                  <a:lnTo>
                    <a:pt x="895404" y="2019155"/>
                  </a:lnTo>
                  <a:lnTo>
                    <a:pt x="896249" y="2059959"/>
                  </a:lnTo>
                  <a:lnTo>
                    <a:pt x="897094" y="2038085"/>
                  </a:lnTo>
                  <a:lnTo>
                    <a:pt x="897939" y="1983610"/>
                  </a:lnTo>
                  <a:lnTo>
                    <a:pt x="898784" y="2019155"/>
                  </a:lnTo>
                  <a:lnTo>
                    <a:pt x="899629" y="2048601"/>
                  </a:lnTo>
                  <a:lnTo>
                    <a:pt x="900475" y="2026306"/>
                  </a:lnTo>
                  <a:lnTo>
                    <a:pt x="901320" y="1913780"/>
                  </a:lnTo>
                  <a:lnTo>
                    <a:pt x="902165" y="1891275"/>
                  </a:lnTo>
                  <a:lnTo>
                    <a:pt x="903010" y="1928713"/>
                  </a:lnTo>
                  <a:lnTo>
                    <a:pt x="903855" y="1909153"/>
                  </a:lnTo>
                  <a:lnTo>
                    <a:pt x="904700" y="1667064"/>
                  </a:lnTo>
                  <a:lnTo>
                    <a:pt x="905545" y="1645821"/>
                  </a:lnTo>
                  <a:lnTo>
                    <a:pt x="906390" y="1851103"/>
                  </a:lnTo>
                  <a:lnTo>
                    <a:pt x="907235" y="1907260"/>
                  </a:lnTo>
                  <a:lnTo>
                    <a:pt x="908080" y="1833014"/>
                  </a:lnTo>
                  <a:lnTo>
                    <a:pt x="908925" y="1798099"/>
                  </a:lnTo>
                  <a:lnTo>
                    <a:pt x="909771" y="1932499"/>
                  </a:lnTo>
                  <a:lnTo>
                    <a:pt x="910616" y="1924086"/>
                  </a:lnTo>
                  <a:lnTo>
                    <a:pt x="911461" y="1827545"/>
                  </a:lnTo>
                  <a:lnTo>
                    <a:pt x="912306" y="1759189"/>
                  </a:lnTo>
                  <a:lnTo>
                    <a:pt x="913151" y="1729954"/>
                  </a:lnTo>
                  <a:lnTo>
                    <a:pt x="913996" y="1781273"/>
                  </a:lnTo>
                  <a:lnTo>
                    <a:pt x="914841" y="1802727"/>
                  </a:lnTo>
                  <a:lnTo>
                    <a:pt x="915686" y="1917356"/>
                  </a:lnTo>
                  <a:lnTo>
                    <a:pt x="916531" y="1974565"/>
                  </a:lnTo>
                  <a:lnTo>
                    <a:pt x="917376" y="1964470"/>
                  </a:lnTo>
                  <a:lnTo>
                    <a:pt x="918221" y="1879707"/>
                  </a:lnTo>
                  <a:lnTo>
                    <a:pt x="919067" y="1908522"/>
                  </a:lnTo>
                  <a:lnTo>
                    <a:pt x="919912" y="1968886"/>
                  </a:lnTo>
                  <a:lnTo>
                    <a:pt x="920757" y="1939651"/>
                  </a:lnTo>
                  <a:lnTo>
                    <a:pt x="921602" y="1890013"/>
                  </a:lnTo>
                  <a:lnTo>
                    <a:pt x="922447" y="1874869"/>
                  </a:lnTo>
                  <a:lnTo>
                    <a:pt x="923292" y="1861198"/>
                  </a:lnTo>
                  <a:lnTo>
                    <a:pt x="924137" y="1907050"/>
                  </a:lnTo>
                  <a:lnTo>
                    <a:pt x="924982" y="1892537"/>
                  </a:lnTo>
                  <a:lnTo>
                    <a:pt x="925827" y="1870032"/>
                  </a:lnTo>
                  <a:lnTo>
                    <a:pt x="926672" y="1901581"/>
                  </a:lnTo>
                  <a:lnTo>
                    <a:pt x="927517" y="1850681"/>
                  </a:lnTo>
                  <a:lnTo>
                    <a:pt x="928363" y="1814294"/>
                  </a:lnTo>
                  <a:lnTo>
                    <a:pt x="929208" y="1803568"/>
                  </a:lnTo>
                  <a:lnTo>
                    <a:pt x="930053" y="1868350"/>
                  </a:lnTo>
                  <a:lnTo>
                    <a:pt x="930898" y="1974355"/>
                  </a:lnTo>
                  <a:lnTo>
                    <a:pt x="931743" y="2023572"/>
                  </a:lnTo>
                  <a:lnTo>
                    <a:pt x="932588" y="2076364"/>
                  </a:lnTo>
                  <a:lnTo>
                    <a:pt x="933433" y="2019996"/>
                  </a:lnTo>
                  <a:lnTo>
                    <a:pt x="934278" y="1891275"/>
                  </a:lnTo>
                  <a:lnTo>
                    <a:pt x="935123" y="1802306"/>
                  </a:lnTo>
                  <a:lnTo>
                    <a:pt x="935968" y="1876132"/>
                  </a:lnTo>
                  <a:lnTo>
                    <a:pt x="936813" y="1828387"/>
                  </a:lnTo>
                  <a:lnTo>
                    <a:pt x="937659" y="1803568"/>
                  </a:lnTo>
                  <a:lnTo>
                    <a:pt x="938504" y="1716913"/>
                  </a:lnTo>
                  <a:lnTo>
                    <a:pt x="939349" y="1821235"/>
                  </a:lnTo>
                  <a:lnTo>
                    <a:pt x="940194" y="1920511"/>
                  </a:lnTo>
                  <a:lnTo>
                    <a:pt x="941039" y="1927241"/>
                  </a:lnTo>
                  <a:lnTo>
                    <a:pt x="941884" y="1953533"/>
                  </a:lnTo>
                  <a:lnTo>
                    <a:pt x="942729" y="2017893"/>
                  </a:lnTo>
                  <a:lnTo>
                    <a:pt x="943574" y="2017683"/>
                  </a:lnTo>
                  <a:lnTo>
                    <a:pt x="944419" y="1976669"/>
                  </a:lnTo>
                  <a:lnTo>
                    <a:pt x="945264" y="1981296"/>
                  </a:lnTo>
                  <a:lnTo>
                    <a:pt x="946109" y="1975617"/>
                  </a:lnTo>
                  <a:lnTo>
                    <a:pt x="946955" y="1838903"/>
                  </a:lnTo>
                  <a:lnTo>
                    <a:pt x="947800" y="1731426"/>
                  </a:lnTo>
                  <a:lnTo>
                    <a:pt x="948645" y="1797468"/>
                  </a:lnTo>
                  <a:lnTo>
                    <a:pt x="949490" y="1829648"/>
                  </a:lnTo>
                  <a:lnTo>
                    <a:pt x="950335" y="1760030"/>
                  </a:lnTo>
                  <a:lnTo>
                    <a:pt x="951180" y="1742572"/>
                  </a:lnTo>
                  <a:lnTo>
                    <a:pt x="952025" y="1784848"/>
                  </a:lnTo>
                  <a:lnTo>
                    <a:pt x="952870" y="1923876"/>
                  </a:lnTo>
                  <a:lnTo>
                    <a:pt x="953715" y="2085198"/>
                  </a:lnTo>
                  <a:lnTo>
                    <a:pt x="954560" y="1952902"/>
                  </a:lnTo>
                  <a:lnTo>
                    <a:pt x="955405" y="1772440"/>
                  </a:lnTo>
                  <a:lnTo>
                    <a:pt x="956251" y="1760872"/>
                  </a:lnTo>
                  <a:lnTo>
                    <a:pt x="957096" y="1842479"/>
                  </a:lnTo>
                  <a:lnTo>
                    <a:pt x="957941" y="1816609"/>
                  </a:lnTo>
                  <a:lnTo>
                    <a:pt x="958786" y="1698194"/>
                  </a:lnTo>
                  <a:lnTo>
                    <a:pt x="959631" y="1736473"/>
                  </a:lnTo>
                  <a:lnTo>
                    <a:pt x="960476" y="1846475"/>
                  </a:lnTo>
                  <a:lnTo>
                    <a:pt x="961321" y="1811771"/>
                  </a:lnTo>
                  <a:lnTo>
                    <a:pt x="962166" y="1591346"/>
                  </a:lnTo>
                  <a:lnTo>
                    <a:pt x="963011" y="1587980"/>
                  </a:lnTo>
                  <a:lnTo>
                    <a:pt x="963856" y="1655707"/>
                  </a:lnTo>
                  <a:lnTo>
                    <a:pt x="964702" y="1791790"/>
                  </a:lnTo>
                  <a:lnTo>
                    <a:pt x="965547" y="1877394"/>
                  </a:lnTo>
                  <a:lnTo>
                    <a:pt x="966392" y="1935444"/>
                  </a:lnTo>
                  <a:lnTo>
                    <a:pt x="967237" y="1927241"/>
                  </a:lnTo>
                  <a:lnTo>
                    <a:pt x="968082" y="1924507"/>
                  </a:lnTo>
                  <a:lnTo>
                    <a:pt x="968927" y="1938178"/>
                  </a:lnTo>
                  <a:lnTo>
                    <a:pt x="969772" y="1891906"/>
                  </a:lnTo>
                  <a:lnTo>
                    <a:pt x="970617" y="1866036"/>
                  </a:lnTo>
                  <a:lnTo>
                    <a:pt x="971462" y="1837431"/>
                  </a:lnTo>
                  <a:lnTo>
                    <a:pt x="972307" y="1774542"/>
                  </a:lnTo>
                  <a:lnTo>
                    <a:pt x="973152" y="1768864"/>
                  </a:lnTo>
                  <a:lnTo>
                    <a:pt x="973998" y="1815977"/>
                  </a:lnTo>
                  <a:lnTo>
                    <a:pt x="974843" y="1866457"/>
                  </a:lnTo>
                  <a:lnTo>
                    <a:pt x="975688" y="2044184"/>
                  </a:lnTo>
                  <a:lnTo>
                    <a:pt x="976533" y="2079309"/>
                  </a:lnTo>
                  <a:lnTo>
                    <a:pt x="977378" y="2046918"/>
                  </a:lnTo>
                  <a:lnTo>
                    <a:pt x="978223" y="1904316"/>
                  </a:lnTo>
                  <a:lnTo>
                    <a:pt x="979068" y="1840585"/>
                  </a:lnTo>
                  <a:lnTo>
                    <a:pt x="979913" y="1888121"/>
                  </a:lnTo>
                  <a:lnTo>
                    <a:pt x="980758" y="1976248"/>
                  </a:lnTo>
                  <a:lnTo>
                    <a:pt x="981603" y="1985923"/>
                  </a:lnTo>
                  <a:lnTo>
                    <a:pt x="982448" y="1997281"/>
                  </a:lnTo>
                  <a:lnTo>
                    <a:pt x="983294" y="1992233"/>
                  </a:lnTo>
                  <a:lnTo>
                    <a:pt x="984139" y="1970990"/>
                  </a:lnTo>
                  <a:lnTo>
                    <a:pt x="984984" y="1816818"/>
                  </a:lnTo>
                  <a:lnTo>
                    <a:pt x="985829" y="1657179"/>
                  </a:lnTo>
                  <a:lnTo>
                    <a:pt x="986674" y="1747200"/>
                  </a:lnTo>
                  <a:lnTo>
                    <a:pt x="987519" y="1829648"/>
                  </a:lnTo>
                  <a:lnTo>
                    <a:pt x="988364" y="1866036"/>
                  </a:lnTo>
                  <a:lnTo>
                    <a:pt x="989209" y="1868139"/>
                  </a:lnTo>
                  <a:lnTo>
                    <a:pt x="990054" y="1894640"/>
                  </a:lnTo>
                  <a:lnTo>
                    <a:pt x="990899" y="1821025"/>
                  </a:lnTo>
                  <a:lnTo>
                    <a:pt x="991744" y="1685153"/>
                  </a:lnTo>
                  <a:lnTo>
                    <a:pt x="992590" y="1789266"/>
                  </a:lnTo>
                  <a:lnTo>
                    <a:pt x="993435" y="1931869"/>
                  </a:lnTo>
                  <a:lnTo>
                    <a:pt x="994280" y="2029461"/>
                  </a:lnTo>
                  <a:lnTo>
                    <a:pt x="995125" y="2023362"/>
                  </a:lnTo>
                  <a:lnTo>
                    <a:pt x="995970" y="1897796"/>
                  </a:lnTo>
                  <a:lnTo>
                    <a:pt x="996815" y="1840586"/>
                  </a:lnTo>
                  <a:lnTo>
                    <a:pt x="997660" y="1884124"/>
                  </a:lnTo>
                  <a:lnTo>
                    <a:pt x="998505" y="2004853"/>
                  </a:lnTo>
                  <a:lnTo>
                    <a:pt x="999350" y="1925559"/>
                  </a:lnTo>
                  <a:lnTo>
                    <a:pt x="1000195" y="1939861"/>
                  </a:lnTo>
                  <a:lnTo>
                    <a:pt x="1001040" y="2028830"/>
                  </a:lnTo>
                  <a:lnTo>
                    <a:pt x="1001886" y="1923876"/>
                  </a:lnTo>
                  <a:lnTo>
                    <a:pt x="1002731" y="1850892"/>
                  </a:lnTo>
                  <a:lnTo>
                    <a:pt x="1003576" y="1904526"/>
                  </a:lnTo>
                  <a:lnTo>
                    <a:pt x="1004421" y="2016841"/>
                  </a:lnTo>
                  <a:lnTo>
                    <a:pt x="1005266" y="1981086"/>
                  </a:lnTo>
                  <a:lnTo>
                    <a:pt x="1006111" y="1990340"/>
                  </a:lnTo>
                  <a:lnTo>
                    <a:pt x="1006956" y="1978982"/>
                  </a:lnTo>
                  <a:lnTo>
                    <a:pt x="1007801" y="1905788"/>
                  </a:lnTo>
                  <a:lnTo>
                    <a:pt x="1008646" y="1911677"/>
                  </a:lnTo>
                  <a:lnTo>
                    <a:pt x="1009491" y="1946802"/>
                  </a:lnTo>
                  <a:lnTo>
                    <a:pt x="1010336" y="2061221"/>
                  </a:lnTo>
                  <a:lnTo>
                    <a:pt x="1011182" y="2091718"/>
                  </a:lnTo>
                  <a:lnTo>
                    <a:pt x="1012027" y="2047339"/>
                  </a:lnTo>
                  <a:lnTo>
                    <a:pt x="1012872" y="1954794"/>
                  </a:lnTo>
                  <a:lnTo>
                    <a:pt x="1013717" y="1848999"/>
                  </a:lnTo>
                  <a:lnTo>
                    <a:pt x="1014562" y="1780222"/>
                  </a:lnTo>
                  <a:lnTo>
                    <a:pt x="1015407" y="1690412"/>
                  </a:lnTo>
                  <a:lnTo>
                    <a:pt x="1016252" y="1630047"/>
                  </a:lnTo>
                  <a:lnTo>
                    <a:pt x="1017097" y="1718174"/>
                  </a:lnTo>
                  <a:lnTo>
                    <a:pt x="1017942" y="1829859"/>
                  </a:lnTo>
                  <a:lnTo>
                    <a:pt x="1018787" y="1843951"/>
                  </a:lnTo>
                  <a:lnTo>
                    <a:pt x="1019632" y="1811140"/>
                  </a:lnTo>
                  <a:lnTo>
                    <a:pt x="1020478" y="1779380"/>
                  </a:lnTo>
                  <a:lnTo>
                    <a:pt x="1021323" y="1619320"/>
                  </a:lnTo>
                  <a:lnTo>
                    <a:pt x="1022168" y="1424345"/>
                  </a:lnTo>
                  <a:lnTo>
                    <a:pt x="1023013" y="1663490"/>
                  </a:lnTo>
                  <a:lnTo>
                    <a:pt x="1023858" y="1950378"/>
                  </a:lnTo>
                  <a:lnTo>
                    <a:pt x="1024703" y="2061221"/>
                  </a:lnTo>
                  <a:lnTo>
                    <a:pt x="1025548" y="2042712"/>
                  </a:lnTo>
                  <a:lnTo>
                    <a:pt x="1026393" y="1897164"/>
                  </a:lnTo>
                  <a:lnTo>
                    <a:pt x="1027238" y="1723012"/>
                  </a:lnTo>
                  <a:lnTo>
                    <a:pt x="1028083" y="1641615"/>
                  </a:lnTo>
                  <a:lnTo>
                    <a:pt x="1028929" y="1768233"/>
                  </a:lnTo>
                  <a:lnTo>
                    <a:pt x="1029774" y="1750986"/>
                  </a:lnTo>
                  <a:lnTo>
                    <a:pt x="1030619" y="1803357"/>
                  </a:lnTo>
                  <a:lnTo>
                    <a:pt x="1031464" y="1949747"/>
                  </a:lnTo>
                  <a:lnTo>
                    <a:pt x="1032309" y="1995388"/>
                  </a:lnTo>
                  <a:lnTo>
                    <a:pt x="1033154" y="2018103"/>
                  </a:lnTo>
                  <a:lnTo>
                    <a:pt x="1033999" y="2063745"/>
                  </a:lnTo>
                  <a:lnTo>
                    <a:pt x="1034844" y="2066479"/>
                  </a:lnTo>
                  <a:lnTo>
                    <a:pt x="1035689" y="2021469"/>
                  </a:lnTo>
                  <a:lnTo>
                    <a:pt x="1036534" y="1949957"/>
                  </a:lnTo>
                  <a:lnTo>
                    <a:pt x="1037379" y="1887910"/>
                  </a:lnTo>
                  <a:lnTo>
                    <a:pt x="1038225" y="1870873"/>
                  </a:lnTo>
                  <a:lnTo>
                    <a:pt x="1039070" y="1939861"/>
                  </a:lnTo>
                  <a:lnTo>
                    <a:pt x="1039915" y="1993495"/>
                  </a:lnTo>
                  <a:lnTo>
                    <a:pt x="1040760" y="2044395"/>
                  </a:lnTo>
                  <a:lnTo>
                    <a:pt x="1041605" y="2101394"/>
                  </a:lnTo>
                  <a:lnTo>
                    <a:pt x="1042450" y="2103286"/>
                  </a:lnTo>
                  <a:lnTo>
                    <a:pt x="1042450" y="2103286"/>
                  </a:lnTo>
                  <a:lnTo>
                    <a:pt x="1043295" y="2103286"/>
                  </a:lnTo>
                  <a:lnTo>
                    <a:pt x="1044140" y="2076154"/>
                  </a:lnTo>
                  <a:lnTo>
                    <a:pt x="1044985" y="2061221"/>
                  </a:lnTo>
                  <a:lnTo>
                    <a:pt x="1045830" y="2034088"/>
                  </a:lnTo>
                  <a:lnTo>
                    <a:pt x="1046675" y="1969938"/>
                  </a:lnTo>
                  <a:lnTo>
                    <a:pt x="1047521" y="1935023"/>
                  </a:lnTo>
                  <a:lnTo>
                    <a:pt x="1048366" y="2024624"/>
                  </a:lnTo>
                  <a:lnTo>
                    <a:pt x="1049211" y="1923456"/>
                  </a:lnTo>
                  <a:lnTo>
                    <a:pt x="1050056" y="1892958"/>
                  </a:lnTo>
                  <a:lnTo>
                    <a:pt x="1050901" y="1904526"/>
                  </a:lnTo>
                  <a:lnTo>
                    <a:pt x="1051746" y="1943437"/>
                  </a:lnTo>
                  <a:lnTo>
                    <a:pt x="1052591" y="1880338"/>
                  </a:lnTo>
                  <a:lnTo>
                    <a:pt x="1053436" y="1956056"/>
                  </a:lnTo>
                  <a:lnTo>
                    <a:pt x="1054281" y="1943436"/>
                  </a:lnTo>
                  <a:lnTo>
                    <a:pt x="1055126" y="1944068"/>
                  </a:lnTo>
                  <a:lnTo>
                    <a:pt x="1055971" y="1936706"/>
                  </a:lnTo>
                  <a:lnTo>
                    <a:pt x="1056817" y="1983609"/>
                  </a:lnTo>
                  <a:lnTo>
                    <a:pt x="1057662" y="1996860"/>
                  </a:lnTo>
                  <a:lnTo>
                    <a:pt x="1058507" y="2045025"/>
                  </a:lnTo>
                  <a:lnTo>
                    <a:pt x="1059352" y="2087302"/>
                  </a:lnTo>
                  <a:lnTo>
                    <a:pt x="1060197" y="2103286"/>
                  </a:lnTo>
                  <a:lnTo>
                    <a:pt x="1060197" y="2103286"/>
                  </a:lnTo>
                  <a:lnTo>
                    <a:pt x="1061042" y="2085198"/>
                  </a:lnTo>
                  <a:lnTo>
                    <a:pt x="1061887" y="2022731"/>
                  </a:lnTo>
                  <a:lnTo>
                    <a:pt x="1062732" y="2003170"/>
                  </a:lnTo>
                  <a:lnTo>
                    <a:pt x="1063577" y="2033247"/>
                  </a:lnTo>
                  <a:lnTo>
                    <a:pt x="1064422" y="2048601"/>
                  </a:lnTo>
                  <a:lnTo>
                    <a:pt x="1065267" y="2025885"/>
                  </a:lnTo>
                  <a:lnTo>
                    <a:pt x="1066113" y="2019155"/>
                  </a:lnTo>
                  <a:lnTo>
                    <a:pt x="1066958" y="2033457"/>
                  </a:lnTo>
                  <a:lnTo>
                    <a:pt x="1067803" y="1994757"/>
                  </a:lnTo>
                  <a:lnTo>
                    <a:pt x="1068648" y="1983820"/>
                  </a:lnTo>
                  <a:lnTo>
                    <a:pt x="1069493" y="1980244"/>
                  </a:lnTo>
                  <a:lnTo>
                    <a:pt x="1070338" y="1990130"/>
                  </a:lnTo>
                  <a:lnTo>
                    <a:pt x="1071183" y="1959001"/>
                  </a:lnTo>
                  <a:lnTo>
                    <a:pt x="1072028" y="2016000"/>
                  </a:lnTo>
                  <a:lnTo>
                    <a:pt x="1072873" y="1974776"/>
                  </a:lnTo>
                  <a:lnTo>
                    <a:pt x="1073718" y="1927241"/>
                  </a:lnTo>
                  <a:lnTo>
                    <a:pt x="1074563" y="1917356"/>
                  </a:lnTo>
                  <a:lnTo>
                    <a:pt x="1075409" y="1988868"/>
                  </a:lnTo>
                  <a:lnTo>
                    <a:pt x="1076254" y="2024834"/>
                  </a:lnTo>
                  <a:lnTo>
                    <a:pt x="1077099" y="1990971"/>
                  </a:lnTo>
                  <a:lnTo>
                    <a:pt x="1077944" y="1953953"/>
                  </a:lnTo>
                  <a:lnTo>
                    <a:pt x="1078789" y="2004853"/>
                  </a:lnTo>
                  <a:lnTo>
                    <a:pt x="1079634" y="2062693"/>
                  </a:lnTo>
                  <a:lnTo>
                    <a:pt x="1080479" y="2022941"/>
                  </a:lnTo>
                  <a:lnTo>
                    <a:pt x="1081324" y="2019155"/>
                  </a:lnTo>
                  <a:lnTo>
                    <a:pt x="1082169" y="2044394"/>
                  </a:lnTo>
                  <a:lnTo>
                    <a:pt x="1083014" y="2061221"/>
                  </a:lnTo>
                  <a:lnTo>
                    <a:pt x="1083860" y="2069003"/>
                  </a:lnTo>
                  <a:lnTo>
                    <a:pt x="1084705" y="2065848"/>
                  </a:lnTo>
                  <a:lnTo>
                    <a:pt x="1085550" y="1996860"/>
                  </a:lnTo>
                  <a:lnTo>
                    <a:pt x="1086395" y="1853837"/>
                  </a:lnTo>
                  <a:lnTo>
                    <a:pt x="1087240" y="1830700"/>
                  </a:lnTo>
                  <a:lnTo>
                    <a:pt x="1088085" y="1951429"/>
                  </a:lnTo>
                  <a:lnTo>
                    <a:pt x="1088930" y="2011162"/>
                  </a:lnTo>
                  <a:lnTo>
                    <a:pt x="1089775" y="2042291"/>
                  </a:lnTo>
                  <a:lnTo>
                    <a:pt x="1090620" y="2002960"/>
                  </a:lnTo>
                  <a:lnTo>
                    <a:pt x="1091465" y="1943016"/>
                  </a:lnTo>
                  <a:lnTo>
                    <a:pt x="1092310" y="1986764"/>
                  </a:lnTo>
                  <a:lnTo>
                    <a:pt x="1093156" y="1973934"/>
                  </a:lnTo>
                  <a:lnTo>
                    <a:pt x="1094001" y="1923245"/>
                  </a:lnTo>
                  <a:lnTo>
                    <a:pt x="1094846" y="1922614"/>
                  </a:lnTo>
                  <a:lnTo>
                    <a:pt x="1095691" y="1940071"/>
                  </a:lnTo>
                  <a:lnTo>
                    <a:pt x="1096536" y="1885386"/>
                  </a:lnTo>
                  <a:lnTo>
                    <a:pt x="1097381" y="1834065"/>
                  </a:lnTo>
                  <a:lnTo>
                    <a:pt x="1098226" y="1909153"/>
                  </a:lnTo>
                  <a:lnTo>
                    <a:pt x="1099071" y="1956687"/>
                  </a:lnTo>
                  <a:lnTo>
                    <a:pt x="1099916" y="2019155"/>
                  </a:lnTo>
                  <a:lnTo>
                    <a:pt x="1100761" y="2066058"/>
                  </a:lnTo>
                  <a:lnTo>
                    <a:pt x="1101606" y="2042712"/>
                  </a:lnTo>
                  <a:lnTo>
                    <a:pt x="1102452" y="1942806"/>
                  </a:lnTo>
                  <a:lnTo>
                    <a:pt x="1103297" y="1947643"/>
                  </a:lnTo>
                  <a:lnTo>
                    <a:pt x="1104142" y="2000225"/>
                  </a:lnTo>
                  <a:lnTo>
                    <a:pt x="1104987" y="2001698"/>
                  </a:lnTo>
                  <a:lnTo>
                    <a:pt x="1105832" y="1981296"/>
                  </a:lnTo>
                  <a:lnTo>
                    <a:pt x="1106677" y="1969097"/>
                  </a:lnTo>
                  <a:lnTo>
                    <a:pt x="1107522" y="2015579"/>
                  </a:lnTo>
                  <a:lnTo>
                    <a:pt x="1108367" y="2080150"/>
                  </a:lnTo>
                  <a:lnTo>
                    <a:pt x="1109212" y="2094663"/>
                  </a:lnTo>
                  <a:lnTo>
                    <a:pt x="1110057" y="2056173"/>
                  </a:lnTo>
                  <a:lnTo>
                    <a:pt x="1110902" y="2001067"/>
                  </a:lnTo>
                  <a:lnTo>
                    <a:pt x="1111748" y="1964470"/>
                  </a:lnTo>
                  <a:lnTo>
                    <a:pt x="1112593" y="1983820"/>
                  </a:lnTo>
                  <a:lnTo>
                    <a:pt x="1113438" y="2036823"/>
                  </a:lnTo>
                  <a:lnTo>
                    <a:pt x="1114283" y="2020207"/>
                  </a:lnTo>
                  <a:lnTo>
                    <a:pt x="1115128" y="2059117"/>
                  </a:lnTo>
                  <a:lnTo>
                    <a:pt x="1115973" y="2012635"/>
                  </a:lnTo>
                  <a:lnTo>
                    <a:pt x="1116818" y="1982558"/>
                  </a:lnTo>
                  <a:lnTo>
                    <a:pt x="1117663" y="1917356"/>
                  </a:lnTo>
                  <a:lnTo>
                    <a:pt x="1118508" y="1741101"/>
                  </a:lnTo>
                  <a:lnTo>
                    <a:pt x="1119353" y="1579147"/>
                  </a:lnTo>
                  <a:lnTo>
                    <a:pt x="1120198" y="1654866"/>
                  </a:lnTo>
                  <a:lnTo>
                    <a:pt x="1121044" y="1754141"/>
                  </a:lnTo>
                  <a:lnTo>
                    <a:pt x="1121889" y="1913570"/>
                  </a:lnTo>
                  <a:lnTo>
                    <a:pt x="1122734" y="2033668"/>
                  </a:lnTo>
                  <a:lnTo>
                    <a:pt x="1123579" y="2065848"/>
                  </a:lnTo>
                  <a:lnTo>
                    <a:pt x="1124424" y="2009690"/>
                  </a:lnTo>
                  <a:lnTo>
                    <a:pt x="1125269" y="1951218"/>
                  </a:lnTo>
                  <a:lnTo>
                    <a:pt x="1126114" y="1965942"/>
                  </a:lnTo>
                  <a:lnTo>
                    <a:pt x="1126959" y="2009690"/>
                  </a:lnTo>
                  <a:lnTo>
                    <a:pt x="1127804" y="2002539"/>
                  </a:lnTo>
                  <a:lnTo>
                    <a:pt x="1128649" y="1924928"/>
                  </a:lnTo>
                  <a:lnTo>
                    <a:pt x="1129494" y="1935023"/>
                  </a:lnTo>
                  <a:lnTo>
                    <a:pt x="1130340" y="2010952"/>
                  </a:lnTo>
                  <a:lnTo>
                    <a:pt x="1131185" y="2008008"/>
                  </a:lnTo>
                  <a:lnTo>
                    <a:pt x="1132030" y="1928503"/>
                  </a:lnTo>
                  <a:lnTo>
                    <a:pt x="1132875" y="1882021"/>
                  </a:lnTo>
                  <a:lnTo>
                    <a:pt x="1133720" y="1882652"/>
                  </a:lnTo>
                  <a:lnTo>
                    <a:pt x="1134565" y="1782325"/>
                  </a:lnTo>
                  <a:lnTo>
                    <a:pt x="1135410" y="1795155"/>
                  </a:lnTo>
                  <a:lnTo>
                    <a:pt x="1136255" y="1790949"/>
                  </a:lnTo>
                  <a:lnTo>
                    <a:pt x="1137100" y="1767812"/>
                  </a:lnTo>
                  <a:lnTo>
                    <a:pt x="1137945" y="1734791"/>
                  </a:lnTo>
                  <a:lnTo>
                    <a:pt x="1138790" y="1850682"/>
                  </a:lnTo>
                  <a:lnTo>
                    <a:pt x="1139636" y="1900950"/>
                  </a:lnTo>
                  <a:lnTo>
                    <a:pt x="1140481" y="2009269"/>
                  </a:lnTo>
                  <a:lnTo>
                    <a:pt x="1141326" y="2039978"/>
                  </a:lnTo>
                  <a:lnTo>
                    <a:pt x="1142171" y="1995388"/>
                  </a:lnTo>
                  <a:lnTo>
                    <a:pt x="1143016" y="1977089"/>
                  </a:lnTo>
                  <a:lnTo>
                    <a:pt x="1143861" y="2019576"/>
                  </a:lnTo>
                  <a:lnTo>
                    <a:pt x="1144706" y="2061221"/>
                  </a:lnTo>
                  <a:lnTo>
                    <a:pt x="1145551" y="2038926"/>
                  </a:lnTo>
                  <a:lnTo>
                    <a:pt x="1146396" y="2019996"/>
                  </a:lnTo>
                  <a:lnTo>
                    <a:pt x="1147241" y="2020207"/>
                  </a:lnTo>
                  <a:lnTo>
                    <a:pt x="1148087" y="2056383"/>
                  </a:lnTo>
                  <a:lnTo>
                    <a:pt x="1148932" y="1930607"/>
                  </a:lnTo>
                  <a:lnTo>
                    <a:pt x="1149777" y="1840586"/>
                  </a:lnTo>
                  <a:lnTo>
                    <a:pt x="1150622" y="1872136"/>
                  </a:lnTo>
                  <a:lnTo>
                    <a:pt x="1151467" y="1957949"/>
                  </a:lnTo>
                  <a:lnTo>
                    <a:pt x="1152312" y="2016841"/>
                  </a:lnTo>
                  <a:lnTo>
                    <a:pt x="1153157" y="2051125"/>
                  </a:lnTo>
                  <a:lnTo>
                    <a:pt x="1154002" y="1946171"/>
                  </a:lnTo>
                  <a:lnTo>
                    <a:pt x="1154847" y="1935023"/>
                  </a:lnTo>
                  <a:lnTo>
                    <a:pt x="1155692" y="2023993"/>
                  </a:lnTo>
                  <a:lnTo>
                    <a:pt x="1156537" y="2027989"/>
                  </a:lnTo>
                  <a:lnTo>
                    <a:pt x="1157383" y="1952901"/>
                  </a:lnTo>
                  <a:lnTo>
                    <a:pt x="1158228" y="1935444"/>
                  </a:lnTo>
                  <a:lnTo>
                    <a:pt x="1159073" y="1993074"/>
                  </a:lnTo>
                  <a:lnTo>
                    <a:pt x="1159918" y="2089825"/>
                  </a:lnTo>
                  <a:lnTo>
                    <a:pt x="1160763" y="2080992"/>
                  </a:lnTo>
                  <a:lnTo>
                    <a:pt x="1161608" y="2019155"/>
                  </a:lnTo>
                  <a:lnTo>
                    <a:pt x="1162453" y="1916725"/>
                  </a:lnTo>
                  <a:lnTo>
                    <a:pt x="1163298" y="1872766"/>
                  </a:lnTo>
                  <a:lnTo>
                    <a:pt x="1164143" y="1856571"/>
                  </a:lnTo>
                  <a:lnTo>
                    <a:pt x="1164988" y="1963207"/>
                  </a:lnTo>
                  <a:lnTo>
                    <a:pt x="1165833" y="1993285"/>
                  </a:lnTo>
                  <a:lnTo>
                    <a:pt x="1166679" y="2036823"/>
                  </a:lnTo>
                  <a:lnTo>
                    <a:pt x="1167524" y="2019155"/>
                  </a:lnTo>
                  <a:lnTo>
                    <a:pt x="1168369" y="2022520"/>
                  </a:lnTo>
                  <a:lnTo>
                    <a:pt x="1169214" y="2089405"/>
                  </a:lnTo>
                  <a:lnTo>
                    <a:pt x="1170059" y="1937127"/>
                  </a:lnTo>
                  <a:lnTo>
                    <a:pt x="1170904" y="1809667"/>
                  </a:lnTo>
                  <a:lnTo>
                    <a:pt x="1171749" y="1650449"/>
                  </a:lnTo>
                  <a:lnTo>
                    <a:pt x="1172594" y="1750986"/>
                  </a:lnTo>
                  <a:lnTo>
                    <a:pt x="1173439" y="1876552"/>
                  </a:lnTo>
                  <a:lnTo>
                    <a:pt x="1174284" y="1981506"/>
                  </a:lnTo>
                  <a:lnTo>
                    <a:pt x="1175129" y="1916725"/>
                  </a:lnTo>
                  <a:lnTo>
                    <a:pt x="1175975" y="1890224"/>
                  </a:lnTo>
                  <a:lnTo>
                    <a:pt x="1176820" y="1923876"/>
                  </a:lnTo>
                  <a:lnTo>
                    <a:pt x="1177665" y="2049022"/>
                  </a:lnTo>
                  <a:lnTo>
                    <a:pt x="1178510" y="2061221"/>
                  </a:lnTo>
                  <a:lnTo>
                    <a:pt x="1179355" y="2057014"/>
                  </a:lnTo>
                  <a:lnTo>
                    <a:pt x="1180200" y="2061221"/>
                  </a:lnTo>
                  <a:lnTo>
                    <a:pt x="1181045" y="2019786"/>
                  </a:lnTo>
                  <a:lnTo>
                    <a:pt x="1181890" y="1985082"/>
                  </a:lnTo>
                  <a:lnTo>
                    <a:pt x="1182735" y="1862880"/>
                  </a:lnTo>
                  <a:lnTo>
                    <a:pt x="1183580" y="1878866"/>
                  </a:lnTo>
                  <a:lnTo>
                    <a:pt x="1184425" y="1823970"/>
                  </a:lnTo>
                  <a:lnTo>
                    <a:pt x="1185271" y="1897165"/>
                  </a:lnTo>
                  <a:lnTo>
                    <a:pt x="1186116" y="1962787"/>
                  </a:lnTo>
                  <a:lnTo>
                    <a:pt x="1186961" y="1949536"/>
                  </a:lnTo>
                  <a:lnTo>
                    <a:pt x="1187806" y="1828597"/>
                  </a:lnTo>
                  <a:lnTo>
                    <a:pt x="1188651" y="1761923"/>
                  </a:lnTo>
                  <a:lnTo>
                    <a:pt x="1189496" y="1818712"/>
                  </a:lnTo>
                  <a:lnTo>
                    <a:pt x="1190341" y="1821656"/>
                  </a:lnTo>
                  <a:lnTo>
                    <a:pt x="1191186" y="1745308"/>
                  </a:lnTo>
                  <a:lnTo>
                    <a:pt x="1192031" y="1768022"/>
                  </a:lnTo>
                  <a:lnTo>
                    <a:pt x="1192876" y="1883072"/>
                  </a:lnTo>
                  <a:lnTo>
                    <a:pt x="1193721" y="1885386"/>
                  </a:lnTo>
                  <a:lnTo>
                    <a:pt x="1194567" y="1956898"/>
                  </a:lnTo>
                  <a:lnTo>
                    <a:pt x="1195412" y="1988027"/>
                  </a:lnTo>
                  <a:lnTo>
                    <a:pt x="1196257" y="2005694"/>
                  </a:lnTo>
                  <a:lnTo>
                    <a:pt x="1197102" y="1968466"/>
                  </a:lnTo>
                  <a:lnTo>
                    <a:pt x="1197947" y="1893799"/>
                  </a:lnTo>
                  <a:lnTo>
                    <a:pt x="1198792" y="1902423"/>
                  </a:lnTo>
                  <a:lnTo>
                    <a:pt x="1199637" y="1974145"/>
                  </a:lnTo>
                  <a:lnTo>
                    <a:pt x="1200482" y="2031985"/>
                  </a:lnTo>
                  <a:lnTo>
                    <a:pt x="1201327" y="2075313"/>
                  </a:lnTo>
                  <a:lnTo>
                    <a:pt x="1202172" y="2101183"/>
                  </a:lnTo>
                  <a:lnTo>
                    <a:pt x="1203017" y="2061221"/>
                  </a:lnTo>
                  <a:lnTo>
                    <a:pt x="1203863" y="2061221"/>
                  </a:lnTo>
                  <a:lnTo>
                    <a:pt x="1204708" y="1983189"/>
                  </a:lnTo>
                  <a:lnTo>
                    <a:pt x="1205553" y="1935023"/>
                  </a:lnTo>
                  <a:lnTo>
                    <a:pt x="1206398" y="1966363"/>
                  </a:lnTo>
                  <a:lnTo>
                    <a:pt x="1207243" y="2087933"/>
                  </a:lnTo>
                  <a:lnTo>
                    <a:pt x="1208088" y="2069424"/>
                  </a:lnTo>
                  <a:lnTo>
                    <a:pt x="1208933" y="2061221"/>
                  </a:lnTo>
                  <a:lnTo>
                    <a:pt x="1209778" y="2048811"/>
                  </a:lnTo>
                  <a:lnTo>
                    <a:pt x="1210623" y="2061221"/>
                  </a:lnTo>
                  <a:lnTo>
                    <a:pt x="1211468" y="2065007"/>
                  </a:lnTo>
                  <a:lnTo>
                    <a:pt x="1212314" y="2080150"/>
                  </a:lnTo>
                  <a:lnTo>
                    <a:pt x="1213159" y="2052597"/>
                  </a:lnTo>
                  <a:lnTo>
                    <a:pt x="1214004" y="2021048"/>
                  </a:lnTo>
                  <a:lnTo>
                    <a:pt x="1214849" y="2058697"/>
                  </a:lnTo>
                  <a:lnTo>
                    <a:pt x="1215694" y="1988237"/>
                  </a:lnTo>
                  <a:lnTo>
                    <a:pt x="1216539" y="1977089"/>
                  </a:lnTo>
                  <a:lnTo>
                    <a:pt x="1217384" y="1985292"/>
                  </a:lnTo>
                  <a:lnTo>
                    <a:pt x="1218229" y="2061221"/>
                  </a:lnTo>
                  <a:lnTo>
                    <a:pt x="1219074" y="2044184"/>
                  </a:lnTo>
                  <a:lnTo>
                    <a:pt x="1219919" y="2061221"/>
                  </a:lnTo>
                  <a:lnTo>
                    <a:pt x="1220764" y="2068793"/>
                  </a:lnTo>
                  <a:lnTo>
                    <a:pt x="1221610" y="2103286"/>
                  </a:lnTo>
                  <a:lnTo>
                    <a:pt x="1221610" y="2103286"/>
                  </a:lnTo>
                  <a:lnTo>
                    <a:pt x="1222455" y="2000015"/>
                  </a:lnTo>
                  <a:lnTo>
                    <a:pt x="1223300" y="1900530"/>
                  </a:lnTo>
                  <a:lnTo>
                    <a:pt x="1224145" y="1850681"/>
                  </a:lnTo>
                  <a:lnTo>
                    <a:pt x="1224990" y="1868770"/>
                  </a:lnTo>
                  <a:lnTo>
                    <a:pt x="1225835" y="1836800"/>
                  </a:lnTo>
                  <a:lnTo>
                    <a:pt x="1226680" y="1886438"/>
                  </a:lnTo>
                  <a:lnTo>
                    <a:pt x="1227525" y="1965521"/>
                  </a:lnTo>
                  <a:lnTo>
                    <a:pt x="1228370" y="1984872"/>
                  </a:lnTo>
                  <a:lnTo>
                    <a:pt x="1229215" y="2061221"/>
                  </a:lnTo>
                  <a:lnTo>
                    <a:pt x="1230060" y="2049232"/>
                  </a:lnTo>
                  <a:lnTo>
                    <a:pt x="1230906" y="1977089"/>
                  </a:lnTo>
                  <a:lnTo>
                    <a:pt x="1231751" y="1960894"/>
                  </a:lnTo>
                  <a:lnTo>
                    <a:pt x="1232596" y="2019576"/>
                  </a:lnTo>
                  <a:lnTo>
                    <a:pt x="1233441" y="1864353"/>
                  </a:lnTo>
                  <a:lnTo>
                    <a:pt x="1234286" y="1851313"/>
                  </a:lnTo>
                  <a:lnTo>
                    <a:pt x="1235131" y="1877393"/>
                  </a:lnTo>
                  <a:lnTo>
                    <a:pt x="1235976" y="1892958"/>
                  </a:lnTo>
                  <a:lnTo>
                    <a:pt x="1236821" y="1889803"/>
                  </a:lnTo>
                  <a:lnTo>
                    <a:pt x="1237666" y="1933341"/>
                  </a:lnTo>
                  <a:lnTo>
                    <a:pt x="1238511" y="1952901"/>
                  </a:lnTo>
                  <a:lnTo>
                    <a:pt x="1239356" y="1968255"/>
                  </a:lnTo>
                  <a:lnTo>
                    <a:pt x="1240202" y="1979613"/>
                  </a:lnTo>
                  <a:lnTo>
                    <a:pt x="1241047" y="2041029"/>
                  </a:lnTo>
                  <a:lnTo>
                    <a:pt x="1241892" y="1942385"/>
                  </a:lnTo>
                  <a:lnTo>
                    <a:pt x="1242737" y="1935023"/>
                  </a:lnTo>
                  <a:lnTo>
                    <a:pt x="1243582" y="1952691"/>
                  </a:lnTo>
                  <a:lnTo>
                    <a:pt x="1244427" y="2018734"/>
                  </a:lnTo>
                  <a:lnTo>
                    <a:pt x="1245272" y="1830279"/>
                  </a:lnTo>
                  <a:lnTo>
                    <a:pt x="1246117" y="1809878"/>
                  </a:lnTo>
                  <a:lnTo>
                    <a:pt x="1246962" y="1952271"/>
                  </a:lnTo>
                  <a:lnTo>
                    <a:pt x="1247807" y="2010531"/>
                  </a:lnTo>
                  <a:lnTo>
                    <a:pt x="1248652" y="1936075"/>
                  </a:lnTo>
                  <a:lnTo>
                    <a:pt x="1249498" y="1889172"/>
                  </a:lnTo>
                  <a:lnTo>
                    <a:pt x="1250343" y="1912518"/>
                  </a:lnTo>
                  <a:lnTo>
                    <a:pt x="1251188" y="1989919"/>
                  </a:lnTo>
                  <a:lnTo>
                    <a:pt x="1252033" y="1961104"/>
                  </a:lnTo>
                  <a:lnTo>
                    <a:pt x="1252878" y="2010321"/>
                  </a:lnTo>
                  <a:lnTo>
                    <a:pt x="1253723" y="2020627"/>
                  </a:lnTo>
                  <a:lnTo>
                    <a:pt x="1254568" y="2055331"/>
                  </a:lnTo>
                  <a:lnTo>
                    <a:pt x="1255413" y="2012635"/>
                  </a:lnTo>
                  <a:lnTo>
                    <a:pt x="1256258" y="2019155"/>
                  </a:lnTo>
                  <a:lnTo>
                    <a:pt x="1257103" y="1969307"/>
                  </a:lnTo>
                  <a:lnTo>
                    <a:pt x="1257948" y="2009690"/>
                  </a:lnTo>
                  <a:lnTo>
                    <a:pt x="1258794" y="2011163"/>
                  </a:lnTo>
                  <a:lnTo>
                    <a:pt x="1259639" y="2033457"/>
                  </a:lnTo>
                  <a:lnTo>
                    <a:pt x="1260484" y="1951009"/>
                  </a:lnTo>
                  <a:lnTo>
                    <a:pt x="1261329" y="1899478"/>
                  </a:lnTo>
                  <a:lnTo>
                    <a:pt x="1262174" y="1894430"/>
                  </a:lnTo>
                  <a:lnTo>
                    <a:pt x="1263019" y="1927241"/>
                  </a:lnTo>
                  <a:lnTo>
                    <a:pt x="1263864" y="1934182"/>
                  </a:lnTo>
                  <a:lnTo>
                    <a:pt x="1264709" y="1971411"/>
                  </a:lnTo>
                  <a:lnTo>
                    <a:pt x="1265554" y="1906629"/>
                  </a:lnTo>
                  <a:lnTo>
                    <a:pt x="1266399" y="1865615"/>
                  </a:lnTo>
                  <a:lnTo>
                    <a:pt x="1267244" y="1927241"/>
                  </a:lnTo>
                  <a:lnTo>
                    <a:pt x="1268090" y="2047339"/>
                  </a:lnTo>
                  <a:lnTo>
                    <a:pt x="1268935" y="1998543"/>
                  </a:lnTo>
                  <a:lnTo>
                    <a:pt x="1269780" y="1977089"/>
                  </a:lnTo>
                  <a:lnTo>
                    <a:pt x="1270625" y="2019576"/>
                  </a:lnTo>
                  <a:lnTo>
                    <a:pt x="1271470" y="2012004"/>
                  </a:lnTo>
                  <a:lnTo>
                    <a:pt x="1272315" y="1983820"/>
                  </a:lnTo>
                  <a:lnTo>
                    <a:pt x="1273160" y="1976669"/>
                  </a:lnTo>
                  <a:lnTo>
                    <a:pt x="1274005" y="1875921"/>
                  </a:lnTo>
                  <a:lnTo>
                    <a:pt x="1274850" y="1874239"/>
                  </a:lnTo>
                  <a:lnTo>
                    <a:pt x="1275695" y="1918828"/>
                  </a:lnTo>
                  <a:lnTo>
                    <a:pt x="1276541" y="2004432"/>
                  </a:lnTo>
                  <a:lnTo>
                    <a:pt x="1277386" y="2051125"/>
                  </a:lnTo>
                  <a:lnTo>
                    <a:pt x="1278231" y="2069424"/>
                  </a:lnTo>
                  <a:lnTo>
                    <a:pt x="1279076" y="1950167"/>
                  </a:lnTo>
                  <a:lnTo>
                    <a:pt x="1279921" y="1930817"/>
                  </a:lnTo>
                  <a:lnTo>
                    <a:pt x="1280766" y="1983399"/>
                  </a:lnTo>
                  <a:lnTo>
                    <a:pt x="1281611" y="2035350"/>
                  </a:lnTo>
                  <a:lnTo>
                    <a:pt x="1282456" y="2055752"/>
                  </a:lnTo>
                  <a:lnTo>
                    <a:pt x="1283301" y="2009480"/>
                  </a:lnTo>
                  <a:lnTo>
                    <a:pt x="1284146" y="1977089"/>
                  </a:lnTo>
                  <a:lnTo>
                    <a:pt x="1284991" y="1965942"/>
                  </a:lnTo>
                  <a:lnTo>
                    <a:pt x="1285837" y="2015369"/>
                  </a:lnTo>
                  <a:lnTo>
                    <a:pt x="1286682" y="2019155"/>
                  </a:lnTo>
                  <a:lnTo>
                    <a:pt x="1287527" y="2010532"/>
                  </a:lnTo>
                  <a:lnTo>
                    <a:pt x="1288372" y="1960894"/>
                  </a:lnTo>
                  <a:lnTo>
                    <a:pt x="1289217" y="1875711"/>
                  </a:lnTo>
                  <a:lnTo>
                    <a:pt x="1290062" y="1925769"/>
                  </a:lnTo>
                  <a:lnTo>
                    <a:pt x="1290907" y="1802937"/>
                  </a:lnTo>
                  <a:lnTo>
                    <a:pt x="1291752" y="1817870"/>
                  </a:lnTo>
                  <a:lnTo>
                    <a:pt x="1292597" y="1850051"/>
                  </a:lnTo>
                  <a:lnTo>
                    <a:pt x="1293442" y="1916515"/>
                  </a:lnTo>
                  <a:lnTo>
                    <a:pt x="1294287" y="1864353"/>
                  </a:lnTo>
                  <a:lnTo>
                    <a:pt x="1295133" y="1842058"/>
                  </a:lnTo>
                  <a:lnTo>
                    <a:pt x="1295978" y="1783587"/>
                  </a:lnTo>
                  <a:lnTo>
                    <a:pt x="1296823" y="1788845"/>
                  </a:lnTo>
                  <a:lnTo>
                    <a:pt x="1297668" y="1871084"/>
                  </a:lnTo>
                  <a:lnTo>
                    <a:pt x="1298513" y="1944488"/>
                  </a:lnTo>
                  <a:lnTo>
                    <a:pt x="1299358" y="2019786"/>
                  </a:lnTo>
                  <a:lnTo>
                    <a:pt x="1300203" y="2012424"/>
                  </a:lnTo>
                  <a:lnTo>
                    <a:pt x="1301048" y="2019155"/>
                  </a:lnTo>
                  <a:lnTo>
                    <a:pt x="1301893" y="2042291"/>
                  </a:lnTo>
                  <a:lnTo>
                    <a:pt x="1302738" y="2101814"/>
                  </a:lnTo>
                  <a:lnTo>
                    <a:pt x="1303583" y="2070055"/>
                  </a:lnTo>
                  <a:lnTo>
                    <a:pt x="1304429" y="1991392"/>
                  </a:lnTo>
                  <a:lnTo>
                    <a:pt x="1305274" y="1894851"/>
                  </a:lnTo>
                  <a:lnTo>
                    <a:pt x="1306119" y="1802937"/>
                  </a:lnTo>
                  <a:lnTo>
                    <a:pt x="1306964" y="1879918"/>
                  </a:lnTo>
                  <a:lnTo>
                    <a:pt x="1307809" y="1973093"/>
                  </a:lnTo>
                  <a:lnTo>
                    <a:pt x="1308654" y="2019155"/>
                  </a:lnTo>
                  <a:lnTo>
                    <a:pt x="1309499" y="2045025"/>
                  </a:lnTo>
                  <a:lnTo>
                    <a:pt x="1310344" y="2094032"/>
                  </a:lnTo>
                  <a:lnTo>
                    <a:pt x="1311189" y="2033457"/>
                  </a:lnTo>
                  <a:lnTo>
                    <a:pt x="1312034" y="1979193"/>
                  </a:lnTo>
                  <a:lnTo>
                    <a:pt x="1312879" y="1962156"/>
                  </a:lnTo>
                  <a:lnTo>
                    <a:pt x="1313725" y="1944488"/>
                  </a:lnTo>
                  <a:lnTo>
                    <a:pt x="1314570" y="1908101"/>
                  </a:lnTo>
                  <a:lnTo>
                    <a:pt x="1315415" y="1970149"/>
                  </a:lnTo>
                  <a:lnTo>
                    <a:pt x="1316260" y="2082464"/>
                  </a:lnTo>
                  <a:lnTo>
                    <a:pt x="1317105" y="2092139"/>
                  </a:lnTo>
                  <a:lnTo>
                    <a:pt x="1317950" y="2023362"/>
                  </a:lnTo>
                  <a:lnTo>
                    <a:pt x="1318795" y="2006746"/>
                  </a:lnTo>
                  <a:lnTo>
                    <a:pt x="1319640" y="1967835"/>
                  </a:lnTo>
                  <a:lnTo>
                    <a:pt x="1320485" y="1933551"/>
                  </a:lnTo>
                  <a:lnTo>
                    <a:pt x="1321330" y="1896954"/>
                  </a:lnTo>
                  <a:lnTo>
                    <a:pt x="1322175" y="1892327"/>
                  </a:lnTo>
                  <a:lnTo>
                    <a:pt x="1323021" y="1606069"/>
                  </a:lnTo>
                  <a:lnTo>
                    <a:pt x="1323866" y="1552014"/>
                  </a:lnTo>
                  <a:lnTo>
                    <a:pt x="1324711" y="1773492"/>
                  </a:lnTo>
                  <a:lnTo>
                    <a:pt x="1325556" y="1974145"/>
                  </a:lnTo>
                  <a:lnTo>
                    <a:pt x="1326401" y="1941544"/>
                  </a:lnTo>
                  <a:lnTo>
                    <a:pt x="1327246" y="1938389"/>
                  </a:lnTo>
                  <a:lnTo>
                    <a:pt x="1328091" y="1939651"/>
                  </a:lnTo>
                  <a:lnTo>
                    <a:pt x="1328936" y="1874028"/>
                  </a:lnTo>
                  <a:lnTo>
                    <a:pt x="1329781" y="1877814"/>
                  </a:lnTo>
                  <a:lnTo>
                    <a:pt x="1330626" y="1868980"/>
                  </a:lnTo>
                  <a:lnTo>
                    <a:pt x="1331471" y="1848579"/>
                  </a:lnTo>
                  <a:lnTo>
                    <a:pt x="1332317" y="1864143"/>
                  </a:lnTo>
                  <a:lnTo>
                    <a:pt x="1333162" y="1904526"/>
                  </a:lnTo>
                  <a:lnTo>
                    <a:pt x="1334007" y="1855099"/>
                  </a:lnTo>
                  <a:lnTo>
                    <a:pt x="1334852" y="1919880"/>
                  </a:lnTo>
                  <a:lnTo>
                    <a:pt x="1335697" y="1899478"/>
                  </a:lnTo>
                  <a:lnTo>
                    <a:pt x="1336542" y="1930817"/>
                  </a:lnTo>
                  <a:lnTo>
                    <a:pt x="1337387" y="1991602"/>
                  </a:lnTo>
                  <a:lnTo>
                    <a:pt x="1338232" y="2007166"/>
                  </a:lnTo>
                  <a:lnTo>
                    <a:pt x="1339077" y="1966573"/>
                  </a:lnTo>
                  <a:lnTo>
                    <a:pt x="1339922" y="1922404"/>
                  </a:lnTo>
                  <a:lnTo>
                    <a:pt x="1340768" y="1945750"/>
                  </a:lnTo>
                  <a:lnTo>
                    <a:pt x="1341613" y="1948905"/>
                  </a:lnTo>
                  <a:lnTo>
                    <a:pt x="1342458" y="1990761"/>
                  </a:lnTo>
                  <a:lnTo>
                    <a:pt x="1343303" y="2019365"/>
                  </a:lnTo>
                  <a:lnTo>
                    <a:pt x="1344148" y="1939440"/>
                  </a:lnTo>
                  <a:lnTo>
                    <a:pt x="1344993" y="1883493"/>
                  </a:lnTo>
                  <a:lnTo>
                    <a:pt x="1345838" y="1909574"/>
                  </a:lnTo>
                  <a:lnTo>
                    <a:pt x="1346683" y="1973303"/>
                  </a:lnTo>
                  <a:lnTo>
                    <a:pt x="1347528" y="2025886"/>
                  </a:lnTo>
                  <a:lnTo>
                    <a:pt x="1348373" y="2064376"/>
                  </a:lnTo>
                  <a:lnTo>
                    <a:pt x="1349218" y="2103286"/>
                  </a:lnTo>
                  <a:lnTo>
                    <a:pt x="1349218" y="2103286"/>
                  </a:lnTo>
                  <a:lnTo>
                    <a:pt x="1350064" y="2090667"/>
                  </a:lnTo>
                  <a:lnTo>
                    <a:pt x="1350909" y="2061221"/>
                  </a:lnTo>
                  <a:lnTo>
                    <a:pt x="1351754" y="1973934"/>
                  </a:lnTo>
                  <a:lnTo>
                    <a:pt x="1352599" y="1789686"/>
                  </a:lnTo>
                  <a:lnTo>
                    <a:pt x="1353444" y="1651500"/>
                  </a:lnTo>
                  <a:lnTo>
                    <a:pt x="1354289" y="1753510"/>
                  </a:lnTo>
                  <a:lnTo>
                    <a:pt x="1355134" y="1833435"/>
                  </a:lnTo>
                  <a:lnTo>
                    <a:pt x="1355979" y="1959842"/>
                  </a:lnTo>
                  <a:lnTo>
                    <a:pt x="1356824" y="2027148"/>
                  </a:lnTo>
                  <a:lnTo>
                    <a:pt x="1357669" y="2057855"/>
                  </a:lnTo>
                  <a:lnTo>
                    <a:pt x="1358514" y="1935023"/>
                  </a:lnTo>
                  <a:lnTo>
                    <a:pt x="1359360" y="1895482"/>
                  </a:lnTo>
                  <a:lnTo>
                    <a:pt x="1360205" y="1909363"/>
                  </a:lnTo>
                  <a:lnTo>
                    <a:pt x="1361050" y="1905157"/>
                  </a:lnTo>
                  <a:lnTo>
                    <a:pt x="1361895" y="1839744"/>
                  </a:lnTo>
                  <a:lnTo>
                    <a:pt x="1362740" y="1771598"/>
                  </a:lnTo>
                  <a:lnTo>
                    <a:pt x="1363585" y="1809878"/>
                  </a:lnTo>
                  <a:lnTo>
                    <a:pt x="1364430" y="2011373"/>
                  </a:lnTo>
                  <a:lnTo>
                    <a:pt x="1365275" y="2103286"/>
                  </a:lnTo>
                  <a:lnTo>
                    <a:pt x="1365275" y="2103286"/>
                  </a:lnTo>
                  <a:lnTo>
                    <a:pt x="1366120" y="2057224"/>
                  </a:lnTo>
                  <a:lnTo>
                    <a:pt x="1366965" y="1961315"/>
                  </a:lnTo>
                  <a:lnTo>
                    <a:pt x="1367810" y="1922404"/>
                  </a:lnTo>
                  <a:lnTo>
                    <a:pt x="1368656" y="1949115"/>
                  </a:lnTo>
                  <a:lnTo>
                    <a:pt x="1369501" y="1966362"/>
                  </a:lnTo>
                  <a:lnTo>
                    <a:pt x="1370346" y="1848158"/>
                  </a:lnTo>
                  <a:lnTo>
                    <a:pt x="1371191" y="1770126"/>
                  </a:lnTo>
                  <a:lnTo>
                    <a:pt x="1372036" y="1706607"/>
                  </a:lnTo>
                  <a:lnTo>
                    <a:pt x="1372881" y="1729112"/>
                  </a:lnTo>
                  <a:lnTo>
                    <a:pt x="1373726" y="1850261"/>
                  </a:lnTo>
                  <a:lnTo>
                    <a:pt x="1374571" y="1842058"/>
                  </a:lnTo>
                  <a:lnTo>
                    <a:pt x="1375416" y="1698194"/>
                  </a:lnTo>
                  <a:lnTo>
                    <a:pt x="1376261" y="1477137"/>
                  </a:lnTo>
                  <a:lnTo>
                    <a:pt x="1377106" y="1494174"/>
                  </a:lnTo>
                  <a:lnTo>
                    <a:pt x="1377952" y="1721119"/>
                  </a:lnTo>
                  <a:lnTo>
                    <a:pt x="1378797" y="1934813"/>
                  </a:lnTo>
                  <a:lnTo>
                    <a:pt x="1379642" y="1924507"/>
                  </a:lnTo>
                  <a:lnTo>
                    <a:pt x="1380487" y="1867298"/>
                  </a:lnTo>
                  <a:lnTo>
                    <a:pt x="1381332" y="2005694"/>
                  </a:lnTo>
                  <a:lnTo>
                    <a:pt x="1382177" y="1963838"/>
                  </a:lnTo>
                  <a:lnTo>
                    <a:pt x="1383022" y="1945540"/>
                  </a:lnTo>
                  <a:lnTo>
                    <a:pt x="1383867" y="1891486"/>
                  </a:lnTo>
                  <a:lnTo>
                    <a:pt x="1384712" y="1945329"/>
                  </a:lnTo>
                  <a:lnTo>
                    <a:pt x="1385557" y="1953112"/>
                  </a:lnTo>
                  <a:lnTo>
                    <a:pt x="1386402" y="1993495"/>
                  </a:lnTo>
                  <a:lnTo>
                    <a:pt x="1387248" y="1961525"/>
                  </a:lnTo>
                  <a:lnTo>
                    <a:pt x="1388093" y="1924297"/>
                  </a:lnTo>
                  <a:lnTo>
                    <a:pt x="1388938" y="1908522"/>
                  </a:lnTo>
                  <a:lnTo>
                    <a:pt x="1389783" y="1895061"/>
                  </a:lnTo>
                  <a:lnTo>
                    <a:pt x="1390628" y="1871294"/>
                  </a:lnTo>
                  <a:lnTo>
                    <a:pt x="1391473" y="1764657"/>
                  </a:lnTo>
                  <a:lnTo>
                    <a:pt x="1392318" y="1872556"/>
                  </a:lnTo>
                  <a:lnTo>
                    <a:pt x="1393163" y="1962577"/>
                  </a:lnTo>
                  <a:lnTo>
                    <a:pt x="1394008" y="2026937"/>
                  </a:lnTo>
                  <a:lnTo>
                    <a:pt x="1394853" y="2035981"/>
                  </a:lnTo>
                  <a:lnTo>
                    <a:pt x="1395698" y="2030723"/>
                  </a:lnTo>
                  <a:lnTo>
                    <a:pt x="1396544" y="2061221"/>
                  </a:lnTo>
                  <a:lnTo>
                    <a:pt x="1397389" y="2077206"/>
                  </a:lnTo>
                  <a:lnTo>
                    <a:pt x="1398234" y="2103286"/>
                  </a:lnTo>
                  <a:lnTo>
                    <a:pt x="1398234" y="2103286"/>
                  </a:lnTo>
                  <a:lnTo>
                    <a:pt x="1399079" y="2103286"/>
                  </a:lnTo>
                  <a:lnTo>
                    <a:pt x="1399924" y="2065638"/>
                  </a:lnTo>
                  <a:lnTo>
                    <a:pt x="1400769" y="2017472"/>
                  </a:lnTo>
                  <a:lnTo>
                    <a:pt x="1401614" y="1993495"/>
                  </a:lnTo>
                  <a:lnTo>
                    <a:pt x="1402459" y="1987396"/>
                  </a:lnTo>
                  <a:lnTo>
                    <a:pt x="1403304" y="2004011"/>
                  </a:lnTo>
                  <a:lnTo>
                    <a:pt x="1404149" y="1927241"/>
                  </a:lnTo>
                  <a:lnTo>
                    <a:pt x="1404995" y="1933972"/>
                  </a:lnTo>
                  <a:lnTo>
                    <a:pt x="1405840" y="1971200"/>
                  </a:lnTo>
                  <a:lnTo>
                    <a:pt x="1406685" y="1963628"/>
                  </a:lnTo>
                  <a:lnTo>
                    <a:pt x="1407530" y="1903895"/>
                  </a:lnTo>
                  <a:lnTo>
                    <a:pt x="1408375" y="1860567"/>
                  </a:lnTo>
                  <a:lnTo>
                    <a:pt x="1409220" y="1881811"/>
                  </a:lnTo>
                  <a:lnTo>
                    <a:pt x="1410065" y="1991602"/>
                  </a:lnTo>
                  <a:lnTo>
                    <a:pt x="1410910" y="2012214"/>
                  </a:lnTo>
                  <a:lnTo>
                    <a:pt x="1411755" y="2055331"/>
                  </a:lnTo>
                  <a:lnTo>
                    <a:pt x="1412600" y="2038085"/>
                  </a:lnTo>
                  <a:lnTo>
                    <a:pt x="1413445" y="2061221"/>
                  </a:lnTo>
                  <a:lnTo>
                    <a:pt x="1414291" y="2018103"/>
                  </a:lnTo>
                  <a:lnTo>
                    <a:pt x="1415136" y="2019155"/>
                  </a:lnTo>
                  <a:lnTo>
                    <a:pt x="1415981" y="2041450"/>
                  </a:lnTo>
                  <a:lnTo>
                    <a:pt x="1416826" y="2078678"/>
                  </a:lnTo>
                  <a:lnTo>
                    <a:pt x="1417671" y="2061221"/>
                  </a:lnTo>
                  <a:lnTo>
                    <a:pt x="1418516" y="2064586"/>
                  </a:lnTo>
                  <a:lnTo>
                    <a:pt x="1419361" y="2064376"/>
                  </a:lnTo>
                  <a:lnTo>
                    <a:pt x="1420206" y="1902212"/>
                  </a:lnTo>
                  <a:lnTo>
                    <a:pt x="1421051" y="1818711"/>
                  </a:lnTo>
                  <a:lnTo>
                    <a:pt x="1421896" y="1892116"/>
                  </a:lnTo>
                  <a:lnTo>
                    <a:pt x="1422741" y="1927872"/>
                  </a:lnTo>
                  <a:lnTo>
                    <a:pt x="1423587" y="2009900"/>
                  </a:lnTo>
                  <a:lnTo>
                    <a:pt x="1424432" y="2027778"/>
                  </a:lnTo>
                  <a:lnTo>
                    <a:pt x="1425277" y="2058066"/>
                  </a:lnTo>
                  <a:lnTo>
                    <a:pt x="1426122" y="1995598"/>
                  </a:lnTo>
                  <a:lnTo>
                    <a:pt x="1426967" y="1971410"/>
                  </a:lnTo>
                  <a:lnTo>
                    <a:pt x="1427812" y="1934603"/>
                  </a:lnTo>
                  <a:lnTo>
                    <a:pt x="1428657" y="1943857"/>
                  </a:lnTo>
                  <a:lnTo>
                    <a:pt x="1429502" y="1967414"/>
                  </a:lnTo>
                  <a:lnTo>
                    <a:pt x="1430347" y="2035350"/>
                  </a:lnTo>
                  <a:lnTo>
                    <a:pt x="1431192" y="2103286"/>
                  </a:lnTo>
                  <a:lnTo>
                    <a:pt x="1431192" y="2103286"/>
                  </a:lnTo>
                  <a:lnTo>
                    <a:pt x="1432037" y="2046708"/>
                  </a:lnTo>
                  <a:lnTo>
                    <a:pt x="1432883" y="1982347"/>
                  </a:lnTo>
                  <a:lnTo>
                    <a:pt x="1433728" y="1991181"/>
                  </a:lnTo>
                  <a:lnTo>
                    <a:pt x="1434573" y="2037454"/>
                  </a:lnTo>
                  <a:lnTo>
                    <a:pt x="1435418" y="2039767"/>
                  </a:lnTo>
                  <a:lnTo>
                    <a:pt x="1436263" y="2001067"/>
                  </a:lnTo>
                  <a:lnTo>
                    <a:pt x="1437108" y="2019365"/>
                  </a:lnTo>
                  <a:lnTo>
                    <a:pt x="1437953" y="2067320"/>
                  </a:lnTo>
                  <a:lnTo>
                    <a:pt x="1438798" y="2061221"/>
                  </a:lnTo>
                  <a:lnTo>
                    <a:pt x="1439643" y="2061221"/>
                  </a:lnTo>
                  <a:lnTo>
                    <a:pt x="1440488" y="2090877"/>
                  </a:lnTo>
                  <a:lnTo>
                    <a:pt x="1441333" y="2079940"/>
                  </a:lnTo>
                  <a:lnTo>
                    <a:pt x="1442179" y="2058486"/>
                  </a:lnTo>
                  <a:lnTo>
                    <a:pt x="1443024" y="2021258"/>
                  </a:lnTo>
                  <a:lnTo>
                    <a:pt x="1443869" y="2032406"/>
                  </a:lnTo>
                  <a:lnTo>
                    <a:pt x="1444714" y="1996440"/>
                  </a:lnTo>
                  <a:lnTo>
                    <a:pt x="1445559" y="1948274"/>
                  </a:lnTo>
                  <a:lnTo>
                    <a:pt x="1446404" y="1877814"/>
                  </a:lnTo>
                  <a:lnTo>
                    <a:pt x="1447249" y="1941754"/>
                  </a:lnTo>
                  <a:lnTo>
                    <a:pt x="1448094" y="1976038"/>
                  </a:lnTo>
                  <a:lnTo>
                    <a:pt x="1448939" y="1940282"/>
                  </a:lnTo>
                  <a:lnTo>
                    <a:pt x="1449784" y="1944699"/>
                  </a:lnTo>
                  <a:lnTo>
                    <a:pt x="1450629" y="1997281"/>
                  </a:lnTo>
                  <a:lnTo>
                    <a:pt x="1451475" y="2060800"/>
                  </a:lnTo>
                  <a:lnTo>
                    <a:pt x="1452320" y="2042712"/>
                  </a:lnTo>
                  <a:lnTo>
                    <a:pt x="1453165" y="2007797"/>
                  </a:lnTo>
                  <a:lnTo>
                    <a:pt x="1454010" y="1895692"/>
                  </a:lnTo>
                  <a:lnTo>
                    <a:pt x="1454855" y="1880969"/>
                  </a:lnTo>
                  <a:lnTo>
                    <a:pt x="1455700" y="1920511"/>
                  </a:lnTo>
                  <a:lnTo>
                    <a:pt x="1456545" y="1975407"/>
                  </a:lnTo>
                  <a:lnTo>
                    <a:pt x="1457390" y="1960894"/>
                  </a:lnTo>
                  <a:lnTo>
                    <a:pt x="1458235" y="1850261"/>
                  </a:lnTo>
                  <a:lnTo>
                    <a:pt x="1459080" y="1848368"/>
                  </a:lnTo>
                  <a:lnTo>
                    <a:pt x="1459925" y="1892958"/>
                  </a:lnTo>
                  <a:lnTo>
                    <a:pt x="1460771" y="1950587"/>
                  </a:lnTo>
                  <a:lnTo>
                    <a:pt x="1461616" y="1932499"/>
                  </a:lnTo>
                  <a:lnTo>
                    <a:pt x="1462461" y="1966152"/>
                  </a:lnTo>
                  <a:lnTo>
                    <a:pt x="1463306" y="2009901"/>
                  </a:lnTo>
                  <a:lnTo>
                    <a:pt x="1464151" y="2046708"/>
                  </a:lnTo>
                  <a:lnTo>
                    <a:pt x="1464996" y="1892958"/>
                  </a:lnTo>
                  <a:lnTo>
                    <a:pt x="1465841" y="1753089"/>
                  </a:lnTo>
                  <a:lnTo>
                    <a:pt x="1466686" y="1822287"/>
                  </a:lnTo>
                  <a:lnTo>
                    <a:pt x="1467531" y="2038085"/>
                  </a:lnTo>
                  <a:lnTo>
                    <a:pt x="1468376" y="2065217"/>
                  </a:lnTo>
                  <a:lnTo>
                    <a:pt x="1469222" y="2052177"/>
                  </a:lnTo>
                  <a:lnTo>
                    <a:pt x="1470067" y="1847106"/>
                  </a:lnTo>
                  <a:lnTo>
                    <a:pt x="1470912" y="1727009"/>
                  </a:lnTo>
                  <a:lnTo>
                    <a:pt x="1471757" y="1814295"/>
                  </a:lnTo>
                  <a:lnTo>
                    <a:pt x="1472602" y="2021048"/>
                  </a:lnTo>
                  <a:lnTo>
                    <a:pt x="1473447" y="1998753"/>
                  </a:lnTo>
                  <a:lnTo>
                    <a:pt x="1474292" y="1988868"/>
                  </a:lnTo>
                  <a:lnTo>
                    <a:pt x="1475137" y="2041239"/>
                  </a:lnTo>
                  <a:lnTo>
                    <a:pt x="1475982" y="2060379"/>
                  </a:lnTo>
                  <a:lnTo>
                    <a:pt x="1476827" y="2046077"/>
                  </a:lnTo>
                  <a:lnTo>
                    <a:pt x="1477672" y="2026096"/>
                  </a:lnTo>
                  <a:lnTo>
                    <a:pt x="1478518" y="1979613"/>
                  </a:lnTo>
                  <a:lnTo>
                    <a:pt x="1479363" y="1847527"/>
                  </a:lnTo>
                  <a:lnTo>
                    <a:pt x="1480208" y="1806722"/>
                  </a:lnTo>
                  <a:lnTo>
                    <a:pt x="1481053" y="1820394"/>
                  </a:lnTo>
                  <a:lnTo>
                    <a:pt x="1481898" y="1912939"/>
                  </a:lnTo>
                  <a:lnTo>
                    <a:pt x="1482743" y="1977931"/>
                  </a:lnTo>
                  <a:lnTo>
                    <a:pt x="1483588" y="2000646"/>
                  </a:lnTo>
                  <a:lnTo>
                    <a:pt x="1484433" y="1981086"/>
                  </a:lnTo>
                  <a:lnTo>
                    <a:pt x="1485278" y="1975827"/>
                  </a:lnTo>
                  <a:lnTo>
                    <a:pt x="1486123" y="1965521"/>
                  </a:lnTo>
                  <a:lnTo>
                    <a:pt x="1486968" y="1990550"/>
                  </a:lnTo>
                  <a:lnTo>
                    <a:pt x="1487814" y="1968676"/>
                  </a:lnTo>
                  <a:lnTo>
                    <a:pt x="1488659" y="2019155"/>
                  </a:lnTo>
                  <a:lnTo>
                    <a:pt x="1489504" y="2062483"/>
                  </a:lnTo>
                  <a:lnTo>
                    <a:pt x="1490349" y="2051756"/>
                  </a:lnTo>
                  <a:lnTo>
                    <a:pt x="1491194" y="1995178"/>
                  </a:lnTo>
                  <a:lnTo>
                    <a:pt x="1492039" y="1944068"/>
                  </a:lnTo>
                  <a:lnTo>
                    <a:pt x="1492884" y="1961104"/>
                  </a:lnTo>
                  <a:lnTo>
                    <a:pt x="1493729" y="1965731"/>
                  </a:lnTo>
                  <a:lnTo>
                    <a:pt x="1494574" y="1958160"/>
                  </a:lnTo>
                  <a:lnTo>
                    <a:pt x="1495419" y="1946171"/>
                  </a:lnTo>
                  <a:lnTo>
                    <a:pt x="1496264" y="1885597"/>
                  </a:lnTo>
                  <a:lnTo>
                    <a:pt x="1497110" y="1919459"/>
                  </a:lnTo>
                  <a:lnTo>
                    <a:pt x="1497955" y="1944067"/>
                  </a:lnTo>
                  <a:lnTo>
                    <a:pt x="1498800" y="1848158"/>
                  </a:lnTo>
                  <a:lnTo>
                    <a:pt x="1499645" y="1800202"/>
                  </a:lnTo>
                  <a:lnTo>
                    <a:pt x="1500490" y="1788425"/>
                  </a:lnTo>
                  <a:lnTo>
                    <a:pt x="1501335" y="1908102"/>
                  </a:lnTo>
                  <a:lnTo>
                    <a:pt x="1502180" y="1884965"/>
                  </a:lnTo>
                  <a:lnTo>
                    <a:pt x="1503025" y="1897164"/>
                  </a:lnTo>
                  <a:lnTo>
                    <a:pt x="1503870" y="1927872"/>
                  </a:lnTo>
                  <a:lnTo>
                    <a:pt x="1504715" y="1980665"/>
                  </a:lnTo>
                  <a:lnTo>
                    <a:pt x="1505560" y="1966363"/>
                  </a:lnTo>
                  <a:lnTo>
                    <a:pt x="1506406" y="1969307"/>
                  </a:lnTo>
                  <a:lnTo>
                    <a:pt x="1507251" y="1776646"/>
                  </a:lnTo>
                  <a:lnTo>
                    <a:pt x="1508096" y="1770336"/>
                  </a:lnTo>
                  <a:lnTo>
                    <a:pt x="1508941" y="1783166"/>
                  </a:lnTo>
                  <a:lnTo>
                    <a:pt x="1509786" y="1851733"/>
                  </a:lnTo>
                  <a:lnTo>
                    <a:pt x="1510631" y="1890223"/>
                  </a:lnTo>
                  <a:lnTo>
                    <a:pt x="1511476" y="1997070"/>
                  </a:lnTo>
                  <a:lnTo>
                    <a:pt x="1512321" y="2020417"/>
                  </a:lnTo>
                  <a:lnTo>
                    <a:pt x="1513166" y="2096556"/>
                  </a:lnTo>
                  <a:lnTo>
                    <a:pt x="1514011" y="2103286"/>
                  </a:lnTo>
                  <a:lnTo>
                    <a:pt x="1514011" y="2103286"/>
                  </a:lnTo>
                  <a:lnTo>
                    <a:pt x="1514856" y="2103286"/>
                  </a:lnTo>
                  <a:lnTo>
                    <a:pt x="1515702" y="2103286"/>
                  </a:lnTo>
                  <a:lnTo>
                    <a:pt x="1516547" y="2087933"/>
                  </a:lnTo>
                  <a:lnTo>
                    <a:pt x="1517392" y="1991812"/>
                  </a:lnTo>
                  <a:lnTo>
                    <a:pt x="1518237" y="1872346"/>
                  </a:lnTo>
                  <a:lnTo>
                    <a:pt x="1519082" y="1785900"/>
                  </a:lnTo>
                  <a:lnTo>
                    <a:pt x="1519927" y="1890224"/>
                  </a:lnTo>
                  <a:lnTo>
                    <a:pt x="1520772" y="1961315"/>
                  </a:lnTo>
                  <a:lnTo>
                    <a:pt x="1521617" y="1973303"/>
                  </a:lnTo>
                  <a:lnTo>
                    <a:pt x="1522462" y="1921352"/>
                  </a:lnTo>
                  <a:lnTo>
                    <a:pt x="1523307" y="1895482"/>
                  </a:lnTo>
                  <a:lnTo>
                    <a:pt x="1524152" y="1933130"/>
                  </a:lnTo>
                  <a:lnTo>
                    <a:pt x="1524998" y="2039767"/>
                  </a:lnTo>
                  <a:lnTo>
                    <a:pt x="1525843" y="2095504"/>
                  </a:lnTo>
                  <a:lnTo>
                    <a:pt x="1526688" y="2103286"/>
                  </a:lnTo>
                  <a:lnTo>
                    <a:pt x="1526688" y="2103286"/>
                  </a:lnTo>
                  <a:lnTo>
                    <a:pt x="1527533" y="2103286"/>
                  </a:lnTo>
                  <a:lnTo>
                    <a:pt x="1528378" y="2071317"/>
                  </a:lnTo>
                  <a:lnTo>
                    <a:pt x="1529223" y="1980454"/>
                  </a:lnTo>
                  <a:lnTo>
                    <a:pt x="1530068" y="1919880"/>
                  </a:lnTo>
                  <a:lnTo>
                    <a:pt x="1530913" y="1968255"/>
                  </a:lnTo>
                  <a:lnTo>
                    <a:pt x="1531758" y="1982348"/>
                  </a:lnTo>
                  <a:lnTo>
                    <a:pt x="1532603" y="2013055"/>
                  </a:lnTo>
                  <a:lnTo>
                    <a:pt x="1533449" y="2026306"/>
                  </a:lnTo>
                  <a:lnTo>
                    <a:pt x="1534294" y="2032406"/>
                  </a:lnTo>
                  <a:lnTo>
                    <a:pt x="1535139" y="2008428"/>
                  </a:lnTo>
                  <a:lnTo>
                    <a:pt x="1535984" y="1984661"/>
                  </a:lnTo>
                  <a:lnTo>
                    <a:pt x="1536829" y="1981717"/>
                  </a:lnTo>
                  <a:lnTo>
                    <a:pt x="1537674" y="1913780"/>
                  </a:lnTo>
                  <a:lnTo>
                    <a:pt x="1538519" y="1810509"/>
                  </a:lnTo>
                  <a:lnTo>
                    <a:pt x="1539364" y="1838482"/>
                  </a:lnTo>
                  <a:lnTo>
                    <a:pt x="1540209" y="1966784"/>
                  </a:lnTo>
                  <a:lnTo>
                    <a:pt x="1541054" y="1986554"/>
                  </a:lnTo>
                  <a:lnTo>
                    <a:pt x="1541899" y="1961735"/>
                  </a:lnTo>
                  <a:lnTo>
                    <a:pt x="1542745" y="1921773"/>
                  </a:lnTo>
                  <a:lnTo>
                    <a:pt x="1543590" y="1868980"/>
                  </a:lnTo>
                  <a:lnTo>
                    <a:pt x="1544435" y="1905157"/>
                  </a:lnTo>
                  <a:lnTo>
                    <a:pt x="1545280" y="1971621"/>
                  </a:lnTo>
                  <a:lnTo>
                    <a:pt x="1546125" y="2102235"/>
                  </a:lnTo>
                  <a:lnTo>
                    <a:pt x="1546970" y="2093822"/>
                  </a:lnTo>
                  <a:lnTo>
                    <a:pt x="1547815" y="2021679"/>
                  </a:lnTo>
                  <a:lnTo>
                    <a:pt x="1548660" y="1977089"/>
                  </a:lnTo>
                  <a:lnTo>
                    <a:pt x="1549505" y="1998543"/>
                  </a:lnTo>
                  <a:lnTo>
                    <a:pt x="1550350" y="2058066"/>
                  </a:lnTo>
                  <a:lnTo>
                    <a:pt x="1551195" y="2061221"/>
                  </a:lnTo>
                  <a:lnTo>
                    <a:pt x="1552041" y="2091087"/>
                  </a:lnTo>
                  <a:lnTo>
                    <a:pt x="1552886" y="2103286"/>
                  </a:lnTo>
                  <a:lnTo>
                    <a:pt x="1552886" y="2103286"/>
                  </a:lnTo>
                  <a:lnTo>
                    <a:pt x="1553731" y="2103286"/>
                  </a:lnTo>
                  <a:lnTo>
                    <a:pt x="1554576" y="2095715"/>
                  </a:lnTo>
                  <a:lnTo>
                    <a:pt x="1555421" y="2060800"/>
                  </a:lnTo>
                  <a:lnTo>
                    <a:pt x="1556266" y="1954584"/>
                  </a:lnTo>
                  <a:lnTo>
                    <a:pt x="1557111" y="1886227"/>
                  </a:lnTo>
                  <a:lnTo>
                    <a:pt x="1557956" y="1850261"/>
                  </a:lnTo>
                  <a:lnTo>
                    <a:pt x="1558801" y="1963208"/>
                  </a:lnTo>
                  <a:lnTo>
                    <a:pt x="1559646" y="2016631"/>
                  </a:lnTo>
                  <a:lnTo>
                    <a:pt x="1560491" y="2039767"/>
                  </a:lnTo>
                  <a:lnTo>
                    <a:pt x="1561337" y="1948064"/>
                  </a:lnTo>
                  <a:lnTo>
                    <a:pt x="1562182" y="1935023"/>
                  </a:lnTo>
                  <a:lnTo>
                    <a:pt x="1563027" y="2016631"/>
                  </a:lnTo>
                  <a:lnTo>
                    <a:pt x="1563872" y="2088353"/>
                  </a:lnTo>
                  <a:lnTo>
                    <a:pt x="1564717" y="2049442"/>
                  </a:lnTo>
                  <a:lnTo>
                    <a:pt x="1565562" y="2019155"/>
                  </a:lnTo>
                  <a:lnTo>
                    <a:pt x="1566407" y="2012214"/>
                  </a:lnTo>
                  <a:lnTo>
                    <a:pt x="1567252" y="2051756"/>
                  </a:lnTo>
                  <a:lnTo>
                    <a:pt x="1568097" y="2019155"/>
                  </a:lnTo>
                  <a:lnTo>
                    <a:pt x="1568942" y="1972252"/>
                  </a:lnTo>
                  <a:lnTo>
                    <a:pt x="1569787" y="1913360"/>
                  </a:lnTo>
                  <a:lnTo>
                    <a:pt x="1570633" y="1984030"/>
                  </a:lnTo>
                  <a:lnTo>
                    <a:pt x="1571478" y="2026727"/>
                  </a:lnTo>
                  <a:lnTo>
                    <a:pt x="1572323" y="2002539"/>
                  </a:lnTo>
                  <a:lnTo>
                    <a:pt x="1573168" y="1980455"/>
                  </a:lnTo>
                  <a:lnTo>
                    <a:pt x="1574013" y="1983609"/>
                  </a:lnTo>
                  <a:lnTo>
                    <a:pt x="1574858" y="1986764"/>
                  </a:lnTo>
                  <a:lnTo>
                    <a:pt x="1575703" y="2002749"/>
                  </a:lnTo>
                  <a:lnTo>
                    <a:pt x="1576548" y="2025675"/>
                  </a:lnTo>
                  <a:lnTo>
                    <a:pt x="1577393" y="2026096"/>
                  </a:lnTo>
                  <a:lnTo>
                    <a:pt x="1578238" y="2056383"/>
                  </a:lnTo>
                  <a:lnTo>
                    <a:pt x="1579083" y="2075102"/>
                  </a:lnTo>
                  <a:lnTo>
                    <a:pt x="1579929" y="2103286"/>
                  </a:lnTo>
                  <a:lnTo>
                    <a:pt x="1579929" y="2103286"/>
                  </a:lnTo>
                  <a:lnTo>
                    <a:pt x="1580774" y="2103286"/>
                  </a:lnTo>
                  <a:lnTo>
                    <a:pt x="1581619" y="2103286"/>
                  </a:lnTo>
                  <a:lnTo>
                    <a:pt x="1582464" y="2093191"/>
                  </a:lnTo>
                  <a:lnTo>
                    <a:pt x="1583309" y="2017683"/>
                  </a:lnTo>
                  <a:lnTo>
                    <a:pt x="1584154" y="1977089"/>
                  </a:lnTo>
                  <a:lnTo>
                    <a:pt x="1584999" y="2009269"/>
                  </a:lnTo>
                  <a:lnTo>
                    <a:pt x="1585844" y="2039346"/>
                  </a:lnTo>
                  <a:lnTo>
                    <a:pt x="1586689" y="1984661"/>
                  </a:lnTo>
                  <a:lnTo>
                    <a:pt x="1587534" y="2001487"/>
                  </a:lnTo>
                  <a:lnTo>
                    <a:pt x="1588380" y="1934393"/>
                  </a:lnTo>
                  <a:lnTo>
                    <a:pt x="1589225" y="1836169"/>
                  </a:lnTo>
                  <a:lnTo>
                    <a:pt x="1590070" y="1761292"/>
                  </a:lnTo>
                  <a:lnTo>
                    <a:pt x="1590915" y="1851734"/>
                  </a:lnTo>
                  <a:lnTo>
                    <a:pt x="1591760" y="1838693"/>
                  </a:lnTo>
                  <a:lnTo>
                    <a:pt x="1592605" y="1871084"/>
                  </a:lnTo>
                  <a:lnTo>
                    <a:pt x="1593450" y="1958370"/>
                  </a:lnTo>
                  <a:lnTo>
                    <a:pt x="1594295" y="1999384"/>
                  </a:lnTo>
                  <a:lnTo>
                    <a:pt x="1595140" y="1988868"/>
                  </a:lnTo>
                  <a:lnTo>
                    <a:pt x="1595985" y="1979403"/>
                  </a:lnTo>
                  <a:lnTo>
                    <a:pt x="1596830" y="1985082"/>
                  </a:lnTo>
                  <a:lnTo>
                    <a:pt x="1597676" y="2021258"/>
                  </a:lnTo>
                  <a:lnTo>
                    <a:pt x="1598521" y="2072158"/>
                  </a:lnTo>
                  <a:lnTo>
                    <a:pt x="1599366" y="2103286"/>
                  </a:lnTo>
                  <a:lnTo>
                    <a:pt x="1599366" y="2103286"/>
                  </a:lnTo>
                  <a:lnTo>
                    <a:pt x="1600211" y="2103286"/>
                  </a:lnTo>
                  <a:lnTo>
                    <a:pt x="1601056" y="2087722"/>
                  </a:lnTo>
                  <a:lnTo>
                    <a:pt x="1601901" y="2011373"/>
                  </a:lnTo>
                  <a:lnTo>
                    <a:pt x="1602746" y="1977089"/>
                  </a:lnTo>
                  <a:lnTo>
                    <a:pt x="1603591" y="2020838"/>
                  </a:lnTo>
                  <a:lnTo>
                    <a:pt x="1604436" y="2103286"/>
                  </a:lnTo>
                  <a:lnTo>
                    <a:pt x="1604436" y="2103286"/>
                  </a:lnTo>
                  <a:lnTo>
                    <a:pt x="1605281" y="2076575"/>
                  </a:lnTo>
                  <a:lnTo>
                    <a:pt x="1606126" y="2061221"/>
                  </a:lnTo>
                  <a:lnTo>
                    <a:pt x="1606972" y="2066689"/>
                  </a:lnTo>
                  <a:lnTo>
                    <a:pt x="1607817" y="2103286"/>
                  </a:lnTo>
                  <a:lnTo>
                    <a:pt x="1607817" y="2103286"/>
                  </a:lnTo>
                  <a:lnTo>
                    <a:pt x="1608662" y="2063114"/>
                  </a:lnTo>
                  <a:lnTo>
                    <a:pt x="1609507" y="2030092"/>
                  </a:lnTo>
                  <a:lnTo>
                    <a:pt x="1610352" y="2002749"/>
                  </a:lnTo>
                  <a:lnTo>
                    <a:pt x="1611197" y="1986975"/>
                  </a:lnTo>
                  <a:lnTo>
                    <a:pt x="1612042" y="2032616"/>
                  </a:lnTo>
                  <a:lnTo>
                    <a:pt x="1612887" y="2082674"/>
                  </a:lnTo>
                  <a:lnTo>
                    <a:pt x="1613732" y="2103286"/>
                  </a:lnTo>
                  <a:lnTo>
                    <a:pt x="1613732" y="2103286"/>
                  </a:lnTo>
                  <a:lnTo>
                    <a:pt x="1614577" y="2103286"/>
                  </a:lnTo>
                  <a:lnTo>
                    <a:pt x="1615422" y="2076995"/>
                  </a:lnTo>
                  <a:lnTo>
                    <a:pt x="1616268" y="2024623"/>
                  </a:lnTo>
                  <a:lnTo>
                    <a:pt x="1617113" y="2024203"/>
                  </a:lnTo>
                  <a:lnTo>
                    <a:pt x="1617958" y="2035140"/>
                  </a:lnTo>
                  <a:lnTo>
                    <a:pt x="1618803" y="2029040"/>
                  </a:lnTo>
                  <a:lnTo>
                    <a:pt x="1619648" y="2039347"/>
                  </a:lnTo>
                  <a:lnTo>
                    <a:pt x="1620493" y="2037874"/>
                  </a:lnTo>
                  <a:lnTo>
                    <a:pt x="1621338" y="2019155"/>
                  </a:lnTo>
                  <a:lnTo>
                    <a:pt x="1622183" y="1909784"/>
                  </a:lnTo>
                  <a:lnTo>
                    <a:pt x="1623028" y="1873397"/>
                  </a:lnTo>
                  <a:lnTo>
                    <a:pt x="1623873" y="1816398"/>
                  </a:lnTo>
                  <a:lnTo>
                    <a:pt x="1624718" y="1892117"/>
                  </a:lnTo>
                  <a:lnTo>
                    <a:pt x="1625564" y="1885176"/>
                  </a:lnTo>
                  <a:lnTo>
                    <a:pt x="1626409" y="2015579"/>
                  </a:lnTo>
                  <a:lnTo>
                    <a:pt x="1627254" y="2076995"/>
                  </a:lnTo>
                  <a:lnTo>
                    <a:pt x="1628099" y="2043974"/>
                  </a:lnTo>
                  <a:lnTo>
                    <a:pt x="1628944" y="2019155"/>
                  </a:lnTo>
                  <a:lnTo>
                    <a:pt x="1629789" y="2042081"/>
                  </a:lnTo>
                  <a:lnTo>
                    <a:pt x="1630634" y="2099290"/>
                  </a:lnTo>
                  <a:lnTo>
                    <a:pt x="1631479" y="2103286"/>
                  </a:lnTo>
                  <a:lnTo>
                    <a:pt x="1631479" y="2103286"/>
                  </a:lnTo>
                  <a:lnTo>
                    <a:pt x="1632324" y="2103286"/>
                  </a:lnTo>
                  <a:lnTo>
                    <a:pt x="1633169" y="2093822"/>
                  </a:lnTo>
                  <a:lnTo>
                    <a:pt x="1634014" y="2027989"/>
                  </a:lnTo>
                  <a:lnTo>
                    <a:pt x="1634860" y="2019155"/>
                  </a:lnTo>
                  <a:lnTo>
                    <a:pt x="1635705" y="2061431"/>
                  </a:lnTo>
                  <a:lnTo>
                    <a:pt x="1636550" y="2103286"/>
                  </a:lnTo>
                  <a:lnTo>
                    <a:pt x="1636550" y="2103286"/>
                  </a:lnTo>
                  <a:lnTo>
                    <a:pt x="1637395" y="2078468"/>
                  </a:lnTo>
                  <a:lnTo>
                    <a:pt x="1638240" y="2054280"/>
                  </a:lnTo>
                  <a:lnTo>
                    <a:pt x="1639085" y="1882020"/>
                  </a:lnTo>
                  <a:lnTo>
                    <a:pt x="1639930" y="1837221"/>
                  </a:lnTo>
                  <a:lnTo>
                    <a:pt x="1640775" y="1813454"/>
                  </a:lnTo>
                  <a:lnTo>
                    <a:pt x="1641620" y="1887489"/>
                  </a:lnTo>
                  <a:lnTo>
                    <a:pt x="1642465" y="1863722"/>
                  </a:lnTo>
                  <a:lnTo>
                    <a:pt x="1643310" y="1946171"/>
                  </a:lnTo>
                  <a:lnTo>
                    <a:pt x="1644156" y="2000436"/>
                  </a:lnTo>
                  <a:lnTo>
                    <a:pt x="1645001" y="2046287"/>
                  </a:lnTo>
                  <a:lnTo>
                    <a:pt x="1645846" y="2023151"/>
                  </a:lnTo>
                  <a:lnTo>
                    <a:pt x="1646691" y="2040609"/>
                  </a:lnTo>
                  <a:lnTo>
                    <a:pt x="1647536" y="2035350"/>
                  </a:lnTo>
                  <a:lnTo>
                    <a:pt x="1648381" y="1977089"/>
                  </a:lnTo>
                  <a:lnTo>
                    <a:pt x="1649226" y="1959632"/>
                  </a:lnTo>
                  <a:lnTo>
                    <a:pt x="1650071" y="2040188"/>
                  </a:lnTo>
                  <a:lnTo>
                    <a:pt x="1650916" y="2061221"/>
                  </a:lnTo>
                  <a:lnTo>
                    <a:pt x="1651761" y="2099501"/>
                  </a:lnTo>
                  <a:lnTo>
                    <a:pt x="1652607" y="2083095"/>
                  </a:lnTo>
                  <a:lnTo>
                    <a:pt x="1653452" y="1880338"/>
                  </a:lnTo>
                  <a:lnTo>
                    <a:pt x="1654297" y="1728061"/>
                  </a:lnTo>
                  <a:lnTo>
                    <a:pt x="1655142" y="1818922"/>
                  </a:lnTo>
                  <a:lnTo>
                    <a:pt x="1655987" y="2025044"/>
                  </a:lnTo>
                  <a:lnTo>
                    <a:pt x="1656832" y="2061221"/>
                  </a:lnTo>
                  <a:lnTo>
                    <a:pt x="1657677" y="2072578"/>
                  </a:lnTo>
                  <a:lnTo>
                    <a:pt x="1658522" y="2103286"/>
                  </a:lnTo>
                  <a:lnTo>
                    <a:pt x="1658522" y="2103286"/>
                  </a:lnTo>
                  <a:lnTo>
                    <a:pt x="1659367" y="2079519"/>
                  </a:lnTo>
                  <a:lnTo>
                    <a:pt x="1660212" y="2019155"/>
                  </a:lnTo>
                  <a:lnTo>
                    <a:pt x="1661057" y="1954374"/>
                  </a:lnTo>
                  <a:lnTo>
                    <a:pt x="1661903" y="2000436"/>
                  </a:lnTo>
                  <a:lnTo>
                    <a:pt x="1662748" y="2024413"/>
                  </a:lnTo>
                  <a:lnTo>
                    <a:pt x="1663593" y="2057855"/>
                  </a:lnTo>
                  <a:lnTo>
                    <a:pt x="1664438" y="1976038"/>
                  </a:lnTo>
                  <a:lnTo>
                    <a:pt x="1665283" y="1892748"/>
                  </a:lnTo>
                  <a:lnTo>
                    <a:pt x="1666128" y="1854678"/>
                  </a:lnTo>
                  <a:lnTo>
                    <a:pt x="1666973" y="1877394"/>
                  </a:lnTo>
                  <a:lnTo>
                    <a:pt x="1667818" y="1879497"/>
                  </a:lnTo>
                  <a:lnTo>
                    <a:pt x="1668663" y="1840586"/>
                  </a:lnTo>
                  <a:lnTo>
                    <a:pt x="1669508" y="1931868"/>
                  </a:lnTo>
                  <a:lnTo>
                    <a:pt x="1670353" y="2045236"/>
                  </a:lnTo>
                  <a:lnTo>
                    <a:pt x="1671199" y="1943857"/>
                  </a:lnTo>
                  <a:lnTo>
                    <a:pt x="1672044" y="1855099"/>
                  </a:lnTo>
                  <a:lnTo>
                    <a:pt x="1672889" y="1806091"/>
                  </a:lnTo>
                  <a:lnTo>
                    <a:pt x="1673734" y="1939019"/>
                  </a:lnTo>
                  <a:lnTo>
                    <a:pt x="1674579" y="2032195"/>
                  </a:lnTo>
                  <a:lnTo>
                    <a:pt x="1675424" y="1989919"/>
                  </a:lnTo>
                  <a:lnTo>
                    <a:pt x="1676269" y="1975196"/>
                  </a:lnTo>
                  <a:lnTo>
                    <a:pt x="1677114" y="1953953"/>
                  </a:lnTo>
                  <a:lnTo>
                    <a:pt x="1677959" y="1917146"/>
                  </a:lnTo>
                  <a:lnTo>
                    <a:pt x="1678804" y="1875921"/>
                  </a:lnTo>
                  <a:lnTo>
                    <a:pt x="1679649" y="1918618"/>
                  </a:lnTo>
                  <a:lnTo>
                    <a:pt x="1680495" y="1938389"/>
                  </a:lnTo>
                  <a:lnTo>
                    <a:pt x="1681340" y="2012424"/>
                  </a:lnTo>
                  <a:lnTo>
                    <a:pt x="1682185" y="2085409"/>
                  </a:lnTo>
                  <a:lnTo>
                    <a:pt x="1683030" y="2037454"/>
                  </a:lnTo>
                  <a:lnTo>
                    <a:pt x="1683875" y="2019155"/>
                  </a:lnTo>
                  <a:lnTo>
                    <a:pt x="1684720" y="2000436"/>
                  </a:lnTo>
                  <a:lnTo>
                    <a:pt x="1685565" y="2019155"/>
                  </a:lnTo>
                  <a:lnTo>
                    <a:pt x="1686410" y="1938389"/>
                  </a:lnTo>
                  <a:lnTo>
                    <a:pt x="1687255" y="1957318"/>
                  </a:lnTo>
                  <a:lnTo>
                    <a:pt x="1688100" y="1892116"/>
                  </a:lnTo>
                  <a:lnTo>
                    <a:pt x="1688945" y="1936916"/>
                  </a:lnTo>
                  <a:lnTo>
                    <a:pt x="1689791" y="2041871"/>
                  </a:lnTo>
                  <a:lnTo>
                    <a:pt x="1690636" y="2026306"/>
                  </a:lnTo>
                  <a:lnTo>
                    <a:pt x="1691481" y="1985292"/>
                  </a:lnTo>
                  <a:lnTo>
                    <a:pt x="1692326" y="1972252"/>
                  </a:lnTo>
                  <a:lnTo>
                    <a:pt x="1693171" y="2006325"/>
                  </a:lnTo>
                  <a:lnTo>
                    <a:pt x="1694016" y="1991602"/>
                  </a:lnTo>
                  <a:lnTo>
                    <a:pt x="1694861" y="2008007"/>
                  </a:lnTo>
                  <a:lnTo>
                    <a:pt x="1695706" y="2019786"/>
                  </a:lnTo>
                  <a:lnTo>
                    <a:pt x="1696551" y="2056804"/>
                  </a:lnTo>
                  <a:lnTo>
                    <a:pt x="1697396" y="2058276"/>
                  </a:lnTo>
                  <a:lnTo>
                    <a:pt x="1698241" y="1924086"/>
                  </a:lnTo>
                  <a:lnTo>
                    <a:pt x="1699087" y="1808826"/>
                  </a:lnTo>
                  <a:lnTo>
                    <a:pt x="1699932" y="1795576"/>
                  </a:lnTo>
                  <a:lnTo>
                    <a:pt x="1700777" y="1921562"/>
                  </a:lnTo>
                  <a:lnTo>
                    <a:pt x="1701622" y="1928293"/>
                  </a:lnTo>
                  <a:lnTo>
                    <a:pt x="1702467" y="2004011"/>
                  </a:lnTo>
                  <a:lnTo>
                    <a:pt x="1703312" y="2019155"/>
                  </a:lnTo>
                  <a:lnTo>
                    <a:pt x="1704157" y="1993705"/>
                  </a:lnTo>
                  <a:lnTo>
                    <a:pt x="1705002" y="1909153"/>
                  </a:lnTo>
                  <a:lnTo>
                    <a:pt x="1705847" y="1857412"/>
                  </a:lnTo>
                  <a:lnTo>
                    <a:pt x="1706692" y="1991181"/>
                  </a:lnTo>
                  <a:lnTo>
                    <a:pt x="1707537" y="2075733"/>
                  </a:lnTo>
                  <a:lnTo>
                    <a:pt x="1708383" y="2038085"/>
                  </a:lnTo>
                  <a:lnTo>
                    <a:pt x="1709228" y="1977089"/>
                  </a:lnTo>
                  <a:lnTo>
                    <a:pt x="1710073" y="1996439"/>
                  </a:lnTo>
                  <a:lnTo>
                    <a:pt x="1710918" y="2031564"/>
                  </a:lnTo>
                  <a:lnTo>
                    <a:pt x="1711763" y="2019155"/>
                  </a:lnTo>
                  <a:lnTo>
                    <a:pt x="1712608" y="2023993"/>
                  </a:lnTo>
                  <a:lnTo>
                    <a:pt x="1713453" y="2008218"/>
                  </a:lnTo>
                  <a:lnTo>
                    <a:pt x="1714298" y="1988447"/>
                  </a:lnTo>
                  <a:lnTo>
                    <a:pt x="1715143" y="2008638"/>
                  </a:lnTo>
                  <a:lnTo>
                    <a:pt x="1715988" y="1949746"/>
                  </a:lnTo>
                  <a:lnTo>
                    <a:pt x="1716834" y="1947433"/>
                  </a:lnTo>
                  <a:lnTo>
                    <a:pt x="1717679" y="1975828"/>
                  </a:lnTo>
                  <a:lnTo>
                    <a:pt x="1718524" y="2034930"/>
                  </a:lnTo>
                  <a:lnTo>
                    <a:pt x="1719369" y="2080150"/>
                  </a:lnTo>
                  <a:lnTo>
                    <a:pt x="1720214" y="2103286"/>
                  </a:lnTo>
                  <a:lnTo>
                    <a:pt x="1720214" y="2103286"/>
                  </a:lnTo>
                  <a:lnTo>
                    <a:pt x="1721059" y="2039347"/>
                  </a:lnTo>
                  <a:lnTo>
                    <a:pt x="1721904" y="2006956"/>
                  </a:lnTo>
                  <a:lnTo>
                    <a:pt x="1722749" y="1940071"/>
                  </a:lnTo>
                  <a:lnTo>
                    <a:pt x="1723594" y="1884966"/>
                  </a:lnTo>
                  <a:lnTo>
                    <a:pt x="1724439" y="1861409"/>
                  </a:lnTo>
                  <a:lnTo>
                    <a:pt x="1725284" y="1900530"/>
                  </a:lnTo>
                  <a:lnTo>
                    <a:pt x="1726130" y="1907891"/>
                  </a:lnTo>
                  <a:lnTo>
                    <a:pt x="1726975" y="1808826"/>
                  </a:lnTo>
                  <a:lnTo>
                    <a:pt x="1727820" y="1795365"/>
                  </a:lnTo>
                  <a:lnTo>
                    <a:pt x="1728665" y="1857202"/>
                  </a:lnTo>
                  <a:lnTo>
                    <a:pt x="1729510" y="2048180"/>
                  </a:lnTo>
                  <a:lnTo>
                    <a:pt x="1730355" y="2062483"/>
                  </a:lnTo>
                  <a:lnTo>
                    <a:pt x="1731200" y="2020207"/>
                  </a:lnTo>
                  <a:lnTo>
                    <a:pt x="1732045" y="1973934"/>
                  </a:lnTo>
                  <a:lnTo>
                    <a:pt x="1732890" y="1988447"/>
                  </a:lnTo>
                  <a:lnTo>
                    <a:pt x="1733735" y="1985082"/>
                  </a:lnTo>
                  <a:lnTo>
                    <a:pt x="1734580" y="2029251"/>
                  </a:lnTo>
                  <a:lnTo>
                    <a:pt x="1735426" y="1936706"/>
                  </a:lnTo>
                  <a:lnTo>
                    <a:pt x="1736271" y="1855730"/>
                  </a:lnTo>
                  <a:lnTo>
                    <a:pt x="1737116" y="1881390"/>
                  </a:lnTo>
                  <a:lnTo>
                    <a:pt x="1737961" y="1943857"/>
                  </a:lnTo>
                  <a:lnTo>
                    <a:pt x="1738806" y="1950167"/>
                  </a:lnTo>
                  <a:lnTo>
                    <a:pt x="1739651" y="1964469"/>
                  </a:lnTo>
                  <a:lnTo>
                    <a:pt x="1740496" y="1930396"/>
                  </a:lnTo>
                  <a:lnTo>
                    <a:pt x="1741341" y="1915673"/>
                  </a:lnTo>
                  <a:lnTo>
                    <a:pt x="1742186" y="1988447"/>
                  </a:lnTo>
                  <a:lnTo>
                    <a:pt x="1743031" y="2021469"/>
                  </a:lnTo>
                  <a:lnTo>
                    <a:pt x="1743876" y="2019155"/>
                  </a:lnTo>
                  <a:lnTo>
                    <a:pt x="1744722" y="2051966"/>
                  </a:lnTo>
                  <a:lnTo>
                    <a:pt x="1745567" y="2083305"/>
                  </a:lnTo>
                  <a:lnTo>
                    <a:pt x="1746412" y="1947643"/>
                  </a:lnTo>
                  <a:lnTo>
                    <a:pt x="1747257" y="1892958"/>
                  </a:lnTo>
                  <a:lnTo>
                    <a:pt x="1748102" y="1944489"/>
                  </a:lnTo>
                  <a:lnTo>
                    <a:pt x="1748947" y="2006115"/>
                  </a:lnTo>
                  <a:lnTo>
                    <a:pt x="1749792" y="1986554"/>
                  </a:lnTo>
                  <a:lnTo>
                    <a:pt x="1750637" y="1997070"/>
                  </a:lnTo>
                  <a:lnTo>
                    <a:pt x="1751482" y="2032196"/>
                  </a:lnTo>
                  <a:lnTo>
                    <a:pt x="1752327" y="2076785"/>
                  </a:lnTo>
                  <a:lnTo>
                    <a:pt x="1753172" y="1977510"/>
                  </a:lnTo>
                  <a:lnTo>
                    <a:pt x="1754018" y="1977089"/>
                  </a:lnTo>
                  <a:lnTo>
                    <a:pt x="1754863" y="2035350"/>
                  </a:lnTo>
                  <a:lnTo>
                    <a:pt x="1755708" y="1974776"/>
                  </a:lnTo>
                  <a:lnTo>
                    <a:pt x="1756553" y="1851943"/>
                  </a:lnTo>
                  <a:lnTo>
                    <a:pt x="1757398" y="1887699"/>
                  </a:lnTo>
                  <a:lnTo>
                    <a:pt x="1758243" y="1978982"/>
                  </a:lnTo>
                  <a:lnTo>
                    <a:pt x="1759088" y="2089825"/>
                  </a:lnTo>
                  <a:lnTo>
                    <a:pt x="1759933" y="2041239"/>
                  </a:lnTo>
                  <a:lnTo>
                    <a:pt x="1760778" y="2019155"/>
                  </a:lnTo>
                  <a:lnTo>
                    <a:pt x="1761623" y="1986975"/>
                  </a:lnTo>
                  <a:lnTo>
                    <a:pt x="1762468" y="2017893"/>
                  </a:lnTo>
                  <a:lnTo>
                    <a:pt x="1763314" y="2028830"/>
                  </a:lnTo>
                  <a:lnTo>
                    <a:pt x="1764159" y="2061221"/>
                  </a:lnTo>
                  <a:lnTo>
                    <a:pt x="1765004" y="2029040"/>
                  </a:lnTo>
                  <a:lnTo>
                    <a:pt x="1765849" y="2054280"/>
                  </a:lnTo>
                  <a:lnTo>
                    <a:pt x="1766694" y="2031775"/>
                  </a:lnTo>
                  <a:lnTo>
                    <a:pt x="1767539" y="2061221"/>
                  </a:lnTo>
                  <a:lnTo>
                    <a:pt x="1768384" y="2062062"/>
                  </a:lnTo>
                  <a:lnTo>
                    <a:pt x="1769229" y="2019155"/>
                  </a:lnTo>
                  <a:lnTo>
                    <a:pt x="1770074" y="2004853"/>
                  </a:lnTo>
                  <a:lnTo>
                    <a:pt x="1770919" y="1962997"/>
                  </a:lnTo>
                  <a:lnTo>
                    <a:pt x="1771764" y="1886648"/>
                  </a:lnTo>
                  <a:lnTo>
                    <a:pt x="1772610" y="1836799"/>
                  </a:lnTo>
                  <a:lnTo>
                    <a:pt x="1773455" y="1887910"/>
                  </a:lnTo>
                  <a:lnTo>
                    <a:pt x="1774300" y="2001277"/>
                  </a:lnTo>
                  <a:lnTo>
                    <a:pt x="1775145" y="2085829"/>
                  </a:lnTo>
                  <a:lnTo>
                    <a:pt x="1775990" y="2103286"/>
                  </a:lnTo>
                  <a:lnTo>
                    <a:pt x="1775990" y="2103286"/>
                  </a:lnTo>
                  <a:lnTo>
                    <a:pt x="1776835" y="2048811"/>
                  </a:lnTo>
                  <a:lnTo>
                    <a:pt x="1777680" y="1953112"/>
                  </a:lnTo>
                  <a:lnTo>
                    <a:pt x="1778525" y="1911467"/>
                  </a:lnTo>
                  <a:lnTo>
                    <a:pt x="1779370" y="1958580"/>
                  </a:lnTo>
                  <a:lnTo>
                    <a:pt x="1780215" y="2019155"/>
                  </a:lnTo>
                  <a:lnTo>
                    <a:pt x="1781061" y="2076154"/>
                  </a:lnTo>
                  <a:lnTo>
                    <a:pt x="1781906" y="2011373"/>
                  </a:lnTo>
                  <a:lnTo>
                    <a:pt x="1782751" y="1935444"/>
                  </a:lnTo>
                  <a:lnTo>
                    <a:pt x="1783596" y="1890854"/>
                  </a:lnTo>
                  <a:lnTo>
                    <a:pt x="1784441" y="1848578"/>
                  </a:lnTo>
                  <a:lnTo>
                    <a:pt x="1785286" y="1809246"/>
                  </a:lnTo>
                  <a:lnTo>
                    <a:pt x="1786131" y="1936916"/>
                  </a:lnTo>
                  <a:lnTo>
                    <a:pt x="1786976" y="1931448"/>
                  </a:lnTo>
                  <a:lnTo>
                    <a:pt x="1787821" y="1909995"/>
                  </a:lnTo>
                  <a:lnTo>
                    <a:pt x="1788666" y="1898426"/>
                  </a:lnTo>
                  <a:lnTo>
                    <a:pt x="1789511" y="1975827"/>
                  </a:lnTo>
                  <a:lnTo>
                    <a:pt x="1790357" y="2021469"/>
                  </a:lnTo>
                  <a:lnTo>
                    <a:pt x="1791202" y="2024834"/>
                  </a:lnTo>
                  <a:lnTo>
                    <a:pt x="1792047" y="2061221"/>
                  </a:lnTo>
                  <a:lnTo>
                    <a:pt x="1792892" y="2103076"/>
                  </a:lnTo>
                  <a:lnTo>
                    <a:pt x="1793737" y="2103286"/>
                  </a:lnTo>
                  <a:lnTo>
                    <a:pt x="1793737" y="2103286"/>
                  </a:lnTo>
                  <a:lnTo>
                    <a:pt x="1794582" y="2088563"/>
                  </a:lnTo>
                  <a:lnTo>
                    <a:pt x="1795427" y="2061221"/>
                  </a:lnTo>
                  <a:lnTo>
                    <a:pt x="1796272" y="2061221"/>
                  </a:lnTo>
                  <a:lnTo>
                    <a:pt x="1797117" y="2096766"/>
                  </a:lnTo>
                  <a:lnTo>
                    <a:pt x="1797962" y="2103286"/>
                  </a:lnTo>
                  <a:lnTo>
                    <a:pt x="1797962" y="2103286"/>
                  </a:lnTo>
                  <a:lnTo>
                    <a:pt x="1798807" y="2103286"/>
                  </a:lnTo>
                  <a:lnTo>
                    <a:pt x="1799653" y="2070686"/>
                  </a:lnTo>
                  <a:lnTo>
                    <a:pt x="1800498" y="2061221"/>
                  </a:lnTo>
                  <a:lnTo>
                    <a:pt x="1801343" y="1947223"/>
                  </a:lnTo>
                  <a:lnTo>
                    <a:pt x="1802188" y="1935023"/>
                  </a:lnTo>
                  <a:lnTo>
                    <a:pt x="1803033" y="1969097"/>
                  </a:lnTo>
                  <a:lnTo>
                    <a:pt x="1803878" y="2020627"/>
                  </a:lnTo>
                  <a:lnTo>
                    <a:pt x="1804723" y="2019155"/>
                  </a:lnTo>
                  <a:lnTo>
                    <a:pt x="1805568" y="2065638"/>
                  </a:lnTo>
                  <a:lnTo>
                    <a:pt x="1806413" y="2103286"/>
                  </a:lnTo>
                  <a:lnTo>
                    <a:pt x="1806413" y="2103286"/>
                  </a:lnTo>
                  <a:lnTo>
                    <a:pt x="1807258" y="2086881"/>
                  </a:lnTo>
                  <a:lnTo>
                    <a:pt x="1808103" y="2025465"/>
                  </a:lnTo>
                  <a:lnTo>
                    <a:pt x="1808949" y="1892958"/>
                  </a:lnTo>
                  <a:lnTo>
                    <a:pt x="1809794" y="1874449"/>
                  </a:lnTo>
                  <a:lnTo>
                    <a:pt x="1810639" y="1940492"/>
                  </a:lnTo>
                  <a:lnTo>
                    <a:pt x="1811484" y="1924086"/>
                  </a:lnTo>
                  <a:lnTo>
                    <a:pt x="1812329" y="1937337"/>
                  </a:lnTo>
                  <a:lnTo>
                    <a:pt x="1813174" y="1960263"/>
                  </a:lnTo>
                  <a:lnTo>
                    <a:pt x="1814019" y="2043764"/>
                  </a:lnTo>
                  <a:lnTo>
                    <a:pt x="1814864" y="2082674"/>
                  </a:lnTo>
                  <a:lnTo>
                    <a:pt x="1815709" y="2086250"/>
                  </a:lnTo>
                  <a:lnTo>
                    <a:pt x="1816554" y="2019155"/>
                  </a:lnTo>
                  <a:lnTo>
                    <a:pt x="1817399" y="1956898"/>
                  </a:lnTo>
                  <a:lnTo>
                    <a:pt x="1818245" y="1969517"/>
                  </a:lnTo>
                  <a:lnTo>
                    <a:pt x="1819090" y="1971200"/>
                  </a:lnTo>
                  <a:lnTo>
                    <a:pt x="1819935" y="1981506"/>
                  </a:lnTo>
                  <a:lnTo>
                    <a:pt x="1820780" y="1979613"/>
                  </a:lnTo>
                  <a:lnTo>
                    <a:pt x="1821625" y="1912308"/>
                  </a:lnTo>
                  <a:lnTo>
                    <a:pt x="1822470" y="1900529"/>
                  </a:lnTo>
                  <a:lnTo>
                    <a:pt x="1823315" y="1801885"/>
                  </a:lnTo>
                  <a:lnTo>
                    <a:pt x="1824160" y="1851944"/>
                  </a:lnTo>
                  <a:lnTo>
                    <a:pt x="1825005" y="2026306"/>
                  </a:lnTo>
                  <a:lnTo>
                    <a:pt x="1825850" y="2085829"/>
                  </a:lnTo>
                  <a:lnTo>
                    <a:pt x="1826695" y="2022100"/>
                  </a:lnTo>
                  <a:lnTo>
                    <a:pt x="1827541" y="1980034"/>
                  </a:lnTo>
                  <a:lnTo>
                    <a:pt x="1828386" y="1976248"/>
                  </a:lnTo>
                  <a:lnTo>
                    <a:pt x="1829231" y="1952901"/>
                  </a:lnTo>
                  <a:lnTo>
                    <a:pt x="1830076" y="1919249"/>
                  </a:lnTo>
                  <a:lnTo>
                    <a:pt x="1830921" y="1938599"/>
                  </a:lnTo>
                  <a:lnTo>
                    <a:pt x="1831766" y="1818712"/>
                  </a:lnTo>
                  <a:lnTo>
                    <a:pt x="1832611" y="1800624"/>
                  </a:lnTo>
                  <a:lnTo>
                    <a:pt x="1833456" y="1864563"/>
                  </a:lnTo>
                  <a:lnTo>
                    <a:pt x="1834301" y="1914832"/>
                  </a:lnTo>
                  <a:lnTo>
                    <a:pt x="1835146" y="1936286"/>
                  </a:lnTo>
                  <a:lnTo>
                    <a:pt x="1835991" y="1954584"/>
                  </a:lnTo>
                  <a:lnTo>
                    <a:pt x="1836837" y="1949536"/>
                  </a:lnTo>
                  <a:lnTo>
                    <a:pt x="1837682" y="1941964"/>
                  </a:lnTo>
                  <a:lnTo>
                    <a:pt x="1838527" y="1881600"/>
                  </a:lnTo>
                  <a:lnTo>
                    <a:pt x="1839372" y="1879707"/>
                  </a:lnTo>
                  <a:lnTo>
                    <a:pt x="1840217" y="1930186"/>
                  </a:lnTo>
                  <a:lnTo>
                    <a:pt x="1841062" y="2046918"/>
                  </a:lnTo>
                  <a:lnTo>
                    <a:pt x="1841907" y="2088984"/>
                  </a:lnTo>
                  <a:lnTo>
                    <a:pt x="1842752" y="2061221"/>
                  </a:lnTo>
                  <a:lnTo>
                    <a:pt x="1843597" y="2026096"/>
                  </a:lnTo>
                  <a:lnTo>
                    <a:pt x="1844442" y="2009900"/>
                  </a:lnTo>
                  <a:lnTo>
                    <a:pt x="1845288" y="2024834"/>
                  </a:lnTo>
                  <a:lnTo>
                    <a:pt x="1846133" y="2090246"/>
                  </a:lnTo>
                  <a:lnTo>
                    <a:pt x="1846978" y="2080781"/>
                  </a:lnTo>
                  <a:lnTo>
                    <a:pt x="1847823" y="2039977"/>
                  </a:lnTo>
                  <a:lnTo>
                    <a:pt x="1848668" y="2020417"/>
                  </a:lnTo>
                  <a:lnTo>
                    <a:pt x="1849513" y="2025044"/>
                  </a:lnTo>
                  <a:lnTo>
                    <a:pt x="1850358" y="2012214"/>
                  </a:lnTo>
                  <a:lnTo>
                    <a:pt x="1851203" y="1985082"/>
                  </a:lnTo>
                  <a:lnTo>
                    <a:pt x="1852048" y="2046918"/>
                  </a:lnTo>
                  <a:lnTo>
                    <a:pt x="1852893" y="2088984"/>
                  </a:lnTo>
                  <a:lnTo>
                    <a:pt x="1853738" y="2103286"/>
                  </a:lnTo>
                  <a:lnTo>
                    <a:pt x="1853738" y="2103286"/>
                  </a:lnTo>
                  <a:lnTo>
                    <a:pt x="1854584" y="2068793"/>
                  </a:lnTo>
                  <a:lnTo>
                    <a:pt x="1855429" y="2019155"/>
                  </a:lnTo>
                  <a:lnTo>
                    <a:pt x="1856274" y="2021469"/>
                  </a:lnTo>
                  <a:lnTo>
                    <a:pt x="1857119" y="2040819"/>
                  </a:lnTo>
                  <a:lnTo>
                    <a:pt x="1857964" y="2020838"/>
                  </a:lnTo>
                  <a:lnTo>
                    <a:pt x="1858809" y="1992023"/>
                  </a:lnTo>
                  <a:lnTo>
                    <a:pt x="1859654" y="1996229"/>
                  </a:lnTo>
                  <a:lnTo>
                    <a:pt x="1860499" y="2009690"/>
                  </a:lnTo>
                  <a:lnTo>
                    <a:pt x="1861344" y="2022520"/>
                  </a:lnTo>
                  <a:lnTo>
                    <a:pt x="1862189" y="1998753"/>
                  </a:lnTo>
                  <a:lnTo>
                    <a:pt x="1863034" y="2030933"/>
                  </a:lnTo>
                  <a:lnTo>
                    <a:pt x="1863880" y="2006325"/>
                  </a:lnTo>
                  <a:lnTo>
                    <a:pt x="1864725" y="1940492"/>
                  </a:lnTo>
                  <a:lnTo>
                    <a:pt x="1865570" y="1860357"/>
                  </a:lnTo>
                  <a:lnTo>
                    <a:pt x="1866415" y="1874239"/>
                  </a:lnTo>
                  <a:lnTo>
                    <a:pt x="1867260" y="1903895"/>
                  </a:lnTo>
                  <a:lnTo>
                    <a:pt x="1868105" y="1878025"/>
                  </a:lnTo>
                  <a:lnTo>
                    <a:pt x="1868950" y="1884124"/>
                  </a:lnTo>
                  <a:lnTo>
                    <a:pt x="1869795" y="1884965"/>
                  </a:lnTo>
                  <a:lnTo>
                    <a:pt x="1870640" y="1867929"/>
                  </a:lnTo>
                  <a:lnTo>
                    <a:pt x="1871485" y="1883703"/>
                  </a:lnTo>
                  <a:lnTo>
                    <a:pt x="1872330" y="2005063"/>
                  </a:lnTo>
                  <a:lnTo>
                    <a:pt x="1873176" y="2015369"/>
                  </a:lnTo>
                  <a:lnTo>
                    <a:pt x="1874021" y="1979193"/>
                  </a:lnTo>
                  <a:lnTo>
                    <a:pt x="1874866" y="2024624"/>
                  </a:lnTo>
                  <a:lnTo>
                    <a:pt x="1875711" y="2043974"/>
                  </a:lnTo>
                  <a:lnTo>
                    <a:pt x="1876556" y="1989919"/>
                  </a:lnTo>
                  <a:lnTo>
                    <a:pt x="1877401" y="1937968"/>
                  </a:lnTo>
                  <a:lnTo>
                    <a:pt x="1878246" y="1894851"/>
                  </a:lnTo>
                  <a:lnTo>
                    <a:pt x="1879091" y="1873608"/>
                  </a:lnTo>
                  <a:lnTo>
                    <a:pt x="1879936" y="1902843"/>
                  </a:lnTo>
                  <a:lnTo>
                    <a:pt x="1880781" y="2005273"/>
                  </a:lnTo>
                  <a:lnTo>
                    <a:pt x="1881626" y="1979824"/>
                  </a:lnTo>
                  <a:lnTo>
                    <a:pt x="1882472" y="1841217"/>
                  </a:lnTo>
                  <a:lnTo>
                    <a:pt x="1883317" y="1716282"/>
                  </a:lnTo>
                  <a:lnTo>
                    <a:pt x="1884162" y="1710603"/>
                  </a:lnTo>
                  <a:lnTo>
                    <a:pt x="1885007" y="1799151"/>
                  </a:lnTo>
                  <a:lnTo>
                    <a:pt x="1885852" y="1909153"/>
                  </a:lnTo>
                  <a:lnTo>
                    <a:pt x="1886697" y="1989288"/>
                  </a:lnTo>
                  <a:lnTo>
                    <a:pt x="1887542" y="1981717"/>
                  </a:lnTo>
                  <a:lnTo>
                    <a:pt x="1888387" y="2019155"/>
                  </a:lnTo>
                  <a:lnTo>
                    <a:pt x="1889232" y="2085829"/>
                  </a:lnTo>
                  <a:lnTo>
                    <a:pt x="1890077" y="2103286"/>
                  </a:lnTo>
                  <a:lnTo>
                    <a:pt x="1890077" y="2103286"/>
                  </a:lnTo>
                  <a:lnTo>
                    <a:pt x="1890922" y="2103286"/>
                  </a:lnTo>
                  <a:lnTo>
                    <a:pt x="1891768" y="2094453"/>
                  </a:lnTo>
                  <a:lnTo>
                    <a:pt x="1892613" y="2011583"/>
                  </a:lnTo>
                  <a:lnTo>
                    <a:pt x="1893458" y="1935023"/>
                  </a:lnTo>
                  <a:lnTo>
                    <a:pt x="1894303" y="1973514"/>
                  </a:lnTo>
                  <a:lnTo>
                    <a:pt x="1895148" y="1997281"/>
                  </a:lnTo>
                  <a:lnTo>
                    <a:pt x="1895993" y="1977089"/>
                  </a:lnTo>
                  <a:lnTo>
                    <a:pt x="1896838" y="1885176"/>
                  </a:lnTo>
                  <a:lnTo>
                    <a:pt x="1897683" y="1884124"/>
                  </a:lnTo>
                  <a:lnTo>
                    <a:pt x="1898528" y="1858464"/>
                  </a:lnTo>
                  <a:lnTo>
                    <a:pt x="1899373" y="1947433"/>
                  </a:lnTo>
                  <a:lnTo>
                    <a:pt x="1900218" y="1962156"/>
                  </a:lnTo>
                  <a:lnTo>
                    <a:pt x="1901064" y="2011162"/>
                  </a:lnTo>
                  <a:lnTo>
                    <a:pt x="1901909" y="2036823"/>
                  </a:lnTo>
                  <a:lnTo>
                    <a:pt x="1902754" y="2037664"/>
                  </a:lnTo>
                  <a:lnTo>
                    <a:pt x="1903599" y="2035981"/>
                  </a:lnTo>
                  <a:lnTo>
                    <a:pt x="1904444" y="2040609"/>
                  </a:lnTo>
                  <a:lnTo>
                    <a:pt x="1905289" y="2065217"/>
                  </a:lnTo>
                  <a:lnTo>
                    <a:pt x="1906134" y="2103286"/>
                  </a:lnTo>
                  <a:lnTo>
                    <a:pt x="1906134" y="2103286"/>
                  </a:lnTo>
                  <a:lnTo>
                    <a:pt x="1906979" y="2087302"/>
                  </a:lnTo>
                  <a:lnTo>
                    <a:pt x="1907824" y="2021469"/>
                  </a:lnTo>
                  <a:lnTo>
                    <a:pt x="1908669" y="1970779"/>
                  </a:lnTo>
                  <a:lnTo>
                    <a:pt x="1909515" y="1913780"/>
                  </a:lnTo>
                  <a:lnTo>
                    <a:pt x="1910360" y="1776016"/>
                  </a:lnTo>
                  <a:lnTo>
                    <a:pt x="1911205" y="1762764"/>
                  </a:lnTo>
                  <a:lnTo>
                    <a:pt x="1912050" y="1852154"/>
                  </a:lnTo>
                  <a:lnTo>
                    <a:pt x="1912895" y="1907260"/>
                  </a:lnTo>
                  <a:lnTo>
                    <a:pt x="1913740" y="1804620"/>
                  </a:lnTo>
                  <a:lnTo>
                    <a:pt x="1914585" y="1855309"/>
                  </a:lnTo>
                  <a:lnTo>
                    <a:pt x="1915430" y="1932920"/>
                  </a:lnTo>
                  <a:lnTo>
                    <a:pt x="1916275" y="1928924"/>
                  </a:lnTo>
                  <a:lnTo>
                    <a:pt x="1917120" y="1883283"/>
                  </a:lnTo>
                  <a:lnTo>
                    <a:pt x="1917965" y="1864353"/>
                  </a:lnTo>
                  <a:lnTo>
                    <a:pt x="1918811" y="1932920"/>
                  </a:lnTo>
                  <a:lnTo>
                    <a:pt x="1919656" y="1850471"/>
                  </a:lnTo>
                  <a:lnTo>
                    <a:pt x="1920501" y="1755824"/>
                  </a:lnTo>
                  <a:lnTo>
                    <a:pt x="1921346" y="1778329"/>
                  </a:lnTo>
                  <a:lnTo>
                    <a:pt x="1922191" y="1881810"/>
                  </a:lnTo>
                  <a:lnTo>
                    <a:pt x="1923036" y="1871084"/>
                  </a:lnTo>
                  <a:lnTo>
                    <a:pt x="1923881" y="1872977"/>
                  </a:lnTo>
                  <a:lnTo>
                    <a:pt x="1924726" y="1925979"/>
                  </a:lnTo>
                  <a:lnTo>
                    <a:pt x="1925571" y="1913360"/>
                  </a:lnTo>
                  <a:lnTo>
                    <a:pt x="1926416" y="1792210"/>
                  </a:lnTo>
                  <a:lnTo>
                    <a:pt x="1927261" y="1860147"/>
                  </a:lnTo>
                  <a:lnTo>
                    <a:pt x="1928107" y="1981086"/>
                  </a:lnTo>
                  <a:lnTo>
                    <a:pt x="1928952" y="1984240"/>
                  </a:lnTo>
                  <a:lnTo>
                    <a:pt x="1929797" y="1935023"/>
                  </a:lnTo>
                  <a:lnTo>
                    <a:pt x="1930642" y="1923245"/>
                  </a:lnTo>
                  <a:lnTo>
                    <a:pt x="1931487" y="1939020"/>
                  </a:lnTo>
                  <a:lnTo>
                    <a:pt x="1932332" y="1781905"/>
                  </a:lnTo>
                  <a:lnTo>
                    <a:pt x="1933177" y="1758347"/>
                  </a:lnTo>
                  <a:lnTo>
                    <a:pt x="1934022" y="1826494"/>
                  </a:lnTo>
                  <a:lnTo>
                    <a:pt x="1934867" y="2021469"/>
                  </a:lnTo>
                  <a:lnTo>
                    <a:pt x="1935712" y="2032826"/>
                  </a:lnTo>
                  <a:lnTo>
                    <a:pt x="1936557" y="1949326"/>
                  </a:lnTo>
                  <a:lnTo>
                    <a:pt x="1937403" y="1897795"/>
                  </a:lnTo>
                  <a:lnTo>
                    <a:pt x="1938248" y="1953322"/>
                  </a:lnTo>
                  <a:lnTo>
                    <a:pt x="1939093" y="2007587"/>
                  </a:lnTo>
                  <a:lnTo>
                    <a:pt x="1939938" y="2061010"/>
                  </a:lnTo>
                  <a:lnTo>
                    <a:pt x="1940783" y="2072158"/>
                  </a:lnTo>
                  <a:lnTo>
                    <a:pt x="1941628" y="2103286"/>
                  </a:lnTo>
                  <a:lnTo>
                    <a:pt x="1941628" y="2103286"/>
                  </a:lnTo>
                  <a:lnTo>
                    <a:pt x="1942473" y="2103286"/>
                  </a:lnTo>
                  <a:lnTo>
                    <a:pt x="1943318" y="2098028"/>
                  </a:lnTo>
                  <a:lnTo>
                    <a:pt x="1944163" y="2019155"/>
                  </a:lnTo>
                  <a:lnTo>
                    <a:pt x="1945008" y="2019155"/>
                  </a:lnTo>
                  <a:lnTo>
                    <a:pt x="1945853" y="2058066"/>
                  </a:lnTo>
                  <a:lnTo>
                    <a:pt x="1946699" y="2061221"/>
                  </a:lnTo>
                  <a:lnTo>
                    <a:pt x="1947544" y="2033037"/>
                  </a:lnTo>
                  <a:lnTo>
                    <a:pt x="1948389" y="1973514"/>
                  </a:lnTo>
                  <a:lnTo>
                    <a:pt x="1949234" y="1925769"/>
                  </a:lnTo>
                  <a:lnTo>
                    <a:pt x="1950079" y="1964049"/>
                  </a:lnTo>
                  <a:lnTo>
                    <a:pt x="1950924" y="2026937"/>
                  </a:lnTo>
                  <a:lnTo>
                    <a:pt x="1951769" y="1964049"/>
                  </a:lnTo>
                  <a:lnTo>
                    <a:pt x="1952614" y="1885596"/>
                  </a:lnTo>
                  <a:lnTo>
                    <a:pt x="1953459" y="1919880"/>
                  </a:lnTo>
                  <a:lnTo>
                    <a:pt x="1954304" y="2031775"/>
                  </a:lnTo>
                  <a:lnTo>
                    <a:pt x="1955149" y="2047339"/>
                  </a:lnTo>
                  <a:lnTo>
                    <a:pt x="1955995" y="2061221"/>
                  </a:lnTo>
                  <a:lnTo>
                    <a:pt x="1956840" y="2086460"/>
                  </a:lnTo>
                  <a:lnTo>
                    <a:pt x="1957685" y="2103286"/>
                  </a:lnTo>
                  <a:lnTo>
                    <a:pt x="1957685" y="2103286"/>
                  </a:lnTo>
                  <a:lnTo>
                    <a:pt x="1958530" y="2103286"/>
                  </a:lnTo>
                  <a:lnTo>
                    <a:pt x="1959375" y="2103286"/>
                  </a:lnTo>
                  <a:lnTo>
                    <a:pt x="1960220" y="2103286"/>
                  </a:lnTo>
                  <a:lnTo>
                    <a:pt x="1961065" y="2103286"/>
                  </a:lnTo>
                  <a:lnTo>
                    <a:pt x="1961910" y="2063745"/>
                  </a:lnTo>
                  <a:lnTo>
                    <a:pt x="1962755" y="2061221"/>
                  </a:lnTo>
                  <a:lnTo>
                    <a:pt x="1963600" y="2038085"/>
                  </a:lnTo>
                  <a:lnTo>
                    <a:pt x="1964445" y="2061221"/>
                  </a:lnTo>
                  <a:lnTo>
                    <a:pt x="1965291" y="2081412"/>
                  </a:lnTo>
                  <a:lnTo>
                    <a:pt x="1966136" y="2072579"/>
                  </a:lnTo>
                  <a:lnTo>
                    <a:pt x="1966981" y="2019155"/>
                  </a:lnTo>
                  <a:lnTo>
                    <a:pt x="1967826" y="2019155"/>
                  </a:lnTo>
                  <a:lnTo>
                    <a:pt x="1968671" y="2082674"/>
                  </a:lnTo>
                  <a:lnTo>
                    <a:pt x="1969516" y="2061221"/>
                  </a:lnTo>
                  <a:lnTo>
                    <a:pt x="1970361" y="2061221"/>
                  </a:lnTo>
                  <a:lnTo>
                    <a:pt x="1971206" y="2058697"/>
                  </a:lnTo>
                  <a:lnTo>
                    <a:pt x="1972051" y="2019155"/>
                  </a:lnTo>
                  <a:lnTo>
                    <a:pt x="1972896" y="2025044"/>
                  </a:lnTo>
                  <a:lnTo>
                    <a:pt x="1973742" y="2087091"/>
                  </a:lnTo>
                  <a:lnTo>
                    <a:pt x="1974587" y="2067531"/>
                  </a:lnTo>
                  <a:lnTo>
                    <a:pt x="1975432" y="1970990"/>
                  </a:lnTo>
                  <a:lnTo>
                    <a:pt x="1976277" y="1802937"/>
                  </a:lnTo>
                  <a:lnTo>
                    <a:pt x="1977122" y="1820604"/>
                  </a:lnTo>
                  <a:lnTo>
                    <a:pt x="1977967" y="2012214"/>
                  </a:lnTo>
                  <a:lnTo>
                    <a:pt x="1978812" y="2102445"/>
                  </a:lnTo>
                  <a:lnTo>
                    <a:pt x="1979657" y="2078888"/>
                  </a:lnTo>
                  <a:lnTo>
                    <a:pt x="1980502" y="2055752"/>
                  </a:lnTo>
                  <a:lnTo>
                    <a:pt x="1981347" y="2022310"/>
                  </a:lnTo>
                  <a:lnTo>
                    <a:pt x="1982192" y="2052177"/>
                  </a:lnTo>
                  <a:lnTo>
                    <a:pt x="1983038" y="1997491"/>
                  </a:lnTo>
                  <a:lnTo>
                    <a:pt x="1983883" y="1954794"/>
                  </a:lnTo>
                  <a:lnTo>
                    <a:pt x="1984728" y="1972462"/>
                  </a:lnTo>
                  <a:lnTo>
                    <a:pt x="1985573" y="1930396"/>
                  </a:lnTo>
                  <a:lnTo>
                    <a:pt x="1986418" y="1839535"/>
                  </a:lnTo>
                  <a:lnTo>
                    <a:pt x="1987263" y="1735002"/>
                  </a:lnTo>
                  <a:lnTo>
                    <a:pt x="1988108" y="1708079"/>
                  </a:lnTo>
                  <a:lnTo>
                    <a:pt x="1988953" y="1843741"/>
                  </a:lnTo>
                  <a:lnTo>
                    <a:pt x="1989798" y="1955846"/>
                  </a:lnTo>
                  <a:lnTo>
                    <a:pt x="1990643" y="2086671"/>
                  </a:lnTo>
                  <a:lnTo>
                    <a:pt x="1991488" y="2103286"/>
                  </a:lnTo>
                  <a:lnTo>
                    <a:pt x="1991488" y="2103286"/>
                  </a:lnTo>
                  <a:lnTo>
                    <a:pt x="1992334" y="2089825"/>
                  </a:lnTo>
                  <a:lnTo>
                    <a:pt x="1993179" y="2040608"/>
                  </a:lnTo>
                  <a:lnTo>
                    <a:pt x="1994024" y="2019155"/>
                  </a:lnTo>
                  <a:lnTo>
                    <a:pt x="1994869" y="2044394"/>
                  </a:lnTo>
                  <a:lnTo>
                    <a:pt x="1995714" y="2033878"/>
                  </a:lnTo>
                  <a:lnTo>
                    <a:pt x="1996559" y="1927452"/>
                  </a:lnTo>
                  <a:lnTo>
                    <a:pt x="1997404" y="1928293"/>
                  </a:lnTo>
                  <a:lnTo>
                    <a:pt x="1998249" y="2015369"/>
                  </a:lnTo>
                  <a:lnTo>
                    <a:pt x="1999094" y="2092980"/>
                  </a:lnTo>
                  <a:lnTo>
                    <a:pt x="1999939" y="2099290"/>
                  </a:lnTo>
                  <a:lnTo>
                    <a:pt x="2000784" y="2014107"/>
                  </a:lnTo>
                  <a:lnTo>
                    <a:pt x="2001630" y="1948484"/>
                  </a:lnTo>
                  <a:lnTo>
                    <a:pt x="2002475" y="1977510"/>
                  </a:lnTo>
                  <a:lnTo>
                    <a:pt x="2003320" y="2055542"/>
                  </a:lnTo>
                  <a:lnTo>
                    <a:pt x="2004165" y="2087512"/>
                  </a:lnTo>
                  <a:lnTo>
                    <a:pt x="2005010" y="2061221"/>
                  </a:lnTo>
                  <a:lnTo>
                    <a:pt x="2005855" y="2054070"/>
                  </a:lnTo>
                  <a:lnTo>
                    <a:pt x="2006700" y="2042922"/>
                  </a:lnTo>
                  <a:lnTo>
                    <a:pt x="2007545" y="1984030"/>
                  </a:lnTo>
                  <a:lnTo>
                    <a:pt x="2008390" y="1949116"/>
                  </a:lnTo>
                  <a:lnTo>
                    <a:pt x="2009235" y="1974986"/>
                  </a:lnTo>
                  <a:lnTo>
                    <a:pt x="2010080" y="2047549"/>
                  </a:lnTo>
                  <a:lnTo>
                    <a:pt x="2010926" y="2095925"/>
                  </a:lnTo>
                  <a:lnTo>
                    <a:pt x="2011771" y="2103286"/>
                  </a:lnTo>
                  <a:lnTo>
                    <a:pt x="2011771" y="2103286"/>
                  </a:lnTo>
                  <a:lnTo>
                    <a:pt x="2012616" y="2081833"/>
                  </a:lnTo>
                  <a:lnTo>
                    <a:pt x="2013461" y="2021469"/>
                  </a:lnTo>
                  <a:lnTo>
                    <a:pt x="2014306" y="1945540"/>
                  </a:lnTo>
                  <a:lnTo>
                    <a:pt x="2015151" y="1978141"/>
                  </a:lnTo>
                  <a:lnTo>
                    <a:pt x="2015996" y="1951219"/>
                  </a:lnTo>
                  <a:lnTo>
                    <a:pt x="2016841" y="1963628"/>
                  </a:lnTo>
                  <a:lnTo>
                    <a:pt x="2017686" y="1988027"/>
                  </a:lnTo>
                  <a:lnTo>
                    <a:pt x="2018531" y="1973934"/>
                  </a:lnTo>
                  <a:lnTo>
                    <a:pt x="2019376" y="1969307"/>
                  </a:lnTo>
                  <a:lnTo>
                    <a:pt x="2020222" y="2004643"/>
                  </a:lnTo>
                  <a:lnTo>
                    <a:pt x="2021067" y="2099290"/>
                  </a:lnTo>
                  <a:lnTo>
                    <a:pt x="2021912" y="2087302"/>
                  </a:lnTo>
                  <a:lnTo>
                    <a:pt x="2022757" y="2061221"/>
                  </a:lnTo>
                  <a:lnTo>
                    <a:pt x="2023602" y="2027989"/>
                  </a:lnTo>
                  <a:lnTo>
                    <a:pt x="2024447" y="2055962"/>
                  </a:lnTo>
                  <a:lnTo>
                    <a:pt x="2025292" y="2070896"/>
                  </a:lnTo>
                  <a:lnTo>
                    <a:pt x="2026137" y="2020417"/>
                  </a:lnTo>
                  <a:lnTo>
                    <a:pt x="2026982" y="2019155"/>
                  </a:lnTo>
                  <a:lnTo>
                    <a:pt x="2027827" y="2051966"/>
                  </a:lnTo>
                  <a:lnTo>
                    <a:pt x="2028672" y="2011794"/>
                  </a:lnTo>
                  <a:lnTo>
                    <a:pt x="2029518" y="1977089"/>
                  </a:lnTo>
                  <a:lnTo>
                    <a:pt x="2030363" y="2017262"/>
                  </a:lnTo>
                  <a:lnTo>
                    <a:pt x="2031208" y="2100763"/>
                  </a:lnTo>
                  <a:lnTo>
                    <a:pt x="2032053" y="2103286"/>
                  </a:lnTo>
                  <a:lnTo>
                    <a:pt x="2032053" y="2103286"/>
                  </a:lnTo>
                  <a:lnTo>
                    <a:pt x="2032898" y="2079730"/>
                  </a:lnTo>
                  <a:lnTo>
                    <a:pt x="2033743" y="2010952"/>
                  </a:lnTo>
                  <a:lnTo>
                    <a:pt x="2034588" y="1942175"/>
                  </a:lnTo>
                  <a:lnTo>
                    <a:pt x="2035433" y="2000225"/>
                  </a:lnTo>
                  <a:lnTo>
                    <a:pt x="2036278" y="2061852"/>
                  </a:lnTo>
                  <a:lnTo>
                    <a:pt x="2037123" y="2087512"/>
                  </a:lnTo>
                  <a:lnTo>
                    <a:pt x="2037969" y="2045867"/>
                  </a:lnTo>
                  <a:lnTo>
                    <a:pt x="2038814" y="1997912"/>
                  </a:lnTo>
                  <a:lnTo>
                    <a:pt x="2039659" y="2013686"/>
                  </a:lnTo>
                  <a:lnTo>
                    <a:pt x="2040504" y="2030302"/>
                  </a:lnTo>
                  <a:lnTo>
                    <a:pt x="2041349" y="2061221"/>
                  </a:lnTo>
                  <a:lnTo>
                    <a:pt x="2042194" y="2022520"/>
                  </a:lnTo>
                  <a:lnTo>
                    <a:pt x="2043039" y="1994757"/>
                  </a:lnTo>
                  <a:lnTo>
                    <a:pt x="2043884" y="1904947"/>
                  </a:lnTo>
                  <a:lnTo>
                    <a:pt x="2044729" y="1866246"/>
                  </a:lnTo>
                  <a:lnTo>
                    <a:pt x="2045574" y="1831121"/>
                  </a:lnTo>
                  <a:lnTo>
                    <a:pt x="2046419" y="1859516"/>
                  </a:lnTo>
                  <a:lnTo>
                    <a:pt x="2047265" y="1939230"/>
                  </a:lnTo>
                  <a:lnTo>
                    <a:pt x="2048110" y="1985292"/>
                  </a:lnTo>
                  <a:lnTo>
                    <a:pt x="2048955" y="2037454"/>
                  </a:lnTo>
                  <a:lnTo>
                    <a:pt x="2049800" y="2078257"/>
                  </a:lnTo>
                  <a:lnTo>
                    <a:pt x="2050645" y="2006956"/>
                  </a:lnTo>
                  <a:lnTo>
                    <a:pt x="2051490" y="1965521"/>
                  </a:lnTo>
                  <a:lnTo>
                    <a:pt x="2052335" y="1965101"/>
                  </a:lnTo>
                  <a:lnTo>
                    <a:pt x="2053180" y="2015159"/>
                  </a:lnTo>
                  <a:lnTo>
                    <a:pt x="2054025" y="1993495"/>
                  </a:lnTo>
                  <a:lnTo>
                    <a:pt x="2054870" y="2000856"/>
                  </a:lnTo>
                  <a:lnTo>
                    <a:pt x="2055715" y="1970359"/>
                  </a:lnTo>
                  <a:lnTo>
                    <a:pt x="2056561" y="1973303"/>
                  </a:lnTo>
                  <a:lnTo>
                    <a:pt x="2057406" y="1886858"/>
                  </a:lnTo>
                  <a:lnTo>
                    <a:pt x="2058251" y="1885386"/>
                  </a:lnTo>
                  <a:lnTo>
                    <a:pt x="2059096" y="1940913"/>
                  </a:lnTo>
                  <a:lnTo>
                    <a:pt x="2059941" y="2006956"/>
                  </a:lnTo>
                  <a:lnTo>
                    <a:pt x="2060786" y="2061221"/>
                  </a:lnTo>
                  <a:lnTo>
                    <a:pt x="2061631" y="2066479"/>
                  </a:lnTo>
                  <a:lnTo>
                    <a:pt x="2062476" y="2061221"/>
                  </a:lnTo>
                  <a:lnTo>
                    <a:pt x="2063321" y="2061431"/>
                  </a:lnTo>
                  <a:lnTo>
                    <a:pt x="2064166" y="2085409"/>
                  </a:lnTo>
                  <a:lnTo>
                    <a:pt x="2065011" y="1970359"/>
                  </a:lnTo>
                  <a:lnTo>
                    <a:pt x="2065857" y="1935023"/>
                  </a:lnTo>
                  <a:lnTo>
                    <a:pt x="2066702" y="1996019"/>
                  </a:lnTo>
                  <a:lnTo>
                    <a:pt x="2067547" y="1990130"/>
                  </a:lnTo>
                  <a:lnTo>
                    <a:pt x="2068392" y="1977089"/>
                  </a:lnTo>
                  <a:lnTo>
                    <a:pt x="2069237" y="2031354"/>
                  </a:lnTo>
                  <a:lnTo>
                    <a:pt x="2070082" y="2081412"/>
                  </a:lnTo>
                  <a:lnTo>
                    <a:pt x="2070927" y="1994547"/>
                  </a:lnTo>
                  <a:lnTo>
                    <a:pt x="2071772" y="1956267"/>
                  </a:lnTo>
                  <a:lnTo>
                    <a:pt x="2072617" y="1916304"/>
                  </a:lnTo>
                  <a:lnTo>
                    <a:pt x="2073462" y="1935023"/>
                  </a:lnTo>
                  <a:lnTo>
                    <a:pt x="2074307" y="1967835"/>
                  </a:lnTo>
                  <a:lnTo>
                    <a:pt x="2075153" y="2023782"/>
                  </a:lnTo>
                  <a:lnTo>
                    <a:pt x="2075998" y="2035771"/>
                  </a:lnTo>
                  <a:lnTo>
                    <a:pt x="2076843" y="2051335"/>
                  </a:lnTo>
                  <a:lnTo>
                    <a:pt x="2077688" y="2046077"/>
                  </a:lnTo>
                  <a:lnTo>
                    <a:pt x="2078533" y="1965942"/>
                  </a:lnTo>
                  <a:lnTo>
                    <a:pt x="2079378" y="1934182"/>
                  </a:lnTo>
                  <a:lnTo>
                    <a:pt x="2080223" y="1908732"/>
                  </a:lnTo>
                  <a:lnTo>
                    <a:pt x="2081068" y="1980245"/>
                  </a:lnTo>
                  <a:lnTo>
                    <a:pt x="2081913" y="1997912"/>
                  </a:lnTo>
                  <a:lnTo>
                    <a:pt x="2082758" y="1935444"/>
                  </a:lnTo>
                  <a:lnTo>
                    <a:pt x="2083603" y="1902212"/>
                  </a:lnTo>
                  <a:lnTo>
                    <a:pt x="2084449" y="2022941"/>
                  </a:lnTo>
                  <a:lnTo>
                    <a:pt x="2085294" y="2093611"/>
                  </a:lnTo>
                  <a:lnTo>
                    <a:pt x="2086139" y="2103286"/>
                  </a:lnTo>
                  <a:lnTo>
                    <a:pt x="2086139" y="2103286"/>
                  </a:lnTo>
                  <a:lnTo>
                    <a:pt x="2086984" y="2036192"/>
                  </a:lnTo>
                  <a:lnTo>
                    <a:pt x="2087829" y="1996019"/>
                  </a:lnTo>
                  <a:lnTo>
                    <a:pt x="2088674" y="1938389"/>
                  </a:lnTo>
                  <a:lnTo>
                    <a:pt x="2089519" y="1911046"/>
                  </a:lnTo>
                  <a:lnTo>
                    <a:pt x="2090364" y="1873608"/>
                  </a:lnTo>
                  <a:lnTo>
                    <a:pt x="2091209" y="1874870"/>
                  </a:lnTo>
                  <a:lnTo>
                    <a:pt x="2092054" y="1937337"/>
                  </a:lnTo>
                  <a:lnTo>
                    <a:pt x="2092900" y="1974355"/>
                  </a:lnTo>
                  <a:lnTo>
                    <a:pt x="2093745" y="1952901"/>
                  </a:lnTo>
                  <a:lnTo>
                    <a:pt x="2094590" y="1912518"/>
                  </a:lnTo>
                  <a:lnTo>
                    <a:pt x="2095435" y="1957949"/>
                  </a:lnTo>
                  <a:lnTo>
                    <a:pt x="2096280" y="2019786"/>
                  </a:lnTo>
                  <a:lnTo>
                    <a:pt x="2097125" y="2019155"/>
                  </a:lnTo>
                  <a:lnTo>
                    <a:pt x="2097970" y="2029040"/>
                  </a:lnTo>
                  <a:lnTo>
                    <a:pt x="2098815" y="2041871"/>
                  </a:lnTo>
                  <a:lnTo>
                    <a:pt x="2099660" y="2070055"/>
                  </a:lnTo>
                  <a:lnTo>
                    <a:pt x="2100505" y="2077206"/>
                  </a:lnTo>
                  <a:lnTo>
                    <a:pt x="2101350" y="2032616"/>
                  </a:lnTo>
                  <a:lnTo>
                    <a:pt x="2102196" y="1993705"/>
                  </a:lnTo>
                  <a:lnTo>
                    <a:pt x="2103041" y="1958791"/>
                  </a:lnTo>
                  <a:lnTo>
                    <a:pt x="2103886" y="1892958"/>
                  </a:lnTo>
                  <a:lnTo>
                    <a:pt x="2104731" y="1964890"/>
                  </a:lnTo>
                  <a:lnTo>
                    <a:pt x="2105576" y="2063114"/>
                  </a:lnTo>
                  <a:lnTo>
                    <a:pt x="2106421" y="2028199"/>
                  </a:lnTo>
                  <a:lnTo>
                    <a:pt x="2107266" y="1997702"/>
                  </a:lnTo>
                  <a:lnTo>
                    <a:pt x="2108111" y="2011794"/>
                  </a:lnTo>
                  <a:lnTo>
                    <a:pt x="2108956" y="2061431"/>
                  </a:lnTo>
                  <a:lnTo>
                    <a:pt x="2109801" y="2012845"/>
                  </a:lnTo>
                  <a:lnTo>
                    <a:pt x="2110646" y="1867718"/>
                  </a:lnTo>
                  <a:lnTo>
                    <a:pt x="2111492" y="1838482"/>
                  </a:lnTo>
                  <a:lnTo>
                    <a:pt x="2112337" y="1880128"/>
                  </a:lnTo>
                  <a:lnTo>
                    <a:pt x="2113182" y="1919459"/>
                  </a:lnTo>
                  <a:lnTo>
                    <a:pt x="2114027" y="1888120"/>
                  </a:lnTo>
                  <a:lnTo>
                    <a:pt x="2114872" y="1826494"/>
                  </a:lnTo>
                  <a:lnTo>
                    <a:pt x="2115717" y="1730164"/>
                  </a:lnTo>
                  <a:lnTo>
                    <a:pt x="2116562" y="1889382"/>
                  </a:lnTo>
                  <a:lnTo>
                    <a:pt x="2117407" y="2039347"/>
                  </a:lnTo>
                  <a:lnTo>
                    <a:pt x="2118252" y="2019155"/>
                  </a:lnTo>
                  <a:lnTo>
                    <a:pt x="2119097" y="2002118"/>
                  </a:lnTo>
                  <a:lnTo>
                    <a:pt x="2119942" y="2042291"/>
                  </a:lnTo>
                  <a:lnTo>
                    <a:pt x="2120788" y="2048601"/>
                  </a:lnTo>
                  <a:lnTo>
                    <a:pt x="2121633" y="2061221"/>
                  </a:lnTo>
                  <a:lnTo>
                    <a:pt x="2122478" y="2061221"/>
                  </a:lnTo>
                  <a:lnTo>
                    <a:pt x="2123323" y="2064165"/>
                  </a:lnTo>
                  <a:lnTo>
                    <a:pt x="2124168" y="2061221"/>
                  </a:lnTo>
                  <a:lnTo>
                    <a:pt x="2125013" y="2075944"/>
                  </a:lnTo>
                  <a:lnTo>
                    <a:pt x="2125858" y="2103286"/>
                  </a:lnTo>
                  <a:lnTo>
                    <a:pt x="2125858" y="2103286"/>
                  </a:lnTo>
                  <a:lnTo>
                    <a:pt x="2126703" y="2087722"/>
                  </a:lnTo>
                  <a:lnTo>
                    <a:pt x="2127548" y="2061221"/>
                  </a:lnTo>
                  <a:lnTo>
                    <a:pt x="2128393" y="2031354"/>
                  </a:lnTo>
                  <a:lnTo>
                    <a:pt x="2129238" y="2055542"/>
                  </a:lnTo>
                  <a:lnTo>
                    <a:pt x="2130084" y="2069844"/>
                  </a:lnTo>
                  <a:lnTo>
                    <a:pt x="2130929" y="2075313"/>
                  </a:lnTo>
                  <a:lnTo>
                    <a:pt x="2131774" y="1935023"/>
                  </a:lnTo>
                  <a:lnTo>
                    <a:pt x="2132619" y="1924297"/>
                  </a:lnTo>
                  <a:lnTo>
                    <a:pt x="2133464" y="2004222"/>
                  </a:lnTo>
                  <a:lnTo>
                    <a:pt x="2134309" y="2061221"/>
                  </a:lnTo>
                  <a:lnTo>
                    <a:pt x="2135154" y="2092770"/>
                  </a:lnTo>
                  <a:lnTo>
                    <a:pt x="2135999" y="2071317"/>
                  </a:lnTo>
                  <a:lnTo>
                    <a:pt x="2136844" y="2061221"/>
                  </a:lnTo>
                  <a:lnTo>
                    <a:pt x="2137689" y="2048811"/>
                  </a:lnTo>
                  <a:lnTo>
                    <a:pt x="2138534" y="2043132"/>
                  </a:lnTo>
                  <a:lnTo>
                    <a:pt x="2139380" y="1997912"/>
                  </a:lnTo>
                  <a:lnTo>
                    <a:pt x="2140225" y="1837641"/>
                  </a:lnTo>
                  <a:lnTo>
                    <a:pt x="2141070" y="1407518"/>
                  </a:lnTo>
                  <a:lnTo>
                    <a:pt x="2141915" y="969614"/>
                  </a:lnTo>
                  <a:lnTo>
                    <a:pt x="2142760" y="1092867"/>
                  </a:lnTo>
                  <a:lnTo>
                    <a:pt x="2143605" y="1481765"/>
                  </a:lnTo>
                  <a:lnTo>
                    <a:pt x="2144450" y="1836169"/>
                  </a:lnTo>
                  <a:lnTo>
                    <a:pt x="2145295" y="1925138"/>
                  </a:lnTo>
                  <a:lnTo>
                    <a:pt x="2146140" y="1942595"/>
                  </a:lnTo>
                  <a:lnTo>
                    <a:pt x="2146985" y="1909994"/>
                  </a:lnTo>
                  <a:lnTo>
                    <a:pt x="2147830" y="1889382"/>
                  </a:lnTo>
                  <a:lnTo>
                    <a:pt x="2148676" y="1847527"/>
                  </a:lnTo>
                  <a:lnTo>
                    <a:pt x="2149521" y="1867088"/>
                  </a:lnTo>
                  <a:lnTo>
                    <a:pt x="2150366" y="2011373"/>
                  </a:lnTo>
                  <a:lnTo>
                    <a:pt x="2151211" y="2061221"/>
                  </a:lnTo>
                  <a:lnTo>
                    <a:pt x="2152056" y="2038926"/>
                  </a:lnTo>
                  <a:lnTo>
                    <a:pt x="2152901" y="1968255"/>
                  </a:lnTo>
                  <a:lnTo>
                    <a:pt x="2153746" y="1920721"/>
                  </a:lnTo>
                  <a:lnTo>
                    <a:pt x="2154591" y="1946381"/>
                  </a:lnTo>
                  <a:lnTo>
                    <a:pt x="2155436" y="1922825"/>
                  </a:lnTo>
                  <a:lnTo>
                    <a:pt x="2156281" y="1862671"/>
                  </a:lnTo>
                  <a:lnTo>
                    <a:pt x="2157127" y="1886227"/>
                  </a:lnTo>
                  <a:lnTo>
                    <a:pt x="2157972" y="1946171"/>
                  </a:lnTo>
                  <a:lnTo>
                    <a:pt x="2158817" y="1886227"/>
                  </a:lnTo>
                  <a:lnTo>
                    <a:pt x="2159662" y="1866667"/>
                  </a:lnTo>
                  <a:lnTo>
                    <a:pt x="2160507" y="1896323"/>
                  </a:lnTo>
                  <a:lnTo>
                    <a:pt x="2161352" y="1915673"/>
                  </a:lnTo>
                  <a:lnTo>
                    <a:pt x="2162197" y="1945330"/>
                  </a:lnTo>
                  <a:lnTo>
                    <a:pt x="2163042" y="1960473"/>
                  </a:lnTo>
                  <a:lnTo>
                    <a:pt x="2163887" y="1937337"/>
                  </a:lnTo>
                  <a:lnTo>
                    <a:pt x="2164732" y="1966783"/>
                  </a:lnTo>
                  <a:lnTo>
                    <a:pt x="2165577" y="2041239"/>
                  </a:lnTo>
                  <a:lnTo>
                    <a:pt x="2166423" y="2008428"/>
                  </a:lnTo>
                  <a:lnTo>
                    <a:pt x="2167268" y="1895482"/>
                  </a:lnTo>
                  <a:lnTo>
                    <a:pt x="2168113" y="1923876"/>
                  </a:lnTo>
                  <a:lnTo>
                    <a:pt x="2168958" y="2030933"/>
                  </a:lnTo>
                  <a:lnTo>
                    <a:pt x="2169803" y="2103286"/>
                  </a:lnTo>
                  <a:lnTo>
                    <a:pt x="2169803" y="2103286"/>
                  </a:lnTo>
                  <a:lnTo>
                    <a:pt x="2170648" y="2079519"/>
                  </a:lnTo>
                  <a:lnTo>
                    <a:pt x="2171493" y="2042922"/>
                  </a:lnTo>
                  <a:lnTo>
                    <a:pt x="2172338" y="2021679"/>
                  </a:lnTo>
                  <a:lnTo>
                    <a:pt x="2173183" y="2021469"/>
                  </a:lnTo>
                  <a:lnTo>
                    <a:pt x="2174028" y="2058276"/>
                  </a:lnTo>
                  <a:lnTo>
                    <a:pt x="2174873" y="2072578"/>
                  </a:lnTo>
                  <a:lnTo>
                    <a:pt x="2175719" y="2041029"/>
                  </a:lnTo>
                  <a:lnTo>
                    <a:pt x="2176564" y="1976879"/>
                  </a:lnTo>
                  <a:lnTo>
                    <a:pt x="2177409" y="1920931"/>
                  </a:lnTo>
                  <a:lnTo>
                    <a:pt x="2178254" y="1962787"/>
                  </a:lnTo>
                  <a:lnTo>
                    <a:pt x="2179099" y="2038926"/>
                  </a:lnTo>
                  <a:lnTo>
                    <a:pt x="2179944" y="2061221"/>
                  </a:lnTo>
                  <a:lnTo>
                    <a:pt x="2180789" y="2055331"/>
                  </a:lnTo>
                  <a:lnTo>
                    <a:pt x="2181634" y="2058066"/>
                  </a:lnTo>
                  <a:lnTo>
                    <a:pt x="2182479" y="2011373"/>
                  </a:lnTo>
                  <a:lnTo>
                    <a:pt x="2183324" y="2013686"/>
                  </a:lnTo>
                  <a:lnTo>
                    <a:pt x="2184169" y="1895903"/>
                  </a:lnTo>
                  <a:lnTo>
                    <a:pt x="2185015" y="1822918"/>
                  </a:lnTo>
                  <a:lnTo>
                    <a:pt x="2185860" y="1810930"/>
                  </a:lnTo>
                  <a:lnTo>
                    <a:pt x="2186705" y="1836800"/>
                  </a:lnTo>
                  <a:lnTo>
                    <a:pt x="2187550" y="1839954"/>
                  </a:lnTo>
                  <a:lnTo>
                    <a:pt x="2188395" y="1841427"/>
                  </a:lnTo>
                  <a:lnTo>
                    <a:pt x="2189240" y="1875290"/>
                  </a:lnTo>
                  <a:lnTo>
                    <a:pt x="2190085" y="1919880"/>
                  </a:lnTo>
                  <a:lnTo>
                    <a:pt x="2190930" y="2010321"/>
                  </a:lnTo>
                  <a:lnTo>
                    <a:pt x="2191775" y="1903054"/>
                  </a:lnTo>
                  <a:lnTo>
                    <a:pt x="2192620" y="1799151"/>
                  </a:lnTo>
                  <a:lnTo>
                    <a:pt x="2193465" y="1753510"/>
                  </a:lnTo>
                  <a:lnTo>
                    <a:pt x="2194311" y="1786111"/>
                  </a:lnTo>
                  <a:lnTo>
                    <a:pt x="2195156" y="1868350"/>
                  </a:lnTo>
                  <a:lnTo>
                    <a:pt x="2196001" y="2059748"/>
                  </a:lnTo>
                  <a:lnTo>
                    <a:pt x="2196846" y="2103286"/>
                  </a:lnTo>
                  <a:lnTo>
                    <a:pt x="2196846" y="2103286"/>
                  </a:lnTo>
                  <a:lnTo>
                    <a:pt x="2197691" y="2068162"/>
                  </a:lnTo>
                  <a:lnTo>
                    <a:pt x="2198536" y="1898216"/>
                  </a:lnTo>
                  <a:lnTo>
                    <a:pt x="2199381" y="1789476"/>
                  </a:lnTo>
                  <a:lnTo>
                    <a:pt x="2200226" y="1832593"/>
                  </a:lnTo>
                  <a:lnTo>
                    <a:pt x="2201071" y="1914201"/>
                  </a:lnTo>
                  <a:lnTo>
                    <a:pt x="2201916" y="1954163"/>
                  </a:lnTo>
                  <a:lnTo>
                    <a:pt x="2202761" y="2037874"/>
                  </a:lnTo>
                  <a:lnTo>
                    <a:pt x="2203607" y="2067110"/>
                  </a:lnTo>
                  <a:lnTo>
                    <a:pt x="2204452" y="2067741"/>
                  </a:lnTo>
                  <a:lnTo>
                    <a:pt x="2205297" y="2026306"/>
                  </a:lnTo>
                  <a:lnTo>
                    <a:pt x="2206142" y="1949326"/>
                  </a:lnTo>
                  <a:lnTo>
                    <a:pt x="2206987" y="1921563"/>
                  </a:lnTo>
                  <a:lnTo>
                    <a:pt x="2207832" y="1966573"/>
                  </a:lnTo>
                  <a:lnTo>
                    <a:pt x="2208677" y="1928083"/>
                  </a:lnTo>
                  <a:lnTo>
                    <a:pt x="2209522" y="1977089"/>
                  </a:lnTo>
                  <a:lnTo>
                    <a:pt x="2210367" y="2005904"/>
                  </a:lnTo>
                  <a:lnTo>
                    <a:pt x="2211212" y="1977089"/>
                  </a:lnTo>
                  <a:lnTo>
                    <a:pt x="2212057" y="1977300"/>
                  </a:lnTo>
                  <a:lnTo>
                    <a:pt x="2212903" y="2003170"/>
                  </a:lnTo>
                  <a:lnTo>
                    <a:pt x="2213748" y="2019155"/>
                  </a:lnTo>
                  <a:lnTo>
                    <a:pt x="2214593" y="2048180"/>
                  </a:lnTo>
                  <a:lnTo>
                    <a:pt x="2215438" y="2103286"/>
                  </a:lnTo>
                  <a:lnTo>
                    <a:pt x="2215438" y="2103286"/>
                  </a:lnTo>
                  <a:lnTo>
                    <a:pt x="2216283" y="2103286"/>
                  </a:lnTo>
                  <a:lnTo>
                    <a:pt x="2217128" y="2036402"/>
                  </a:lnTo>
                  <a:lnTo>
                    <a:pt x="2217973" y="1979403"/>
                  </a:lnTo>
                  <a:lnTo>
                    <a:pt x="2218818" y="1912308"/>
                  </a:lnTo>
                  <a:lnTo>
                    <a:pt x="2219663" y="1874869"/>
                  </a:lnTo>
                  <a:lnTo>
                    <a:pt x="2220508" y="1817870"/>
                  </a:lnTo>
                  <a:lnTo>
                    <a:pt x="2221354" y="1890644"/>
                  </a:lnTo>
                  <a:lnTo>
                    <a:pt x="2222199" y="1929976"/>
                  </a:lnTo>
                  <a:lnTo>
                    <a:pt x="2223044" y="1970569"/>
                  </a:lnTo>
                  <a:lnTo>
                    <a:pt x="2223889" y="2043553"/>
                  </a:lnTo>
                  <a:lnTo>
                    <a:pt x="2224734" y="2074892"/>
                  </a:lnTo>
                  <a:lnTo>
                    <a:pt x="2225579" y="1941754"/>
                  </a:lnTo>
                  <a:lnTo>
                    <a:pt x="2226424" y="1848579"/>
                  </a:lnTo>
                  <a:lnTo>
                    <a:pt x="2227269" y="1891275"/>
                  </a:lnTo>
                  <a:lnTo>
                    <a:pt x="2228114" y="1920511"/>
                  </a:lnTo>
                  <a:lnTo>
                    <a:pt x="2228959" y="1906840"/>
                  </a:lnTo>
                  <a:lnTo>
                    <a:pt x="2229804" y="1948695"/>
                  </a:lnTo>
                  <a:lnTo>
                    <a:pt x="2230650" y="2027989"/>
                  </a:lnTo>
                  <a:lnTo>
                    <a:pt x="2231495" y="2103286"/>
                  </a:lnTo>
                  <a:lnTo>
                    <a:pt x="2231495" y="2103286"/>
                  </a:lnTo>
                  <a:lnTo>
                    <a:pt x="2232340" y="2070055"/>
                  </a:lnTo>
                  <a:lnTo>
                    <a:pt x="2233185" y="1903474"/>
                  </a:lnTo>
                  <a:lnTo>
                    <a:pt x="2234030" y="1826283"/>
                  </a:lnTo>
                  <a:lnTo>
                    <a:pt x="2234875" y="1865195"/>
                  </a:lnTo>
                  <a:lnTo>
                    <a:pt x="2235720" y="1902633"/>
                  </a:lnTo>
                  <a:lnTo>
                    <a:pt x="2236565" y="1900319"/>
                  </a:lnTo>
                  <a:lnTo>
                    <a:pt x="2237410" y="1955846"/>
                  </a:lnTo>
                  <a:lnTo>
                    <a:pt x="2238255" y="2032616"/>
                  </a:lnTo>
                  <a:lnTo>
                    <a:pt x="2239100" y="2047970"/>
                  </a:lnTo>
                  <a:lnTo>
                    <a:pt x="2239946" y="1984871"/>
                  </a:lnTo>
                  <a:lnTo>
                    <a:pt x="2240791" y="1985292"/>
                  </a:lnTo>
                  <a:lnTo>
                    <a:pt x="2241636" y="2013476"/>
                  </a:lnTo>
                  <a:lnTo>
                    <a:pt x="2242481" y="1765919"/>
                  </a:lnTo>
                  <a:lnTo>
                    <a:pt x="2243326" y="1669799"/>
                  </a:lnTo>
                  <a:lnTo>
                    <a:pt x="2244171" y="1603967"/>
                  </a:lnTo>
                  <a:lnTo>
                    <a:pt x="2245016" y="1687256"/>
                  </a:lnTo>
                  <a:lnTo>
                    <a:pt x="2245861" y="1725957"/>
                  </a:lnTo>
                  <a:lnTo>
                    <a:pt x="2246706" y="1849841"/>
                  </a:lnTo>
                  <a:lnTo>
                    <a:pt x="2247551" y="1957529"/>
                  </a:lnTo>
                  <a:lnTo>
                    <a:pt x="2248396" y="2043343"/>
                  </a:lnTo>
                  <a:lnTo>
                    <a:pt x="2249242" y="1923876"/>
                  </a:lnTo>
                  <a:lnTo>
                    <a:pt x="2250087" y="1926821"/>
                  </a:lnTo>
                  <a:lnTo>
                    <a:pt x="2250932" y="1907050"/>
                  </a:lnTo>
                  <a:lnTo>
                    <a:pt x="2251777" y="1977089"/>
                  </a:lnTo>
                  <a:lnTo>
                    <a:pt x="2252622" y="2015790"/>
                  </a:lnTo>
                  <a:lnTo>
                    <a:pt x="2253467" y="2085198"/>
                  </a:lnTo>
                  <a:lnTo>
                    <a:pt x="2254312" y="2103286"/>
                  </a:lnTo>
                  <a:lnTo>
                    <a:pt x="2254312" y="2103286"/>
                  </a:lnTo>
                  <a:lnTo>
                    <a:pt x="2255157" y="2093401"/>
                  </a:lnTo>
                  <a:lnTo>
                    <a:pt x="2256002" y="2061221"/>
                  </a:lnTo>
                  <a:lnTo>
                    <a:pt x="2256847" y="2061221"/>
                  </a:lnTo>
                  <a:lnTo>
                    <a:pt x="2257692" y="2061010"/>
                  </a:lnTo>
                  <a:lnTo>
                    <a:pt x="2258538" y="2021258"/>
                  </a:lnTo>
                  <a:lnTo>
                    <a:pt x="2259383" y="1847106"/>
                  </a:lnTo>
                  <a:lnTo>
                    <a:pt x="2260228" y="1785480"/>
                  </a:lnTo>
                  <a:lnTo>
                    <a:pt x="2261073" y="1853416"/>
                  </a:lnTo>
                  <a:lnTo>
                    <a:pt x="2261918" y="2017893"/>
                  </a:lnTo>
                  <a:lnTo>
                    <a:pt x="2262763" y="1977089"/>
                  </a:lnTo>
                  <a:lnTo>
                    <a:pt x="2263608" y="1998963"/>
                  </a:lnTo>
                  <a:lnTo>
                    <a:pt x="2264453" y="2035350"/>
                  </a:lnTo>
                  <a:lnTo>
                    <a:pt x="2265298" y="1988447"/>
                  </a:lnTo>
                  <a:lnTo>
                    <a:pt x="2266143" y="1863932"/>
                  </a:lnTo>
                  <a:lnTo>
                    <a:pt x="2266988" y="1874449"/>
                  </a:lnTo>
                  <a:lnTo>
                    <a:pt x="2267834" y="1943226"/>
                  </a:lnTo>
                  <a:lnTo>
                    <a:pt x="2268679" y="2061221"/>
                  </a:lnTo>
                  <a:lnTo>
                    <a:pt x="2269524" y="2019996"/>
                  </a:lnTo>
                  <a:lnTo>
                    <a:pt x="2270369" y="1853837"/>
                  </a:lnTo>
                  <a:lnTo>
                    <a:pt x="2271214" y="1723013"/>
                  </a:lnTo>
                  <a:lnTo>
                    <a:pt x="2272059" y="1734370"/>
                  </a:lnTo>
                  <a:lnTo>
                    <a:pt x="2272904" y="1896743"/>
                  </a:lnTo>
                  <a:lnTo>
                    <a:pt x="2273749" y="1996229"/>
                  </a:lnTo>
                  <a:lnTo>
                    <a:pt x="2274594" y="2061221"/>
                  </a:lnTo>
                  <a:lnTo>
                    <a:pt x="2275439" y="2063955"/>
                  </a:lnTo>
                  <a:lnTo>
                    <a:pt x="2276284" y="2088984"/>
                  </a:lnTo>
                  <a:lnTo>
                    <a:pt x="2277130" y="2019155"/>
                  </a:lnTo>
                  <a:lnTo>
                    <a:pt x="2277975" y="2019155"/>
                  </a:lnTo>
                  <a:lnTo>
                    <a:pt x="2278820" y="2020627"/>
                  </a:lnTo>
                  <a:lnTo>
                    <a:pt x="2279665" y="1977089"/>
                  </a:lnTo>
                  <a:lnTo>
                    <a:pt x="2280510" y="1945119"/>
                  </a:lnTo>
                  <a:lnTo>
                    <a:pt x="2281355" y="2043974"/>
                  </a:lnTo>
                  <a:lnTo>
                    <a:pt x="2282200" y="2079940"/>
                  </a:lnTo>
                  <a:lnTo>
                    <a:pt x="2283045" y="2043974"/>
                  </a:lnTo>
                  <a:lnTo>
                    <a:pt x="2283890" y="1935023"/>
                  </a:lnTo>
                  <a:lnTo>
                    <a:pt x="2284735" y="1925138"/>
                  </a:lnTo>
                  <a:lnTo>
                    <a:pt x="2285581" y="1913360"/>
                  </a:lnTo>
                  <a:lnTo>
                    <a:pt x="2286426" y="1832173"/>
                  </a:lnTo>
                  <a:lnTo>
                    <a:pt x="2287271" y="1834696"/>
                  </a:lnTo>
                  <a:lnTo>
                    <a:pt x="2288116" y="1894430"/>
                  </a:lnTo>
                  <a:lnTo>
                    <a:pt x="2288961" y="1924928"/>
                  </a:lnTo>
                  <a:lnTo>
                    <a:pt x="2289806" y="1958791"/>
                  </a:lnTo>
                  <a:lnTo>
                    <a:pt x="2290651" y="1951008"/>
                  </a:lnTo>
                  <a:lnTo>
                    <a:pt x="2291496" y="1935023"/>
                  </a:lnTo>
                  <a:lnTo>
                    <a:pt x="2292341" y="1995598"/>
                  </a:lnTo>
                  <a:lnTo>
                    <a:pt x="2293186" y="2059117"/>
                  </a:lnTo>
                  <a:lnTo>
                    <a:pt x="2294031" y="2020838"/>
                  </a:lnTo>
                  <a:lnTo>
                    <a:pt x="2294877" y="1995809"/>
                  </a:lnTo>
                  <a:lnTo>
                    <a:pt x="2295722" y="2001277"/>
                  </a:lnTo>
                  <a:lnTo>
                    <a:pt x="2296567" y="1969517"/>
                  </a:lnTo>
                  <a:lnTo>
                    <a:pt x="2297412" y="1927241"/>
                  </a:lnTo>
                  <a:lnTo>
                    <a:pt x="2298257" y="1880548"/>
                  </a:lnTo>
                  <a:lnTo>
                    <a:pt x="2299102" y="1939861"/>
                  </a:lnTo>
                  <a:lnTo>
                    <a:pt x="2299947" y="2018524"/>
                  </a:lnTo>
                  <a:lnTo>
                    <a:pt x="2300792" y="2042081"/>
                  </a:lnTo>
                  <a:lnTo>
                    <a:pt x="2301637" y="1980455"/>
                  </a:lnTo>
                  <a:lnTo>
                    <a:pt x="2302482" y="1935023"/>
                  </a:lnTo>
                  <a:lnTo>
                    <a:pt x="2303327" y="1996860"/>
                  </a:lnTo>
                  <a:lnTo>
                    <a:pt x="2304173" y="2079730"/>
                  </a:lnTo>
                  <a:lnTo>
                    <a:pt x="2305018" y="2061221"/>
                  </a:lnTo>
                  <a:lnTo>
                    <a:pt x="2305863" y="2061221"/>
                  </a:lnTo>
                  <a:lnTo>
                    <a:pt x="2306708" y="2088353"/>
                  </a:lnTo>
                  <a:lnTo>
                    <a:pt x="2307553" y="2078257"/>
                  </a:lnTo>
                  <a:lnTo>
                    <a:pt x="2308398" y="1999595"/>
                  </a:lnTo>
                  <a:lnTo>
                    <a:pt x="2309243" y="1918618"/>
                  </a:lnTo>
                  <a:lnTo>
                    <a:pt x="2310088" y="1943016"/>
                  </a:lnTo>
                  <a:lnTo>
                    <a:pt x="2310933" y="1890224"/>
                  </a:lnTo>
                  <a:lnTo>
                    <a:pt x="2311778" y="1902212"/>
                  </a:lnTo>
                  <a:lnTo>
                    <a:pt x="2312623" y="1958791"/>
                  </a:lnTo>
                  <a:lnTo>
                    <a:pt x="2313469" y="2029461"/>
                  </a:lnTo>
                  <a:lnTo>
                    <a:pt x="2314314" y="2042922"/>
                  </a:lnTo>
                  <a:lnTo>
                    <a:pt x="2315159" y="2017472"/>
                  </a:lnTo>
                  <a:lnTo>
                    <a:pt x="2316004" y="1977089"/>
                  </a:lnTo>
                  <a:lnTo>
                    <a:pt x="2316849" y="1992023"/>
                  </a:lnTo>
                  <a:lnTo>
                    <a:pt x="2317694" y="1900109"/>
                  </a:lnTo>
                  <a:lnTo>
                    <a:pt x="2318539" y="1894851"/>
                  </a:lnTo>
                  <a:lnTo>
                    <a:pt x="2319384" y="1966784"/>
                  </a:lnTo>
                  <a:lnTo>
                    <a:pt x="2320229" y="2061221"/>
                  </a:lnTo>
                  <a:lnTo>
                    <a:pt x="2321074" y="2075733"/>
                  </a:lnTo>
                  <a:lnTo>
                    <a:pt x="2321919" y="2103286"/>
                  </a:lnTo>
                  <a:lnTo>
                    <a:pt x="2321919" y="2103286"/>
                  </a:lnTo>
                  <a:lnTo>
                    <a:pt x="2322765" y="2094873"/>
                  </a:lnTo>
                  <a:lnTo>
                    <a:pt x="2323610" y="2016631"/>
                  </a:lnTo>
                  <a:lnTo>
                    <a:pt x="2324455" y="1905367"/>
                  </a:lnTo>
                  <a:lnTo>
                    <a:pt x="2325300" y="1901371"/>
                  </a:lnTo>
                  <a:lnTo>
                    <a:pt x="2326145" y="1981506"/>
                  </a:lnTo>
                  <a:lnTo>
                    <a:pt x="2326990" y="1925769"/>
                  </a:lnTo>
                  <a:lnTo>
                    <a:pt x="2327835" y="1938599"/>
                  </a:lnTo>
                  <a:lnTo>
                    <a:pt x="2328680" y="2009690"/>
                  </a:lnTo>
                  <a:lnTo>
                    <a:pt x="2329525" y="2084567"/>
                  </a:lnTo>
                  <a:lnTo>
                    <a:pt x="2330370" y="2061221"/>
                  </a:lnTo>
                  <a:lnTo>
                    <a:pt x="2331215" y="2055331"/>
                  </a:lnTo>
                  <a:lnTo>
                    <a:pt x="2332061" y="2057435"/>
                  </a:lnTo>
                  <a:lnTo>
                    <a:pt x="2332906" y="2055121"/>
                  </a:lnTo>
                  <a:lnTo>
                    <a:pt x="2333751" y="2022731"/>
                  </a:lnTo>
                  <a:lnTo>
                    <a:pt x="2334596" y="1992654"/>
                  </a:lnTo>
                  <a:lnTo>
                    <a:pt x="2335441" y="2005904"/>
                  </a:lnTo>
                  <a:lnTo>
                    <a:pt x="2336286" y="2066479"/>
                  </a:lnTo>
                  <a:lnTo>
                    <a:pt x="2337131" y="2087722"/>
                  </a:lnTo>
                  <a:lnTo>
                    <a:pt x="2337976" y="1943857"/>
                  </a:lnTo>
                  <a:lnTo>
                    <a:pt x="2338821" y="1711444"/>
                  </a:lnTo>
                  <a:lnTo>
                    <a:pt x="2339666" y="1701349"/>
                  </a:lnTo>
                  <a:lnTo>
                    <a:pt x="2340511" y="1933972"/>
                  </a:lnTo>
                  <a:lnTo>
                    <a:pt x="2341357" y="2073840"/>
                  </a:lnTo>
                  <a:lnTo>
                    <a:pt x="2342202" y="2045867"/>
                  </a:lnTo>
                  <a:lnTo>
                    <a:pt x="2343047" y="2019155"/>
                  </a:lnTo>
                  <a:lnTo>
                    <a:pt x="2343892" y="2048391"/>
                  </a:lnTo>
                  <a:lnTo>
                    <a:pt x="2344737" y="2068162"/>
                  </a:lnTo>
                  <a:lnTo>
                    <a:pt x="2345582" y="1997912"/>
                  </a:lnTo>
                  <a:lnTo>
                    <a:pt x="2346427" y="1936706"/>
                  </a:lnTo>
                  <a:lnTo>
                    <a:pt x="2347272" y="2004222"/>
                  </a:lnTo>
                  <a:lnTo>
                    <a:pt x="2348117" y="2082043"/>
                  </a:lnTo>
                  <a:lnTo>
                    <a:pt x="2348962" y="2083936"/>
                  </a:lnTo>
                  <a:lnTo>
                    <a:pt x="2349808" y="2019155"/>
                  </a:lnTo>
                  <a:lnTo>
                    <a:pt x="2350653" y="1995388"/>
                  </a:lnTo>
                  <a:lnTo>
                    <a:pt x="2351498" y="1964049"/>
                  </a:lnTo>
                  <a:lnTo>
                    <a:pt x="2352343" y="1895482"/>
                  </a:lnTo>
                  <a:lnTo>
                    <a:pt x="2353188" y="1942805"/>
                  </a:lnTo>
                  <a:lnTo>
                    <a:pt x="2354033" y="2059328"/>
                  </a:lnTo>
                  <a:lnTo>
                    <a:pt x="2354878" y="1912098"/>
                  </a:lnTo>
                  <a:lnTo>
                    <a:pt x="2355723" y="1872977"/>
                  </a:lnTo>
                  <a:lnTo>
                    <a:pt x="2356568" y="1890013"/>
                  </a:lnTo>
                  <a:lnTo>
                    <a:pt x="2357413" y="1892958"/>
                  </a:lnTo>
                  <a:lnTo>
                    <a:pt x="2358258" y="1941333"/>
                  </a:lnTo>
                  <a:lnTo>
                    <a:pt x="2359104" y="2081833"/>
                  </a:lnTo>
                  <a:lnTo>
                    <a:pt x="2359949" y="2050284"/>
                  </a:lnTo>
                  <a:lnTo>
                    <a:pt x="2360794" y="2019155"/>
                  </a:lnTo>
                  <a:lnTo>
                    <a:pt x="2361639" y="1997491"/>
                  </a:lnTo>
                  <a:lnTo>
                    <a:pt x="2362484" y="2011793"/>
                  </a:lnTo>
                  <a:lnTo>
                    <a:pt x="2363329" y="1974776"/>
                  </a:lnTo>
                  <a:lnTo>
                    <a:pt x="2364174" y="1997070"/>
                  </a:lnTo>
                  <a:lnTo>
                    <a:pt x="2365019" y="1871084"/>
                  </a:lnTo>
                  <a:lnTo>
                    <a:pt x="2365864" y="1823550"/>
                  </a:lnTo>
                  <a:lnTo>
                    <a:pt x="2366709" y="1854678"/>
                  </a:lnTo>
                  <a:lnTo>
                    <a:pt x="2367554" y="1858674"/>
                  </a:lnTo>
                  <a:lnTo>
                    <a:pt x="2368400" y="1792210"/>
                  </a:lnTo>
                  <a:lnTo>
                    <a:pt x="2369245" y="1799782"/>
                  </a:lnTo>
                  <a:lnTo>
                    <a:pt x="2370090" y="1899898"/>
                  </a:lnTo>
                  <a:lnTo>
                    <a:pt x="2370935" y="1957739"/>
                  </a:lnTo>
                  <a:lnTo>
                    <a:pt x="2371780" y="2040398"/>
                  </a:lnTo>
                  <a:lnTo>
                    <a:pt x="2372625" y="1974986"/>
                  </a:lnTo>
                  <a:lnTo>
                    <a:pt x="2373470" y="1861198"/>
                  </a:lnTo>
                  <a:lnTo>
                    <a:pt x="2374315" y="1805882"/>
                  </a:lnTo>
                  <a:lnTo>
                    <a:pt x="2375160" y="1928293"/>
                  </a:lnTo>
                  <a:lnTo>
                    <a:pt x="2376005" y="1866246"/>
                  </a:lnTo>
                  <a:lnTo>
                    <a:pt x="2376850" y="1788003"/>
                  </a:lnTo>
                  <a:lnTo>
                    <a:pt x="2377696" y="1802096"/>
                  </a:lnTo>
                  <a:lnTo>
                    <a:pt x="2378541" y="1987816"/>
                  </a:lnTo>
                  <a:lnTo>
                    <a:pt x="2379386" y="2088774"/>
                  </a:lnTo>
                  <a:lnTo>
                    <a:pt x="2380231" y="2050494"/>
                  </a:lnTo>
                  <a:lnTo>
                    <a:pt x="2381076" y="1977931"/>
                  </a:lnTo>
                  <a:lnTo>
                    <a:pt x="2381921" y="1850682"/>
                  </a:lnTo>
                  <a:lnTo>
                    <a:pt x="2382766" y="1866036"/>
                  </a:lnTo>
                  <a:lnTo>
                    <a:pt x="2383611" y="1933131"/>
                  </a:lnTo>
                  <a:lnTo>
                    <a:pt x="2384456" y="2029461"/>
                  </a:lnTo>
                  <a:lnTo>
                    <a:pt x="2385301" y="2048601"/>
                  </a:lnTo>
                  <a:lnTo>
                    <a:pt x="2386146" y="1942806"/>
                  </a:lnTo>
                  <a:lnTo>
                    <a:pt x="2386992" y="1935023"/>
                  </a:lnTo>
                  <a:lnTo>
                    <a:pt x="2387837" y="2030092"/>
                  </a:lnTo>
                  <a:lnTo>
                    <a:pt x="2388682" y="2063114"/>
                  </a:lnTo>
                  <a:lnTo>
                    <a:pt x="2389527" y="2019155"/>
                  </a:lnTo>
                  <a:lnTo>
                    <a:pt x="2390372" y="2023151"/>
                  </a:lnTo>
                  <a:lnTo>
                    <a:pt x="2391217" y="2073840"/>
                  </a:lnTo>
                  <a:lnTo>
                    <a:pt x="2392062" y="1993074"/>
                  </a:lnTo>
                  <a:lnTo>
                    <a:pt x="2392907" y="1893799"/>
                  </a:lnTo>
                  <a:lnTo>
                    <a:pt x="2393752" y="1919459"/>
                  </a:lnTo>
                  <a:lnTo>
                    <a:pt x="2394597" y="1997281"/>
                  </a:lnTo>
                  <a:lnTo>
                    <a:pt x="2395442" y="2036192"/>
                  </a:lnTo>
                  <a:lnTo>
                    <a:pt x="2396288" y="2033247"/>
                  </a:lnTo>
                  <a:lnTo>
                    <a:pt x="2397133" y="2035561"/>
                  </a:lnTo>
                  <a:lnTo>
                    <a:pt x="2397978" y="1988027"/>
                  </a:lnTo>
                  <a:lnTo>
                    <a:pt x="2398823" y="2019155"/>
                  </a:lnTo>
                  <a:lnTo>
                    <a:pt x="2399668" y="2086460"/>
                  </a:lnTo>
                  <a:lnTo>
                    <a:pt x="2400513" y="2103286"/>
                  </a:lnTo>
                  <a:lnTo>
                    <a:pt x="2400513" y="2103286"/>
                  </a:lnTo>
                  <a:lnTo>
                    <a:pt x="2401358" y="2097187"/>
                  </a:lnTo>
                  <a:lnTo>
                    <a:pt x="2402203" y="2051966"/>
                  </a:lnTo>
                  <a:lnTo>
                    <a:pt x="2403048" y="1986344"/>
                  </a:lnTo>
                  <a:lnTo>
                    <a:pt x="2403893" y="2004011"/>
                  </a:lnTo>
                  <a:lnTo>
                    <a:pt x="2404738" y="2052597"/>
                  </a:lnTo>
                  <a:lnTo>
                    <a:pt x="2405584" y="2054070"/>
                  </a:lnTo>
                  <a:lnTo>
                    <a:pt x="2406429" y="2019155"/>
                  </a:lnTo>
                  <a:lnTo>
                    <a:pt x="2407274" y="2034299"/>
                  </a:lnTo>
                  <a:lnTo>
                    <a:pt x="2408119" y="2047129"/>
                  </a:lnTo>
                  <a:lnTo>
                    <a:pt x="2408964" y="1962156"/>
                  </a:lnTo>
                  <a:lnTo>
                    <a:pt x="2409809" y="1870663"/>
                  </a:lnTo>
                  <a:lnTo>
                    <a:pt x="2410654" y="1846475"/>
                  </a:lnTo>
                  <a:lnTo>
                    <a:pt x="2411499" y="1923876"/>
                  </a:lnTo>
                  <a:lnTo>
                    <a:pt x="2412344" y="2047760"/>
                  </a:lnTo>
                  <a:lnTo>
                    <a:pt x="2413189" y="2076364"/>
                  </a:lnTo>
                  <a:lnTo>
                    <a:pt x="2414035" y="2103286"/>
                  </a:lnTo>
                  <a:lnTo>
                    <a:pt x="2414035" y="2103286"/>
                  </a:lnTo>
                  <a:lnTo>
                    <a:pt x="2414880" y="2103286"/>
                  </a:lnTo>
                  <a:lnTo>
                    <a:pt x="2415725" y="2035350"/>
                  </a:lnTo>
                  <a:lnTo>
                    <a:pt x="2416570" y="1900951"/>
                  </a:lnTo>
                  <a:lnTo>
                    <a:pt x="2417415" y="1784008"/>
                  </a:lnTo>
                  <a:lnTo>
                    <a:pt x="2418260" y="1806513"/>
                  </a:lnTo>
                  <a:lnTo>
                    <a:pt x="2419105" y="1880128"/>
                  </a:lnTo>
                  <a:lnTo>
                    <a:pt x="2419950" y="1936286"/>
                  </a:lnTo>
                  <a:lnTo>
                    <a:pt x="2420795" y="1911887"/>
                  </a:lnTo>
                  <a:lnTo>
                    <a:pt x="2421640" y="1981296"/>
                  </a:lnTo>
                  <a:lnTo>
                    <a:pt x="2422485" y="2041240"/>
                  </a:lnTo>
                  <a:lnTo>
                    <a:pt x="2423331" y="1967414"/>
                  </a:lnTo>
                  <a:lnTo>
                    <a:pt x="2424176" y="1977089"/>
                  </a:lnTo>
                  <a:lnTo>
                    <a:pt x="2425021" y="1983189"/>
                  </a:lnTo>
                  <a:lnTo>
                    <a:pt x="2425866" y="2009270"/>
                  </a:lnTo>
                  <a:lnTo>
                    <a:pt x="2426711" y="1928924"/>
                  </a:lnTo>
                  <a:lnTo>
                    <a:pt x="2427556" y="1919880"/>
                  </a:lnTo>
                  <a:lnTo>
                    <a:pt x="2428401" y="1927451"/>
                  </a:lnTo>
                  <a:lnTo>
                    <a:pt x="2429246" y="1935023"/>
                  </a:lnTo>
                  <a:lnTo>
                    <a:pt x="2430091" y="1937758"/>
                  </a:lnTo>
                  <a:lnTo>
                    <a:pt x="2430936" y="1980455"/>
                  </a:lnTo>
                  <a:lnTo>
                    <a:pt x="2431781" y="2004222"/>
                  </a:lnTo>
                  <a:lnTo>
                    <a:pt x="2432627" y="1976248"/>
                  </a:lnTo>
                  <a:lnTo>
                    <a:pt x="2433472" y="1990550"/>
                  </a:lnTo>
                  <a:lnTo>
                    <a:pt x="2434317" y="2083095"/>
                  </a:lnTo>
                  <a:lnTo>
                    <a:pt x="2435162" y="2091929"/>
                  </a:lnTo>
                  <a:lnTo>
                    <a:pt x="2436007" y="2030933"/>
                  </a:lnTo>
                  <a:lnTo>
                    <a:pt x="2436852" y="1917566"/>
                  </a:lnTo>
                  <a:lnTo>
                    <a:pt x="2437697" y="1834276"/>
                  </a:lnTo>
                  <a:lnTo>
                    <a:pt x="2438542" y="1856151"/>
                  </a:lnTo>
                  <a:lnTo>
                    <a:pt x="2439387" y="1944909"/>
                  </a:lnTo>
                  <a:lnTo>
                    <a:pt x="2440232" y="2013897"/>
                  </a:lnTo>
                  <a:lnTo>
                    <a:pt x="2441077" y="2032406"/>
                  </a:lnTo>
                  <a:lnTo>
                    <a:pt x="2441923" y="2061221"/>
                  </a:lnTo>
                  <a:lnTo>
                    <a:pt x="2442768" y="2090456"/>
                  </a:lnTo>
                  <a:lnTo>
                    <a:pt x="2443613" y="2078678"/>
                  </a:lnTo>
                  <a:lnTo>
                    <a:pt x="2444458" y="1960894"/>
                  </a:lnTo>
                  <a:lnTo>
                    <a:pt x="2445303" y="1883704"/>
                  </a:lnTo>
                  <a:lnTo>
                    <a:pt x="2446148" y="1903053"/>
                  </a:lnTo>
                  <a:lnTo>
                    <a:pt x="2446993" y="1960052"/>
                  </a:lnTo>
                  <a:lnTo>
                    <a:pt x="2447838" y="1841217"/>
                  </a:lnTo>
                  <a:lnTo>
                    <a:pt x="2448683" y="1794524"/>
                  </a:lnTo>
                  <a:lnTo>
                    <a:pt x="2449528" y="1779170"/>
                  </a:lnTo>
                  <a:lnTo>
                    <a:pt x="2450373" y="1934603"/>
                  </a:lnTo>
                  <a:lnTo>
                    <a:pt x="2451219" y="2002539"/>
                  </a:lnTo>
                  <a:lnTo>
                    <a:pt x="2452064" y="2100973"/>
                  </a:lnTo>
                  <a:lnTo>
                    <a:pt x="2452909" y="2075102"/>
                  </a:lnTo>
                  <a:lnTo>
                    <a:pt x="2453754" y="2061221"/>
                  </a:lnTo>
                  <a:lnTo>
                    <a:pt x="2454599" y="2068162"/>
                  </a:lnTo>
                  <a:lnTo>
                    <a:pt x="2455444" y="2071106"/>
                  </a:lnTo>
                  <a:lnTo>
                    <a:pt x="2456289" y="2061221"/>
                  </a:lnTo>
                  <a:lnTo>
                    <a:pt x="2457134" y="2072158"/>
                  </a:lnTo>
                  <a:lnTo>
                    <a:pt x="2457979" y="2075313"/>
                  </a:lnTo>
                  <a:lnTo>
                    <a:pt x="2458824" y="2004642"/>
                  </a:lnTo>
                  <a:lnTo>
                    <a:pt x="2459669" y="1941754"/>
                  </a:lnTo>
                  <a:lnTo>
                    <a:pt x="2460515" y="1984661"/>
                  </a:lnTo>
                  <a:lnTo>
                    <a:pt x="2461360" y="2070475"/>
                  </a:lnTo>
                  <a:lnTo>
                    <a:pt x="2462205" y="2061221"/>
                  </a:lnTo>
                  <a:lnTo>
                    <a:pt x="2463050" y="2061221"/>
                  </a:lnTo>
                  <a:lnTo>
                    <a:pt x="2463895" y="2022520"/>
                  </a:lnTo>
                  <a:lnTo>
                    <a:pt x="2464740" y="1807985"/>
                  </a:lnTo>
                  <a:lnTo>
                    <a:pt x="2465585" y="1772860"/>
                  </a:lnTo>
                  <a:lnTo>
                    <a:pt x="2466430" y="1902422"/>
                  </a:lnTo>
                  <a:lnTo>
                    <a:pt x="2467275" y="1996019"/>
                  </a:lnTo>
                  <a:lnTo>
                    <a:pt x="2468120" y="1930186"/>
                  </a:lnTo>
                  <a:lnTo>
                    <a:pt x="2468965" y="1798309"/>
                  </a:lnTo>
                  <a:lnTo>
                    <a:pt x="2469811" y="1738577"/>
                  </a:lnTo>
                  <a:lnTo>
                    <a:pt x="2470656" y="1642876"/>
                  </a:lnTo>
                  <a:lnTo>
                    <a:pt x="2471501" y="1685784"/>
                  </a:lnTo>
                  <a:lnTo>
                    <a:pt x="2472346" y="1859726"/>
                  </a:lnTo>
                  <a:lnTo>
                    <a:pt x="2473191" y="1945330"/>
                  </a:lnTo>
                  <a:lnTo>
                    <a:pt x="2474036" y="1954584"/>
                  </a:lnTo>
                  <a:lnTo>
                    <a:pt x="2474881" y="2022310"/>
                  </a:lnTo>
                  <a:lnTo>
                    <a:pt x="2475726" y="2094663"/>
                  </a:lnTo>
                  <a:lnTo>
                    <a:pt x="2476571" y="2103286"/>
                  </a:lnTo>
                  <a:lnTo>
                    <a:pt x="2476571" y="2103286"/>
                  </a:lnTo>
                  <a:lnTo>
                    <a:pt x="2477416" y="2074892"/>
                  </a:lnTo>
                  <a:lnTo>
                    <a:pt x="2478262" y="2061221"/>
                  </a:lnTo>
                  <a:lnTo>
                    <a:pt x="2479107" y="2068372"/>
                  </a:lnTo>
                  <a:lnTo>
                    <a:pt x="2479952" y="2079309"/>
                  </a:lnTo>
                  <a:lnTo>
                    <a:pt x="2480797" y="1996440"/>
                  </a:lnTo>
                  <a:lnTo>
                    <a:pt x="2481642" y="1977089"/>
                  </a:lnTo>
                  <a:lnTo>
                    <a:pt x="2482487" y="2043343"/>
                  </a:lnTo>
                  <a:lnTo>
                    <a:pt x="2483332" y="2038085"/>
                  </a:lnTo>
                  <a:lnTo>
                    <a:pt x="2484177" y="1989919"/>
                  </a:lnTo>
                  <a:lnTo>
                    <a:pt x="2485022" y="2000646"/>
                  </a:lnTo>
                  <a:lnTo>
                    <a:pt x="2485867" y="2054701"/>
                  </a:lnTo>
                  <a:lnTo>
                    <a:pt x="2486712" y="2058697"/>
                  </a:lnTo>
                  <a:lnTo>
                    <a:pt x="2487558" y="2019155"/>
                  </a:lnTo>
                  <a:lnTo>
                    <a:pt x="2488403" y="2054490"/>
                  </a:lnTo>
                  <a:lnTo>
                    <a:pt x="2489248" y="2071527"/>
                  </a:lnTo>
                  <a:lnTo>
                    <a:pt x="2490093" y="2061221"/>
                  </a:lnTo>
                  <a:lnTo>
                    <a:pt x="2490938" y="2061221"/>
                  </a:lnTo>
                  <a:lnTo>
                    <a:pt x="2491783" y="2055752"/>
                  </a:lnTo>
                  <a:lnTo>
                    <a:pt x="2492628" y="2058907"/>
                  </a:lnTo>
                  <a:lnTo>
                    <a:pt x="2493473" y="2011793"/>
                  </a:lnTo>
                  <a:lnTo>
                    <a:pt x="2494318" y="2019155"/>
                  </a:lnTo>
                  <a:lnTo>
                    <a:pt x="2495163" y="2046498"/>
                  </a:lnTo>
                  <a:lnTo>
                    <a:pt x="2496008" y="2103286"/>
                  </a:lnTo>
                  <a:lnTo>
                    <a:pt x="2496008" y="2103286"/>
                  </a:lnTo>
                  <a:lnTo>
                    <a:pt x="2496854" y="2065007"/>
                  </a:lnTo>
                  <a:lnTo>
                    <a:pt x="2497699" y="1986764"/>
                  </a:lnTo>
                  <a:lnTo>
                    <a:pt x="2498544" y="1952060"/>
                  </a:lnTo>
                  <a:lnTo>
                    <a:pt x="2499389" y="1973093"/>
                  </a:lnTo>
                  <a:lnTo>
                    <a:pt x="2500234" y="2015790"/>
                  </a:lnTo>
                  <a:lnTo>
                    <a:pt x="2501079" y="2006535"/>
                  </a:lnTo>
                  <a:lnTo>
                    <a:pt x="2501924" y="2034299"/>
                  </a:lnTo>
                  <a:lnTo>
                    <a:pt x="2502769" y="2061221"/>
                  </a:lnTo>
                  <a:lnTo>
                    <a:pt x="2503614" y="2083726"/>
                  </a:lnTo>
                  <a:lnTo>
                    <a:pt x="2504459" y="2021679"/>
                  </a:lnTo>
                  <a:lnTo>
                    <a:pt x="2505304" y="1936285"/>
                  </a:lnTo>
                  <a:lnTo>
                    <a:pt x="2506150" y="1920721"/>
                  </a:lnTo>
                  <a:lnTo>
                    <a:pt x="2506995" y="1938599"/>
                  </a:lnTo>
                  <a:lnTo>
                    <a:pt x="2507840" y="1956687"/>
                  </a:lnTo>
                  <a:lnTo>
                    <a:pt x="2508685" y="1922824"/>
                  </a:lnTo>
                  <a:lnTo>
                    <a:pt x="2509530" y="1915884"/>
                  </a:lnTo>
                  <a:lnTo>
                    <a:pt x="2510375" y="1908311"/>
                  </a:lnTo>
                  <a:lnTo>
                    <a:pt x="2511220" y="1878445"/>
                  </a:lnTo>
                  <a:lnTo>
                    <a:pt x="2512065" y="1852154"/>
                  </a:lnTo>
                  <a:lnTo>
                    <a:pt x="2512910" y="1815346"/>
                  </a:lnTo>
                  <a:lnTo>
                    <a:pt x="2513755" y="1904105"/>
                  </a:lnTo>
                  <a:lnTo>
                    <a:pt x="2514600" y="2066900"/>
                  </a:lnTo>
                  <a:lnTo>
                    <a:pt x="2515446" y="2103286"/>
                  </a:lnTo>
                  <a:lnTo>
                    <a:pt x="2515446" y="2103286"/>
                  </a:lnTo>
                  <a:lnTo>
                    <a:pt x="2516291" y="2103286"/>
                  </a:lnTo>
                  <a:lnTo>
                    <a:pt x="2517136" y="2037874"/>
                  </a:lnTo>
                  <a:lnTo>
                    <a:pt x="2517981" y="1989499"/>
                  </a:lnTo>
                  <a:lnTo>
                    <a:pt x="2518826" y="1929345"/>
                  </a:lnTo>
                  <a:lnTo>
                    <a:pt x="2519671" y="1985503"/>
                  </a:lnTo>
                  <a:lnTo>
                    <a:pt x="2520516" y="1975197"/>
                  </a:lnTo>
                  <a:lnTo>
                    <a:pt x="2521361" y="2019155"/>
                  </a:lnTo>
                  <a:lnTo>
                    <a:pt x="2522206" y="2011373"/>
                  </a:lnTo>
                  <a:lnTo>
                    <a:pt x="2523051" y="2002118"/>
                  </a:lnTo>
                  <a:lnTo>
                    <a:pt x="2523896" y="1974355"/>
                  </a:lnTo>
                  <a:lnTo>
                    <a:pt x="2524742" y="1966573"/>
                  </a:lnTo>
                  <a:lnTo>
                    <a:pt x="2525587" y="2019155"/>
                  </a:lnTo>
                  <a:lnTo>
                    <a:pt x="2526432" y="2029251"/>
                  </a:lnTo>
                  <a:lnTo>
                    <a:pt x="2527277" y="2020627"/>
                  </a:lnTo>
                  <a:lnTo>
                    <a:pt x="2528122" y="1913150"/>
                  </a:lnTo>
                  <a:lnTo>
                    <a:pt x="2528967" y="1897795"/>
                  </a:lnTo>
                  <a:lnTo>
                    <a:pt x="2529812" y="1967625"/>
                  </a:lnTo>
                  <a:lnTo>
                    <a:pt x="2530657" y="2052597"/>
                  </a:lnTo>
                  <a:lnTo>
                    <a:pt x="2531502" y="2008008"/>
                  </a:lnTo>
                  <a:lnTo>
                    <a:pt x="2532347" y="1954584"/>
                  </a:lnTo>
                  <a:lnTo>
                    <a:pt x="2533193" y="1880549"/>
                  </a:lnTo>
                  <a:lnTo>
                    <a:pt x="2534038" y="1771177"/>
                  </a:lnTo>
                  <a:lnTo>
                    <a:pt x="2534883" y="1511842"/>
                  </a:lnTo>
                  <a:lnTo>
                    <a:pt x="2535728" y="1577676"/>
                  </a:lnTo>
                  <a:lnTo>
                    <a:pt x="2536573" y="1876762"/>
                  </a:lnTo>
                  <a:lnTo>
                    <a:pt x="2537418" y="2055542"/>
                  </a:lnTo>
                  <a:lnTo>
                    <a:pt x="2538263" y="1991602"/>
                  </a:lnTo>
                  <a:lnTo>
                    <a:pt x="2539108" y="1910836"/>
                  </a:lnTo>
                  <a:lnTo>
                    <a:pt x="2539953" y="1912939"/>
                  </a:lnTo>
                  <a:lnTo>
                    <a:pt x="2540798" y="1936706"/>
                  </a:lnTo>
                  <a:lnTo>
                    <a:pt x="2541643" y="1958580"/>
                  </a:lnTo>
                  <a:lnTo>
                    <a:pt x="2542489" y="1944068"/>
                  </a:lnTo>
                  <a:lnTo>
                    <a:pt x="2543334" y="1870032"/>
                  </a:lnTo>
                  <a:lnTo>
                    <a:pt x="2544179" y="1895692"/>
                  </a:lnTo>
                  <a:lnTo>
                    <a:pt x="2545024" y="1944488"/>
                  </a:lnTo>
                  <a:lnTo>
                    <a:pt x="2545869" y="2018103"/>
                  </a:lnTo>
                  <a:lnTo>
                    <a:pt x="2546714" y="2038926"/>
                  </a:lnTo>
                  <a:lnTo>
                    <a:pt x="2547559" y="2071317"/>
                  </a:lnTo>
                  <a:lnTo>
                    <a:pt x="2548404" y="2096556"/>
                  </a:lnTo>
                  <a:lnTo>
                    <a:pt x="2549249" y="2001277"/>
                  </a:lnTo>
                  <a:lnTo>
                    <a:pt x="2550094" y="1900109"/>
                  </a:lnTo>
                  <a:lnTo>
                    <a:pt x="2550939" y="1853837"/>
                  </a:lnTo>
                  <a:lnTo>
                    <a:pt x="2551785" y="1950798"/>
                  </a:lnTo>
                  <a:lnTo>
                    <a:pt x="2552630" y="2005273"/>
                  </a:lnTo>
                  <a:lnTo>
                    <a:pt x="2553475" y="1804410"/>
                  </a:lnTo>
                  <a:lnTo>
                    <a:pt x="2554320" y="1684101"/>
                  </a:lnTo>
                  <a:lnTo>
                    <a:pt x="2555165" y="1769495"/>
                  </a:lnTo>
                  <a:lnTo>
                    <a:pt x="2556010" y="1932710"/>
                  </a:lnTo>
                  <a:lnTo>
                    <a:pt x="2556855" y="1951639"/>
                  </a:lnTo>
                  <a:lnTo>
                    <a:pt x="2557700" y="1895271"/>
                  </a:lnTo>
                  <a:lnTo>
                    <a:pt x="2558545" y="1703242"/>
                  </a:lnTo>
                  <a:lnTo>
                    <a:pt x="2559390" y="1718175"/>
                  </a:lnTo>
                  <a:lnTo>
                    <a:pt x="2560235" y="1837010"/>
                  </a:lnTo>
                  <a:lnTo>
                    <a:pt x="2561081" y="1935023"/>
                  </a:lnTo>
                  <a:lnTo>
                    <a:pt x="2561926" y="2026096"/>
                  </a:lnTo>
                  <a:lnTo>
                    <a:pt x="2562771" y="1962156"/>
                  </a:lnTo>
                  <a:lnTo>
                    <a:pt x="2563616" y="1865825"/>
                  </a:lnTo>
                  <a:lnTo>
                    <a:pt x="2564461" y="1773281"/>
                  </a:lnTo>
                  <a:lnTo>
                    <a:pt x="2565306" y="1783377"/>
                  </a:lnTo>
                  <a:lnTo>
                    <a:pt x="2566151" y="1718385"/>
                  </a:lnTo>
                  <a:lnTo>
                    <a:pt x="2566996" y="1739629"/>
                  </a:lnTo>
                  <a:lnTo>
                    <a:pt x="2567841" y="1847527"/>
                  </a:lnTo>
                  <a:lnTo>
                    <a:pt x="2568686" y="1985923"/>
                  </a:lnTo>
                  <a:lnTo>
                    <a:pt x="2569531" y="1991392"/>
                  </a:lnTo>
                  <a:lnTo>
                    <a:pt x="2570377" y="1860988"/>
                  </a:lnTo>
                  <a:lnTo>
                    <a:pt x="2571222" y="1933130"/>
                  </a:lnTo>
                  <a:lnTo>
                    <a:pt x="2572067" y="2036612"/>
                  </a:lnTo>
                  <a:lnTo>
                    <a:pt x="2572912" y="2011583"/>
                  </a:lnTo>
                  <a:lnTo>
                    <a:pt x="2573757" y="1957739"/>
                  </a:lnTo>
                  <a:lnTo>
                    <a:pt x="2574602" y="1906840"/>
                  </a:lnTo>
                  <a:lnTo>
                    <a:pt x="2575447" y="1870873"/>
                  </a:lnTo>
                  <a:lnTo>
                    <a:pt x="2576292" y="1789897"/>
                  </a:lnTo>
                  <a:lnTo>
                    <a:pt x="2577137" y="1664120"/>
                  </a:lnTo>
                  <a:lnTo>
                    <a:pt x="2577982" y="1580410"/>
                  </a:lnTo>
                  <a:lnTo>
                    <a:pt x="2578827" y="1485129"/>
                  </a:lnTo>
                  <a:lnTo>
                    <a:pt x="2579673" y="1430865"/>
                  </a:lnTo>
                  <a:lnTo>
                    <a:pt x="2580518" y="1523620"/>
                  </a:lnTo>
                  <a:lnTo>
                    <a:pt x="2581363" y="1740260"/>
                  </a:lnTo>
                  <a:lnTo>
                    <a:pt x="2582208" y="1817029"/>
                  </a:lnTo>
                  <a:lnTo>
                    <a:pt x="2583053" y="1859095"/>
                  </a:lnTo>
                  <a:lnTo>
                    <a:pt x="2583898" y="1817660"/>
                  </a:lnTo>
                  <a:lnTo>
                    <a:pt x="2584743" y="1768443"/>
                  </a:lnTo>
                  <a:lnTo>
                    <a:pt x="2585588" y="1573258"/>
                  </a:lnTo>
                  <a:lnTo>
                    <a:pt x="2586433" y="1541287"/>
                  </a:lnTo>
                  <a:lnTo>
                    <a:pt x="2587278" y="1643298"/>
                  </a:lnTo>
                  <a:lnTo>
                    <a:pt x="2588123" y="1798520"/>
                  </a:lnTo>
                  <a:lnTo>
                    <a:pt x="2588969" y="1728691"/>
                  </a:lnTo>
                  <a:lnTo>
                    <a:pt x="2589814" y="1770547"/>
                  </a:lnTo>
                  <a:lnTo>
                    <a:pt x="2590659" y="1946171"/>
                  </a:lnTo>
                  <a:lnTo>
                    <a:pt x="2591504" y="1970359"/>
                  </a:lnTo>
                  <a:lnTo>
                    <a:pt x="2592349" y="1967414"/>
                  </a:lnTo>
                  <a:lnTo>
                    <a:pt x="2593194" y="1979824"/>
                  </a:lnTo>
                  <a:lnTo>
                    <a:pt x="2594039" y="2050284"/>
                  </a:lnTo>
                  <a:lnTo>
                    <a:pt x="2594884" y="1993495"/>
                  </a:lnTo>
                  <a:lnTo>
                    <a:pt x="2595729" y="1935023"/>
                  </a:lnTo>
                  <a:lnTo>
                    <a:pt x="2596574" y="1945119"/>
                  </a:lnTo>
                  <a:lnTo>
                    <a:pt x="2597420" y="2044394"/>
                  </a:lnTo>
                  <a:lnTo>
                    <a:pt x="2598265" y="2061221"/>
                  </a:lnTo>
                  <a:lnTo>
                    <a:pt x="2599110" y="2074682"/>
                  </a:lnTo>
                  <a:lnTo>
                    <a:pt x="2599955" y="2085409"/>
                  </a:lnTo>
                  <a:lnTo>
                    <a:pt x="2600800" y="2057855"/>
                  </a:lnTo>
                  <a:lnTo>
                    <a:pt x="2601645" y="1875501"/>
                  </a:lnTo>
                  <a:lnTo>
                    <a:pt x="2602490" y="1606280"/>
                  </a:lnTo>
                  <a:lnTo>
                    <a:pt x="2603335" y="1593029"/>
                  </a:lnTo>
                  <a:lnTo>
                    <a:pt x="2604180" y="1700087"/>
                  </a:lnTo>
                  <a:lnTo>
                    <a:pt x="2605025" y="1669588"/>
                  </a:lnTo>
                  <a:lnTo>
                    <a:pt x="2605870" y="1781063"/>
                  </a:lnTo>
                  <a:lnTo>
                    <a:pt x="2606716" y="1939861"/>
                  </a:lnTo>
                  <a:lnTo>
                    <a:pt x="2607561" y="1968256"/>
                  </a:lnTo>
                  <a:lnTo>
                    <a:pt x="2608406" y="1940702"/>
                  </a:lnTo>
                  <a:lnTo>
                    <a:pt x="2609251" y="1787583"/>
                  </a:lnTo>
                  <a:lnTo>
                    <a:pt x="2610096" y="1736894"/>
                  </a:lnTo>
                  <a:lnTo>
                    <a:pt x="2610941" y="1835117"/>
                  </a:lnTo>
                  <a:lnTo>
                    <a:pt x="2611786" y="1733319"/>
                  </a:lnTo>
                  <a:lnTo>
                    <a:pt x="2612631" y="1738788"/>
                  </a:lnTo>
                  <a:lnTo>
                    <a:pt x="2613476" y="1887489"/>
                  </a:lnTo>
                  <a:lnTo>
                    <a:pt x="2614321" y="1967624"/>
                  </a:lnTo>
                  <a:lnTo>
                    <a:pt x="2615166" y="1964259"/>
                  </a:lnTo>
                  <a:lnTo>
                    <a:pt x="2616012" y="1949746"/>
                  </a:lnTo>
                  <a:lnTo>
                    <a:pt x="2616857" y="1957739"/>
                  </a:lnTo>
                  <a:lnTo>
                    <a:pt x="2617702" y="1933341"/>
                  </a:lnTo>
                  <a:lnTo>
                    <a:pt x="2618547" y="1981085"/>
                  </a:lnTo>
                  <a:lnTo>
                    <a:pt x="2619392" y="2001908"/>
                  </a:lnTo>
                  <a:lnTo>
                    <a:pt x="2620237" y="2017262"/>
                  </a:lnTo>
                  <a:lnTo>
                    <a:pt x="2621082" y="1946592"/>
                  </a:lnTo>
                  <a:lnTo>
                    <a:pt x="2621927" y="1772861"/>
                  </a:lnTo>
                  <a:lnTo>
                    <a:pt x="2622772" y="1712496"/>
                  </a:lnTo>
                  <a:lnTo>
                    <a:pt x="2623617" y="1757085"/>
                  </a:lnTo>
                  <a:lnTo>
                    <a:pt x="2624462" y="1794944"/>
                  </a:lnTo>
                  <a:lnTo>
                    <a:pt x="2625308" y="1784848"/>
                  </a:lnTo>
                  <a:lnTo>
                    <a:pt x="2626153" y="1830490"/>
                  </a:lnTo>
                  <a:lnTo>
                    <a:pt x="2626998" y="1868139"/>
                  </a:lnTo>
                  <a:lnTo>
                    <a:pt x="2627843" y="1823970"/>
                  </a:lnTo>
                  <a:lnTo>
                    <a:pt x="2628688" y="1793262"/>
                  </a:lnTo>
                  <a:lnTo>
                    <a:pt x="2629533" y="1600391"/>
                  </a:lnTo>
                  <a:lnTo>
                    <a:pt x="2630378" y="1292680"/>
                  </a:lnTo>
                  <a:lnTo>
                    <a:pt x="2631223" y="1426449"/>
                  </a:lnTo>
                  <a:lnTo>
                    <a:pt x="2632068" y="1676110"/>
                  </a:lnTo>
                  <a:lnTo>
                    <a:pt x="2632913" y="1866667"/>
                  </a:lnTo>
                  <a:lnTo>
                    <a:pt x="2633758" y="1916935"/>
                  </a:lnTo>
                  <a:lnTo>
                    <a:pt x="2634604" y="1991602"/>
                  </a:lnTo>
                  <a:lnTo>
                    <a:pt x="2635449" y="1940071"/>
                  </a:lnTo>
                  <a:lnTo>
                    <a:pt x="2636294" y="1800413"/>
                  </a:lnTo>
                  <a:lnTo>
                    <a:pt x="2637139" y="1818290"/>
                  </a:lnTo>
                  <a:lnTo>
                    <a:pt x="2637984" y="1952270"/>
                  </a:lnTo>
                  <a:lnTo>
                    <a:pt x="2638829" y="1973724"/>
                  </a:lnTo>
                  <a:lnTo>
                    <a:pt x="2639674" y="1941544"/>
                  </a:lnTo>
                  <a:lnTo>
                    <a:pt x="2640519" y="1944909"/>
                  </a:lnTo>
                  <a:lnTo>
                    <a:pt x="2641364" y="1984241"/>
                  </a:lnTo>
                  <a:lnTo>
                    <a:pt x="2642209" y="2025675"/>
                  </a:lnTo>
                  <a:lnTo>
                    <a:pt x="2643054" y="2061221"/>
                  </a:lnTo>
                  <a:lnTo>
                    <a:pt x="2643900" y="2073840"/>
                  </a:lnTo>
                  <a:lnTo>
                    <a:pt x="2644745" y="1993495"/>
                  </a:lnTo>
                  <a:lnTo>
                    <a:pt x="2645590" y="1884124"/>
                  </a:lnTo>
                  <a:lnTo>
                    <a:pt x="2646435" y="1864985"/>
                  </a:lnTo>
                  <a:lnTo>
                    <a:pt x="2647280" y="1956687"/>
                  </a:lnTo>
                  <a:lnTo>
                    <a:pt x="2648125" y="2059117"/>
                  </a:lnTo>
                  <a:lnTo>
                    <a:pt x="2648970" y="2061221"/>
                  </a:lnTo>
                  <a:lnTo>
                    <a:pt x="2649815" y="2021679"/>
                  </a:lnTo>
                  <a:lnTo>
                    <a:pt x="2650660" y="1953953"/>
                  </a:lnTo>
                  <a:lnTo>
                    <a:pt x="2651505" y="1860147"/>
                  </a:lnTo>
                  <a:lnTo>
                    <a:pt x="2652350" y="1899057"/>
                  </a:lnTo>
                  <a:lnTo>
                    <a:pt x="2653196" y="1951219"/>
                  </a:lnTo>
                  <a:lnTo>
                    <a:pt x="2654041" y="1924086"/>
                  </a:lnTo>
                  <a:lnTo>
                    <a:pt x="2654886" y="1912308"/>
                  </a:lnTo>
                  <a:lnTo>
                    <a:pt x="2655731" y="1876763"/>
                  </a:lnTo>
                  <a:lnTo>
                    <a:pt x="2656576" y="1919459"/>
                  </a:lnTo>
                  <a:lnTo>
                    <a:pt x="2657421" y="1961735"/>
                  </a:lnTo>
                  <a:lnTo>
                    <a:pt x="2658266" y="2006115"/>
                  </a:lnTo>
                  <a:lnTo>
                    <a:pt x="2659111" y="1920090"/>
                  </a:lnTo>
                  <a:lnTo>
                    <a:pt x="2659956" y="1932289"/>
                  </a:lnTo>
                  <a:lnTo>
                    <a:pt x="2660801" y="1972042"/>
                  </a:lnTo>
                  <a:lnTo>
                    <a:pt x="2661647" y="1967414"/>
                  </a:lnTo>
                  <a:lnTo>
                    <a:pt x="2662492" y="1937337"/>
                  </a:lnTo>
                  <a:lnTo>
                    <a:pt x="2663337" y="1776015"/>
                  </a:lnTo>
                  <a:lnTo>
                    <a:pt x="2664182" y="1714178"/>
                  </a:lnTo>
                  <a:lnTo>
                    <a:pt x="2665027" y="1693777"/>
                  </a:lnTo>
                  <a:lnTo>
                    <a:pt x="2665872" y="1637619"/>
                  </a:lnTo>
                  <a:lnTo>
                    <a:pt x="2666717" y="1826073"/>
                  </a:lnTo>
                  <a:lnTo>
                    <a:pt x="2667562" y="1972042"/>
                  </a:lnTo>
                  <a:lnTo>
                    <a:pt x="2668407" y="1868139"/>
                  </a:lnTo>
                  <a:lnTo>
                    <a:pt x="2669252" y="1835328"/>
                  </a:lnTo>
                  <a:lnTo>
                    <a:pt x="2670097" y="1774122"/>
                  </a:lnTo>
                  <a:lnTo>
                    <a:pt x="2670943" y="1801464"/>
                  </a:lnTo>
                  <a:lnTo>
                    <a:pt x="2671788" y="1557062"/>
                  </a:lnTo>
                  <a:lnTo>
                    <a:pt x="2672633" y="1489969"/>
                  </a:lnTo>
                  <a:lnTo>
                    <a:pt x="2673478" y="1734791"/>
                  </a:lnTo>
                  <a:lnTo>
                    <a:pt x="2674323" y="1970990"/>
                  </a:lnTo>
                  <a:lnTo>
                    <a:pt x="2675168" y="1980665"/>
                  </a:lnTo>
                  <a:lnTo>
                    <a:pt x="2676013" y="2042502"/>
                  </a:lnTo>
                  <a:lnTo>
                    <a:pt x="2676858" y="2087933"/>
                  </a:lnTo>
                  <a:lnTo>
                    <a:pt x="2677703" y="2043763"/>
                  </a:lnTo>
                  <a:lnTo>
                    <a:pt x="2678548" y="2019155"/>
                  </a:lnTo>
                  <a:lnTo>
                    <a:pt x="2679393" y="2044605"/>
                  </a:lnTo>
                  <a:lnTo>
                    <a:pt x="2680239" y="1977510"/>
                  </a:lnTo>
                  <a:lnTo>
                    <a:pt x="2681084" y="1947012"/>
                  </a:lnTo>
                  <a:lnTo>
                    <a:pt x="2681929" y="1998964"/>
                  </a:lnTo>
                  <a:lnTo>
                    <a:pt x="2682774" y="2070055"/>
                  </a:lnTo>
                  <a:lnTo>
                    <a:pt x="2683619" y="2009059"/>
                  </a:lnTo>
                  <a:lnTo>
                    <a:pt x="2684464" y="1958160"/>
                  </a:lnTo>
                  <a:lnTo>
                    <a:pt x="2685309" y="1906208"/>
                  </a:lnTo>
                  <a:lnTo>
                    <a:pt x="2686154" y="1912098"/>
                  </a:lnTo>
                  <a:lnTo>
                    <a:pt x="2686999" y="1938599"/>
                  </a:lnTo>
                  <a:lnTo>
                    <a:pt x="2687844" y="1918618"/>
                  </a:lnTo>
                  <a:lnTo>
                    <a:pt x="2688689" y="1880969"/>
                  </a:lnTo>
                  <a:lnTo>
                    <a:pt x="2689535" y="1872136"/>
                  </a:lnTo>
                  <a:lnTo>
                    <a:pt x="2690380" y="1954163"/>
                  </a:lnTo>
                  <a:lnTo>
                    <a:pt x="2691225" y="1967835"/>
                  </a:lnTo>
                  <a:lnTo>
                    <a:pt x="2692070" y="1985713"/>
                  </a:lnTo>
                  <a:lnTo>
                    <a:pt x="2692915" y="2012214"/>
                  </a:lnTo>
                  <a:lnTo>
                    <a:pt x="2693760" y="2061221"/>
                  </a:lnTo>
                  <a:lnTo>
                    <a:pt x="2694605" y="2058697"/>
                  </a:lnTo>
                  <a:lnTo>
                    <a:pt x="2695450" y="2035350"/>
                  </a:lnTo>
                  <a:lnTo>
                    <a:pt x="2696295" y="2019155"/>
                  </a:lnTo>
                  <a:lnTo>
                    <a:pt x="2697140" y="2052808"/>
                  </a:lnTo>
                  <a:lnTo>
                    <a:pt x="2697985" y="2103286"/>
                  </a:lnTo>
                  <a:lnTo>
                    <a:pt x="2697985" y="2103286"/>
                  </a:lnTo>
                  <a:lnTo>
                    <a:pt x="2698831" y="2017472"/>
                  </a:lnTo>
                  <a:lnTo>
                    <a:pt x="2699676" y="1946591"/>
                  </a:lnTo>
                  <a:lnTo>
                    <a:pt x="2700521" y="1906419"/>
                  </a:lnTo>
                  <a:lnTo>
                    <a:pt x="2701366" y="1749093"/>
                  </a:lnTo>
                  <a:lnTo>
                    <a:pt x="2702211" y="1765078"/>
                  </a:lnTo>
                  <a:lnTo>
                    <a:pt x="2703056" y="1838273"/>
                  </a:lnTo>
                  <a:lnTo>
                    <a:pt x="2703901" y="1935023"/>
                  </a:lnTo>
                  <a:lnTo>
                    <a:pt x="2704746" y="1878024"/>
                  </a:lnTo>
                  <a:lnTo>
                    <a:pt x="2705591" y="1885386"/>
                  </a:lnTo>
                  <a:lnTo>
                    <a:pt x="2706436" y="1802306"/>
                  </a:lnTo>
                  <a:lnTo>
                    <a:pt x="2707281" y="1953322"/>
                  </a:lnTo>
                  <a:lnTo>
                    <a:pt x="2708127" y="1976879"/>
                  </a:lnTo>
                  <a:lnTo>
                    <a:pt x="2708972" y="1974986"/>
                  </a:lnTo>
                  <a:lnTo>
                    <a:pt x="2709817" y="1810509"/>
                  </a:lnTo>
                  <a:lnTo>
                    <a:pt x="2710662" y="1700928"/>
                  </a:lnTo>
                  <a:lnTo>
                    <a:pt x="2711507" y="1840586"/>
                  </a:lnTo>
                  <a:lnTo>
                    <a:pt x="2712352" y="1907891"/>
                  </a:lnTo>
                  <a:lnTo>
                    <a:pt x="2713197" y="1887910"/>
                  </a:lnTo>
                  <a:lnTo>
                    <a:pt x="2714042" y="1870243"/>
                  </a:lnTo>
                  <a:lnTo>
                    <a:pt x="2714887" y="1933761"/>
                  </a:lnTo>
                  <a:lnTo>
                    <a:pt x="2715732" y="2057224"/>
                  </a:lnTo>
                  <a:lnTo>
                    <a:pt x="2716577" y="2066269"/>
                  </a:lnTo>
                  <a:lnTo>
                    <a:pt x="2717423" y="1929134"/>
                  </a:lnTo>
                  <a:lnTo>
                    <a:pt x="2718268" y="1795996"/>
                  </a:lnTo>
                  <a:lnTo>
                    <a:pt x="2719113" y="1820394"/>
                  </a:lnTo>
                  <a:lnTo>
                    <a:pt x="2719958" y="1979192"/>
                  </a:lnTo>
                  <a:lnTo>
                    <a:pt x="2720803" y="2002749"/>
                  </a:lnTo>
                  <a:lnTo>
                    <a:pt x="2721648" y="1978562"/>
                  </a:lnTo>
                  <a:lnTo>
                    <a:pt x="2722493" y="2002118"/>
                  </a:lnTo>
                  <a:lnTo>
                    <a:pt x="2723338" y="1942806"/>
                  </a:lnTo>
                  <a:lnTo>
                    <a:pt x="2724183" y="1892958"/>
                  </a:lnTo>
                  <a:lnTo>
                    <a:pt x="2725028" y="1956267"/>
                  </a:lnTo>
                  <a:lnTo>
                    <a:pt x="2725874" y="2081623"/>
                  </a:lnTo>
                  <a:lnTo>
                    <a:pt x="2726719" y="2073630"/>
                  </a:lnTo>
                  <a:lnTo>
                    <a:pt x="2727564" y="1979193"/>
                  </a:lnTo>
                  <a:lnTo>
                    <a:pt x="2728409" y="1981927"/>
                  </a:lnTo>
                  <a:lnTo>
                    <a:pt x="2729254" y="2062272"/>
                  </a:lnTo>
                  <a:lnTo>
                    <a:pt x="2730099" y="2067320"/>
                  </a:lnTo>
                  <a:lnTo>
                    <a:pt x="2730944" y="2019155"/>
                  </a:lnTo>
                  <a:lnTo>
                    <a:pt x="2731789" y="1992443"/>
                  </a:lnTo>
                  <a:lnTo>
                    <a:pt x="2732634" y="2032406"/>
                  </a:lnTo>
                  <a:lnTo>
                    <a:pt x="2733479" y="2030723"/>
                  </a:lnTo>
                  <a:lnTo>
                    <a:pt x="2734324" y="2019996"/>
                  </a:lnTo>
                  <a:lnTo>
                    <a:pt x="2735170" y="2045446"/>
                  </a:lnTo>
                  <a:lnTo>
                    <a:pt x="2736015" y="1939651"/>
                  </a:lnTo>
                  <a:lnTo>
                    <a:pt x="2736860" y="1915884"/>
                  </a:lnTo>
                  <a:lnTo>
                    <a:pt x="2737705" y="1960263"/>
                  </a:lnTo>
                  <a:lnTo>
                    <a:pt x="2738550" y="2046708"/>
                  </a:lnTo>
                  <a:lnTo>
                    <a:pt x="2739395" y="2017052"/>
                  </a:lnTo>
                  <a:lnTo>
                    <a:pt x="2740240" y="2019155"/>
                  </a:lnTo>
                  <a:lnTo>
                    <a:pt x="2741085" y="2067320"/>
                  </a:lnTo>
                  <a:lnTo>
                    <a:pt x="2741930" y="2028199"/>
                  </a:lnTo>
                  <a:lnTo>
                    <a:pt x="2742775" y="1993074"/>
                  </a:lnTo>
                  <a:lnTo>
                    <a:pt x="2743620" y="1992443"/>
                  </a:lnTo>
                  <a:lnTo>
                    <a:pt x="2744466" y="2023993"/>
                  </a:lnTo>
                  <a:lnTo>
                    <a:pt x="2745311" y="2065217"/>
                  </a:lnTo>
                  <a:lnTo>
                    <a:pt x="2746156" y="2103286"/>
                  </a:lnTo>
                  <a:lnTo>
                    <a:pt x="2746156" y="2103286"/>
                  </a:lnTo>
                  <a:lnTo>
                    <a:pt x="2747001" y="2103286"/>
                  </a:lnTo>
                  <a:lnTo>
                    <a:pt x="2747846" y="2103286"/>
                  </a:lnTo>
                  <a:lnTo>
                    <a:pt x="2748691" y="2103286"/>
                  </a:lnTo>
                  <a:lnTo>
                    <a:pt x="2749536" y="2103286"/>
                  </a:lnTo>
                  <a:lnTo>
                    <a:pt x="2750381" y="2103286"/>
                  </a:lnTo>
                  <a:lnTo>
                    <a:pt x="2751226" y="2027148"/>
                  </a:lnTo>
                  <a:lnTo>
                    <a:pt x="2752071" y="1952270"/>
                  </a:lnTo>
                  <a:lnTo>
                    <a:pt x="2752916" y="1898847"/>
                  </a:lnTo>
                  <a:lnTo>
                    <a:pt x="2753762" y="1929976"/>
                  </a:lnTo>
                  <a:lnTo>
                    <a:pt x="2754607" y="1948484"/>
                  </a:lnTo>
                  <a:lnTo>
                    <a:pt x="2755452" y="1982768"/>
                  </a:lnTo>
                  <a:lnTo>
                    <a:pt x="2756297" y="2017683"/>
                  </a:lnTo>
                  <a:lnTo>
                    <a:pt x="2757142" y="1980455"/>
                  </a:lnTo>
                  <a:lnTo>
                    <a:pt x="2757987" y="1958159"/>
                  </a:lnTo>
                  <a:lnTo>
                    <a:pt x="2758832" y="1990761"/>
                  </a:lnTo>
                  <a:lnTo>
                    <a:pt x="2759677" y="1996860"/>
                  </a:lnTo>
                  <a:lnTo>
                    <a:pt x="2760522" y="1955636"/>
                  </a:lnTo>
                  <a:lnTo>
                    <a:pt x="2761367" y="1928503"/>
                  </a:lnTo>
                  <a:lnTo>
                    <a:pt x="2762212" y="1960053"/>
                  </a:lnTo>
                  <a:lnTo>
                    <a:pt x="2763058" y="2003380"/>
                  </a:lnTo>
                  <a:lnTo>
                    <a:pt x="2763903" y="1913781"/>
                  </a:lnTo>
                  <a:lnTo>
                    <a:pt x="2764748" y="1853626"/>
                  </a:lnTo>
                  <a:lnTo>
                    <a:pt x="2765593" y="1864774"/>
                  </a:lnTo>
                  <a:lnTo>
                    <a:pt x="2766438" y="1991392"/>
                  </a:lnTo>
                  <a:lnTo>
                    <a:pt x="2767283" y="1974355"/>
                  </a:lnTo>
                  <a:lnTo>
                    <a:pt x="2768128" y="1960473"/>
                  </a:lnTo>
                  <a:lnTo>
                    <a:pt x="2768973" y="1952060"/>
                  </a:lnTo>
                  <a:lnTo>
                    <a:pt x="2769818" y="1965100"/>
                  </a:lnTo>
                  <a:lnTo>
                    <a:pt x="2770663" y="1994757"/>
                  </a:lnTo>
                  <a:lnTo>
                    <a:pt x="2771508" y="1982347"/>
                  </a:lnTo>
                  <a:lnTo>
                    <a:pt x="2772354" y="1873608"/>
                  </a:lnTo>
                  <a:lnTo>
                    <a:pt x="2773199" y="1856151"/>
                  </a:lnTo>
                  <a:lnTo>
                    <a:pt x="2774044" y="1960894"/>
                  </a:lnTo>
                  <a:lnTo>
                    <a:pt x="2774889" y="2040819"/>
                  </a:lnTo>
                  <a:lnTo>
                    <a:pt x="2775734" y="2005063"/>
                  </a:lnTo>
                  <a:lnTo>
                    <a:pt x="2776579" y="1953743"/>
                  </a:lnTo>
                  <a:lnTo>
                    <a:pt x="2777424" y="1899057"/>
                  </a:lnTo>
                  <a:lnTo>
                    <a:pt x="2778269" y="1914621"/>
                  </a:lnTo>
                  <a:lnTo>
                    <a:pt x="2779114" y="1938599"/>
                  </a:lnTo>
                  <a:lnTo>
                    <a:pt x="2779959" y="1829649"/>
                  </a:lnTo>
                  <a:lnTo>
                    <a:pt x="2780804" y="1732268"/>
                  </a:lnTo>
                  <a:lnTo>
                    <a:pt x="2781650" y="1777066"/>
                  </a:lnTo>
                  <a:lnTo>
                    <a:pt x="2782495" y="1958580"/>
                  </a:lnTo>
                  <a:lnTo>
                    <a:pt x="2783340" y="2012845"/>
                  </a:lnTo>
                  <a:lnTo>
                    <a:pt x="2784185" y="2006956"/>
                  </a:lnTo>
                  <a:lnTo>
                    <a:pt x="2785030" y="1904105"/>
                  </a:lnTo>
                  <a:lnTo>
                    <a:pt x="2785875" y="1896534"/>
                  </a:lnTo>
                  <a:lnTo>
                    <a:pt x="2786720" y="1955425"/>
                  </a:lnTo>
                  <a:lnTo>
                    <a:pt x="2787565" y="1977089"/>
                  </a:lnTo>
                  <a:lnTo>
                    <a:pt x="2788410" y="1985503"/>
                  </a:lnTo>
                  <a:lnTo>
                    <a:pt x="2789255" y="2013686"/>
                  </a:lnTo>
                  <a:lnTo>
                    <a:pt x="2790101" y="1983189"/>
                  </a:lnTo>
                  <a:lnTo>
                    <a:pt x="2790946" y="1887279"/>
                  </a:lnTo>
                  <a:lnTo>
                    <a:pt x="2791791" y="1894220"/>
                  </a:lnTo>
                  <a:lnTo>
                    <a:pt x="2792636" y="1912729"/>
                  </a:lnTo>
                  <a:lnTo>
                    <a:pt x="2793481" y="1874239"/>
                  </a:lnTo>
                  <a:lnTo>
                    <a:pt x="2794326" y="1743415"/>
                  </a:lnTo>
                  <a:lnTo>
                    <a:pt x="2795171" y="1768864"/>
                  </a:lnTo>
                  <a:lnTo>
                    <a:pt x="2796016" y="1833856"/>
                  </a:lnTo>
                  <a:lnTo>
                    <a:pt x="2796861" y="1846054"/>
                  </a:lnTo>
                  <a:lnTo>
                    <a:pt x="2797706" y="1858043"/>
                  </a:lnTo>
                  <a:lnTo>
                    <a:pt x="2798551" y="1870453"/>
                  </a:lnTo>
                  <a:lnTo>
                    <a:pt x="2799397" y="1976458"/>
                  </a:lnTo>
                  <a:lnTo>
                    <a:pt x="2800242" y="2021469"/>
                  </a:lnTo>
                  <a:lnTo>
                    <a:pt x="2801087" y="1950377"/>
                  </a:lnTo>
                  <a:lnTo>
                    <a:pt x="2801932" y="1831752"/>
                  </a:lnTo>
                  <a:lnTo>
                    <a:pt x="2802777" y="1895061"/>
                  </a:lnTo>
                  <a:lnTo>
                    <a:pt x="2803622" y="2030092"/>
                  </a:lnTo>
                  <a:lnTo>
                    <a:pt x="2804467" y="2081202"/>
                  </a:lnTo>
                  <a:lnTo>
                    <a:pt x="2805312" y="1990130"/>
                  </a:lnTo>
                  <a:lnTo>
                    <a:pt x="2806157" y="1918197"/>
                  </a:lnTo>
                  <a:lnTo>
                    <a:pt x="2807002" y="1949956"/>
                  </a:lnTo>
                  <a:lnTo>
                    <a:pt x="2807847" y="1994967"/>
                  </a:lnTo>
                  <a:lnTo>
                    <a:pt x="2808693" y="2060590"/>
                  </a:lnTo>
                  <a:lnTo>
                    <a:pt x="2809538" y="2072999"/>
                  </a:lnTo>
                  <a:lnTo>
                    <a:pt x="2810383" y="2009059"/>
                  </a:lnTo>
                  <a:lnTo>
                    <a:pt x="2811228" y="1978562"/>
                  </a:lnTo>
                  <a:lnTo>
                    <a:pt x="2812073" y="2003380"/>
                  </a:lnTo>
                  <a:lnTo>
                    <a:pt x="2812918" y="1949957"/>
                  </a:lnTo>
                  <a:lnTo>
                    <a:pt x="2813763" y="1936706"/>
                  </a:lnTo>
                  <a:lnTo>
                    <a:pt x="2814608" y="1990761"/>
                  </a:lnTo>
                  <a:lnTo>
                    <a:pt x="2815453" y="2021889"/>
                  </a:lnTo>
                  <a:lnTo>
                    <a:pt x="2816298" y="1962366"/>
                  </a:lnTo>
                  <a:lnTo>
                    <a:pt x="2817143" y="1943437"/>
                  </a:lnTo>
                  <a:lnTo>
                    <a:pt x="2817989" y="1935444"/>
                  </a:lnTo>
                  <a:lnTo>
                    <a:pt x="2818834" y="1942806"/>
                  </a:lnTo>
                  <a:lnTo>
                    <a:pt x="2819679" y="1941544"/>
                  </a:lnTo>
                  <a:lnTo>
                    <a:pt x="2820524" y="2005694"/>
                  </a:lnTo>
                  <a:lnTo>
                    <a:pt x="2821369" y="2055752"/>
                  </a:lnTo>
                  <a:lnTo>
                    <a:pt x="2822214" y="2085198"/>
                  </a:lnTo>
                  <a:lnTo>
                    <a:pt x="2823059" y="2036612"/>
                  </a:lnTo>
                  <a:lnTo>
                    <a:pt x="2823904" y="1944698"/>
                  </a:lnTo>
                  <a:lnTo>
                    <a:pt x="2824749" y="1973934"/>
                  </a:lnTo>
                  <a:lnTo>
                    <a:pt x="2825594" y="1992233"/>
                  </a:lnTo>
                  <a:lnTo>
                    <a:pt x="2826439" y="2019155"/>
                  </a:lnTo>
                  <a:lnTo>
                    <a:pt x="2827285" y="2038926"/>
                  </a:lnTo>
                  <a:lnTo>
                    <a:pt x="2828130" y="2103286"/>
                  </a:lnTo>
                  <a:lnTo>
                    <a:pt x="2828130" y="2103286"/>
                  </a:lnTo>
                  <a:lnTo>
                    <a:pt x="2828975" y="2047970"/>
                  </a:lnTo>
                  <a:lnTo>
                    <a:pt x="2829820" y="2019155"/>
                  </a:lnTo>
                  <a:lnTo>
                    <a:pt x="2830665" y="2012004"/>
                  </a:lnTo>
                  <a:lnTo>
                    <a:pt x="2831510" y="2038926"/>
                  </a:lnTo>
                  <a:lnTo>
                    <a:pt x="2832355" y="1955215"/>
                  </a:lnTo>
                  <a:lnTo>
                    <a:pt x="2833200" y="1919039"/>
                  </a:lnTo>
                  <a:lnTo>
                    <a:pt x="2834045" y="1882862"/>
                  </a:lnTo>
                  <a:lnTo>
                    <a:pt x="2834890" y="1898426"/>
                  </a:lnTo>
                  <a:lnTo>
                    <a:pt x="2835735" y="1905578"/>
                  </a:lnTo>
                  <a:lnTo>
                    <a:pt x="2836581" y="1924086"/>
                  </a:lnTo>
                  <a:lnTo>
                    <a:pt x="2837426" y="1956056"/>
                  </a:lnTo>
                  <a:lnTo>
                    <a:pt x="2838271" y="2099501"/>
                  </a:lnTo>
                  <a:lnTo>
                    <a:pt x="2839116" y="2103286"/>
                  </a:lnTo>
                  <a:lnTo>
                    <a:pt x="2839116" y="2103286"/>
                  </a:lnTo>
                  <a:lnTo>
                    <a:pt x="2839961" y="2037874"/>
                  </a:lnTo>
                  <a:lnTo>
                    <a:pt x="2840806" y="1957108"/>
                  </a:lnTo>
                  <a:lnTo>
                    <a:pt x="2841651" y="1903264"/>
                  </a:lnTo>
                  <a:lnTo>
                    <a:pt x="2842496" y="1925979"/>
                  </a:lnTo>
                  <a:lnTo>
                    <a:pt x="2843341" y="1866877"/>
                  </a:lnTo>
                  <a:lnTo>
                    <a:pt x="2844186" y="1772860"/>
                  </a:lnTo>
                  <a:lnTo>
                    <a:pt x="2845031" y="1790948"/>
                  </a:lnTo>
                  <a:lnTo>
                    <a:pt x="2845877" y="1880338"/>
                  </a:lnTo>
                  <a:lnTo>
                    <a:pt x="2846722" y="1917987"/>
                  </a:lnTo>
                  <a:lnTo>
                    <a:pt x="2847567" y="1852785"/>
                  </a:lnTo>
                  <a:lnTo>
                    <a:pt x="2848412" y="1836169"/>
                  </a:lnTo>
                  <a:lnTo>
                    <a:pt x="2849257" y="1941964"/>
                  </a:lnTo>
                  <a:lnTo>
                    <a:pt x="2850102" y="1934182"/>
                  </a:lnTo>
                  <a:lnTo>
                    <a:pt x="2850947" y="1830069"/>
                  </a:lnTo>
                  <a:lnTo>
                    <a:pt x="2851792" y="1796627"/>
                  </a:lnTo>
                  <a:lnTo>
                    <a:pt x="2852637" y="1939230"/>
                  </a:lnTo>
                  <a:lnTo>
                    <a:pt x="2853482" y="2038926"/>
                  </a:lnTo>
                  <a:lnTo>
                    <a:pt x="2854328" y="2061221"/>
                  </a:lnTo>
                  <a:lnTo>
                    <a:pt x="2855173" y="2083516"/>
                  </a:lnTo>
                  <a:lnTo>
                    <a:pt x="2856018" y="2008849"/>
                  </a:lnTo>
                  <a:lnTo>
                    <a:pt x="2856863" y="1916515"/>
                  </a:lnTo>
                  <a:lnTo>
                    <a:pt x="2857708" y="1943857"/>
                  </a:lnTo>
                  <a:lnTo>
                    <a:pt x="2858553" y="2031565"/>
                  </a:lnTo>
                  <a:lnTo>
                    <a:pt x="2859398" y="2100552"/>
                  </a:lnTo>
                  <a:lnTo>
                    <a:pt x="2860243" y="2103286"/>
                  </a:lnTo>
                  <a:lnTo>
                    <a:pt x="2860243" y="2103286"/>
                  </a:lnTo>
                  <a:lnTo>
                    <a:pt x="2861088" y="2068372"/>
                  </a:lnTo>
                  <a:lnTo>
                    <a:pt x="2861933" y="2049653"/>
                  </a:lnTo>
                  <a:lnTo>
                    <a:pt x="2862778" y="2032827"/>
                  </a:lnTo>
                  <a:lnTo>
                    <a:pt x="2863624" y="2028199"/>
                  </a:lnTo>
                  <a:lnTo>
                    <a:pt x="2864469" y="1990550"/>
                  </a:lnTo>
                  <a:lnTo>
                    <a:pt x="2865314" y="1904736"/>
                  </a:lnTo>
                  <a:lnTo>
                    <a:pt x="2866159" y="1925769"/>
                  </a:lnTo>
                  <a:lnTo>
                    <a:pt x="2867004" y="2016631"/>
                  </a:lnTo>
                  <a:lnTo>
                    <a:pt x="2867849" y="1955846"/>
                  </a:lnTo>
                  <a:lnTo>
                    <a:pt x="2868694" y="1962156"/>
                  </a:lnTo>
                  <a:lnTo>
                    <a:pt x="2869539" y="1990550"/>
                  </a:lnTo>
                  <a:lnTo>
                    <a:pt x="2870384" y="2061221"/>
                  </a:lnTo>
                  <a:lnTo>
                    <a:pt x="2871229" y="2045446"/>
                  </a:lnTo>
                  <a:lnTo>
                    <a:pt x="2872074" y="1968255"/>
                  </a:lnTo>
                  <a:lnTo>
                    <a:pt x="2872920" y="1947433"/>
                  </a:lnTo>
                  <a:lnTo>
                    <a:pt x="2873765" y="1996229"/>
                  </a:lnTo>
                  <a:lnTo>
                    <a:pt x="2874610" y="1991181"/>
                  </a:lnTo>
                  <a:lnTo>
                    <a:pt x="2875455" y="1987185"/>
                  </a:lnTo>
                  <a:lnTo>
                    <a:pt x="2876300" y="1997491"/>
                  </a:lnTo>
                  <a:lnTo>
                    <a:pt x="2877145" y="2018945"/>
                  </a:lnTo>
                  <a:lnTo>
                    <a:pt x="2877990" y="1969097"/>
                  </a:lnTo>
                  <a:lnTo>
                    <a:pt x="2878835" y="1964680"/>
                  </a:lnTo>
                  <a:lnTo>
                    <a:pt x="2879680" y="1997281"/>
                  </a:lnTo>
                  <a:lnTo>
                    <a:pt x="2880525" y="2080150"/>
                  </a:lnTo>
                  <a:lnTo>
                    <a:pt x="2881370" y="2103286"/>
                  </a:lnTo>
                  <a:lnTo>
                    <a:pt x="2881370" y="2103286"/>
                  </a:lnTo>
                  <a:lnTo>
                    <a:pt x="2882216" y="2041660"/>
                  </a:lnTo>
                  <a:lnTo>
                    <a:pt x="2883061" y="1977089"/>
                  </a:lnTo>
                  <a:lnTo>
                    <a:pt x="2883906" y="1952481"/>
                  </a:lnTo>
                  <a:lnTo>
                    <a:pt x="2884751" y="2003170"/>
                  </a:lnTo>
                  <a:lnTo>
                    <a:pt x="2885596" y="2030723"/>
                  </a:lnTo>
                  <a:lnTo>
                    <a:pt x="2886441" y="2043133"/>
                  </a:lnTo>
                  <a:lnTo>
                    <a:pt x="2887286" y="2023782"/>
                  </a:lnTo>
                  <a:lnTo>
                    <a:pt x="2888131" y="2032195"/>
                  </a:lnTo>
                  <a:lnTo>
                    <a:pt x="2888976" y="1966993"/>
                  </a:lnTo>
                  <a:lnTo>
                    <a:pt x="2889821" y="1892958"/>
                  </a:lnTo>
                  <a:lnTo>
                    <a:pt x="2890666" y="1881390"/>
                  </a:lnTo>
                  <a:lnTo>
                    <a:pt x="2891512" y="1971621"/>
                  </a:lnTo>
                  <a:lnTo>
                    <a:pt x="2892357" y="1987396"/>
                  </a:lnTo>
                  <a:lnTo>
                    <a:pt x="2893202" y="2002749"/>
                  </a:lnTo>
                  <a:lnTo>
                    <a:pt x="2894047" y="1984661"/>
                  </a:lnTo>
                  <a:lnTo>
                    <a:pt x="2894892" y="1916304"/>
                  </a:lnTo>
                  <a:lnTo>
                    <a:pt x="2895737" y="1956687"/>
                  </a:lnTo>
                  <a:lnTo>
                    <a:pt x="2896582" y="2011583"/>
                  </a:lnTo>
                  <a:lnTo>
                    <a:pt x="2897427" y="2035350"/>
                  </a:lnTo>
                  <a:lnTo>
                    <a:pt x="2898272" y="2008639"/>
                  </a:lnTo>
                  <a:lnTo>
                    <a:pt x="2899117" y="1993495"/>
                  </a:lnTo>
                  <a:lnTo>
                    <a:pt x="2899962" y="2000436"/>
                  </a:lnTo>
                  <a:lnTo>
                    <a:pt x="2900808" y="2061221"/>
                  </a:lnTo>
                  <a:lnTo>
                    <a:pt x="2901653" y="2068793"/>
                  </a:lnTo>
                  <a:lnTo>
                    <a:pt x="2902498" y="2103286"/>
                  </a:lnTo>
                  <a:lnTo>
                    <a:pt x="2902498" y="2103286"/>
                  </a:lnTo>
                  <a:lnTo>
                    <a:pt x="2903343" y="2080781"/>
                  </a:lnTo>
                  <a:lnTo>
                    <a:pt x="2904188" y="2020627"/>
                  </a:lnTo>
                  <a:lnTo>
                    <a:pt x="2905033" y="1985502"/>
                  </a:lnTo>
                  <a:lnTo>
                    <a:pt x="2905878" y="1921352"/>
                  </a:lnTo>
                  <a:lnTo>
                    <a:pt x="2906723" y="1903054"/>
                  </a:lnTo>
                  <a:lnTo>
                    <a:pt x="2907568" y="1956477"/>
                  </a:lnTo>
                  <a:lnTo>
                    <a:pt x="2908413" y="2010742"/>
                  </a:lnTo>
                  <a:lnTo>
                    <a:pt x="2909258" y="1937127"/>
                  </a:lnTo>
                  <a:lnTo>
                    <a:pt x="2910104" y="1993705"/>
                  </a:lnTo>
                  <a:lnTo>
                    <a:pt x="2910949" y="2064376"/>
                  </a:lnTo>
                  <a:lnTo>
                    <a:pt x="2911794" y="2103286"/>
                  </a:lnTo>
                  <a:lnTo>
                    <a:pt x="2911794" y="2103286"/>
                  </a:lnTo>
                  <a:lnTo>
                    <a:pt x="2912639" y="2103286"/>
                  </a:lnTo>
                  <a:lnTo>
                    <a:pt x="2913484" y="2089615"/>
                  </a:lnTo>
                  <a:lnTo>
                    <a:pt x="2914329" y="2048811"/>
                  </a:lnTo>
                  <a:lnTo>
                    <a:pt x="2915174" y="2019155"/>
                  </a:lnTo>
                  <a:lnTo>
                    <a:pt x="2916019" y="2024623"/>
                  </a:lnTo>
                  <a:lnTo>
                    <a:pt x="2916864" y="2031985"/>
                  </a:lnTo>
                  <a:lnTo>
                    <a:pt x="2917709" y="1878656"/>
                  </a:lnTo>
                  <a:lnTo>
                    <a:pt x="2918555" y="1810929"/>
                  </a:lnTo>
                  <a:lnTo>
                    <a:pt x="2919400" y="1830701"/>
                  </a:lnTo>
                  <a:lnTo>
                    <a:pt x="2920245" y="1962577"/>
                  </a:lnTo>
                  <a:lnTo>
                    <a:pt x="2921090" y="1981506"/>
                  </a:lnTo>
                  <a:lnTo>
                    <a:pt x="2921935" y="1931238"/>
                  </a:lnTo>
                  <a:lnTo>
                    <a:pt x="2922780" y="1902633"/>
                  </a:lnTo>
                  <a:lnTo>
                    <a:pt x="2923625" y="1919039"/>
                  </a:lnTo>
                  <a:lnTo>
                    <a:pt x="2924470" y="1930186"/>
                  </a:lnTo>
                  <a:lnTo>
                    <a:pt x="2925315" y="1947012"/>
                  </a:lnTo>
                  <a:lnTo>
                    <a:pt x="2926160" y="1994126"/>
                  </a:lnTo>
                  <a:lnTo>
                    <a:pt x="2927005" y="1971831"/>
                  </a:lnTo>
                  <a:lnTo>
                    <a:pt x="2927851" y="1977720"/>
                  </a:lnTo>
                  <a:lnTo>
                    <a:pt x="2928696" y="1944909"/>
                  </a:lnTo>
                  <a:lnTo>
                    <a:pt x="2929541" y="1954374"/>
                  </a:lnTo>
                  <a:lnTo>
                    <a:pt x="2930386" y="1905788"/>
                  </a:lnTo>
                  <a:lnTo>
                    <a:pt x="2931231" y="1935023"/>
                  </a:lnTo>
                  <a:lnTo>
                    <a:pt x="2932076" y="2017683"/>
                  </a:lnTo>
                  <a:lnTo>
                    <a:pt x="2932921" y="2086040"/>
                  </a:lnTo>
                  <a:lnTo>
                    <a:pt x="2933766" y="1995598"/>
                  </a:lnTo>
                  <a:lnTo>
                    <a:pt x="2934611" y="1967835"/>
                  </a:lnTo>
                  <a:lnTo>
                    <a:pt x="2935456" y="1989709"/>
                  </a:lnTo>
                  <a:lnTo>
                    <a:pt x="2936301" y="2020417"/>
                  </a:lnTo>
                  <a:lnTo>
                    <a:pt x="2937147" y="1996019"/>
                  </a:lnTo>
                  <a:lnTo>
                    <a:pt x="2937992" y="1895061"/>
                  </a:lnTo>
                  <a:lnTo>
                    <a:pt x="2938837" y="1913360"/>
                  </a:lnTo>
                  <a:lnTo>
                    <a:pt x="2939682" y="1909363"/>
                  </a:lnTo>
                  <a:lnTo>
                    <a:pt x="2940527" y="1881600"/>
                  </a:lnTo>
                  <a:lnTo>
                    <a:pt x="2941372" y="1886648"/>
                  </a:lnTo>
                  <a:lnTo>
                    <a:pt x="2942217" y="2000856"/>
                  </a:lnTo>
                  <a:lnTo>
                    <a:pt x="2943062" y="2051335"/>
                  </a:lnTo>
                  <a:lnTo>
                    <a:pt x="2943907" y="2060169"/>
                  </a:lnTo>
                  <a:lnTo>
                    <a:pt x="2944752" y="2016421"/>
                  </a:lnTo>
                  <a:lnTo>
                    <a:pt x="2945597" y="2019155"/>
                  </a:lnTo>
                  <a:lnTo>
                    <a:pt x="2946443" y="2057645"/>
                  </a:lnTo>
                  <a:lnTo>
                    <a:pt x="2947288" y="2103286"/>
                  </a:lnTo>
                  <a:lnTo>
                    <a:pt x="2947288" y="2103286"/>
                  </a:lnTo>
                  <a:lnTo>
                    <a:pt x="2948133" y="2059959"/>
                  </a:lnTo>
                  <a:lnTo>
                    <a:pt x="2948978" y="1951219"/>
                  </a:lnTo>
                  <a:lnTo>
                    <a:pt x="2949823" y="1765499"/>
                  </a:lnTo>
                  <a:lnTo>
                    <a:pt x="2950668" y="1708500"/>
                  </a:lnTo>
                  <a:lnTo>
                    <a:pt x="2951513" y="1837852"/>
                  </a:lnTo>
                  <a:lnTo>
                    <a:pt x="2952358" y="1976248"/>
                  </a:lnTo>
                  <a:lnTo>
                    <a:pt x="2953203" y="1969517"/>
                  </a:lnTo>
                  <a:lnTo>
                    <a:pt x="2954048" y="1875290"/>
                  </a:lnTo>
                  <a:lnTo>
                    <a:pt x="2954893" y="1894220"/>
                  </a:lnTo>
                  <a:lnTo>
                    <a:pt x="2955739" y="1867718"/>
                  </a:lnTo>
                  <a:lnTo>
                    <a:pt x="2956584" y="1894430"/>
                  </a:lnTo>
                  <a:lnTo>
                    <a:pt x="2957429" y="1936285"/>
                  </a:lnTo>
                  <a:lnTo>
                    <a:pt x="2958274" y="2076995"/>
                  </a:lnTo>
                  <a:lnTo>
                    <a:pt x="2959119" y="2103286"/>
                  </a:lnTo>
                  <a:lnTo>
                    <a:pt x="2959119" y="2103286"/>
                  </a:lnTo>
                  <a:lnTo>
                    <a:pt x="2959964" y="2055542"/>
                  </a:lnTo>
                  <a:lnTo>
                    <a:pt x="2960809" y="1889803"/>
                  </a:lnTo>
                  <a:lnTo>
                    <a:pt x="2961654" y="1684102"/>
                  </a:lnTo>
                  <a:lnTo>
                    <a:pt x="2962499" y="1722592"/>
                  </a:lnTo>
                  <a:lnTo>
                    <a:pt x="2963344" y="1869821"/>
                  </a:lnTo>
                  <a:lnTo>
                    <a:pt x="2964189" y="1759400"/>
                  </a:lnTo>
                  <a:lnTo>
                    <a:pt x="2965035" y="1770336"/>
                  </a:lnTo>
                  <a:lnTo>
                    <a:pt x="2965880" y="1967414"/>
                  </a:lnTo>
                  <a:lnTo>
                    <a:pt x="2966725" y="2065638"/>
                  </a:lnTo>
                  <a:lnTo>
                    <a:pt x="2967570" y="2010952"/>
                  </a:lnTo>
                  <a:lnTo>
                    <a:pt x="2968415" y="1970148"/>
                  </a:lnTo>
                  <a:lnTo>
                    <a:pt x="2969260" y="1966362"/>
                  </a:lnTo>
                  <a:lnTo>
                    <a:pt x="2970105" y="1928503"/>
                  </a:lnTo>
                  <a:lnTo>
                    <a:pt x="2970950" y="1973514"/>
                  </a:lnTo>
                  <a:lnTo>
                    <a:pt x="2971795" y="2070055"/>
                  </a:lnTo>
                  <a:lnTo>
                    <a:pt x="2972640" y="2075523"/>
                  </a:lnTo>
                  <a:lnTo>
                    <a:pt x="2973485" y="2015369"/>
                  </a:lnTo>
                  <a:lnTo>
                    <a:pt x="2974331" y="1862039"/>
                  </a:lnTo>
                  <a:lnTo>
                    <a:pt x="2975176" y="1808826"/>
                  </a:lnTo>
                  <a:lnTo>
                    <a:pt x="2976021" y="1909363"/>
                  </a:lnTo>
                  <a:lnTo>
                    <a:pt x="2976866" y="1987606"/>
                  </a:lnTo>
                  <a:lnTo>
                    <a:pt x="2977711" y="1831331"/>
                  </a:lnTo>
                  <a:lnTo>
                    <a:pt x="2978556" y="1852364"/>
                  </a:lnTo>
                  <a:lnTo>
                    <a:pt x="2979401" y="1973935"/>
                  </a:lnTo>
                  <a:lnTo>
                    <a:pt x="2980246" y="1983189"/>
                  </a:lnTo>
                  <a:lnTo>
                    <a:pt x="2981091" y="1888541"/>
                  </a:lnTo>
                  <a:lnTo>
                    <a:pt x="2981936" y="1834486"/>
                  </a:lnTo>
                  <a:lnTo>
                    <a:pt x="2982782" y="1825442"/>
                  </a:lnTo>
                  <a:lnTo>
                    <a:pt x="2983627" y="1907891"/>
                  </a:lnTo>
                  <a:lnTo>
                    <a:pt x="2984472" y="2026517"/>
                  </a:lnTo>
                  <a:lnTo>
                    <a:pt x="2985317" y="2061221"/>
                  </a:lnTo>
                  <a:lnTo>
                    <a:pt x="2986162" y="2051335"/>
                  </a:lnTo>
                  <a:lnTo>
                    <a:pt x="2987007" y="2050284"/>
                  </a:lnTo>
                  <a:lnTo>
                    <a:pt x="2987852" y="1988657"/>
                  </a:lnTo>
                  <a:lnTo>
                    <a:pt x="2988697" y="1999174"/>
                  </a:lnTo>
                  <a:lnTo>
                    <a:pt x="2989542" y="1940702"/>
                  </a:lnTo>
                  <a:lnTo>
                    <a:pt x="2990387" y="1935023"/>
                  </a:lnTo>
                  <a:lnTo>
                    <a:pt x="2991232" y="1952481"/>
                  </a:lnTo>
                  <a:lnTo>
                    <a:pt x="2992078" y="2006115"/>
                  </a:lnTo>
                  <a:lnTo>
                    <a:pt x="2992923" y="2013897"/>
                  </a:lnTo>
                  <a:lnTo>
                    <a:pt x="2993768" y="2057224"/>
                  </a:lnTo>
                  <a:lnTo>
                    <a:pt x="2994613" y="1975617"/>
                  </a:lnTo>
                  <a:lnTo>
                    <a:pt x="2995458" y="1967204"/>
                  </a:lnTo>
                  <a:lnTo>
                    <a:pt x="2996303" y="2005063"/>
                  </a:lnTo>
                  <a:lnTo>
                    <a:pt x="2997148" y="2097187"/>
                  </a:lnTo>
                  <a:lnTo>
                    <a:pt x="2997993" y="2103286"/>
                  </a:lnTo>
                  <a:lnTo>
                    <a:pt x="2997993" y="2103286"/>
                  </a:lnTo>
                  <a:lnTo>
                    <a:pt x="2998838" y="2068793"/>
                  </a:lnTo>
                  <a:lnTo>
                    <a:pt x="2999683" y="2061221"/>
                  </a:lnTo>
                  <a:lnTo>
                    <a:pt x="3000528" y="2065427"/>
                  </a:lnTo>
                  <a:lnTo>
                    <a:pt x="3001374" y="1997491"/>
                  </a:lnTo>
                  <a:lnTo>
                    <a:pt x="3002219" y="1944068"/>
                  </a:lnTo>
                  <a:lnTo>
                    <a:pt x="3003064" y="1815977"/>
                  </a:lnTo>
                  <a:lnTo>
                    <a:pt x="3003909" y="1812191"/>
                  </a:lnTo>
                  <a:lnTo>
                    <a:pt x="3004754" y="1905998"/>
                  </a:lnTo>
                  <a:lnTo>
                    <a:pt x="3005599" y="2022941"/>
                  </a:lnTo>
                  <a:lnTo>
                    <a:pt x="3006444" y="2074261"/>
                  </a:lnTo>
                  <a:lnTo>
                    <a:pt x="3007289" y="2024413"/>
                  </a:lnTo>
                  <a:lnTo>
                    <a:pt x="3008134" y="1937968"/>
                  </a:lnTo>
                  <a:lnTo>
                    <a:pt x="3008979" y="1843530"/>
                  </a:lnTo>
                  <a:lnTo>
                    <a:pt x="3009824" y="1861198"/>
                  </a:lnTo>
                  <a:lnTo>
                    <a:pt x="3010670" y="1946802"/>
                  </a:lnTo>
                  <a:lnTo>
                    <a:pt x="3011515" y="1982979"/>
                  </a:lnTo>
                  <a:lnTo>
                    <a:pt x="3012360" y="2019155"/>
                  </a:lnTo>
                  <a:lnTo>
                    <a:pt x="3013205" y="1987816"/>
                  </a:lnTo>
                  <a:lnTo>
                    <a:pt x="3014050" y="1978772"/>
                  </a:lnTo>
                  <a:lnTo>
                    <a:pt x="3014895" y="1955846"/>
                  </a:lnTo>
                  <a:lnTo>
                    <a:pt x="3015740" y="2026517"/>
                  </a:lnTo>
                  <a:lnTo>
                    <a:pt x="3016585" y="2076154"/>
                  </a:lnTo>
                  <a:lnTo>
                    <a:pt x="3017430" y="2028199"/>
                  </a:lnTo>
                  <a:lnTo>
                    <a:pt x="3018275" y="2019155"/>
                  </a:lnTo>
                  <a:lnTo>
                    <a:pt x="3019120" y="2069424"/>
                  </a:lnTo>
                  <a:lnTo>
                    <a:pt x="3019966" y="2010742"/>
                  </a:lnTo>
                  <a:lnTo>
                    <a:pt x="3020811" y="1935023"/>
                  </a:lnTo>
                  <a:lnTo>
                    <a:pt x="3021656" y="1959211"/>
                  </a:lnTo>
                  <a:lnTo>
                    <a:pt x="3022501" y="2086671"/>
                  </a:lnTo>
                  <a:lnTo>
                    <a:pt x="3023346" y="2103286"/>
                  </a:lnTo>
                  <a:lnTo>
                    <a:pt x="3023346" y="2103286"/>
                  </a:lnTo>
                  <a:lnTo>
                    <a:pt x="3024191" y="2103286"/>
                  </a:lnTo>
                  <a:lnTo>
                    <a:pt x="3025036" y="2103286"/>
                  </a:lnTo>
                  <a:lnTo>
                    <a:pt x="3025881" y="2100763"/>
                  </a:lnTo>
                  <a:lnTo>
                    <a:pt x="3026726" y="2061221"/>
                  </a:lnTo>
                  <a:lnTo>
                    <a:pt x="3027571" y="2028620"/>
                  </a:lnTo>
                  <a:lnTo>
                    <a:pt x="3028416" y="2040398"/>
                  </a:lnTo>
                  <a:lnTo>
                    <a:pt x="3029262" y="1992443"/>
                  </a:lnTo>
                  <a:lnTo>
                    <a:pt x="3030107" y="2019155"/>
                  </a:lnTo>
                  <a:lnTo>
                    <a:pt x="3030952" y="2054911"/>
                  </a:lnTo>
                  <a:lnTo>
                    <a:pt x="3031797" y="2061221"/>
                  </a:lnTo>
                  <a:lnTo>
                    <a:pt x="3032642" y="2061221"/>
                  </a:lnTo>
                  <a:lnTo>
                    <a:pt x="3033487" y="2086040"/>
                  </a:lnTo>
                  <a:lnTo>
                    <a:pt x="3034332" y="2033247"/>
                  </a:lnTo>
                  <a:lnTo>
                    <a:pt x="3035177" y="1965101"/>
                  </a:lnTo>
                  <a:lnTo>
                    <a:pt x="3036022" y="1919249"/>
                  </a:lnTo>
                  <a:lnTo>
                    <a:pt x="3036867" y="2009480"/>
                  </a:lnTo>
                  <a:lnTo>
                    <a:pt x="3037713" y="2031564"/>
                  </a:lnTo>
                  <a:lnTo>
                    <a:pt x="3038558" y="1976037"/>
                  </a:lnTo>
                  <a:lnTo>
                    <a:pt x="3039403" y="1942595"/>
                  </a:lnTo>
                  <a:lnTo>
                    <a:pt x="3040248" y="1976879"/>
                  </a:lnTo>
                  <a:lnTo>
                    <a:pt x="3041093" y="2059328"/>
                  </a:lnTo>
                  <a:lnTo>
                    <a:pt x="3041938" y="2065638"/>
                  </a:lnTo>
                  <a:lnTo>
                    <a:pt x="3042783" y="2073630"/>
                  </a:lnTo>
                  <a:lnTo>
                    <a:pt x="3043628" y="1994757"/>
                  </a:lnTo>
                  <a:lnTo>
                    <a:pt x="3044473" y="1912939"/>
                  </a:lnTo>
                  <a:lnTo>
                    <a:pt x="3045318" y="1944488"/>
                  </a:lnTo>
                  <a:lnTo>
                    <a:pt x="3046163" y="2013055"/>
                  </a:lnTo>
                  <a:lnTo>
                    <a:pt x="3047009" y="2061221"/>
                  </a:lnTo>
                  <a:lnTo>
                    <a:pt x="3047854" y="2031985"/>
                  </a:lnTo>
                  <a:lnTo>
                    <a:pt x="3048699" y="2003170"/>
                  </a:lnTo>
                  <a:lnTo>
                    <a:pt x="3049544" y="1982768"/>
                  </a:lnTo>
                  <a:lnTo>
                    <a:pt x="3050389" y="2019155"/>
                  </a:lnTo>
                  <a:lnTo>
                    <a:pt x="3051234" y="2013056"/>
                  </a:lnTo>
                  <a:lnTo>
                    <a:pt x="3052079" y="1985713"/>
                  </a:lnTo>
                  <a:lnTo>
                    <a:pt x="3052924" y="1951429"/>
                  </a:lnTo>
                  <a:lnTo>
                    <a:pt x="3053769" y="1887279"/>
                  </a:lnTo>
                  <a:lnTo>
                    <a:pt x="3054614" y="1898006"/>
                  </a:lnTo>
                  <a:lnTo>
                    <a:pt x="3055459" y="1950798"/>
                  </a:lnTo>
                  <a:lnTo>
                    <a:pt x="3056305" y="2046077"/>
                  </a:lnTo>
                  <a:lnTo>
                    <a:pt x="3057150" y="1984661"/>
                  </a:lnTo>
                  <a:lnTo>
                    <a:pt x="3057995" y="1973093"/>
                  </a:lnTo>
                  <a:lnTo>
                    <a:pt x="3058840" y="1986134"/>
                  </a:lnTo>
                  <a:lnTo>
                    <a:pt x="3059685" y="2009901"/>
                  </a:lnTo>
                  <a:lnTo>
                    <a:pt x="3060530" y="1959842"/>
                  </a:lnTo>
                  <a:lnTo>
                    <a:pt x="3061375" y="1977089"/>
                  </a:lnTo>
                  <a:lnTo>
                    <a:pt x="3062220" y="2078888"/>
                  </a:lnTo>
                  <a:lnTo>
                    <a:pt x="3063065" y="2103286"/>
                  </a:lnTo>
                  <a:lnTo>
                    <a:pt x="3063065" y="2103286"/>
                  </a:lnTo>
                  <a:lnTo>
                    <a:pt x="3063910" y="2079099"/>
                  </a:lnTo>
                  <a:lnTo>
                    <a:pt x="3064755" y="2061221"/>
                  </a:lnTo>
                  <a:lnTo>
                    <a:pt x="3065601" y="2009059"/>
                  </a:lnTo>
                  <a:lnTo>
                    <a:pt x="3066446" y="1952270"/>
                  </a:lnTo>
                  <a:lnTo>
                    <a:pt x="3067291" y="1884335"/>
                  </a:lnTo>
                  <a:lnTo>
                    <a:pt x="3068136" y="1848578"/>
                  </a:lnTo>
                  <a:lnTo>
                    <a:pt x="3068981" y="1834697"/>
                  </a:lnTo>
                  <a:lnTo>
                    <a:pt x="3069826" y="1846476"/>
                  </a:lnTo>
                  <a:lnTo>
                    <a:pt x="3070671" y="1880759"/>
                  </a:lnTo>
                  <a:lnTo>
                    <a:pt x="3071516" y="1830069"/>
                  </a:lnTo>
                  <a:lnTo>
                    <a:pt x="3072361" y="1821867"/>
                  </a:lnTo>
                  <a:lnTo>
                    <a:pt x="3073206" y="1884334"/>
                  </a:lnTo>
                  <a:lnTo>
                    <a:pt x="3074051" y="1975617"/>
                  </a:lnTo>
                  <a:lnTo>
                    <a:pt x="3074897" y="2039767"/>
                  </a:lnTo>
                  <a:lnTo>
                    <a:pt x="3075742" y="2072158"/>
                  </a:lnTo>
                  <a:lnTo>
                    <a:pt x="3076587" y="2092139"/>
                  </a:lnTo>
                  <a:lnTo>
                    <a:pt x="3077432" y="2019155"/>
                  </a:lnTo>
                  <a:lnTo>
                    <a:pt x="3078277" y="2019155"/>
                  </a:lnTo>
                  <a:lnTo>
                    <a:pt x="3079122" y="2071948"/>
                  </a:lnTo>
                  <a:lnTo>
                    <a:pt x="3079967" y="2022731"/>
                  </a:lnTo>
                  <a:lnTo>
                    <a:pt x="3080812" y="1937547"/>
                  </a:lnTo>
                  <a:lnTo>
                    <a:pt x="3081657" y="1924717"/>
                  </a:lnTo>
                  <a:lnTo>
                    <a:pt x="3082502" y="1988447"/>
                  </a:lnTo>
                  <a:lnTo>
                    <a:pt x="3083347" y="2000015"/>
                  </a:lnTo>
                  <a:lnTo>
                    <a:pt x="3084193" y="1975407"/>
                  </a:lnTo>
                  <a:lnTo>
                    <a:pt x="3085038" y="1951429"/>
                  </a:lnTo>
                  <a:lnTo>
                    <a:pt x="3085883" y="1943226"/>
                  </a:lnTo>
                  <a:lnTo>
                    <a:pt x="3086728" y="1967414"/>
                  </a:lnTo>
                  <a:lnTo>
                    <a:pt x="3087573" y="1997702"/>
                  </a:lnTo>
                  <a:lnTo>
                    <a:pt x="3088418" y="1974355"/>
                  </a:lnTo>
                  <a:lnTo>
                    <a:pt x="3089263" y="1975827"/>
                  </a:lnTo>
                  <a:lnTo>
                    <a:pt x="3090108" y="1964469"/>
                  </a:lnTo>
                  <a:lnTo>
                    <a:pt x="3090953" y="1983610"/>
                  </a:lnTo>
                  <a:lnTo>
                    <a:pt x="3091798" y="1970148"/>
                  </a:lnTo>
                  <a:lnTo>
                    <a:pt x="3092643" y="1909364"/>
                  </a:lnTo>
                  <a:lnTo>
                    <a:pt x="3093489" y="1818501"/>
                  </a:lnTo>
                  <a:lnTo>
                    <a:pt x="3094334" y="1899057"/>
                  </a:lnTo>
                  <a:lnTo>
                    <a:pt x="3095179" y="1942385"/>
                  </a:lnTo>
                  <a:lnTo>
                    <a:pt x="3096024" y="1983189"/>
                  </a:lnTo>
                  <a:lnTo>
                    <a:pt x="3096869" y="1852575"/>
                  </a:lnTo>
                  <a:lnTo>
                    <a:pt x="3097714" y="1734160"/>
                  </a:lnTo>
                  <a:lnTo>
                    <a:pt x="3098559" y="1756034"/>
                  </a:lnTo>
                  <a:lnTo>
                    <a:pt x="3099404" y="1863302"/>
                  </a:lnTo>
                  <a:lnTo>
                    <a:pt x="3100249" y="1976248"/>
                  </a:lnTo>
                  <a:lnTo>
                    <a:pt x="3101094" y="1989920"/>
                  </a:lnTo>
                  <a:lnTo>
                    <a:pt x="3101940" y="2000015"/>
                  </a:lnTo>
                  <a:lnTo>
                    <a:pt x="3102785" y="1885176"/>
                  </a:lnTo>
                  <a:lnTo>
                    <a:pt x="3103630" y="1935023"/>
                  </a:lnTo>
                  <a:lnTo>
                    <a:pt x="3104475" y="2023993"/>
                  </a:lnTo>
                  <a:lnTo>
                    <a:pt x="3105320" y="2093611"/>
                  </a:lnTo>
                  <a:lnTo>
                    <a:pt x="3106165" y="2059117"/>
                  </a:lnTo>
                  <a:lnTo>
                    <a:pt x="3107010" y="1913570"/>
                  </a:lnTo>
                  <a:lnTo>
                    <a:pt x="3107855" y="1888962"/>
                  </a:lnTo>
                  <a:lnTo>
                    <a:pt x="3108700" y="1878445"/>
                  </a:lnTo>
                  <a:lnTo>
                    <a:pt x="3109545" y="1851313"/>
                  </a:lnTo>
                  <a:lnTo>
                    <a:pt x="3110390" y="1845634"/>
                  </a:lnTo>
                  <a:lnTo>
                    <a:pt x="3111236" y="1865195"/>
                  </a:lnTo>
                  <a:lnTo>
                    <a:pt x="3112081" y="1918407"/>
                  </a:lnTo>
                  <a:lnTo>
                    <a:pt x="3112926" y="1962577"/>
                  </a:lnTo>
                  <a:lnTo>
                    <a:pt x="3113771" y="1977089"/>
                  </a:lnTo>
                  <a:lnTo>
                    <a:pt x="3114616" y="1999805"/>
                  </a:lnTo>
                  <a:lnTo>
                    <a:pt x="3115461" y="2086881"/>
                  </a:lnTo>
                  <a:lnTo>
                    <a:pt x="3116306" y="2103286"/>
                  </a:lnTo>
                  <a:lnTo>
                    <a:pt x="3116306" y="2103286"/>
                  </a:lnTo>
                  <a:lnTo>
                    <a:pt x="3117151" y="2070686"/>
                  </a:lnTo>
                  <a:lnTo>
                    <a:pt x="3117996" y="2034299"/>
                  </a:lnTo>
                  <a:lnTo>
                    <a:pt x="3118841" y="1978562"/>
                  </a:lnTo>
                  <a:lnTo>
                    <a:pt x="3119686" y="1922194"/>
                  </a:lnTo>
                  <a:lnTo>
                    <a:pt x="3120532" y="1935444"/>
                  </a:lnTo>
                  <a:lnTo>
                    <a:pt x="3121377" y="1981717"/>
                  </a:lnTo>
                  <a:lnTo>
                    <a:pt x="3122222" y="2062483"/>
                  </a:lnTo>
                  <a:lnTo>
                    <a:pt x="3123067" y="2103286"/>
                  </a:lnTo>
                  <a:lnTo>
                    <a:pt x="3123067" y="2103286"/>
                  </a:lnTo>
                  <a:lnTo>
                    <a:pt x="3123912" y="2064165"/>
                  </a:lnTo>
                  <a:lnTo>
                    <a:pt x="3124757" y="1978772"/>
                  </a:lnTo>
                  <a:lnTo>
                    <a:pt x="3125602" y="1951008"/>
                  </a:lnTo>
                  <a:lnTo>
                    <a:pt x="3126447" y="1999805"/>
                  </a:lnTo>
                  <a:lnTo>
                    <a:pt x="3127292" y="2078257"/>
                  </a:lnTo>
                  <a:lnTo>
                    <a:pt x="3128137" y="2061221"/>
                  </a:lnTo>
                  <a:lnTo>
                    <a:pt x="3128982" y="2052808"/>
                  </a:lnTo>
                  <a:lnTo>
                    <a:pt x="3129828" y="2060590"/>
                  </a:lnTo>
                  <a:lnTo>
                    <a:pt x="3130673" y="1979824"/>
                  </a:lnTo>
                  <a:lnTo>
                    <a:pt x="3131518" y="1873818"/>
                  </a:lnTo>
                  <a:lnTo>
                    <a:pt x="3132363" y="1806512"/>
                  </a:lnTo>
                  <a:lnTo>
                    <a:pt x="3133208" y="1906839"/>
                  </a:lnTo>
                  <a:lnTo>
                    <a:pt x="3134053" y="2039347"/>
                  </a:lnTo>
                  <a:lnTo>
                    <a:pt x="3134898" y="1998753"/>
                  </a:lnTo>
                  <a:lnTo>
                    <a:pt x="3135743" y="1977089"/>
                  </a:lnTo>
                  <a:lnTo>
                    <a:pt x="3136588" y="2032406"/>
                  </a:lnTo>
                  <a:lnTo>
                    <a:pt x="3137433" y="2103286"/>
                  </a:lnTo>
                  <a:lnTo>
                    <a:pt x="3137433" y="2103286"/>
                  </a:lnTo>
                  <a:lnTo>
                    <a:pt x="3138278" y="2069213"/>
                  </a:lnTo>
                  <a:lnTo>
                    <a:pt x="3139124" y="1965732"/>
                  </a:lnTo>
                  <a:lnTo>
                    <a:pt x="3139969" y="1847106"/>
                  </a:lnTo>
                  <a:lnTo>
                    <a:pt x="3140814" y="1797258"/>
                  </a:lnTo>
                  <a:lnTo>
                    <a:pt x="3141659" y="1708710"/>
                  </a:lnTo>
                  <a:lnTo>
                    <a:pt x="3142504" y="1663489"/>
                  </a:lnTo>
                  <a:lnTo>
                    <a:pt x="3143349" y="1743414"/>
                  </a:lnTo>
                  <a:lnTo>
                    <a:pt x="3144194" y="1891065"/>
                  </a:lnTo>
                  <a:lnTo>
                    <a:pt x="3145039" y="1822708"/>
                  </a:lnTo>
                  <a:lnTo>
                    <a:pt x="3145884" y="1813243"/>
                  </a:lnTo>
                  <a:lnTo>
                    <a:pt x="3146729" y="1915042"/>
                  </a:lnTo>
                  <a:lnTo>
                    <a:pt x="3147574" y="1959842"/>
                  </a:lnTo>
                  <a:lnTo>
                    <a:pt x="3148420" y="1934182"/>
                  </a:lnTo>
                  <a:lnTo>
                    <a:pt x="3149265" y="1956267"/>
                  </a:lnTo>
                  <a:lnTo>
                    <a:pt x="3150110" y="2008639"/>
                  </a:lnTo>
                  <a:lnTo>
                    <a:pt x="3150955" y="1860357"/>
                  </a:lnTo>
                  <a:lnTo>
                    <a:pt x="3151800" y="1875921"/>
                  </a:lnTo>
                  <a:lnTo>
                    <a:pt x="3152645" y="2022100"/>
                  </a:lnTo>
                  <a:lnTo>
                    <a:pt x="3153490" y="2050073"/>
                  </a:lnTo>
                  <a:lnTo>
                    <a:pt x="3154335" y="1909784"/>
                  </a:lnTo>
                  <a:lnTo>
                    <a:pt x="3155180" y="1830279"/>
                  </a:lnTo>
                  <a:lnTo>
                    <a:pt x="3156025" y="1884334"/>
                  </a:lnTo>
                  <a:lnTo>
                    <a:pt x="3156870" y="2032406"/>
                  </a:lnTo>
                  <a:lnTo>
                    <a:pt x="3157716" y="1965100"/>
                  </a:lnTo>
                  <a:lnTo>
                    <a:pt x="3158561" y="1903054"/>
                  </a:lnTo>
                  <a:lnTo>
                    <a:pt x="3159406" y="1907681"/>
                  </a:lnTo>
                  <a:lnTo>
                    <a:pt x="3160251" y="2005273"/>
                  </a:lnTo>
                  <a:lnTo>
                    <a:pt x="3161096" y="2024834"/>
                  </a:lnTo>
                  <a:lnTo>
                    <a:pt x="3161941" y="2045446"/>
                  </a:lnTo>
                  <a:lnTo>
                    <a:pt x="3162786" y="1988657"/>
                  </a:lnTo>
                  <a:lnTo>
                    <a:pt x="3163631" y="1939651"/>
                  </a:lnTo>
                  <a:lnTo>
                    <a:pt x="3164476" y="1926400"/>
                  </a:lnTo>
                  <a:lnTo>
                    <a:pt x="3165321" y="1915253"/>
                  </a:lnTo>
                  <a:lnTo>
                    <a:pt x="3166167" y="1901581"/>
                  </a:lnTo>
                  <a:lnTo>
                    <a:pt x="3167012" y="1977510"/>
                  </a:lnTo>
                  <a:lnTo>
                    <a:pt x="3167857" y="2033247"/>
                  </a:lnTo>
                  <a:lnTo>
                    <a:pt x="3168702" y="2088143"/>
                  </a:lnTo>
                  <a:lnTo>
                    <a:pt x="3169547" y="2103286"/>
                  </a:lnTo>
                  <a:lnTo>
                    <a:pt x="3169547" y="2103286"/>
                  </a:lnTo>
                  <a:lnTo>
                    <a:pt x="3170392" y="2071317"/>
                  </a:lnTo>
                  <a:lnTo>
                    <a:pt x="3171237" y="1980665"/>
                  </a:lnTo>
                  <a:lnTo>
                    <a:pt x="3172082" y="1953112"/>
                  </a:lnTo>
                  <a:lnTo>
                    <a:pt x="3172927" y="1966573"/>
                  </a:lnTo>
                  <a:lnTo>
                    <a:pt x="3173772" y="1916094"/>
                  </a:lnTo>
                  <a:lnTo>
                    <a:pt x="3174617" y="1859305"/>
                  </a:lnTo>
                  <a:lnTo>
                    <a:pt x="3175463" y="1845424"/>
                  </a:lnTo>
                  <a:lnTo>
                    <a:pt x="3176308" y="1806302"/>
                  </a:lnTo>
                  <a:lnTo>
                    <a:pt x="3177153" y="1832173"/>
                  </a:lnTo>
                  <a:lnTo>
                    <a:pt x="3177998" y="1900950"/>
                  </a:lnTo>
                  <a:lnTo>
                    <a:pt x="3178843" y="2021258"/>
                  </a:lnTo>
                  <a:lnTo>
                    <a:pt x="3179688" y="2019155"/>
                  </a:lnTo>
                  <a:lnTo>
                    <a:pt x="3180533" y="2062903"/>
                  </a:lnTo>
                  <a:lnTo>
                    <a:pt x="3181378" y="2103286"/>
                  </a:lnTo>
                  <a:lnTo>
                    <a:pt x="3181378" y="2103286"/>
                  </a:lnTo>
                  <a:lnTo>
                    <a:pt x="3182223" y="2103286"/>
                  </a:lnTo>
                  <a:lnTo>
                    <a:pt x="3183068" y="2002749"/>
                  </a:lnTo>
                  <a:lnTo>
                    <a:pt x="3183913" y="1920301"/>
                  </a:lnTo>
                  <a:lnTo>
                    <a:pt x="3184759" y="1913149"/>
                  </a:lnTo>
                  <a:lnTo>
                    <a:pt x="3185604" y="2038085"/>
                  </a:lnTo>
                  <a:lnTo>
                    <a:pt x="3186449" y="2054700"/>
                  </a:lnTo>
                  <a:lnTo>
                    <a:pt x="3187294" y="2061221"/>
                  </a:lnTo>
                  <a:lnTo>
                    <a:pt x="3188139" y="2053859"/>
                  </a:lnTo>
                  <a:lnTo>
                    <a:pt x="3188984" y="1966573"/>
                  </a:lnTo>
                  <a:lnTo>
                    <a:pt x="3189829" y="1888962"/>
                  </a:lnTo>
                  <a:lnTo>
                    <a:pt x="3190674" y="1934392"/>
                  </a:lnTo>
                  <a:lnTo>
                    <a:pt x="3191519" y="2046077"/>
                  </a:lnTo>
                  <a:lnTo>
                    <a:pt x="3192364" y="2090246"/>
                  </a:lnTo>
                  <a:lnTo>
                    <a:pt x="3193209" y="2040188"/>
                  </a:lnTo>
                  <a:lnTo>
                    <a:pt x="3194055" y="2009690"/>
                  </a:lnTo>
                  <a:lnTo>
                    <a:pt x="3194900" y="1933761"/>
                  </a:lnTo>
                  <a:lnTo>
                    <a:pt x="3195745" y="1936496"/>
                  </a:lnTo>
                  <a:lnTo>
                    <a:pt x="3196590" y="1920931"/>
                  </a:lnTo>
                  <a:lnTo>
                    <a:pt x="3197435" y="1896534"/>
                  </a:lnTo>
                  <a:lnTo>
                    <a:pt x="3198280" y="1853206"/>
                  </a:lnTo>
                  <a:lnTo>
                    <a:pt x="3199125" y="1811560"/>
                  </a:lnTo>
                  <a:lnTo>
                    <a:pt x="3199970" y="1826073"/>
                  </a:lnTo>
                  <a:lnTo>
                    <a:pt x="3200815" y="1870453"/>
                  </a:lnTo>
                  <a:lnTo>
                    <a:pt x="3201660" y="1935444"/>
                  </a:lnTo>
                  <a:lnTo>
                    <a:pt x="3202505" y="1965100"/>
                  </a:lnTo>
                  <a:lnTo>
                    <a:pt x="3203351" y="1957949"/>
                  </a:lnTo>
                  <a:lnTo>
                    <a:pt x="3204196" y="1865405"/>
                  </a:lnTo>
                  <a:lnTo>
                    <a:pt x="3205041" y="1906629"/>
                  </a:lnTo>
                  <a:lnTo>
                    <a:pt x="3205886" y="1991812"/>
                  </a:lnTo>
                  <a:lnTo>
                    <a:pt x="3206731" y="1917987"/>
                  </a:lnTo>
                  <a:lnTo>
                    <a:pt x="3207576" y="1782115"/>
                  </a:lnTo>
                  <a:lnTo>
                    <a:pt x="3208421" y="1794944"/>
                  </a:lnTo>
                  <a:lnTo>
                    <a:pt x="3209266" y="1911677"/>
                  </a:lnTo>
                  <a:lnTo>
                    <a:pt x="3210111" y="2009690"/>
                  </a:lnTo>
                  <a:lnTo>
                    <a:pt x="3210956" y="1947643"/>
                  </a:lnTo>
                  <a:lnTo>
                    <a:pt x="3211801" y="1955636"/>
                  </a:lnTo>
                  <a:lnTo>
                    <a:pt x="3212647" y="1961315"/>
                  </a:lnTo>
                  <a:lnTo>
                    <a:pt x="3213492" y="2053649"/>
                  </a:lnTo>
                  <a:lnTo>
                    <a:pt x="3214337" y="2055963"/>
                  </a:lnTo>
                  <a:lnTo>
                    <a:pt x="3215182" y="1899267"/>
                  </a:lnTo>
                  <a:lnTo>
                    <a:pt x="3216027" y="1681157"/>
                  </a:lnTo>
                  <a:lnTo>
                    <a:pt x="3216872" y="1679685"/>
                  </a:lnTo>
                  <a:lnTo>
                    <a:pt x="3217717" y="1864143"/>
                  </a:lnTo>
                  <a:lnTo>
                    <a:pt x="3218562" y="2069424"/>
                  </a:lnTo>
                  <a:lnTo>
                    <a:pt x="3219407" y="2103286"/>
                  </a:lnTo>
                  <a:lnTo>
                    <a:pt x="3219407" y="2103286"/>
                  </a:lnTo>
                  <a:lnTo>
                    <a:pt x="3220252" y="2033037"/>
                  </a:lnTo>
                  <a:lnTo>
                    <a:pt x="3221097" y="1977089"/>
                  </a:lnTo>
                  <a:lnTo>
                    <a:pt x="3221943" y="1945119"/>
                  </a:lnTo>
                  <a:lnTo>
                    <a:pt x="3222788" y="2008007"/>
                  </a:lnTo>
                  <a:lnTo>
                    <a:pt x="3223633" y="1986554"/>
                  </a:lnTo>
                  <a:lnTo>
                    <a:pt x="3224478" y="2041450"/>
                  </a:lnTo>
                  <a:lnTo>
                    <a:pt x="3225323" y="2013266"/>
                  </a:lnTo>
                  <a:lnTo>
                    <a:pt x="3226168" y="2016421"/>
                  </a:lnTo>
                  <a:lnTo>
                    <a:pt x="3227013" y="2020838"/>
                  </a:lnTo>
                  <a:lnTo>
                    <a:pt x="3227858" y="2061221"/>
                  </a:lnTo>
                  <a:lnTo>
                    <a:pt x="3228703" y="1977510"/>
                  </a:lnTo>
                  <a:lnTo>
                    <a:pt x="3229548" y="1871504"/>
                  </a:lnTo>
                  <a:lnTo>
                    <a:pt x="3230394" y="1795996"/>
                  </a:lnTo>
                  <a:lnTo>
                    <a:pt x="3231239" y="1871084"/>
                  </a:lnTo>
                  <a:lnTo>
                    <a:pt x="3232084" y="1917146"/>
                  </a:lnTo>
                  <a:lnTo>
                    <a:pt x="3232929" y="2029041"/>
                  </a:lnTo>
                  <a:lnTo>
                    <a:pt x="3233774" y="2069213"/>
                  </a:lnTo>
                  <a:lnTo>
                    <a:pt x="3234619" y="2011163"/>
                  </a:lnTo>
                  <a:lnTo>
                    <a:pt x="3235464" y="1926821"/>
                  </a:lnTo>
                  <a:lnTo>
                    <a:pt x="3236309" y="1901792"/>
                  </a:lnTo>
                  <a:lnTo>
                    <a:pt x="3237154" y="1969307"/>
                  </a:lnTo>
                  <a:lnTo>
                    <a:pt x="3237999" y="2017683"/>
                  </a:lnTo>
                  <a:lnTo>
                    <a:pt x="3238844" y="2049863"/>
                  </a:lnTo>
                  <a:lnTo>
                    <a:pt x="3239690" y="2048180"/>
                  </a:lnTo>
                  <a:lnTo>
                    <a:pt x="3240535" y="1958791"/>
                  </a:lnTo>
                  <a:lnTo>
                    <a:pt x="3241380" y="1905367"/>
                  </a:lnTo>
                  <a:lnTo>
                    <a:pt x="3242225" y="1940912"/>
                  </a:lnTo>
                  <a:lnTo>
                    <a:pt x="3243070" y="2050284"/>
                  </a:lnTo>
                  <a:lnTo>
                    <a:pt x="3243915" y="2082254"/>
                  </a:lnTo>
                  <a:lnTo>
                    <a:pt x="3244760" y="2002329"/>
                  </a:lnTo>
                  <a:lnTo>
                    <a:pt x="3245605" y="1859306"/>
                  </a:lnTo>
                  <a:lnTo>
                    <a:pt x="3246450" y="1821446"/>
                  </a:lnTo>
                  <a:lnTo>
                    <a:pt x="3247295" y="1892958"/>
                  </a:lnTo>
                  <a:lnTo>
                    <a:pt x="3248140" y="1970990"/>
                  </a:lnTo>
                  <a:lnTo>
                    <a:pt x="3248986" y="2018734"/>
                  </a:lnTo>
                  <a:lnTo>
                    <a:pt x="3249831" y="1979403"/>
                  </a:lnTo>
                  <a:lnTo>
                    <a:pt x="3250676" y="1981086"/>
                  </a:lnTo>
                  <a:lnTo>
                    <a:pt x="3251521" y="2054490"/>
                  </a:lnTo>
                  <a:lnTo>
                    <a:pt x="3252366" y="2072789"/>
                  </a:lnTo>
                  <a:lnTo>
                    <a:pt x="3253211" y="2061221"/>
                  </a:lnTo>
                  <a:lnTo>
                    <a:pt x="3254056" y="2070475"/>
                  </a:lnTo>
                  <a:lnTo>
                    <a:pt x="3254901" y="2097187"/>
                  </a:lnTo>
                  <a:lnTo>
                    <a:pt x="3255746" y="2061221"/>
                  </a:lnTo>
                  <a:lnTo>
                    <a:pt x="3256591" y="2061221"/>
                  </a:lnTo>
                  <a:lnTo>
                    <a:pt x="3257436" y="2054070"/>
                  </a:lnTo>
                  <a:lnTo>
                    <a:pt x="3258282" y="1982979"/>
                  </a:lnTo>
                  <a:lnTo>
                    <a:pt x="3259127" y="1888962"/>
                  </a:lnTo>
                  <a:lnTo>
                    <a:pt x="3259972" y="1886017"/>
                  </a:lnTo>
                  <a:lnTo>
                    <a:pt x="3260817" y="1810929"/>
                  </a:lnTo>
                  <a:lnTo>
                    <a:pt x="3261662" y="1849420"/>
                  </a:lnTo>
                  <a:lnTo>
                    <a:pt x="3262507" y="1832172"/>
                  </a:lnTo>
                  <a:lnTo>
                    <a:pt x="3263352" y="1883703"/>
                  </a:lnTo>
                  <a:lnTo>
                    <a:pt x="3264197" y="1833435"/>
                  </a:lnTo>
                  <a:lnTo>
                    <a:pt x="3265042" y="1935654"/>
                  </a:lnTo>
                  <a:lnTo>
                    <a:pt x="3265887" y="2046918"/>
                  </a:lnTo>
                  <a:lnTo>
                    <a:pt x="3266732" y="2009901"/>
                  </a:lnTo>
                  <a:lnTo>
                    <a:pt x="3267578" y="1976669"/>
                  </a:lnTo>
                  <a:lnTo>
                    <a:pt x="3268423" y="1985923"/>
                  </a:lnTo>
                  <a:lnTo>
                    <a:pt x="3269268" y="2049232"/>
                  </a:lnTo>
                  <a:lnTo>
                    <a:pt x="3270113" y="2062693"/>
                  </a:lnTo>
                  <a:lnTo>
                    <a:pt x="3270958" y="2030723"/>
                  </a:lnTo>
                  <a:lnTo>
                    <a:pt x="3271803" y="1949536"/>
                  </a:lnTo>
                  <a:lnTo>
                    <a:pt x="3272648" y="1913780"/>
                  </a:lnTo>
                  <a:lnTo>
                    <a:pt x="3273493" y="1916935"/>
                  </a:lnTo>
                  <a:lnTo>
                    <a:pt x="3274338" y="1872556"/>
                  </a:lnTo>
                  <a:lnTo>
                    <a:pt x="3275183" y="1934182"/>
                  </a:lnTo>
                  <a:lnTo>
                    <a:pt x="3276028" y="1975617"/>
                  </a:lnTo>
                  <a:lnTo>
                    <a:pt x="3276874" y="2062693"/>
                  </a:lnTo>
                  <a:lnTo>
                    <a:pt x="3277719" y="2037874"/>
                  </a:lnTo>
                  <a:lnTo>
                    <a:pt x="3278564" y="2028830"/>
                  </a:lnTo>
                  <a:lnTo>
                    <a:pt x="3279409" y="2049022"/>
                  </a:lnTo>
                  <a:lnTo>
                    <a:pt x="3280254" y="2021258"/>
                  </a:lnTo>
                  <a:lnTo>
                    <a:pt x="3281099" y="1979613"/>
                  </a:lnTo>
                  <a:lnTo>
                    <a:pt x="3281944" y="1933551"/>
                  </a:lnTo>
                  <a:lnTo>
                    <a:pt x="3282789" y="1817029"/>
                  </a:lnTo>
                  <a:lnTo>
                    <a:pt x="3283634" y="1830911"/>
                  </a:lnTo>
                  <a:lnTo>
                    <a:pt x="3284479" y="1893168"/>
                  </a:lnTo>
                  <a:lnTo>
                    <a:pt x="3285324" y="1945750"/>
                  </a:lnTo>
                  <a:lnTo>
                    <a:pt x="3286170" y="1949957"/>
                  </a:lnTo>
                  <a:lnTo>
                    <a:pt x="3287015" y="1971410"/>
                  </a:lnTo>
                  <a:lnTo>
                    <a:pt x="3287860" y="1965732"/>
                  </a:lnTo>
                  <a:lnTo>
                    <a:pt x="3288705" y="1961735"/>
                  </a:lnTo>
                  <a:lnTo>
                    <a:pt x="3289550" y="2002329"/>
                  </a:lnTo>
                  <a:lnTo>
                    <a:pt x="3290395" y="2082464"/>
                  </a:lnTo>
                  <a:lnTo>
                    <a:pt x="3291240" y="2103286"/>
                  </a:lnTo>
                  <a:lnTo>
                    <a:pt x="3291240" y="2103286"/>
                  </a:lnTo>
                  <a:lnTo>
                    <a:pt x="3292085" y="2094453"/>
                  </a:lnTo>
                  <a:lnTo>
                    <a:pt x="3292930" y="2023151"/>
                  </a:lnTo>
                  <a:lnTo>
                    <a:pt x="3293775" y="1932920"/>
                  </a:lnTo>
                  <a:lnTo>
                    <a:pt x="3294621" y="1876763"/>
                  </a:lnTo>
                  <a:lnTo>
                    <a:pt x="3295466" y="1895482"/>
                  </a:lnTo>
                  <a:lnTo>
                    <a:pt x="3296311" y="1822918"/>
                  </a:lnTo>
                  <a:lnTo>
                    <a:pt x="3297156" y="1734791"/>
                  </a:lnTo>
                  <a:lnTo>
                    <a:pt x="3298001" y="1811771"/>
                  </a:lnTo>
                  <a:lnTo>
                    <a:pt x="3298846" y="1824812"/>
                  </a:lnTo>
                  <a:lnTo>
                    <a:pt x="3299691" y="1808826"/>
                  </a:lnTo>
                  <a:lnTo>
                    <a:pt x="3300536" y="1881810"/>
                  </a:lnTo>
                  <a:lnTo>
                    <a:pt x="3301381" y="1911677"/>
                  </a:lnTo>
                  <a:lnTo>
                    <a:pt x="3302226" y="1850892"/>
                  </a:lnTo>
                  <a:lnTo>
                    <a:pt x="3303071" y="1885176"/>
                  </a:lnTo>
                  <a:lnTo>
                    <a:pt x="3303917" y="1869401"/>
                  </a:lnTo>
                  <a:lnTo>
                    <a:pt x="3304762" y="1855730"/>
                  </a:lnTo>
                  <a:lnTo>
                    <a:pt x="3305607" y="1914201"/>
                  </a:lnTo>
                  <a:lnTo>
                    <a:pt x="3306452" y="1943857"/>
                  </a:lnTo>
                  <a:lnTo>
                    <a:pt x="3307297" y="1867508"/>
                  </a:lnTo>
                  <a:lnTo>
                    <a:pt x="3308142" y="1856361"/>
                  </a:lnTo>
                  <a:lnTo>
                    <a:pt x="3308987" y="1914201"/>
                  </a:lnTo>
                  <a:lnTo>
                    <a:pt x="3309832" y="2059117"/>
                  </a:lnTo>
                  <a:lnTo>
                    <a:pt x="3310677" y="2067741"/>
                  </a:lnTo>
                  <a:lnTo>
                    <a:pt x="3311522" y="2061221"/>
                  </a:lnTo>
                  <a:lnTo>
                    <a:pt x="3312367" y="2022520"/>
                  </a:lnTo>
                  <a:lnTo>
                    <a:pt x="3313213" y="1977089"/>
                  </a:lnTo>
                  <a:lnTo>
                    <a:pt x="3314058" y="1956267"/>
                  </a:lnTo>
                  <a:lnTo>
                    <a:pt x="3314903" y="1999174"/>
                  </a:lnTo>
                  <a:lnTo>
                    <a:pt x="3315748" y="1923876"/>
                  </a:lnTo>
                  <a:lnTo>
                    <a:pt x="3316593" y="1933130"/>
                  </a:lnTo>
                  <a:lnTo>
                    <a:pt x="3317438" y="1940071"/>
                  </a:lnTo>
                  <a:lnTo>
                    <a:pt x="3318283" y="1941333"/>
                  </a:lnTo>
                  <a:lnTo>
                    <a:pt x="3319128" y="1944909"/>
                  </a:lnTo>
                  <a:lnTo>
                    <a:pt x="3319973" y="1998753"/>
                  </a:lnTo>
                  <a:lnTo>
                    <a:pt x="3320818" y="2053439"/>
                  </a:lnTo>
                  <a:lnTo>
                    <a:pt x="3321663" y="2061221"/>
                  </a:lnTo>
                  <a:lnTo>
                    <a:pt x="3322509" y="2087933"/>
                  </a:lnTo>
                  <a:lnTo>
                    <a:pt x="3323354" y="2071527"/>
                  </a:lnTo>
                  <a:lnTo>
                    <a:pt x="3324199" y="2024624"/>
                  </a:lnTo>
                  <a:lnTo>
                    <a:pt x="3325044" y="1970569"/>
                  </a:lnTo>
                  <a:lnTo>
                    <a:pt x="3325889" y="1922825"/>
                  </a:lnTo>
                  <a:lnTo>
                    <a:pt x="3326734" y="1923455"/>
                  </a:lnTo>
                  <a:lnTo>
                    <a:pt x="3327579" y="1896744"/>
                  </a:lnTo>
                  <a:lnTo>
                    <a:pt x="3328424" y="1912308"/>
                  </a:lnTo>
                  <a:lnTo>
                    <a:pt x="3329269" y="1907050"/>
                  </a:lnTo>
                  <a:lnTo>
                    <a:pt x="3330114" y="1875080"/>
                  </a:lnTo>
                  <a:lnTo>
                    <a:pt x="3330959" y="1898847"/>
                  </a:lnTo>
                  <a:lnTo>
                    <a:pt x="3331805" y="1974776"/>
                  </a:lnTo>
                  <a:lnTo>
                    <a:pt x="3332650" y="2006325"/>
                  </a:lnTo>
                  <a:lnTo>
                    <a:pt x="3333495" y="1936075"/>
                  </a:lnTo>
                  <a:lnTo>
                    <a:pt x="3334340" y="1833224"/>
                  </a:lnTo>
                  <a:lnTo>
                    <a:pt x="3335185" y="1927031"/>
                  </a:lnTo>
                  <a:lnTo>
                    <a:pt x="3336030" y="2043133"/>
                  </a:lnTo>
                  <a:lnTo>
                    <a:pt x="3336875" y="2065638"/>
                  </a:lnTo>
                  <a:lnTo>
                    <a:pt x="3337720" y="1946381"/>
                  </a:lnTo>
                  <a:lnTo>
                    <a:pt x="3338565" y="1943857"/>
                  </a:lnTo>
                  <a:lnTo>
                    <a:pt x="3339410" y="1992443"/>
                  </a:lnTo>
                  <a:lnTo>
                    <a:pt x="3340255" y="2061221"/>
                  </a:lnTo>
                  <a:lnTo>
                    <a:pt x="3341101" y="2083305"/>
                  </a:lnTo>
                  <a:lnTo>
                    <a:pt x="3341946" y="2103286"/>
                  </a:lnTo>
                  <a:lnTo>
                    <a:pt x="3341946" y="2103286"/>
                  </a:lnTo>
                  <a:lnTo>
                    <a:pt x="3342791" y="2103286"/>
                  </a:lnTo>
                  <a:lnTo>
                    <a:pt x="3343636" y="2099501"/>
                  </a:lnTo>
                  <a:lnTo>
                    <a:pt x="3344481" y="2021258"/>
                  </a:lnTo>
                  <a:lnTo>
                    <a:pt x="3345326" y="1990761"/>
                  </a:lnTo>
                  <a:lnTo>
                    <a:pt x="3346171" y="2007166"/>
                  </a:lnTo>
                  <a:lnTo>
                    <a:pt x="3347016" y="2026306"/>
                  </a:lnTo>
                  <a:lnTo>
                    <a:pt x="3347861" y="2020207"/>
                  </a:lnTo>
                  <a:lnTo>
                    <a:pt x="3348706" y="2011162"/>
                  </a:lnTo>
                  <a:lnTo>
                    <a:pt x="3349551" y="2036823"/>
                  </a:lnTo>
                  <a:lnTo>
                    <a:pt x="3350397" y="2069424"/>
                  </a:lnTo>
                  <a:lnTo>
                    <a:pt x="3351242" y="2022310"/>
                  </a:lnTo>
                  <a:lnTo>
                    <a:pt x="3352087" y="1983189"/>
                  </a:lnTo>
                  <a:lnTo>
                    <a:pt x="3352932" y="2030303"/>
                  </a:lnTo>
                  <a:lnTo>
                    <a:pt x="3353777" y="2029461"/>
                  </a:lnTo>
                  <a:lnTo>
                    <a:pt x="3354622" y="2019155"/>
                  </a:lnTo>
                  <a:lnTo>
                    <a:pt x="3355467" y="2029882"/>
                  </a:lnTo>
                  <a:lnTo>
                    <a:pt x="3356312" y="2078678"/>
                  </a:lnTo>
                  <a:lnTo>
                    <a:pt x="3357157" y="2041029"/>
                  </a:lnTo>
                  <a:lnTo>
                    <a:pt x="3358002" y="1958791"/>
                  </a:lnTo>
                  <a:lnTo>
                    <a:pt x="3358848" y="1941544"/>
                  </a:lnTo>
                  <a:lnTo>
                    <a:pt x="3359693" y="1966152"/>
                  </a:lnTo>
                  <a:lnTo>
                    <a:pt x="3360538" y="2027779"/>
                  </a:lnTo>
                  <a:lnTo>
                    <a:pt x="3361383" y="2003591"/>
                  </a:lnTo>
                  <a:lnTo>
                    <a:pt x="3362228" y="1922194"/>
                  </a:lnTo>
                  <a:lnTo>
                    <a:pt x="3363073" y="1913570"/>
                  </a:lnTo>
                  <a:lnTo>
                    <a:pt x="3363918" y="2013686"/>
                  </a:lnTo>
                  <a:lnTo>
                    <a:pt x="3364763" y="2075102"/>
                  </a:lnTo>
                  <a:lnTo>
                    <a:pt x="3365608" y="1978982"/>
                  </a:lnTo>
                  <a:lnTo>
                    <a:pt x="3366453" y="1911046"/>
                  </a:lnTo>
                  <a:lnTo>
                    <a:pt x="3367298" y="1904315"/>
                  </a:lnTo>
                  <a:lnTo>
                    <a:pt x="3368144" y="1894430"/>
                  </a:lnTo>
                  <a:lnTo>
                    <a:pt x="3368989" y="1806723"/>
                  </a:lnTo>
                  <a:lnTo>
                    <a:pt x="3369834" y="1814926"/>
                  </a:lnTo>
                  <a:lnTo>
                    <a:pt x="3370679" y="1808616"/>
                  </a:lnTo>
                  <a:lnTo>
                    <a:pt x="3371524" y="1922614"/>
                  </a:lnTo>
                  <a:lnTo>
                    <a:pt x="3372369" y="1967835"/>
                  </a:lnTo>
                  <a:lnTo>
                    <a:pt x="3373214" y="1893378"/>
                  </a:lnTo>
                  <a:lnTo>
                    <a:pt x="3374059" y="1421611"/>
                  </a:lnTo>
                  <a:lnTo>
                    <a:pt x="3374904" y="956153"/>
                  </a:lnTo>
                  <a:lnTo>
                    <a:pt x="3375749" y="806189"/>
                  </a:lnTo>
                  <a:lnTo>
                    <a:pt x="3376594" y="834792"/>
                  </a:lnTo>
                  <a:lnTo>
                    <a:pt x="3377440" y="907147"/>
                  </a:lnTo>
                  <a:lnTo>
                    <a:pt x="3378285" y="1145869"/>
                  </a:lnTo>
                  <a:lnTo>
                    <a:pt x="3379130" y="1540236"/>
                  </a:lnTo>
                  <a:lnTo>
                    <a:pt x="3379975" y="1825022"/>
                  </a:lnTo>
                  <a:lnTo>
                    <a:pt x="3380820" y="1806302"/>
                  </a:lnTo>
                  <a:lnTo>
                    <a:pt x="3381665" y="1870873"/>
                  </a:lnTo>
                  <a:lnTo>
                    <a:pt x="3382510" y="1913570"/>
                  </a:lnTo>
                  <a:lnTo>
                    <a:pt x="3383355" y="1876342"/>
                  </a:lnTo>
                  <a:lnTo>
                    <a:pt x="3384200" y="1882441"/>
                  </a:lnTo>
                  <a:lnTo>
                    <a:pt x="3385045" y="1869822"/>
                  </a:lnTo>
                  <a:lnTo>
                    <a:pt x="3385890" y="1937337"/>
                  </a:lnTo>
                  <a:lnTo>
                    <a:pt x="3386736" y="1911256"/>
                  </a:lnTo>
                  <a:lnTo>
                    <a:pt x="3387581" y="1897165"/>
                  </a:lnTo>
                  <a:lnTo>
                    <a:pt x="3388426" y="1848789"/>
                  </a:lnTo>
                  <a:lnTo>
                    <a:pt x="3389271" y="1878656"/>
                  </a:lnTo>
                  <a:lnTo>
                    <a:pt x="3390116" y="2006956"/>
                  </a:lnTo>
                  <a:lnTo>
                    <a:pt x="3390961" y="1925348"/>
                  </a:lnTo>
                  <a:lnTo>
                    <a:pt x="3391806" y="1892958"/>
                  </a:lnTo>
                  <a:lnTo>
                    <a:pt x="3392651" y="1899688"/>
                  </a:lnTo>
                  <a:lnTo>
                    <a:pt x="3393496" y="1979403"/>
                  </a:lnTo>
                  <a:lnTo>
                    <a:pt x="3394341" y="1967414"/>
                  </a:lnTo>
                  <a:lnTo>
                    <a:pt x="3395186" y="1953743"/>
                  </a:lnTo>
                  <a:lnTo>
                    <a:pt x="3396032" y="1901371"/>
                  </a:lnTo>
                  <a:lnTo>
                    <a:pt x="3396877" y="1850472"/>
                  </a:lnTo>
                  <a:lnTo>
                    <a:pt x="3397722" y="1827335"/>
                  </a:lnTo>
                  <a:lnTo>
                    <a:pt x="3398567" y="1795786"/>
                  </a:lnTo>
                  <a:lnTo>
                    <a:pt x="3399412" y="1890434"/>
                  </a:lnTo>
                  <a:lnTo>
                    <a:pt x="3400257" y="1993705"/>
                  </a:lnTo>
                  <a:lnTo>
                    <a:pt x="3401102" y="1972462"/>
                  </a:lnTo>
                  <a:lnTo>
                    <a:pt x="3401947" y="1879497"/>
                  </a:lnTo>
                  <a:lnTo>
                    <a:pt x="3402792" y="1909574"/>
                  </a:lnTo>
                  <a:lnTo>
                    <a:pt x="3403637" y="2002539"/>
                  </a:lnTo>
                  <a:lnTo>
                    <a:pt x="3404482" y="1991812"/>
                  </a:lnTo>
                  <a:lnTo>
                    <a:pt x="3405328" y="1964890"/>
                  </a:lnTo>
                  <a:lnTo>
                    <a:pt x="3406173" y="2012424"/>
                  </a:lnTo>
                  <a:lnTo>
                    <a:pt x="3407018" y="2023151"/>
                  </a:lnTo>
                  <a:lnTo>
                    <a:pt x="3407863" y="1960473"/>
                  </a:lnTo>
                  <a:lnTo>
                    <a:pt x="3408708" y="1938599"/>
                  </a:lnTo>
                  <a:lnTo>
                    <a:pt x="3409553" y="2003591"/>
                  </a:lnTo>
                  <a:lnTo>
                    <a:pt x="3410398" y="1986133"/>
                  </a:lnTo>
                  <a:lnTo>
                    <a:pt x="3411243" y="1977089"/>
                  </a:lnTo>
                  <a:lnTo>
                    <a:pt x="3412088" y="2006115"/>
                  </a:lnTo>
                  <a:lnTo>
                    <a:pt x="3412933" y="2025886"/>
                  </a:lnTo>
                  <a:lnTo>
                    <a:pt x="3413778" y="1941544"/>
                  </a:lnTo>
                  <a:lnTo>
                    <a:pt x="3414624" y="1892537"/>
                  </a:lnTo>
                  <a:lnTo>
                    <a:pt x="3415469" y="1892747"/>
                  </a:lnTo>
                  <a:lnTo>
                    <a:pt x="3416314" y="1946591"/>
                  </a:lnTo>
                  <a:lnTo>
                    <a:pt x="3417159" y="2020838"/>
                  </a:lnTo>
                  <a:lnTo>
                    <a:pt x="3418004" y="2024623"/>
                  </a:lnTo>
                  <a:lnTo>
                    <a:pt x="3418849" y="2017052"/>
                  </a:lnTo>
                  <a:lnTo>
                    <a:pt x="3419694" y="1988657"/>
                  </a:lnTo>
                  <a:lnTo>
                    <a:pt x="3420539" y="1934392"/>
                  </a:lnTo>
                  <a:lnTo>
                    <a:pt x="3421384" y="1823970"/>
                  </a:lnTo>
                  <a:lnTo>
                    <a:pt x="3422229" y="1878235"/>
                  </a:lnTo>
                  <a:lnTo>
                    <a:pt x="3423075" y="1878235"/>
                  </a:lnTo>
                  <a:lnTo>
                    <a:pt x="3423920" y="1935023"/>
                  </a:lnTo>
                  <a:lnTo>
                    <a:pt x="3424765" y="1874869"/>
                  </a:lnTo>
                  <a:lnTo>
                    <a:pt x="3425610" y="1887910"/>
                  </a:lnTo>
                  <a:lnTo>
                    <a:pt x="3426455" y="1855309"/>
                  </a:lnTo>
                  <a:lnTo>
                    <a:pt x="3427300" y="1901160"/>
                  </a:lnTo>
                  <a:lnTo>
                    <a:pt x="3428145" y="1904526"/>
                  </a:lnTo>
                  <a:lnTo>
                    <a:pt x="3428990" y="1985503"/>
                  </a:lnTo>
                  <a:lnTo>
                    <a:pt x="3429835" y="1955215"/>
                  </a:lnTo>
                  <a:lnTo>
                    <a:pt x="3430680" y="1958791"/>
                  </a:lnTo>
                  <a:lnTo>
                    <a:pt x="3431525" y="1920931"/>
                  </a:lnTo>
                  <a:lnTo>
                    <a:pt x="3432371" y="1898427"/>
                  </a:lnTo>
                  <a:lnTo>
                    <a:pt x="3433216" y="1894640"/>
                  </a:lnTo>
                  <a:lnTo>
                    <a:pt x="3434061" y="1831121"/>
                  </a:lnTo>
                  <a:lnTo>
                    <a:pt x="3434906" y="1894220"/>
                  </a:lnTo>
                  <a:lnTo>
                    <a:pt x="3435751" y="1951639"/>
                  </a:lnTo>
                  <a:lnTo>
                    <a:pt x="3436596" y="1940913"/>
                  </a:lnTo>
                  <a:lnTo>
                    <a:pt x="3437441" y="1948695"/>
                  </a:lnTo>
                  <a:lnTo>
                    <a:pt x="3438286" y="2006325"/>
                  </a:lnTo>
                  <a:lnTo>
                    <a:pt x="3439131" y="2014528"/>
                  </a:lnTo>
                  <a:lnTo>
                    <a:pt x="3439976" y="2061221"/>
                  </a:lnTo>
                  <a:lnTo>
                    <a:pt x="3440821" y="2079730"/>
                  </a:lnTo>
                  <a:lnTo>
                    <a:pt x="3441667" y="2103286"/>
                  </a:lnTo>
                  <a:lnTo>
                    <a:pt x="3441667" y="2103286"/>
                  </a:lnTo>
                  <a:lnTo>
                    <a:pt x="3442512" y="2047339"/>
                  </a:lnTo>
                  <a:lnTo>
                    <a:pt x="3443357" y="1958580"/>
                  </a:lnTo>
                  <a:lnTo>
                    <a:pt x="3444202" y="1912308"/>
                  </a:lnTo>
                  <a:lnTo>
                    <a:pt x="3445047" y="1985292"/>
                  </a:lnTo>
                  <a:lnTo>
                    <a:pt x="3445892" y="2013897"/>
                  </a:lnTo>
                  <a:lnTo>
                    <a:pt x="3446737" y="1995388"/>
                  </a:lnTo>
                  <a:lnTo>
                    <a:pt x="3447582" y="1963628"/>
                  </a:lnTo>
                  <a:lnTo>
                    <a:pt x="3448427" y="1977720"/>
                  </a:lnTo>
                  <a:lnTo>
                    <a:pt x="3449272" y="1979613"/>
                  </a:lnTo>
                  <a:lnTo>
                    <a:pt x="3450117" y="1986975"/>
                  </a:lnTo>
                  <a:lnTo>
                    <a:pt x="3450963" y="1774753"/>
                  </a:lnTo>
                  <a:lnTo>
                    <a:pt x="3451808" y="1330749"/>
                  </a:lnTo>
                  <a:lnTo>
                    <a:pt x="3452653" y="1059635"/>
                  </a:lnTo>
                  <a:lnTo>
                    <a:pt x="3453498" y="1338320"/>
                  </a:lnTo>
                  <a:lnTo>
                    <a:pt x="3454343" y="1718174"/>
                  </a:lnTo>
                  <a:lnTo>
                    <a:pt x="3455188" y="1896323"/>
                  </a:lnTo>
                  <a:lnTo>
                    <a:pt x="3456033" y="1945540"/>
                  </a:lnTo>
                  <a:lnTo>
                    <a:pt x="3456878" y="1912098"/>
                  </a:lnTo>
                  <a:lnTo>
                    <a:pt x="3457723" y="1920721"/>
                  </a:lnTo>
                  <a:lnTo>
                    <a:pt x="3458568" y="1849841"/>
                  </a:lnTo>
                  <a:lnTo>
                    <a:pt x="3459413" y="1850892"/>
                  </a:lnTo>
                  <a:lnTo>
                    <a:pt x="3460259" y="1954374"/>
                  </a:lnTo>
                  <a:lnTo>
                    <a:pt x="3461104" y="2045025"/>
                  </a:lnTo>
                  <a:lnTo>
                    <a:pt x="3461949" y="2053859"/>
                  </a:lnTo>
                  <a:lnTo>
                    <a:pt x="3462794" y="2006535"/>
                  </a:lnTo>
                  <a:lnTo>
                    <a:pt x="3463639" y="1935023"/>
                  </a:lnTo>
                  <a:lnTo>
                    <a:pt x="3464484" y="1920300"/>
                  </a:lnTo>
                  <a:lnTo>
                    <a:pt x="3465329" y="1961104"/>
                  </a:lnTo>
                  <a:lnTo>
                    <a:pt x="3466174" y="1862881"/>
                  </a:lnTo>
                  <a:lnTo>
                    <a:pt x="3467019" y="1875080"/>
                  </a:lnTo>
                  <a:lnTo>
                    <a:pt x="3467864" y="1932499"/>
                  </a:lnTo>
                  <a:lnTo>
                    <a:pt x="3468709" y="1909364"/>
                  </a:lnTo>
                  <a:lnTo>
                    <a:pt x="3469555" y="1863512"/>
                  </a:lnTo>
                  <a:lnTo>
                    <a:pt x="3470400" y="1900319"/>
                  </a:lnTo>
                  <a:lnTo>
                    <a:pt x="3471245" y="1939861"/>
                  </a:lnTo>
                  <a:lnTo>
                    <a:pt x="3472090" y="1977931"/>
                  </a:lnTo>
                  <a:lnTo>
                    <a:pt x="3472935" y="1986133"/>
                  </a:lnTo>
                  <a:lnTo>
                    <a:pt x="3473780" y="1932499"/>
                  </a:lnTo>
                  <a:lnTo>
                    <a:pt x="3474625" y="1953743"/>
                  </a:lnTo>
                  <a:lnTo>
                    <a:pt x="3475470" y="2004432"/>
                  </a:lnTo>
                  <a:lnTo>
                    <a:pt x="3476315" y="1942806"/>
                  </a:lnTo>
                  <a:lnTo>
                    <a:pt x="3477160" y="1854467"/>
                  </a:lnTo>
                  <a:lnTo>
                    <a:pt x="3478006" y="1847527"/>
                  </a:lnTo>
                  <a:lnTo>
                    <a:pt x="3478851" y="1774122"/>
                  </a:lnTo>
                  <a:lnTo>
                    <a:pt x="3479696" y="1892958"/>
                  </a:lnTo>
                  <a:lnTo>
                    <a:pt x="3480541" y="1975828"/>
                  </a:lnTo>
                  <a:lnTo>
                    <a:pt x="3481386" y="2061221"/>
                  </a:lnTo>
                  <a:lnTo>
                    <a:pt x="3482231" y="2061221"/>
                  </a:lnTo>
                  <a:lnTo>
                    <a:pt x="3483076" y="2071106"/>
                  </a:lnTo>
                  <a:lnTo>
                    <a:pt x="3483921" y="2061221"/>
                  </a:lnTo>
                  <a:lnTo>
                    <a:pt x="3484766" y="1918197"/>
                  </a:lnTo>
                  <a:lnTo>
                    <a:pt x="3485611" y="1797047"/>
                  </a:lnTo>
                  <a:lnTo>
                    <a:pt x="3486456" y="1752038"/>
                  </a:lnTo>
                  <a:lnTo>
                    <a:pt x="3487302" y="1859305"/>
                  </a:lnTo>
                  <a:lnTo>
                    <a:pt x="3488147" y="1838062"/>
                  </a:lnTo>
                  <a:lnTo>
                    <a:pt x="3488992" y="1814084"/>
                  </a:lnTo>
                  <a:lnTo>
                    <a:pt x="3489837" y="1918828"/>
                  </a:lnTo>
                  <a:lnTo>
                    <a:pt x="3490682" y="1967414"/>
                  </a:lnTo>
                  <a:lnTo>
                    <a:pt x="3491527" y="2001487"/>
                  </a:lnTo>
                  <a:lnTo>
                    <a:pt x="3492372" y="1980665"/>
                  </a:lnTo>
                  <a:lnTo>
                    <a:pt x="3493217" y="2061221"/>
                  </a:lnTo>
                  <a:lnTo>
                    <a:pt x="3494062" y="2086460"/>
                  </a:lnTo>
                  <a:lnTo>
                    <a:pt x="3494907" y="2048601"/>
                  </a:lnTo>
                  <a:lnTo>
                    <a:pt x="3495752" y="1980244"/>
                  </a:lnTo>
                  <a:lnTo>
                    <a:pt x="3496598" y="1947223"/>
                  </a:lnTo>
                  <a:lnTo>
                    <a:pt x="3497443" y="2027779"/>
                  </a:lnTo>
                  <a:lnTo>
                    <a:pt x="3498288" y="2083936"/>
                  </a:lnTo>
                  <a:lnTo>
                    <a:pt x="3499133" y="2021679"/>
                  </a:lnTo>
                  <a:lnTo>
                    <a:pt x="3499978" y="1972041"/>
                  </a:lnTo>
                  <a:lnTo>
                    <a:pt x="3500823" y="1936916"/>
                  </a:lnTo>
                  <a:lnTo>
                    <a:pt x="3501668" y="1945329"/>
                  </a:lnTo>
                  <a:lnTo>
                    <a:pt x="3502513" y="1979614"/>
                  </a:lnTo>
                  <a:lnTo>
                    <a:pt x="3503358" y="2049022"/>
                  </a:lnTo>
                  <a:lnTo>
                    <a:pt x="3504203" y="2087933"/>
                  </a:lnTo>
                  <a:lnTo>
                    <a:pt x="3505048" y="2083305"/>
                  </a:lnTo>
                  <a:lnTo>
                    <a:pt x="3505894" y="2039557"/>
                  </a:lnTo>
                  <a:lnTo>
                    <a:pt x="3506739" y="1964259"/>
                  </a:lnTo>
                  <a:lnTo>
                    <a:pt x="3507584" y="1967414"/>
                  </a:lnTo>
                  <a:lnTo>
                    <a:pt x="3508429" y="1926611"/>
                  </a:lnTo>
                  <a:lnTo>
                    <a:pt x="3509274" y="1772439"/>
                  </a:lnTo>
                  <a:lnTo>
                    <a:pt x="3510119" y="1765919"/>
                  </a:lnTo>
                  <a:lnTo>
                    <a:pt x="3510964" y="1864143"/>
                  </a:lnTo>
                  <a:lnTo>
                    <a:pt x="3511809" y="1873818"/>
                  </a:lnTo>
                  <a:lnTo>
                    <a:pt x="3512654" y="1911046"/>
                  </a:lnTo>
                  <a:lnTo>
                    <a:pt x="3513499" y="1905577"/>
                  </a:lnTo>
                  <a:lnTo>
                    <a:pt x="3514344" y="1936285"/>
                  </a:lnTo>
                  <a:lnTo>
                    <a:pt x="3515190" y="1868349"/>
                  </a:lnTo>
                  <a:lnTo>
                    <a:pt x="3516035" y="1885176"/>
                  </a:lnTo>
                  <a:lnTo>
                    <a:pt x="3516880" y="1896113"/>
                  </a:lnTo>
                  <a:lnTo>
                    <a:pt x="3517725" y="2056383"/>
                  </a:lnTo>
                  <a:lnTo>
                    <a:pt x="3518570" y="1977089"/>
                  </a:lnTo>
                  <a:lnTo>
                    <a:pt x="3519415" y="1977089"/>
                  </a:lnTo>
                  <a:lnTo>
                    <a:pt x="3520260" y="2002539"/>
                  </a:lnTo>
                  <a:lnTo>
                    <a:pt x="3521105" y="2061221"/>
                  </a:lnTo>
                  <a:lnTo>
                    <a:pt x="3521950" y="2062693"/>
                  </a:lnTo>
                  <a:lnTo>
                    <a:pt x="3522795" y="2079309"/>
                  </a:lnTo>
                  <a:lnTo>
                    <a:pt x="3523640" y="2036402"/>
                  </a:lnTo>
                  <a:lnTo>
                    <a:pt x="3524486" y="1997281"/>
                  </a:lnTo>
                  <a:lnTo>
                    <a:pt x="3525331" y="2022731"/>
                  </a:lnTo>
                  <a:lnTo>
                    <a:pt x="3526176" y="2064586"/>
                  </a:lnTo>
                  <a:lnTo>
                    <a:pt x="3527021" y="2103286"/>
                  </a:lnTo>
                  <a:lnTo>
                    <a:pt x="3527021" y="2103286"/>
                  </a:lnTo>
                  <a:lnTo>
                    <a:pt x="3527866" y="2103286"/>
                  </a:lnTo>
                  <a:lnTo>
                    <a:pt x="3528711" y="2066269"/>
                  </a:lnTo>
                  <a:lnTo>
                    <a:pt x="3529556" y="2019155"/>
                  </a:lnTo>
                  <a:lnTo>
                    <a:pt x="3530401" y="2029041"/>
                  </a:lnTo>
                  <a:lnTo>
                    <a:pt x="3531246" y="2087933"/>
                  </a:lnTo>
                  <a:lnTo>
                    <a:pt x="3532091" y="2088984"/>
                  </a:lnTo>
                  <a:lnTo>
                    <a:pt x="3532936" y="2049442"/>
                  </a:lnTo>
                  <a:lnTo>
                    <a:pt x="3533782" y="1953953"/>
                  </a:lnTo>
                  <a:lnTo>
                    <a:pt x="3534627" y="1875921"/>
                  </a:lnTo>
                  <a:lnTo>
                    <a:pt x="3535472" y="1860568"/>
                  </a:lnTo>
                  <a:lnTo>
                    <a:pt x="3536317" y="1877183"/>
                  </a:lnTo>
                  <a:lnTo>
                    <a:pt x="3537162" y="1914201"/>
                  </a:lnTo>
                  <a:lnTo>
                    <a:pt x="3538007" y="1909363"/>
                  </a:lnTo>
                  <a:lnTo>
                    <a:pt x="3538852" y="1912308"/>
                  </a:lnTo>
                  <a:lnTo>
                    <a:pt x="3539697" y="1890644"/>
                  </a:lnTo>
                  <a:lnTo>
                    <a:pt x="3540542" y="1814505"/>
                  </a:lnTo>
                  <a:lnTo>
                    <a:pt x="3541387" y="1853416"/>
                  </a:lnTo>
                  <a:lnTo>
                    <a:pt x="3542233" y="1925348"/>
                  </a:lnTo>
                  <a:lnTo>
                    <a:pt x="3543078" y="1909994"/>
                  </a:lnTo>
                  <a:lnTo>
                    <a:pt x="3543923" y="1895481"/>
                  </a:lnTo>
                  <a:lnTo>
                    <a:pt x="3544768" y="1904105"/>
                  </a:lnTo>
                  <a:lnTo>
                    <a:pt x="3545613" y="1935023"/>
                  </a:lnTo>
                  <a:lnTo>
                    <a:pt x="3546458" y="2037033"/>
                  </a:lnTo>
                  <a:lnTo>
                    <a:pt x="3547303" y="2058276"/>
                  </a:lnTo>
                  <a:lnTo>
                    <a:pt x="3548148" y="2019155"/>
                  </a:lnTo>
                  <a:lnTo>
                    <a:pt x="3548993" y="1986554"/>
                  </a:lnTo>
                  <a:lnTo>
                    <a:pt x="3549838" y="1924717"/>
                  </a:lnTo>
                  <a:lnTo>
                    <a:pt x="3550683" y="1879707"/>
                  </a:lnTo>
                  <a:lnTo>
                    <a:pt x="3551529" y="1914201"/>
                  </a:lnTo>
                  <a:lnTo>
                    <a:pt x="3552374" y="1865615"/>
                  </a:lnTo>
                  <a:lnTo>
                    <a:pt x="3553219" y="1834907"/>
                  </a:lnTo>
                  <a:lnTo>
                    <a:pt x="3554064" y="1891906"/>
                  </a:lnTo>
                  <a:lnTo>
                    <a:pt x="3554909" y="2048391"/>
                  </a:lnTo>
                  <a:lnTo>
                    <a:pt x="3555754" y="2038085"/>
                  </a:lnTo>
                  <a:lnTo>
                    <a:pt x="3556599" y="1957108"/>
                  </a:lnTo>
                  <a:lnTo>
                    <a:pt x="3557444" y="1892537"/>
                  </a:lnTo>
                  <a:lnTo>
                    <a:pt x="3558289" y="1950377"/>
                  </a:lnTo>
                  <a:lnTo>
                    <a:pt x="3559134" y="1972883"/>
                  </a:lnTo>
                  <a:lnTo>
                    <a:pt x="3559979" y="1961525"/>
                  </a:lnTo>
                  <a:lnTo>
                    <a:pt x="3560825" y="1970990"/>
                  </a:lnTo>
                  <a:lnTo>
                    <a:pt x="3561670" y="2033457"/>
                  </a:lnTo>
                  <a:lnTo>
                    <a:pt x="3562515" y="2054490"/>
                  </a:lnTo>
                  <a:lnTo>
                    <a:pt x="3563360" y="1938809"/>
                  </a:lnTo>
                  <a:lnTo>
                    <a:pt x="3564205" y="1921562"/>
                  </a:lnTo>
                  <a:lnTo>
                    <a:pt x="3565050" y="1924717"/>
                  </a:lnTo>
                  <a:lnTo>
                    <a:pt x="3565895" y="2011583"/>
                  </a:lnTo>
                  <a:lnTo>
                    <a:pt x="3566740" y="1956267"/>
                  </a:lnTo>
                  <a:lnTo>
                    <a:pt x="3567585" y="1932289"/>
                  </a:lnTo>
                  <a:lnTo>
                    <a:pt x="3568430" y="1936916"/>
                  </a:lnTo>
                  <a:lnTo>
                    <a:pt x="3569275" y="1965731"/>
                  </a:lnTo>
                  <a:lnTo>
                    <a:pt x="3570121" y="1957739"/>
                  </a:lnTo>
                  <a:lnTo>
                    <a:pt x="3570966" y="2008849"/>
                  </a:lnTo>
                  <a:lnTo>
                    <a:pt x="3571811" y="2061221"/>
                  </a:lnTo>
                  <a:lnTo>
                    <a:pt x="3572656" y="2079940"/>
                  </a:lnTo>
                  <a:lnTo>
                    <a:pt x="3573501" y="2001908"/>
                  </a:lnTo>
                  <a:lnTo>
                    <a:pt x="3574346" y="1922194"/>
                  </a:lnTo>
                  <a:lnTo>
                    <a:pt x="3575191" y="1913991"/>
                  </a:lnTo>
                  <a:lnTo>
                    <a:pt x="3576036" y="1958791"/>
                  </a:lnTo>
                  <a:lnTo>
                    <a:pt x="3576881" y="1958370"/>
                  </a:lnTo>
                  <a:lnTo>
                    <a:pt x="3577726" y="1927662"/>
                  </a:lnTo>
                  <a:lnTo>
                    <a:pt x="3578571" y="1929976"/>
                  </a:lnTo>
                  <a:lnTo>
                    <a:pt x="3579417" y="1833224"/>
                  </a:lnTo>
                  <a:lnTo>
                    <a:pt x="3580262" y="1852154"/>
                  </a:lnTo>
                  <a:lnTo>
                    <a:pt x="3581107" y="1909574"/>
                  </a:lnTo>
                  <a:lnTo>
                    <a:pt x="3581952" y="1698194"/>
                  </a:lnTo>
                  <a:lnTo>
                    <a:pt x="3582797" y="1641194"/>
                  </a:lnTo>
                  <a:lnTo>
                    <a:pt x="3583642" y="1714600"/>
                  </a:lnTo>
                  <a:lnTo>
                    <a:pt x="3584487" y="1735001"/>
                  </a:lnTo>
                  <a:lnTo>
                    <a:pt x="3585332" y="1708921"/>
                  </a:lnTo>
                  <a:lnTo>
                    <a:pt x="3586177" y="1834066"/>
                  </a:lnTo>
                  <a:lnTo>
                    <a:pt x="3587022" y="1982768"/>
                  </a:lnTo>
                  <a:lnTo>
                    <a:pt x="3587867" y="2040398"/>
                  </a:lnTo>
                  <a:lnTo>
                    <a:pt x="3588713" y="2026516"/>
                  </a:lnTo>
                  <a:lnTo>
                    <a:pt x="3589558" y="2013686"/>
                  </a:lnTo>
                  <a:lnTo>
                    <a:pt x="3590403" y="2018734"/>
                  </a:lnTo>
                  <a:lnTo>
                    <a:pt x="3591248" y="2020627"/>
                  </a:lnTo>
                  <a:lnTo>
                    <a:pt x="3592093" y="2005273"/>
                  </a:lnTo>
                  <a:lnTo>
                    <a:pt x="3592938" y="1999805"/>
                  </a:lnTo>
                  <a:lnTo>
                    <a:pt x="3593783" y="1980244"/>
                  </a:lnTo>
                  <a:lnTo>
                    <a:pt x="3594628" y="1974776"/>
                  </a:lnTo>
                  <a:lnTo>
                    <a:pt x="3595473" y="1875290"/>
                  </a:lnTo>
                  <a:lnTo>
                    <a:pt x="3596318" y="1819343"/>
                  </a:lnTo>
                  <a:lnTo>
                    <a:pt x="3597163" y="1876973"/>
                  </a:lnTo>
                  <a:lnTo>
                    <a:pt x="3598009" y="1999384"/>
                  </a:lnTo>
                  <a:lnTo>
                    <a:pt x="3598854" y="1958370"/>
                  </a:lnTo>
                  <a:lnTo>
                    <a:pt x="3599699" y="1900950"/>
                  </a:lnTo>
                  <a:lnTo>
                    <a:pt x="3600544" y="1898426"/>
                  </a:lnTo>
                  <a:lnTo>
                    <a:pt x="3601389" y="1952270"/>
                  </a:lnTo>
                  <a:lnTo>
                    <a:pt x="3602234" y="1931027"/>
                  </a:lnTo>
                  <a:lnTo>
                    <a:pt x="3603079" y="2018314"/>
                  </a:lnTo>
                  <a:lnTo>
                    <a:pt x="3603924" y="2006115"/>
                  </a:lnTo>
                  <a:lnTo>
                    <a:pt x="3604769" y="2019155"/>
                  </a:lnTo>
                  <a:lnTo>
                    <a:pt x="3605614" y="2040819"/>
                  </a:lnTo>
                  <a:lnTo>
                    <a:pt x="3606460" y="2025044"/>
                  </a:lnTo>
                  <a:lnTo>
                    <a:pt x="3607305" y="1992233"/>
                  </a:lnTo>
                  <a:lnTo>
                    <a:pt x="3608150" y="1899268"/>
                  </a:lnTo>
                  <a:lnTo>
                    <a:pt x="3608995" y="1934392"/>
                  </a:lnTo>
                  <a:lnTo>
                    <a:pt x="3609840" y="1970780"/>
                  </a:lnTo>
                  <a:lnTo>
                    <a:pt x="3610685" y="2019155"/>
                  </a:lnTo>
                  <a:lnTo>
                    <a:pt x="3611530" y="2040609"/>
                  </a:lnTo>
                  <a:lnTo>
                    <a:pt x="3612375" y="2047549"/>
                  </a:lnTo>
                  <a:lnTo>
                    <a:pt x="3613220" y="2019155"/>
                  </a:lnTo>
                  <a:lnTo>
                    <a:pt x="3614065" y="2013897"/>
                  </a:lnTo>
                  <a:lnTo>
                    <a:pt x="3614910" y="2020627"/>
                  </a:lnTo>
                  <a:lnTo>
                    <a:pt x="3615756" y="1938599"/>
                  </a:lnTo>
                  <a:lnTo>
                    <a:pt x="3616601" y="1863512"/>
                  </a:lnTo>
                  <a:lnTo>
                    <a:pt x="3617446" y="1822497"/>
                  </a:lnTo>
                  <a:lnTo>
                    <a:pt x="3618291" y="1965311"/>
                  </a:lnTo>
                  <a:lnTo>
                    <a:pt x="3619136" y="2018103"/>
                  </a:lnTo>
                  <a:lnTo>
                    <a:pt x="3619981" y="2050704"/>
                  </a:lnTo>
                  <a:lnTo>
                    <a:pt x="3620826" y="2005063"/>
                  </a:lnTo>
                  <a:lnTo>
                    <a:pt x="3621671" y="1947433"/>
                  </a:lnTo>
                  <a:lnTo>
                    <a:pt x="3622516" y="1846265"/>
                  </a:lnTo>
                  <a:lnTo>
                    <a:pt x="3623361" y="1750776"/>
                  </a:lnTo>
                  <a:lnTo>
                    <a:pt x="3624206" y="1790738"/>
                  </a:lnTo>
                  <a:lnTo>
                    <a:pt x="3625052" y="1826915"/>
                  </a:lnTo>
                  <a:lnTo>
                    <a:pt x="3625897" y="1697142"/>
                  </a:lnTo>
                  <a:lnTo>
                    <a:pt x="3626742" y="1731426"/>
                  </a:lnTo>
                  <a:lnTo>
                    <a:pt x="3627587" y="1916935"/>
                  </a:lnTo>
                  <a:lnTo>
                    <a:pt x="3628432" y="2011162"/>
                  </a:lnTo>
                  <a:lnTo>
                    <a:pt x="3629277" y="2060590"/>
                  </a:lnTo>
                  <a:lnTo>
                    <a:pt x="3630122" y="2015369"/>
                  </a:lnTo>
                  <a:lnTo>
                    <a:pt x="3630967" y="1931869"/>
                  </a:lnTo>
                  <a:lnTo>
                    <a:pt x="3631812" y="1949326"/>
                  </a:lnTo>
                  <a:lnTo>
                    <a:pt x="3632657" y="1986134"/>
                  </a:lnTo>
                  <a:lnTo>
                    <a:pt x="3633502" y="2048180"/>
                  </a:lnTo>
                  <a:lnTo>
                    <a:pt x="3634348" y="2042081"/>
                  </a:lnTo>
                  <a:lnTo>
                    <a:pt x="3635193" y="2019155"/>
                  </a:lnTo>
                  <a:lnTo>
                    <a:pt x="3636038" y="2026306"/>
                  </a:lnTo>
                  <a:lnTo>
                    <a:pt x="3636883" y="2059538"/>
                  </a:lnTo>
                  <a:lnTo>
                    <a:pt x="3637728" y="2061221"/>
                  </a:lnTo>
                  <a:lnTo>
                    <a:pt x="3638573" y="2035981"/>
                  </a:lnTo>
                  <a:lnTo>
                    <a:pt x="3639418" y="2061221"/>
                  </a:lnTo>
                  <a:lnTo>
                    <a:pt x="3640263" y="2054490"/>
                  </a:lnTo>
                  <a:lnTo>
                    <a:pt x="3641108" y="2061221"/>
                  </a:lnTo>
                  <a:lnTo>
                    <a:pt x="3641953" y="2043763"/>
                  </a:lnTo>
                  <a:lnTo>
                    <a:pt x="3642798" y="2052808"/>
                  </a:lnTo>
                  <a:lnTo>
                    <a:pt x="3643644" y="2000436"/>
                  </a:lnTo>
                  <a:lnTo>
                    <a:pt x="3644489" y="1963839"/>
                  </a:lnTo>
                  <a:lnTo>
                    <a:pt x="3645334" y="1949536"/>
                  </a:lnTo>
                  <a:lnTo>
                    <a:pt x="3646179" y="2034509"/>
                  </a:lnTo>
                  <a:lnTo>
                    <a:pt x="3647024" y="2016631"/>
                  </a:lnTo>
                  <a:lnTo>
                    <a:pt x="3647869" y="1977089"/>
                  </a:lnTo>
                  <a:lnTo>
                    <a:pt x="3648714" y="1991181"/>
                  </a:lnTo>
                  <a:lnTo>
                    <a:pt x="3649559" y="1971410"/>
                  </a:lnTo>
                  <a:lnTo>
                    <a:pt x="3650404" y="1977089"/>
                  </a:lnTo>
                  <a:lnTo>
                    <a:pt x="3651249" y="2046498"/>
                  </a:lnTo>
                  <a:lnTo>
                    <a:pt x="3652094" y="1952901"/>
                  </a:lnTo>
                  <a:lnTo>
                    <a:pt x="3652940" y="1832173"/>
                  </a:lnTo>
                  <a:lnTo>
                    <a:pt x="3653785" y="1857202"/>
                  </a:lnTo>
                  <a:lnTo>
                    <a:pt x="3654630" y="1953112"/>
                  </a:lnTo>
                  <a:lnTo>
                    <a:pt x="3655475" y="1923876"/>
                  </a:lnTo>
                  <a:lnTo>
                    <a:pt x="3656320" y="1923876"/>
                  </a:lnTo>
                  <a:lnTo>
                    <a:pt x="3657165" y="2024624"/>
                  </a:lnTo>
                  <a:lnTo>
                    <a:pt x="3658010" y="2061431"/>
                  </a:lnTo>
                  <a:lnTo>
                    <a:pt x="3658855" y="2029040"/>
                  </a:lnTo>
                  <a:lnTo>
                    <a:pt x="3659700" y="2035561"/>
                  </a:lnTo>
                  <a:lnTo>
                    <a:pt x="3660545" y="2057224"/>
                  </a:lnTo>
                  <a:lnTo>
                    <a:pt x="3661390" y="2058276"/>
                  </a:lnTo>
                  <a:lnTo>
                    <a:pt x="3662236" y="2005904"/>
                  </a:lnTo>
                  <a:lnTo>
                    <a:pt x="3663081" y="2012845"/>
                  </a:lnTo>
                  <a:lnTo>
                    <a:pt x="3663926" y="2040819"/>
                  </a:lnTo>
                  <a:lnTo>
                    <a:pt x="3664771" y="2008008"/>
                  </a:lnTo>
                  <a:lnTo>
                    <a:pt x="3665616" y="1977089"/>
                  </a:lnTo>
                  <a:lnTo>
                    <a:pt x="3666461" y="1981717"/>
                  </a:lnTo>
                  <a:lnTo>
                    <a:pt x="3667306" y="2039136"/>
                  </a:lnTo>
                  <a:lnTo>
                    <a:pt x="3668151" y="2020417"/>
                  </a:lnTo>
                  <a:lnTo>
                    <a:pt x="3668996" y="2061221"/>
                  </a:lnTo>
                  <a:lnTo>
                    <a:pt x="3669841" y="2048180"/>
                  </a:lnTo>
                  <a:lnTo>
                    <a:pt x="3670687" y="1995388"/>
                  </a:lnTo>
                  <a:lnTo>
                    <a:pt x="3671532" y="1993495"/>
                  </a:lnTo>
                  <a:lnTo>
                    <a:pt x="3672377" y="2059328"/>
                  </a:lnTo>
                  <a:lnTo>
                    <a:pt x="3673222" y="2103286"/>
                  </a:lnTo>
                  <a:lnTo>
                    <a:pt x="3673222" y="2103286"/>
                  </a:lnTo>
                  <a:lnTo>
                    <a:pt x="3674067" y="2089405"/>
                  </a:lnTo>
                  <a:lnTo>
                    <a:pt x="3674912" y="2061221"/>
                  </a:lnTo>
                  <a:lnTo>
                    <a:pt x="3675757" y="1998543"/>
                  </a:lnTo>
                  <a:lnTo>
                    <a:pt x="3676602" y="1884124"/>
                  </a:lnTo>
                  <a:lnTo>
                    <a:pt x="3677447" y="1855940"/>
                  </a:lnTo>
                  <a:lnTo>
                    <a:pt x="3678292" y="1952481"/>
                  </a:lnTo>
                  <a:lnTo>
                    <a:pt x="3679137" y="2057435"/>
                  </a:lnTo>
                  <a:lnTo>
                    <a:pt x="3679983" y="2069003"/>
                  </a:lnTo>
                  <a:lnTo>
                    <a:pt x="3680828" y="2027568"/>
                  </a:lnTo>
                  <a:lnTo>
                    <a:pt x="3681673" y="1983399"/>
                  </a:lnTo>
                  <a:lnTo>
                    <a:pt x="3682518" y="2025465"/>
                  </a:lnTo>
                  <a:lnTo>
                    <a:pt x="3683363" y="2075733"/>
                  </a:lnTo>
                  <a:lnTo>
                    <a:pt x="3684208" y="2103286"/>
                  </a:lnTo>
                  <a:lnTo>
                    <a:pt x="3684208" y="2103286"/>
                  </a:lnTo>
                  <a:lnTo>
                    <a:pt x="3685053" y="2065848"/>
                  </a:lnTo>
                  <a:lnTo>
                    <a:pt x="3685898" y="1977089"/>
                  </a:lnTo>
                  <a:lnTo>
                    <a:pt x="3686743" y="1974355"/>
                  </a:lnTo>
                  <a:lnTo>
                    <a:pt x="3687588" y="1951429"/>
                  </a:lnTo>
                  <a:lnTo>
                    <a:pt x="3688433" y="1956056"/>
                  </a:lnTo>
                  <a:lnTo>
                    <a:pt x="3689279" y="1884965"/>
                  </a:lnTo>
                  <a:lnTo>
                    <a:pt x="3690124" y="1833014"/>
                  </a:lnTo>
                  <a:lnTo>
                    <a:pt x="3690969" y="1831121"/>
                  </a:lnTo>
                  <a:lnTo>
                    <a:pt x="3691814" y="1887069"/>
                  </a:lnTo>
                  <a:lnTo>
                    <a:pt x="3692659" y="1939861"/>
                  </a:lnTo>
                  <a:lnTo>
                    <a:pt x="3693504" y="2013687"/>
                  </a:lnTo>
                  <a:lnTo>
                    <a:pt x="3694349" y="2010952"/>
                  </a:lnTo>
                  <a:lnTo>
                    <a:pt x="3695194" y="2019155"/>
                  </a:lnTo>
                  <a:lnTo>
                    <a:pt x="3696039" y="2099290"/>
                  </a:lnTo>
                  <a:lnTo>
                    <a:pt x="3696884" y="2066900"/>
                  </a:lnTo>
                  <a:lnTo>
                    <a:pt x="3697729" y="2004222"/>
                  </a:lnTo>
                  <a:lnTo>
                    <a:pt x="3698575" y="1950167"/>
                  </a:lnTo>
                  <a:lnTo>
                    <a:pt x="3699420" y="1954163"/>
                  </a:lnTo>
                  <a:lnTo>
                    <a:pt x="3700265" y="2039557"/>
                  </a:lnTo>
                  <a:lnTo>
                    <a:pt x="3701110" y="2031565"/>
                  </a:lnTo>
                  <a:lnTo>
                    <a:pt x="3701955" y="2032195"/>
                  </a:lnTo>
                  <a:lnTo>
                    <a:pt x="3702800" y="2028830"/>
                  </a:lnTo>
                  <a:lnTo>
                    <a:pt x="3703645" y="2026937"/>
                  </a:lnTo>
                  <a:lnTo>
                    <a:pt x="3704490" y="1989288"/>
                  </a:lnTo>
                  <a:lnTo>
                    <a:pt x="3705335" y="1935234"/>
                  </a:lnTo>
                  <a:lnTo>
                    <a:pt x="3706180" y="1870453"/>
                  </a:lnTo>
                  <a:lnTo>
                    <a:pt x="3707025" y="1958370"/>
                  </a:lnTo>
                  <a:lnTo>
                    <a:pt x="3707871" y="1932079"/>
                  </a:lnTo>
                  <a:lnTo>
                    <a:pt x="3708716" y="1951639"/>
                  </a:lnTo>
                  <a:lnTo>
                    <a:pt x="3709561" y="1990340"/>
                  </a:lnTo>
                  <a:lnTo>
                    <a:pt x="3710406" y="2023362"/>
                  </a:lnTo>
                  <a:lnTo>
                    <a:pt x="3711251" y="1996650"/>
                  </a:lnTo>
                  <a:lnTo>
                    <a:pt x="3712096" y="1927872"/>
                  </a:lnTo>
                  <a:lnTo>
                    <a:pt x="3712941" y="1863933"/>
                  </a:lnTo>
                  <a:lnTo>
                    <a:pt x="3713786" y="1942595"/>
                  </a:lnTo>
                  <a:lnTo>
                    <a:pt x="3714631" y="1983820"/>
                  </a:lnTo>
                  <a:lnTo>
                    <a:pt x="3715476" y="2000646"/>
                  </a:lnTo>
                  <a:lnTo>
                    <a:pt x="3716321" y="1982137"/>
                  </a:lnTo>
                  <a:lnTo>
                    <a:pt x="3717167" y="1866877"/>
                  </a:lnTo>
                  <a:lnTo>
                    <a:pt x="3718012" y="1838903"/>
                  </a:lnTo>
                  <a:lnTo>
                    <a:pt x="3718857" y="1909363"/>
                  </a:lnTo>
                  <a:lnTo>
                    <a:pt x="3719702" y="2032406"/>
                  </a:lnTo>
                  <a:lnTo>
                    <a:pt x="3720547" y="2071317"/>
                  </a:lnTo>
                  <a:lnTo>
                    <a:pt x="3721392" y="2103286"/>
                  </a:lnTo>
                  <a:lnTo>
                    <a:pt x="3721392" y="2103286"/>
                  </a:lnTo>
                  <a:lnTo>
                    <a:pt x="3722237" y="2103286"/>
                  </a:lnTo>
                  <a:lnTo>
                    <a:pt x="3723082" y="2055121"/>
                  </a:lnTo>
                  <a:lnTo>
                    <a:pt x="3723927" y="2019155"/>
                  </a:lnTo>
                  <a:lnTo>
                    <a:pt x="3724772" y="2029882"/>
                  </a:lnTo>
                  <a:lnTo>
                    <a:pt x="3725617" y="2098239"/>
                  </a:lnTo>
                  <a:lnTo>
                    <a:pt x="3726463" y="2009059"/>
                  </a:lnTo>
                  <a:lnTo>
                    <a:pt x="3727308" y="1950588"/>
                  </a:lnTo>
                  <a:lnTo>
                    <a:pt x="3728153" y="1956898"/>
                  </a:lnTo>
                  <a:lnTo>
                    <a:pt x="3728998" y="1982348"/>
                  </a:lnTo>
                  <a:lnTo>
                    <a:pt x="3729843" y="2012635"/>
                  </a:lnTo>
                  <a:lnTo>
                    <a:pt x="3730688" y="2013266"/>
                  </a:lnTo>
                  <a:lnTo>
                    <a:pt x="3731533" y="2000436"/>
                  </a:lnTo>
                  <a:lnTo>
                    <a:pt x="3732378" y="1970148"/>
                  </a:lnTo>
                  <a:lnTo>
                    <a:pt x="3733223" y="2012004"/>
                  </a:lnTo>
                  <a:lnTo>
                    <a:pt x="3734068" y="2054911"/>
                  </a:lnTo>
                  <a:lnTo>
                    <a:pt x="3734914" y="1997702"/>
                  </a:lnTo>
                  <a:lnTo>
                    <a:pt x="3735759" y="1942595"/>
                  </a:lnTo>
                  <a:lnTo>
                    <a:pt x="3736604" y="1913570"/>
                  </a:lnTo>
                  <a:lnTo>
                    <a:pt x="3737449" y="1948274"/>
                  </a:lnTo>
                  <a:lnTo>
                    <a:pt x="3738294" y="1999805"/>
                  </a:lnTo>
                  <a:lnTo>
                    <a:pt x="3739139" y="2049863"/>
                  </a:lnTo>
                  <a:lnTo>
                    <a:pt x="3739984" y="1977089"/>
                  </a:lnTo>
                  <a:lnTo>
                    <a:pt x="3740829" y="1938809"/>
                  </a:lnTo>
                  <a:lnTo>
                    <a:pt x="3741674" y="1948274"/>
                  </a:lnTo>
                  <a:lnTo>
                    <a:pt x="3742519" y="1833855"/>
                  </a:lnTo>
                  <a:lnTo>
                    <a:pt x="3743364" y="1839113"/>
                  </a:lnTo>
                  <a:lnTo>
                    <a:pt x="3744210" y="1915252"/>
                  </a:lnTo>
                  <a:lnTo>
                    <a:pt x="3745055" y="2019996"/>
                  </a:lnTo>
                  <a:lnTo>
                    <a:pt x="3745900" y="2060590"/>
                  </a:lnTo>
                  <a:lnTo>
                    <a:pt x="3746745" y="2007797"/>
                  </a:lnTo>
                  <a:lnTo>
                    <a:pt x="3747590" y="1922194"/>
                  </a:lnTo>
                  <a:lnTo>
                    <a:pt x="3748435" y="1858464"/>
                  </a:lnTo>
                  <a:lnTo>
                    <a:pt x="3749280" y="1863933"/>
                  </a:lnTo>
                  <a:lnTo>
                    <a:pt x="3750125" y="1914201"/>
                  </a:lnTo>
                  <a:lnTo>
                    <a:pt x="3750970" y="1990550"/>
                  </a:lnTo>
                  <a:lnTo>
                    <a:pt x="3751815" y="2045236"/>
                  </a:lnTo>
                  <a:lnTo>
                    <a:pt x="3752660" y="2059117"/>
                  </a:lnTo>
                  <a:lnTo>
                    <a:pt x="3753506" y="2018524"/>
                  </a:lnTo>
                  <a:lnTo>
                    <a:pt x="3754351" y="2019155"/>
                  </a:lnTo>
                  <a:lnTo>
                    <a:pt x="3755196" y="2032406"/>
                  </a:lnTo>
                  <a:lnTo>
                    <a:pt x="3756041" y="2018945"/>
                  </a:lnTo>
                  <a:lnTo>
                    <a:pt x="3756886" y="1977089"/>
                  </a:lnTo>
                  <a:lnTo>
                    <a:pt x="3757731" y="1978141"/>
                  </a:lnTo>
                  <a:lnTo>
                    <a:pt x="3758576" y="1948695"/>
                  </a:lnTo>
                  <a:lnTo>
                    <a:pt x="3759421" y="1818081"/>
                  </a:lnTo>
                  <a:lnTo>
                    <a:pt x="3760266" y="1808826"/>
                  </a:lnTo>
                  <a:lnTo>
                    <a:pt x="3761111" y="1913990"/>
                  </a:lnTo>
                  <a:lnTo>
                    <a:pt x="3761956" y="1939651"/>
                  </a:lnTo>
                  <a:lnTo>
                    <a:pt x="3762802" y="1967414"/>
                  </a:lnTo>
                  <a:lnTo>
                    <a:pt x="3763647" y="1858464"/>
                  </a:lnTo>
                  <a:lnTo>
                    <a:pt x="3764492" y="1829228"/>
                  </a:lnTo>
                  <a:lnTo>
                    <a:pt x="3765337" y="1743835"/>
                  </a:lnTo>
                  <a:lnTo>
                    <a:pt x="3766182" y="1830069"/>
                  </a:lnTo>
                  <a:lnTo>
                    <a:pt x="3767027" y="1933551"/>
                  </a:lnTo>
                  <a:lnTo>
                    <a:pt x="3767872" y="2008428"/>
                  </a:lnTo>
                  <a:lnTo>
                    <a:pt x="3768717" y="2043343"/>
                  </a:lnTo>
                  <a:lnTo>
                    <a:pt x="3769562" y="2087512"/>
                  </a:lnTo>
                  <a:lnTo>
                    <a:pt x="3770407" y="2071106"/>
                  </a:lnTo>
                  <a:lnTo>
                    <a:pt x="3771252" y="1907471"/>
                  </a:lnTo>
                  <a:lnTo>
                    <a:pt x="3772098" y="1859726"/>
                  </a:lnTo>
                  <a:lnTo>
                    <a:pt x="3772943" y="1927241"/>
                  </a:lnTo>
                  <a:lnTo>
                    <a:pt x="3773788" y="1971410"/>
                  </a:lnTo>
                  <a:lnTo>
                    <a:pt x="3774633" y="1936496"/>
                  </a:lnTo>
                  <a:lnTo>
                    <a:pt x="3775478" y="2018945"/>
                  </a:lnTo>
                  <a:lnTo>
                    <a:pt x="3776323" y="2054701"/>
                  </a:lnTo>
                  <a:lnTo>
                    <a:pt x="3777168" y="1971410"/>
                  </a:lnTo>
                  <a:lnTo>
                    <a:pt x="3778013" y="1852575"/>
                  </a:lnTo>
                  <a:lnTo>
                    <a:pt x="3778858" y="1700508"/>
                  </a:lnTo>
                  <a:lnTo>
                    <a:pt x="3779703" y="1725326"/>
                  </a:lnTo>
                  <a:lnTo>
                    <a:pt x="3780548" y="1831121"/>
                  </a:lnTo>
                  <a:lnTo>
                    <a:pt x="3781394" y="1982768"/>
                  </a:lnTo>
                  <a:lnTo>
                    <a:pt x="3782239" y="1962997"/>
                  </a:lnTo>
                  <a:lnTo>
                    <a:pt x="3783084" y="1853837"/>
                  </a:lnTo>
                  <a:lnTo>
                    <a:pt x="3783929" y="1853416"/>
                  </a:lnTo>
                  <a:lnTo>
                    <a:pt x="3784774" y="1935864"/>
                  </a:lnTo>
                  <a:lnTo>
                    <a:pt x="3785619" y="1972252"/>
                  </a:lnTo>
                  <a:lnTo>
                    <a:pt x="3786464" y="1993495"/>
                  </a:lnTo>
                  <a:lnTo>
                    <a:pt x="3787309" y="1950588"/>
                  </a:lnTo>
                  <a:lnTo>
                    <a:pt x="3788154" y="1978982"/>
                  </a:lnTo>
                  <a:lnTo>
                    <a:pt x="3788999" y="2030513"/>
                  </a:lnTo>
                  <a:lnTo>
                    <a:pt x="3789844" y="2032616"/>
                  </a:lnTo>
                  <a:lnTo>
                    <a:pt x="3790690" y="2026517"/>
                  </a:lnTo>
                  <a:lnTo>
                    <a:pt x="3791535" y="2047339"/>
                  </a:lnTo>
                  <a:lnTo>
                    <a:pt x="3792380" y="2039767"/>
                  </a:lnTo>
                  <a:lnTo>
                    <a:pt x="3793225" y="2013686"/>
                  </a:lnTo>
                  <a:lnTo>
                    <a:pt x="3794070" y="2011583"/>
                  </a:lnTo>
                  <a:lnTo>
                    <a:pt x="3794915" y="2019155"/>
                  </a:lnTo>
                  <a:lnTo>
                    <a:pt x="3795760" y="2045446"/>
                  </a:lnTo>
                  <a:lnTo>
                    <a:pt x="3796605" y="2035771"/>
                  </a:lnTo>
                  <a:lnTo>
                    <a:pt x="3797450" y="1998333"/>
                  </a:lnTo>
                  <a:lnTo>
                    <a:pt x="3798295" y="1992023"/>
                  </a:lnTo>
                  <a:lnTo>
                    <a:pt x="3799141" y="2041029"/>
                  </a:lnTo>
                  <a:lnTo>
                    <a:pt x="3799986" y="2044184"/>
                  </a:lnTo>
                  <a:lnTo>
                    <a:pt x="3800831" y="2018524"/>
                  </a:lnTo>
                  <a:lnTo>
                    <a:pt x="3801676" y="2014738"/>
                  </a:lnTo>
                  <a:lnTo>
                    <a:pt x="3802521" y="2056593"/>
                  </a:lnTo>
                  <a:lnTo>
                    <a:pt x="3803366" y="2082674"/>
                  </a:lnTo>
                  <a:lnTo>
                    <a:pt x="3804211" y="2100342"/>
                  </a:lnTo>
                  <a:lnTo>
                    <a:pt x="3805056" y="2046918"/>
                  </a:lnTo>
                  <a:lnTo>
                    <a:pt x="3805901" y="1996019"/>
                  </a:lnTo>
                  <a:lnTo>
                    <a:pt x="3806746" y="1912729"/>
                  </a:lnTo>
                  <a:lnTo>
                    <a:pt x="3807591" y="1845844"/>
                  </a:lnTo>
                  <a:lnTo>
                    <a:pt x="3808437" y="1877393"/>
                  </a:lnTo>
                  <a:lnTo>
                    <a:pt x="3809282" y="1979824"/>
                  </a:lnTo>
                  <a:lnTo>
                    <a:pt x="3810127" y="2019155"/>
                  </a:lnTo>
                  <a:lnTo>
                    <a:pt x="3810972" y="2027779"/>
                  </a:lnTo>
                  <a:lnTo>
                    <a:pt x="3811817" y="1904526"/>
                  </a:lnTo>
                  <a:lnTo>
                    <a:pt x="3812662" y="1790107"/>
                  </a:lnTo>
                  <a:lnTo>
                    <a:pt x="3813507" y="1861830"/>
                  </a:lnTo>
                  <a:lnTo>
                    <a:pt x="3814352" y="1992864"/>
                  </a:lnTo>
                  <a:lnTo>
                    <a:pt x="3815197" y="2050704"/>
                  </a:lnTo>
                  <a:lnTo>
                    <a:pt x="3816042" y="2019155"/>
                  </a:lnTo>
                  <a:lnTo>
                    <a:pt x="3816887" y="2003380"/>
                  </a:lnTo>
                  <a:lnTo>
                    <a:pt x="3817733" y="2050494"/>
                  </a:lnTo>
                  <a:lnTo>
                    <a:pt x="3818578" y="2019155"/>
                  </a:lnTo>
                  <a:lnTo>
                    <a:pt x="3819423" y="2009690"/>
                  </a:lnTo>
                  <a:lnTo>
                    <a:pt x="3820268" y="1909784"/>
                  </a:lnTo>
                  <a:lnTo>
                    <a:pt x="3821113" y="1754772"/>
                  </a:lnTo>
                  <a:lnTo>
                    <a:pt x="3821958" y="1740680"/>
                  </a:lnTo>
                  <a:lnTo>
                    <a:pt x="3822803" y="1912729"/>
                  </a:lnTo>
                  <a:lnTo>
                    <a:pt x="3823648" y="2023992"/>
                  </a:lnTo>
                  <a:lnTo>
                    <a:pt x="3824493" y="2019155"/>
                  </a:lnTo>
                  <a:lnTo>
                    <a:pt x="3825338" y="2023993"/>
                  </a:lnTo>
                  <a:lnTo>
                    <a:pt x="3826183" y="2102235"/>
                  </a:lnTo>
                  <a:lnTo>
                    <a:pt x="3827029" y="2103286"/>
                  </a:lnTo>
                  <a:lnTo>
                    <a:pt x="3827874" y="2081412"/>
                  </a:lnTo>
                  <a:lnTo>
                    <a:pt x="3828719" y="2047760"/>
                  </a:lnTo>
                  <a:lnTo>
                    <a:pt x="3829564" y="2019786"/>
                  </a:lnTo>
                  <a:lnTo>
                    <a:pt x="3830409" y="2023151"/>
                  </a:lnTo>
                  <a:lnTo>
                    <a:pt x="3831254" y="1849209"/>
                  </a:lnTo>
                  <a:lnTo>
                    <a:pt x="3832099" y="1701770"/>
                  </a:lnTo>
                  <a:lnTo>
                    <a:pt x="3832944" y="1770967"/>
                  </a:lnTo>
                  <a:lnTo>
                    <a:pt x="3833789" y="1876763"/>
                  </a:lnTo>
                  <a:lnTo>
                    <a:pt x="3834634" y="1938599"/>
                  </a:lnTo>
                  <a:lnTo>
                    <a:pt x="3835479" y="2037454"/>
                  </a:lnTo>
                  <a:lnTo>
                    <a:pt x="3836325" y="2103286"/>
                  </a:lnTo>
                  <a:lnTo>
                    <a:pt x="3836325" y="2103286"/>
                  </a:lnTo>
                  <a:lnTo>
                    <a:pt x="3837170" y="2085829"/>
                  </a:lnTo>
                  <a:lnTo>
                    <a:pt x="3838015" y="2019155"/>
                  </a:lnTo>
                  <a:lnTo>
                    <a:pt x="3838860" y="1963628"/>
                  </a:lnTo>
                  <a:lnTo>
                    <a:pt x="3839705" y="1994126"/>
                  </a:lnTo>
                  <a:lnTo>
                    <a:pt x="3840550" y="1989919"/>
                  </a:lnTo>
                  <a:lnTo>
                    <a:pt x="3841395" y="2019155"/>
                  </a:lnTo>
                  <a:lnTo>
                    <a:pt x="3842240" y="2034509"/>
                  </a:lnTo>
                  <a:lnTo>
                    <a:pt x="3843085" y="2087722"/>
                  </a:lnTo>
                  <a:lnTo>
                    <a:pt x="3843930" y="2088143"/>
                  </a:lnTo>
                  <a:lnTo>
                    <a:pt x="3844775" y="2031144"/>
                  </a:lnTo>
                  <a:lnTo>
                    <a:pt x="3845621" y="1996019"/>
                  </a:lnTo>
                  <a:lnTo>
                    <a:pt x="3846466" y="2007377"/>
                  </a:lnTo>
                  <a:lnTo>
                    <a:pt x="3847311" y="1967414"/>
                  </a:lnTo>
                  <a:lnTo>
                    <a:pt x="3848156" y="1901792"/>
                  </a:lnTo>
                  <a:lnTo>
                    <a:pt x="3849001" y="1911887"/>
                  </a:lnTo>
                  <a:lnTo>
                    <a:pt x="3849846" y="1973304"/>
                  </a:lnTo>
                  <a:lnTo>
                    <a:pt x="3850691" y="1917146"/>
                  </a:lnTo>
                  <a:lnTo>
                    <a:pt x="3851536" y="1904526"/>
                  </a:lnTo>
                  <a:lnTo>
                    <a:pt x="3852381" y="1880969"/>
                  </a:lnTo>
                  <a:lnTo>
                    <a:pt x="3853226" y="1886017"/>
                  </a:lnTo>
                  <a:lnTo>
                    <a:pt x="3854071" y="1821236"/>
                  </a:lnTo>
                  <a:lnTo>
                    <a:pt x="3854917" y="1856992"/>
                  </a:lnTo>
                  <a:lnTo>
                    <a:pt x="3855762" y="1936285"/>
                  </a:lnTo>
                  <a:lnTo>
                    <a:pt x="3856607" y="2043343"/>
                  </a:lnTo>
                  <a:lnTo>
                    <a:pt x="3857452" y="2062483"/>
                  </a:lnTo>
                  <a:lnTo>
                    <a:pt x="3858297" y="2019155"/>
                  </a:lnTo>
                  <a:lnTo>
                    <a:pt x="3859142" y="1986765"/>
                  </a:lnTo>
                  <a:lnTo>
                    <a:pt x="3859987" y="2051546"/>
                  </a:lnTo>
                  <a:lnTo>
                    <a:pt x="3860832" y="2036192"/>
                  </a:lnTo>
                  <a:lnTo>
                    <a:pt x="3861677" y="2061221"/>
                  </a:lnTo>
                  <a:lnTo>
                    <a:pt x="3862522" y="2084147"/>
                  </a:lnTo>
                  <a:lnTo>
                    <a:pt x="3863368" y="2082464"/>
                  </a:lnTo>
                  <a:lnTo>
                    <a:pt x="3864213" y="2055962"/>
                  </a:lnTo>
                  <a:lnTo>
                    <a:pt x="3865058" y="1908943"/>
                  </a:lnTo>
                  <a:lnTo>
                    <a:pt x="3865903" y="1845844"/>
                  </a:lnTo>
                  <a:lnTo>
                    <a:pt x="3866748" y="1755613"/>
                  </a:lnTo>
                  <a:lnTo>
                    <a:pt x="3867593" y="1844372"/>
                  </a:lnTo>
                  <a:lnTo>
                    <a:pt x="3868438" y="1912308"/>
                  </a:lnTo>
                  <a:lnTo>
                    <a:pt x="3869283" y="2003380"/>
                  </a:lnTo>
                  <a:lnTo>
                    <a:pt x="3870128" y="1833855"/>
                  </a:lnTo>
                  <a:lnTo>
                    <a:pt x="3870973" y="1598918"/>
                  </a:lnTo>
                  <a:lnTo>
                    <a:pt x="3871818" y="1673586"/>
                  </a:lnTo>
                  <a:lnTo>
                    <a:pt x="3872664" y="1692094"/>
                  </a:lnTo>
                  <a:lnTo>
                    <a:pt x="3873509" y="1672744"/>
                  </a:lnTo>
                  <a:lnTo>
                    <a:pt x="3874354" y="1673165"/>
                  </a:lnTo>
                  <a:lnTo>
                    <a:pt x="3875199" y="1782114"/>
                  </a:lnTo>
                  <a:lnTo>
                    <a:pt x="3876044" y="1845003"/>
                  </a:lnTo>
                  <a:lnTo>
                    <a:pt x="3876889" y="1868560"/>
                  </a:lnTo>
                  <a:lnTo>
                    <a:pt x="3877734" y="1857412"/>
                  </a:lnTo>
                  <a:lnTo>
                    <a:pt x="3878579" y="1951219"/>
                  </a:lnTo>
                  <a:lnTo>
                    <a:pt x="3879424" y="1986133"/>
                  </a:lnTo>
                  <a:lnTo>
                    <a:pt x="3880269" y="1864143"/>
                  </a:lnTo>
                  <a:lnTo>
                    <a:pt x="3881114" y="1834906"/>
                  </a:lnTo>
                  <a:lnTo>
                    <a:pt x="3881960" y="1967835"/>
                  </a:lnTo>
                  <a:lnTo>
                    <a:pt x="3882805" y="2067320"/>
                  </a:lnTo>
                  <a:lnTo>
                    <a:pt x="3883650" y="2084988"/>
                  </a:lnTo>
                  <a:lnTo>
                    <a:pt x="3884495" y="2054490"/>
                  </a:lnTo>
                  <a:lnTo>
                    <a:pt x="3885340" y="1993285"/>
                  </a:lnTo>
                  <a:lnTo>
                    <a:pt x="3886185" y="1974986"/>
                  </a:lnTo>
                  <a:lnTo>
                    <a:pt x="3887030" y="2009270"/>
                  </a:lnTo>
                  <a:lnTo>
                    <a:pt x="3887875" y="2081202"/>
                  </a:lnTo>
                  <a:lnTo>
                    <a:pt x="3888720" y="2103286"/>
                  </a:lnTo>
                  <a:lnTo>
                    <a:pt x="3888720" y="2103286"/>
                  </a:lnTo>
                  <a:lnTo>
                    <a:pt x="3889565" y="2103286"/>
                  </a:lnTo>
                  <a:lnTo>
                    <a:pt x="3890410" y="2103286"/>
                  </a:lnTo>
                  <a:lnTo>
                    <a:pt x="3891256" y="2103286"/>
                  </a:lnTo>
                  <a:lnTo>
                    <a:pt x="3892101" y="2103286"/>
                  </a:lnTo>
                  <a:lnTo>
                    <a:pt x="3892946" y="2029882"/>
                  </a:lnTo>
                  <a:lnTo>
                    <a:pt x="3893791" y="1916935"/>
                  </a:lnTo>
                  <a:lnTo>
                    <a:pt x="3894636" y="1837220"/>
                  </a:lnTo>
                  <a:lnTo>
                    <a:pt x="3895481" y="1896113"/>
                  </a:lnTo>
                  <a:lnTo>
                    <a:pt x="3896326" y="1940492"/>
                  </a:lnTo>
                  <a:lnTo>
                    <a:pt x="3897171" y="1837431"/>
                  </a:lnTo>
                  <a:lnTo>
                    <a:pt x="3898016" y="1821025"/>
                  </a:lnTo>
                  <a:lnTo>
                    <a:pt x="3898861" y="1954163"/>
                  </a:lnTo>
                  <a:lnTo>
                    <a:pt x="3899706" y="1944488"/>
                  </a:lnTo>
                  <a:lnTo>
                    <a:pt x="3900552" y="1884755"/>
                  </a:lnTo>
                  <a:lnTo>
                    <a:pt x="3901397" y="1875080"/>
                  </a:lnTo>
                  <a:lnTo>
                    <a:pt x="3902242" y="1928082"/>
                  </a:lnTo>
                  <a:lnTo>
                    <a:pt x="3903087" y="1896323"/>
                  </a:lnTo>
                  <a:lnTo>
                    <a:pt x="3903932" y="1840376"/>
                  </a:lnTo>
                  <a:lnTo>
                    <a:pt x="3904777" y="1827335"/>
                  </a:lnTo>
                  <a:lnTo>
                    <a:pt x="3905622" y="1943016"/>
                  </a:lnTo>
                  <a:lnTo>
                    <a:pt x="3906467" y="2001067"/>
                  </a:lnTo>
                  <a:lnTo>
                    <a:pt x="3907312" y="2032196"/>
                  </a:lnTo>
                  <a:lnTo>
                    <a:pt x="3908157" y="2062062"/>
                  </a:lnTo>
                  <a:lnTo>
                    <a:pt x="3909002" y="2015790"/>
                  </a:lnTo>
                  <a:lnTo>
                    <a:pt x="3909848" y="1958791"/>
                  </a:lnTo>
                  <a:lnTo>
                    <a:pt x="3910693" y="1961525"/>
                  </a:lnTo>
                  <a:lnTo>
                    <a:pt x="3911538" y="2018945"/>
                  </a:lnTo>
                  <a:lnTo>
                    <a:pt x="3912383" y="1998543"/>
                  </a:lnTo>
                  <a:lnTo>
                    <a:pt x="3913228" y="1970359"/>
                  </a:lnTo>
                  <a:lnTo>
                    <a:pt x="3914073" y="1942595"/>
                  </a:lnTo>
                  <a:lnTo>
                    <a:pt x="3914918" y="1960683"/>
                  </a:lnTo>
                  <a:lnTo>
                    <a:pt x="3915763" y="1977089"/>
                  </a:lnTo>
                  <a:lnTo>
                    <a:pt x="3916608" y="2043974"/>
                  </a:lnTo>
                  <a:lnTo>
                    <a:pt x="3917453" y="1977089"/>
                  </a:lnTo>
                  <a:lnTo>
                    <a:pt x="3918298" y="1977089"/>
                  </a:lnTo>
                  <a:lnTo>
                    <a:pt x="3919144" y="2082043"/>
                  </a:lnTo>
                  <a:lnTo>
                    <a:pt x="3919989" y="2067110"/>
                  </a:lnTo>
                  <a:lnTo>
                    <a:pt x="3920834" y="1794314"/>
                  </a:lnTo>
                  <a:lnTo>
                    <a:pt x="3921679" y="1697563"/>
                  </a:lnTo>
                  <a:lnTo>
                    <a:pt x="3922524" y="1767602"/>
                  </a:lnTo>
                  <a:lnTo>
                    <a:pt x="3923369" y="1994757"/>
                  </a:lnTo>
                  <a:lnTo>
                    <a:pt x="3924214" y="2033878"/>
                  </a:lnTo>
                  <a:lnTo>
                    <a:pt x="3925059" y="2098449"/>
                  </a:lnTo>
                  <a:lnTo>
                    <a:pt x="3925904" y="2061221"/>
                  </a:lnTo>
                  <a:lnTo>
                    <a:pt x="3926749" y="2061221"/>
                  </a:lnTo>
                  <a:lnTo>
                    <a:pt x="3927595" y="2086881"/>
                  </a:lnTo>
                  <a:lnTo>
                    <a:pt x="3928440" y="2103286"/>
                  </a:lnTo>
                  <a:lnTo>
                    <a:pt x="3928440" y="2103286"/>
                  </a:lnTo>
                  <a:lnTo>
                    <a:pt x="3929285" y="2103286"/>
                  </a:lnTo>
                  <a:lnTo>
                    <a:pt x="3930130" y="2096766"/>
                  </a:lnTo>
                  <a:lnTo>
                    <a:pt x="3930975" y="2061221"/>
                  </a:lnTo>
                  <a:lnTo>
                    <a:pt x="3931820" y="2016210"/>
                  </a:lnTo>
                  <a:lnTo>
                    <a:pt x="3932665" y="1976458"/>
                  </a:lnTo>
                  <a:lnTo>
                    <a:pt x="3933510" y="1982558"/>
                  </a:lnTo>
                  <a:lnTo>
                    <a:pt x="3934355" y="2024834"/>
                  </a:lnTo>
                  <a:lnTo>
                    <a:pt x="3935200" y="2061221"/>
                  </a:lnTo>
                  <a:lnTo>
                    <a:pt x="3936045" y="2018103"/>
                  </a:lnTo>
                  <a:lnTo>
                    <a:pt x="3936891" y="1941123"/>
                  </a:lnTo>
                  <a:lnTo>
                    <a:pt x="3937736" y="1912518"/>
                  </a:lnTo>
                  <a:lnTo>
                    <a:pt x="3938581" y="1996229"/>
                  </a:lnTo>
                  <a:lnTo>
                    <a:pt x="3939426" y="2007797"/>
                  </a:lnTo>
                  <a:lnTo>
                    <a:pt x="3940271" y="2019155"/>
                  </a:lnTo>
                  <a:lnTo>
                    <a:pt x="3941116" y="2030302"/>
                  </a:lnTo>
                  <a:lnTo>
                    <a:pt x="3941961" y="1994126"/>
                  </a:lnTo>
                  <a:lnTo>
                    <a:pt x="3942806" y="1917356"/>
                  </a:lnTo>
                  <a:lnTo>
                    <a:pt x="3943651" y="1962997"/>
                  </a:lnTo>
                  <a:lnTo>
                    <a:pt x="3944496" y="1961945"/>
                  </a:lnTo>
                  <a:lnTo>
                    <a:pt x="3945341" y="2018524"/>
                  </a:lnTo>
                  <a:lnTo>
                    <a:pt x="3946187" y="2064165"/>
                  </a:lnTo>
                  <a:lnTo>
                    <a:pt x="3947032" y="2103286"/>
                  </a:lnTo>
                  <a:lnTo>
                    <a:pt x="3947032" y="2103286"/>
                  </a:lnTo>
                  <a:lnTo>
                    <a:pt x="3947877" y="2103286"/>
                  </a:lnTo>
                  <a:lnTo>
                    <a:pt x="3948722" y="2080150"/>
                  </a:lnTo>
                  <a:lnTo>
                    <a:pt x="3949567" y="2028830"/>
                  </a:lnTo>
                  <a:lnTo>
                    <a:pt x="3950412" y="2021048"/>
                  </a:lnTo>
                  <a:lnTo>
                    <a:pt x="3951257" y="2035771"/>
                  </a:lnTo>
                  <a:lnTo>
                    <a:pt x="3952102" y="2019155"/>
                  </a:lnTo>
                  <a:lnTo>
                    <a:pt x="3952947" y="2005694"/>
                  </a:lnTo>
                  <a:lnTo>
                    <a:pt x="3953792" y="2011583"/>
                  </a:lnTo>
                  <a:lnTo>
                    <a:pt x="3954637" y="2018314"/>
                  </a:lnTo>
                  <a:lnTo>
                    <a:pt x="3955483" y="1991812"/>
                  </a:lnTo>
                  <a:lnTo>
                    <a:pt x="3956328" y="2018103"/>
                  </a:lnTo>
                  <a:lnTo>
                    <a:pt x="3957173" y="2019576"/>
                  </a:lnTo>
                  <a:lnTo>
                    <a:pt x="3958018" y="2032616"/>
                  </a:lnTo>
                  <a:lnTo>
                    <a:pt x="3958863" y="1992443"/>
                  </a:lnTo>
                  <a:lnTo>
                    <a:pt x="3959708" y="1984451"/>
                  </a:lnTo>
                  <a:lnTo>
                    <a:pt x="3960553" y="2030723"/>
                  </a:lnTo>
                  <a:lnTo>
                    <a:pt x="3961398" y="2084988"/>
                  </a:lnTo>
                  <a:lnTo>
                    <a:pt x="3962243" y="2061221"/>
                  </a:lnTo>
                  <a:lnTo>
                    <a:pt x="3963088" y="2019576"/>
                  </a:lnTo>
                  <a:lnTo>
                    <a:pt x="3963933" y="1984661"/>
                  </a:lnTo>
                  <a:lnTo>
                    <a:pt x="3964779" y="1979403"/>
                  </a:lnTo>
                  <a:lnTo>
                    <a:pt x="3965624" y="1978351"/>
                  </a:lnTo>
                  <a:lnTo>
                    <a:pt x="3966469" y="1892958"/>
                  </a:lnTo>
                  <a:lnTo>
                    <a:pt x="3967314" y="1870453"/>
                  </a:lnTo>
                  <a:lnTo>
                    <a:pt x="3968159" y="1948695"/>
                  </a:lnTo>
                  <a:lnTo>
                    <a:pt x="3969004" y="1992654"/>
                  </a:lnTo>
                  <a:lnTo>
                    <a:pt x="3969849" y="2041029"/>
                  </a:lnTo>
                  <a:lnTo>
                    <a:pt x="3970694" y="2020417"/>
                  </a:lnTo>
                  <a:lnTo>
                    <a:pt x="3971539" y="1909784"/>
                  </a:lnTo>
                  <a:lnTo>
                    <a:pt x="3972384" y="1861409"/>
                  </a:lnTo>
                  <a:lnTo>
                    <a:pt x="3973229" y="1914201"/>
                  </a:lnTo>
                  <a:lnTo>
                    <a:pt x="3974075" y="2059959"/>
                  </a:lnTo>
                  <a:lnTo>
                    <a:pt x="3974920" y="2061221"/>
                  </a:lnTo>
                  <a:lnTo>
                    <a:pt x="3975765" y="2025885"/>
                  </a:lnTo>
                  <a:lnTo>
                    <a:pt x="3976610" y="1969517"/>
                  </a:lnTo>
                  <a:lnTo>
                    <a:pt x="3977455" y="1945750"/>
                  </a:lnTo>
                  <a:lnTo>
                    <a:pt x="3978300" y="1940281"/>
                  </a:lnTo>
                  <a:lnTo>
                    <a:pt x="3979145" y="2005484"/>
                  </a:lnTo>
                  <a:lnTo>
                    <a:pt x="3979990" y="2014738"/>
                  </a:lnTo>
                  <a:lnTo>
                    <a:pt x="3980835" y="2010952"/>
                  </a:lnTo>
                  <a:lnTo>
                    <a:pt x="3981680" y="1934392"/>
                  </a:lnTo>
                  <a:lnTo>
                    <a:pt x="3982526" y="1966362"/>
                  </a:lnTo>
                  <a:lnTo>
                    <a:pt x="3983371" y="1993705"/>
                  </a:lnTo>
                  <a:lnTo>
                    <a:pt x="3984216" y="1959001"/>
                  </a:lnTo>
                  <a:lnTo>
                    <a:pt x="3985061" y="1943016"/>
                  </a:lnTo>
                  <a:lnTo>
                    <a:pt x="3985906" y="1973724"/>
                  </a:lnTo>
                  <a:lnTo>
                    <a:pt x="3986751" y="1968045"/>
                  </a:lnTo>
                  <a:lnTo>
                    <a:pt x="3987596" y="1866666"/>
                  </a:lnTo>
                  <a:lnTo>
                    <a:pt x="3988441" y="1870453"/>
                  </a:lnTo>
                  <a:lnTo>
                    <a:pt x="3989286" y="1857202"/>
                  </a:lnTo>
                  <a:lnTo>
                    <a:pt x="3990131" y="1958160"/>
                  </a:lnTo>
                  <a:lnTo>
                    <a:pt x="3990976" y="1989499"/>
                  </a:lnTo>
                  <a:lnTo>
                    <a:pt x="3991822" y="1977720"/>
                  </a:lnTo>
                  <a:lnTo>
                    <a:pt x="3992667" y="1795996"/>
                  </a:lnTo>
                  <a:lnTo>
                    <a:pt x="3993512" y="1747832"/>
                  </a:lnTo>
                  <a:lnTo>
                    <a:pt x="3994357" y="1827125"/>
                  </a:lnTo>
                  <a:lnTo>
                    <a:pt x="3995202" y="1888962"/>
                  </a:lnTo>
                  <a:lnTo>
                    <a:pt x="3996047" y="1935444"/>
                  </a:lnTo>
                  <a:lnTo>
                    <a:pt x="3996892" y="2066479"/>
                  </a:lnTo>
                  <a:lnTo>
                    <a:pt x="3997737" y="2103286"/>
                  </a:lnTo>
                  <a:lnTo>
                    <a:pt x="3997737" y="2103286"/>
                  </a:lnTo>
                  <a:lnTo>
                    <a:pt x="3998582" y="2032195"/>
                  </a:lnTo>
                  <a:lnTo>
                    <a:pt x="3999427" y="1977089"/>
                  </a:lnTo>
                  <a:lnTo>
                    <a:pt x="4000272" y="1984451"/>
                  </a:lnTo>
                  <a:lnTo>
                    <a:pt x="4001118" y="2075313"/>
                  </a:lnTo>
                  <a:lnTo>
                    <a:pt x="4001963" y="2061221"/>
                  </a:lnTo>
                  <a:lnTo>
                    <a:pt x="4002808" y="2067951"/>
                  </a:lnTo>
                  <a:lnTo>
                    <a:pt x="4003653" y="2103286"/>
                  </a:lnTo>
                  <a:lnTo>
                    <a:pt x="4003653" y="2103286"/>
                  </a:lnTo>
                  <a:lnTo>
                    <a:pt x="4004498" y="2073630"/>
                  </a:lnTo>
                  <a:lnTo>
                    <a:pt x="4005343" y="2061221"/>
                  </a:lnTo>
                  <a:lnTo>
                    <a:pt x="4006188" y="2066900"/>
                  </a:lnTo>
                  <a:lnTo>
                    <a:pt x="4007033" y="2061221"/>
                  </a:lnTo>
                  <a:lnTo>
                    <a:pt x="4007878" y="2061221"/>
                  </a:lnTo>
                  <a:lnTo>
                    <a:pt x="4008723" y="2062483"/>
                  </a:lnTo>
                  <a:lnTo>
                    <a:pt x="4009568" y="2024834"/>
                  </a:lnTo>
                  <a:lnTo>
                    <a:pt x="4010414" y="1593449"/>
                  </a:lnTo>
                  <a:lnTo>
                    <a:pt x="4011259" y="1096023"/>
                  </a:lnTo>
                  <a:lnTo>
                    <a:pt x="4012104" y="941219"/>
                  </a:lnTo>
                  <a:lnTo>
                    <a:pt x="4012949" y="1409202"/>
                  </a:lnTo>
                  <a:lnTo>
                    <a:pt x="4013794" y="1765078"/>
                  </a:lnTo>
                  <a:lnTo>
                    <a:pt x="4014639" y="1814505"/>
                  </a:lnTo>
                  <a:lnTo>
                    <a:pt x="4015484" y="1866877"/>
                  </a:lnTo>
                  <a:lnTo>
                    <a:pt x="4016329" y="1895271"/>
                  </a:lnTo>
                  <a:lnTo>
                    <a:pt x="4017174" y="1894641"/>
                  </a:lnTo>
                  <a:lnTo>
                    <a:pt x="4018019" y="1874239"/>
                  </a:lnTo>
                  <a:lnTo>
                    <a:pt x="4018864" y="1893589"/>
                  </a:lnTo>
                  <a:lnTo>
                    <a:pt x="4019710" y="1983399"/>
                  </a:lnTo>
                  <a:lnTo>
                    <a:pt x="4020555" y="1938599"/>
                  </a:lnTo>
                  <a:lnTo>
                    <a:pt x="4021400" y="1908733"/>
                  </a:lnTo>
                  <a:lnTo>
                    <a:pt x="4022245" y="1853626"/>
                  </a:lnTo>
                  <a:lnTo>
                    <a:pt x="4023090" y="1865826"/>
                  </a:lnTo>
                  <a:lnTo>
                    <a:pt x="4023935" y="1981086"/>
                  </a:lnTo>
                  <a:lnTo>
                    <a:pt x="4024780" y="1954374"/>
                  </a:lnTo>
                  <a:lnTo>
                    <a:pt x="4025625" y="1894430"/>
                  </a:lnTo>
                  <a:lnTo>
                    <a:pt x="4026470" y="1891485"/>
                  </a:lnTo>
                  <a:lnTo>
                    <a:pt x="4027315" y="1971200"/>
                  </a:lnTo>
                  <a:lnTo>
                    <a:pt x="4028160" y="1971831"/>
                  </a:lnTo>
                  <a:lnTo>
                    <a:pt x="4029006" y="1954584"/>
                  </a:lnTo>
                  <a:lnTo>
                    <a:pt x="4029851" y="1879076"/>
                  </a:lnTo>
                  <a:lnTo>
                    <a:pt x="4030696" y="1810930"/>
                  </a:lnTo>
                  <a:lnTo>
                    <a:pt x="4031541" y="1838693"/>
                  </a:lnTo>
                  <a:lnTo>
                    <a:pt x="4032386" y="1883704"/>
                  </a:lnTo>
                  <a:lnTo>
                    <a:pt x="4033231" y="1941123"/>
                  </a:lnTo>
                  <a:lnTo>
                    <a:pt x="4034076" y="1993705"/>
                  </a:lnTo>
                  <a:lnTo>
                    <a:pt x="4034921" y="1985502"/>
                  </a:lnTo>
                  <a:lnTo>
                    <a:pt x="4035766" y="1853837"/>
                  </a:lnTo>
                  <a:lnTo>
                    <a:pt x="4036611" y="1842689"/>
                  </a:lnTo>
                  <a:lnTo>
                    <a:pt x="4037456" y="2000225"/>
                  </a:lnTo>
                  <a:lnTo>
                    <a:pt x="4038302" y="2062693"/>
                  </a:lnTo>
                  <a:lnTo>
                    <a:pt x="4039147" y="2021469"/>
                  </a:lnTo>
                  <a:lnTo>
                    <a:pt x="4039992" y="1952691"/>
                  </a:lnTo>
                  <a:lnTo>
                    <a:pt x="4040837" y="1980244"/>
                  </a:lnTo>
                  <a:lnTo>
                    <a:pt x="4041682" y="2029040"/>
                  </a:lnTo>
                  <a:lnTo>
                    <a:pt x="4042527" y="1981927"/>
                  </a:lnTo>
                  <a:lnTo>
                    <a:pt x="4043372" y="1960894"/>
                  </a:lnTo>
                  <a:lnTo>
                    <a:pt x="4044217" y="2028410"/>
                  </a:lnTo>
                  <a:lnTo>
                    <a:pt x="4045062" y="2062693"/>
                  </a:lnTo>
                  <a:lnTo>
                    <a:pt x="4045907" y="2093822"/>
                  </a:lnTo>
                  <a:lnTo>
                    <a:pt x="4046753" y="2037033"/>
                  </a:lnTo>
                  <a:lnTo>
                    <a:pt x="4047598" y="1992443"/>
                  </a:lnTo>
                  <a:lnTo>
                    <a:pt x="4048443" y="1987816"/>
                  </a:lnTo>
                  <a:lnTo>
                    <a:pt x="4049288" y="2024624"/>
                  </a:lnTo>
                  <a:lnTo>
                    <a:pt x="4050133" y="1999805"/>
                  </a:lnTo>
                  <a:lnTo>
                    <a:pt x="4050978" y="1964680"/>
                  </a:lnTo>
                  <a:lnTo>
                    <a:pt x="4051823" y="1862670"/>
                  </a:lnTo>
                  <a:lnTo>
                    <a:pt x="4052668" y="1914622"/>
                  </a:lnTo>
                  <a:lnTo>
                    <a:pt x="4053513" y="1974355"/>
                  </a:lnTo>
                  <a:lnTo>
                    <a:pt x="4054358" y="2034719"/>
                  </a:lnTo>
                  <a:lnTo>
                    <a:pt x="4055203" y="1979193"/>
                  </a:lnTo>
                  <a:lnTo>
                    <a:pt x="4056049" y="1990550"/>
                  </a:lnTo>
                  <a:lnTo>
                    <a:pt x="4056894" y="2043764"/>
                  </a:lnTo>
                  <a:lnTo>
                    <a:pt x="4057739" y="2036823"/>
                  </a:lnTo>
                  <a:lnTo>
                    <a:pt x="4058584" y="2046287"/>
                  </a:lnTo>
                  <a:lnTo>
                    <a:pt x="4059429" y="2002539"/>
                  </a:lnTo>
                  <a:lnTo>
                    <a:pt x="4060274" y="2019155"/>
                  </a:lnTo>
                  <a:lnTo>
                    <a:pt x="4061119" y="2060800"/>
                  </a:lnTo>
                  <a:lnTo>
                    <a:pt x="4061964" y="2021889"/>
                  </a:lnTo>
                  <a:lnTo>
                    <a:pt x="4062809" y="1977089"/>
                  </a:lnTo>
                  <a:lnTo>
                    <a:pt x="4063654" y="1995809"/>
                  </a:lnTo>
                  <a:lnTo>
                    <a:pt x="4064499" y="2067741"/>
                  </a:lnTo>
                  <a:lnTo>
                    <a:pt x="4065345" y="2026937"/>
                  </a:lnTo>
                  <a:lnTo>
                    <a:pt x="4066190" y="2032406"/>
                  </a:lnTo>
                  <a:lnTo>
                    <a:pt x="4067035" y="2003801"/>
                  </a:lnTo>
                  <a:lnTo>
                    <a:pt x="4067880" y="1979403"/>
                  </a:lnTo>
                  <a:lnTo>
                    <a:pt x="4068725" y="1962156"/>
                  </a:lnTo>
                  <a:lnTo>
                    <a:pt x="4069570" y="1995598"/>
                  </a:lnTo>
                  <a:lnTo>
                    <a:pt x="4070415" y="2012004"/>
                  </a:lnTo>
                  <a:lnTo>
                    <a:pt x="4071260" y="1962366"/>
                  </a:lnTo>
                  <a:lnTo>
                    <a:pt x="4072105" y="1949957"/>
                  </a:lnTo>
                  <a:lnTo>
                    <a:pt x="4072950" y="2008218"/>
                  </a:lnTo>
                  <a:lnTo>
                    <a:pt x="4073795" y="1912729"/>
                  </a:lnTo>
                  <a:lnTo>
                    <a:pt x="4074641" y="1806512"/>
                  </a:lnTo>
                  <a:lnTo>
                    <a:pt x="4075486" y="1770967"/>
                  </a:lnTo>
                  <a:lnTo>
                    <a:pt x="4076331" y="1840375"/>
                  </a:lnTo>
                  <a:lnTo>
                    <a:pt x="4077176" y="1788214"/>
                  </a:lnTo>
                  <a:lnTo>
                    <a:pt x="4078021" y="1888120"/>
                  </a:lnTo>
                  <a:lnTo>
                    <a:pt x="4078866" y="1958580"/>
                  </a:lnTo>
                  <a:lnTo>
                    <a:pt x="4079711" y="1923456"/>
                  </a:lnTo>
                  <a:lnTo>
                    <a:pt x="4080556" y="1892958"/>
                  </a:lnTo>
                  <a:lnTo>
                    <a:pt x="4081401" y="2004011"/>
                  </a:lnTo>
                  <a:lnTo>
                    <a:pt x="4082246" y="2044184"/>
                  </a:lnTo>
                  <a:lnTo>
                    <a:pt x="4083091" y="1983399"/>
                  </a:lnTo>
                  <a:lnTo>
                    <a:pt x="4083937" y="1936706"/>
                  </a:lnTo>
                  <a:lnTo>
                    <a:pt x="4084782" y="1948484"/>
                  </a:lnTo>
                  <a:lnTo>
                    <a:pt x="4085627" y="2015369"/>
                  </a:lnTo>
                  <a:lnTo>
                    <a:pt x="4086472" y="1976458"/>
                  </a:lnTo>
                  <a:lnTo>
                    <a:pt x="4087317" y="1863722"/>
                  </a:lnTo>
                  <a:lnTo>
                    <a:pt x="4088162" y="1712917"/>
                  </a:lnTo>
                  <a:lnTo>
                    <a:pt x="4089007" y="1804830"/>
                  </a:lnTo>
                  <a:lnTo>
                    <a:pt x="4089852" y="1956688"/>
                  </a:lnTo>
                  <a:lnTo>
                    <a:pt x="4090697" y="2016631"/>
                  </a:lnTo>
                  <a:lnTo>
                    <a:pt x="4091542" y="2012424"/>
                  </a:lnTo>
                  <a:lnTo>
                    <a:pt x="4092387" y="1972252"/>
                  </a:lnTo>
                  <a:lnTo>
                    <a:pt x="4093233" y="1913991"/>
                  </a:lnTo>
                  <a:lnTo>
                    <a:pt x="4094078" y="1841217"/>
                  </a:lnTo>
                  <a:lnTo>
                    <a:pt x="4094923" y="1910415"/>
                  </a:lnTo>
                  <a:lnTo>
                    <a:pt x="4095768" y="1903895"/>
                  </a:lnTo>
                  <a:lnTo>
                    <a:pt x="4096613" y="1958370"/>
                  </a:lnTo>
                  <a:lnTo>
                    <a:pt x="4097458" y="1829859"/>
                  </a:lnTo>
                  <a:lnTo>
                    <a:pt x="4098303" y="1831962"/>
                  </a:lnTo>
                  <a:lnTo>
                    <a:pt x="4099148" y="1890223"/>
                  </a:lnTo>
                  <a:lnTo>
                    <a:pt x="4099993" y="2020838"/>
                  </a:lnTo>
                  <a:lnTo>
                    <a:pt x="4100838" y="2058907"/>
                  </a:lnTo>
                  <a:lnTo>
                    <a:pt x="4101683" y="2080361"/>
                  </a:lnTo>
                  <a:lnTo>
                    <a:pt x="4102529" y="2079730"/>
                  </a:lnTo>
                  <a:lnTo>
                    <a:pt x="4103374" y="2061221"/>
                  </a:lnTo>
                  <a:lnTo>
                    <a:pt x="4104219" y="1980244"/>
                  </a:lnTo>
                  <a:lnTo>
                    <a:pt x="4105064" y="1977089"/>
                  </a:lnTo>
                  <a:lnTo>
                    <a:pt x="4105909" y="1966362"/>
                  </a:lnTo>
                  <a:lnTo>
                    <a:pt x="4106754" y="2059748"/>
                  </a:lnTo>
                  <a:lnTo>
                    <a:pt x="4107599" y="2060800"/>
                  </a:lnTo>
                  <a:lnTo>
                    <a:pt x="4108444" y="2061221"/>
                  </a:lnTo>
                  <a:lnTo>
                    <a:pt x="4109289" y="2061221"/>
                  </a:lnTo>
                  <a:lnTo>
                    <a:pt x="4110134" y="2092980"/>
                  </a:lnTo>
                  <a:lnTo>
                    <a:pt x="4110980" y="2090877"/>
                  </a:lnTo>
                  <a:lnTo>
                    <a:pt x="4111825" y="2061221"/>
                  </a:lnTo>
                  <a:lnTo>
                    <a:pt x="4112670" y="2061221"/>
                  </a:lnTo>
                  <a:lnTo>
                    <a:pt x="4113515" y="2054911"/>
                  </a:lnTo>
                  <a:lnTo>
                    <a:pt x="4114360" y="2019155"/>
                  </a:lnTo>
                  <a:lnTo>
                    <a:pt x="4115205" y="2026937"/>
                  </a:lnTo>
                  <a:lnTo>
                    <a:pt x="4116050" y="2062272"/>
                  </a:lnTo>
                  <a:lnTo>
                    <a:pt x="4116895" y="2007166"/>
                  </a:lnTo>
                  <a:lnTo>
                    <a:pt x="4117740" y="1932079"/>
                  </a:lnTo>
                  <a:lnTo>
                    <a:pt x="4118585" y="1942385"/>
                  </a:lnTo>
                  <a:lnTo>
                    <a:pt x="4119430" y="1992654"/>
                  </a:lnTo>
                  <a:lnTo>
                    <a:pt x="4120276" y="2025465"/>
                  </a:lnTo>
                  <a:lnTo>
                    <a:pt x="4121121" y="2016631"/>
                  </a:lnTo>
                  <a:lnTo>
                    <a:pt x="4121966" y="2024413"/>
                  </a:lnTo>
                  <a:lnTo>
                    <a:pt x="4122811" y="2072789"/>
                  </a:lnTo>
                  <a:lnTo>
                    <a:pt x="4123656" y="2067320"/>
                  </a:lnTo>
                  <a:lnTo>
                    <a:pt x="4124501" y="2035561"/>
                  </a:lnTo>
                  <a:lnTo>
                    <a:pt x="4125346" y="2026727"/>
                  </a:lnTo>
                  <a:lnTo>
                    <a:pt x="4126191" y="1962787"/>
                  </a:lnTo>
                  <a:lnTo>
                    <a:pt x="4127036" y="1948905"/>
                  </a:lnTo>
                  <a:lnTo>
                    <a:pt x="4127881" y="1822077"/>
                  </a:lnTo>
                  <a:lnTo>
                    <a:pt x="4128726" y="1754562"/>
                  </a:lnTo>
                  <a:lnTo>
                    <a:pt x="4129572" y="1758137"/>
                  </a:lnTo>
                  <a:lnTo>
                    <a:pt x="4130417" y="1785059"/>
                  </a:lnTo>
                  <a:lnTo>
                    <a:pt x="4131262" y="1884755"/>
                  </a:lnTo>
                  <a:lnTo>
                    <a:pt x="4132107" y="1968887"/>
                  </a:lnTo>
                  <a:lnTo>
                    <a:pt x="4132952" y="1942175"/>
                  </a:lnTo>
                  <a:lnTo>
                    <a:pt x="4133797" y="1905157"/>
                  </a:lnTo>
                  <a:lnTo>
                    <a:pt x="4134642" y="1982979"/>
                  </a:lnTo>
                  <a:lnTo>
                    <a:pt x="4135487" y="2057435"/>
                  </a:lnTo>
                  <a:lnTo>
                    <a:pt x="4136332" y="2043763"/>
                  </a:lnTo>
                  <a:lnTo>
                    <a:pt x="4137177" y="1998122"/>
                  </a:lnTo>
                  <a:lnTo>
                    <a:pt x="4138022" y="2010321"/>
                  </a:lnTo>
                  <a:lnTo>
                    <a:pt x="4138868" y="1986133"/>
                  </a:lnTo>
                  <a:lnTo>
                    <a:pt x="4139713" y="2018945"/>
                  </a:lnTo>
                  <a:lnTo>
                    <a:pt x="4140558" y="2016421"/>
                  </a:lnTo>
                  <a:lnTo>
                    <a:pt x="4141403" y="1958160"/>
                  </a:lnTo>
                  <a:lnTo>
                    <a:pt x="4142248" y="1935023"/>
                  </a:lnTo>
                  <a:lnTo>
                    <a:pt x="4143093" y="2019996"/>
                  </a:lnTo>
                  <a:lnTo>
                    <a:pt x="4143938" y="2042291"/>
                  </a:lnTo>
                  <a:lnTo>
                    <a:pt x="4144783" y="1979403"/>
                  </a:lnTo>
                  <a:lnTo>
                    <a:pt x="4145628" y="1998122"/>
                  </a:lnTo>
                  <a:lnTo>
                    <a:pt x="4146473" y="2000646"/>
                  </a:lnTo>
                  <a:lnTo>
                    <a:pt x="4147318" y="1977089"/>
                  </a:lnTo>
                  <a:lnTo>
                    <a:pt x="4148164" y="1974355"/>
                  </a:lnTo>
                  <a:lnTo>
                    <a:pt x="4149009" y="1902843"/>
                  </a:lnTo>
                  <a:lnTo>
                    <a:pt x="4149854" y="1892958"/>
                  </a:lnTo>
                  <a:lnTo>
                    <a:pt x="4150699" y="2009480"/>
                  </a:lnTo>
                  <a:lnTo>
                    <a:pt x="4151544" y="2103286"/>
                  </a:lnTo>
                  <a:lnTo>
                    <a:pt x="4151544" y="2103286"/>
                  </a:lnTo>
                  <a:lnTo>
                    <a:pt x="4152389" y="2094663"/>
                  </a:lnTo>
                  <a:lnTo>
                    <a:pt x="4153234" y="2061221"/>
                  </a:lnTo>
                  <a:lnTo>
                    <a:pt x="4154079" y="2045446"/>
                  </a:lnTo>
                  <a:lnTo>
                    <a:pt x="4154924" y="2047129"/>
                  </a:lnTo>
                  <a:lnTo>
                    <a:pt x="4155769" y="2019155"/>
                  </a:lnTo>
                  <a:lnTo>
                    <a:pt x="4156614" y="2045446"/>
                  </a:lnTo>
                  <a:lnTo>
                    <a:pt x="4157460" y="2041450"/>
                  </a:lnTo>
                  <a:lnTo>
                    <a:pt x="4158305" y="2023782"/>
                  </a:lnTo>
                  <a:lnTo>
                    <a:pt x="4159150" y="2050284"/>
                  </a:lnTo>
                  <a:lnTo>
                    <a:pt x="4159995" y="2050284"/>
                  </a:lnTo>
                  <a:lnTo>
                    <a:pt x="4160840" y="2061221"/>
                  </a:lnTo>
                  <a:lnTo>
                    <a:pt x="4161685" y="2048180"/>
                  </a:lnTo>
                  <a:lnTo>
                    <a:pt x="4162530" y="2045867"/>
                  </a:lnTo>
                  <a:lnTo>
                    <a:pt x="4163375" y="1979193"/>
                  </a:lnTo>
                  <a:lnTo>
                    <a:pt x="4164220" y="2016841"/>
                  </a:lnTo>
                  <a:lnTo>
                    <a:pt x="4165065" y="2074051"/>
                  </a:lnTo>
                  <a:lnTo>
                    <a:pt x="4165910" y="2074892"/>
                  </a:lnTo>
                  <a:lnTo>
                    <a:pt x="4166756" y="2019155"/>
                  </a:lnTo>
                  <a:lnTo>
                    <a:pt x="4167601" y="2019155"/>
                  </a:lnTo>
                  <a:lnTo>
                    <a:pt x="4168446" y="2089194"/>
                  </a:lnTo>
                  <a:lnTo>
                    <a:pt x="4169291" y="2103286"/>
                  </a:lnTo>
                  <a:lnTo>
                    <a:pt x="4169291" y="2103286"/>
                  </a:lnTo>
                  <a:lnTo>
                    <a:pt x="4170136" y="2069003"/>
                  </a:lnTo>
                  <a:lnTo>
                    <a:pt x="4170981" y="2019155"/>
                  </a:lnTo>
                  <a:lnTo>
                    <a:pt x="4171826" y="2025886"/>
                  </a:lnTo>
                  <a:lnTo>
                    <a:pt x="4172671" y="2048180"/>
                  </a:lnTo>
                  <a:lnTo>
                    <a:pt x="4173516" y="2003591"/>
                  </a:lnTo>
                  <a:lnTo>
                    <a:pt x="4174361" y="1914832"/>
                  </a:lnTo>
                  <a:lnTo>
                    <a:pt x="4175207" y="1962366"/>
                  </a:lnTo>
                  <a:lnTo>
                    <a:pt x="4176052" y="1994126"/>
                  </a:lnTo>
                  <a:lnTo>
                    <a:pt x="4176897" y="2052177"/>
                  </a:lnTo>
                  <a:lnTo>
                    <a:pt x="4177742" y="2007376"/>
                  </a:lnTo>
                  <a:lnTo>
                    <a:pt x="4178587" y="2019155"/>
                  </a:lnTo>
                  <a:lnTo>
                    <a:pt x="4179432" y="2049442"/>
                  </a:lnTo>
                  <a:lnTo>
                    <a:pt x="4180277" y="2051335"/>
                  </a:lnTo>
                  <a:lnTo>
                    <a:pt x="4181122" y="2019155"/>
                  </a:lnTo>
                  <a:lnTo>
                    <a:pt x="4181967" y="2041870"/>
                  </a:lnTo>
                  <a:lnTo>
                    <a:pt x="4182812" y="2034088"/>
                  </a:lnTo>
                  <a:lnTo>
                    <a:pt x="4183657" y="1977089"/>
                  </a:lnTo>
                  <a:lnTo>
                    <a:pt x="4184503" y="1980665"/>
                  </a:lnTo>
                  <a:lnTo>
                    <a:pt x="4185348" y="2026306"/>
                  </a:lnTo>
                  <a:lnTo>
                    <a:pt x="4186193" y="1909995"/>
                  </a:lnTo>
                  <a:lnTo>
                    <a:pt x="4187038" y="1808195"/>
                  </a:lnTo>
                  <a:lnTo>
                    <a:pt x="4187883" y="1684312"/>
                  </a:lnTo>
                  <a:lnTo>
                    <a:pt x="4188728" y="1751197"/>
                  </a:lnTo>
                  <a:lnTo>
                    <a:pt x="4189573" y="1904526"/>
                  </a:lnTo>
                  <a:lnTo>
                    <a:pt x="4190418" y="2004011"/>
                  </a:lnTo>
                  <a:lnTo>
                    <a:pt x="4191263" y="2035771"/>
                  </a:lnTo>
                  <a:lnTo>
                    <a:pt x="4192108" y="1978351"/>
                  </a:lnTo>
                  <a:lnTo>
                    <a:pt x="4192953" y="1947853"/>
                  </a:lnTo>
                  <a:lnTo>
                    <a:pt x="4193799" y="1978772"/>
                  </a:lnTo>
                  <a:lnTo>
                    <a:pt x="4194644" y="2031144"/>
                  </a:lnTo>
                  <a:lnTo>
                    <a:pt x="4195489" y="2059117"/>
                  </a:lnTo>
                  <a:lnTo>
                    <a:pt x="4196334" y="1967624"/>
                  </a:lnTo>
                  <a:lnTo>
                    <a:pt x="4197179" y="1872977"/>
                  </a:lnTo>
                  <a:lnTo>
                    <a:pt x="4198024" y="1843320"/>
                  </a:lnTo>
                  <a:lnTo>
                    <a:pt x="4198869" y="1892748"/>
                  </a:lnTo>
                  <a:lnTo>
                    <a:pt x="4199714" y="1936075"/>
                  </a:lnTo>
                  <a:lnTo>
                    <a:pt x="4200559" y="2016421"/>
                  </a:lnTo>
                  <a:lnTo>
                    <a:pt x="4201404" y="2058486"/>
                  </a:lnTo>
                  <a:lnTo>
                    <a:pt x="4202249" y="2098870"/>
                  </a:lnTo>
                  <a:lnTo>
                    <a:pt x="4203095" y="2103286"/>
                  </a:lnTo>
                  <a:lnTo>
                    <a:pt x="4203095" y="2103286"/>
                  </a:lnTo>
                  <a:lnTo>
                    <a:pt x="4203940" y="2103286"/>
                  </a:lnTo>
                  <a:lnTo>
                    <a:pt x="4204785" y="2096135"/>
                  </a:lnTo>
                  <a:lnTo>
                    <a:pt x="4205630" y="2061221"/>
                  </a:lnTo>
                  <a:lnTo>
                    <a:pt x="4206475" y="2026517"/>
                  </a:lnTo>
                  <a:lnTo>
                    <a:pt x="4207320" y="1977931"/>
                  </a:lnTo>
                  <a:lnTo>
                    <a:pt x="4208165" y="1977510"/>
                  </a:lnTo>
                  <a:lnTo>
                    <a:pt x="4209010" y="1959211"/>
                  </a:lnTo>
                  <a:lnTo>
                    <a:pt x="4209855" y="1977089"/>
                  </a:lnTo>
                  <a:lnTo>
                    <a:pt x="4210700" y="2013056"/>
                  </a:lnTo>
                  <a:lnTo>
                    <a:pt x="4211545" y="2103286"/>
                  </a:lnTo>
                  <a:lnTo>
                    <a:pt x="4211545" y="2103286"/>
                  </a:lnTo>
                  <a:lnTo>
                    <a:pt x="4212391" y="2103286"/>
                  </a:lnTo>
                  <a:lnTo>
                    <a:pt x="4213236" y="2099921"/>
                  </a:lnTo>
                  <a:lnTo>
                    <a:pt x="4214081" y="2041660"/>
                  </a:lnTo>
                  <a:lnTo>
                    <a:pt x="4214926" y="1996440"/>
                  </a:lnTo>
                  <a:lnTo>
                    <a:pt x="4215771" y="2001277"/>
                  </a:lnTo>
                  <a:lnTo>
                    <a:pt x="4216616" y="2061010"/>
                  </a:lnTo>
                  <a:lnTo>
                    <a:pt x="4217461" y="2019786"/>
                  </a:lnTo>
                  <a:lnTo>
                    <a:pt x="4218306" y="1933131"/>
                  </a:lnTo>
                  <a:lnTo>
                    <a:pt x="4219151" y="1897375"/>
                  </a:lnTo>
                  <a:lnTo>
                    <a:pt x="4219996" y="1931027"/>
                  </a:lnTo>
                  <a:lnTo>
                    <a:pt x="4220841" y="1926821"/>
                  </a:lnTo>
                  <a:lnTo>
                    <a:pt x="4221687" y="1944909"/>
                  </a:lnTo>
                  <a:lnTo>
                    <a:pt x="4222532" y="2027148"/>
                  </a:lnTo>
                  <a:lnTo>
                    <a:pt x="4223377" y="2092349"/>
                  </a:lnTo>
                  <a:lnTo>
                    <a:pt x="4224222" y="2070686"/>
                  </a:lnTo>
                  <a:lnTo>
                    <a:pt x="4225067" y="2001908"/>
                  </a:lnTo>
                  <a:lnTo>
                    <a:pt x="4225912" y="1948064"/>
                  </a:lnTo>
                  <a:lnTo>
                    <a:pt x="4226757" y="1978772"/>
                  </a:lnTo>
                  <a:lnTo>
                    <a:pt x="4227602" y="2022941"/>
                  </a:lnTo>
                  <a:lnTo>
                    <a:pt x="4228447" y="2070475"/>
                  </a:lnTo>
                  <a:lnTo>
                    <a:pt x="4229292" y="2103286"/>
                  </a:lnTo>
                  <a:lnTo>
                    <a:pt x="4229292" y="2103286"/>
                  </a:lnTo>
                  <a:lnTo>
                    <a:pt x="4230137" y="2066058"/>
                  </a:lnTo>
                  <a:lnTo>
                    <a:pt x="4230983" y="2061221"/>
                  </a:lnTo>
                  <a:lnTo>
                    <a:pt x="4231828" y="2077206"/>
                  </a:lnTo>
                  <a:lnTo>
                    <a:pt x="4232673" y="2103286"/>
                  </a:lnTo>
                  <a:lnTo>
                    <a:pt x="4232673" y="2103286"/>
                  </a:lnTo>
                  <a:lnTo>
                    <a:pt x="4233518" y="2103286"/>
                  </a:lnTo>
                  <a:lnTo>
                    <a:pt x="4234363" y="2082674"/>
                  </a:lnTo>
                  <a:lnTo>
                    <a:pt x="4235208" y="2039136"/>
                  </a:lnTo>
                  <a:lnTo>
                    <a:pt x="4236053" y="1996229"/>
                  </a:lnTo>
                  <a:lnTo>
                    <a:pt x="4236898" y="1990340"/>
                  </a:lnTo>
                  <a:lnTo>
                    <a:pt x="4237743" y="2020838"/>
                  </a:lnTo>
                  <a:lnTo>
                    <a:pt x="4238588" y="1995598"/>
                  </a:lnTo>
                  <a:lnTo>
                    <a:pt x="4239434" y="1928924"/>
                  </a:lnTo>
                  <a:lnTo>
                    <a:pt x="4240279" y="1909363"/>
                  </a:lnTo>
                  <a:lnTo>
                    <a:pt x="4241124" y="1991812"/>
                  </a:lnTo>
                  <a:lnTo>
                    <a:pt x="4241969" y="1963418"/>
                  </a:lnTo>
                  <a:lnTo>
                    <a:pt x="4242814" y="1937758"/>
                  </a:lnTo>
                  <a:lnTo>
                    <a:pt x="4243659" y="2022941"/>
                  </a:lnTo>
                  <a:lnTo>
                    <a:pt x="4244504" y="2066058"/>
                  </a:lnTo>
                  <a:lnTo>
                    <a:pt x="4245349" y="2041029"/>
                  </a:lnTo>
                  <a:lnTo>
                    <a:pt x="4246194" y="1978351"/>
                  </a:lnTo>
                  <a:lnTo>
                    <a:pt x="4247039" y="1935654"/>
                  </a:lnTo>
                  <a:lnTo>
                    <a:pt x="4247884" y="1876973"/>
                  </a:lnTo>
                  <a:lnTo>
                    <a:pt x="4248730" y="1894009"/>
                  </a:lnTo>
                  <a:lnTo>
                    <a:pt x="4249575" y="1947854"/>
                  </a:lnTo>
                  <a:lnTo>
                    <a:pt x="4250420" y="1965311"/>
                  </a:lnTo>
                  <a:lnTo>
                    <a:pt x="4251265" y="1952901"/>
                  </a:lnTo>
                  <a:lnTo>
                    <a:pt x="4252110" y="2034509"/>
                  </a:lnTo>
                  <a:lnTo>
                    <a:pt x="4252955" y="1956898"/>
                  </a:lnTo>
                  <a:lnTo>
                    <a:pt x="4253800" y="1880128"/>
                  </a:lnTo>
                  <a:lnTo>
                    <a:pt x="4254645" y="1835538"/>
                  </a:lnTo>
                  <a:lnTo>
                    <a:pt x="4255490" y="1948274"/>
                  </a:lnTo>
                  <a:lnTo>
                    <a:pt x="4256335" y="1984451"/>
                  </a:lnTo>
                  <a:lnTo>
                    <a:pt x="4257180" y="2042922"/>
                  </a:lnTo>
                  <a:lnTo>
                    <a:pt x="4258026" y="2087302"/>
                  </a:lnTo>
                  <a:lnTo>
                    <a:pt x="4258871" y="2103286"/>
                  </a:lnTo>
                  <a:lnTo>
                    <a:pt x="4258871" y="2103286"/>
                  </a:lnTo>
                  <a:lnTo>
                    <a:pt x="4259716" y="2103286"/>
                  </a:lnTo>
                  <a:lnTo>
                    <a:pt x="4260561" y="2081833"/>
                  </a:lnTo>
                  <a:lnTo>
                    <a:pt x="4261406" y="1969728"/>
                  </a:lnTo>
                  <a:lnTo>
                    <a:pt x="4262251" y="1935023"/>
                  </a:lnTo>
                  <a:lnTo>
                    <a:pt x="4263096" y="2004432"/>
                  </a:lnTo>
                  <a:lnTo>
                    <a:pt x="4263941" y="2042712"/>
                  </a:lnTo>
                  <a:lnTo>
                    <a:pt x="4264786" y="1950167"/>
                  </a:lnTo>
                  <a:lnTo>
                    <a:pt x="4265631" y="1908312"/>
                  </a:lnTo>
                  <a:lnTo>
                    <a:pt x="4266476" y="1855099"/>
                  </a:lnTo>
                  <a:lnTo>
                    <a:pt x="4267322" y="1884545"/>
                  </a:lnTo>
                  <a:lnTo>
                    <a:pt x="4268167" y="1907050"/>
                  </a:lnTo>
                  <a:lnTo>
                    <a:pt x="4269012" y="1892958"/>
                  </a:lnTo>
                  <a:lnTo>
                    <a:pt x="4269857" y="1935023"/>
                  </a:lnTo>
                  <a:lnTo>
                    <a:pt x="4270702" y="2024624"/>
                  </a:lnTo>
                  <a:lnTo>
                    <a:pt x="4271547" y="2061221"/>
                  </a:lnTo>
                  <a:lnTo>
                    <a:pt x="4272392" y="2076364"/>
                  </a:lnTo>
                  <a:lnTo>
                    <a:pt x="4273237" y="2005484"/>
                  </a:lnTo>
                  <a:lnTo>
                    <a:pt x="4274082" y="1935023"/>
                  </a:lnTo>
                  <a:lnTo>
                    <a:pt x="4274927" y="1980244"/>
                  </a:lnTo>
                  <a:lnTo>
                    <a:pt x="4275772" y="2088984"/>
                  </a:lnTo>
                  <a:lnTo>
                    <a:pt x="4276618" y="2072158"/>
                  </a:lnTo>
                  <a:lnTo>
                    <a:pt x="4277463" y="2017052"/>
                  </a:lnTo>
                  <a:lnTo>
                    <a:pt x="4278308" y="1970990"/>
                  </a:lnTo>
                  <a:lnTo>
                    <a:pt x="4279153" y="1969517"/>
                  </a:lnTo>
                  <a:lnTo>
                    <a:pt x="4279998" y="2015159"/>
                  </a:lnTo>
                  <a:lnTo>
                    <a:pt x="4280843" y="2006746"/>
                  </a:lnTo>
                  <a:lnTo>
                    <a:pt x="4281688" y="2009480"/>
                  </a:lnTo>
                  <a:lnTo>
                    <a:pt x="4282533" y="1945119"/>
                  </a:lnTo>
                  <a:lnTo>
                    <a:pt x="4283378" y="1938178"/>
                  </a:lnTo>
                  <a:lnTo>
                    <a:pt x="4284223" y="1936285"/>
                  </a:lnTo>
                  <a:lnTo>
                    <a:pt x="4285068" y="1998964"/>
                  </a:lnTo>
                  <a:lnTo>
                    <a:pt x="4285914" y="2083095"/>
                  </a:lnTo>
                  <a:lnTo>
                    <a:pt x="4286759" y="2042922"/>
                  </a:lnTo>
                  <a:lnTo>
                    <a:pt x="4287604" y="2019155"/>
                  </a:lnTo>
                  <a:lnTo>
                    <a:pt x="4288449" y="2017683"/>
                  </a:lnTo>
                  <a:lnTo>
                    <a:pt x="4289294" y="1976038"/>
                  </a:lnTo>
                  <a:lnTo>
                    <a:pt x="4290139" y="1977510"/>
                  </a:lnTo>
                  <a:lnTo>
                    <a:pt x="4290984" y="2071737"/>
                  </a:lnTo>
                  <a:lnTo>
                    <a:pt x="4291829" y="2103286"/>
                  </a:lnTo>
                  <a:lnTo>
                    <a:pt x="4291829" y="2103286"/>
                  </a:lnTo>
                  <a:lnTo>
                    <a:pt x="4292674" y="2078888"/>
                  </a:lnTo>
                  <a:lnTo>
                    <a:pt x="4293519" y="2061221"/>
                  </a:lnTo>
                  <a:lnTo>
                    <a:pt x="4294364" y="2041870"/>
                  </a:lnTo>
                  <a:lnTo>
                    <a:pt x="4295210" y="2019155"/>
                  </a:lnTo>
                  <a:lnTo>
                    <a:pt x="4296055" y="1971831"/>
                  </a:lnTo>
                  <a:lnTo>
                    <a:pt x="4296900" y="1998753"/>
                  </a:lnTo>
                  <a:lnTo>
                    <a:pt x="4297745" y="2024413"/>
                  </a:lnTo>
                  <a:lnTo>
                    <a:pt x="4298590" y="2042081"/>
                  </a:lnTo>
                  <a:lnTo>
                    <a:pt x="4299435" y="2013476"/>
                  </a:lnTo>
                  <a:lnTo>
                    <a:pt x="4300280" y="1966362"/>
                  </a:lnTo>
                  <a:lnTo>
                    <a:pt x="4301125" y="2019155"/>
                  </a:lnTo>
                  <a:lnTo>
                    <a:pt x="4301970" y="2017683"/>
                  </a:lnTo>
                  <a:lnTo>
                    <a:pt x="4302815" y="1958791"/>
                  </a:lnTo>
                  <a:lnTo>
                    <a:pt x="4303661" y="1862040"/>
                  </a:lnTo>
                  <a:lnTo>
                    <a:pt x="4304506" y="1930186"/>
                  </a:lnTo>
                  <a:lnTo>
                    <a:pt x="4305351" y="2066058"/>
                  </a:lnTo>
                  <a:lnTo>
                    <a:pt x="4306196" y="2073840"/>
                  </a:lnTo>
                  <a:lnTo>
                    <a:pt x="4307041" y="1982558"/>
                  </a:lnTo>
                  <a:lnTo>
                    <a:pt x="4307886" y="1941123"/>
                  </a:lnTo>
                  <a:lnTo>
                    <a:pt x="4308731" y="1998543"/>
                  </a:lnTo>
                  <a:lnTo>
                    <a:pt x="4309576" y="2033878"/>
                  </a:lnTo>
                  <a:lnTo>
                    <a:pt x="4310421" y="2062903"/>
                  </a:lnTo>
                  <a:lnTo>
                    <a:pt x="4311266" y="2103286"/>
                  </a:lnTo>
                  <a:lnTo>
                    <a:pt x="4311266" y="2103286"/>
                  </a:lnTo>
                  <a:lnTo>
                    <a:pt x="4312111" y="2061431"/>
                  </a:lnTo>
                  <a:lnTo>
                    <a:pt x="4312957" y="2061221"/>
                  </a:lnTo>
                  <a:lnTo>
                    <a:pt x="4313802" y="2068162"/>
                  </a:lnTo>
                  <a:lnTo>
                    <a:pt x="4314647" y="2061221"/>
                  </a:lnTo>
                  <a:lnTo>
                    <a:pt x="4315492" y="2024413"/>
                  </a:lnTo>
                  <a:lnTo>
                    <a:pt x="4316337" y="1991392"/>
                  </a:lnTo>
                  <a:lnTo>
                    <a:pt x="4317182" y="1951219"/>
                  </a:lnTo>
                  <a:lnTo>
                    <a:pt x="4318027" y="1928924"/>
                  </a:lnTo>
                  <a:lnTo>
                    <a:pt x="4318872" y="1829859"/>
                  </a:lnTo>
                  <a:lnTo>
                    <a:pt x="4319717" y="1786742"/>
                  </a:lnTo>
                  <a:lnTo>
                    <a:pt x="4320562" y="1904947"/>
                  </a:lnTo>
                  <a:lnTo>
                    <a:pt x="4321407" y="2061221"/>
                  </a:lnTo>
                  <a:lnTo>
                    <a:pt x="4322253" y="2042712"/>
                  </a:lnTo>
                  <a:lnTo>
                    <a:pt x="4323098" y="2026096"/>
                  </a:lnTo>
                  <a:lnTo>
                    <a:pt x="4323943" y="1952691"/>
                  </a:lnTo>
                  <a:lnTo>
                    <a:pt x="4324788" y="1932289"/>
                  </a:lnTo>
                  <a:lnTo>
                    <a:pt x="4325633" y="1953322"/>
                  </a:lnTo>
                  <a:lnTo>
                    <a:pt x="4326478" y="2052177"/>
                  </a:lnTo>
                  <a:lnTo>
                    <a:pt x="4327323" y="2061221"/>
                  </a:lnTo>
                  <a:lnTo>
                    <a:pt x="4328168" y="2045446"/>
                  </a:lnTo>
                  <a:lnTo>
                    <a:pt x="4329013" y="1990130"/>
                  </a:lnTo>
                  <a:lnTo>
                    <a:pt x="4329858" y="1963628"/>
                  </a:lnTo>
                  <a:lnTo>
                    <a:pt x="4330703" y="2000856"/>
                  </a:lnTo>
                  <a:lnTo>
                    <a:pt x="4331549" y="1992654"/>
                  </a:lnTo>
                  <a:lnTo>
                    <a:pt x="4332394" y="1980244"/>
                  </a:lnTo>
                  <a:lnTo>
                    <a:pt x="4333239" y="1958580"/>
                  </a:lnTo>
                  <a:lnTo>
                    <a:pt x="4334084" y="1935023"/>
                  </a:lnTo>
                  <a:lnTo>
                    <a:pt x="4334929" y="1937968"/>
                  </a:lnTo>
                  <a:lnTo>
                    <a:pt x="4335774" y="2001908"/>
                  </a:lnTo>
                  <a:lnTo>
                    <a:pt x="4336619" y="2039347"/>
                  </a:lnTo>
                  <a:lnTo>
                    <a:pt x="4337464" y="2019155"/>
                  </a:lnTo>
                  <a:lnTo>
                    <a:pt x="4338309" y="2021048"/>
                  </a:lnTo>
                  <a:lnTo>
                    <a:pt x="4339154" y="2072368"/>
                  </a:lnTo>
                  <a:lnTo>
                    <a:pt x="4339999" y="2061221"/>
                  </a:lnTo>
                  <a:lnTo>
                    <a:pt x="4340845" y="2052808"/>
                  </a:lnTo>
                  <a:lnTo>
                    <a:pt x="4341690" y="2050704"/>
                  </a:lnTo>
                  <a:lnTo>
                    <a:pt x="4342535" y="2042291"/>
                  </a:lnTo>
                  <a:lnTo>
                    <a:pt x="4343380" y="2006325"/>
                  </a:lnTo>
                  <a:lnTo>
                    <a:pt x="4344225" y="2016841"/>
                  </a:lnTo>
                  <a:lnTo>
                    <a:pt x="4345070" y="1992653"/>
                  </a:lnTo>
                  <a:lnTo>
                    <a:pt x="4345915" y="1977089"/>
                  </a:lnTo>
                  <a:lnTo>
                    <a:pt x="4346760" y="2020838"/>
                  </a:lnTo>
                  <a:lnTo>
                    <a:pt x="4347605" y="2070265"/>
                  </a:lnTo>
                  <a:lnTo>
                    <a:pt x="4348450" y="2061221"/>
                  </a:lnTo>
                  <a:lnTo>
                    <a:pt x="4349295" y="2047339"/>
                  </a:lnTo>
                  <a:lnTo>
                    <a:pt x="4350141" y="2012845"/>
                  </a:lnTo>
                  <a:lnTo>
                    <a:pt x="4350986" y="1985713"/>
                  </a:lnTo>
                  <a:lnTo>
                    <a:pt x="4351831" y="2032616"/>
                  </a:lnTo>
                  <a:lnTo>
                    <a:pt x="4352676" y="2060169"/>
                  </a:lnTo>
                  <a:lnTo>
                    <a:pt x="4353521" y="2052808"/>
                  </a:lnTo>
                  <a:lnTo>
                    <a:pt x="4354366" y="2019155"/>
                  </a:lnTo>
                  <a:lnTo>
                    <a:pt x="4355211" y="2037243"/>
                  </a:lnTo>
                  <a:lnTo>
                    <a:pt x="4356056" y="2048391"/>
                  </a:lnTo>
                  <a:lnTo>
                    <a:pt x="4356901" y="2061221"/>
                  </a:lnTo>
                  <a:lnTo>
                    <a:pt x="4357746" y="2068372"/>
                  </a:lnTo>
                  <a:lnTo>
                    <a:pt x="4358591" y="2022731"/>
                  </a:lnTo>
                  <a:lnTo>
                    <a:pt x="4359437" y="2019786"/>
                  </a:lnTo>
                  <a:lnTo>
                    <a:pt x="4360282" y="2002329"/>
                  </a:lnTo>
                  <a:lnTo>
                    <a:pt x="4361127" y="1999805"/>
                  </a:lnTo>
                  <a:lnTo>
                    <a:pt x="4361972" y="1986344"/>
                  </a:lnTo>
                  <a:lnTo>
                    <a:pt x="4362817" y="1959001"/>
                  </a:lnTo>
                  <a:lnTo>
                    <a:pt x="4363662" y="1944488"/>
                  </a:lnTo>
                  <a:lnTo>
                    <a:pt x="4364507" y="1931869"/>
                  </a:lnTo>
                  <a:lnTo>
                    <a:pt x="4365352" y="1931868"/>
                  </a:lnTo>
                  <a:lnTo>
                    <a:pt x="4366197" y="1980034"/>
                  </a:lnTo>
                  <a:lnTo>
                    <a:pt x="4367042" y="1987185"/>
                  </a:lnTo>
                  <a:lnTo>
                    <a:pt x="4367888" y="1990340"/>
                  </a:lnTo>
                  <a:lnTo>
                    <a:pt x="4368733" y="2035981"/>
                  </a:lnTo>
                  <a:lnTo>
                    <a:pt x="4369578" y="2059117"/>
                  </a:lnTo>
                  <a:lnTo>
                    <a:pt x="4370423" y="2010111"/>
                  </a:lnTo>
                  <a:lnTo>
                    <a:pt x="4371268" y="1930607"/>
                  </a:lnTo>
                  <a:lnTo>
                    <a:pt x="4372113" y="1949746"/>
                  </a:lnTo>
                  <a:lnTo>
                    <a:pt x="4372958" y="1982558"/>
                  </a:lnTo>
                  <a:lnTo>
                    <a:pt x="4373803" y="2002539"/>
                  </a:lnTo>
                  <a:lnTo>
                    <a:pt x="4374648" y="1906209"/>
                  </a:lnTo>
                  <a:lnTo>
                    <a:pt x="4375493" y="1851313"/>
                  </a:lnTo>
                  <a:lnTo>
                    <a:pt x="4376338" y="1849840"/>
                  </a:lnTo>
                  <a:lnTo>
                    <a:pt x="4377184" y="1917356"/>
                  </a:lnTo>
                  <a:lnTo>
                    <a:pt x="4378029" y="1993495"/>
                  </a:lnTo>
                  <a:lnTo>
                    <a:pt x="4378874" y="2046918"/>
                  </a:lnTo>
                  <a:lnTo>
                    <a:pt x="4379719" y="2061221"/>
                  </a:lnTo>
                  <a:lnTo>
                    <a:pt x="4380564" y="2090877"/>
                  </a:lnTo>
                  <a:lnTo>
                    <a:pt x="4381409" y="2061221"/>
                  </a:lnTo>
                  <a:lnTo>
                    <a:pt x="4382254" y="2061221"/>
                  </a:lnTo>
                  <a:lnTo>
                    <a:pt x="4383099" y="2079730"/>
                  </a:lnTo>
                  <a:lnTo>
                    <a:pt x="4383944" y="2061221"/>
                  </a:lnTo>
                  <a:lnTo>
                    <a:pt x="4384789" y="2022731"/>
                  </a:lnTo>
                  <a:lnTo>
                    <a:pt x="4385634" y="1972252"/>
                  </a:lnTo>
                  <a:lnTo>
                    <a:pt x="4386480" y="1960263"/>
                  </a:lnTo>
                  <a:lnTo>
                    <a:pt x="4387325" y="1973304"/>
                  </a:lnTo>
                  <a:lnTo>
                    <a:pt x="4388170" y="1981716"/>
                  </a:lnTo>
                  <a:lnTo>
                    <a:pt x="4389015" y="1958370"/>
                  </a:lnTo>
                  <a:lnTo>
                    <a:pt x="4389860" y="1880338"/>
                  </a:lnTo>
                  <a:lnTo>
                    <a:pt x="4390705" y="1831541"/>
                  </a:lnTo>
                  <a:lnTo>
                    <a:pt x="4391550" y="1887279"/>
                  </a:lnTo>
                  <a:lnTo>
                    <a:pt x="4392395" y="2031564"/>
                  </a:lnTo>
                  <a:lnTo>
                    <a:pt x="4393240" y="2067320"/>
                  </a:lnTo>
                  <a:lnTo>
                    <a:pt x="4394085" y="1922614"/>
                  </a:lnTo>
                  <a:lnTo>
                    <a:pt x="4394930" y="1834697"/>
                  </a:lnTo>
                  <a:lnTo>
                    <a:pt x="4395776" y="1802096"/>
                  </a:lnTo>
                  <a:lnTo>
                    <a:pt x="4396621" y="1974145"/>
                  </a:lnTo>
                  <a:lnTo>
                    <a:pt x="4397466" y="2058697"/>
                  </a:lnTo>
                  <a:lnTo>
                    <a:pt x="4398311" y="2061221"/>
                  </a:lnTo>
                  <a:lnTo>
                    <a:pt x="4399156" y="2061221"/>
                  </a:lnTo>
                  <a:lnTo>
                    <a:pt x="4400001" y="2093822"/>
                  </a:lnTo>
                  <a:lnTo>
                    <a:pt x="4400846" y="2070055"/>
                  </a:lnTo>
                  <a:lnTo>
                    <a:pt x="4401691" y="2061221"/>
                  </a:lnTo>
                  <a:lnTo>
                    <a:pt x="4402536" y="2066058"/>
                  </a:lnTo>
                  <a:lnTo>
                    <a:pt x="4403381" y="2045025"/>
                  </a:lnTo>
                  <a:lnTo>
                    <a:pt x="4404226" y="1977089"/>
                  </a:lnTo>
                  <a:lnTo>
                    <a:pt x="4405072" y="1959632"/>
                  </a:lnTo>
                  <a:lnTo>
                    <a:pt x="4405917" y="1904105"/>
                  </a:lnTo>
                  <a:lnTo>
                    <a:pt x="4406762" y="1871715"/>
                  </a:lnTo>
                  <a:lnTo>
                    <a:pt x="4407607" y="1950377"/>
                  </a:lnTo>
                  <a:lnTo>
                    <a:pt x="4408452" y="1965311"/>
                  </a:lnTo>
                  <a:lnTo>
                    <a:pt x="4409297" y="1918197"/>
                  </a:lnTo>
                  <a:lnTo>
                    <a:pt x="4410142" y="1681577"/>
                  </a:lnTo>
                  <a:lnTo>
                    <a:pt x="4410987" y="1445168"/>
                  </a:lnTo>
                  <a:lnTo>
                    <a:pt x="4411832" y="1513734"/>
                  </a:lnTo>
                  <a:lnTo>
                    <a:pt x="4412677" y="1827546"/>
                  </a:lnTo>
                  <a:lnTo>
                    <a:pt x="4413522" y="2023782"/>
                  </a:lnTo>
                  <a:lnTo>
                    <a:pt x="4414368" y="2025675"/>
                  </a:lnTo>
                  <a:lnTo>
                    <a:pt x="4415213" y="1951429"/>
                  </a:lnTo>
                  <a:lnTo>
                    <a:pt x="4416058" y="1913991"/>
                  </a:lnTo>
                  <a:lnTo>
                    <a:pt x="4416903" y="1923035"/>
                  </a:lnTo>
                  <a:lnTo>
                    <a:pt x="4417748" y="1879287"/>
                  </a:lnTo>
                  <a:lnTo>
                    <a:pt x="4418593" y="1917987"/>
                  </a:lnTo>
                  <a:lnTo>
                    <a:pt x="4419438" y="1978982"/>
                  </a:lnTo>
                  <a:lnTo>
                    <a:pt x="4420283" y="2076785"/>
                  </a:lnTo>
                  <a:lnTo>
                    <a:pt x="4421128" y="2103286"/>
                  </a:lnTo>
                  <a:lnTo>
                    <a:pt x="4421128" y="2103286"/>
                  </a:lnTo>
                  <a:lnTo>
                    <a:pt x="4421973" y="2103286"/>
                  </a:lnTo>
                  <a:lnTo>
                    <a:pt x="4422818" y="2065217"/>
                  </a:lnTo>
                  <a:lnTo>
                    <a:pt x="4423664" y="2020627"/>
                  </a:lnTo>
                  <a:lnTo>
                    <a:pt x="4424509" y="1987395"/>
                  </a:lnTo>
                  <a:lnTo>
                    <a:pt x="4425354" y="1957108"/>
                  </a:lnTo>
                  <a:lnTo>
                    <a:pt x="4426199" y="1915463"/>
                  </a:lnTo>
                  <a:lnTo>
                    <a:pt x="4427044" y="1866877"/>
                  </a:lnTo>
                  <a:lnTo>
                    <a:pt x="4427889" y="1929765"/>
                  </a:lnTo>
                  <a:lnTo>
                    <a:pt x="4428734" y="2013686"/>
                  </a:lnTo>
                  <a:lnTo>
                    <a:pt x="4429579" y="2058697"/>
                  </a:lnTo>
                  <a:lnTo>
                    <a:pt x="4430424" y="2001488"/>
                  </a:lnTo>
                  <a:lnTo>
                    <a:pt x="4431269" y="2014317"/>
                  </a:lnTo>
                  <a:lnTo>
                    <a:pt x="4432115" y="1986554"/>
                  </a:lnTo>
                  <a:lnTo>
                    <a:pt x="4432960" y="1970569"/>
                  </a:lnTo>
                  <a:lnTo>
                    <a:pt x="4433805" y="1904736"/>
                  </a:lnTo>
                  <a:lnTo>
                    <a:pt x="4434650" y="1904526"/>
                  </a:lnTo>
                  <a:lnTo>
                    <a:pt x="4435495" y="1870663"/>
                  </a:lnTo>
                  <a:lnTo>
                    <a:pt x="4436340" y="1945119"/>
                  </a:lnTo>
                  <a:lnTo>
                    <a:pt x="4437185" y="2031565"/>
                  </a:lnTo>
                  <a:lnTo>
                    <a:pt x="4438030" y="2026306"/>
                  </a:lnTo>
                  <a:lnTo>
                    <a:pt x="4438875" y="1998122"/>
                  </a:lnTo>
                  <a:lnTo>
                    <a:pt x="4439720" y="1966152"/>
                  </a:lnTo>
                  <a:lnTo>
                    <a:pt x="4440565" y="1977089"/>
                  </a:lnTo>
                  <a:lnTo>
                    <a:pt x="4441411" y="2026727"/>
                  </a:lnTo>
                  <a:lnTo>
                    <a:pt x="4442256" y="2089615"/>
                  </a:lnTo>
                  <a:lnTo>
                    <a:pt x="4443101" y="2052808"/>
                  </a:lnTo>
                  <a:lnTo>
                    <a:pt x="4443946" y="2005904"/>
                  </a:lnTo>
                  <a:lnTo>
                    <a:pt x="4444791" y="1945329"/>
                  </a:lnTo>
                  <a:lnTo>
                    <a:pt x="4445636" y="2018734"/>
                  </a:lnTo>
                  <a:lnTo>
                    <a:pt x="4446481" y="2072158"/>
                  </a:lnTo>
                  <a:lnTo>
                    <a:pt x="4447326" y="2103286"/>
                  </a:lnTo>
                  <a:lnTo>
                    <a:pt x="4447326" y="2103286"/>
                  </a:lnTo>
                  <a:lnTo>
                    <a:pt x="4448171" y="2075733"/>
                  </a:lnTo>
                  <a:lnTo>
                    <a:pt x="4449016" y="2026727"/>
                  </a:lnTo>
                  <a:lnTo>
                    <a:pt x="4449861" y="1990340"/>
                  </a:lnTo>
                  <a:lnTo>
                    <a:pt x="4450707" y="2032406"/>
                  </a:lnTo>
                  <a:lnTo>
                    <a:pt x="4451552" y="2044395"/>
                  </a:lnTo>
                  <a:lnTo>
                    <a:pt x="4452397" y="2061221"/>
                  </a:lnTo>
                  <a:lnTo>
                    <a:pt x="4453242" y="2040609"/>
                  </a:lnTo>
                  <a:lnTo>
                    <a:pt x="4454087" y="2061221"/>
                  </a:lnTo>
                  <a:lnTo>
                    <a:pt x="4454932" y="2048601"/>
                  </a:lnTo>
                  <a:lnTo>
                    <a:pt x="4455777" y="2019155"/>
                  </a:lnTo>
                  <a:lnTo>
                    <a:pt x="4456622" y="2019155"/>
                  </a:lnTo>
                  <a:lnTo>
                    <a:pt x="4457467" y="2082254"/>
                  </a:lnTo>
                  <a:lnTo>
                    <a:pt x="4458312" y="2094242"/>
                  </a:lnTo>
                  <a:lnTo>
                    <a:pt x="4459157" y="2025885"/>
                  </a:lnTo>
                  <a:lnTo>
                    <a:pt x="4460003" y="2019155"/>
                  </a:lnTo>
                  <a:lnTo>
                    <a:pt x="4460848" y="2058066"/>
                  </a:lnTo>
                  <a:lnTo>
                    <a:pt x="4461693" y="2061221"/>
                  </a:lnTo>
                  <a:lnTo>
                    <a:pt x="4462538" y="2054490"/>
                  </a:lnTo>
                  <a:lnTo>
                    <a:pt x="4463383" y="1963838"/>
                  </a:lnTo>
                  <a:lnTo>
                    <a:pt x="4464228" y="1966363"/>
                  </a:lnTo>
                  <a:lnTo>
                    <a:pt x="4465073" y="2001277"/>
                  </a:lnTo>
                  <a:lnTo>
                    <a:pt x="4465918" y="2034719"/>
                  </a:lnTo>
                  <a:lnTo>
                    <a:pt x="4466763" y="2043132"/>
                  </a:lnTo>
                  <a:lnTo>
                    <a:pt x="4467608" y="2024413"/>
                  </a:lnTo>
                  <a:lnTo>
                    <a:pt x="4468453" y="2061221"/>
                  </a:lnTo>
                  <a:lnTo>
                    <a:pt x="4469299" y="2071527"/>
                  </a:lnTo>
                  <a:lnTo>
                    <a:pt x="4470144" y="2048391"/>
                  </a:lnTo>
                  <a:lnTo>
                    <a:pt x="4470989" y="1978772"/>
                  </a:lnTo>
                  <a:lnTo>
                    <a:pt x="4471834" y="1935023"/>
                  </a:lnTo>
                  <a:lnTo>
                    <a:pt x="4472679" y="1928082"/>
                  </a:lnTo>
                  <a:lnTo>
                    <a:pt x="4473524" y="2022520"/>
                  </a:lnTo>
                  <a:lnTo>
                    <a:pt x="4474369" y="2092770"/>
                  </a:lnTo>
                  <a:lnTo>
                    <a:pt x="4475214" y="2069424"/>
                  </a:lnTo>
                  <a:lnTo>
                    <a:pt x="4476059" y="1944698"/>
                  </a:lnTo>
                  <a:lnTo>
                    <a:pt x="4476904" y="1816608"/>
                  </a:lnTo>
                  <a:lnTo>
                    <a:pt x="4477749" y="1916304"/>
                  </a:lnTo>
                  <a:lnTo>
                    <a:pt x="4478595" y="2025675"/>
                  </a:lnTo>
                  <a:lnTo>
                    <a:pt x="4479440" y="2061221"/>
                  </a:lnTo>
                  <a:lnTo>
                    <a:pt x="4480285" y="2024203"/>
                  </a:lnTo>
                  <a:lnTo>
                    <a:pt x="4481130" y="1837010"/>
                  </a:lnTo>
                  <a:lnTo>
                    <a:pt x="4481975" y="1762133"/>
                  </a:lnTo>
                  <a:lnTo>
                    <a:pt x="4482820" y="1834066"/>
                  </a:lnTo>
                  <a:lnTo>
                    <a:pt x="4483665" y="2001067"/>
                  </a:lnTo>
                  <a:lnTo>
                    <a:pt x="4484510" y="2010111"/>
                  </a:lnTo>
                  <a:lnTo>
                    <a:pt x="4485355" y="2027989"/>
                  </a:lnTo>
                  <a:lnTo>
                    <a:pt x="4486200" y="1890013"/>
                  </a:lnTo>
                  <a:lnTo>
                    <a:pt x="4487046" y="1865194"/>
                  </a:lnTo>
                  <a:lnTo>
                    <a:pt x="4487891" y="1968045"/>
                  </a:lnTo>
                  <a:lnTo>
                    <a:pt x="4488736" y="2067741"/>
                  </a:lnTo>
                  <a:lnTo>
                    <a:pt x="4489581" y="2025675"/>
                  </a:lnTo>
                  <a:lnTo>
                    <a:pt x="4490426" y="2019155"/>
                  </a:lnTo>
                  <a:lnTo>
                    <a:pt x="4491271" y="2054280"/>
                  </a:lnTo>
                  <a:lnTo>
                    <a:pt x="4492116" y="2103286"/>
                  </a:lnTo>
                  <a:lnTo>
                    <a:pt x="4492116" y="2103286"/>
                  </a:lnTo>
                  <a:lnTo>
                    <a:pt x="4492961" y="2103286"/>
                  </a:lnTo>
                  <a:lnTo>
                    <a:pt x="4493806" y="2096556"/>
                  </a:lnTo>
                  <a:lnTo>
                    <a:pt x="4494651" y="2061221"/>
                  </a:lnTo>
                  <a:lnTo>
                    <a:pt x="4495496" y="2061221"/>
                  </a:lnTo>
                  <a:lnTo>
                    <a:pt x="4496342" y="2074892"/>
                  </a:lnTo>
                  <a:lnTo>
                    <a:pt x="4497187" y="2061221"/>
                  </a:lnTo>
                  <a:lnTo>
                    <a:pt x="4498032" y="2061221"/>
                  </a:lnTo>
                  <a:lnTo>
                    <a:pt x="4498877" y="2079730"/>
                  </a:lnTo>
                  <a:lnTo>
                    <a:pt x="4499722" y="2048180"/>
                  </a:lnTo>
                  <a:lnTo>
                    <a:pt x="4500567" y="2013897"/>
                  </a:lnTo>
                  <a:lnTo>
                    <a:pt x="4501412" y="1975827"/>
                  </a:lnTo>
                  <a:lnTo>
                    <a:pt x="4502257" y="1860357"/>
                  </a:lnTo>
                  <a:lnTo>
                    <a:pt x="4503102" y="1737946"/>
                  </a:lnTo>
                  <a:lnTo>
                    <a:pt x="4503947" y="1748462"/>
                  </a:lnTo>
                  <a:lnTo>
                    <a:pt x="4504792" y="1854678"/>
                  </a:lnTo>
                  <a:lnTo>
                    <a:pt x="4505638" y="2005694"/>
                  </a:lnTo>
                  <a:lnTo>
                    <a:pt x="4506483" y="2006325"/>
                  </a:lnTo>
                  <a:lnTo>
                    <a:pt x="4507328" y="1950587"/>
                  </a:lnTo>
                  <a:lnTo>
                    <a:pt x="4508173" y="1977089"/>
                  </a:lnTo>
                  <a:lnTo>
                    <a:pt x="4509018" y="2074471"/>
                  </a:lnTo>
                  <a:lnTo>
                    <a:pt x="4509863" y="2103286"/>
                  </a:lnTo>
                  <a:lnTo>
                    <a:pt x="4509863" y="2103286"/>
                  </a:lnTo>
                  <a:lnTo>
                    <a:pt x="4510708" y="2097397"/>
                  </a:lnTo>
                  <a:lnTo>
                    <a:pt x="4511553" y="2061221"/>
                  </a:lnTo>
                  <a:lnTo>
                    <a:pt x="4512398" y="2054070"/>
                  </a:lnTo>
                  <a:lnTo>
                    <a:pt x="4513243" y="2009059"/>
                  </a:lnTo>
                  <a:lnTo>
                    <a:pt x="4514088" y="2016841"/>
                  </a:lnTo>
                  <a:lnTo>
                    <a:pt x="4514934" y="2013266"/>
                  </a:lnTo>
                  <a:lnTo>
                    <a:pt x="4515779" y="2010321"/>
                  </a:lnTo>
                  <a:lnTo>
                    <a:pt x="4516624" y="1958159"/>
                  </a:lnTo>
                  <a:lnTo>
                    <a:pt x="4517469" y="1964470"/>
                  </a:lnTo>
                  <a:lnTo>
                    <a:pt x="4518314" y="1910625"/>
                  </a:lnTo>
                  <a:lnTo>
                    <a:pt x="4519159" y="1883914"/>
                  </a:lnTo>
                  <a:lnTo>
                    <a:pt x="4520004" y="1881811"/>
                  </a:lnTo>
                  <a:lnTo>
                    <a:pt x="4520849" y="1944488"/>
                  </a:lnTo>
                  <a:lnTo>
                    <a:pt x="4521694" y="1958791"/>
                  </a:lnTo>
                  <a:lnTo>
                    <a:pt x="4522539" y="1962787"/>
                  </a:lnTo>
                  <a:lnTo>
                    <a:pt x="4523384" y="1949115"/>
                  </a:lnTo>
                  <a:lnTo>
                    <a:pt x="4524230" y="1940492"/>
                  </a:lnTo>
                  <a:lnTo>
                    <a:pt x="4525075" y="1896323"/>
                  </a:lnTo>
                  <a:lnTo>
                    <a:pt x="4525920" y="1915042"/>
                  </a:lnTo>
                  <a:lnTo>
                    <a:pt x="4526765" y="1996019"/>
                  </a:lnTo>
                  <a:lnTo>
                    <a:pt x="4527610" y="1939440"/>
                  </a:lnTo>
                  <a:lnTo>
                    <a:pt x="4528455" y="1939230"/>
                  </a:lnTo>
                  <a:lnTo>
                    <a:pt x="4529300" y="1875711"/>
                  </a:lnTo>
                  <a:lnTo>
                    <a:pt x="4530145" y="1735212"/>
                  </a:lnTo>
                  <a:lnTo>
                    <a:pt x="4530990" y="1724695"/>
                  </a:lnTo>
                  <a:lnTo>
                    <a:pt x="4531835" y="1934393"/>
                  </a:lnTo>
                  <a:lnTo>
                    <a:pt x="4532680" y="2006746"/>
                  </a:lnTo>
                  <a:lnTo>
                    <a:pt x="4533526" y="1928293"/>
                  </a:lnTo>
                  <a:lnTo>
                    <a:pt x="4534371" y="1749935"/>
                  </a:lnTo>
                  <a:lnTo>
                    <a:pt x="4535216" y="1723644"/>
                  </a:lnTo>
                  <a:lnTo>
                    <a:pt x="4536061" y="1952271"/>
                  </a:lnTo>
                  <a:lnTo>
                    <a:pt x="4536906" y="2027989"/>
                  </a:lnTo>
                  <a:lnTo>
                    <a:pt x="4537751" y="2021258"/>
                  </a:lnTo>
                  <a:lnTo>
                    <a:pt x="4538596" y="2029671"/>
                  </a:lnTo>
                  <a:lnTo>
                    <a:pt x="4539441" y="2049232"/>
                  </a:lnTo>
                  <a:lnTo>
                    <a:pt x="4540286" y="2071527"/>
                  </a:lnTo>
                  <a:lnTo>
                    <a:pt x="4541131" y="2036192"/>
                  </a:lnTo>
                  <a:lnTo>
                    <a:pt x="4541976" y="2019155"/>
                  </a:lnTo>
                  <a:lnTo>
                    <a:pt x="4542822" y="2022731"/>
                  </a:lnTo>
                  <a:lnTo>
                    <a:pt x="4543667" y="2061221"/>
                  </a:lnTo>
                  <a:lnTo>
                    <a:pt x="4544512" y="2061221"/>
                  </a:lnTo>
                  <a:lnTo>
                    <a:pt x="4545357" y="2075733"/>
                  </a:lnTo>
                  <a:lnTo>
                    <a:pt x="4546202" y="2028830"/>
                  </a:lnTo>
                  <a:lnTo>
                    <a:pt x="4547047" y="1984451"/>
                  </a:lnTo>
                  <a:lnTo>
                    <a:pt x="4547892" y="2030303"/>
                  </a:lnTo>
                  <a:lnTo>
                    <a:pt x="4548737" y="2067110"/>
                  </a:lnTo>
                  <a:lnTo>
                    <a:pt x="4549582" y="2008639"/>
                  </a:lnTo>
                  <a:lnTo>
                    <a:pt x="4550427" y="1866246"/>
                  </a:lnTo>
                  <a:lnTo>
                    <a:pt x="4551273" y="1892958"/>
                  </a:lnTo>
                  <a:lnTo>
                    <a:pt x="4552118" y="1974776"/>
                  </a:lnTo>
                  <a:lnTo>
                    <a:pt x="4552963" y="1964049"/>
                  </a:lnTo>
                  <a:lnTo>
                    <a:pt x="4553808" y="1954794"/>
                  </a:lnTo>
                  <a:lnTo>
                    <a:pt x="4554653" y="2029041"/>
                  </a:lnTo>
                  <a:lnTo>
                    <a:pt x="4555498" y="2023362"/>
                  </a:lnTo>
                  <a:lnTo>
                    <a:pt x="4556343" y="1977089"/>
                  </a:lnTo>
                  <a:lnTo>
                    <a:pt x="4557188" y="1991602"/>
                  </a:lnTo>
                  <a:lnTo>
                    <a:pt x="4558033" y="2097397"/>
                  </a:lnTo>
                  <a:lnTo>
                    <a:pt x="4558878" y="2067110"/>
                  </a:lnTo>
                  <a:lnTo>
                    <a:pt x="4559723" y="2059538"/>
                  </a:lnTo>
                  <a:lnTo>
                    <a:pt x="4560569" y="1994126"/>
                  </a:lnTo>
                  <a:lnTo>
                    <a:pt x="4561414" y="1936496"/>
                  </a:lnTo>
                  <a:lnTo>
                    <a:pt x="4562259" y="1906629"/>
                  </a:lnTo>
                  <a:lnTo>
                    <a:pt x="4563104" y="1875711"/>
                  </a:lnTo>
                  <a:lnTo>
                    <a:pt x="4563949" y="1781063"/>
                  </a:lnTo>
                  <a:lnTo>
                    <a:pt x="4564794" y="1721119"/>
                  </a:lnTo>
                  <a:lnTo>
                    <a:pt x="4565639" y="1681789"/>
                  </a:lnTo>
                  <a:lnTo>
                    <a:pt x="4566484" y="1804830"/>
                  </a:lnTo>
                  <a:lnTo>
                    <a:pt x="4567329" y="1920511"/>
                  </a:lnTo>
                  <a:lnTo>
                    <a:pt x="4568174" y="1831542"/>
                  </a:lnTo>
                  <a:lnTo>
                    <a:pt x="4569019" y="1848579"/>
                  </a:lnTo>
                  <a:lnTo>
                    <a:pt x="4569865" y="1972252"/>
                  </a:lnTo>
                  <a:lnTo>
                    <a:pt x="4570710" y="2092139"/>
                  </a:lnTo>
                  <a:lnTo>
                    <a:pt x="4571555" y="2087091"/>
                  </a:lnTo>
                  <a:lnTo>
                    <a:pt x="4572400" y="1989709"/>
                  </a:lnTo>
                  <a:lnTo>
                    <a:pt x="4573245" y="1884124"/>
                  </a:lnTo>
                  <a:lnTo>
                    <a:pt x="4574090" y="1818291"/>
                  </a:lnTo>
                  <a:lnTo>
                    <a:pt x="4574935" y="1858674"/>
                  </a:lnTo>
                  <a:lnTo>
                    <a:pt x="4575780" y="1923035"/>
                  </a:lnTo>
                  <a:lnTo>
                    <a:pt x="4576625" y="1958580"/>
                  </a:lnTo>
                  <a:lnTo>
                    <a:pt x="4577470" y="1984240"/>
                  </a:lnTo>
                  <a:lnTo>
                    <a:pt x="4578315" y="1982137"/>
                  </a:lnTo>
                  <a:lnTo>
                    <a:pt x="4579161" y="1981506"/>
                  </a:lnTo>
                  <a:lnTo>
                    <a:pt x="4580006" y="1966363"/>
                  </a:lnTo>
                  <a:lnTo>
                    <a:pt x="4580851" y="2022941"/>
                  </a:lnTo>
                  <a:lnTo>
                    <a:pt x="4581696" y="2094663"/>
                  </a:lnTo>
                  <a:lnTo>
                    <a:pt x="4582541" y="2053439"/>
                  </a:lnTo>
                  <a:lnTo>
                    <a:pt x="4583386" y="1970359"/>
                  </a:lnTo>
                  <a:lnTo>
                    <a:pt x="4584231" y="1829228"/>
                  </a:lnTo>
                  <a:lnTo>
                    <a:pt x="4585076" y="1888541"/>
                  </a:lnTo>
                  <a:lnTo>
                    <a:pt x="4585921" y="1966994"/>
                  </a:lnTo>
                  <a:lnTo>
                    <a:pt x="4586766" y="2012214"/>
                  </a:lnTo>
                  <a:lnTo>
                    <a:pt x="4587611" y="1945119"/>
                  </a:lnTo>
                  <a:lnTo>
                    <a:pt x="4588457" y="1898006"/>
                  </a:lnTo>
                  <a:lnTo>
                    <a:pt x="4589302" y="1893799"/>
                  </a:lnTo>
                  <a:lnTo>
                    <a:pt x="4590147" y="1894430"/>
                  </a:lnTo>
                  <a:lnTo>
                    <a:pt x="4590992" y="1843951"/>
                  </a:lnTo>
                  <a:lnTo>
                    <a:pt x="4591837" y="1881390"/>
                  </a:lnTo>
                  <a:lnTo>
                    <a:pt x="4592682" y="1840796"/>
                  </a:lnTo>
                  <a:lnTo>
                    <a:pt x="4593527" y="1867298"/>
                  </a:lnTo>
                  <a:lnTo>
                    <a:pt x="4594372" y="1747201"/>
                  </a:lnTo>
                  <a:lnTo>
                    <a:pt x="4595217" y="1816398"/>
                  </a:lnTo>
                  <a:lnTo>
                    <a:pt x="4596062" y="1798310"/>
                  </a:lnTo>
                  <a:lnTo>
                    <a:pt x="4596907" y="1886858"/>
                  </a:lnTo>
                  <a:lnTo>
                    <a:pt x="4597753" y="1949536"/>
                  </a:lnTo>
                  <a:lnTo>
                    <a:pt x="4598598" y="2019996"/>
                  </a:lnTo>
                  <a:lnTo>
                    <a:pt x="4599443" y="2050284"/>
                  </a:lnTo>
                  <a:lnTo>
                    <a:pt x="4600288" y="2029461"/>
                  </a:lnTo>
                  <a:lnTo>
                    <a:pt x="4601133" y="2019155"/>
                  </a:lnTo>
                  <a:lnTo>
                    <a:pt x="4601978" y="2030513"/>
                  </a:lnTo>
                  <a:lnTo>
                    <a:pt x="4602823" y="2057224"/>
                  </a:lnTo>
                  <a:lnTo>
                    <a:pt x="4603668" y="2023151"/>
                  </a:lnTo>
                  <a:lnTo>
                    <a:pt x="4604513" y="2033878"/>
                  </a:lnTo>
                  <a:lnTo>
                    <a:pt x="4605358" y="1993285"/>
                  </a:lnTo>
                  <a:lnTo>
                    <a:pt x="4606203" y="1877183"/>
                  </a:lnTo>
                  <a:lnTo>
                    <a:pt x="4607049" y="1840165"/>
                  </a:lnTo>
                  <a:lnTo>
                    <a:pt x="4607894" y="1942385"/>
                  </a:lnTo>
                  <a:lnTo>
                    <a:pt x="4608739" y="2037454"/>
                  </a:lnTo>
                  <a:lnTo>
                    <a:pt x="4609584" y="2062272"/>
                  </a:lnTo>
                  <a:lnTo>
                    <a:pt x="4610429" y="1929765"/>
                  </a:lnTo>
                  <a:lnTo>
                    <a:pt x="4611274" y="1896113"/>
                  </a:lnTo>
                  <a:lnTo>
                    <a:pt x="4612119" y="1968256"/>
                  </a:lnTo>
                  <a:lnTo>
                    <a:pt x="4612964" y="2053439"/>
                  </a:lnTo>
                  <a:lnTo>
                    <a:pt x="4613809" y="2070686"/>
                  </a:lnTo>
                  <a:lnTo>
                    <a:pt x="4614654" y="2081202"/>
                  </a:lnTo>
                  <a:lnTo>
                    <a:pt x="4615500" y="2019155"/>
                  </a:lnTo>
                  <a:lnTo>
                    <a:pt x="4616345" y="2017472"/>
                  </a:lnTo>
                  <a:lnTo>
                    <a:pt x="4617190" y="2009269"/>
                  </a:lnTo>
                  <a:lnTo>
                    <a:pt x="4618035" y="2019155"/>
                  </a:lnTo>
                  <a:lnTo>
                    <a:pt x="4618880" y="1965311"/>
                  </a:lnTo>
                  <a:lnTo>
                    <a:pt x="4619725" y="1908733"/>
                  </a:lnTo>
                  <a:lnTo>
                    <a:pt x="4620570" y="1830700"/>
                  </a:lnTo>
                  <a:lnTo>
                    <a:pt x="4621415" y="1929975"/>
                  </a:lnTo>
                  <a:lnTo>
                    <a:pt x="4622260" y="2003591"/>
                  </a:lnTo>
                  <a:lnTo>
                    <a:pt x="4623105" y="1946591"/>
                  </a:lnTo>
                  <a:lnTo>
                    <a:pt x="4623950" y="1927452"/>
                  </a:lnTo>
                  <a:lnTo>
                    <a:pt x="4624796" y="1926400"/>
                  </a:lnTo>
                  <a:lnTo>
                    <a:pt x="4625641" y="1887489"/>
                  </a:lnTo>
                  <a:lnTo>
                    <a:pt x="4626486" y="1879707"/>
                  </a:lnTo>
                  <a:lnTo>
                    <a:pt x="4627331" y="1909994"/>
                  </a:lnTo>
                  <a:lnTo>
                    <a:pt x="4628176" y="1933551"/>
                  </a:lnTo>
                  <a:lnTo>
                    <a:pt x="4629021" y="1929765"/>
                  </a:lnTo>
                  <a:lnTo>
                    <a:pt x="4629866" y="1959632"/>
                  </a:lnTo>
                  <a:lnTo>
                    <a:pt x="4630711" y="1876763"/>
                  </a:lnTo>
                  <a:lnTo>
                    <a:pt x="4631556" y="1856781"/>
                  </a:lnTo>
                  <a:lnTo>
                    <a:pt x="4632401" y="1940492"/>
                  </a:lnTo>
                  <a:lnTo>
                    <a:pt x="4633246" y="1938599"/>
                  </a:lnTo>
                  <a:lnTo>
                    <a:pt x="4634092" y="1900109"/>
                  </a:lnTo>
                  <a:lnTo>
                    <a:pt x="4634937" y="1937968"/>
                  </a:lnTo>
                  <a:lnTo>
                    <a:pt x="4635782" y="2029251"/>
                  </a:lnTo>
                  <a:lnTo>
                    <a:pt x="4636627" y="2061221"/>
                  </a:lnTo>
                  <a:lnTo>
                    <a:pt x="4637472" y="2043763"/>
                  </a:lnTo>
                  <a:lnTo>
                    <a:pt x="4638317" y="1969728"/>
                  </a:lnTo>
                  <a:lnTo>
                    <a:pt x="4639162" y="1909153"/>
                  </a:lnTo>
                  <a:lnTo>
                    <a:pt x="4640007" y="1919038"/>
                  </a:lnTo>
                  <a:lnTo>
                    <a:pt x="4640852" y="1960473"/>
                  </a:lnTo>
                  <a:lnTo>
                    <a:pt x="4641697" y="2000436"/>
                  </a:lnTo>
                  <a:lnTo>
                    <a:pt x="4642542" y="1904526"/>
                  </a:lnTo>
                  <a:lnTo>
                    <a:pt x="4643388" y="1785690"/>
                  </a:lnTo>
                  <a:lnTo>
                    <a:pt x="4644233" y="1460522"/>
                  </a:lnTo>
                  <a:lnTo>
                    <a:pt x="4645078" y="1109060"/>
                  </a:lnTo>
                  <a:lnTo>
                    <a:pt x="4645923" y="1251666"/>
                  </a:lnTo>
                  <a:lnTo>
                    <a:pt x="4646768" y="1765499"/>
                  </a:lnTo>
                  <a:lnTo>
                    <a:pt x="4647613" y="2100973"/>
                  </a:lnTo>
                  <a:lnTo>
                    <a:pt x="4648458" y="2097397"/>
                  </a:lnTo>
                  <a:lnTo>
                    <a:pt x="4649303" y="2061221"/>
                  </a:lnTo>
                  <a:lnTo>
                    <a:pt x="4650148" y="1992654"/>
                  </a:lnTo>
                  <a:lnTo>
                    <a:pt x="4650993" y="1948064"/>
                  </a:lnTo>
                  <a:lnTo>
                    <a:pt x="4651838" y="1929345"/>
                  </a:lnTo>
                  <a:lnTo>
                    <a:pt x="4652684" y="1950167"/>
                  </a:lnTo>
                  <a:lnTo>
                    <a:pt x="4653529" y="1957949"/>
                  </a:lnTo>
                  <a:lnTo>
                    <a:pt x="4654374" y="1924297"/>
                  </a:lnTo>
                  <a:lnTo>
                    <a:pt x="4655219" y="1939861"/>
                  </a:lnTo>
                  <a:lnTo>
                    <a:pt x="4656064" y="2055752"/>
                  </a:lnTo>
                  <a:lnTo>
                    <a:pt x="4656909" y="1985502"/>
                  </a:lnTo>
                  <a:lnTo>
                    <a:pt x="4657754" y="1918197"/>
                  </a:lnTo>
                  <a:lnTo>
                    <a:pt x="4658599" y="1849209"/>
                  </a:lnTo>
                  <a:lnTo>
                    <a:pt x="4659444" y="1878445"/>
                  </a:lnTo>
                  <a:lnTo>
                    <a:pt x="4660289" y="1927031"/>
                  </a:lnTo>
                  <a:lnTo>
                    <a:pt x="4661134" y="1925769"/>
                  </a:lnTo>
                  <a:lnTo>
                    <a:pt x="4661980" y="1688308"/>
                  </a:lnTo>
                  <a:lnTo>
                    <a:pt x="4662825" y="1601863"/>
                  </a:lnTo>
                  <a:lnTo>
                    <a:pt x="4663670" y="1688097"/>
                  </a:lnTo>
                  <a:lnTo>
                    <a:pt x="4664515" y="1912098"/>
                  </a:lnTo>
                  <a:lnTo>
                    <a:pt x="4665360" y="1943016"/>
                  </a:lnTo>
                  <a:lnTo>
                    <a:pt x="4666205" y="2015790"/>
                  </a:lnTo>
                  <a:lnTo>
                    <a:pt x="4667050" y="2029882"/>
                  </a:lnTo>
                  <a:lnTo>
                    <a:pt x="4667895" y="2019155"/>
                  </a:lnTo>
                  <a:lnTo>
                    <a:pt x="4668740" y="2027358"/>
                  </a:lnTo>
                  <a:lnTo>
                    <a:pt x="4669585" y="1927452"/>
                  </a:lnTo>
                  <a:lnTo>
                    <a:pt x="4670430" y="1808826"/>
                  </a:lnTo>
                  <a:lnTo>
                    <a:pt x="4671276" y="1862881"/>
                  </a:lnTo>
                  <a:lnTo>
                    <a:pt x="4672121" y="2038926"/>
                  </a:lnTo>
                  <a:lnTo>
                    <a:pt x="4672966" y="2019155"/>
                  </a:lnTo>
                  <a:lnTo>
                    <a:pt x="4673811" y="2015369"/>
                  </a:lnTo>
                  <a:lnTo>
                    <a:pt x="4674656" y="2016210"/>
                  </a:lnTo>
                  <a:lnTo>
                    <a:pt x="4675501" y="1945750"/>
                  </a:lnTo>
                  <a:lnTo>
                    <a:pt x="4676346" y="1919880"/>
                  </a:lnTo>
                  <a:lnTo>
                    <a:pt x="4677191" y="2017893"/>
                  </a:lnTo>
                  <a:lnTo>
                    <a:pt x="4678036" y="2083936"/>
                  </a:lnTo>
                  <a:lnTo>
                    <a:pt x="4678881" y="2103286"/>
                  </a:lnTo>
                  <a:lnTo>
                    <a:pt x="4678881" y="2103286"/>
                  </a:lnTo>
                  <a:lnTo>
                    <a:pt x="4679727" y="2049022"/>
                  </a:lnTo>
                  <a:lnTo>
                    <a:pt x="4680572" y="1769284"/>
                  </a:lnTo>
                  <a:lnTo>
                    <a:pt x="4681417" y="1451898"/>
                  </a:lnTo>
                  <a:lnTo>
                    <a:pt x="4682262" y="1385225"/>
                  </a:lnTo>
                  <a:lnTo>
                    <a:pt x="4683107" y="1522779"/>
                  </a:lnTo>
                  <a:lnTo>
                    <a:pt x="4683952" y="1692305"/>
                  </a:lnTo>
                  <a:lnTo>
                    <a:pt x="4684797" y="1921352"/>
                  </a:lnTo>
                  <a:lnTo>
                    <a:pt x="4685642" y="1939440"/>
                  </a:lnTo>
                  <a:lnTo>
                    <a:pt x="4686487" y="1886438"/>
                  </a:lnTo>
                  <a:lnTo>
                    <a:pt x="4687332" y="1887489"/>
                  </a:lnTo>
                  <a:lnTo>
                    <a:pt x="4688177" y="1887069"/>
                  </a:lnTo>
                  <a:lnTo>
                    <a:pt x="4689023" y="1860988"/>
                  </a:lnTo>
                  <a:lnTo>
                    <a:pt x="4689868" y="1860357"/>
                  </a:lnTo>
                  <a:lnTo>
                    <a:pt x="4690713" y="1918828"/>
                  </a:lnTo>
                  <a:lnTo>
                    <a:pt x="4691558" y="1978141"/>
                  </a:lnTo>
                  <a:lnTo>
                    <a:pt x="4692403" y="1929555"/>
                  </a:lnTo>
                  <a:lnTo>
                    <a:pt x="4693248" y="1892958"/>
                  </a:lnTo>
                  <a:lnTo>
                    <a:pt x="4694093" y="1929134"/>
                  </a:lnTo>
                  <a:lnTo>
                    <a:pt x="4694938" y="2052387"/>
                  </a:lnTo>
                  <a:lnTo>
                    <a:pt x="4695783" y="2005904"/>
                  </a:lnTo>
                  <a:lnTo>
                    <a:pt x="4696628" y="1972041"/>
                  </a:lnTo>
                  <a:lnTo>
                    <a:pt x="4697473" y="1925979"/>
                  </a:lnTo>
                  <a:lnTo>
                    <a:pt x="4698319" y="1938178"/>
                  </a:lnTo>
                  <a:lnTo>
                    <a:pt x="4699164" y="2008218"/>
                  </a:lnTo>
                  <a:lnTo>
                    <a:pt x="4700009" y="2027778"/>
                  </a:lnTo>
                  <a:lnTo>
                    <a:pt x="4700854" y="1994336"/>
                  </a:lnTo>
                  <a:lnTo>
                    <a:pt x="4701699" y="1977089"/>
                  </a:lnTo>
                  <a:lnTo>
                    <a:pt x="4702544" y="2009690"/>
                  </a:lnTo>
                  <a:lnTo>
                    <a:pt x="4703389" y="2040188"/>
                  </a:lnTo>
                  <a:lnTo>
                    <a:pt x="4704234" y="2050494"/>
                  </a:lnTo>
                  <a:lnTo>
                    <a:pt x="4705079" y="2054701"/>
                  </a:lnTo>
                  <a:lnTo>
                    <a:pt x="4705924" y="1996229"/>
                  </a:lnTo>
                  <a:lnTo>
                    <a:pt x="4706769" y="2005273"/>
                  </a:lnTo>
                  <a:lnTo>
                    <a:pt x="4707615" y="1959422"/>
                  </a:lnTo>
                  <a:lnTo>
                    <a:pt x="4708460" y="1935234"/>
                  </a:lnTo>
                  <a:lnTo>
                    <a:pt x="4709305" y="1896743"/>
                  </a:lnTo>
                  <a:lnTo>
                    <a:pt x="4710150" y="1939020"/>
                  </a:lnTo>
                  <a:lnTo>
                    <a:pt x="4710995" y="1911046"/>
                  </a:lnTo>
                  <a:lnTo>
                    <a:pt x="4711840" y="1941964"/>
                  </a:lnTo>
                  <a:lnTo>
                    <a:pt x="4712685" y="1993495"/>
                  </a:lnTo>
                  <a:lnTo>
                    <a:pt x="4713530" y="2031775"/>
                  </a:lnTo>
                  <a:lnTo>
                    <a:pt x="4714375" y="2010742"/>
                  </a:lnTo>
                  <a:lnTo>
                    <a:pt x="4715220" y="2018103"/>
                  </a:lnTo>
                  <a:lnTo>
                    <a:pt x="4716065" y="2000646"/>
                  </a:lnTo>
                  <a:lnTo>
                    <a:pt x="4716911" y="1988447"/>
                  </a:lnTo>
                  <a:lnTo>
                    <a:pt x="4717756" y="1920511"/>
                  </a:lnTo>
                  <a:lnTo>
                    <a:pt x="4718601" y="1937337"/>
                  </a:lnTo>
                  <a:lnTo>
                    <a:pt x="4719446" y="1952060"/>
                  </a:lnTo>
                  <a:lnTo>
                    <a:pt x="4720291" y="1988237"/>
                  </a:lnTo>
                  <a:lnTo>
                    <a:pt x="4721136" y="1821235"/>
                  </a:lnTo>
                  <a:lnTo>
                    <a:pt x="4721981" y="1815346"/>
                  </a:lnTo>
                  <a:lnTo>
                    <a:pt x="4722826" y="1926820"/>
                  </a:lnTo>
                  <a:lnTo>
                    <a:pt x="4723671" y="2076154"/>
                  </a:lnTo>
                  <a:lnTo>
                    <a:pt x="4724516" y="2089825"/>
                  </a:lnTo>
                  <a:lnTo>
                    <a:pt x="4725361" y="2043763"/>
                  </a:lnTo>
                  <a:lnTo>
                    <a:pt x="4726207" y="1999174"/>
                  </a:lnTo>
                  <a:lnTo>
                    <a:pt x="4727052" y="2006746"/>
                  </a:lnTo>
                  <a:lnTo>
                    <a:pt x="4727897" y="2000856"/>
                  </a:lnTo>
                  <a:lnTo>
                    <a:pt x="4728742" y="2006115"/>
                  </a:lnTo>
                  <a:lnTo>
                    <a:pt x="4729587" y="1966362"/>
                  </a:lnTo>
                  <a:lnTo>
                    <a:pt x="4730432" y="1969307"/>
                  </a:lnTo>
                  <a:lnTo>
                    <a:pt x="4731277" y="1977510"/>
                  </a:lnTo>
                  <a:lnTo>
                    <a:pt x="4732122" y="1932500"/>
                  </a:lnTo>
                  <a:lnTo>
                    <a:pt x="4732967" y="1955215"/>
                  </a:lnTo>
                  <a:lnTo>
                    <a:pt x="4733812" y="1931237"/>
                  </a:lnTo>
                  <a:lnTo>
                    <a:pt x="4734657" y="1998963"/>
                  </a:lnTo>
                  <a:lnTo>
                    <a:pt x="4735503" y="2040188"/>
                  </a:lnTo>
                  <a:lnTo>
                    <a:pt x="4736348" y="2042922"/>
                  </a:lnTo>
                  <a:lnTo>
                    <a:pt x="4737193" y="2008849"/>
                  </a:lnTo>
                  <a:lnTo>
                    <a:pt x="4738038" y="1986133"/>
                  </a:lnTo>
                  <a:lnTo>
                    <a:pt x="4738883" y="2012004"/>
                  </a:lnTo>
                  <a:lnTo>
                    <a:pt x="4739728" y="1947853"/>
                  </a:lnTo>
                  <a:lnTo>
                    <a:pt x="4740573" y="1934603"/>
                  </a:lnTo>
                  <a:lnTo>
                    <a:pt x="4741418" y="1979403"/>
                  </a:lnTo>
                  <a:lnTo>
                    <a:pt x="4742263" y="2008008"/>
                  </a:lnTo>
                  <a:lnTo>
                    <a:pt x="4743108" y="2056804"/>
                  </a:lnTo>
                  <a:lnTo>
                    <a:pt x="4743954" y="2009480"/>
                  </a:lnTo>
                  <a:lnTo>
                    <a:pt x="4744799" y="1961525"/>
                  </a:lnTo>
                  <a:lnTo>
                    <a:pt x="4745644" y="1945540"/>
                  </a:lnTo>
                  <a:lnTo>
                    <a:pt x="4746489" y="1923245"/>
                  </a:lnTo>
                  <a:lnTo>
                    <a:pt x="4747334" y="1926190"/>
                  </a:lnTo>
                  <a:lnTo>
                    <a:pt x="4748179" y="1940072"/>
                  </a:lnTo>
                  <a:lnTo>
                    <a:pt x="4749024" y="1993916"/>
                  </a:lnTo>
                  <a:lnTo>
                    <a:pt x="4749869" y="2017052"/>
                  </a:lnTo>
                  <a:lnTo>
                    <a:pt x="4750714" y="1961104"/>
                  </a:lnTo>
                  <a:lnTo>
                    <a:pt x="4751559" y="1938178"/>
                  </a:lnTo>
                  <a:lnTo>
                    <a:pt x="4752404" y="1995809"/>
                  </a:lnTo>
                  <a:lnTo>
                    <a:pt x="4753250" y="2058907"/>
                  </a:lnTo>
                  <a:lnTo>
                    <a:pt x="4754095" y="2053649"/>
                  </a:lnTo>
                  <a:lnTo>
                    <a:pt x="4754940" y="2043133"/>
                  </a:lnTo>
                  <a:lnTo>
                    <a:pt x="4755785" y="2019155"/>
                  </a:lnTo>
                  <a:lnTo>
                    <a:pt x="4756630" y="2038505"/>
                  </a:lnTo>
                  <a:lnTo>
                    <a:pt x="4757475" y="2040188"/>
                  </a:lnTo>
                  <a:lnTo>
                    <a:pt x="4758320" y="2061221"/>
                  </a:lnTo>
                  <a:lnTo>
                    <a:pt x="4759165" y="2058697"/>
                  </a:lnTo>
                  <a:lnTo>
                    <a:pt x="4760010" y="2020207"/>
                  </a:lnTo>
                  <a:lnTo>
                    <a:pt x="4760855" y="1989709"/>
                  </a:lnTo>
                  <a:lnTo>
                    <a:pt x="4761700" y="2038926"/>
                  </a:lnTo>
                  <a:lnTo>
                    <a:pt x="4762546" y="2076785"/>
                  </a:lnTo>
                  <a:lnTo>
                    <a:pt x="4763391" y="2022731"/>
                  </a:lnTo>
                  <a:lnTo>
                    <a:pt x="4764236" y="2019155"/>
                  </a:lnTo>
                  <a:lnTo>
                    <a:pt x="4765081" y="2061010"/>
                  </a:lnTo>
                  <a:lnTo>
                    <a:pt x="4765926" y="2103286"/>
                  </a:lnTo>
                  <a:lnTo>
                    <a:pt x="4765926" y="2103286"/>
                  </a:lnTo>
                  <a:lnTo>
                    <a:pt x="4766771" y="2103286"/>
                  </a:lnTo>
                  <a:lnTo>
                    <a:pt x="4767616" y="2103286"/>
                  </a:lnTo>
                  <a:lnTo>
                    <a:pt x="4768461" y="2086250"/>
                  </a:lnTo>
                  <a:lnTo>
                    <a:pt x="4769306" y="2013476"/>
                  </a:lnTo>
                  <a:lnTo>
                    <a:pt x="4770151" y="1972252"/>
                  </a:lnTo>
                  <a:lnTo>
                    <a:pt x="4770996" y="1923455"/>
                  </a:lnTo>
                  <a:lnTo>
                    <a:pt x="4771842" y="1929765"/>
                  </a:lnTo>
                  <a:lnTo>
                    <a:pt x="4772687" y="1879497"/>
                  </a:lnTo>
                  <a:lnTo>
                    <a:pt x="4773532" y="1908102"/>
                  </a:lnTo>
                  <a:lnTo>
                    <a:pt x="4774377" y="1904105"/>
                  </a:lnTo>
                  <a:lnTo>
                    <a:pt x="4775222" y="1984451"/>
                  </a:lnTo>
                  <a:lnTo>
                    <a:pt x="4776067" y="2040609"/>
                  </a:lnTo>
                  <a:lnTo>
                    <a:pt x="4776912" y="2061221"/>
                  </a:lnTo>
                  <a:lnTo>
                    <a:pt x="4777757" y="2061221"/>
                  </a:lnTo>
                  <a:lnTo>
                    <a:pt x="4778602" y="2066479"/>
                  </a:lnTo>
                  <a:lnTo>
                    <a:pt x="4779447" y="2056804"/>
                  </a:lnTo>
                  <a:lnTo>
                    <a:pt x="4780292" y="1982558"/>
                  </a:lnTo>
                  <a:lnTo>
                    <a:pt x="4781138" y="1903264"/>
                  </a:lnTo>
                  <a:lnTo>
                    <a:pt x="4781983" y="1841427"/>
                  </a:lnTo>
                  <a:lnTo>
                    <a:pt x="4782828" y="1911467"/>
                  </a:lnTo>
                  <a:lnTo>
                    <a:pt x="4783673" y="2025044"/>
                  </a:lnTo>
                  <a:lnTo>
                    <a:pt x="4784518" y="2025885"/>
                  </a:lnTo>
                  <a:lnTo>
                    <a:pt x="4785363" y="2019155"/>
                  </a:lnTo>
                  <a:lnTo>
                    <a:pt x="4786208" y="1998543"/>
                  </a:lnTo>
                  <a:lnTo>
                    <a:pt x="4787053" y="1977931"/>
                  </a:lnTo>
                  <a:lnTo>
                    <a:pt x="4787898" y="1870873"/>
                  </a:lnTo>
                  <a:lnTo>
                    <a:pt x="4788743" y="1865615"/>
                  </a:lnTo>
                  <a:lnTo>
                    <a:pt x="4789588" y="1895061"/>
                  </a:lnTo>
                  <a:lnTo>
                    <a:pt x="4790434" y="1799151"/>
                  </a:lnTo>
                  <a:lnTo>
                    <a:pt x="4791279" y="1809878"/>
                  </a:lnTo>
                  <a:lnTo>
                    <a:pt x="4792124" y="1944489"/>
                  </a:lnTo>
                  <a:lnTo>
                    <a:pt x="4792969" y="1990340"/>
                  </a:lnTo>
                  <a:lnTo>
                    <a:pt x="4793814" y="1972883"/>
                  </a:lnTo>
                  <a:lnTo>
                    <a:pt x="4794659" y="1994967"/>
                  </a:lnTo>
                  <a:lnTo>
                    <a:pt x="4795504" y="1979403"/>
                  </a:lnTo>
                  <a:lnTo>
                    <a:pt x="4796349" y="1978982"/>
                  </a:lnTo>
                  <a:lnTo>
                    <a:pt x="4797194" y="1967204"/>
                  </a:lnTo>
                  <a:lnTo>
                    <a:pt x="4798039" y="1985923"/>
                  </a:lnTo>
                  <a:lnTo>
                    <a:pt x="4798884" y="1943016"/>
                  </a:lnTo>
                  <a:lnTo>
                    <a:pt x="4799730" y="1899688"/>
                  </a:lnTo>
                  <a:lnTo>
                    <a:pt x="4800575" y="1905998"/>
                  </a:lnTo>
                  <a:lnTo>
                    <a:pt x="4801420" y="1865615"/>
                  </a:lnTo>
                  <a:lnTo>
                    <a:pt x="4802265" y="1840165"/>
                  </a:lnTo>
                  <a:lnTo>
                    <a:pt x="4803110" y="1846686"/>
                  </a:lnTo>
                  <a:lnTo>
                    <a:pt x="4803955" y="1892747"/>
                  </a:lnTo>
                  <a:lnTo>
                    <a:pt x="4804800" y="1896534"/>
                  </a:lnTo>
                  <a:lnTo>
                    <a:pt x="4805645" y="1888120"/>
                  </a:lnTo>
                  <a:lnTo>
                    <a:pt x="4806490" y="1886648"/>
                  </a:lnTo>
                  <a:lnTo>
                    <a:pt x="4807335" y="1878656"/>
                  </a:lnTo>
                  <a:lnTo>
                    <a:pt x="4808181" y="1942385"/>
                  </a:lnTo>
                  <a:lnTo>
                    <a:pt x="4809026" y="1982978"/>
                  </a:lnTo>
                  <a:lnTo>
                    <a:pt x="4809871" y="1947012"/>
                  </a:lnTo>
                  <a:lnTo>
                    <a:pt x="4810716" y="1934182"/>
                  </a:lnTo>
                  <a:lnTo>
                    <a:pt x="4811561" y="1974145"/>
                  </a:lnTo>
                  <a:lnTo>
                    <a:pt x="4812406" y="1963838"/>
                  </a:lnTo>
                  <a:lnTo>
                    <a:pt x="4813251" y="1997281"/>
                  </a:lnTo>
                  <a:lnTo>
                    <a:pt x="4814096" y="2038295"/>
                  </a:lnTo>
                  <a:lnTo>
                    <a:pt x="4814941" y="2096977"/>
                  </a:lnTo>
                  <a:lnTo>
                    <a:pt x="4815786" y="2103286"/>
                  </a:lnTo>
                  <a:lnTo>
                    <a:pt x="4815786" y="2103286"/>
                  </a:lnTo>
                  <a:lnTo>
                    <a:pt x="4816631" y="2103286"/>
                  </a:lnTo>
                  <a:lnTo>
                    <a:pt x="4817477" y="2103286"/>
                  </a:lnTo>
                  <a:lnTo>
                    <a:pt x="4818322" y="2103286"/>
                  </a:lnTo>
                  <a:lnTo>
                    <a:pt x="4819167" y="2103286"/>
                  </a:lnTo>
                  <a:lnTo>
                    <a:pt x="4820012" y="2069424"/>
                  </a:lnTo>
                  <a:lnTo>
                    <a:pt x="4820857" y="2002539"/>
                  </a:lnTo>
                  <a:lnTo>
                    <a:pt x="4821702" y="1913991"/>
                  </a:lnTo>
                  <a:lnTo>
                    <a:pt x="4822547" y="1962366"/>
                  </a:lnTo>
                  <a:lnTo>
                    <a:pt x="4823392" y="2041240"/>
                  </a:lnTo>
                  <a:lnTo>
                    <a:pt x="4824237" y="2091508"/>
                  </a:lnTo>
                  <a:lnTo>
                    <a:pt x="4825082" y="2027358"/>
                  </a:lnTo>
                  <a:lnTo>
                    <a:pt x="4825927" y="2005273"/>
                  </a:lnTo>
                  <a:lnTo>
                    <a:pt x="4826773" y="1954794"/>
                  </a:lnTo>
                  <a:lnTo>
                    <a:pt x="4827618" y="1977089"/>
                  </a:lnTo>
                  <a:lnTo>
                    <a:pt x="4828463" y="1989919"/>
                  </a:lnTo>
                  <a:lnTo>
                    <a:pt x="4829308" y="1963839"/>
                  </a:lnTo>
                  <a:lnTo>
                    <a:pt x="4830153" y="1940492"/>
                  </a:lnTo>
                  <a:lnTo>
                    <a:pt x="4830998" y="2019576"/>
                  </a:lnTo>
                  <a:lnTo>
                    <a:pt x="4831843" y="2044184"/>
                  </a:lnTo>
                  <a:lnTo>
                    <a:pt x="4832688" y="1991602"/>
                  </a:lnTo>
                  <a:lnTo>
                    <a:pt x="4833533" y="1920301"/>
                  </a:lnTo>
                  <a:lnTo>
                    <a:pt x="4834378" y="1901161"/>
                  </a:lnTo>
                  <a:lnTo>
                    <a:pt x="4835223" y="1928082"/>
                  </a:lnTo>
                  <a:lnTo>
                    <a:pt x="4836069" y="1977089"/>
                  </a:lnTo>
                  <a:lnTo>
                    <a:pt x="4836914" y="2041029"/>
                  </a:lnTo>
                  <a:lnTo>
                    <a:pt x="4837759" y="2085829"/>
                  </a:lnTo>
                  <a:lnTo>
                    <a:pt x="4838604" y="2019996"/>
                  </a:lnTo>
                  <a:lnTo>
                    <a:pt x="4839449" y="1975617"/>
                  </a:lnTo>
                  <a:lnTo>
                    <a:pt x="4840294" y="1938809"/>
                  </a:lnTo>
                  <a:lnTo>
                    <a:pt x="4841139" y="1964259"/>
                  </a:lnTo>
                  <a:lnTo>
                    <a:pt x="4841984" y="1934603"/>
                  </a:lnTo>
                  <a:lnTo>
                    <a:pt x="4842829" y="1865825"/>
                  </a:lnTo>
                  <a:lnTo>
                    <a:pt x="4843674" y="1847947"/>
                  </a:lnTo>
                  <a:lnTo>
                    <a:pt x="4844519" y="1841428"/>
                  </a:lnTo>
                  <a:lnTo>
                    <a:pt x="4845365" y="1939020"/>
                  </a:lnTo>
                  <a:lnTo>
                    <a:pt x="4846210" y="1964890"/>
                  </a:lnTo>
                  <a:lnTo>
                    <a:pt x="4847055" y="1958160"/>
                  </a:lnTo>
                  <a:lnTo>
                    <a:pt x="4847900" y="1833435"/>
                  </a:lnTo>
                  <a:lnTo>
                    <a:pt x="4848745" y="1762555"/>
                  </a:lnTo>
                  <a:lnTo>
                    <a:pt x="4849590" y="1860146"/>
                  </a:lnTo>
                  <a:lnTo>
                    <a:pt x="4850435" y="1949957"/>
                  </a:lnTo>
                  <a:lnTo>
                    <a:pt x="4851280" y="1972883"/>
                  </a:lnTo>
                  <a:lnTo>
                    <a:pt x="4852125" y="1879707"/>
                  </a:lnTo>
                  <a:lnTo>
                    <a:pt x="4852970" y="1828807"/>
                  </a:lnTo>
                  <a:lnTo>
                    <a:pt x="4853815" y="1884545"/>
                  </a:lnTo>
                  <a:lnTo>
                    <a:pt x="4854661" y="1830279"/>
                  </a:lnTo>
                  <a:lnTo>
                    <a:pt x="4855506" y="1885386"/>
                  </a:lnTo>
                  <a:lnTo>
                    <a:pt x="4856351" y="1961104"/>
                  </a:lnTo>
                  <a:lnTo>
                    <a:pt x="4857196" y="1932289"/>
                  </a:lnTo>
                  <a:lnTo>
                    <a:pt x="4858041" y="1890854"/>
                  </a:lnTo>
                  <a:lnTo>
                    <a:pt x="4858886" y="1822497"/>
                  </a:lnTo>
                  <a:lnTo>
                    <a:pt x="4859731" y="1834486"/>
                  </a:lnTo>
                  <a:lnTo>
                    <a:pt x="4860576" y="1897795"/>
                  </a:lnTo>
                  <a:lnTo>
                    <a:pt x="4861421" y="1869611"/>
                  </a:lnTo>
                  <a:lnTo>
                    <a:pt x="4862266" y="1894851"/>
                  </a:lnTo>
                  <a:lnTo>
                    <a:pt x="4863111" y="1916725"/>
                  </a:lnTo>
                  <a:lnTo>
                    <a:pt x="4863957" y="1953742"/>
                  </a:lnTo>
                  <a:lnTo>
                    <a:pt x="4864802" y="2020417"/>
                  </a:lnTo>
                  <a:lnTo>
                    <a:pt x="4865647" y="1920511"/>
                  </a:lnTo>
                  <a:lnTo>
                    <a:pt x="4866492" y="1892958"/>
                  </a:lnTo>
                  <a:lnTo>
                    <a:pt x="4867337" y="1999174"/>
                  </a:lnTo>
                  <a:lnTo>
                    <a:pt x="4868182" y="2012424"/>
                  </a:lnTo>
                  <a:lnTo>
                    <a:pt x="4869027" y="1965311"/>
                  </a:lnTo>
                  <a:lnTo>
                    <a:pt x="4869872" y="1947854"/>
                  </a:lnTo>
                  <a:lnTo>
                    <a:pt x="4870717" y="1799572"/>
                  </a:lnTo>
                  <a:lnTo>
                    <a:pt x="4871562" y="1850051"/>
                  </a:lnTo>
                  <a:lnTo>
                    <a:pt x="4872408" y="1892958"/>
                  </a:lnTo>
                  <a:lnTo>
                    <a:pt x="4873253" y="1905998"/>
                  </a:lnTo>
                  <a:lnTo>
                    <a:pt x="4874098" y="1895692"/>
                  </a:lnTo>
                  <a:lnTo>
                    <a:pt x="4874943" y="1737526"/>
                  </a:lnTo>
                  <a:lnTo>
                    <a:pt x="4875788" y="1600180"/>
                  </a:lnTo>
                  <a:lnTo>
                    <a:pt x="4876633" y="1607121"/>
                  </a:lnTo>
                  <a:lnTo>
                    <a:pt x="4877478" y="1780853"/>
                  </a:lnTo>
                  <a:lnTo>
                    <a:pt x="4878323" y="1884545"/>
                  </a:lnTo>
                  <a:lnTo>
                    <a:pt x="4879168" y="1936916"/>
                  </a:lnTo>
                  <a:lnTo>
                    <a:pt x="4880013" y="1952270"/>
                  </a:lnTo>
                  <a:lnTo>
                    <a:pt x="4880858" y="1934392"/>
                  </a:lnTo>
                  <a:lnTo>
                    <a:pt x="4881704" y="1892747"/>
                  </a:lnTo>
                  <a:lnTo>
                    <a:pt x="4882549" y="1795155"/>
                  </a:lnTo>
                  <a:lnTo>
                    <a:pt x="4883394" y="1883493"/>
                  </a:lnTo>
                  <a:lnTo>
                    <a:pt x="4884239" y="1974355"/>
                  </a:lnTo>
                  <a:lnTo>
                    <a:pt x="4885084" y="1898636"/>
                  </a:lnTo>
                  <a:lnTo>
                    <a:pt x="4885929" y="1807985"/>
                  </a:lnTo>
                  <a:lnTo>
                    <a:pt x="4886774" y="1812191"/>
                  </a:lnTo>
                  <a:lnTo>
                    <a:pt x="4887619" y="1890224"/>
                  </a:lnTo>
                  <a:lnTo>
                    <a:pt x="4888464" y="1852785"/>
                  </a:lnTo>
                  <a:lnTo>
                    <a:pt x="4889309" y="1919880"/>
                  </a:lnTo>
                  <a:lnTo>
                    <a:pt x="4890154" y="2040398"/>
                  </a:lnTo>
                  <a:lnTo>
                    <a:pt x="4891000" y="2028620"/>
                  </a:lnTo>
                  <a:lnTo>
                    <a:pt x="4891845" y="1963839"/>
                  </a:lnTo>
                  <a:lnTo>
                    <a:pt x="4892690" y="1866667"/>
                  </a:lnTo>
                  <a:lnTo>
                    <a:pt x="4893535" y="1712496"/>
                  </a:lnTo>
                  <a:lnTo>
                    <a:pt x="4894380" y="1756664"/>
                  </a:lnTo>
                  <a:lnTo>
                    <a:pt x="4895225" y="1936706"/>
                  </a:lnTo>
                  <a:lnTo>
                    <a:pt x="4896070" y="2081623"/>
                  </a:lnTo>
                  <a:lnTo>
                    <a:pt x="4896915" y="1993285"/>
                  </a:lnTo>
                  <a:lnTo>
                    <a:pt x="4897760" y="1977510"/>
                  </a:lnTo>
                  <a:lnTo>
                    <a:pt x="4898605" y="2044605"/>
                  </a:lnTo>
                  <a:lnTo>
                    <a:pt x="4899450" y="2103286"/>
                  </a:lnTo>
                  <a:lnTo>
                    <a:pt x="4899450" y="2103286"/>
                  </a:lnTo>
                  <a:lnTo>
                    <a:pt x="4900296" y="2099711"/>
                  </a:lnTo>
                  <a:lnTo>
                    <a:pt x="4901141" y="1969728"/>
                  </a:lnTo>
                  <a:lnTo>
                    <a:pt x="4901986" y="1813243"/>
                  </a:lnTo>
                  <a:lnTo>
                    <a:pt x="4902831" y="1735421"/>
                  </a:lnTo>
                  <a:lnTo>
                    <a:pt x="4903676" y="1890013"/>
                  </a:lnTo>
                  <a:lnTo>
                    <a:pt x="4904521" y="1942175"/>
                  </a:lnTo>
                  <a:lnTo>
                    <a:pt x="4905366" y="1835538"/>
                  </a:lnTo>
                  <a:lnTo>
                    <a:pt x="4906211" y="1831962"/>
                  </a:lnTo>
                  <a:lnTo>
                    <a:pt x="4907056" y="1950167"/>
                  </a:lnTo>
                  <a:lnTo>
                    <a:pt x="4907901" y="1977089"/>
                  </a:lnTo>
                  <a:lnTo>
                    <a:pt x="4908746" y="2014948"/>
                  </a:lnTo>
                  <a:lnTo>
                    <a:pt x="4909592" y="2064586"/>
                  </a:lnTo>
                  <a:lnTo>
                    <a:pt x="4910437" y="2061221"/>
                  </a:lnTo>
                  <a:lnTo>
                    <a:pt x="4911282" y="1968466"/>
                  </a:lnTo>
                  <a:lnTo>
                    <a:pt x="4912127" y="1870032"/>
                  </a:lnTo>
                  <a:lnTo>
                    <a:pt x="4912972" y="1847106"/>
                  </a:lnTo>
                  <a:lnTo>
                    <a:pt x="4913817" y="1845003"/>
                  </a:lnTo>
                  <a:lnTo>
                    <a:pt x="4914662" y="1867508"/>
                  </a:lnTo>
                  <a:lnTo>
                    <a:pt x="4915507" y="1968887"/>
                  </a:lnTo>
                  <a:lnTo>
                    <a:pt x="4916352" y="1970569"/>
                  </a:lnTo>
                  <a:lnTo>
                    <a:pt x="4917197" y="2013686"/>
                  </a:lnTo>
                  <a:lnTo>
                    <a:pt x="4918042" y="1994757"/>
                  </a:lnTo>
                  <a:lnTo>
                    <a:pt x="4918888" y="1970359"/>
                  </a:lnTo>
                  <a:lnTo>
                    <a:pt x="4919733" y="1895482"/>
                  </a:lnTo>
                  <a:lnTo>
                    <a:pt x="4920578" y="1891275"/>
                  </a:lnTo>
                  <a:lnTo>
                    <a:pt x="4921423" y="1990761"/>
                  </a:lnTo>
                  <a:lnTo>
                    <a:pt x="4922268" y="2032616"/>
                  </a:lnTo>
                  <a:lnTo>
                    <a:pt x="4923113" y="2053649"/>
                  </a:lnTo>
                  <a:lnTo>
                    <a:pt x="4923958" y="2002960"/>
                  </a:lnTo>
                  <a:lnTo>
                    <a:pt x="4924803" y="1920721"/>
                  </a:lnTo>
                  <a:lnTo>
                    <a:pt x="4925648" y="1889172"/>
                  </a:lnTo>
                  <a:lnTo>
                    <a:pt x="4926493" y="1932710"/>
                  </a:lnTo>
                  <a:lnTo>
                    <a:pt x="4927339" y="1881600"/>
                  </a:lnTo>
                  <a:lnTo>
                    <a:pt x="4928184" y="1886648"/>
                  </a:lnTo>
                  <a:lnTo>
                    <a:pt x="4929029" y="1947643"/>
                  </a:lnTo>
                  <a:lnTo>
                    <a:pt x="4929874" y="2008849"/>
                  </a:lnTo>
                  <a:lnTo>
                    <a:pt x="4930719" y="1993074"/>
                  </a:lnTo>
                  <a:lnTo>
                    <a:pt x="4931564" y="1986764"/>
                  </a:lnTo>
                  <a:lnTo>
                    <a:pt x="4932409" y="1993495"/>
                  </a:lnTo>
                  <a:lnTo>
                    <a:pt x="4933254" y="1952060"/>
                  </a:lnTo>
                  <a:lnTo>
                    <a:pt x="4934099" y="1915042"/>
                  </a:lnTo>
                  <a:lnTo>
                    <a:pt x="4934944" y="1899689"/>
                  </a:lnTo>
                  <a:lnTo>
                    <a:pt x="4935789" y="1851523"/>
                  </a:lnTo>
                  <a:lnTo>
                    <a:pt x="4936635" y="1863512"/>
                  </a:lnTo>
                  <a:lnTo>
                    <a:pt x="4937480" y="1974355"/>
                  </a:lnTo>
                  <a:lnTo>
                    <a:pt x="4938325" y="1953112"/>
                  </a:lnTo>
                  <a:lnTo>
                    <a:pt x="4939170" y="1908733"/>
                  </a:lnTo>
                  <a:lnTo>
                    <a:pt x="4940015" y="1890855"/>
                  </a:lnTo>
                  <a:lnTo>
                    <a:pt x="4940860" y="1957318"/>
                  </a:lnTo>
                  <a:lnTo>
                    <a:pt x="4941705" y="1960683"/>
                  </a:lnTo>
                  <a:lnTo>
                    <a:pt x="4942550" y="1977089"/>
                  </a:lnTo>
                  <a:lnTo>
                    <a:pt x="4943395" y="1991392"/>
                  </a:lnTo>
                  <a:lnTo>
                    <a:pt x="4944240" y="1937548"/>
                  </a:lnTo>
                  <a:lnTo>
                    <a:pt x="4945085" y="1837851"/>
                  </a:lnTo>
                  <a:lnTo>
                    <a:pt x="4945931" y="1863512"/>
                  </a:lnTo>
                  <a:lnTo>
                    <a:pt x="4946776" y="1995178"/>
                  </a:lnTo>
                  <a:lnTo>
                    <a:pt x="4947621" y="1938389"/>
                  </a:lnTo>
                  <a:lnTo>
                    <a:pt x="4948466" y="1907891"/>
                  </a:lnTo>
                  <a:lnTo>
                    <a:pt x="4949311" y="1759189"/>
                  </a:lnTo>
                  <a:lnTo>
                    <a:pt x="4950156" y="1681578"/>
                  </a:lnTo>
                  <a:lnTo>
                    <a:pt x="4951001" y="1768023"/>
                  </a:lnTo>
                  <a:lnTo>
                    <a:pt x="4951846" y="1908312"/>
                  </a:lnTo>
                  <a:lnTo>
                    <a:pt x="4952691" y="1829018"/>
                  </a:lnTo>
                  <a:lnTo>
                    <a:pt x="4953536" y="1840375"/>
                  </a:lnTo>
                  <a:lnTo>
                    <a:pt x="4954381" y="1991392"/>
                  </a:lnTo>
                  <a:lnTo>
                    <a:pt x="4955227" y="2062483"/>
                  </a:lnTo>
                  <a:lnTo>
                    <a:pt x="4956072" y="2103286"/>
                  </a:lnTo>
                  <a:lnTo>
                    <a:pt x="4956072" y="2103286"/>
                  </a:lnTo>
                  <a:lnTo>
                    <a:pt x="4956917" y="2076575"/>
                  </a:lnTo>
                  <a:lnTo>
                    <a:pt x="4957762" y="2030092"/>
                  </a:lnTo>
                  <a:lnTo>
                    <a:pt x="4958607" y="1886648"/>
                  </a:lnTo>
                  <a:lnTo>
                    <a:pt x="4959452" y="1892958"/>
                  </a:lnTo>
                  <a:lnTo>
                    <a:pt x="4960297" y="1965942"/>
                  </a:lnTo>
                  <a:lnTo>
                    <a:pt x="4961142" y="2013266"/>
                  </a:lnTo>
                  <a:lnTo>
                    <a:pt x="4961987" y="1952060"/>
                  </a:lnTo>
                  <a:lnTo>
                    <a:pt x="4962832" y="2013686"/>
                  </a:lnTo>
                  <a:lnTo>
                    <a:pt x="4963677" y="1982768"/>
                  </a:lnTo>
                  <a:lnTo>
                    <a:pt x="4964523" y="2008008"/>
                  </a:lnTo>
                  <a:lnTo>
                    <a:pt x="4965368" y="1998753"/>
                  </a:lnTo>
                  <a:lnTo>
                    <a:pt x="4966213" y="2058907"/>
                  </a:lnTo>
                  <a:lnTo>
                    <a:pt x="4967058" y="2068162"/>
                  </a:lnTo>
                  <a:lnTo>
                    <a:pt x="4967903" y="1961525"/>
                  </a:lnTo>
                  <a:lnTo>
                    <a:pt x="4968748" y="1816819"/>
                  </a:lnTo>
                  <a:lnTo>
                    <a:pt x="4969593" y="1834697"/>
                  </a:lnTo>
                  <a:lnTo>
                    <a:pt x="4970438" y="1927241"/>
                  </a:lnTo>
                  <a:lnTo>
                    <a:pt x="4971283" y="1996439"/>
                  </a:lnTo>
                  <a:lnTo>
                    <a:pt x="4972128" y="1963628"/>
                  </a:lnTo>
                  <a:lnTo>
                    <a:pt x="4972973" y="1912518"/>
                  </a:lnTo>
                  <a:lnTo>
                    <a:pt x="4973819" y="1821867"/>
                  </a:lnTo>
                  <a:lnTo>
                    <a:pt x="4974664" y="1860146"/>
                  </a:lnTo>
                  <a:lnTo>
                    <a:pt x="4975509" y="1878235"/>
                  </a:lnTo>
                  <a:lnTo>
                    <a:pt x="4976354" y="2004432"/>
                  </a:lnTo>
                  <a:lnTo>
                    <a:pt x="4977199" y="2027779"/>
                  </a:lnTo>
                  <a:lnTo>
                    <a:pt x="4978044" y="2009059"/>
                  </a:lnTo>
                  <a:lnTo>
                    <a:pt x="4978889" y="1872135"/>
                  </a:lnTo>
                  <a:lnTo>
                    <a:pt x="4979734" y="1811981"/>
                  </a:lnTo>
                  <a:lnTo>
                    <a:pt x="4980579" y="1894430"/>
                  </a:lnTo>
                  <a:lnTo>
                    <a:pt x="4981424" y="1957529"/>
                  </a:lnTo>
                  <a:lnTo>
                    <a:pt x="4982269" y="1939651"/>
                  </a:lnTo>
                  <a:lnTo>
                    <a:pt x="4983115" y="1905157"/>
                  </a:lnTo>
                  <a:lnTo>
                    <a:pt x="4983960" y="1851102"/>
                  </a:lnTo>
                  <a:lnTo>
                    <a:pt x="4984805" y="1884755"/>
                  </a:lnTo>
                  <a:lnTo>
                    <a:pt x="4985650" y="1923035"/>
                  </a:lnTo>
                  <a:lnTo>
                    <a:pt x="4986495" y="1849840"/>
                  </a:lnTo>
                  <a:lnTo>
                    <a:pt x="4987340" y="1741521"/>
                  </a:lnTo>
                  <a:lnTo>
                    <a:pt x="4988185" y="1617637"/>
                  </a:lnTo>
                  <a:lnTo>
                    <a:pt x="4989030" y="1554328"/>
                  </a:lnTo>
                  <a:lnTo>
                    <a:pt x="4989875" y="1595763"/>
                  </a:lnTo>
                  <a:lnTo>
                    <a:pt x="4990720" y="1772229"/>
                  </a:lnTo>
                  <a:lnTo>
                    <a:pt x="4991566" y="1766340"/>
                  </a:lnTo>
                  <a:lnTo>
                    <a:pt x="4992411" y="1831121"/>
                  </a:lnTo>
                  <a:lnTo>
                    <a:pt x="4993256" y="1991181"/>
                  </a:lnTo>
                  <a:lnTo>
                    <a:pt x="4994101" y="2052387"/>
                  </a:lnTo>
                  <a:lnTo>
                    <a:pt x="4994946" y="2030513"/>
                  </a:lnTo>
                  <a:lnTo>
                    <a:pt x="4995791" y="1932289"/>
                  </a:lnTo>
                  <a:lnTo>
                    <a:pt x="4996636" y="1860988"/>
                  </a:lnTo>
                  <a:lnTo>
                    <a:pt x="4997481" y="1838482"/>
                  </a:lnTo>
                  <a:lnTo>
                    <a:pt x="4998326" y="1921773"/>
                  </a:lnTo>
                  <a:lnTo>
                    <a:pt x="4999171" y="2016210"/>
                  </a:lnTo>
                  <a:lnTo>
                    <a:pt x="5000016" y="2033668"/>
                  </a:lnTo>
                  <a:lnTo>
                    <a:pt x="5000862" y="2061221"/>
                  </a:lnTo>
                  <a:lnTo>
                    <a:pt x="5001707" y="2097397"/>
                  </a:lnTo>
                  <a:lnTo>
                    <a:pt x="5002552" y="2084778"/>
                  </a:lnTo>
                  <a:lnTo>
                    <a:pt x="5003397" y="2061221"/>
                  </a:lnTo>
                  <a:lnTo>
                    <a:pt x="5004242" y="2061221"/>
                  </a:lnTo>
                  <a:lnTo>
                    <a:pt x="5005087" y="2044184"/>
                  </a:lnTo>
                  <a:lnTo>
                    <a:pt x="5005932" y="1966152"/>
                  </a:lnTo>
                  <a:lnTo>
                    <a:pt x="5006777" y="1945540"/>
                  </a:lnTo>
                  <a:lnTo>
                    <a:pt x="5007622" y="2025044"/>
                  </a:lnTo>
                  <a:lnTo>
                    <a:pt x="5008467" y="2041870"/>
                  </a:lnTo>
                  <a:lnTo>
                    <a:pt x="5009312" y="1981085"/>
                  </a:lnTo>
                  <a:lnTo>
                    <a:pt x="5010158" y="1870032"/>
                  </a:lnTo>
                  <a:lnTo>
                    <a:pt x="5011003" y="1845424"/>
                  </a:lnTo>
                  <a:lnTo>
                    <a:pt x="5011848" y="1964680"/>
                  </a:lnTo>
                  <a:lnTo>
                    <a:pt x="5012693" y="2081623"/>
                  </a:lnTo>
                  <a:lnTo>
                    <a:pt x="5013538" y="2068793"/>
                  </a:lnTo>
                  <a:lnTo>
                    <a:pt x="5014383" y="1914832"/>
                  </a:lnTo>
                  <a:lnTo>
                    <a:pt x="5015228" y="1724906"/>
                  </a:lnTo>
                  <a:lnTo>
                    <a:pt x="5016073" y="1750355"/>
                  </a:lnTo>
                  <a:lnTo>
                    <a:pt x="5016918" y="1859305"/>
                  </a:lnTo>
                  <a:lnTo>
                    <a:pt x="5017763" y="1960894"/>
                  </a:lnTo>
                  <a:lnTo>
                    <a:pt x="5018608" y="1851102"/>
                  </a:lnTo>
                  <a:lnTo>
                    <a:pt x="5019454" y="1850892"/>
                  </a:lnTo>
                  <a:lnTo>
                    <a:pt x="5020299" y="1924718"/>
                  </a:lnTo>
                  <a:lnTo>
                    <a:pt x="5021144" y="2021048"/>
                  </a:lnTo>
                  <a:lnTo>
                    <a:pt x="5021989" y="1966573"/>
                  </a:lnTo>
                  <a:lnTo>
                    <a:pt x="5022834" y="1922614"/>
                  </a:lnTo>
                  <a:lnTo>
                    <a:pt x="5023679" y="1955846"/>
                  </a:lnTo>
                  <a:lnTo>
                    <a:pt x="5024524" y="2022941"/>
                  </a:lnTo>
                  <a:lnTo>
                    <a:pt x="5025369" y="2016841"/>
                  </a:lnTo>
                  <a:lnTo>
                    <a:pt x="5026214" y="2014738"/>
                  </a:lnTo>
                  <a:lnTo>
                    <a:pt x="5027059" y="2037874"/>
                  </a:lnTo>
                  <a:lnTo>
                    <a:pt x="5027904" y="2061221"/>
                  </a:lnTo>
                  <a:lnTo>
                    <a:pt x="5028750" y="2053018"/>
                  </a:lnTo>
                  <a:lnTo>
                    <a:pt x="5029595" y="1974986"/>
                  </a:lnTo>
                  <a:lnTo>
                    <a:pt x="5030440" y="1898006"/>
                  </a:lnTo>
                  <a:lnTo>
                    <a:pt x="5031285" y="1934813"/>
                  </a:lnTo>
                  <a:lnTo>
                    <a:pt x="5032130" y="1984661"/>
                  </a:lnTo>
                  <a:lnTo>
                    <a:pt x="5032975" y="2019155"/>
                  </a:lnTo>
                  <a:lnTo>
                    <a:pt x="5033820" y="1928083"/>
                  </a:lnTo>
                  <a:lnTo>
                    <a:pt x="5034665" y="1938389"/>
                  </a:lnTo>
                  <a:lnTo>
                    <a:pt x="5035510" y="2031144"/>
                  </a:lnTo>
                  <a:lnTo>
                    <a:pt x="5036355" y="2008639"/>
                  </a:lnTo>
                  <a:lnTo>
                    <a:pt x="5037200" y="1935023"/>
                  </a:lnTo>
                  <a:lnTo>
                    <a:pt x="5038046" y="1940492"/>
                  </a:lnTo>
                  <a:lnTo>
                    <a:pt x="5038891" y="2033247"/>
                  </a:lnTo>
                  <a:lnTo>
                    <a:pt x="5039736" y="2000646"/>
                  </a:lnTo>
                  <a:lnTo>
                    <a:pt x="5040581" y="2010321"/>
                  </a:lnTo>
                  <a:lnTo>
                    <a:pt x="5041426" y="2051125"/>
                  </a:lnTo>
                  <a:lnTo>
                    <a:pt x="5042271" y="2100552"/>
                  </a:lnTo>
                  <a:lnTo>
                    <a:pt x="5043116" y="2100342"/>
                  </a:lnTo>
                  <a:lnTo>
                    <a:pt x="5043961" y="2022520"/>
                  </a:lnTo>
                  <a:lnTo>
                    <a:pt x="5044806" y="1987816"/>
                  </a:lnTo>
                  <a:lnTo>
                    <a:pt x="5045651" y="2003591"/>
                  </a:lnTo>
                  <a:lnTo>
                    <a:pt x="5046496" y="2006535"/>
                  </a:lnTo>
                  <a:lnTo>
                    <a:pt x="5047342" y="2019155"/>
                  </a:lnTo>
                  <a:lnTo>
                    <a:pt x="5048187" y="1989499"/>
                  </a:lnTo>
                  <a:lnTo>
                    <a:pt x="5049032" y="1880548"/>
                  </a:lnTo>
                  <a:lnTo>
                    <a:pt x="5049877" y="1753931"/>
                  </a:lnTo>
                  <a:lnTo>
                    <a:pt x="5050722" y="1793051"/>
                  </a:lnTo>
                  <a:lnTo>
                    <a:pt x="5051567" y="1903474"/>
                  </a:lnTo>
                  <a:lnTo>
                    <a:pt x="5052412" y="1948064"/>
                  </a:lnTo>
                  <a:lnTo>
                    <a:pt x="5053257" y="1979823"/>
                  </a:lnTo>
                  <a:lnTo>
                    <a:pt x="5054102" y="1868980"/>
                  </a:lnTo>
                  <a:lnTo>
                    <a:pt x="5054947" y="1810508"/>
                  </a:lnTo>
                  <a:lnTo>
                    <a:pt x="5055793" y="1819132"/>
                  </a:lnTo>
                  <a:lnTo>
                    <a:pt x="5056638" y="1830279"/>
                  </a:lnTo>
                  <a:lnTo>
                    <a:pt x="5057483" y="1927662"/>
                  </a:lnTo>
                  <a:lnTo>
                    <a:pt x="5058328" y="2015790"/>
                  </a:lnTo>
                  <a:lnTo>
                    <a:pt x="5059173" y="1984240"/>
                  </a:lnTo>
                  <a:lnTo>
                    <a:pt x="5060018" y="1880969"/>
                  </a:lnTo>
                  <a:lnTo>
                    <a:pt x="5060863" y="1833434"/>
                  </a:lnTo>
                  <a:lnTo>
                    <a:pt x="5061708" y="1846055"/>
                  </a:lnTo>
                  <a:lnTo>
                    <a:pt x="5062553" y="1989499"/>
                  </a:lnTo>
                  <a:lnTo>
                    <a:pt x="5063398" y="2052808"/>
                  </a:lnTo>
                  <a:lnTo>
                    <a:pt x="5064243" y="2025885"/>
                  </a:lnTo>
                  <a:lnTo>
                    <a:pt x="5065089" y="1981506"/>
                  </a:lnTo>
                  <a:lnTo>
                    <a:pt x="5065934" y="2026096"/>
                  </a:lnTo>
                  <a:lnTo>
                    <a:pt x="5066779" y="2055121"/>
                  </a:lnTo>
                  <a:lnTo>
                    <a:pt x="5067624" y="1776015"/>
                  </a:lnTo>
                  <a:lnTo>
                    <a:pt x="5068469" y="1594501"/>
                  </a:lnTo>
                  <a:lnTo>
                    <a:pt x="5069314" y="1703662"/>
                  </a:lnTo>
                  <a:lnTo>
                    <a:pt x="5070159" y="1964260"/>
                  </a:lnTo>
                  <a:lnTo>
                    <a:pt x="5071004" y="2033037"/>
                  </a:lnTo>
                  <a:lnTo>
                    <a:pt x="5071849" y="1996860"/>
                  </a:lnTo>
                  <a:lnTo>
                    <a:pt x="5072694" y="1940071"/>
                  </a:lnTo>
                  <a:lnTo>
                    <a:pt x="5073539" y="1941544"/>
                  </a:lnTo>
                  <a:lnTo>
                    <a:pt x="5074385" y="1958370"/>
                  </a:lnTo>
                  <a:lnTo>
                    <a:pt x="5075230" y="1975196"/>
                  </a:lnTo>
                  <a:lnTo>
                    <a:pt x="5076075" y="1919038"/>
                  </a:lnTo>
                  <a:lnTo>
                    <a:pt x="5076920" y="1861619"/>
                  </a:lnTo>
                  <a:lnTo>
                    <a:pt x="5077765" y="1879287"/>
                  </a:lnTo>
                  <a:lnTo>
                    <a:pt x="5078610" y="1973514"/>
                  </a:lnTo>
                  <a:lnTo>
                    <a:pt x="5079455" y="2014107"/>
                  </a:lnTo>
                  <a:lnTo>
                    <a:pt x="5080300" y="1960263"/>
                  </a:lnTo>
                  <a:lnTo>
                    <a:pt x="5081145" y="1884965"/>
                  </a:lnTo>
                  <a:lnTo>
                    <a:pt x="5081990" y="1877394"/>
                  </a:lnTo>
                  <a:lnTo>
                    <a:pt x="5082835" y="1981085"/>
                  </a:lnTo>
                  <a:lnTo>
                    <a:pt x="5083681" y="2011583"/>
                  </a:lnTo>
                  <a:lnTo>
                    <a:pt x="5084526" y="2059959"/>
                  </a:lnTo>
                  <a:lnTo>
                    <a:pt x="5085371" y="2081202"/>
                  </a:lnTo>
                  <a:lnTo>
                    <a:pt x="5086216" y="2061221"/>
                  </a:lnTo>
                  <a:lnTo>
                    <a:pt x="5087061" y="2059538"/>
                  </a:lnTo>
                  <a:lnTo>
                    <a:pt x="5087906" y="2026306"/>
                  </a:lnTo>
                  <a:lnTo>
                    <a:pt x="5088751" y="1977089"/>
                  </a:lnTo>
                  <a:lnTo>
                    <a:pt x="5089596" y="1953532"/>
                  </a:lnTo>
                  <a:lnTo>
                    <a:pt x="5090441" y="1956687"/>
                  </a:lnTo>
                  <a:lnTo>
                    <a:pt x="5091286" y="1935654"/>
                  </a:lnTo>
                  <a:lnTo>
                    <a:pt x="5092131" y="1940492"/>
                  </a:lnTo>
                  <a:lnTo>
                    <a:pt x="5092977" y="1920931"/>
                  </a:lnTo>
                  <a:lnTo>
                    <a:pt x="5093822" y="1977720"/>
                  </a:lnTo>
                  <a:lnTo>
                    <a:pt x="5094667" y="2033457"/>
                  </a:lnTo>
                  <a:lnTo>
                    <a:pt x="5095512" y="1977089"/>
                  </a:lnTo>
                  <a:lnTo>
                    <a:pt x="5096357" y="1937758"/>
                  </a:lnTo>
                  <a:lnTo>
                    <a:pt x="5097202" y="1957739"/>
                  </a:lnTo>
                  <a:lnTo>
                    <a:pt x="5098047" y="1891065"/>
                  </a:lnTo>
                  <a:lnTo>
                    <a:pt x="5098892" y="1854468"/>
                  </a:lnTo>
                  <a:lnTo>
                    <a:pt x="5099737" y="1978141"/>
                  </a:lnTo>
                  <a:lnTo>
                    <a:pt x="5100582" y="1998964"/>
                  </a:lnTo>
                  <a:lnTo>
                    <a:pt x="5101427" y="1955004"/>
                  </a:lnTo>
                  <a:lnTo>
                    <a:pt x="5102273" y="1944278"/>
                  </a:lnTo>
                  <a:lnTo>
                    <a:pt x="5103118" y="1920932"/>
                  </a:lnTo>
                  <a:lnTo>
                    <a:pt x="5103963" y="1852364"/>
                  </a:lnTo>
                  <a:lnTo>
                    <a:pt x="5104808" y="1873187"/>
                  </a:lnTo>
                  <a:lnTo>
                    <a:pt x="5105653" y="1939020"/>
                  </a:lnTo>
                  <a:lnTo>
                    <a:pt x="5106498" y="2016000"/>
                  </a:lnTo>
                  <a:lnTo>
                    <a:pt x="5107343" y="1954374"/>
                  </a:lnTo>
                  <a:lnTo>
                    <a:pt x="5108188" y="1825022"/>
                  </a:lnTo>
                  <a:lnTo>
                    <a:pt x="5109033" y="1695039"/>
                  </a:lnTo>
                  <a:lnTo>
                    <a:pt x="5109878" y="1691253"/>
                  </a:lnTo>
                  <a:lnTo>
                    <a:pt x="5110723" y="1791790"/>
                  </a:lnTo>
                  <a:lnTo>
                    <a:pt x="5111569" y="1853206"/>
                  </a:lnTo>
                  <a:lnTo>
                    <a:pt x="5112414" y="1903054"/>
                  </a:lnTo>
                  <a:lnTo>
                    <a:pt x="5113259" y="1953112"/>
                  </a:lnTo>
                  <a:lnTo>
                    <a:pt x="5114104" y="2013686"/>
                  </a:lnTo>
                  <a:lnTo>
                    <a:pt x="5114949" y="2066900"/>
                  </a:lnTo>
                  <a:lnTo>
                    <a:pt x="5115794" y="1962787"/>
                  </a:lnTo>
                  <a:lnTo>
                    <a:pt x="5116639" y="1891906"/>
                  </a:lnTo>
                  <a:lnTo>
                    <a:pt x="5117484" y="1923035"/>
                  </a:lnTo>
                  <a:lnTo>
                    <a:pt x="5118329" y="1960052"/>
                  </a:lnTo>
                  <a:lnTo>
                    <a:pt x="5119174" y="1923455"/>
                  </a:lnTo>
                  <a:lnTo>
                    <a:pt x="5120020" y="1867929"/>
                  </a:lnTo>
                  <a:lnTo>
                    <a:pt x="5120865" y="1898426"/>
                  </a:lnTo>
                  <a:lnTo>
                    <a:pt x="5121710" y="1974776"/>
                  </a:lnTo>
                  <a:lnTo>
                    <a:pt x="5122555" y="2023782"/>
                  </a:lnTo>
                  <a:lnTo>
                    <a:pt x="5123400" y="1985923"/>
                  </a:lnTo>
                  <a:lnTo>
                    <a:pt x="5124245" y="1948484"/>
                  </a:lnTo>
                  <a:lnTo>
                    <a:pt x="5125090" y="1917987"/>
                  </a:lnTo>
                  <a:lnTo>
                    <a:pt x="5125935" y="1841637"/>
                  </a:lnTo>
                  <a:lnTo>
                    <a:pt x="5126780" y="1861408"/>
                  </a:lnTo>
                  <a:lnTo>
                    <a:pt x="5127625" y="1929134"/>
                  </a:lnTo>
                  <a:lnTo>
                    <a:pt x="5128470" y="1992864"/>
                  </a:lnTo>
                  <a:lnTo>
                    <a:pt x="5129316" y="2012845"/>
                  </a:lnTo>
                  <a:lnTo>
                    <a:pt x="5130161" y="1939020"/>
                  </a:lnTo>
                  <a:lnTo>
                    <a:pt x="5131006" y="1888541"/>
                  </a:lnTo>
                  <a:lnTo>
                    <a:pt x="5131851" y="1831331"/>
                  </a:lnTo>
                  <a:lnTo>
                    <a:pt x="5132696" y="1799572"/>
                  </a:lnTo>
                  <a:lnTo>
                    <a:pt x="5133541" y="1509528"/>
                  </a:lnTo>
                  <a:lnTo>
                    <a:pt x="5134386" y="1436125"/>
                  </a:lnTo>
                  <a:lnTo>
                    <a:pt x="5135231" y="1501325"/>
                  </a:lnTo>
                  <a:lnTo>
                    <a:pt x="5136076" y="1596394"/>
                  </a:lnTo>
                  <a:lnTo>
                    <a:pt x="5136921" y="1699456"/>
                  </a:lnTo>
                  <a:lnTo>
                    <a:pt x="5137766" y="1870243"/>
                  </a:lnTo>
                  <a:lnTo>
                    <a:pt x="5138612" y="2022941"/>
                  </a:lnTo>
                  <a:lnTo>
                    <a:pt x="5139457" y="2009270"/>
                  </a:lnTo>
                  <a:lnTo>
                    <a:pt x="5140302" y="1928924"/>
                  </a:lnTo>
                  <a:lnTo>
                    <a:pt x="5141147" y="1863932"/>
                  </a:lnTo>
                  <a:lnTo>
                    <a:pt x="5141992" y="1849420"/>
                  </a:lnTo>
                  <a:lnTo>
                    <a:pt x="5142837" y="1928082"/>
                  </a:lnTo>
                  <a:lnTo>
                    <a:pt x="5143682" y="1981927"/>
                  </a:lnTo>
                  <a:lnTo>
                    <a:pt x="5144527" y="1959632"/>
                  </a:lnTo>
                  <a:lnTo>
                    <a:pt x="5145372" y="1774333"/>
                  </a:lnTo>
                  <a:lnTo>
                    <a:pt x="5146217" y="1713968"/>
                  </a:lnTo>
                  <a:lnTo>
                    <a:pt x="5147062" y="1881179"/>
                  </a:lnTo>
                  <a:lnTo>
                    <a:pt x="5147908" y="1934603"/>
                  </a:lnTo>
                  <a:lnTo>
                    <a:pt x="5148753" y="1880969"/>
                  </a:lnTo>
                  <a:lnTo>
                    <a:pt x="5149598" y="1866667"/>
                  </a:lnTo>
                  <a:lnTo>
                    <a:pt x="5150443" y="1974145"/>
                  </a:lnTo>
                  <a:lnTo>
                    <a:pt x="5151288" y="1979403"/>
                  </a:lnTo>
                  <a:lnTo>
                    <a:pt x="5152133" y="1941964"/>
                  </a:lnTo>
                  <a:lnTo>
                    <a:pt x="5152978" y="1826284"/>
                  </a:lnTo>
                  <a:lnTo>
                    <a:pt x="5153823" y="1724696"/>
                  </a:lnTo>
                  <a:lnTo>
                    <a:pt x="5154668" y="1756665"/>
                  </a:lnTo>
                  <a:lnTo>
                    <a:pt x="5155513" y="1973934"/>
                  </a:lnTo>
                  <a:lnTo>
                    <a:pt x="5156358" y="1892958"/>
                  </a:lnTo>
                  <a:lnTo>
                    <a:pt x="5157204" y="1761082"/>
                  </a:lnTo>
                  <a:lnTo>
                    <a:pt x="5158049" y="1749934"/>
                  </a:lnTo>
                  <a:lnTo>
                    <a:pt x="5158894" y="1828597"/>
                  </a:lnTo>
                  <a:lnTo>
                    <a:pt x="5159739" y="1944488"/>
                  </a:lnTo>
                  <a:lnTo>
                    <a:pt x="5160584" y="2030933"/>
                  </a:lnTo>
                  <a:lnTo>
                    <a:pt x="5161429" y="2103286"/>
                  </a:lnTo>
                  <a:lnTo>
                    <a:pt x="5161429" y="2103286"/>
                  </a:lnTo>
                  <a:lnTo>
                    <a:pt x="5162274" y="2103286"/>
                  </a:lnTo>
                  <a:lnTo>
                    <a:pt x="5163119" y="2048391"/>
                  </a:lnTo>
                  <a:lnTo>
                    <a:pt x="5163964" y="1959211"/>
                  </a:lnTo>
                  <a:lnTo>
                    <a:pt x="5164809" y="1750776"/>
                  </a:lnTo>
                  <a:lnTo>
                    <a:pt x="5165654" y="1666644"/>
                  </a:lnTo>
                  <a:lnTo>
                    <a:pt x="5166500" y="1732898"/>
                  </a:lnTo>
                  <a:lnTo>
                    <a:pt x="5167345" y="1975407"/>
                  </a:lnTo>
                  <a:lnTo>
                    <a:pt x="5168190" y="1966573"/>
                  </a:lnTo>
                  <a:lnTo>
                    <a:pt x="5169035" y="1977089"/>
                  </a:lnTo>
                  <a:lnTo>
                    <a:pt x="5169880" y="2032406"/>
                  </a:lnTo>
                  <a:lnTo>
                    <a:pt x="5170725" y="2038926"/>
                  </a:lnTo>
                  <a:lnTo>
                    <a:pt x="5171570" y="1945330"/>
                  </a:lnTo>
                  <a:lnTo>
                    <a:pt x="5172415" y="1919459"/>
                  </a:lnTo>
                  <a:lnTo>
                    <a:pt x="5173260" y="1962997"/>
                  </a:lnTo>
                  <a:lnTo>
                    <a:pt x="5174105" y="1970359"/>
                  </a:lnTo>
                  <a:lnTo>
                    <a:pt x="5174950" y="2014528"/>
                  </a:lnTo>
                  <a:lnTo>
                    <a:pt x="5175796" y="2022941"/>
                  </a:lnTo>
                  <a:lnTo>
                    <a:pt x="5176641" y="1977089"/>
                  </a:lnTo>
                  <a:lnTo>
                    <a:pt x="5177486" y="1978982"/>
                  </a:lnTo>
                  <a:lnTo>
                    <a:pt x="5178331" y="2071948"/>
                  </a:lnTo>
                  <a:lnTo>
                    <a:pt x="5179176" y="2057855"/>
                  </a:lnTo>
                  <a:lnTo>
                    <a:pt x="5180021" y="2019155"/>
                  </a:lnTo>
                  <a:lnTo>
                    <a:pt x="5180866" y="1982137"/>
                  </a:lnTo>
                  <a:lnTo>
                    <a:pt x="5181711" y="2055542"/>
                  </a:lnTo>
                  <a:lnTo>
                    <a:pt x="5182556" y="1969938"/>
                  </a:lnTo>
                  <a:lnTo>
                    <a:pt x="5183401" y="1828807"/>
                  </a:lnTo>
                  <a:lnTo>
                    <a:pt x="5184247" y="1761292"/>
                  </a:lnTo>
                  <a:lnTo>
                    <a:pt x="5185092" y="1856782"/>
                  </a:lnTo>
                  <a:lnTo>
                    <a:pt x="5185937" y="1953953"/>
                  </a:lnTo>
                  <a:lnTo>
                    <a:pt x="5186782" y="1989499"/>
                  </a:lnTo>
                  <a:lnTo>
                    <a:pt x="5187627" y="1977089"/>
                  </a:lnTo>
                  <a:lnTo>
                    <a:pt x="5188472" y="2004642"/>
                  </a:lnTo>
                  <a:lnTo>
                    <a:pt x="5189317" y="1990550"/>
                  </a:lnTo>
                  <a:lnTo>
                    <a:pt x="5190162" y="1901792"/>
                  </a:lnTo>
                  <a:lnTo>
                    <a:pt x="5191007" y="1672112"/>
                  </a:lnTo>
                  <a:lnTo>
                    <a:pt x="5191852" y="1695460"/>
                  </a:lnTo>
                  <a:lnTo>
                    <a:pt x="5192697" y="1742783"/>
                  </a:lnTo>
                  <a:lnTo>
                    <a:pt x="5193543" y="1735212"/>
                  </a:lnTo>
                  <a:lnTo>
                    <a:pt x="5194388" y="1696301"/>
                  </a:lnTo>
                  <a:lnTo>
                    <a:pt x="5195233" y="1818081"/>
                  </a:lnTo>
                  <a:lnTo>
                    <a:pt x="5196078" y="1955215"/>
                  </a:lnTo>
                  <a:lnTo>
                    <a:pt x="5196923" y="2023572"/>
                  </a:lnTo>
                  <a:lnTo>
                    <a:pt x="5197768" y="2020207"/>
                  </a:lnTo>
                  <a:lnTo>
                    <a:pt x="5198613" y="2051335"/>
                  </a:lnTo>
                  <a:lnTo>
                    <a:pt x="5199458" y="2080992"/>
                  </a:lnTo>
                  <a:lnTo>
                    <a:pt x="5200303" y="2055962"/>
                  </a:lnTo>
                  <a:lnTo>
                    <a:pt x="5201148" y="1979824"/>
                  </a:lnTo>
                  <a:lnTo>
                    <a:pt x="5201993" y="1960894"/>
                  </a:lnTo>
                  <a:lnTo>
                    <a:pt x="5202839" y="1998543"/>
                  </a:lnTo>
                  <a:lnTo>
                    <a:pt x="5203684" y="2030934"/>
                  </a:lnTo>
                  <a:lnTo>
                    <a:pt x="5204529" y="2029882"/>
                  </a:lnTo>
                  <a:lnTo>
                    <a:pt x="5205374" y="2061221"/>
                  </a:lnTo>
                  <a:lnTo>
                    <a:pt x="5206219" y="2051546"/>
                  </a:lnTo>
                  <a:lnTo>
                    <a:pt x="5207064" y="2061221"/>
                  </a:lnTo>
                  <a:lnTo>
                    <a:pt x="5207909" y="2044815"/>
                  </a:lnTo>
                  <a:lnTo>
                    <a:pt x="5208754" y="2024624"/>
                  </a:lnTo>
                  <a:lnTo>
                    <a:pt x="5209599" y="1977089"/>
                  </a:lnTo>
                  <a:lnTo>
                    <a:pt x="5210444" y="1963838"/>
                  </a:lnTo>
                  <a:lnTo>
                    <a:pt x="5211289" y="2008638"/>
                  </a:lnTo>
                  <a:lnTo>
                    <a:pt x="5212135" y="1991602"/>
                  </a:lnTo>
                  <a:lnTo>
                    <a:pt x="5212980" y="2017052"/>
                  </a:lnTo>
                  <a:lnTo>
                    <a:pt x="5213825" y="1868770"/>
                  </a:lnTo>
                  <a:lnTo>
                    <a:pt x="5214670" y="1817660"/>
                  </a:lnTo>
                  <a:lnTo>
                    <a:pt x="5215515" y="1756244"/>
                  </a:lnTo>
                  <a:lnTo>
                    <a:pt x="5216360" y="1838062"/>
                  </a:lnTo>
                  <a:lnTo>
                    <a:pt x="5217205" y="2026096"/>
                  </a:lnTo>
                  <a:lnTo>
                    <a:pt x="5218050" y="2067110"/>
                  </a:lnTo>
                  <a:lnTo>
                    <a:pt x="5218895" y="2019576"/>
                  </a:lnTo>
                  <a:lnTo>
                    <a:pt x="5219740" y="1773071"/>
                  </a:lnTo>
                  <a:lnTo>
                    <a:pt x="5220585" y="1752668"/>
                  </a:lnTo>
                  <a:lnTo>
                    <a:pt x="5221431" y="1932500"/>
                  </a:lnTo>
                  <a:lnTo>
                    <a:pt x="5222276" y="2051756"/>
                  </a:lnTo>
                  <a:lnTo>
                    <a:pt x="5223121" y="2022941"/>
                  </a:lnTo>
                  <a:lnTo>
                    <a:pt x="5223966" y="1956267"/>
                  </a:lnTo>
                  <a:lnTo>
                    <a:pt x="5224811" y="1919039"/>
                  </a:lnTo>
                  <a:lnTo>
                    <a:pt x="5225656" y="1887279"/>
                  </a:lnTo>
                  <a:lnTo>
                    <a:pt x="5226501" y="1937127"/>
                  </a:lnTo>
                  <a:lnTo>
                    <a:pt x="5227346" y="1920090"/>
                  </a:lnTo>
                  <a:lnTo>
                    <a:pt x="5228191" y="2007587"/>
                  </a:lnTo>
                  <a:lnTo>
                    <a:pt x="5229036" y="2017052"/>
                  </a:lnTo>
                  <a:lnTo>
                    <a:pt x="5229881" y="2060800"/>
                  </a:lnTo>
                  <a:lnTo>
                    <a:pt x="5230727" y="2007587"/>
                  </a:lnTo>
                  <a:lnTo>
                    <a:pt x="5231572" y="2019155"/>
                  </a:lnTo>
                  <a:lnTo>
                    <a:pt x="5232417" y="2014738"/>
                  </a:lnTo>
                  <a:lnTo>
                    <a:pt x="5233262" y="1970359"/>
                  </a:lnTo>
                  <a:lnTo>
                    <a:pt x="5234107" y="1950587"/>
                  </a:lnTo>
                  <a:lnTo>
                    <a:pt x="5234952" y="2002118"/>
                  </a:lnTo>
                  <a:lnTo>
                    <a:pt x="5235797" y="2055752"/>
                  </a:lnTo>
                  <a:lnTo>
                    <a:pt x="5236642" y="2054701"/>
                  </a:lnTo>
                  <a:lnTo>
                    <a:pt x="5237487" y="2026516"/>
                  </a:lnTo>
                  <a:lnTo>
                    <a:pt x="5238332" y="2019155"/>
                  </a:lnTo>
                  <a:lnTo>
                    <a:pt x="5239177" y="1962156"/>
                  </a:lnTo>
                  <a:lnTo>
                    <a:pt x="5240023" y="1935023"/>
                  </a:lnTo>
                  <a:lnTo>
                    <a:pt x="5240868" y="1957529"/>
                  </a:lnTo>
                  <a:lnTo>
                    <a:pt x="5241713" y="2082464"/>
                  </a:lnTo>
                  <a:lnTo>
                    <a:pt x="5242558" y="2103286"/>
                  </a:lnTo>
                  <a:lnTo>
                    <a:pt x="5242558" y="2103286"/>
                  </a:lnTo>
                  <a:lnTo>
                    <a:pt x="5243403" y="2103286"/>
                  </a:lnTo>
                  <a:lnTo>
                    <a:pt x="5244248" y="2103286"/>
                  </a:lnTo>
                  <a:lnTo>
                    <a:pt x="5245093" y="2100973"/>
                  </a:lnTo>
                  <a:lnTo>
                    <a:pt x="5245938" y="2040819"/>
                  </a:lnTo>
                  <a:lnTo>
                    <a:pt x="5246783" y="1970779"/>
                  </a:lnTo>
                  <a:lnTo>
                    <a:pt x="5247628" y="1909363"/>
                  </a:lnTo>
                  <a:lnTo>
                    <a:pt x="5248474" y="1930817"/>
                  </a:lnTo>
                  <a:lnTo>
                    <a:pt x="5249319" y="1915463"/>
                  </a:lnTo>
                  <a:lnTo>
                    <a:pt x="5250164" y="1905578"/>
                  </a:lnTo>
                  <a:lnTo>
                    <a:pt x="5251009" y="1913149"/>
                  </a:lnTo>
                  <a:lnTo>
                    <a:pt x="5251854" y="1906419"/>
                  </a:lnTo>
                  <a:lnTo>
                    <a:pt x="5252699" y="1881390"/>
                  </a:lnTo>
                  <a:lnTo>
                    <a:pt x="5253544" y="1795155"/>
                  </a:lnTo>
                  <a:lnTo>
                    <a:pt x="5254389" y="1823338"/>
                  </a:lnTo>
                  <a:lnTo>
                    <a:pt x="5255234" y="1931868"/>
                  </a:lnTo>
                  <a:lnTo>
                    <a:pt x="5256079" y="2014949"/>
                  </a:lnTo>
                  <a:lnTo>
                    <a:pt x="5256924" y="1899058"/>
                  </a:lnTo>
                  <a:lnTo>
                    <a:pt x="5257770" y="1838693"/>
                  </a:lnTo>
                  <a:lnTo>
                    <a:pt x="5258615" y="1874239"/>
                  </a:lnTo>
                  <a:lnTo>
                    <a:pt x="5259460" y="1872135"/>
                  </a:lnTo>
                  <a:lnTo>
                    <a:pt x="5260305" y="1731847"/>
                  </a:lnTo>
                  <a:lnTo>
                    <a:pt x="5261150" y="1723223"/>
                  </a:lnTo>
                  <a:lnTo>
                    <a:pt x="5261995" y="1721961"/>
                  </a:lnTo>
                  <a:lnTo>
                    <a:pt x="5262840" y="1689360"/>
                  </a:lnTo>
                  <a:lnTo>
                    <a:pt x="5263685" y="1614692"/>
                  </a:lnTo>
                  <a:lnTo>
                    <a:pt x="5264530" y="1618479"/>
                  </a:lnTo>
                  <a:lnTo>
                    <a:pt x="5265375" y="1615744"/>
                  </a:lnTo>
                  <a:lnTo>
                    <a:pt x="5266220" y="1764026"/>
                  </a:lnTo>
                  <a:lnTo>
                    <a:pt x="5267066" y="1868349"/>
                  </a:lnTo>
                  <a:lnTo>
                    <a:pt x="5267911" y="1858043"/>
                  </a:lnTo>
                  <a:lnTo>
                    <a:pt x="5268756" y="1877604"/>
                  </a:lnTo>
                  <a:lnTo>
                    <a:pt x="5269601" y="1873187"/>
                  </a:lnTo>
                  <a:lnTo>
                    <a:pt x="5270446" y="1970990"/>
                  </a:lnTo>
                  <a:lnTo>
                    <a:pt x="5271291" y="2055752"/>
                  </a:lnTo>
                  <a:lnTo>
                    <a:pt x="5272136" y="2035771"/>
                  </a:lnTo>
                  <a:lnTo>
                    <a:pt x="5272981" y="1939230"/>
                  </a:lnTo>
                  <a:lnTo>
                    <a:pt x="5273826" y="1847105"/>
                  </a:lnTo>
                  <a:lnTo>
                    <a:pt x="5274671" y="1892327"/>
                  </a:lnTo>
                  <a:lnTo>
                    <a:pt x="5275516" y="1982348"/>
                  </a:lnTo>
                  <a:lnTo>
                    <a:pt x="5276362" y="2079940"/>
                  </a:lnTo>
                  <a:lnTo>
                    <a:pt x="5277207" y="2103286"/>
                  </a:lnTo>
                  <a:lnTo>
                    <a:pt x="5277207" y="2103286"/>
                  </a:lnTo>
                  <a:lnTo>
                    <a:pt x="5278052" y="2071106"/>
                  </a:lnTo>
                  <a:lnTo>
                    <a:pt x="5278897" y="2034088"/>
                  </a:lnTo>
                  <a:lnTo>
                    <a:pt x="5279742" y="2030092"/>
                  </a:lnTo>
                  <a:lnTo>
                    <a:pt x="5280587" y="2067110"/>
                  </a:lnTo>
                  <a:lnTo>
                    <a:pt x="5281432" y="2094453"/>
                  </a:lnTo>
                  <a:lnTo>
                    <a:pt x="5282277" y="2034088"/>
                  </a:lnTo>
                  <a:lnTo>
                    <a:pt x="5283122" y="1993285"/>
                  </a:lnTo>
                  <a:lnTo>
                    <a:pt x="5283967" y="1976038"/>
                  </a:lnTo>
                  <a:lnTo>
                    <a:pt x="5284812" y="1978982"/>
                  </a:lnTo>
                  <a:lnTo>
                    <a:pt x="5285658" y="1910625"/>
                  </a:lnTo>
                  <a:lnTo>
                    <a:pt x="5286503" y="1951429"/>
                  </a:lnTo>
                  <a:lnTo>
                    <a:pt x="5287348" y="2044394"/>
                  </a:lnTo>
                  <a:lnTo>
                    <a:pt x="5288193" y="2103286"/>
                  </a:lnTo>
                  <a:lnTo>
                    <a:pt x="5288193" y="2103286"/>
                  </a:lnTo>
                  <a:lnTo>
                    <a:pt x="5289038" y="2035561"/>
                  </a:lnTo>
                  <a:lnTo>
                    <a:pt x="5289883" y="2019155"/>
                  </a:lnTo>
                  <a:lnTo>
                    <a:pt x="5290728" y="1812612"/>
                  </a:lnTo>
                  <a:lnTo>
                    <a:pt x="5291573" y="1850892"/>
                  </a:lnTo>
                  <a:lnTo>
                    <a:pt x="5292418" y="1914412"/>
                  </a:lnTo>
                  <a:lnTo>
                    <a:pt x="5293263" y="1998333"/>
                  </a:lnTo>
                  <a:lnTo>
                    <a:pt x="5294108" y="1977089"/>
                  </a:lnTo>
                  <a:lnTo>
                    <a:pt x="5294954" y="2059538"/>
                  </a:lnTo>
                  <a:lnTo>
                    <a:pt x="5295799" y="2083726"/>
                  </a:lnTo>
                  <a:lnTo>
                    <a:pt x="5296644" y="1900529"/>
                  </a:lnTo>
                  <a:lnTo>
                    <a:pt x="5297489" y="1625420"/>
                  </a:lnTo>
                  <a:lnTo>
                    <a:pt x="5298334" y="1541287"/>
                  </a:lnTo>
                  <a:lnTo>
                    <a:pt x="5299179" y="1783376"/>
                  </a:lnTo>
                  <a:lnTo>
                    <a:pt x="5300024" y="2000015"/>
                  </a:lnTo>
                  <a:lnTo>
                    <a:pt x="5300869" y="2061221"/>
                  </a:lnTo>
                  <a:lnTo>
                    <a:pt x="5301714" y="2019155"/>
                  </a:lnTo>
                  <a:lnTo>
                    <a:pt x="5302559" y="2019576"/>
                  </a:lnTo>
                  <a:lnTo>
                    <a:pt x="5303404" y="1952060"/>
                  </a:lnTo>
                  <a:lnTo>
                    <a:pt x="5304250" y="1829859"/>
                  </a:lnTo>
                  <a:lnTo>
                    <a:pt x="5305095" y="1810719"/>
                  </a:lnTo>
                  <a:lnTo>
                    <a:pt x="5305940" y="1767602"/>
                  </a:lnTo>
                  <a:lnTo>
                    <a:pt x="5306785" y="1821866"/>
                  </a:lnTo>
                  <a:lnTo>
                    <a:pt x="5307630" y="1897585"/>
                  </a:lnTo>
                  <a:lnTo>
                    <a:pt x="5308475" y="1972252"/>
                  </a:lnTo>
                  <a:lnTo>
                    <a:pt x="5309320" y="1936075"/>
                  </a:lnTo>
                  <a:lnTo>
                    <a:pt x="5310165" y="1969938"/>
                  </a:lnTo>
                  <a:lnTo>
                    <a:pt x="5311010" y="1995598"/>
                  </a:lnTo>
                  <a:lnTo>
                    <a:pt x="5311855" y="1999595"/>
                  </a:lnTo>
                  <a:lnTo>
                    <a:pt x="5312701" y="1943857"/>
                  </a:lnTo>
                  <a:lnTo>
                    <a:pt x="5313546" y="1910415"/>
                  </a:lnTo>
                  <a:lnTo>
                    <a:pt x="5314391" y="1853626"/>
                  </a:lnTo>
                  <a:lnTo>
                    <a:pt x="5315236" y="1858253"/>
                  </a:lnTo>
                  <a:lnTo>
                    <a:pt x="5316081" y="1892327"/>
                  </a:lnTo>
                  <a:lnTo>
                    <a:pt x="5316926" y="1915673"/>
                  </a:lnTo>
                  <a:lnTo>
                    <a:pt x="5317771" y="1951429"/>
                  </a:lnTo>
                  <a:lnTo>
                    <a:pt x="5318616" y="1948274"/>
                  </a:lnTo>
                  <a:lnTo>
                    <a:pt x="5319461" y="1913780"/>
                  </a:lnTo>
                  <a:lnTo>
                    <a:pt x="5320306" y="1895692"/>
                  </a:lnTo>
                  <a:lnTo>
                    <a:pt x="5321151" y="1794945"/>
                  </a:lnTo>
                  <a:lnTo>
                    <a:pt x="5321997" y="1779170"/>
                  </a:lnTo>
                  <a:lnTo>
                    <a:pt x="5322842" y="1940913"/>
                  </a:lnTo>
                  <a:lnTo>
                    <a:pt x="5323687" y="1993495"/>
                  </a:lnTo>
                  <a:lnTo>
                    <a:pt x="5324532" y="1979403"/>
                  </a:lnTo>
                  <a:lnTo>
                    <a:pt x="5325377" y="1947854"/>
                  </a:lnTo>
                  <a:lnTo>
                    <a:pt x="5326222" y="1874659"/>
                  </a:lnTo>
                  <a:lnTo>
                    <a:pt x="5327067" y="1854678"/>
                  </a:lnTo>
                  <a:lnTo>
                    <a:pt x="5327912" y="1922614"/>
                  </a:lnTo>
                  <a:lnTo>
                    <a:pt x="5328757" y="1934392"/>
                  </a:lnTo>
                  <a:lnTo>
                    <a:pt x="5329602" y="1975407"/>
                  </a:lnTo>
                  <a:lnTo>
                    <a:pt x="5330447" y="1980034"/>
                  </a:lnTo>
                  <a:lnTo>
                    <a:pt x="5331293" y="1927241"/>
                  </a:lnTo>
                  <a:lnTo>
                    <a:pt x="5332138" y="1897795"/>
                  </a:lnTo>
                  <a:lnTo>
                    <a:pt x="5332983" y="1970569"/>
                  </a:lnTo>
                  <a:lnTo>
                    <a:pt x="5333828" y="2005694"/>
                  </a:lnTo>
                  <a:lnTo>
                    <a:pt x="5334673" y="2057645"/>
                  </a:lnTo>
                  <a:lnTo>
                    <a:pt x="5335518" y="2093191"/>
                  </a:lnTo>
                  <a:lnTo>
                    <a:pt x="5336363" y="2103286"/>
                  </a:lnTo>
                  <a:lnTo>
                    <a:pt x="5336363" y="2103286"/>
                  </a:lnTo>
                  <a:lnTo>
                    <a:pt x="5337208" y="2103286"/>
                  </a:lnTo>
                  <a:lnTo>
                    <a:pt x="5338053" y="2103286"/>
                  </a:lnTo>
                  <a:lnTo>
                    <a:pt x="5338898" y="2095084"/>
                  </a:lnTo>
                  <a:lnTo>
                    <a:pt x="5339743" y="2061221"/>
                  </a:lnTo>
                  <a:lnTo>
                    <a:pt x="5340589" y="2061221"/>
                  </a:lnTo>
                  <a:lnTo>
                    <a:pt x="5341434" y="2090246"/>
                  </a:lnTo>
                  <a:lnTo>
                    <a:pt x="5342279" y="2103286"/>
                  </a:lnTo>
                  <a:lnTo>
                    <a:pt x="5342279" y="2103286"/>
                  </a:lnTo>
                  <a:lnTo>
                    <a:pt x="5343124" y="2103286"/>
                  </a:lnTo>
                  <a:lnTo>
                    <a:pt x="5343969" y="2086250"/>
                  </a:lnTo>
                  <a:lnTo>
                    <a:pt x="5344814" y="2023572"/>
                  </a:lnTo>
                  <a:lnTo>
                    <a:pt x="5345659" y="1975196"/>
                  </a:lnTo>
                  <a:lnTo>
                    <a:pt x="5346504" y="1951429"/>
                  </a:lnTo>
                  <a:lnTo>
                    <a:pt x="5347349" y="2010111"/>
                  </a:lnTo>
                  <a:lnTo>
                    <a:pt x="5348194" y="1988237"/>
                  </a:lnTo>
                  <a:lnTo>
                    <a:pt x="5349039" y="2016631"/>
                  </a:lnTo>
                  <a:lnTo>
                    <a:pt x="5349885" y="1856992"/>
                  </a:lnTo>
                  <a:lnTo>
                    <a:pt x="5350730" y="1816819"/>
                  </a:lnTo>
                  <a:lnTo>
                    <a:pt x="5351575" y="1763395"/>
                  </a:lnTo>
                  <a:lnTo>
                    <a:pt x="5352420" y="1904316"/>
                  </a:lnTo>
                  <a:lnTo>
                    <a:pt x="5353265" y="1855519"/>
                  </a:lnTo>
                  <a:lnTo>
                    <a:pt x="5354110" y="1822287"/>
                  </a:lnTo>
                  <a:lnTo>
                    <a:pt x="5354955" y="1794734"/>
                  </a:lnTo>
                  <a:lnTo>
                    <a:pt x="5355800" y="1863512"/>
                  </a:lnTo>
                  <a:lnTo>
                    <a:pt x="5356645" y="1935865"/>
                  </a:lnTo>
                  <a:lnTo>
                    <a:pt x="5357490" y="2041660"/>
                  </a:lnTo>
                  <a:lnTo>
                    <a:pt x="5358335" y="2096766"/>
                  </a:lnTo>
                  <a:lnTo>
                    <a:pt x="5359181" y="2103286"/>
                  </a:lnTo>
                  <a:lnTo>
                    <a:pt x="5359181" y="2103286"/>
                  </a:lnTo>
                  <a:lnTo>
                    <a:pt x="5360026" y="2096346"/>
                  </a:lnTo>
                  <a:lnTo>
                    <a:pt x="5360871" y="1973724"/>
                  </a:lnTo>
                  <a:lnTo>
                    <a:pt x="5361716" y="1874449"/>
                  </a:lnTo>
                  <a:lnTo>
                    <a:pt x="5362561" y="1780853"/>
                  </a:lnTo>
                  <a:lnTo>
                    <a:pt x="5363406" y="1792841"/>
                  </a:lnTo>
                  <a:lnTo>
                    <a:pt x="5364251" y="1847737"/>
                  </a:lnTo>
                  <a:lnTo>
                    <a:pt x="5365096" y="2036402"/>
                  </a:lnTo>
                  <a:lnTo>
                    <a:pt x="5365941" y="2061221"/>
                  </a:lnTo>
                  <a:lnTo>
                    <a:pt x="5366786" y="2096135"/>
                  </a:lnTo>
                  <a:lnTo>
                    <a:pt x="5367631" y="2103286"/>
                  </a:lnTo>
                  <a:lnTo>
                    <a:pt x="5367631" y="2103286"/>
                  </a:lnTo>
                  <a:lnTo>
                    <a:pt x="5368477" y="2078678"/>
                  </a:lnTo>
                  <a:lnTo>
                    <a:pt x="5369322" y="2039557"/>
                  </a:lnTo>
                  <a:lnTo>
                    <a:pt x="5370167" y="1971831"/>
                  </a:lnTo>
                  <a:lnTo>
                    <a:pt x="5371012" y="1936496"/>
                  </a:lnTo>
                  <a:lnTo>
                    <a:pt x="5371857" y="1874659"/>
                  </a:lnTo>
                  <a:lnTo>
                    <a:pt x="5372702" y="1871084"/>
                  </a:lnTo>
                  <a:lnTo>
                    <a:pt x="5373547" y="1943016"/>
                  </a:lnTo>
                  <a:lnTo>
                    <a:pt x="5374392" y="2057224"/>
                  </a:lnTo>
                  <a:lnTo>
                    <a:pt x="5375237" y="2103286"/>
                  </a:lnTo>
                  <a:lnTo>
                    <a:pt x="5375237" y="2103286"/>
                  </a:lnTo>
                  <a:lnTo>
                    <a:pt x="5376082" y="2103286"/>
                  </a:lnTo>
                  <a:lnTo>
                    <a:pt x="5376928" y="2103286"/>
                  </a:lnTo>
                  <a:lnTo>
                    <a:pt x="5377773" y="2103286"/>
                  </a:lnTo>
                  <a:lnTo>
                    <a:pt x="5378618" y="2096556"/>
                  </a:lnTo>
                  <a:lnTo>
                    <a:pt x="5379463" y="2029461"/>
                  </a:lnTo>
                  <a:lnTo>
                    <a:pt x="5380308" y="2019155"/>
                  </a:lnTo>
                  <a:lnTo>
                    <a:pt x="5381153" y="2057224"/>
                  </a:lnTo>
                  <a:lnTo>
                    <a:pt x="5381998" y="2090667"/>
                  </a:lnTo>
                  <a:lnTo>
                    <a:pt x="5382843" y="1976248"/>
                  </a:lnTo>
                  <a:lnTo>
                    <a:pt x="5383688" y="1935023"/>
                  </a:lnTo>
                  <a:lnTo>
                    <a:pt x="5384533" y="1996650"/>
                  </a:lnTo>
                  <a:lnTo>
                    <a:pt x="5385378" y="2045446"/>
                  </a:lnTo>
                  <a:lnTo>
                    <a:pt x="5386224" y="2061221"/>
                  </a:lnTo>
                  <a:lnTo>
                    <a:pt x="5387069" y="2056593"/>
                  </a:lnTo>
                  <a:lnTo>
                    <a:pt x="5387914" y="1946591"/>
                  </a:lnTo>
                  <a:lnTo>
                    <a:pt x="5388759" y="1936075"/>
                  </a:lnTo>
                  <a:lnTo>
                    <a:pt x="5389604" y="2012845"/>
                  </a:lnTo>
                  <a:lnTo>
                    <a:pt x="5390449" y="2031144"/>
                  </a:lnTo>
                  <a:lnTo>
                    <a:pt x="5391294" y="1998122"/>
                  </a:lnTo>
                  <a:lnTo>
                    <a:pt x="5392139" y="1995388"/>
                  </a:lnTo>
                  <a:lnTo>
                    <a:pt x="5392984" y="1898847"/>
                  </a:lnTo>
                  <a:lnTo>
                    <a:pt x="5393829" y="1883073"/>
                  </a:lnTo>
                  <a:lnTo>
                    <a:pt x="5394674" y="1913359"/>
                  </a:lnTo>
                  <a:lnTo>
                    <a:pt x="5395520" y="1983820"/>
                  </a:lnTo>
                  <a:lnTo>
                    <a:pt x="5396365" y="1985713"/>
                  </a:lnTo>
                  <a:lnTo>
                    <a:pt x="5397210" y="2019155"/>
                  </a:lnTo>
                  <a:lnTo>
                    <a:pt x="5398055" y="2086881"/>
                  </a:lnTo>
                  <a:lnTo>
                    <a:pt x="5398900" y="2103286"/>
                  </a:lnTo>
                  <a:lnTo>
                    <a:pt x="5398900" y="2103286"/>
                  </a:lnTo>
                  <a:lnTo>
                    <a:pt x="5399745" y="2103286"/>
                  </a:lnTo>
                  <a:lnTo>
                    <a:pt x="5400590" y="2095715"/>
                  </a:lnTo>
                  <a:lnTo>
                    <a:pt x="5401435" y="1981296"/>
                  </a:lnTo>
                  <a:lnTo>
                    <a:pt x="5402280" y="1894430"/>
                  </a:lnTo>
                  <a:lnTo>
                    <a:pt x="5403125" y="1894009"/>
                  </a:lnTo>
                  <a:lnTo>
                    <a:pt x="5403970" y="1981717"/>
                  </a:lnTo>
                  <a:lnTo>
                    <a:pt x="5404816" y="2022100"/>
                  </a:lnTo>
                  <a:lnTo>
                    <a:pt x="5405661" y="2041450"/>
                  </a:lnTo>
                  <a:lnTo>
                    <a:pt x="5406506" y="2072578"/>
                  </a:lnTo>
                  <a:lnTo>
                    <a:pt x="5407351" y="2086671"/>
                  </a:lnTo>
                  <a:lnTo>
                    <a:pt x="5408196" y="2025885"/>
                  </a:lnTo>
                  <a:lnTo>
                    <a:pt x="5409041" y="1946591"/>
                  </a:lnTo>
                  <a:lnTo>
                    <a:pt x="5409886" y="1984030"/>
                  </a:lnTo>
                  <a:lnTo>
                    <a:pt x="5410731" y="2035771"/>
                  </a:lnTo>
                  <a:lnTo>
                    <a:pt x="5411576" y="2027989"/>
                  </a:lnTo>
                  <a:lnTo>
                    <a:pt x="5412421" y="1990340"/>
                  </a:lnTo>
                  <a:lnTo>
                    <a:pt x="5413266" y="1953322"/>
                  </a:lnTo>
                  <a:lnTo>
                    <a:pt x="5414112" y="1829648"/>
                  </a:lnTo>
                  <a:lnTo>
                    <a:pt x="5414957" y="1814505"/>
                  </a:lnTo>
                  <a:lnTo>
                    <a:pt x="5415802" y="1847106"/>
                  </a:lnTo>
                  <a:lnTo>
                    <a:pt x="5416647" y="1806723"/>
                  </a:lnTo>
                  <a:lnTo>
                    <a:pt x="5417492" y="1762975"/>
                  </a:lnTo>
                  <a:lnTo>
                    <a:pt x="5418337" y="1817659"/>
                  </a:lnTo>
                  <a:lnTo>
                    <a:pt x="5419182" y="1998543"/>
                  </a:lnTo>
                  <a:lnTo>
                    <a:pt x="5420027" y="2040188"/>
                  </a:lnTo>
                  <a:lnTo>
                    <a:pt x="5420872" y="2059959"/>
                  </a:lnTo>
                  <a:lnTo>
                    <a:pt x="5421717" y="2048180"/>
                  </a:lnTo>
                  <a:lnTo>
                    <a:pt x="5422562" y="2056593"/>
                  </a:lnTo>
                  <a:lnTo>
                    <a:pt x="5423408" y="2041240"/>
                  </a:lnTo>
                  <a:lnTo>
                    <a:pt x="5424253" y="2061221"/>
                  </a:lnTo>
                  <a:lnTo>
                    <a:pt x="5425098" y="2039347"/>
                  </a:lnTo>
                  <a:lnTo>
                    <a:pt x="5425943" y="2001698"/>
                  </a:lnTo>
                  <a:lnTo>
                    <a:pt x="5426788" y="1997491"/>
                  </a:lnTo>
                  <a:lnTo>
                    <a:pt x="5427633" y="2021889"/>
                  </a:lnTo>
                  <a:lnTo>
                    <a:pt x="5428478" y="2017052"/>
                  </a:lnTo>
                  <a:lnTo>
                    <a:pt x="5429323" y="1981927"/>
                  </a:lnTo>
                  <a:lnTo>
                    <a:pt x="5430168" y="2014948"/>
                  </a:lnTo>
                  <a:lnTo>
                    <a:pt x="5431013" y="1979193"/>
                  </a:lnTo>
                  <a:lnTo>
                    <a:pt x="5431859" y="1930817"/>
                  </a:lnTo>
                  <a:lnTo>
                    <a:pt x="5432704" y="1903474"/>
                  </a:lnTo>
                  <a:lnTo>
                    <a:pt x="5433549" y="1922614"/>
                  </a:lnTo>
                  <a:lnTo>
                    <a:pt x="5434394" y="1821235"/>
                  </a:lnTo>
                  <a:lnTo>
                    <a:pt x="5435239" y="1824601"/>
                  </a:lnTo>
                  <a:lnTo>
                    <a:pt x="5436084" y="1889593"/>
                  </a:lnTo>
                  <a:lnTo>
                    <a:pt x="5436929" y="1945961"/>
                  </a:lnTo>
                  <a:lnTo>
                    <a:pt x="5437774" y="1887910"/>
                  </a:lnTo>
                  <a:lnTo>
                    <a:pt x="5438619" y="1928503"/>
                  </a:lnTo>
                  <a:lnTo>
                    <a:pt x="5439464" y="1928924"/>
                  </a:lnTo>
                  <a:lnTo>
                    <a:pt x="5440309" y="1985082"/>
                  </a:lnTo>
                  <a:lnTo>
                    <a:pt x="5441155" y="1967414"/>
                  </a:lnTo>
                  <a:lnTo>
                    <a:pt x="5442000" y="1965731"/>
                  </a:lnTo>
                  <a:lnTo>
                    <a:pt x="5442845" y="1897796"/>
                  </a:lnTo>
                  <a:lnTo>
                    <a:pt x="5443690" y="1827966"/>
                  </a:lnTo>
                  <a:lnTo>
                    <a:pt x="5444535" y="1854468"/>
                  </a:lnTo>
                  <a:lnTo>
                    <a:pt x="5445380" y="1949746"/>
                  </a:lnTo>
                  <a:lnTo>
                    <a:pt x="5446225" y="2027358"/>
                  </a:lnTo>
                  <a:lnTo>
                    <a:pt x="5447070" y="2026096"/>
                  </a:lnTo>
                  <a:lnTo>
                    <a:pt x="5447915" y="2017052"/>
                  </a:lnTo>
                  <a:lnTo>
                    <a:pt x="5448760" y="2026727"/>
                  </a:lnTo>
                  <a:lnTo>
                    <a:pt x="5449605" y="2025255"/>
                  </a:lnTo>
                  <a:lnTo>
                    <a:pt x="5450451" y="2026727"/>
                  </a:lnTo>
                  <a:lnTo>
                    <a:pt x="5451296" y="1955426"/>
                  </a:lnTo>
                  <a:lnTo>
                    <a:pt x="5452141" y="1942805"/>
                  </a:lnTo>
                  <a:lnTo>
                    <a:pt x="5452986" y="1960683"/>
                  </a:lnTo>
                  <a:lnTo>
                    <a:pt x="5453831" y="1844162"/>
                  </a:lnTo>
                  <a:lnTo>
                    <a:pt x="5454676" y="1589874"/>
                  </a:lnTo>
                  <a:lnTo>
                    <a:pt x="5455521" y="1513945"/>
                  </a:lnTo>
                  <a:lnTo>
                    <a:pt x="5456366" y="1645191"/>
                  </a:lnTo>
                  <a:lnTo>
                    <a:pt x="5457211" y="1735842"/>
                  </a:lnTo>
                  <a:lnTo>
                    <a:pt x="5458056" y="1822287"/>
                  </a:lnTo>
                  <a:lnTo>
                    <a:pt x="5458901" y="1939861"/>
                  </a:lnTo>
                  <a:lnTo>
                    <a:pt x="5459747" y="2014317"/>
                  </a:lnTo>
                  <a:lnTo>
                    <a:pt x="5460592" y="1992233"/>
                  </a:lnTo>
                  <a:lnTo>
                    <a:pt x="5461437" y="2036823"/>
                  </a:lnTo>
                  <a:lnTo>
                    <a:pt x="5462282" y="2008638"/>
                  </a:lnTo>
                  <a:lnTo>
                    <a:pt x="5463127" y="1894430"/>
                  </a:lnTo>
                  <a:lnTo>
                    <a:pt x="5463972" y="1866246"/>
                  </a:lnTo>
                  <a:lnTo>
                    <a:pt x="5464817" y="1895061"/>
                  </a:lnTo>
                  <a:lnTo>
                    <a:pt x="5465662" y="1909363"/>
                  </a:lnTo>
                  <a:lnTo>
                    <a:pt x="5466507" y="2004642"/>
                  </a:lnTo>
                  <a:lnTo>
                    <a:pt x="5467352" y="2060800"/>
                  </a:lnTo>
                  <a:lnTo>
                    <a:pt x="5468197" y="2038085"/>
                  </a:lnTo>
                  <a:lnTo>
                    <a:pt x="5469043" y="1940702"/>
                  </a:lnTo>
                  <a:lnTo>
                    <a:pt x="5469888" y="1977089"/>
                  </a:lnTo>
                  <a:lnTo>
                    <a:pt x="5470733" y="2062693"/>
                  </a:lnTo>
                  <a:lnTo>
                    <a:pt x="5471578" y="2053649"/>
                  </a:lnTo>
                  <a:lnTo>
                    <a:pt x="5472423" y="1977089"/>
                  </a:lnTo>
                  <a:lnTo>
                    <a:pt x="5473268" y="1971831"/>
                  </a:lnTo>
                  <a:lnTo>
                    <a:pt x="5474113" y="2042922"/>
                  </a:lnTo>
                  <a:lnTo>
                    <a:pt x="5474958" y="2061221"/>
                  </a:lnTo>
                  <a:lnTo>
                    <a:pt x="5475803" y="2086250"/>
                  </a:lnTo>
                  <a:lnTo>
                    <a:pt x="5476648" y="2008849"/>
                  </a:lnTo>
                  <a:lnTo>
                    <a:pt x="5477493" y="1905157"/>
                  </a:lnTo>
                  <a:lnTo>
                    <a:pt x="5478339" y="1895482"/>
                  </a:lnTo>
                  <a:lnTo>
                    <a:pt x="5479184" y="2015369"/>
                  </a:lnTo>
                  <a:lnTo>
                    <a:pt x="5480029" y="2064586"/>
                  </a:lnTo>
                  <a:lnTo>
                    <a:pt x="5480874" y="2092770"/>
                  </a:lnTo>
                  <a:lnTo>
                    <a:pt x="5481719" y="2001277"/>
                  </a:lnTo>
                  <a:lnTo>
                    <a:pt x="5482564" y="1935023"/>
                  </a:lnTo>
                  <a:lnTo>
                    <a:pt x="5483409" y="1973303"/>
                  </a:lnTo>
                  <a:lnTo>
                    <a:pt x="5484254" y="2041450"/>
                  </a:lnTo>
                  <a:lnTo>
                    <a:pt x="5485099" y="1988237"/>
                  </a:lnTo>
                  <a:lnTo>
                    <a:pt x="5485944" y="1922824"/>
                  </a:lnTo>
                  <a:lnTo>
                    <a:pt x="5486789" y="1919039"/>
                  </a:lnTo>
                  <a:lnTo>
                    <a:pt x="5487635" y="2000856"/>
                  </a:lnTo>
                  <a:lnTo>
                    <a:pt x="5488480" y="2030092"/>
                  </a:lnTo>
                  <a:lnTo>
                    <a:pt x="5489325" y="2046918"/>
                  </a:lnTo>
                  <a:lnTo>
                    <a:pt x="5490170" y="2048391"/>
                  </a:lnTo>
                  <a:lnTo>
                    <a:pt x="5491015" y="1981506"/>
                  </a:lnTo>
                  <a:lnTo>
                    <a:pt x="5491860" y="2019155"/>
                  </a:lnTo>
                  <a:lnTo>
                    <a:pt x="5492705" y="2073209"/>
                  </a:lnTo>
                  <a:lnTo>
                    <a:pt x="5493550" y="2103286"/>
                  </a:lnTo>
                  <a:lnTo>
                    <a:pt x="5493550" y="2103286"/>
                  </a:lnTo>
                  <a:lnTo>
                    <a:pt x="5494395" y="2103286"/>
                  </a:lnTo>
                  <a:lnTo>
                    <a:pt x="5495240" y="2091929"/>
                  </a:lnTo>
                  <a:lnTo>
                    <a:pt x="5496086" y="1991181"/>
                  </a:lnTo>
                  <a:lnTo>
                    <a:pt x="5496931" y="1935023"/>
                  </a:lnTo>
                  <a:lnTo>
                    <a:pt x="5497776" y="1970148"/>
                  </a:lnTo>
                  <a:lnTo>
                    <a:pt x="5498621" y="2027358"/>
                  </a:lnTo>
                  <a:lnTo>
                    <a:pt x="5499466" y="1980034"/>
                  </a:lnTo>
                  <a:lnTo>
                    <a:pt x="5500311" y="1932920"/>
                  </a:lnTo>
                  <a:lnTo>
                    <a:pt x="5501156" y="1834907"/>
                  </a:lnTo>
                  <a:lnTo>
                    <a:pt x="5502001" y="1826283"/>
                  </a:lnTo>
                  <a:lnTo>
                    <a:pt x="5502846" y="1862881"/>
                  </a:lnTo>
                  <a:lnTo>
                    <a:pt x="5503691" y="1910205"/>
                  </a:lnTo>
                  <a:lnTo>
                    <a:pt x="5504536" y="1962156"/>
                  </a:lnTo>
                  <a:lnTo>
                    <a:pt x="5505382" y="2054490"/>
                  </a:lnTo>
                  <a:lnTo>
                    <a:pt x="5506227" y="1999805"/>
                  </a:lnTo>
                  <a:lnTo>
                    <a:pt x="5507072" y="1954163"/>
                  </a:lnTo>
                  <a:lnTo>
                    <a:pt x="5507917" y="1951850"/>
                  </a:lnTo>
                  <a:lnTo>
                    <a:pt x="5508762" y="1952481"/>
                  </a:lnTo>
                  <a:lnTo>
                    <a:pt x="5509607" y="1942806"/>
                  </a:lnTo>
                  <a:lnTo>
                    <a:pt x="5510452" y="1952480"/>
                  </a:lnTo>
                  <a:lnTo>
                    <a:pt x="5511297" y="1977510"/>
                  </a:lnTo>
                  <a:lnTo>
                    <a:pt x="5512142" y="1932079"/>
                  </a:lnTo>
                  <a:lnTo>
                    <a:pt x="5512987" y="1949536"/>
                  </a:lnTo>
                  <a:lnTo>
                    <a:pt x="5513832" y="1999805"/>
                  </a:lnTo>
                  <a:lnTo>
                    <a:pt x="5514678" y="2026516"/>
                  </a:lnTo>
                  <a:lnTo>
                    <a:pt x="5515523" y="2021258"/>
                  </a:lnTo>
                  <a:lnTo>
                    <a:pt x="5516368" y="2035350"/>
                  </a:lnTo>
                  <a:lnTo>
                    <a:pt x="5517213" y="2000646"/>
                  </a:lnTo>
                  <a:lnTo>
                    <a:pt x="5518058" y="1900530"/>
                  </a:lnTo>
                  <a:lnTo>
                    <a:pt x="5518903" y="1913991"/>
                  </a:lnTo>
                  <a:lnTo>
                    <a:pt x="5519748" y="1848789"/>
                  </a:lnTo>
                  <a:lnTo>
                    <a:pt x="5520593" y="1889593"/>
                  </a:lnTo>
                  <a:lnTo>
                    <a:pt x="5521438" y="1990340"/>
                  </a:lnTo>
                  <a:lnTo>
                    <a:pt x="5522283" y="2038505"/>
                  </a:lnTo>
                  <a:lnTo>
                    <a:pt x="5523128" y="2047549"/>
                  </a:lnTo>
                  <a:lnTo>
                    <a:pt x="5523974" y="2029882"/>
                  </a:lnTo>
                  <a:lnTo>
                    <a:pt x="5524819" y="2049442"/>
                  </a:lnTo>
                  <a:lnTo>
                    <a:pt x="5525664" y="2025465"/>
                  </a:lnTo>
                  <a:lnTo>
                    <a:pt x="5526509" y="2009901"/>
                  </a:lnTo>
                  <a:lnTo>
                    <a:pt x="5527354" y="1876762"/>
                  </a:lnTo>
                  <a:lnTo>
                    <a:pt x="5528199" y="1785480"/>
                  </a:lnTo>
                  <a:lnTo>
                    <a:pt x="5529044" y="1749514"/>
                  </a:lnTo>
                  <a:lnTo>
                    <a:pt x="5529889" y="1889593"/>
                  </a:lnTo>
                  <a:lnTo>
                    <a:pt x="5530734" y="1937127"/>
                  </a:lnTo>
                  <a:lnTo>
                    <a:pt x="5531579" y="1844162"/>
                  </a:lnTo>
                  <a:lnTo>
                    <a:pt x="5532424" y="1648976"/>
                  </a:lnTo>
                  <a:lnTo>
                    <a:pt x="5533270" y="1672533"/>
                  </a:lnTo>
                  <a:lnTo>
                    <a:pt x="5534115" y="1898847"/>
                  </a:lnTo>
                  <a:lnTo>
                    <a:pt x="5534960" y="1965311"/>
                  </a:lnTo>
                  <a:lnTo>
                    <a:pt x="5535805" y="1976038"/>
                  </a:lnTo>
                  <a:lnTo>
                    <a:pt x="5536650" y="1979193"/>
                  </a:lnTo>
                  <a:lnTo>
                    <a:pt x="5537495" y="2010952"/>
                  </a:lnTo>
                  <a:lnTo>
                    <a:pt x="5538340" y="2020207"/>
                  </a:lnTo>
                  <a:lnTo>
                    <a:pt x="5539185" y="2075102"/>
                  </a:lnTo>
                  <a:lnTo>
                    <a:pt x="5540030" y="2103286"/>
                  </a:lnTo>
                  <a:lnTo>
                    <a:pt x="5540030" y="2103286"/>
                  </a:lnTo>
                  <a:lnTo>
                    <a:pt x="5540875" y="2103286"/>
                  </a:lnTo>
                  <a:lnTo>
                    <a:pt x="5541720" y="2103286"/>
                  </a:lnTo>
                  <a:lnTo>
                    <a:pt x="5542566" y="2103286"/>
                  </a:lnTo>
                  <a:lnTo>
                    <a:pt x="5543411" y="2103286"/>
                  </a:lnTo>
                  <a:lnTo>
                    <a:pt x="5544256" y="1968255"/>
                  </a:lnTo>
                  <a:lnTo>
                    <a:pt x="5545101" y="1784638"/>
                  </a:lnTo>
                  <a:lnTo>
                    <a:pt x="5545946" y="1763395"/>
                  </a:lnTo>
                  <a:lnTo>
                    <a:pt x="5546791" y="1943647"/>
                  </a:lnTo>
                  <a:lnTo>
                    <a:pt x="5547636" y="1957529"/>
                  </a:lnTo>
                  <a:lnTo>
                    <a:pt x="5548481" y="1973093"/>
                  </a:lnTo>
                  <a:lnTo>
                    <a:pt x="5549326" y="1955005"/>
                  </a:lnTo>
                  <a:lnTo>
                    <a:pt x="5550171" y="1934392"/>
                  </a:lnTo>
                  <a:lnTo>
                    <a:pt x="5551016" y="1962366"/>
                  </a:lnTo>
                  <a:lnTo>
                    <a:pt x="5551862" y="1937127"/>
                  </a:lnTo>
                  <a:lnTo>
                    <a:pt x="5552707" y="1937758"/>
                  </a:lnTo>
                  <a:lnTo>
                    <a:pt x="5553552" y="1901792"/>
                  </a:lnTo>
                  <a:lnTo>
                    <a:pt x="5554397" y="1871504"/>
                  </a:lnTo>
                  <a:lnTo>
                    <a:pt x="5555242" y="1760451"/>
                  </a:lnTo>
                  <a:lnTo>
                    <a:pt x="5556087" y="1778749"/>
                  </a:lnTo>
                  <a:lnTo>
                    <a:pt x="5556932" y="1813453"/>
                  </a:lnTo>
                  <a:lnTo>
                    <a:pt x="5557777" y="1919459"/>
                  </a:lnTo>
                  <a:lnTo>
                    <a:pt x="5558622" y="1921773"/>
                  </a:lnTo>
                  <a:lnTo>
                    <a:pt x="5559467" y="2001277"/>
                  </a:lnTo>
                  <a:lnTo>
                    <a:pt x="5560313" y="2029882"/>
                  </a:lnTo>
                  <a:lnTo>
                    <a:pt x="5561158" y="1965101"/>
                  </a:lnTo>
                  <a:lnTo>
                    <a:pt x="5562003" y="1908943"/>
                  </a:lnTo>
                  <a:lnTo>
                    <a:pt x="5562848" y="1830069"/>
                  </a:lnTo>
                  <a:lnTo>
                    <a:pt x="5563693" y="1892958"/>
                  </a:lnTo>
                  <a:lnTo>
                    <a:pt x="5564538" y="1889593"/>
                  </a:lnTo>
                  <a:lnTo>
                    <a:pt x="5565383" y="1808405"/>
                  </a:lnTo>
                  <a:lnTo>
                    <a:pt x="5566228" y="1826704"/>
                  </a:lnTo>
                  <a:lnTo>
                    <a:pt x="5567073" y="1925558"/>
                  </a:lnTo>
                  <a:lnTo>
                    <a:pt x="5567918" y="1981506"/>
                  </a:lnTo>
                  <a:lnTo>
                    <a:pt x="5568763" y="1972041"/>
                  </a:lnTo>
                  <a:lnTo>
                    <a:pt x="5569609" y="2010111"/>
                  </a:lnTo>
                  <a:lnTo>
                    <a:pt x="5570454" y="2024834"/>
                  </a:lnTo>
                  <a:lnTo>
                    <a:pt x="5571299" y="2019155"/>
                  </a:lnTo>
                  <a:lnTo>
                    <a:pt x="5572144" y="2020838"/>
                  </a:lnTo>
                  <a:lnTo>
                    <a:pt x="5572989" y="2058697"/>
                  </a:lnTo>
                  <a:lnTo>
                    <a:pt x="5573834" y="2050073"/>
                  </a:lnTo>
                  <a:lnTo>
                    <a:pt x="5574679" y="1947222"/>
                  </a:lnTo>
                  <a:lnTo>
                    <a:pt x="5575524" y="1720698"/>
                  </a:lnTo>
                  <a:lnTo>
                    <a:pt x="5576369" y="1545705"/>
                  </a:lnTo>
                  <a:lnTo>
                    <a:pt x="5577214" y="1555801"/>
                  </a:lnTo>
                  <a:lnTo>
                    <a:pt x="5578059" y="1785269"/>
                  </a:lnTo>
                  <a:lnTo>
                    <a:pt x="5578905" y="1980875"/>
                  </a:lnTo>
                  <a:lnTo>
                    <a:pt x="5579750" y="2062693"/>
                  </a:lnTo>
                  <a:lnTo>
                    <a:pt x="5580595" y="2051756"/>
                  </a:lnTo>
                  <a:lnTo>
                    <a:pt x="5581440" y="2008428"/>
                  </a:lnTo>
                  <a:lnTo>
                    <a:pt x="5582285" y="1989288"/>
                  </a:lnTo>
                  <a:lnTo>
                    <a:pt x="5583130" y="2007376"/>
                  </a:lnTo>
                  <a:lnTo>
                    <a:pt x="5583975" y="2050704"/>
                  </a:lnTo>
                  <a:lnTo>
                    <a:pt x="5584820" y="2043763"/>
                  </a:lnTo>
                  <a:lnTo>
                    <a:pt x="5585665" y="1964680"/>
                  </a:lnTo>
                  <a:lnTo>
                    <a:pt x="5586510" y="1857201"/>
                  </a:lnTo>
                  <a:lnTo>
                    <a:pt x="5587355" y="1777066"/>
                  </a:lnTo>
                  <a:lnTo>
                    <a:pt x="5588201" y="1722381"/>
                  </a:lnTo>
                  <a:lnTo>
                    <a:pt x="5589046" y="1849420"/>
                  </a:lnTo>
                  <a:lnTo>
                    <a:pt x="5589891" y="2025465"/>
                  </a:lnTo>
                  <a:lnTo>
                    <a:pt x="5590736" y="2059748"/>
                  </a:lnTo>
                  <a:lnTo>
                    <a:pt x="5591581" y="2004642"/>
                  </a:lnTo>
                  <a:lnTo>
                    <a:pt x="5592426" y="1860778"/>
                  </a:lnTo>
                  <a:lnTo>
                    <a:pt x="5593271" y="1790949"/>
                  </a:lnTo>
                  <a:lnTo>
                    <a:pt x="5594116" y="1800203"/>
                  </a:lnTo>
                  <a:lnTo>
                    <a:pt x="5594961" y="1727219"/>
                  </a:lnTo>
                  <a:lnTo>
                    <a:pt x="5595806" y="1724065"/>
                  </a:lnTo>
                  <a:lnTo>
                    <a:pt x="5596651" y="1899478"/>
                  </a:lnTo>
                  <a:lnTo>
                    <a:pt x="5597497" y="2055963"/>
                  </a:lnTo>
                  <a:lnTo>
                    <a:pt x="5598342" y="2061221"/>
                  </a:lnTo>
                  <a:lnTo>
                    <a:pt x="5599187" y="2058697"/>
                  </a:lnTo>
                  <a:lnTo>
                    <a:pt x="5600032" y="1930396"/>
                  </a:lnTo>
                  <a:lnTo>
                    <a:pt x="5600877" y="1775384"/>
                  </a:lnTo>
                  <a:lnTo>
                    <a:pt x="5601722" y="1811139"/>
                  </a:lnTo>
                  <a:lnTo>
                    <a:pt x="5602567" y="1986765"/>
                  </a:lnTo>
                  <a:lnTo>
                    <a:pt x="5603412" y="2046287"/>
                  </a:lnTo>
                  <a:lnTo>
                    <a:pt x="5604257" y="1928083"/>
                  </a:lnTo>
                  <a:lnTo>
                    <a:pt x="5605102" y="1827335"/>
                  </a:lnTo>
                  <a:lnTo>
                    <a:pt x="5605947" y="1879707"/>
                  </a:lnTo>
                  <a:lnTo>
                    <a:pt x="5606793" y="1959211"/>
                  </a:lnTo>
                  <a:lnTo>
                    <a:pt x="5607638" y="1902002"/>
                  </a:lnTo>
                  <a:lnTo>
                    <a:pt x="5608483" y="1849630"/>
                  </a:lnTo>
                  <a:lnTo>
                    <a:pt x="5609328" y="1785901"/>
                  </a:lnTo>
                  <a:lnTo>
                    <a:pt x="5610173" y="1832383"/>
                  </a:lnTo>
                  <a:lnTo>
                    <a:pt x="5611018" y="1878235"/>
                  </a:lnTo>
                  <a:lnTo>
                    <a:pt x="5611863" y="1910625"/>
                  </a:lnTo>
                  <a:lnTo>
                    <a:pt x="5612708" y="1862881"/>
                  </a:lnTo>
                  <a:lnTo>
                    <a:pt x="5613553" y="1865825"/>
                  </a:lnTo>
                  <a:lnTo>
                    <a:pt x="5614398" y="1932500"/>
                  </a:lnTo>
                  <a:lnTo>
                    <a:pt x="5615243" y="1967624"/>
                  </a:lnTo>
                  <a:lnTo>
                    <a:pt x="5616089" y="1871504"/>
                  </a:lnTo>
                  <a:lnTo>
                    <a:pt x="5616934" y="1870874"/>
                  </a:lnTo>
                  <a:lnTo>
                    <a:pt x="5617779" y="1943857"/>
                  </a:lnTo>
                  <a:lnTo>
                    <a:pt x="5618624" y="1889172"/>
                  </a:lnTo>
                  <a:lnTo>
                    <a:pt x="5619469" y="1772229"/>
                  </a:lnTo>
                  <a:lnTo>
                    <a:pt x="5620314" y="1696301"/>
                  </a:lnTo>
                  <a:lnTo>
                    <a:pt x="5621159" y="1868980"/>
                  </a:lnTo>
                  <a:lnTo>
                    <a:pt x="5622004" y="2000226"/>
                  </a:lnTo>
                  <a:lnTo>
                    <a:pt x="5622849" y="1941965"/>
                  </a:lnTo>
                  <a:lnTo>
                    <a:pt x="5623694" y="1843740"/>
                  </a:lnTo>
                  <a:lnTo>
                    <a:pt x="5624540" y="1885176"/>
                  </a:lnTo>
                  <a:lnTo>
                    <a:pt x="5625385" y="2023782"/>
                  </a:lnTo>
                  <a:lnTo>
                    <a:pt x="5626230" y="2015369"/>
                  </a:lnTo>
                  <a:lnTo>
                    <a:pt x="5627075" y="1897375"/>
                  </a:lnTo>
                  <a:lnTo>
                    <a:pt x="5627920" y="1715861"/>
                  </a:lnTo>
                  <a:lnTo>
                    <a:pt x="5628765" y="1604807"/>
                  </a:lnTo>
                  <a:lnTo>
                    <a:pt x="5629610" y="1749935"/>
                  </a:lnTo>
                  <a:lnTo>
                    <a:pt x="5630455" y="1924297"/>
                  </a:lnTo>
                  <a:lnTo>
                    <a:pt x="5631300" y="1977089"/>
                  </a:lnTo>
                  <a:lnTo>
                    <a:pt x="5632145" y="1916515"/>
                  </a:lnTo>
                  <a:lnTo>
                    <a:pt x="5632990" y="1809037"/>
                  </a:lnTo>
                  <a:lnTo>
                    <a:pt x="5633836" y="1691674"/>
                  </a:lnTo>
                  <a:lnTo>
                    <a:pt x="5634681" y="1707238"/>
                  </a:lnTo>
                  <a:lnTo>
                    <a:pt x="5635526" y="1883493"/>
                  </a:lnTo>
                  <a:lnTo>
                    <a:pt x="5636371" y="1937127"/>
                  </a:lnTo>
                  <a:lnTo>
                    <a:pt x="5637216" y="1979193"/>
                  </a:lnTo>
                  <a:lnTo>
                    <a:pt x="5638061" y="1875080"/>
                  </a:lnTo>
                  <a:lnTo>
                    <a:pt x="5638906" y="1822497"/>
                  </a:lnTo>
                  <a:lnTo>
                    <a:pt x="5639751" y="1884334"/>
                  </a:lnTo>
                  <a:lnTo>
                    <a:pt x="5640596" y="1995388"/>
                  </a:lnTo>
                  <a:lnTo>
                    <a:pt x="5641441" y="1919248"/>
                  </a:lnTo>
                  <a:lnTo>
                    <a:pt x="5642286" y="1731847"/>
                  </a:lnTo>
                  <a:lnTo>
                    <a:pt x="5643132" y="1534977"/>
                  </a:lnTo>
                  <a:lnTo>
                    <a:pt x="5643977" y="1674006"/>
                  </a:lnTo>
                  <a:lnTo>
                    <a:pt x="5644822" y="1809878"/>
                  </a:lnTo>
                  <a:lnTo>
                    <a:pt x="5645667" y="1877393"/>
                  </a:lnTo>
                  <a:lnTo>
                    <a:pt x="5646512" y="1917356"/>
                  </a:lnTo>
                  <a:lnTo>
                    <a:pt x="5647357" y="1893589"/>
                  </a:lnTo>
                  <a:lnTo>
                    <a:pt x="5648202" y="1924717"/>
                  </a:lnTo>
                  <a:lnTo>
                    <a:pt x="5649047" y="1937547"/>
                  </a:lnTo>
                  <a:lnTo>
                    <a:pt x="5649892" y="1999384"/>
                  </a:lnTo>
                  <a:lnTo>
                    <a:pt x="5650737" y="1983189"/>
                  </a:lnTo>
                  <a:lnTo>
                    <a:pt x="5651582" y="1959842"/>
                  </a:lnTo>
                  <a:lnTo>
                    <a:pt x="5652428" y="1917566"/>
                  </a:lnTo>
                  <a:lnTo>
                    <a:pt x="5653273" y="1885597"/>
                  </a:lnTo>
                  <a:lnTo>
                    <a:pt x="5654118" y="1898426"/>
                  </a:lnTo>
                  <a:lnTo>
                    <a:pt x="5654963" y="1940071"/>
                  </a:lnTo>
                  <a:lnTo>
                    <a:pt x="5655808" y="1921773"/>
                  </a:lnTo>
                  <a:lnTo>
                    <a:pt x="5656653" y="1942385"/>
                  </a:lnTo>
                  <a:lnTo>
                    <a:pt x="5657498" y="1937758"/>
                  </a:lnTo>
                  <a:lnTo>
                    <a:pt x="5658343" y="1952060"/>
                  </a:lnTo>
                  <a:lnTo>
                    <a:pt x="5659188" y="1979193"/>
                  </a:lnTo>
                  <a:lnTo>
                    <a:pt x="5660033" y="1964049"/>
                  </a:lnTo>
                  <a:lnTo>
                    <a:pt x="5660878" y="2019155"/>
                  </a:lnTo>
                  <a:lnTo>
                    <a:pt x="5661724" y="2042712"/>
                  </a:lnTo>
                  <a:lnTo>
                    <a:pt x="5662569" y="2060800"/>
                  </a:lnTo>
                  <a:lnTo>
                    <a:pt x="5663414" y="1993916"/>
                  </a:lnTo>
                  <a:lnTo>
                    <a:pt x="5664259" y="1879918"/>
                  </a:lnTo>
                  <a:lnTo>
                    <a:pt x="5665104" y="1857623"/>
                  </a:lnTo>
                  <a:lnTo>
                    <a:pt x="5665949" y="1864353"/>
                  </a:lnTo>
                  <a:lnTo>
                    <a:pt x="5666794" y="1837431"/>
                  </a:lnTo>
                  <a:lnTo>
                    <a:pt x="5667639" y="1839113"/>
                  </a:lnTo>
                  <a:lnTo>
                    <a:pt x="5668484" y="1911046"/>
                  </a:lnTo>
                  <a:lnTo>
                    <a:pt x="5669329" y="2028830"/>
                  </a:lnTo>
                  <a:lnTo>
                    <a:pt x="5670174" y="2092980"/>
                  </a:lnTo>
                  <a:lnTo>
                    <a:pt x="5671020" y="2046708"/>
                  </a:lnTo>
                  <a:lnTo>
                    <a:pt x="5671865" y="1977720"/>
                  </a:lnTo>
                  <a:lnTo>
                    <a:pt x="5672710" y="1990761"/>
                  </a:lnTo>
                  <a:lnTo>
                    <a:pt x="5673555" y="2032616"/>
                  </a:lnTo>
                  <a:lnTo>
                    <a:pt x="5674400" y="2049442"/>
                  </a:lnTo>
                  <a:lnTo>
                    <a:pt x="5675245" y="2047549"/>
                  </a:lnTo>
                  <a:lnTo>
                    <a:pt x="5676090" y="2014949"/>
                  </a:lnTo>
                  <a:lnTo>
                    <a:pt x="5676935" y="1987606"/>
                  </a:lnTo>
                  <a:lnTo>
                    <a:pt x="5677780" y="1787373"/>
                  </a:lnTo>
                  <a:lnTo>
                    <a:pt x="5678625" y="1749514"/>
                  </a:lnTo>
                  <a:lnTo>
                    <a:pt x="5679470" y="1818922"/>
                  </a:lnTo>
                  <a:lnTo>
                    <a:pt x="5680316" y="2029040"/>
                  </a:lnTo>
                  <a:lnTo>
                    <a:pt x="5681161" y="1985713"/>
                  </a:lnTo>
                  <a:lnTo>
                    <a:pt x="5682006" y="1954794"/>
                  </a:lnTo>
                  <a:lnTo>
                    <a:pt x="5682851" y="1914201"/>
                  </a:lnTo>
                  <a:lnTo>
                    <a:pt x="5683696" y="1831962"/>
                  </a:lnTo>
                  <a:lnTo>
                    <a:pt x="5684541" y="1793052"/>
                  </a:lnTo>
                  <a:lnTo>
                    <a:pt x="5685386" y="1843110"/>
                  </a:lnTo>
                  <a:lnTo>
                    <a:pt x="5686231" y="1858885"/>
                  </a:lnTo>
                  <a:lnTo>
                    <a:pt x="5687076" y="1887489"/>
                  </a:lnTo>
                  <a:lnTo>
                    <a:pt x="5687921" y="1985713"/>
                  </a:lnTo>
                  <a:lnTo>
                    <a:pt x="5688767" y="2004642"/>
                  </a:lnTo>
                  <a:lnTo>
                    <a:pt x="5689612" y="2015369"/>
                  </a:lnTo>
                  <a:lnTo>
                    <a:pt x="5690457" y="1981085"/>
                  </a:lnTo>
                  <a:lnTo>
                    <a:pt x="5691302" y="1862670"/>
                  </a:lnTo>
                  <a:lnTo>
                    <a:pt x="5692147" y="1811350"/>
                  </a:lnTo>
                  <a:lnTo>
                    <a:pt x="5692992" y="1848368"/>
                  </a:lnTo>
                  <a:lnTo>
                    <a:pt x="5693837" y="1882441"/>
                  </a:lnTo>
                  <a:lnTo>
                    <a:pt x="5694682" y="1868560"/>
                  </a:lnTo>
                  <a:lnTo>
                    <a:pt x="5695527" y="1965100"/>
                  </a:lnTo>
                  <a:lnTo>
                    <a:pt x="5696372" y="2000856"/>
                  </a:lnTo>
                  <a:lnTo>
                    <a:pt x="5697217" y="1954163"/>
                  </a:lnTo>
                  <a:lnTo>
                    <a:pt x="5698063" y="1998543"/>
                  </a:lnTo>
                  <a:lnTo>
                    <a:pt x="5698908" y="2004011"/>
                  </a:lnTo>
                  <a:lnTo>
                    <a:pt x="5699753" y="2019155"/>
                  </a:lnTo>
                  <a:lnTo>
                    <a:pt x="5700598" y="2001067"/>
                  </a:lnTo>
                  <a:lnTo>
                    <a:pt x="5701443" y="2041660"/>
                  </a:lnTo>
                  <a:lnTo>
                    <a:pt x="5702288" y="2025465"/>
                  </a:lnTo>
                  <a:lnTo>
                    <a:pt x="5703133" y="1943226"/>
                  </a:lnTo>
                  <a:lnTo>
                    <a:pt x="5703978" y="1901371"/>
                  </a:lnTo>
                  <a:lnTo>
                    <a:pt x="5704823" y="1993285"/>
                  </a:lnTo>
                  <a:lnTo>
                    <a:pt x="5705668" y="2027989"/>
                  </a:lnTo>
                  <a:lnTo>
                    <a:pt x="5706513" y="1977930"/>
                  </a:lnTo>
                  <a:lnTo>
                    <a:pt x="5707359" y="1922193"/>
                  </a:lnTo>
                  <a:lnTo>
                    <a:pt x="5708204" y="1973093"/>
                  </a:lnTo>
                  <a:lnTo>
                    <a:pt x="5709049" y="2063955"/>
                  </a:lnTo>
                  <a:lnTo>
                    <a:pt x="5709894" y="2061221"/>
                  </a:lnTo>
                  <a:lnTo>
                    <a:pt x="5710739" y="2061221"/>
                  </a:lnTo>
                  <a:lnTo>
                    <a:pt x="5711584" y="2098870"/>
                  </a:lnTo>
                  <a:lnTo>
                    <a:pt x="5712429" y="2056173"/>
                  </a:lnTo>
                  <a:lnTo>
                    <a:pt x="5713274" y="2002749"/>
                  </a:lnTo>
                  <a:lnTo>
                    <a:pt x="5714119" y="1945750"/>
                  </a:lnTo>
                  <a:lnTo>
                    <a:pt x="5714964" y="1984451"/>
                  </a:lnTo>
                  <a:lnTo>
                    <a:pt x="5715809" y="1919669"/>
                  </a:lnTo>
                  <a:lnTo>
                    <a:pt x="5716655" y="1917356"/>
                  </a:lnTo>
                  <a:lnTo>
                    <a:pt x="5717500" y="1953743"/>
                  </a:lnTo>
                  <a:lnTo>
                    <a:pt x="5718345" y="1917566"/>
                  </a:lnTo>
                  <a:lnTo>
                    <a:pt x="5719190" y="1851733"/>
                  </a:lnTo>
                  <a:lnTo>
                    <a:pt x="5720035" y="1864564"/>
                  </a:lnTo>
                  <a:lnTo>
                    <a:pt x="5720880" y="1920721"/>
                  </a:lnTo>
                  <a:lnTo>
                    <a:pt x="5721725" y="1928503"/>
                  </a:lnTo>
                  <a:lnTo>
                    <a:pt x="5722570" y="1832173"/>
                  </a:lnTo>
                  <a:lnTo>
                    <a:pt x="5723415" y="1831120"/>
                  </a:lnTo>
                  <a:lnTo>
                    <a:pt x="5724260" y="1866036"/>
                  </a:lnTo>
                  <a:lnTo>
                    <a:pt x="5725105" y="1915042"/>
                  </a:lnTo>
                  <a:lnTo>
                    <a:pt x="5725951" y="1907260"/>
                  </a:lnTo>
                  <a:lnTo>
                    <a:pt x="5726796" y="1900109"/>
                  </a:lnTo>
                  <a:lnTo>
                    <a:pt x="5727641" y="1935234"/>
                  </a:lnTo>
                  <a:lnTo>
                    <a:pt x="5728486" y="1930817"/>
                  </a:lnTo>
                  <a:lnTo>
                    <a:pt x="5729331" y="1874028"/>
                  </a:lnTo>
                  <a:lnTo>
                    <a:pt x="5730176" y="1853837"/>
                  </a:lnTo>
                  <a:lnTo>
                    <a:pt x="5731021" y="1955004"/>
                  </a:lnTo>
                  <a:lnTo>
                    <a:pt x="5731866" y="1947433"/>
                  </a:lnTo>
                  <a:lnTo>
                    <a:pt x="5732711" y="1847947"/>
                  </a:lnTo>
                  <a:lnTo>
                    <a:pt x="5733556" y="1814295"/>
                  </a:lnTo>
                  <a:lnTo>
                    <a:pt x="5734401" y="1834066"/>
                  </a:lnTo>
                  <a:lnTo>
                    <a:pt x="5735247" y="1884335"/>
                  </a:lnTo>
                  <a:lnTo>
                    <a:pt x="5736092" y="1888120"/>
                  </a:lnTo>
                  <a:lnTo>
                    <a:pt x="5736937" y="1811771"/>
                  </a:lnTo>
                  <a:lnTo>
                    <a:pt x="5737782" y="1833014"/>
                  </a:lnTo>
                  <a:lnTo>
                    <a:pt x="5738627" y="1913991"/>
                  </a:lnTo>
                  <a:lnTo>
                    <a:pt x="5739472" y="1983399"/>
                  </a:lnTo>
                  <a:lnTo>
                    <a:pt x="5740317" y="2022310"/>
                  </a:lnTo>
                  <a:lnTo>
                    <a:pt x="5741162" y="1986133"/>
                  </a:lnTo>
                  <a:lnTo>
                    <a:pt x="5742007" y="1984661"/>
                  </a:lnTo>
                  <a:lnTo>
                    <a:pt x="5742852" y="2007377"/>
                  </a:lnTo>
                  <a:lnTo>
                    <a:pt x="5743697" y="1935023"/>
                  </a:lnTo>
                  <a:lnTo>
                    <a:pt x="5744543" y="1935234"/>
                  </a:lnTo>
                  <a:lnTo>
                    <a:pt x="5745388" y="1988447"/>
                  </a:lnTo>
                  <a:lnTo>
                    <a:pt x="5746233" y="1944909"/>
                  </a:lnTo>
                  <a:lnTo>
                    <a:pt x="5747078" y="1861198"/>
                  </a:lnTo>
                  <a:lnTo>
                    <a:pt x="5747923" y="1905788"/>
                  </a:lnTo>
                  <a:lnTo>
                    <a:pt x="5748768" y="1960684"/>
                  </a:lnTo>
                  <a:lnTo>
                    <a:pt x="5749613" y="1977089"/>
                  </a:lnTo>
                  <a:lnTo>
                    <a:pt x="5750458" y="1984030"/>
                  </a:lnTo>
                  <a:lnTo>
                    <a:pt x="5751303" y="1996439"/>
                  </a:lnTo>
                  <a:lnTo>
                    <a:pt x="5752148" y="1970569"/>
                  </a:lnTo>
                  <a:lnTo>
                    <a:pt x="5752994" y="1925138"/>
                  </a:lnTo>
                  <a:lnTo>
                    <a:pt x="5753839" y="1896534"/>
                  </a:lnTo>
                  <a:lnTo>
                    <a:pt x="5754684" y="1948274"/>
                  </a:lnTo>
                  <a:lnTo>
                    <a:pt x="5755529" y="2005273"/>
                  </a:lnTo>
                  <a:lnTo>
                    <a:pt x="5756374" y="2009270"/>
                  </a:lnTo>
                  <a:lnTo>
                    <a:pt x="5757219" y="2006115"/>
                  </a:lnTo>
                  <a:lnTo>
                    <a:pt x="5758064" y="2016841"/>
                  </a:lnTo>
                  <a:lnTo>
                    <a:pt x="5758909" y="1923455"/>
                  </a:lnTo>
                  <a:lnTo>
                    <a:pt x="5759754" y="1836379"/>
                  </a:lnTo>
                  <a:lnTo>
                    <a:pt x="5760599" y="1785480"/>
                  </a:lnTo>
                  <a:lnTo>
                    <a:pt x="5761444" y="1817029"/>
                  </a:lnTo>
                  <a:lnTo>
                    <a:pt x="5762290" y="1837221"/>
                  </a:lnTo>
                  <a:lnTo>
                    <a:pt x="5763135" y="1814505"/>
                  </a:lnTo>
                  <a:lnTo>
                    <a:pt x="5763980" y="1861829"/>
                  </a:lnTo>
                  <a:lnTo>
                    <a:pt x="5764825" y="2053228"/>
                  </a:lnTo>
                  <a:lnTo>
                    <a:pt x="5765670" y="1975617"/>
                  </a:lnTo>
                  <a:lnTo>
                    <a:pt x="5766515" y="1865826"/>
                  </a:lnTo>
                  <a:lnTo>
                    <a:pt x="5767360" y="1798310"/>
                  </a:lnTo>
                  <a:lnTo>
                    <a:pt x="5768205" y="1860988"/>
                  </a:lnTo>
                  <a:lnTo>
                    <a:pt x="5769050" y="1928713"/>
                  </a:lnTo>
                  <a:lnTo>
                    <a:pt x="5769895" y="1976248"/>
                  </a:lnTo>
                  <a:lnTo>
                    <a:pt x="5770740" y="1972041"/>
                  </a:lnTo>
                  <a:lnTo>
                    <a:pt x="5771586" y="1976669"/>
                  </a:lnTo>
                  <a:lnTo>
                    <a:pt x="5772431" y="2000015"/>
                  </a:lnTo>
                  <a:lnTo>
                    <a:pt x="5773276" y="2024413"/>
                  </a:lnTo>
                  <a:lnTo>
                    <a:pt x="5774121" y="2063534"/>
                  </a:lnTo>
                  <a:lnTo>
                    <a:pt x="5774966" y="1946381"/>
                  </a:lnTo>
                  <a:lnTo>
                    <a:pt x="5775811" y="1808826"/>
                  </a:lnTo>
                  <a:lnTo>
                    <a:pt x="5776656" y="1847737"/>
                  </a:lnTo>
                  <a:lnTo>
                    <a:pt x="5777501" y="2002960"/>
                  </a:lnTo>
                  <a:lnTo>
                    <a:pt x="5778346" y="1985082"/>
                  </a:lnTo>
                  <a:lnTo>
                    <a:pt x="5779191" y="2002329"/>
                  </a:lnTo>
                  <a:lnTo>
                    <a:pt x="5780036" y="1945960"/>
                  </a:lnTo>
                  <a:lnTo>
                    <a:pt x="5780882" y="1878656"/>
                  </a:lnTo>
                  <a:lnTo>
                    <a:pt x="5781727" y="1866036"/>
                  </a:lnTo>
                  <a:lnTo>
                    <a:pt x="5782572" y="1902212"/>
                  </a:lnTo>
                  <a:lnTo>
                    <a:pt x="5783417" y="1992864"/>
                  </a:lnTo>
                  <a:lnTo>
                    <a:pt x="5784262" y="1970569"/>
                  </a:lnTo>
                  <a:lnTo>
                    <a:pt x="5785107" y="1883703"/>
                  </a:lnTo>
                  <a:lnTo>
                    <a:pt x="5785952" y="1839534"/>
                  </a:lnTo>
                  <a:lnTo>
                    <a:pt x="5786797" y="1753930"/>
                  </a:lnTo>
                  <a:lnTo>
                    <a:pt x="5787642" y="1811350"/>
                  </a:lnTo>
                  <a:lnTo>
                    <a:pt x="5788487" y="1861619"/>
                  </a:lnTo>
                  <a:lnTo>
                    <a:pt x="5789332" y="1913360"/>
                  </a:lnTo>
                  <a:lnTo>
                    <a:pt x="5790178" y="1807985"/>
                  </a:lnTo>
                  <a:lnTo>
                    <a:pt x="5791023" y="1667906"/>
                  </a:lnTo>
                  <a:lnTo>
                    <a:pt x="5791868" y="1777697"/>
                  </a:lnTo>
                  <a:lnTo>
                    <a:pt x="5792713" y="1900740"/>
                  </a:lnTo>
                  <a:lnTo>
                    <a:pt x="5793558" y="1963208"/>
                  </a:lnTo>
                  <a:lnTo>
                    <a:pt x="5794403" y="1972672"/>
                  </a:lnTo>
                  <a:lnTo>
                    <a:pt x="5795248" y="2029041"/>
                  </a:lnTo>
                  <a:lnTo>
                    <a:pt x="5796093" y="2093822"/>
                  </a:lnTo>
                  <a:lnTo>
                    <a:pt x="5796938" y="1989709"/>
                  </a:lnTo>
                  <a:lnTo>
                    <a:pt x="5797783" y="1977089"/>
                  </a:lnTo>
                  <a:lnTo>
                    <a:pt x="5798628" y="2009480"/>
                  </a:lnTo>
                  <a:lnTo>
                    <a:pt x="5799474" y="2019155"/>
                  </a:lnTo>
                  <a:lnTo>
                    <a:pt x="5800319" y="1918197"/>
                  </a:lnTo>
                  <a:lnTo>
                    <a:pt x="5801164" y="1953112"/>
                  </a:lnTo>
                  <a:lnTo>
                    <a:pt x="5802009" y="1988868"/>
                  </a:lnTo>
                  <a:lnTo>
                    <a:pt x="5802854" y="2061221"/>
                  </a:lnTo>
                  <a:lnTo>
                    <a:pt x="5803699" y="2061852"/>
                  </a:lnTo>
                  <a:lnTo>
                    <a:pt x="5804544" y="2006325"/>
                  </a:lnTo>
                  <a:lnTo>
                    <a:pt x="5805389" y="1918618"/>
                  </a:lnTo>
                  <a:lnTo>
                    <a:pt x="5806234" y="1907260"/>
                  </a:lnTo>
                  <a:lnTo>
                    <a:pt x="5807079" y="1993495"/>
                  </a:lnTo>
                  <a:lnTo>
                    <a:pt x="5807924" y="1978141"/>
                  </a:lnTo>
                  <a:lnTo>
                    <a:pt x="5808770" y="1865615"/>
                  </a:lnTo>
                  <a:lnTo>
                    <a:pt x="5809615" y="1824180"/>
                  </a:lnTo>
                  <a:lnTo>
                    <a:pt x="5810460" y="1869191"/>
                  </a:lnTo>
                  <a:lnTo>
                    <a:pt x="5811305" y="1888751"/>
                  </a:lnTo>
                  <a:lnTo>
                    <a:pt x="5812150" y="1735842"/>
                  </a:lnTo>
                  <a:lnTo>
                    <a:pt x="5812995" y="1742994"/>
                  </a:lnTo>
                  <a:lnTo>
                    <a:pt x="5813840" y="1841007"/>
                  </a:lnTo>
                  <a:lnTo>
                    <a:pt x="5814685" y="1904315"/>
                  </a:lnTo>
                  <a:lnTo>
                    <a:pt x="5815530" y="1914832"/>
                  </a:lnTo>
                  <a:lnTo>
                    <a:pt x="5816375" y="1840165"/>
                  </a:lnTo>
                  <a:lnTo>
                    <a:pt x="5817221" y="1759189"/>
                  </a:lnTo>
                  <a:lnTo>
                    <a:pt x="5818066" y="1768443"/>
                  </a:lnTo>
                  <a:lnTo>
                    <a:pt x="5818911" y="1842058"/>
                  </a:lnTo>
                  <a:lnTo>
                    <a:pt x="5819756" y="1883703"/>
                  </a:lnTo>
                  <a:lnTo>
                    <a:pt x="5820601" y="1909153"/>
                  </a:lnTo>
                  <a:lnTo>
                    <a:pt x="5821446" y="1918197"/>
                  </a:lnTo>
                  <a:lnTo>
                    <a:pt x="5822291" y="1791158"/>
                  </a:lnTo>
                  <a:lnTo>
                    <a:pt x="5823136" y="1857622"/>
                  </a:lnTo>
                  <a:lnTo>
                    <a:pt x="5823981" y="1900319"/>
                  </a:lnTo>
                  <a:lnTo>
                    <a:pt x="5824826" y="1936075"/>
                  </a:lnTo>
                  <a:lnTo>
                    <a:pt x="5825671" y="1912939"/>
                  </a:lnTo>
                  <a:lnTo>
                    <a:pt x="5826517" y="1893589"/>
                  </a:lnTo>
                  <a:lnTo>
                    <a:pt x="5827362" y="1879917"/>
                  </a:lnTo>
                  <a:lnTo>
                    <a:pt x="5828207" y="1899899"/>
                  </a:lnTo>
                  <a:lnTo>
                    <a:pt x="5829052" y="2001488"/>
                  </a:lnTo>
                  <a:lnTo>
                    <a:pt x="5829897" y="1914622"/>
                  </a:lnTo>
                  <a:lnTo>
                    <a:pt x="5830742" y="1892117"/>
                  </a:lnTo>
                  <a:lnTo>
                    <a:pt x="5831587" y="1907050"/>
                  </a:lnTo>
                  <a:lnTo>
                    <a:pt x="5832432" y="2061221"/>
                  </a:lnTo>
                  <a:lnTo>
                    <a:pt x="5833277" y="2066689"/>
                  </a:lnTo>
                  <a:lnTo>
                    <a:pt x="5834122" y="2050494"/>
                  </a:lnTo>
                  <a:lnTo>
                    <a:pt x="5834967" y="2008218"/>
                  </a:lnTo>
                  <a:lnTo>
                    <a:pt x="5835813" y="1962787"/>
                  </a:lnTo>
                  <a:lnTo>
                    <a:pt x="5836658" y="1865405"/>
                  </a:lnTo>
                  <a:lnTo>
                    <a:pt x="5837503" y="1807354"/>
                  </a:lnTo>
                  <a:lnTo>
                    <a:pt x="5838348" y="1907470"/>
                  </a:lnTo>
                  <a:lnTo>
                    <a:pt x="5839193" y="1927452"/>
                  </a:lnTo>
                  <a:lnTo>
                    <a:pt x="5840038" y="1882442"/>
                  </a:lnTo>
                  <a:lnTo>
                    <a:pt x="5840883" y="1807564"/>
                  </a:lnTo>
                  <a:lnTo>
                    <a:pt x="5841728" y="1679895"/>
                  </a:lnTo>
                  <a:lnTo>
                    <a:pt x="5842573" y="1491439"/>
                  </a:lnTo>
                  <a:lnTo>
                    <a:pt x="5843418" y="1490809"/>
                  </a:lnTo>
                  <a:lnTo>
                    <a:pt x="5844263" y="1671062"/>
                  </a:lnTo>
                  <a:lnTo>
                    <a:pt x="5845109" y="1719647"/>
                  </a:lnTo>
                  <a:lnTo>
                    <a:pt x="5845954" y="1789475"/>
                  </a:lnTo>
                  <a:lnTo>
                    <a:pt x="5846799" y="1802937"/>
                  </a:lnTo>
                  <a:lnTo>
                    <a:pt x="5847644" y="1720489"/>
                  </a:lnTo>
                  <a:lnTo>
                    <a:pt x="5848489" y="1709341"/>
                  </a:lnTo>
                  <a:lnTo>
                    <a:pt x="5849334" y="1869191"/>
                  </a:lnTo>
                  <a:lnTo>
                    <a:pt x="5850179" y="1905998"/>
                  </a:lnTo>
                  <a:lnTo>
                    <a:pt x="5851024" y="1776646"/>
                  </a:lnTo>
                  <a:lnTo>
                    <a:pt x="5851869" y="1759819"/>
                  </a:lnTo>
                  <a:lnTo>
                    <a:pt x="5852714" y="1889382"/>
                  </a:lnTo>
                  <a:lnTo>
                    <a:pt x="5853559" y="1992443"/>
                  </a:lnTo>
                  <a:lnTo>
                    <a:pt x="5854405" y="1978772"/>
                  </a:lnTo>
                  <a:lnTo>
                    <a:pt x="5855250" y="1927662"/>
                  </a:lnTo>
                  <a:lnTo>
                    <a:pt x="5856095" y="1945540"/>
                  </a:lnTo>
                  <a:lnTo>
                    <a:pt x="5856940" y="1844372"/>
                  </a:lnTo>
                  <a:lnTo>
                    <a:pt x="5857785" y="1855519"/>
                  </a:lnTo>
                  <a:lnTo>
                    <a:pt x="5858630" y="1930186"/>
                  </a:lnTo>
                  <a:lnTo>
                    <a:pt x="5859475" y="1890644"/>
                  </a:lnTo>
                  <a:lnTo>
                    <a:pt x="5860320" y="1784007"/>
                  </a:lnTo>
                  <a:lnTo>
                    <a:pt x="5861165" y="1811981"/>
                  </a:lnTo>
                  <a:lnTo>
                    <a:pt x="5862010" y="1989709"/>
                  </a:lnTo>
                  <a:lnTo>
                    <a:pt x="5862855" y="2032616"/>
                  </a:lnTo>
                  <a:lnTo>
                    <a:pt x="5863701" y="1945960"/>
                  </a:lnTo>
                  <a:lnTo>
                    <a:pt x="5864546" y="1899478"/>
                  </a:lnTo>
                  <a:lnTo>
                    <a:pt x="5865391" y="1908943"/>
                  </a:lnTo>
                  <a:lnTo>
                    <a:pt x="5866236" y="1895902"/>
                  </a:lnTo>
                  <a:lnTo>
                    <a:pt x="5867081" y="1937547"/>
                  </a:lnTo>
                  <a:lnTo>
                    <a:pt x="5867926" y="1948064"/>
                  </a:lnTo>
                  <a:lnTo>
                    <a:pt x="5868771" y="1943647"/>
                  </a:lnTo>
                  <a:lnTo>
                    <a:pt x="5869616" y="1973303"/>
                  </a:lnTo>
                  <a:lnTo>
                    <a:pt x="5870461" y="1889172"/>
                  </a:lnTo>
                  <a:lnTo>
                    <a:pt x="5871306" y="1832804"/>
                  </a:lnTo>
                  <a:lnTo>
                    <a:pt x="5872151" y="1785059"/>
                  </a:lnTo>
                  <a:lnTo>
                    <a:pt x="5872997" y="1909364"/>
                  </a:lnTo>
                  <a:lnTo>
                    <a:pt x="5873842" y="1895271"/>
                  </a:lnTo>
                  <a:lnTo>
                    <a:pt x="5874687" y="1930186"/>
                  </a:lnTo>
                  <a:lnTo>
                    <a:pt x="5875532" y="1801886"/>
                  </a:lnTo>
                  <a:lnTo>
                    <a:pt x="5876377" y="1707448"/>
                  </a:lnTo>
                  <a:lnTo>
                    <a:pt x="5877222" y="1766129"/>
                  </a:lnTo>
                  <a:lnTo>
                    <a:pt x="5878067" y="1821235"/>
                  </a:lnTo>
                  <a:lnTo>
                    <a:pt x="5878912" y="1757296"/>
                  </a:lnTo>
                  <a:lnTo>
                    <a:pt x="5879757" y="1689781"/>
                  </a:lnTo>
                  <a:lnTo>
                    <a:pt x="5880602" y="1693988"/>
                  </a:lnTo>
                  <a:lnTo>
                    <a:pt x="5881448" y="1757926"/>
                  </a:lnTo>
                  <a:lnTo>
                    <a:pt x="5882293" y="1781484"/>
                  </a:lnTo>
                  <a:lnTo>
                    <a:pt x="5883138" y="1797048"/>
                  </a:lnTo>
                  <a:lnTo>
                    <a:pt x="5883983" y="1822708"/>
                  </a:lnTo>
                  <a:lnTo>
                    <a:pt x="5884828" y="1916514"/>
                  </a:lnTo>
                  <a:lnTo>
                    <a:pt x="5885673" y="2037664"/>
                  </a:lnTo>
                  <a:lnTo>
                    <a:pt x="5886518" y="1986344"/>
                  </a:lnTo>
                  <a:lnTo>
                    <a:pt x="5887363" y="1896954"/>
                  </a:lnTo>
                  <a:lnTo>
                    <a:pt x="5888208" y="1815136"/>
                  </a:lnTo>
                  <a:lnTo>
                    <a:pt x="5889053" y="1888120"/>
                  </a:lnTo>
                  <a:lnTo>
                    <a:pt x="5889898" y="1957319"/>
                  </a:lnTo>
                  <a:lnTo>
                    <a:pt x="5890744" y="1890644"/>
                  </a:lnTo>
                  <a:lnTo>
                    <a:pt x="5891589" y="1793682"/>
                  </a:lnTo>
                  <a:lnTo>
                    <a:pt x="5892434" y="1766971"/>
                  </a:lnTo>
                  <a:lnTo>
                    <a:pt x="5893279" y="1933341"/>
                  </a:lnTo>
                  <a:lnTo>
                    <a:pt x="5894124" y="2026306"/>
                  </a:lnTo>
                  <a:lnTo>
                    <a:pt x="5894969" y="1964680"/>
                  </a:lnTo>
                  <a:lnTo>
                    <a:pt x="5895814" y="1888751"/>
                  </a:lnTo>
                  <a:lnTo>
                    <a:pt x="5896659" y="1863722"/>
                  </a:lnTo>
                  <a:lnTo>
                    <a:pt x="5897504" y="1966573"/>
                  </a:lnTo>
                  <a:lnTo>
                    <a:pt x="5898349" y="1948484"/>
                  </a:lnTo>
                  <a:lnTo>
                    <a:pt x="5899194" y="1976248"/>
                  </a:lnTo>
                  <a:lnTo>
                    <a:pt x="5900040" y="2035350"/>
                  </a:lnTo>
                  <a:lnTo>
                    <a:pt x="5900885" y="2039347"/>
                  </a:lnTo>
                  <a:lnTo>
                    <a:pt x="5901730" y="1978141"/>
                  </a:lnTo>
                  <a:lnTo>
                    <a:pt x="5902575" y="1978772"/>
                  </a:lnTo>
                  <a:lnTo>
                    <a:pt x="5903420" y="1908522"/>
                  </a:lnTo>
                  <a:lnTo>
                    <a:pt x="5904265" y="1799993"/>
                  </a:lnTo>
                  <a:lnTo>
                    <a:pt x="5905110" y="1721540"/>
                  </a:lnTo>
                  <a:lnTo>
                    <a:pt x="5905955" y="1855099"/>
                  </a:lnTo>
                  <a:lnTo>
                    <a:pt x="5906800" y="1876763"/>
                  </a:lnTo>
                  <a:lnTo>
                    <a:pt x="5907645" y="2013476"/>
                  </a:lnTo>
                  <a:lnTo>
                    <a:pt x="5908490" y="2048180"/>
                  </a:lnTo>
                  <a:lnTo>
                    <a:pt x="5909336" y="2028199"/>
                  </a:lnTo>
                  <a:lnTo>
                    <a:pt x="5910181" y="1968466"/>
                  </a:lnTo>
                  <a:lnTo>
                    <a:pt x="5911026" y="1947643"/>
                  </a:lnTo>
                  <a:lnTo>
                    <a:pt x="5911871" y="1947433"/>
                  </a:lnTo>
                  <a:lnTo>
                    <a:pt x="5912716" y="1939230"/>
                  </a:lnTo>
                  <a:lnTo>
                    <a:pt x="5913561" y="1934603"/>
                  </a:lnTo>
                  <a:lnTo>
                    <a:pt x="5914406" y="1974986"/>
                  </a:lnTo>
                  <a:lnTo>
                    <a:pt x="5915251" y="2043974"/>
                  </a:lnTo>
                  <a:lnTo>
                    <a:pt x="5916096" y="2063745"/>
                  </a:lnTo>
                  <a:lnTo>
                    <a:pt x="5916941" y="1979403"/>
                  </a:lnTo>
                  <a:lnTo>
                    <a:pt x="5917786" y="1845634"/>
                  </a:lnTo>
                  <a:lnTo>
                    <a:pt x="5918632" y="1754772"/>
                  </a:lnTo>
                  <a:lnTo>
                    <a:pt x="5919477" y="1792842"/>
                  </a:lnTo>
                  <a:lnTo>
                    <a:pt x="5920322" y="1755613"/>
                  </a:lnTo>
                  <a:lnTo>
                    <a:pt x="5921167" y="1751197"/>
                  </a:lnTo>
                  <a:lnTo>
                    <a:pt x="5922012" y="1772229"/>
                  </a:lnTo>
                  <a:lnTo>
                    <a:pt x="5922857" y="1880759"/>
                  </a:lnTo>
                  <a:lnTo>
                    <a:pt x="5923702" y="1938809"/>
                  </a:lnTo>
                  <a:lnTo>
                    <a:pt x="5924547" y="1974776"/>
                  </a:lnTo>
                  <a:lnTo>
                    <a:pt x="5925392" y="1890224"/>
                  </a:lnTo>
                  <a:lnTo>
                    <a:pt x="5926237" y="1888120"/>
                  </a:lnTo>
                  <a:lnTo>
                    <a:pt x="5927082" y="1738998"/>
                  </a:lnTo>
                  <a:lnTo>
                    <a:pt x="5927928" y="1705346"/>
                  </a:lnTo>
                  <a:lnTo>
                    <a:pt x="5928773" y="1745938"/>
                  </a:lnTo>
                  <a:lnTo>
                    <a:pt x="5929618" y="1896323"/>
                  </a:lnTo>
                  <a:lnTo>
                    <a:pt x="5930463" y="1838903"/>
                  </a:lnTo>
                  <a:lnTo>
                    <a:pt x="5931308" y="1770125"/>
                  </a:lnTo>
                  <a:lnTo>
                    <a:pt x="5932153" y="1652973"/>
                  </a:lnTo>
                  <a:lnTo>
                    <a:pt x="5932998" y="1782535"/>
                  </a:lnTo>
                  <a:lnTo>
                    <a:pt x="5933843" y="1904315"/>
                  </a:lnTo>
                  <a:lnTo>
                    <a:pt x="5934688" y="1913780"/>
                  </a:lnTo>
                  <a:lnTo>
                    <a:pt x="5935533" y="1891906"/>
                  </a:lnTo>
                  <a:lnTo>
                    <a:pt x="5936379" y="1868139"/>
                  </a:lnTo>
                  <a:lnTo>
                    <a:pt x="5937224" y="1822708"/>
                  </a:lnTo>
                  <a:lnTo>
                    <a:pt x="5938069" y="1798941"/>
                  </a:lnTo>
                  <a:lnTo>
                    <a:pt x="5938914" y="1672533"/>
                  </a:lnTo>
                  <a:lnTo>
                    <a:pt x="5939759" y="1725537"/>
                  </a:lnTo>
                  <a:lnTo>
                    <a:pt x="5940604" y="1745938"/>
                  </a:lnTo>
                  <a:lnTo>
                    <a:pt x="5941449" y="1889382"/>
                  </a:lnTo>
                  <a:lnTo>
                    <a:pt x="5942294" y="1983399"/>
                  </a:lnTo>
                  <a:lnTo>
                    <a:pt x="5943139" y="2031985"/>
                  </a:lnTo>
                  <a:lnTo>
                    <a:pt x="5943984" y="1933551"/>
                  </a:lnTo>
                  <a:lnTo>
                    <a:pt x="5944829" y="1932499"/>
                  </a:lnTo>
                  <a:lnTo>
                    <a:pt x="5945675" y="2018314"/>
                  </a:lnTo>
                  <a:lnTo>
                    <a:pt x="5946520" y="2027568"/>
                  </a:lnTo>
                  <a:lnTo>
                    <a:pt x="5947365" y="1929134"/>
                  </a:lnTo>
                  <a:lnTo>
                    <a:pt x="5948210" y="1903685"/>
                  </a:lnTo>
                  <a:lnTo>
                    <a:pt x="5949055" y="1897585"/>
                  </a:lnTo>
                  <a:lnTo>
                    <a:pt x="5949900" y="1795365"/>
                  </a:lnTo>
                  <a:lnTo>
                    <a:pt x="5950745" y="1794313"/>
                  </a:lnTo>
                  <a:lnTo>
                    <a:pt x="5951590" y="1883493"/>
                  </a:lnTo>
                  <a:lnTo>
                    <a:pt x="5952435" y="1960684"/>
                  </a:lnTo>
                  <a:lnTo>
                    <a:pt x="5953280" y="1754561"/>
                  </a:lnTo>
                  <a:lnTo>
                    <a:pt x="5954125" y="1724696"/>
                  </a:lnTo>
                  <a:lnTo>
                    <a:pt x="5954971" y="1807564"/>
                  </a:lnTo>
                  <a:lnTo>
                    <a:pt x="5955816" y="2012004"/>
                  </a:lnTo>
                  <a:lnTo>
                    <a:pt x="5956661" y="1959632"/>
                  </a:lnTo>
                  <a:lnTo>
                    <a:pt x="5957506" y="1917987"/>
                  </a:lnTo>
                  <a:lnTo>
                    <a:pt x="5958351" y="1874449"/>
                  </a:lnTo>
                  <a:lnTo>
                    <a:pt x="5959196" y="1920931"/>
                  </a:lnTo>
                  <a:lnTo>
                    <a:pt x="5960041" y="1948905"/>
                  </a:lnTo>
                  <a:lnTo>
                    <a:pt x="5960886" y="1985923"/>
                  </a:lnTo>
                  <a:lnTo>
                    <a:pt x="5961731" y="1904316"/>
                  </a:lnTo>
                  <a:lnTo>
                    <a:pt x="5962576" y="1914832"/>
                  </a:lnTo>
                  <a:lnTo>
                    <a:pt x="5963421" y="1943857"/>
                  </a:lnTo>
                  <a:lnTo>
                    <a:pt x="5964267" y="1912308"/>
                  </a:lnTo>
                  <a:lnTo>
                    <a:pt x="5965112" y="1790528"/>
                  </a:lnTo>
                  <a:lnTo>
                    <a:pt x="5965957" y="1693987"/>
                  </a:lnTo>
                  <a:lnTo>
                    <a:pt x="5966802" y="1861829"/>
                  </a:lnTo>
                  <a:lnTo>
                    <a:pt x="5967647" y="1967624"/>
                  </a:lnTo>
                  <a:lnTo>
                    <a:pt x="5968492" y="1917356"/>
                  </a:lnTo>
                  <a:lnTo>
                    <a:pt x="5969337" y="1904947"/>
                  </a:lnTo>
                  <a:lnTo>
                    <a:pt x="5970182" y="1978562"/>
                  </a:lnTo>
                  <a:lnTo>
                    <a:pt x="5971027" y="1990761"/>
                  </a:lnTo>
                  <a:lnTo>
                    <a:pt x="5971872" y="1977089"/>
                  </a:lnTo>
                  <a:lnTo>
                    <a:pt x="5972717" y="2010531"/>
                  </a:lnTo>
                  <a:lnTo>
                    <a:pt x="5973563" y="2040188"/>
                  </a:lnTo>
                  <a:lnTo>
                    <a:pt x="5974408" y="2025465"/>
                  </a:lnTo>
                  <a:lnTo>
                    <a:pt x="5975253" y="1977720"/>
                  </a:lnTo>
                  <a:lnTo>
                    <a:pt x="5976098" y="1860778"/>
                  </a:lnTo>
                  <a:lnTo>
                    <a:pt x="5976943" y="1852364"/>
                  </a:lnTo>
                  <a:lnTo>
                    <a:pt x="5977788" y="1919249"/>
                  </a:lnTo>
                  <a:lnTo>
                    <a:pt x="5978633" y="1939440"/>
                  </a:lnTo>
                  <a:lnTo>
                    <a:pt x="5979478" y="1998543"/>
                  </a:lnTo>
                  <a:lnTo>
                    <a:pt x="5980323" y="1947012"/>
                  </a:lnTo>
                  <a:lnTo>
                    <a:pt x="5981168" y="1927872"/>
                  </a:lnTo>
                  <a:lnTo>
                    <a:pt x="5982013" y="1969938"/>
                  </a:lnTo>
                  <a:lnTo>
                    <a:pt x="5982859" y="2008428"/>
                  </a:lnTo>
                  <a:lnTo>
                    <a:pt x="5983704" y="1918618"/>
                  </a:lnTo>
                  <a:lnTo>
                    <a:pt x="5984549" y="1866036"/>
                  </a:lnTo>
                  <a:lnTo>
                    <a:pt x="5985394" y="1913780"/>
                  </a:lnTo>
                  <a:lnTo>
                    <a:pt x="5986239" y="1916935"/>
                  </a:lnTo>
                  <a:lnTo>
                    <a:pt x="5987084" y="1829860"/>
                  </a:lnTo>
                  <a:lnTo>
                    <a:pt x="5987929" y="1813874"/>
                  </a:lnTo>
                  <a:lnTo>
                    <a:pt x="5988774" y="1933761"/>
                  </a:lnTo>
                  <a:lnTo>
                    <a:pt x="5989619" y="2028199"/>
                  </a:lnTo>
                  <a:lnTo>
                    <a:pt x="5990464" y="2041870"/>
                  </a:lnTo>
                  <a:lnTo>
                    <a:pt x="5991309" y="2008639"/>
                  </a:lnTo>
                  <a:lnTo>
                    <a:pt x="5992155" y="1957949"/>
                  </a:lnTo>
                  <a:lnTo>
                    <a:pt x="5993000" y="1943857"/>
                  </a:lnTo>
                  <a:lnTo>
                    <a:pt x="5993845" y="1970148"/>
                  </a:lnTo>
                  <a:lnTo>
                    <a:pt x="5994690" y="1998333"/>
                  </a:lnTo>
                  <a:lnTo>
                    <a:pt x="5995535" y="1989499"/>
                  </a:lnTo>
                  <a:lnTo>
                    <a:pt x="5996380" y="2008638"/>
                  </a:lnTo>
                  <a:lnTo>
                    <a:pt x="5997225" y="2017683"/>
                  </a:lnTo>
                  <a:lnTo>
                    <a:pt x="5998070" y="2019155"/>
                  </a:lnTo>
                  <a:lnTo>
                    <a:pt x="5998915" y="2017683"/>
                  </a:lnTo>
                  <a:lnTo>
                    <a:pt x="5999760" y="2058066"/>
                  </a:lnTo>
                  <a:lnTo>
                    <a:pt x="6000606" y="2050073"/>
                  </a:lnTo>
                  <a:lnTo>
                    <a:pt x="6001451" y="1997071"/>
                  </a:lnTo>
                  <a:lnTo>
                    <a:pt x="6002296" y="1964049"/>
                  </a:lnTo>
                  <a:lnTo>
                    <a:pt x="6003141" y="1987816"/>
                  </a:lnTo>
                  <a:lnTo>
                    <a:pt x="6003986" y="1957949"/>
                  </a:lnTo>
                  <a:lnTo>
                    <a:pt x="6004831" y="1912729"/>
                  </a:lnTo>
                  <a:lnTo>
                    <a:pt x="6005676" y="1876552"/>
                  </a:lnTo>
                  <a:lnTo>
                    <a:pt x="6006521" y="1842900"/>
                  </a:lnTo>
                  <a:lnTo>
                    <a:pt x="6007366" y="1757506"/>
                  </a:lnTo>
                  <a:lnTo>
                    <a:pt x="6008211" y="1838693"/>
                  </a:lnTo>
                  <a:lnTo>
                    <a:pt x="6009056" y="1917777"/>
                  </a:lnTo>
                  <a:lnTo>
                    <a:pt x="6009902" y="1965311"/>
                  </a:lnTo>
                  <a:lnTo>
                    <a:pt x="6010747" y="1906419"/>
                  </a:lnTo>
                  <a:lnTo>
                    <a:pt x="6011592" y="1869611"/>
                  </a:lnTo>
                  <a:lnTo>
                    <a:pt x="6012437" y="1765709"/>
                  </a:lnTo>
                  <a:lnTo>
                    <a:pt x="6013282" y="1787163"/>
                  </a:lnTo>
                  <a:lnTo>
                    <a:pt x="6014127" y="1896744"/>
                  </a:lnTo>
                  <a:lnTo>
                    <a:pt x="6014972" y="1997071"/>
                  </a:lnTo>
                  <a:lnTo>
                    <a:pt x="6015817" y="2012635"/>
                  </a:lnTo>
                  <a:lnTo>
                    <a:pt x="6016662" y="1913360"/>
                  </a:lnTo>
                  <a:lnTo>
                    <a:pt x="6017507" y="1920090"/>
                  </a:lnTo>
                  <a:lnTo>
                    <a:pt x="6018352" y="1808826"/>
                  </a:lnTo>
                  <a:lnTo>
                    <a:pt x="6019198" y="1821446"/>
                  </a:lnTo>
                  <a:lnTo>
                    <a:pt x="6020043" y="1690622"/>
                  </a:lnTo>
                  <a:lnTo>
                    <a:pt x="6020888" y="1656969"/>
                  </a:lnTo>
                  <a:lnTo>
                    <a:pt x="6021733" y="1636147"/>
                  </a:lnTo>
                  <a:lnTo>
                    <a:pt x="6022578" y="1735632"/>
                  </a:lnTo>
                  <a:lnTo>
                    <a:pt x="6023423" y="1858675"/>
                  </a:lnTo>
                  <a:lnTo>
                    <a:pt x="6024268" y="1915884"/>
                  </a:lnTo>
                  <a:lnTo>
                    <a:pt x="6025113" y="1858674"/>
                  </a:lnTo>
                  <a:lnTo>
                    <a:pt x="6025958" y="1833224"/>
                  </a:lnTo>
                  <a:lnTo>
                    <a:pt x="6026803" y="1867508"/>
                  </a:lnTo>
                  <a:lnTo>
                    <a:pt x="6027648" y="1859095"/>
                  </a:lnTo>
                  <a:lnTo>
                    <a:pt x="6028494" y="1811981"/>
                  </a:lnTo>
                  <a:lnTo>
                    <a:pt x="6029339" y="1768233"/>
                  </a:lnTo>
                  <a:lnTo>
                    <a:pt x="6030184" y="1784008"/>
                  </a:lnTo>
                  <a:lnTo>
                    <a:pt x="6031029" y="1835749"/>
                  </a:lnTo>
                  <a:lnTo>
                    <a:pt x="6031874" y="1736053"/>
                  </a:lnTo>
                  <a:lnTo>
                    <a:pt x="6032719" y="1715861"/>
                  </a:lnTo>
                  <a:lnTo>
                    <a:pt x="6033564" y="1768023"/>
                  </a:lnTo>
                  <a:lnTo>
                    <a:pt x="6034409" y="1904736"/>
                  </a:lnTo>
                  <a:lnTo>
                    <a:pt x="6035254" y="1959211"/>
                  </a:lnTo>
                  <a:lnTo>
                    <a:pt x="6036099" y="1855940"/>
                  </a:lnTo>
                  <a:lnTo>
                    <a:pt x="6036944" y="1680526"/>
                  </a:lnTo>
                  <a:lnTo>
                    <a:pt x="6037790" y="1706397"/>
                  </a:lnTo>
                  <a:lnTo>
                    <a:pt x="6038635" y="1942595"/>
                  </a:lnTo>
                  <a:lnTo>
                    <a:pt x="6039480" y="1982768"/>
                  </a:lnTo>
                  <a:lnTo>
                    <a:pt x="6040325" y="1961104"/>
                  </a:lnTo>
                  <a:lnTo>
                    <a:pt x="6041170" y="1964259"/>
                  </a:lnTo>
                  <a:lnTo>
                    <a:pt x="6042015" y="1939861"/>
                  </a:lnTo>
                  <a:lnTo>
                    <a:pt x="6042860" y="1867298"/>
                  </a:lnTo>
                  <a:lnTo>
                    <a:pt x="6043705" y="1813243"/>
                  </a:lnTo>
                  <a:lnTo>
                    <a:pt x="6044550" y="1910836"/>
                  </a:lnTo>
                  <a:lnTo>
                    <a:pt x="6045395" y="1961315"/>
                  </a:lnTo>
                  <a:lnTo>
                    <a:pt x="6046240" y="1935234"/>
                  </a:lnTo>
                  <a:lnTo>
                    <a:pt x="6047086" y="1927451"/>
                  </a:lnTo>
                  <a:lnTo>
                    <a:pt x="6047931" y="1890855"/>
                  </a:lnTo>
                  <a:lnTo>
                    <a:pt x="6048776" y="2002960"/>
                  </a:lnTo>
                  <a:lnTo>
                    <a:pt x="6049621" y="2036192"/>
                  </a:lnTo>
                  <a:lnTo>
                    <a:pt x="6050466" y="2103286"/>
                  </a:lnTo>
                  <a:lnTo>
                    <a:pt x="6050466" y="2103286"/>
                  </a:lnTo>
                  <a:lnTo>
                    <a:pt x="6051311" y="2069634"/>
                  </a:lnTo>
                  <a:lnTo>
                    <a:pt x="6052156" y="2061221"/>
                  </a:lnTo>
                  <a:lnTo>
                    <a:pt x="6053001" y="2022941"/>
                  </a:lnTo>
                  <a:lnTo>
                    <a:pt x="6053846" y="1945961"/>
                  </a:lnTo>
                  <a:lnTo>
                    <a:pt x="6054691" y="1781694"/>
                  </a:lnTo>
                  <a:lnTo>
                    <a:pt x="6055536" y="1688729"/>
                  </a:lnTo>
                  <a:lnTo>
                    <a:pt x="6056382" y="1620371"/>
                  </a:lnTo>
                  <a:lnTo>
                    <a:pt x="6057227" y="1679685"/>
                  </a:lnTo>
                  <a:lnTo>
                    <a:pt x="6058072" y="1711234"/>
                  </a:lnTo>
                  <a:lnTo>
                    <a:pt x="6058917" y="1783377"/>
                  </a:lnTo>
                  <a:lnTo>
                    <a:pt x="6059762" y="1926821"/>
                  </a:lnTo>
                  <a:lnTo>
                    <a:pt x="6060607" y="1968045"/>
                  </a:lnTo>
                  <a:lnTo>
                    <a:pt x="6061452" y="1944067"/>
                  </a:lnTo>
                  <a:lnTo>
                    <a:pt x="6062297" y="1922614"/>
                  </a:lnTo>
                  <a:lnTo>
                    <a:pt x="6063142" y="1884965"/>
                  </a:lnTo>
                  <a:lnTo>
                    <a:pt x="6063987" y="1859515"/>
                  </a:lnTo>
                  <a:lnTo>
                    <a:pt x="6064833" y="1959843"/>
                  </a:lnTo>
                  <a:lnTo>
                    <a:pt x="6065678" y="2021048"/>
                  </a:lnTo>
                  <a:lnTo>
                    <a:pt x="6066523" y="2019365"/>
                  </a:lnTo>
                  <a:lnTo>
                    <a:pt x="6067368" y="1922194"/>
                  </a:lnTo>
                  <a:lnTo>
                    <a:pt x="6068213" y="1933341"/>
                  </a:lnTo>
                  <a:lnTo>
                    <a:pt x="6069058" y="1953322"/>
                  </a:lnTo>
                  <a:lnTo>
                    <a:pt x="6069903" y="1999174"/>
                  </a:lnTo>
                  <a:lnTo>
                    <a:pt x="6070748" y="1868139"/>
                  </a:lnTo>
                  <a:lnTo>
                    <a:pt x="6071593" y="1892958"/>
                  </a:lnTo>
                  <a:lnTo>
                    <a:pt x="6072438" y="1952902"/>
                  </a:lnTo>
                  <a:lnTo>
                    <a:pt x="6073283" y="1977931"/>
                  </a:lnTo>
                  <a:lnTo>
                    <a:pt x="6074129" y="1941964"/>
                  </a:lnTo>
                  <a:lnTo>
                    <a:pt x="6074974" y="1975827"/>
                  </a:lnTo>
                  <a:lnTo>
                    <a:pt x="6075819" y="1939651"/>
                  </a:lnTo>
                  <a:lnTo>
                    <a:pt x="6076664" y="1852575"/>
                  </a:lnTo>
                  <a:lnTo>
                    <a:pt x="6077509" y="1929975"/>
                  </a:lnTo>
                  <a:lnTo>
                    <a:pt x="6078354" y="2023151"/>
                  </a:lnTo>
                  <a:lnTo>
                    <a:pt x="6079199" y="2061221"/>
                  </a:lnTo>
                  <a:lnTo>
                    <a:pt x="6080044" y="2091718"/>
                  </a:lnTo>
                  <a:lnTo>
                    <a:pt x="6080889" y="2017893"/>
                  </a:lnTo>
                  <a:lnTo>
                    <a:pt x="6081734" y="1977089"/>
                  </a:lnTo>
                  <a:lnTo>
                    <a:pt x="6082579" y="1947643"/>
                  </a:lnTo>
                  <a:lnTo>
                    <a:pt x="6083425" y="2016841"/>
                  </a:lnTo>
                  <a:lnTo>
                    <a:pt x="6084270" y="2030092"/>
                  </a:lnTo>
                  <a:lnTo>
                    <a:pt x="6085115" y="2067110"/>
                  </a:lnTo>
                  <a:lnTo>
                    <a:pt x="6085960" y="1974986"/>
                  </a:lnTo>
                  <a:lnTo>
                    <a:pt x="6086805" y="1877604"/>
                  </a:lnTo>
                  <a:lnTo>
                    <a:pt x="6087650" y="1863091"/>
                  </a:lnTo>
                  <a:lnTo>
                    <a:pt x="6088495" y="1953112"/>
                  </a:lnTo>
                  <a:lnTo>
                    <a:pt x="6089340" y="1999174"/>
                  </a:lnTo>
                  <a:lnTo>
                    <a:pt x="6090185" y="2050915"/>
                  </a:lnTo>
                  <a:lnTo>
                    <a:pt x="6091030" y="2062483"/>
                  </a:lnTo>
                  <a:lnTo>
                    <a:pt x="6091875" y="2045236"/>
                  </a:lnTo>
                  <a:lnTo>
                    <a:pt x="6092721" y="1987396"/>
                  </a:lnTo>
                  <a:lnTo>
                    <a:pt x="6093566" y="1936286"/>
                  </a:lnTo>
                  <a:lnTo>
                    <a:pt x="6094411" y="1943857"/>
                  </a:lnTo>
                  <a:lnTo>
                    <a:pt x="6095256" y="1948484"/>
                  </a:lnTo>
                  <a:lnTo>
                    <a:pt x="6096101" y="1903474"/>
                  </a:lnTo>
                  <a:lnTo>
                    <a:pt x="6096946" y="1858043"/>
                  </a:lnTo>
                  <a:lnTo>
                    <a:pt x="6097791" y="1882862"/>
                  </a:lnTo>
                  <a:lnTo>
                    <a:pt x="6098636" y="1982137"/>
                  </a:lnTo>
                  <a:lnTo>
                    <a:pt x="6099481" y="1947222"/>
                  </a:lnTo>
                  <a:lnTo>
                    <a:pt x="6100326" y="1934603"/>
                  </a:lnTo>
                  <a:lnTo>
                    <a:pt x="6101171" y="1920301"/>
                  </a:lnTo>
                  <a:lnTo>
                    <a:pt x="6102017" y="1953743"/>
                  </a:lnTo>
                  <a:lnTo>
                    <a:pt x="6102862" y="1889382"/>
                  </a:lnTo>
                  <a:lnTo>
                    <a:pt x="6103707" y="1957108"/>
                  </a:lnTo>
                  <a:lnTo>
                    <a:pt x="6104552" y="2032616"/>
                  </a:lnTo>
                  <a:lnTo>
                    <a:pt x="6105397" y="2005273"/>
                  </a:lnTo>
                  <a:lnTo>
                    <a:pt x="6106242" y="1839534"/>
                  </a:lnTo>
                  <a:lnTo>
                    <a:pt x="6107087" y="1788214"/>
                  </a:lnTo>
                  <a:lnTo>
                    <a:pt x="6107932" y="1838693"/>
                  </a:lnTo>
                  <a:lnTo>
                    <a:pt x="6108777" y="1913360"/>
                  </a:lnTo>
                  <a:lnTo>
                    <a:pt x="6109622" y="1980875"/>
                  </a:lnTo>
                  <a:lnTo>
                    <a:pt x="6110467" y="2009480"/>
                  </a:lnTo>
                  <a:lnTo>
                    <a:pt x="6111313" y="1943016"/>
                  </a:lnTo>
                  <a:lnTo>
                    <a:pt x="6112158" y="1945750"/>
                  </a:lnTo>
                  <a:lnTo>
                    <a:pt x="6113003" y="2014528"/>
                  </a:lnTo>
                  <a:lnTo>
                    <a:pt x="6113848" y="2044394"/>
                  </a:lnTo>
                  <a:lnTo>
                    <a:pt x="6114693" y="1996860"/>
                  </a:lnTo>
                  <a:lnTo>
                    <a:pt x="6115538" y="1951008"/>
                  </a:lnTo>
                  <a:lnTo>
                    <a:pt x="6116383" y="1938599"/>
                  </a:lnTo>
                  <a:lnTo>
                    <a:pt x="6117228" y="1905367"/>
                  </a:lnTo>
                  <a:lnTo>
                    <a:pt x="6118073" y="1916514"/>
                  </a:lnTo>
                  <a:lnTo>
                    <a:pt x="6118918" y="2026727"/>
                  </a:lnTo>
                  <a:lnTo>
                    <a:pt x="6119763" y="2040398"/>
                  </a:lnTo>
                  <a:lnTo>
                    <a:pt x="6120609" y="2019155"/>
                  </a:lnTo>
                  <a:lnTo>
                    <a:pt x="6121454" y="1950167"/>
                  </a:lnTo>
                  <a:lnTo>
                    <a:pt x="6122299" y="1891486"/>
                  </a:lnTo>
                  <a:lnTo>
                    <a:pt x="6123144" y="1819132"/>
                  </a:lnTo>
                  <a:lnTo>
                    <a:pt x="6123989" y="1731847"/>
                  </a:lnTo>
                  <a:lnTo>
                    <a:pt x="6124834" y="1730794"/>
                  </a:lnTo>
                  <a:lnTo>
                    <a:pt x="6125679" y="1825232"/>
                  </a:lnTo>
                  <a:lnTo>
                    <a:pt x="6126524" y="2027148"/>
                  </a:lnTo>
                  <a:lnTo>
                    <a:pt x="6127369" y="1947012"/>
                  </a:lnTo>
                  <a:lnTo>
                    <a:pt x="6128214" y="1843952"/>
                  </a:lnTo>
                  <a:lnTo>
                    <a:pt x="6129060" y="1814716"/>
                  </a:lnTo>
                  <a:lnTo>
                    <a:pt x="6129905" y="1946591"/>
                  </a:lnTo>
                  <a:lnTo>
                    <a:pt x="6130750" y="1997491"/>
                  </a:lnTo>
                  <a:lnTo>
                    <a:pt x="6131595" y="2011373"/>
                  </a:lnTo>
                  <a:lnTo>
                    <a:pt x="6132440" y="1963418"/>
                  </a:lnTo>
                  <a:lnTo>
                    <a:pt x="6133285" y="1988447"/>
                  </a:lnTo>
                  <a:lnTo>
                    <a:pt x="6134130" y="2017683"/>
                  </a:lnTo>
                  <a:lnTo>
                    <a:pt x="6134975" y="2019155"/>
                  </a:lnTo>
                  <a:lnTo>
                    <a:pt x="6135820" y="1983609"/>
                  </a:lnTo>
                  <a:lnTo>
                    <a:pt x="6136665" y="1993074"/>
                  </a:lnTo>
                  <a:lnTo>
                    <a:pt x="6137510" y="1987185"/>
                  </a:lnTo>
                  <a:lnTo>
                    <a:pt x="6138356" y="1919249"/>
                  </a:lnTo>
                  <a:lnTo>
                    <a:pt x="6139201" y="1918197"/>
                  </a:lnTo>
                  <a:lnTo>
                    <a:pt x="6140046" y="1877183"/>
                  </a:lnTo>
                  <a:lnTo>
                    <a:pt x="6140891" y="1873187"/>
                  </a:lnTo>
                  <a:lnTo>
                    <a:pt x="6141736" y="1839324"/>
                  </a:lnTo>
                  <a:lnTo>
                    <a:pt x="6142581" y="1790527"/>
                  </a:lnTo>
                  <a:lnTo>
                    <a:pt x="6143426" y="1816819"/>
                  </a:lnTo>
                  <a:lnTo>
                    <a:pt x="6144271" y="1917987"/>
                  </a:lnTo>
                  <a:lnTo>
                    <a:pt x="6145116" y="2019155"/>
                  </a:lnTo>
                  <a:lnTo>
                    <a:pt x="6145961" y="2062903"/>
                  </a:lnTo>
                  <a:lnTo>
                    <a:pt x="6146806" y="2054280"/>
                  </a:lnTo>
                  <a:lnTo>
                    <a:pt x="6147652" y="2019155"/>
                  </a:lnTo>
                  <a:lnTo>
                    <a:pt x="6148497" y="2059538"/>
                  </a:lnTo>
                  <a:lnTo>
                    <a:pt x="6149342" y="2038505"/>
                  </a:lnTo>
                  <a:lnTo>
                    <a:pt x="6150187" y="2019155"/>
                  </a:lnTo>
                  <a:lnTo>
                    <a:pt x="6151032" y="1970359"/>
                  </a:lnTo>
                  <a:lnTo>
                    <a:pt x="6151877" y="2007376"/>
                  </a:lnTo>
                  <a:lnTo>
                    <a:pt x="6152722" y="2045236"/>
                  </a:lnTo>
                  <a:lnTo>
                    <a:pt x="6153567" y="2070265"/>
                  </a:lnTo>
                  <a:lnTo>
                    <a:pt x="6154412" y="2016210"/>
                  </a:lnTo>
                  <a:lnTo>
                    <a:pt x="6155257" y="1957318"/>
                  </a:lnTo>
                  <a:lnTo>
                    <a:pt x="6156102" y="1835117"/>
                  </a:lnTo>
                  <a:lnTo>
                    <a:pt x="6156948" y="1777488"/>
                  </a:lnTo>
                  <a:lnTo>
                    <a:pt x="6157793" y="1826073"/>
                  </a:lnTo>
                  <a:lnTo>
                    <a:pt x="6158638" y="1859726"/>
                  </a:lnTo>
                  <a:lnTo>
                    <a:pt x="6159483" y="1963418"/>
                  </a:lnTo>
                  <a:lnTo>
                    <a:pt x="6160328" y="1951639"/>
                  </a:lnTo>
                  <a:lnTo>
                    <a:pt x="6161173" y="1977931"/>
                  </a:lnTo>
                  <a:lnTo>
                    <a:pt x="6162018" y="2031775"/>
                  </a:lnTo>
                  <a:lnTo>
                    <a:pt x="6162863" y="2056804"/>
                  </a:lnTo>
                  <a:lnTo>
                    <a:pt x="6163708" y="1995178"/>
                  </a:lnTo>
                  <a:lnTo>
                    <a:pt x="6164553" y="1930607"/>
                  </a:lnTo>
                  <a:lnTo>
                    <a:pt x="6165398" y="1956267"/>
                  </a:lnTo>
                  <a:lnTo>
                    <a:pt x="6166244" y="2023151"/>
                  </a:lnTo>
                  <a:lnTo>
                    <a:pt x="6167089" y="2095715"/>
                  </a:lnTo>
                  <a:lnTo>
                    <a:pt x="6167934" y="2028199"/>
                  </a:lnTo>
                  <a:lnTo>
                    <a:pt x="6168779" y="1996650"/>
                  </a:lnTo>
                  <a:lnTo>
                    <a:pt x="6169624" y="1878656"/>
                  </a:lnTo>
                  <a:lnTo>
                    <a:pt x="6170469" y="1802095"/>
                  </a:lnTo>
                  <a:lnTo>
                    <a:pt x="6171314" y="1839955"/>
                  </a:lnTo>
                  <a:lnTo>
                    <a:pt x="6172159" y="1817029"/>
                  </a:lnTo>
                  <a:lnTo>
                    <a:pt x="6173004" y="1866036"/>
                  </a:lnTo>
                  <a:lnTo>
                    <a:pt x="6173849" y="1837852"/>
                  </a:lnTo>
                  <a:lnTo>
                    <a:pt x="6174694" y="1904736"/>
                  </a:lnTo>
                  <a:lnTo>
                    <a:pt x="6175540" y="1910625"/>
                  </a:lnTo>
                  <a:lnTo>
                    <a:pt x="6176385" y="1939020"/>
                  </a:lnTo>
                  <a:lnTo>
                    <a:pt x="6177230" y="1871504"/>
                  </a:lnTo>
                  <a:lnTo>
                    <a:pt x="6178075" y="1892958"/>
                  </a:lnTo>
                  <a:lnTo>
                    <a:pt x="6178920" y="1967835"/>
                  </a:lnTo>
                  <a:lnTo>
                    <a:pt x="6179765" y="1924718"/>
                  </a:lnTo>
                  <a:lnTo>
                    <a:pt x="6180610" y="1812612"/>
                  </a:lnTo>
                  <a:lnTo>
                    <a:pt x="6181455" y="1891275"/>
                  </a:lnTo>
                  <a:lnTo>
                    <a:pt x="6182300" y="1931237"/>
                  </a:lnTo>
                  <a:lnTo>
                    <a:pt x="6183145" y="1957739"/>
                  </a:lnTo>
                  <a:lnTo>
                    <a:pt x="6183990" y="1921773"/>
                  </a:lnTo>
                  <a:lnTo>
                    <a:pt x="6184836" y="2012845"/>
                  </a:lnTo>
                  <a:lnTo>
                    <a:pt x="6185681" y="2059538"/>
                  </a:lnTo>
                  <a:lnTo>
                    <a:pt x="6186526" y="2103286"/>
                  </a:lnTo>
                  <a:lnTo>
                    <a:pt x="6186526" y="2103286"/>
                  </a:lnTo>
                  <a:lnTo>
                    <a:pt x="6187371" y="2068372"/>
                  </a:lnTo>
                  <a:lnTo>
                    <a:pt x="6188216" y="2026517"/>
                  </a:lnTo>
                  <a:lnTo>
                    <a:pt x="6189061" y="1982978"/>
                  </a:lnTo>
                  <a:lnTo>
                    <a:pt x="6189906" y="1896744"/>
                  </a:lnTo>
                  <a:lnTo>
                    <a:pt x="6190751" y="1830911"/>
                  </a:lnTo>
                  <a:lnTo>
                    <a:pt x="6191596" y="1741942"/>
                  </a:lnTo>
                  <a:lnTo>
                    <a:pt x="6192441" y="1759399"/>
                  </a:lnTo>
                  <a:lnTo>
                    <a:pt x="6193287" y="1922193"/>
                  </a:lnTo>
                  <a:lnTo>
                    <a:pt x="6194132" y="1967204"/>
                  </a:lnTo>
                  <a:lnTo>
                    <a:pt x="6194977" y="2021679"/>
                  </a:lnTo>
                  <a:lnTo>
                    <a:pt x="6195822" y="2046918"/>
                  </a:lnTo>
                  <a:lnTo>
                    <a:pt x="6196667" y="2076364"/>
                  </a:lnTo>
                  <a:lnTo>
                    <a:pt x="6197512" y="2061221"/>
                  </a:lnTo>
                  <a:lnTo>
                    <a:pt x="6198357" y="2061221"/>
                  </a:lnTo>
                  <a:lnTo>
                    <a:pt x="6199202" y="2083516"/>
                  </a:lnTo>
                  <a:lnTo>
                    <a:pt x="6200047" y="2103286"/>
                  </a:lnTo>
                  <a:lnTo>
                    <a:pt x="6200047" y="2103286"/>
                  </a:lnTo>
                  <a:lnTo>
                    <a:pt x="6200892" y="2065007"/>
                  </a:lnTo>
                  <a:lnTo>
                    <a:pt x="6201737" y="1945961"/>
                  </a:lnTo>
                  <a:lnTo>
                    <a:pt x="6202583" y="1870032"/>
                  </a:lnTo>
                  <a:lnTo>
                    <a:pt x="6203428" y="1864984"/>
                  </a:lnTo>
                  <a:lnTo>
                    <a:pt x="6204273" y="1968887"/>
                  </a:lnTo>
                  <a:lnTo>
                    <a:pt x="6205118" y="1963628"/>
                  </a:lnTo>
                  <a:lnTo>
                    <a:pt x="6205963" y="1770967"/>
                  </a:lnTo>
                  <a:lnTo>
                    <a:pt x="6206808" y="1745728"/>
                  </a:lnTo>
                  <a:lnTo>
                    <a:pt x="6207653" y="1952481"/>
                  </a:lnTo>
                  <a:lnTo>
                    <a:pt x="6208498" y="1936916"/>
                  </a:lnTo>
                  <a:lnTo>
                    <a:pt x="6209343" y="1749514"/>
                  </a:lnTo>
                  <a:lnTo>
                    <a:pt x="6210188" y="1698614"/>
                  </a:lnTo>
                  <a:lnTo>
                    <a:pt x="6211033" y="1773281"/>
                  </a:lnTo>
                  <a:lnTo>
                    <a:pt x="6211879" y="1898637"/>
                  </a:lnTo>
                  <a:lnTo>
                    <a:pt x="6212724" y="1922404"/>
                  </a:lnTo>
                  <a:lnTo>
                    <a:pt x="6213569" y="1914411"/>
                  </a:lnTo>
                  <a:lnTo>
                    <a:pt x="6214414" y="1969938"/>
                  </a:lnTo>
                  <a:lnTo>
                    <a:pt x="6215259" y="2054280"/>
                  </a:lnTo>
                  <a:lnTo>
                    <a:pt x="6216104" y="2024623"/>
                  </a:lnTo>
                  <a:lnTo>
                    <a:pt x="6216949" y="2009690"/>
                  </a:lnTo>
                  <a:lnTo>
                    <a:pt x="6217794" y="1971200"/>
                  </a:lnTo>
                  <a:lnTo>
                    <a:pt x="6218639" y="1915253"/>
                  </a:lnTo>
                  <a:lnTo>
                    <a:pt x="6219484" y="1889382"/>
                  </a:lnTo>
                  <a:lnTo>
                    <a:pt x="6220329" y="1689360"/>
                  </a:lnTo>
                  <a:lnTo>
                    <a:pt x="6221175" y="1672323"/>
                  </a:lnTo>
                  <a:lnTo>
                    <a:pt x="6222020" y="1718175"/>
                  </a:lnTo>
                  <a:lnTo>
                    <a:pt x="6222865" y="1889172"/>
                  </a:lnTo>
                  <a:lnTo>
                    <a:pt x="6223710" y="1924297"/>
                  </a:lnTo>
                  <a:lnTo>
                    <a:pt x="6224555" y="1912729"/>
                  </a:lnTo>
                  <a:lnTo>
                    <a:pt x="6225400" y="1921772"/>
                  </a:lnTo>
                  <a:lnTo>
                    <a:pt x="6226245" y="1795576"/>
                  </a:lnTo>
                  <a:lnTo>
                    <a:pt x="6227090" y="1808195"/>
                  </a:lnTo>
                  <a:lnTo>
                    <a:pt x="6227935" y="1932289"/>
                  </a:lnTo>
                  <a:lnTo>
                    <a:pt x="6228780" y="1742993"/>
                  </a:lnTo>
                  <a:lnTo>
                    <a:pt x="6229625" y="1550121"/>
                  </a:lnTo>
                  <a:lnTo>
                    <a:pt x="6230471" y="1512052"/>
                  </a:lnTo>
                  <a:lnTo>
                    <a:pt x="6231316" y="1605859"/>
                  </a:lnTo>
                  <a:lnTo>
                    <a:pt x="6232161" y="1776436"/>
                  </a:lnTo>
                  <a:lnTo>
                    <a:pt x="6233006" y="2017683"/>
                  </a:lnTo>
                  <a:lnTo>
                    <a:pt x="6233851" y="2092139"/>
                  </a:lnTo>
                  <a:lnTo>
                    <a:pt x="6234696" y="2074892"/>
                  </a:lnTo>
                  <a:lnTo>
                    <a:pt x="6235541" y="2061221"/>
                  </a:lnTo>
                  <a:lnTo>
                    <a:pt x="6236386" y="2028620"/>
                  </a:lnTo>
                  <a:lnTo>
                    <a:pt x="6237231" y="2028830"/>
                  </a:lnTo>
                  <a:lnTo>
                    <a:pt x="6238076" y="1995598"/>
                  </a:lnTo>
                  <a:lnTo>
                    <a:pt x="6238921" y="1993916"/>
                  </a:lnTo>
                  <a:lnTo>
                    <a:pt x="6239767" y="2001698"/>
                  </a:lnTo>
                  <a:lnTo>
                    <a:pt x="6240612" y="1959421"/>
                  </a:lnTo>
                  <a:lnTo>
                    <a:pt x="6241457" y="1928924"/>
                  </a:lnTo>
                  <a:lnTo>
                    <a:pt x="6242302" y="1970569"/>
                  </a:lnTo>
                  <a:lnTo>
                    <a:pt x="6243147" y="1985502"/>
                  </a:lnTo>
                  <a:lnTo>
                    <a:pt x="6243992" y="2018103"/>
                  </a:lnTo>
                  <a:lnTo>
                    <a:pt x="6244837" y="1979824"/>
                  </a:lnTo>
                  <a:lnTo>
                    <a:pt x="6245682" y="1927662"/>
                  </a:lnTo>
                  <a:lnTo>
                    <a:pt x="6246527" y="1908733"/>
                  </a:lnTo>
                  <a:lnTo>
                    <a:pt x="6247372" y="1853416"/>
                  </a:lnTo>
                  <a:lnTo>
                    <a:pt x="6248217" y="1735001"/>
                  </a:lnTo>
                  <a:lnTo>
                    <a:pt x="6249063" y="1726378"/>
                  </a:lnTo>
                  <a:lnTo>
                    <a:pt x="6249908" y="1890855"/>
                  </a:lnTo>
                  <a:lnTo>
                    <a:pt x="6250753" y="1948064"/>
                  </a:lnTo>
                  <a:lnTo>
                    <a:pt x="6251598" y="2004222"/>
                  </a:lnTo>
                  <a:lnTo>
                    <a:pt x="6252443" y="1965521"/>
                  </a:lnTo>
                  <a:lnTo>
                    <a:pt x="6253288" y="1919880"/>
                  </a:lnTo>
                  <a:lnTo>
                    <a:pt x="6254133" y="1953322"/>
                  </a:lnTo>
                  <a:lnTo>
                    <a:pt x="6254978" y="1954374"/>
                  </a:lnTo>
                  <a:lnTo>
                    <a:pt x="6255823" y="1967835"/>
                  </a:lnTo>
                  <a:lnTo>
                    <a:pt x="6256668" y="1959001"/>
                  </a:lnTo>
                  <a:lnTo>
                    <a:pt x="6257514" y="1988868"/>
                  </a:lnTo>
                  <a:lnTo>
                    <a:pt x="6258359" y="1871294"/>
                  </a:lnTo>
                  <a:lnTo>
                    <a:pt x="6259204" y="1829438"/>
                  </a:lnTo>
                  <a:lnTo>
                    <a:pt x="6260049" y="1946381"/>
                  </a:lnTo>
                  <a:lnTo>
                    <a:pt x="6260894" y="2063955"/>
                  </a:lnTo>
                  <a:lnTo>
                    <a:pt x="6261739" y="2042291"/>
                  </a:lnTo>
                  <a:lnTo>
                    <a:pt x="6262584" y="1947433"/>
                  </a:lnTo>
                  <a:lnTo>
                    <a:pt x="6263429" y="1924507"/>
                  </a:lnTo>
                  <a:lnTo>
                    <a:pt x="6264274" y="1911887"/>
                  </a:lnTo>
                  <a:lnTo>
                    <a:pt x="6265119" y="1924717"/>
                  </a:lnTo>
                  <a:lnTo>
                    <a:pt x="6265964" y="1955425"/>
                  </a:lnTo>
                  <a:lnTo>
                    <a:pt x="6266810" y="1963839"/>
                  </a:lnTo>
                  <a:lnTo>
                    <a:pt x="6267655" y="2028620"/>
                  </a:lnTo>
                  <a:lnTo>
                    <a:pt x="6268500" y="2072578"/>
                  </a:lnTo>
                  <a:lnTo>
                    <a:pt x="6269345" y="1989499"/>
                  </a:lnTo>
                  <a:lnTo>
                    <a:pt x="6270190" y="1856360"/>
                  </a:lnTo>
                  <a:lnTo>
                    <a:pt x="6271035" y="1822077"/>
                  </a:lnTo>
                  <a:lnTo>
                    <a:pt x="6271880" y="1888120"/>
                  </a:lnTo>
                  <a:lnTo>
                    <a:pt x="6272725" y="2002960"/>
                  </a:lnTo>
                  <a:lnTo>
                    <a:pt x="6273570" y="1831752"/>
                  </a:lnTo>
                  <a:lnTo>
                    <a:pt x="6274415" y="1711654"/>
                  </a:lnTo>
                  <a:lnTo>
                    <a:pt x="6275260" y="1760030"/>
                  </a:lnTo>
                  <a:lnTo>
                    <a:pt x="6276106" y="1896744"/>
                  </a:lnTo>
                  <a:lnTo>
                    <a:pt x="6276951" y="1828387"/>
                  </a:lnTo>
                  <a:lnTo>
                    <a:pt x="6277796" y="1784218"/>
                  </a:lnTo>
                  <a:lnTo>
                    <a:pt x="6278641" y="1795575"/>
                  </a:lnTo>
                  <a:lnTo>
                    <a:pt x="6279486" y="1864984"/>
                  </a:lnTo>
                  <a:lnTo>
                    <a:pt x="6280331" y="1980244"/>
                  </a:lnTo>
                  <a:lnTo>
                    <a:pt x="6281176" y="1930607"/>
                  </a:lnTo>
                  <a:lnTo>
                    <a:pt x="6282021" y="1847526"/>
                  </a:lnTo>
                  <a:lnTo>
                    <a:pt x="6282866" y="1742994"/>
                  </a:lnTo>
                  <a:lnTo>
                    <a:pt x="6283711" y="1839745"/>
                  </a:lnTo>
                  <a:lnTo>
                    <a:pt x="6284556" y="1875080"/>
                  </a:lnTo>
                  <a:lnTo>
                    <a:pt x="6285402" y="1854258"/>
                  </a:lnTo>
                  <a:lnTo>
                    <a:pt x="6286247" y="1812822"/>
                  </a:lnTo>
                  <a:lnTo>
                    <a:pt x="6287092" y="1822498"/>
                  </a:lnTo>
                  <a:lnTo>
                    <a:pt x="6287937" y="1862250"/>
                  </a:lnTo>
                  <a:lnTo>
                    <a:pt x="6288782" y="1846265"/>
                  </a:lnTo>
                  <a:lnTo>
                    <a:pt x="6289627" y="1882231"/>
                  </a:lnTo>
                  <a:lnTo>
                    <a:pt x="6290472" y="1985713"/>
                  </a:lnTo>
                  <a:lnTo>
                    <a:pt x="6291317" y="1996019"/>
                  </a:lnTo>
                  <a:lnTo>
                    <a:pt x="6292162" y="1949115"/>
                  </a:lnTo>
                  <a:lnTo>
                    <a:pt x="6293007" y="1796417"/>
                  </a:lnTo>
                  <a:lnTo>
                    <a:pt x="6293852" y="1745938"/>
                  </a:lnTo>
                  <a:lnTo>
                    <a:pt x="6294698" y="1720699"/>
                  </a:lnTo>
                  <a:lnTo>
                    <a:pt x="6295543" y="1921983"/>
                  </a:lnTo>
                  <a:lnTo>
                    <a:pt x="6296388" y="2000225"/>
                  </a:lnTo>
                  <a:lnTo>
                    <a:pt x="6297233" y="1985292"/>
                  </a:lnTo>
                  <a:lnTo>
                    <a:pt x="6298078" y="1890434"/>
                  </a:lnTo>
                  <a:lnTo>
                    <a:pt x="6298923" y="1877604"/>
                  </a:lnTo>
                  <a:lnTo>
                    <a:pt x="6299768" y="1836168"/>
                  </a:lnTo>
                  <a:lnTo>
                    <a:pt x="6300613" y="1856992"/>
                  </a:lnTo>
                  <a:lnTo>
                    <a:pt x="6301458" y="1984872"/>
                  </a:lnTo>
                  <a:lnTo>
                    <a:pt x="6302303" y="2103286"/>
                  </a:lnTo>
                  <a:lnTo>
                    <a:pt x="6302303" y="2103286"/>
                  </a:lnTo>
                  <a:lnTo>
                    <a:pt x="6303148" y="2103286"/>
                  </a:lnTo>
                  <a:lnTo>
                    <a:pt x="6303994" y="2103286"/>
                  </a:lnTo>
                  <a:lnTo>
                    <a:pt x="6304839" y="2077837"/>
                  </a:lnTo>
                  <a:lnTo>
                    <a:pt x="6305684" y="2011373"/>
                  </a:lnTo>
                  <a:lnTo>
                    <a:pt x="6306529" y="1941123"/>
                  </a:lnTo>
                  <a:lnTo>
                    <a:pt x="6307374" y="1913781"/>
                  </a:lnTo>
                  <a:lnTo>
                    <a:pt x="6308219" y="1872556"/>
                  </a:lnTo>
                  <a:lnTo>
                    <a:pt x="6309064" y="1764868"/>
                  </a:lnTo>
                  <a:lnTo>
                    <a:pt x="6309909" y="1730585"/>
                  </a:lnTo>
                  <a:lnTo>
                    <a:pt x="6310754" y="1772440"/>
                  </a:lnTo>
                  <a:lnTo>
                    <a:pt x="6311599" y="1895061"/>
                  </a:lnTo>
                  <a:lnTo>
                    <a:pt x="6312444" y="1839955"/>
                  </a:lnTo>
                  <a:lnTo>
                    <a:pt x="6313290" y="1581039"/>
                  </a:lnTo>
                  <a:lnTo>
                    <a:pt x="6314135" y="1562320"/>
                  </a:lnTo>
                  <a:lnTo>
                    <a:pt x="6314980" y="1716282"/>
                  </a:lnTo>
                  <a:lnTo>
                    <a:pt x="6315825" y="1871294"/>
                  </a:lnTo>
                  <a:lnTo>
                    <a:pt x="6316670" y="1941964"/>
                  </a:lnTo>
                  <a:lnTo>
                    <a:pt x="6317515" y="1930817"/>
                  </a:lnTo>
                  <a:lnTo>
                    <a:pt x="6318360" y="1813032"/>
                  </a:lnTo>
                  <a:lnTo>
                    <a:pt x="6319205" y="1894009"/>
                  </a:lnTo>
                  <a:lnTo>
                    <a:pt x="6320050" y="1951639"/>
                  </a:lnTo>
                  <a:lnTo>
                    <a:pt x="6320895" y="1989078"/>
                  </a:lnTo>
                  <a:lnTo>
                    <a:pt x="6321741" y="1920090"/>
                  </a:lnTo>
                  <a:lnTo>
                    <a:pt x="6322586" y="1906629"/>
                  </a:lnTo>
                  <a:lnTo>
                    <a:pt x="6323431" y="2013476"/>
                  </a:lnTo>
                  <a:lnTo>
                    <a:pt x="6324276" y="2014948"/>
                  </a:lnTo>
                  <a:lnTo>
                    <a:pt x="6325121" y="1895482"/>
                  </a:lnTo>
                  <a:lnTo>
                    <a:pt x="6325966" y="1725116"/>
                  </a:lnTo>
                  <a:lnTo>
                    <a:pt x="6326811" y="1729953"/>
                  </a:lnTo>
                  <a:lnTo>
                    <a:pt x="6327656" y="1876973"/>
                  </a:lnTo>
                  <a:lnTo>
                    <a:pt x="6328501" y="1994547"/>
                  </a:lnTo>
                  <a:lnTo>
                    <a:pt x="6329346" y="1993705"/>
                  </a:lnTo>
                  <a:lnTo>
                    <a:pt x="6330191" y="1945119"/>
                  </a:lnTo>
                  <a:lnTo>
                    <a:pt x="6331037" y="1899478"/>
                  </a:lnTo>
                  <a:lnTo>
                    <a:pt x="6331882" y="1925138"/>
                  </a:lnTo>
                  <a:lnTo>
                    <a:pt x="6332727" y="1897585"/>
                  </a:lnTo>
                  <a:lnTo>
                    <a:pt x="6333572" y="1896744"/>
                  </a:lnTo>
                  <a:lnTo>
                    <a:pt x="6334417" y="1875921"/>
                  </a:lnTo>
                  <a:lnTo>
                    <a:pt x="6335262" y="1784428"/>
                  </a:lnTo>
                  <a:lnTo>
                    <a:pt x="6336107" y="1755403"/>
                  </a:lnTo>
                  <a:lnTo>
                    <a:pt x="6336952" y="1773912"/>
                  </a:lnTo>
                  <a:lnTo>
                    <a:pt x="6337797" y="1788003"/>
                  </a:lnTo>
                  <a:lnTo>
                    <a:pt x="6338642" y="1789687"/>
                  </a:lnTo>
                  <a:lnTo>
                    <a:pt x="6339487" y="1800834"/>
                  </a:lnTo>
                  <a:lnTo>
                    <a:pt x="6340333" y="1891486"/>
                  </a:lnTo>
                  <a:lnTo>
                    <a:pt x="6341178" y="1960684"/>
                  </a:lnTo>
                  <a:lnTo>
                    <a:pt x="6342023" y="1932289"/>
                  </a:lnTo>
                  <a:lnTo>
                    <a:pt x="6342868" y="1923035"/>
                  </a:lnTo>
                  <a:lnTo>
                    <a:pt x="6343713" y="1964680"/>
                  </a:lnTo>
                  <a:lnTo>
                    <a:pt x="6344558" y="1974565"/>
                  </a:lnTo>
                  <a:lnTo>
                    <a:pt x="6345403" y="1953532"/>
                  </a:lnTo>
                  <a:lnTo>
                    <a:pt x="6346248" y="1981927"/>
                  </a:lnTo>
                  <a:lnTo>
                    <a:pt x="6347093" y="2008218"/>
                  </a:lnTo>
                  <a:lnTo>
                    <a:pt x="6347938" y="1946591"/>
                  </a:lnTo>
                  <a:lnTo>
                    <a:pt x="6348783" y="1933130"/>
                  </a:lnTo>
                  <a:lnTo>
                    <a:pt x="6349629" y="1894851"/>
                  </a:lnTo>
                  <a:lnTo>
                    <a:pt x="6350474" y="1935023"/>
                  </a:lnTo>
                  <a:lnTo>
                    <a:pt x="6351319" y="1921983"/>
                  </a:lnTo>
                  <a:lnTo>
                    <a:pt x="6352164" y="1977089"/>
                  </a:lnTo>
                  <a:lnTo>
                    <a:pt x="6353009" y="1941333"/>
                  </a:lnTo>
                  <a:lnTo>
                    <a:pt x="6353854" y="1845423"/>
                  </a:lnTo>
                  <a:lnTo>
                    <a:pt x="6354699" y="1831331"/>
                  </a:lnTo>
                  <a:lnTo>
                    <a:pt x="6355544" y="1917566"/>
                  </a:lnTo>
                  <a:lnTo>
                    <a:pt x="6356389" y="2017052"/>
                  </a:lnTo>
                  <a:lnTo>
                    <a:pt x="6357234" y="1975196"/>
                  </a:lnTo>
                  <a:lnTo>
                    <a:pt x="6358079" y="1883283"/>
                  </a:lnTo>
                  <a:lnTo>
                    <a:pt x="6358925" y="1860567"/>
                  </a:lnTo>
                  <a:lnTo>
                    <a:pt x="6359770" y="1922824"/>
                  </a:lnTo>
                  <a:lnTo>
                    <a:pt x="6360615" y="1963207"/>
                  </a:lnTo>
                  <a:lnTo>
                    <a:pt x="6361460" y="2008428"/>
                  </a:lnTo>
                  <a:lnTo>
                    <a:pt x="6362305" y="1972252"/>
                  </a:lnTo>
                  <a:lnTo>
                    <a:pt x="6363150" y="1957739"/>
                  </a:lnTo>
                  <a:lnTo>
                    <a:pt x="6363995" y="1918407"/>
                  </a:lnTo>
                  <a:lnTo>
                    <a:pt x="6364840" y="2008638"/>
                  </a:lnTo>
                  <a:lnTo>
                    <a:pt x="6365685" y="1999174"/>
                  </a:lnTo>
                  <a:lnTo>
                    <a:pt x="6366530" y="2019155"/>
                  </a:lnTo>
                  <a:lnTo>
                    <a:pt x="6367375" y="2057645"/>
                  </a:lnTo>
                  <a:lnTo>
                    <a:pt x="6368221" y="2103286"/>
                  </a:lnTo>
                  <a:lnTo>
                    <a:pt x="6368221" y="2103286"/>
                  </a:lnTo>
                  <a:lnTo>
                    <a:pt x="6369066" y="2066689"/>
                  </a:lnTo>
                  <a:lnTo>
                    <a:pt x="6369911" y="2061221"/>
                  </a:lnTo>
                  <a:lnTo>
                    <a:pt x="6370756" y="2076575"/>
                  </a:lnTo>
                  <a:lnTo>
                    <a:pt x="6371601" y="2103286"/>
                  </a:lnTo>
                  <a:lnTo>
                    <a:pt x="6371601" y="2103286"/>
                  </a:lnTo>
                  <a:lnTo>
                    <a:pt x="6372446" y="2090667"/>
                  </a:lnTo>
                  <a:lnTo>
                    <a:pt x="6373291" y="2061221"/>
                  </a:lnTo>
                  <a:lnTo>
                    <a:pt x="6374136" y="2035350"/>
                  </a:lnTo>
                  <a:lnTo>
                    <a:pt x="6374981" y="2044184"/>
                  </a:lnTo>
                  <a:lnTo>
                    <a:pt x="6375826" y="1972672"/>
                  </a:lnTo>
                  <a:lnTo>
                    <a:pt x="6376672" y="1935023"/>
                  </a:lnTo>
                  <a:lnTo>
                    <a:pt x="6377517" y="1802937"/>
                  </a:lnTo>
                  <a:lnTo>
                    <a:pt x="6378362" y="1784849"/>
                  </a:lnTo>
                  <a:lnTo>
                    <a:pt x="6379207" y="1816398"/>
                  </a:lnTo>
                  <a:lnTo>
                    <a:pt x="6380052" y="1975196"/>
                  </a:lnTo>
                  <a:lnTo>
                    <a:pt x="6380897" y="1864984"/>
                  </a:lnTo>
                  <a:lnTo>
                    <a:pt x="6381742" y="1917566"/>
                  </a:lnTo>
                  <a:lnTo>
                    <a:pt x="6382587" y="1977931"/>
                  </a:lnTo>
                  <a:lnTo>
                    <a:pt x="6383432" y="1931869"/>
                  </a:lnTo>
                  <a:lnTo>
                    <a:pt x="6384277" y="1837431"/>
                  </a:lnTo>
                  <a:lnTo>
                    <a:pt x="6385122" y="1864143"/>
                  </a:lnTo>
                  <a:lnTo>
                    <a:pt x="6385968" y="1948905"/>
                  </a:lnTo>
                  <a:lnTo>
                    <a:pt x="6386813" y="1899899"/>
                  </a:lnTo>
                  <a:lnTo>
                    <a:pt x="6387658" y="1850892"/>
                  </a:lnTo>
                  <a:lnTo>
                    <a:pt x="6388503" y="1804830"/>
                  </a:lnTo>
                  <a:lnTo>
                    <a:pt x="6389348" y="1846265"/>
                  </a:lnTo>
                  <a:lnTo>
                    <a:pt x="6390193" y="1958160"/>
                  </a:lnTo>
                  <a:lnTo>
                    <a:pt x="6391038" y="2011794"/>
                  </a:lnTo>
                  <a:lnTo>
                    <a:pt x="6391883" y="1858464"/>
                  </a:lnTo>
                  <a:lnTo>
                    <a:pt x="6392728" y="1733108"/>
                  </a:lnTo>
                  <a:lnTo>
                    <a:pt x="6393573" y="1781063"/>
                  </a:lnTo>
                  <a:lnTo>
                    <a:pt x="6394418" y="1891485"/>
                  </a:lnTo>
                  <a:lnTo>
                    <a:pt x="6395264" y="2030302"/>
                  </a:lnTo>
                  <a:lnTo>
                    <a:pt x="6396109" y="1961525"/>
                  </a:lnTo>
                  <a:lnTo>
                    <a:pt x="6396954" y="1910626"/>
                  </a:lnTo>
                  <a:lnTo>
                    <a:pt x="6397799" y="1900740"/>
                  </a:lnTo>
                  <a:lnTo>
                    <a:pt x="6398644" y="1951219"/>
                  </a:lnTo>
                  <a:lnTo>
                    <a:pt x="6399489" y="2007587"/>
                  </a:lnTo>
                  <a:lnTo>
                    <a:pt x="6400334" y="1995809"/>
                  </a:lnTo>
                  <a:lnTo>
                    <a:pt x="6401179" y="1950798"/>
                  </a:lnTo>
                  <a:lnTo>
                    <a:pt x="6402024" y="2016210"/>
                  </a:lnTo>
                  <a:lnTo>
                    <a:pt x="6402869" y="2058697"/>
                  </a:lnTo>
                  <a:lnTo>
                    <a:pt x="6403714" y="2052808"/>
                  </a:lnTo>
                  <a:lnTo>
                    <a:pt x="6404560" y="2016210"/>
                  </a:lnTo>
                  <a:lnTo>
                    <a:pt x="6405405" y="1973724"/>
                  </a:lnTo>
                  <a:lnTo>
                    <a:pt x="6406250" y="1944488"/>
                  </a:lnTo>
                  <a:lnTo>
                    <a:pt x="6407095" y="1953532"/>
                  </a:lnTo>
                  <a:lnTo>
                    <a:pt x="6407940" y="2001067"/>
                  </a:lnTo>
                  <a:lnTo>
                    <a:pt x="6408785" y="2041870"/>
                  </a:lnTo>
                  <a:lnTo>
                    <a:pt x="6409630" y="1892117"/>
                  </a:lnTo>
                  <a:lnTo>
                    <a:pt x="6410475" y="1802726"/>
                  </a:lnTo>
                  <a:lnTo>
                    <a:pt x="6411320" y="1748883"/>
                  </a:lnTo>
                  <a:lnTo>
                    <a:pt x="6412165" y="1850682"/>
                  </a:lnTo>
                  <a:lnTo>
                    <a:pt x="6413010" y="1845634"/>
                  </a:lnTo>
                  <a:lnTo>
                    <a:pt x="6413856" y="1919669"/>
                  </a:lnTo>
                  <a:lnTo>
                    <a:pt x="6414701" y="1841217"/>
                  </a:lnTo>
                  <a:lnTo>
                    <a:pt x="6415546" y="1737315"/>
                  </a:lnTo>
                  <a:lnTo>
                    <a:pt x="6416391" y="1415933"/>
                  </a:lnTo>
                  <a:lnTo>
                    <a:pt x="6417236" y="1342107"/>
                  </a:lnTo>
                  <a:lnTo>
                    <a:pt x="6418081" y="1584196"/>
                  </a:lnTo>
                  <a:lnTo>
                    <a:pt x="6418926" y="1807353"/>
                  </a:lnTo>
                  <a:lnTo>
                    <a:pt x="6419771" y="1902843"/>
                  </a:lnTo>
                  <a:lnTo>
                    <a:pt x="6420616" y="1860567"/>
                  </a:lnTo>
                  <a:lnTo>
                    <a:pt x="6421461" y="1890855"/>
                  </a:lnTo>
                  <a:lnTo>
                    <a:pt x="6422306" y="1899478"/>
                  </a:lnTo>
                  <a:lnTo>
                    <a:pt x="6423152" y="1791579"/>
                  </a:lnTo>
                  <a:lnTo>
                    <a:pt x="6423997" y="1782745"/>
                  </a:lnTo>
                  <a:lnTo>
                    <a:pt x="6424842" y="1867508"/>
                  </a:lnTo>
                  <a:lnTo>
                    <a:pt x="6425687" y="1859305"/>
                  </a:lnTo>
                  <a:lnTo>
                    <a:pt x="6426532" y="1850892"/>
                  </a:lnTo>
                  <a:lnTo>
                    <a:pt x="6427377" y="1875711"/>
                  </a:lnTo>
                  <a:lnTo>
                    <a:pt x="6428222" y="1796207"/>
                  </a:lnTo>
                  <a:lnTo>
                    <a:pt x="6429067" y="1725536"/>
                  </a:lnTo>
                  <a:lnTo>
                    <a:pt x="6429912" y="1506794"/>
                  </a:lnTo>
                  <a:lnTo>
                    <a:pt x="6430757" y="1384804"/>
                  </a:lnTo>
                  <a:lnTo>
                    <a:pt x="6431602" y="1316447"/>
                  </a:lnTo>
                  <a:lnTo>
                    <a:pt x="6432448" y="1579147"/>
                  </a:lnTo>
                  <a:lnTo>
                    <a:pt x="6433293" y="1668538"/>
                  </a:lnTo>
                  <a:lnTo>
                    <a:pt x="6434138" y="1736053"/>
                  </a:lnTo>
                  <a:lnTo>
                    <a:pt x="6434983" y="1867087"/>
                  </a:lnTo>
                  <a:lnTo>
                    <a:pt x="6435828" y="1886017"/>
                  </a:lnTo>
                  <a:lnTo>
                    <a:pt x="6436673" y="1932710"/>
                  </a:lnTo>
                  <a:lnTo>
                    <a:pt x="6437518" y="1964890"/>
                  </a:lnTo>
                  <a:lnTo>
                    <a:pt x="6438363" y="1955636"/>
                  </a:lnTo>
                  <a:lnTo>
                    <a:pt x="6439208" y="1904526"/>
                  </a:lnTo>
                  <a:lnTo>
                    <a:pt x="6440053" y="1915463"/>
                  </a:lnTo>
                  <a:lnTo>
                    <a:pt x="6440899" y="1835959"/>
                  </a:lnTo>
                  <a:lnTo>
                    <a:pt x="6441744" y="1732267"/>
                  </a:lnTo>
                  <a:lnTo>
                    <a:pt x="6442589" y="1690622"/>
                  </a:lnTo>
                  <a:lnTo>
                    <a:pt x="6443434" y="1748252"/>
                  </a:lnTo>
                  <a:lnTo>
                    <a:pt x="6444279" y="1692725"/>
                  </a:lnTo>
                  <a:lnTo>
                    <a:pt x="6445124" y="1485340"/>
                  </a:lnTo>
                  <a:lnTo>
                    <a:pt x="6445969" y="1357461"/>
                  </a:lnTo>
                  <a:lnTo>
                    <a:pt x="6446814" y="1188357"/>
                  </a:lnTo>
                  <a:lnTo>
                    <a:pt x="6447659" y="933017"/>
                  </a:lnTo>
                  <a:lnTo>
                    <a:pt x="6448504" y="838159"/>
                  </a:lnTo>
                  <a:lnTo>
                    <a:pt x="6449349" y="651389"/>
                  </a:lnTo>
                  <a:lnTo>
                    <a:pt x="6450195" y="363237"/>
                  </a:lnTo>
                  <a:lnTo>
                    <a:pt x="6451040" y="140290"/>
                  </a:lnTo>
                  <a:lnTo>
                    <a:pt x="6451885" y="133981"/>
                  </a:lnTo>
                  <a:lnTo>
                    <a:pt x="6452668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l1002"/>
            <p:cNvSpPr/>
            <p:nvPr/>
          </p:nvSpPr>
          <p:spPr>
            <a:xfrm>
              <a:off x="8150603" y="4276163"/>
              <a:ext cx="847891" cy="2103286"/>
            </a:xfrm>
            <a:custGeom>
              <a:avLst/>
              <a:pathLst>
                <a:path w="847891" h="2103286">
                  <a:moveTo>
                    <a:pt x="0" y="0"/>
                  </a:moveTo>
                  <a:lnTo>
                    <a:pt x="264" y="111475"/>
                  </a:lnTo>
                  <a:lnTo>
                    <a:pt x="1109" y="519513"/>
                  </a:lnTo>
                  <a:lnTo>
                    <a:pt x="1954" y="880857"/>
                  </a:lnTo>
                  <a:lnTo>
                    <a:pt x="2799" y="1092866"/>
                  </a:lnTo>
                  <a:lnTo>
                    <a:pt x="3644" y="1182259"/>
                  </a:lnTo>
                  <a:lnTo>
                    <a:pt x="4490" y="1159332"/>
                  </a:lnTo>
                  <a:lnTo>
                    <a:pt x="5335" y="1042809"/>
                  </a:lnTo>
                  <a:lnTo>
                    <a:pt x="6180" y="1097914"/>
                  </a:lnTo>
                  <a:lnTo>
                    <a:pt x="7025" y="1143346"/>
                  </a:lnTo>
                  <a:lnTo>
                    <a:pt x="7870" y="947738"/>
                  </a:lnTo>
                  <a:lnTo>
                    <a:pt x="8715" y="941010"/>
                  </a:lnTo>
                  <a:lnTo>
                    <a:pt x="9560" y="1298148"/>
                  </a:lnTo>
                  <a:lnTo>
                    <a:pt x="10405" y="1527827"/>
                  </a:lnTo>
                  <a:lnTo>
                    <a:pt x="11250" y="1514366"/>
                  </a:lnTo>
                  <a:lnTo>
                    <a:pt x="12095" y="1461153"/>
                  </a:lnTo>
                  <a:lnTo>
                    <a:pt x="12940" y="1160594"/>
                  </a:lnTo>
                  <a:lnTo>
                    <a:pt x="13786" y="1149657"/>
                  </a:lnTo>
                  <a:lnTo>
                    <a:pt x="14631" y="1393637"/>
                  </a:lnTo>
                  <a:lnTo>
                    <a:pt x="15476" y="1693146"/>
                  </a:lnTo>
                  <a:lnTo>
                    <a:pt x="16321" y="1867929"/>
                  </a:lnTo>
                  <a:lnTo>
                    <a:pt x="17166" y="1989288"/>
                  </a:lnTo>
                  <a:lnTo>
                    <a:pt x="18011" y="1975407"/>
                  </a:lnTo>
                  <a:lnTo>
                    <a:pt x="18856" y="1957108"/>
                  </a:lnTo>
                  <a:lnTo>
                    <a:pt x="19701" y="1998543"/>
                  </a:lnTo>
                  <a:lnTo>
                    <a:pt x="20546" y="2045446"/>
                  </a:lnTo>
                  <a:lnTo>
                    <a:pt x="21391" y="2102025"/>
                  </a:lnTo>
                  <a:lnTo>
                    <a:pt x="22236" y="2103286"/>
                  </a:lnTo>
                  <a:lnTo>
                    <a:pt x="22236" y="2103286"/>
                  </a:lnTo>
                  <a:lnTo>
                    <a:pt x="23082" y="2092770"/>
                  </a:lnTo>
                  <a:lnTo>
                    <a:pt x="23927" y="2038295"/>
                  </a:lnTo>
                  <a:lnTo>
                    <a:pt x="24772" y="1956267"/>
                  </a:lnTo>
                  <a:lnTo>
                    <a:pt x="25617" y="1886438"/>
                  </a:lnTo>
                  <a:lnTo>
                    <a:pt x="26462" y="1858464"/>
                  </a:lnTo>
                  <a:lnTo>
                    <a:pt x="27307" y="1803568"/>
                  </a:lnTo>
                  <a:lnTo>
                    <a:pt x="28152" y="1850051"/>
                  </a:lnTo>
                  <a:lnTo>
                    <a:pt x="28997" y="1912098"/>
                  </a:lnTo>
                  <a:lnTo>
                    <a:pt x="29842" y="1831332"/>
                  </a:lnTo>
                  <a:lnTo>
                    <a:pt x="30687" y="1799151"/>
                  </a:lnTo>
                  <a:lnTo>
                    <a:pt x="31532" y="1853206"/>
                  </a:lnTo>
                  <a:lnTo>
                    <a:pt x="32378" y="1882441"/>
                  </a:lnTo>
                  <a:lnTo>
                    <a:pt x="33223" y="1914622"/>
                  </a:lnTo>
                  <a:lnTo>
                    <a:pt x="34068" y="1990551"/>
                  </a:lnTo>
                  <a:lnTo>
                    <a:pt x="34913" y="2042922"/>
                  </a:lnTo>
                  <a:lnTo>
                    <a:pt x="35758" y="1990550"/>
                  </a:lnTo>
                  <a:lnTo>
                    <a:pt x="36603" y="1965942"/>
                  </a:lnTo>
                  <a:lnTo>
                    <a:pt x="37448" y="1893379"/>
                  </a:lnTo>
                  <a:lnTo>
                    <a:pt x="38293" y="1857412"/>
                  </a:lnTo>
                  <a:lnTo>
                    <a:pt x="39138" y="1712706"/>
                  </a:lnTo>
                  <a:lnTo>
                    <a:pt x="39983" y="1629837"/>
                  </a:lnTo>
                  <a:lnTo>
                    <a:pt x="40828" y="1671903"/>
                  </a:lnTo>
                  <a:lnTo>
                    <a:pt x="41674" y="1855099"/>
                  </a:lnTo>
                  <a:lnTo>
                    <a:pt x="42519" y="1813243"/>
                  </a:lnTo>
                  <a:lnTo>
                    <a:pt x="43364" y="1812191"/>
                  </a:lnTo>
                  <a:lnTo>
                    <a:pt x="44209" y="1850261"/>
                  </a:lnTo>
                  <a:lnTo>
                    <a:pt x="45054" y="1952691"/>
                  </a:lnTo>
                  <a:lnTo>
                    <a:pt x="45899" y="1955005"/>
                  </a:lnTo>
                  <a:lnTo>
                    <a:pt x="46744" y="1934603"/>
                  </a:lnTo>
                  <a:lnTo>
                    <a:pt x="47589" y="1951008"/>
                  </a:lnTo>
                  <a:lnTo>
                    <a:pt x="48434" y="1962787"/>
                  </a:lnTo>
                  <a:lnTo>
                    <a:pt x="49279" y="1862250"/>
                  </a:lnTo>
                  <a:lnTo>
                    <a:pt x="50124" y="1806513"/>
                  </a:lnTo>
                  <a:lnTo>
                    <a:pt x="50970" y="1831332"/>
                  </a:lnTo>
                  <a:lnTo>
                    <a:pt x="51815" y="1890434"/>
                  </a:lnTo>
                  <a:lnTo>
                    <a:pt x="52660" y="1880549"/>
                  </a:lnTo>
                  <a:lnTo>
                    <a:pt x="53505" y="1901371"/>
                  </a:lnTo>
                  <a:lnTo>
                    <a:pt x="54350" y="1891906"/>
                  </a:lnTo>
                  <a:lnTo>
                    <a:pt x="55195" y="1870874"/>
                  </a:lnTo>
                  <a:lnTo>
                    <a:pt x="56040" y="1815136"/>
                  </a:lnTo>
                  <a:lnTo>
                    <a:pt x="56885" y="1827756"/>
                  </a:lnTo>
                  <a:lnTo>
                    <a:pt x="57730" y="1868139"/>
                  </a:lnTo>
                  <a:lnTo>
                    <a:pt x="58575" y="1928714"/>
                  </a:lnTo>
                  <a:lnTo>
                    <a:pt x="59421" y="1882231"/>
                  </a:lnTo>
                  <a:lnTo>
                    <a:pt x="60266" y="1884755"/>
                  </a:lnTo>
                  <a:lnTo>
                    <a:pt x="61111" y="1999174"/>
                  </a:lnTo>
                  <a:lnTo>
                    <a:pt x="61956" y="2023782"/>
                  </a:lnTo>
                  <a:lnTo>
                    <a:pt x="62801" y="1852785"/>
                  </a:lnTo>
                  <a:lnTo>
                    <a:pt x="63646" y="1732478"/>
                  </a:lnTo>
                  <a:lnTo>
                    <a:pt x="64491" y="1591136"/>
                  </a:lnTo>
                  <a:lnTo>
                    <a:pt x="65336" y="1600601"/>
                  </a:lnTo>
                  <a:lnTo>
                    <a:pt x="66181" y="1670851"/>
                  </a:lnTo>
                  <a:lnTo>
                    <a:pt x="67026" y="1731216"/>
                  </a:lnTo>
                  <a:lnTo>
                    <a:pt x="67871" y="1759399"/>
                  </a:lnTo>
                  <a:lnTo>
                    <a:pt x="68717" y="1810719"/>
                  </a:lnTo>
                  <a:lnTo>
                    <a:pt x="69562" y="1986765"/>
                  </a:lnTo>
                  <a:lnTo>
                    <a:pt x="70407" y="2035140"/>
                  </a:lnTo>
                  <a:lnTo>
                    <a:pt x="71252" y="1998122"/>
                  </a:lnTo>
                  <a:lnTo>
                    <a:pt x="72097" y="1908733"/>
                  </a:lnTo>
                  <a:lnTo>
                    <a:pt x="72942" y="1909574"/>
                  </a:lnTo>
                  <a:lnTo>
                    <a:pt x="73787" y="1874449"/>
                  </a:lnTo>
                  <a:lnTo>
                    <a:pt x="74632" y="1904947"/>
                  </a:lnTo>
                  <a:lnTo>
                    <a:pt x="75477" y="1915884"/>
                  </a:lnTo>
                  <a:lnTo>
                    <a:pt x="76322" y="1912729"/>
                  </a:lnTo>
                  <a:lnTo>
                    <a:pt x="77167" y="1977510"/>
                  </a:lnTo>
                  <a:lnTo>
                    <a:pt x="78013" y="2033247"/>
                  </a:lnTo>
                  <a:lnTo>
                    <a:pt x="78858" y="2001698"/>
                  </a:lnTo>
                  <a:lnTo>
                    <a:pt x="79703" y="1938389"/>
                  </a:lnTo>
                  <a:lnTo>
                    <a:pt x="80548" y="1954374"/>
                  </a:lnTo>
                  <a:lnTo>
                    <a:pt x="81393" y="1873818"/>
                  </a:lnTo>
                  <a:lnTo>
                    <a:pt x="82238" y="1786952"/>
                  </a:lnTo>
                  <a:lnTo>
                    <a:pt x="83083" y="1809457"/>
                  </a:lnTo>
                  <a:lnTo>
                    <a:pt x="83928" y="1975828"/>
                  </a:lnTo>
                  <a:lnTo>
                    <a:pt x="84773" y="2024413"/>
                  </a:lnTo>
                  <a:lnTo>
                    <a:pt x="85618" y="1926821"/>
                  </a:lnTo>
                  <a:lnTo>
                    <a:pt x="86463" y="1853836"/>
                  </a:lnTo>
                  <a:lnTo>
                    <a:pt x="87309" y="1829438"/>
                  </a:lnTo>
                  <a:lnTo>
                    <a:pt x="88154" y="1761924"/>
                  </a:lnTo>
                  <a:lnTo>
                    <a:pt x="88999" y="1684943"/>
                  </a:lnTo>
                  <a:lnTo>
                    <a:pt x="89844" y="1736684"/>
                  </a:lnTo>
                  <a:lnTo>
                    <a:pt x="90689" y="1792841"/>
                  </a:lnTo>
                  <a:lnTo>
                    <a:pt x="91534" y="1866667"/>
                  </a:lnTo>
                  <a:lnTo>
                    <a:pt x="92379" y="1926821"/>
                  </a:lnTo>
                  <a:lnTo>
                    <a:pt x="93224" y="1839113"/>
                  </a:lnTo>
                  <a:lnTo>
                    <a:pt x="94069" y="1706817"/>
                  </a:lnTo>
                  <a:lnTo>
                    <a:pt x="94914" y="1760451"/>
                  </a:lnTo>
                  <a:lnTo>
                    <a:pt x="95759" y="1770336"/>
                  </a:lnTo>
                  <a:lnTo>
                    <a:pt x="96605" y="1728060"/>
                  </a:lnTo>
                  <a:lnTo>
                    <a:pt x="97450" y="1479241"/>
                  </a:lnTo>
                  <a:lnTo>
                    <a:pt x="98295" y="1423505"/>
                  </a:lnTo>
                  <a:lnTo>
                    <a:pt x="99140" y="1300464"/>
                  </a:lnTo>
                  <a:lnTo>
                    <a:pt x="99985" y="1373026"/>
                  </a:lnTo>
                  <a:lnTo>
                    <a:pt x="100830" y="1567789"/>
                  </a:lnTo>
                  <a:lnTo>
                    <a:pt x="101675" y="1791159"/>
                  </a:lnTo>
                  <a:lnTo>
                    <a:pt x="102520" y="1790948"/>
                  </a:lnTo>
                  <a:lnTo>
                    <a:pt x="103365" y="1912308"/>
                  </a:lnTo>
                  <a:lnTo>
                    <a:pt x="104210" y="1884755"/>
                  </a:lnTo>
                  <a:lnTo>
                    <a:pt x="105055" y="1852785"/>
                  </a:lnTo>
                  <a:lnTo>
                    <a:pt x="105901" y="1936706"/>
                  </a:lnTo>
                  <a:lnTo>
                    <a:pt x="106746" y="2025886"/>
                  </a:lnTo>
                  <a:lnTo>
                    <a:pt x="107591" y="1983189"/>
                  </a:lnTo>
                  <a:lnTo>
                    <a:pt x="108436" y="1926610"/>
                  </a:lnTo>
                  <a:lnTo>
                    <a:pt x="109281" y="1819553"/>
                  </a:lnTo>
                  <a:lnTo>
                    <a:pt x="110126" y="1885386"/>
                  </a:lnTo>
                  <a:lnTo>
                    <a:pt x="110971" y="1975197"/>
                  </a:lnTo>
                  <a:lnTo>
                    <a:pt x="111816" y="2036192"/>
                  </a:lnTo>
                  <a:lnTo>
                    <a:pt x="112661" y="1981717"/>
                  </a:lnTo>
                  <a:lnTo>
                    <a:pt x="113506" y="1848368"/>
                  </a:lnTo>
                  <a:lnTo>
                    <a:pt x="114351" y="1759610"/>
                  </a:lnTo>
                  <a:lnTo>
                    <a:pt x="115197" y="1716072"/>
                  </a:lnTo>
                  <a:lnTo>
                    <a:pt x="116042" y="1788424"/>
                  </a:lnTo>
                  <a:lnTo>
                    <a:pt x="116887" y="1787793"/>
                  </a:lnTo>
                  <a:lnTo>
                    <a:pt x="117732" y="1847737"/>
                  </a:lnTo>
                  <a:lnTo>
                    <a:pt x="118577" y="1837641"/>
                  </a:lnTo>
                  <a:lnTo>
                    <a:pt x="119422" y="1830490"/>
                  </a:lnTo>
                  <a:lnTo>
                    <a:pt x="120267" y="1771598"/>
                  </a:lnTo>
                  <a:lnTo>
                    <a:pt x="121112" y="1761923"/>
                  </a:lnTo>
                  <a:lnTo>
                    <a:pt x="121957" y="1512894"/>
                  </a:lnTo>
                  <a:lnTo>
                    <a:pt x="122802" y="1492701"/>
                  </a:lnTo>
                  <a:lnTo>
                    <a:pt x="123648" y="1678002"/>
                  </a:lnTo>
                  <a:lnTo>
                    <a:pt x="124493" y="1722803"/>
                  </a:lnTo>
                  <a:lnTo>
                    <a:pt x="125338" y="1731215"/>
                  </a:lnTo>
                  <a:lnTo>
                    <a:pt x="126183" y="1797889"/>
                  </a:lnTo>
                  <a:lnTo>
                    <a:pt x="127028" y="1860988"/>
                  </a:lnTo>
                  <a:lnTo>
                    <a:pt x="127873" y="1931658"/>
                  </a:lnTo>
                  <a:lnTo>
                    <a:pt x="128718" y="1775594"/>
                  </a:lnTo>
                  <a:lnTo>
                    <a:pt x="129563" y="1585457"/>
                  </a:lnTo>
                  <a:lnTo>
                    <a:pt x="130408" y="1630678"/>
                  </a:lnTo>
                  <a:lnTo>
                    <a:pt x="131253" y="1909994"/>
                  </a:lnTo>
                  <a:lnTo>
                    <a:pt x="132098" y="1963418"/>
                  </a:lnTo>
                  <a:lnTo>
                    <a:pt x="132944" y="1926610"/>
                  </a:lnTo>
                  <a:lnTo>
                    <a:pt x="133789" y="1653393"/>
                  </a:lnTo>
                  <a:lnTo>
                    <a:pt x="134634" y="1471458"/>
                  </a:lnTo>
                  <a:lnTo>
                    <a:pt x="135479" y="1585247"/>
                  </a:lnTo>
                  <a:lnTo>
                    <a:pt x="136324" y="1815557"/>
                  </a:lnTo>
                  <a:lnTo>
                    <a:pt x="137169" y="1927452"/>
                  </a:lnTo>
                  <a:lnTo>
                    <a:pt x="138014" y="1947433"/>
                  </a:lnTo>
                  <a:lnTo>
                    <a:pt x="138859" y="1794944"/>
                  </a:lnTo>
                  <a:lnTo>
                    <a:pt x="139704" y="1747832"/>
                  </a:lnTo>
                  <a:lnTo>
                    <a:pt x="140549" y="1673796"/>
                  </a:lnTo>
                  <a:lnTo>
                    <a:pt x="141394" y="1729533"/>
                  </a:lnTo>
                  <a:lnTo>
                    <a:pt x="142240" y="1797258"/>
                  </a:lnTo>
                  <a:lnTo>
                    <a:pt x="143085" y="1941964"/>
                  </a:lnTo>
                  <a:lnTo>
                    <a:pt x="143930" y="1974565"/>
                  </a:lnTo>
                  <a:lnTo>
                    <a:pt x="144775" y="1916725"/>
                  </a:lnTo>
                  <a:lnTo>
                    <a:pt x="145620" y="1824811"/>
                  </a:lnTo>
                  <a:lnTo>
                    <a:pt x="146465" y="1800413"/>
                  </a:lnTo>
                  <a:lnTo>
                    <a:pt x="147310" y="1814925"/>
                  </a:lnTo>
                  <a:lnTo>
                    <a:pt x="148155" y="1908943"/>
                  </a:lnTo>
                  <a:lnTo>
                    <a:pt x="149000" y="1940913"/>
                  </a:lnTo>
                  <a:lnTo>
                    <a:pt x="149845" y="1893589"/>
                  </a:lnTo>
                  <a:lnTo>
                    <a:pt x="150690" y="1807144"/>
                  </a:lnTo>
                  <a:lnTo>
                    <a:pt x="151536" y="1814716"/>
                  </a:lnTo>
                  <a:lnTo>
                    <a:pt x="152381" y="1847948"/>
                  </a:lnTo>
                  <a:lnTo>
                    <a:pt x="153226" y="1919249"/>
                  </a:lnTo>
                  <a:lnTo>
                    <a:pt x="154071" y="1998753"/>
                  </a:lnTo>
                  <a:lnTo>
                    <a:pt x="154916" y="2081412"/>
                  </a:lnTo>
                  <a:lnTo>
                    <a:pt x="155761" y="2096766"/>
                  </a:lnTo>
                  <a:lnTo>
                    <a:pt x="156606" y="2023572"/>
                  </a:lnTo>
                  <a:lnTo>
                    <a:pt x="157451" y="1985292"/>
                  </a:lnTo>
                  <a:lnTo>
                    <a:pt x="158296" y="1997491"/>
                  </a:lnTo>
                  <a:lnTo>
                    <a:pt x="159141" y="1984240"/>
                  </a:lnTo>
                  <a:lnTo>
                    <a:pt x="159986" y="1947222"/>
                  </a:lnTo>
                  <a:lnTo>
                    <a:pt x="160832" y="1973093"/>
                  </a:lnTo>
                  <a:lnTo>
                    <a:pt x="161677" y="1946381"/>
                  </a:lnTo>
                  <a:lnTo>
                    <a:pt x="162522" y="1969307"/>
                  </a:lnTo>
                  <a:lnTo>
                    <a:pt x="163367" y="2005904"/>
                  </a:lnTo>
                  <a:lnTo>
                    <a:pt x="164212" y="2018945"/>
                  </a:lnTo>
                  <a:lnTo>
                    <a:pt x="165057" y="1967204"/>
                  </a:lnTo>
                  <a:lnTo>
                    <a:pt x="165902" y="1896534"/>
                  </a:lnTo>
                  <a:lnTo>
                    <a:pt x="166747" y="1834486"/>
                  </a:lnTo>
                  <a:lnTo>
                    <a:pt x="167592" y="1808616"/>
                  </a:lnTo>
                  <a:lnTo>
                    <a:pt x="168437" y="1862671"/>
                  </a:lnTo>
                  <a:lnTo>
                    <a:pt x="169282" y="1805461"/>
                  </a:lnTo>
                  <a:lnTo>
                    <a:pt x="170128" y="1863722"/>
                  </a:lnTo>
                  <a:lnTo>
                    <a:pt x="170973" y="1891906"/>
                  </a:lnTo>
                  <a:lnTo>
                    <a:pt x="171818" y="1969728"/>
                  </a:lnTo>
                  <a:lnTo>
                    <a:pt x="172663" y="2053859"/>
                  </a:lnTo>
                  <a:lnTo>
                    <a:pt x="173508" y="2103286"/>
                  </a:lnTo>
                  <a:lnTo>
                    <a:pt x="173508" y="2103286"/>
                  </a:lnTo>
                  <a:lnTo>
                    <a:pt x="174353" y="2080992"/>
                  </a:lnTo>
                  <a:lnTo>
                    <a:pt x="175198" y="1986554"/>
                  </a:lnTo>
                  <a:lnTo>
                    <a:pt x="176043" y="1975617"/>
                  </a:lnTo>
                  <a:lnTo>
                    <a:pt x="176888" y="1907470"/>
                  </a:lnTo>
                  <a:lnTo>
                    <a:pt x="177733" y="1892958"/>
                  </a:lnTo>
                  <a:lnTo>
                    <a:pt x="178579" y="1948695"/>
                  </a:lnTo>
                  <a:lnTo>
                    <a:pt x="179424" y="2084147"/>
                  </a:lnTo>
                  <a:lnTo>
                    <a:pt x="180269" y="2038295"/>
                  </a:lnTo>
                  <a:lnTo>
                    <a:pt x="181114" y="1883493"/>
                  </a:lnTo>
                  <a:lnTo>
                    <a:pt x="181959" y="1801675"/>
                  </a:lnTo>
                  <a:lnTo>
                    <a:pt x="182804" y="1806723"/>
                  </a:lnTo>
                  <a:lnTo>
                    <a:pt x="183649" y="1874239"/>
                  </a:lnTo>
                  <a:lnTo>
                    <a:pt x="184494" y="1905788"/>
                  </a:lnTo>
                  <a:lnTo>
                    <a:pt x="185339" y="1999384"/>
                  </a:lnTo>
                  <a:lnTo>
                    <a:pt x="186184" y="2000646"/>
                  </a:lnTo>
                  <a:lnTo>
                    <a:pt x="187029" y="1834697"/>
                  </a:lnTo>
                  <a:lnTo>
                    <a:pt x="187875" y="1808826"/>
                  </a:lnTo>
                  <a:lnTo>
                    <a:pt x="188720" y="1941123"/>
                  </a:lnTo>
                  <a:lnTo>
                    <a:pt x="189565" y="2019155"/>
                  </a:lnTo>
                  <a:lnTo>
                    <a:pt x="190410" y="1986764"/>
                  </a:lnTo>
                  <a:lnTo>
                    <a:pt x="191255" y="1663700"/>
                  </a:lnTo>
                  <a:lnTo>
                    <a:pt x="192100" y="1446641"/>
                  </a:lnTo>
                  <a:lnTo>
                    <a:pt x="192945" y="1481765"/>
                  </a:lnTo>
                  <a:lnTo>
                    <a:pt x="193790" y="1532033"/>
                  </a:lnTo>
                  <a:lnTo>
                    <a:pt x="194635" y="1514997"/>
                  </a:lnTo>
                  <a:lnTo>
                    <a:pt x="195480" y="1610697"/>
                  </a:lnTo>
                  <a:lnTo>
                    <a:pt x="196325" y="1865405"/>
                  </a:lnTo>
                  <a:lnTo>
                    <a:pt x="197171" y="1879918"/>
                  </a:lnTo>
                  <a:lnTo>
                    <a:pt x="198016" y="1877394"/>
                  </a:lnTo>
                  <a:lnTo>
                    <a:pt x="198861" y="1748672"/>
                  </a:lnTo>
                  <a:lnTo>
                    <a:pt x="199706" y="1780853"/>
                  </a:lnTo>
                  <a:lnTo>
                    <a:pt x="200551" y="1634885"/>
                  </a:lnTo>
                  <a:lnTo>
                    <a:pt x="201396" y="1626262"/>
                  </a:lnTo>
                  <a:lnTo>
                    <a:pt x="202241" y="1624158"/>
                  </a:lnTo>
                  <a:lnTo>
                    <a:pt x="203086" y="1675689"/>
                  </a:lnTo>
                  <a:lnTo>
                    <a:pt x="203931" y="1693777"/>
                  </a:lnTo>
                  <a:lnTo>
                    <a:pt x="204776" y="1863092"/>
                  </a:lnTo>
                  <a:lnTo>
                    <a:pt x="205621" y="1860147"/>
                  </a:lnTo>
                  <a:lnTo>
                    <a:pt x="206467" y="1748041"/>
                  </a:lnTo>
                  <a:lnTo>
                    <a:pt x="207312" y="1785480"/>
                  </a:lnTo>
                  <a:lnTo>
                    <a:pt x="208157" y="1912098"/>
                  </a:lnTo>
                  <a:lnTo>
                    <a:pt x="209002" y="1905788"/>
                  </a:lnTo>
                  <a:lnTo>
                    <a:pt x="209847" y="1953532"/>
                  </a:lnTo>
                  <a:lnTo>
                    <a:pt x="210692" y="1980875"/>
                  </a:lnTo>
                  <a:lnTo>
                    <a:pt x="211537" y="1942175"/>
                  </a:lnTo>
                  <a:lnTo>
                    <a:pt x="212382" y="1960053"/>
                  </a:lnTo>
                  <a:lnTo>
                    <a:pt x="213227" y="2045025"/>
                  </a:lnTo>
                  <a:lnTo>
                    <a:pt x="214072" y="2034509"/>
                  </a:lnTo>
                  <a:lnTo>
                    <a:pt x="214917" y="1965100"/>
                  </a:lnTo>
                  <a:lnTo>
                    <a:pt x="215763" y="1940492"/>
                  </a:lnTo>
                  <a:lnTo>
                    <a:pt x="216608" y="1987606"/>
                  </a:lnTo>
                  <a:lnTo>
                    <a:pt x="217453" y="2091718"/>
                  </a:lnTo>
                  <a:lnTo>
                    <a:pt x="218298" y="2103286"/>
                  </a:lnTo>
                  <a:lnTo>
                    <a:pt x="218298" y="2103286"/>
                  </a:lnTo>
                  <a:lnTo>
                    <a:pt x="219143" y="2040398"/>
                  </a:lnTo>
                  <a:lnTo>
                    <a:pt x="219988" y="1835328"/>
                  </a:lnTo>
                  <a:lnTo>
                    <a:pt x="220833" y="1769706"/>
                  </a:lnTo>
                  <a:lnTo>
                    <a:pt x="221678" y="1903264"/>
                  </a:lnTo>
                  <a:lnTo>
                    <a:pt x="222523" y="1940071"/>
                  </a:lnTo>
                  <a:lnTo>
                    <a:pt x="223368" y="1980034"/>
                  </a:lnTo>
                  <a:lnTo>
                    <a:pt x="224213" y="2009690"/>
                  </a:lnTo>
                  <a:lnTo>
                    <a:pt x="225059" y="1973093"/>
                  </a:lnTo>
                  <a:lnTo>
                    <a:pt x="225904" y="1889593"/>
                  </a:lnTo>
                  <a:lnTo>
                    <a:pt x="226749" y="1857413"/>
                  </a:lnTo>
                  <a:lnTo>
                    <a:pt x="227594" y="1718385"/>
                  </a:lnTo>
                  <a:lnTo>
                    <a:pt x="228439" y="1644980"/>
                  </a:lnTo>
                  <a:lnTo>
                    <a:pt x="229284" y="1669800"/>
                  </a:lnTo>
                  <a:lnTo>
                    <a:pt x="230129" y="1812191"/>
                  </a:lnTo>
                  <a:lnTo>
                    <a:pt x="230974" y="1888331"/>
                  </a:lnTo>
                  <a:lnTo>
                    <a:pt x="231819" y="1854468"/>
                  </a:lnTo>
                  <a:lnTo>
                    <a:pt x="232664" y="1718386"/>
                  </a:lnTo>
                  <a:lnTo>
                    <a:pt x="233509" y="1711655"/>
                  </a:lnTo>
                  <a:lnTo>
                    <a:pt x="234355" y="1722171"/>
                  </a:lnTo>
                  <a:lnTo>
                    <a:pt x="235200" y="1793051"/>
                  </a:lnTo>
                  <a:lnTo>
                    <a:pt x="236045" y="1922404"/>
                  </a:lnTo>
                  <a:lnTo>
                    <a:pt x="236890" y="1903474"/>
                  </a:lnTo>
                  <a:lnTo>
                    <a:pt x="237735" y="1874028"/>
                  </a:lnTo>
                  <a:lnTo>
                    <a:pt x="238580" y="1838692"/>
                  </a:lnTo>
                  <a:lnTo>
                    <a:pt x="239425" y="1931027"/>
                  </a:lnTo>
                  <a:lnTo>
                    <a:pt x="240270" y="1940912"/>
                  </a:lnTo>
                  <a:lnTo>
                    <a:pt x="241115" y="1986134"/>
                  </a:lnTo>
                  <a:lnTo>
                    <a:pt x="241960" y="1895481"/>
                  </a:lnTo>
                  <a:lnTo>
                    <a:pt x="242806" y="1738998"/>
                  </a:lnTo>
                  <a:lnTo>
                    <a:pt x="243651" y="1675058"/>
                  </a:lnTo>
                  <a:lnTo>
                    <a:pt x="244496" y="1728692"/>
                  </a:lnTo>
                  <a:lnTo>
                    <a:pt x="245341" y="1809246"/>
                  </a:lnTo>
                  <a:lnTo>
                    <a:pt x="246186" y="1912728"/>
                  </a:lnTo>
                  <a:lnTo>
                    <a:pt x="247031" y="1950377"/>
                  </a:lnTo>
                  <a:lnTo>
                    <a:pt x="247876" y="1890224"/>
                  </a:lnTo>
                  <a:lnTo>
                    <a:pt x="248721" y="1912098"/>
                  </a:lnTo>
                  <a:lnTo>
                    <a:pt x="249566" y="1881811"/>
                  </a:lnTo>
                  <a:lnTo>
                    <a:pt x="250411" y="1842479"/>
                  </a:lnTo>
                  <a:lnTo>
                    <a:pt x="251256" y="1883703"/>
                  </a:lnTo>
                  <a:lnTo>
                    <a:pt x="252102" y="1986764"/>
                  </a:lnTo>
                  <a:lnTo>
                    <a:pt x="252947" y="1904736"/>
                  </a:lnTo>
                  <a:lnTo>
                    <a:pt x="253792" y="1809667"/>
                  </a:lnTo>
                  <a:lnTo>
                    <a:pt x="254637" y="1663700"/>
                  </a:lnTo>
                  <a:lnTo>
                    <a:pt x="255482" y="1631729"/>
                  </a:lnTo>
                  <a:lnTo>
                    <a:pt x="256327" y="1641405"/>
                  </a:lnTo>
                  <a:lnTo>
                    <a:pt x="257172" y="1823339"/>
                  </a:lnTo>
                  <a:lnTo>
                    <a:pt x="258017" y="1893799"/>
                  </a:lnTo>
                  <a:lnTo>
                    <a:pt x="258862" y="2001698"/>
                  </a:lnTo>
                  <a:lnTo>
                    <a:pt x="259707" y="1941334"/>
                  </a:lnTo>
                  <a:lnTo>
                    <a:pt x="260552" y="1892958"/>
                  </a:lnTo>
                  <a:lnTo>
                    <a:pt x="261398" y="1947433"/>
                  </a:lnTo>
                  <a:lnTo>
                    <a:pt x="262243" y="2047760"/>
                  </a:lnTo>
                  <a:lnTo>
                    <a:pt x="263088" y="1997491"/>
                  </a:lnTo>
                  <a:lnTo>
                    <a:pt x="263933" y="2019155"/>
                  </a:lnTo>
                  <a:lnTo>
                    <a:pt x="264778" y="2027358"/>
                  </a:lnTo>
                  <a:lnTo>
                    <a:pt x="265623" y="1878656"/>
                  </a:lnTo>
                  <a:lnTo>
                    <a:pt x="266468" y="1850892"/>
                  </a:lnTo>
                  <a:lnTo>
                    <a:pt x="267313" y="1933551"/>
                  </a:lnTo>
                  <a:lnTo>
                    <a:pt x="268158" y="1909574"/>
                  </a:lnTo>
                  <a:lnTo>
                    <a:pt x="269003" y="1821024"/>
                  </a:lnTo>
                  <a:lnTo>
                    <a:pt x="269848" y="1873608"/>
                  </a:lnTo>
                  <a:lnTo>
                    <a:pt x="270694" y="1972252"/>
                  </a:lnTo>
                  <a:lnTo>
                    <a:pt x="271539" y="1958370"/>
                  </a:lnTo>
                  <a:lnTo>
                    <a:pt x="272384" y="1929555"/>
                  </a:lnTo>
                  <a:lnTo>
                    <a:pt x="273229" y="1906839"/>
                  </a:lnTo>
                  <a:lnTo>
                    <a:pt x="274074" y="1869611"/>
                  </a:lnTo>
                  <a:lnTo>
                    <a:pt x="274919" y="1891275"/>
                  </a:lnTo>
                  <a:lnTo>
                    <a:pt x="275764" y="1951219"/>
                  </a:lnTo>
                  <a:lnTo>
                    <a:pt x="276609" y="1918408"/>
                  </a:lnTo>
                  <a:lnTo>
                    <a:pt x="277454" y="1848999"/>
                  </a:lnTo>
                  <a:lnTo>
                    <a:pt x="278299" y="1711444"/>
                  </a:lnTo>
                  <a:lnTo>
                    <a:pt x="279144" y="1611538"/>
                  </a:lnTo>
                  <a:lnTo>
                    <a:pt x="279990" y="1663910"/>
                  </a:lnTo>
                  <a:lnTo>
                    <a:pt x="280835" y="1846475"/>
                  </a:lnTo>
                  <a:lnTo>
                    <a:pt x="281680" y="2012845"/>
                  </a:lnTo>
                  <a:lnTo>
                    <a:pt x="282525" y="2083305"/>
                  </a:lnTo>
                  <a:lnTo>
                    <a:pt x="283370" y="2025465"/>
                  </a:lnTo>
                  <a:lnTo>
                    <a:pt x="284215" y="1922614"/>
                  </a:lnTo>
                  <a:lnTo>
                    <a:pt x="285060" y="1871715"/>
                  </a:lnTo>
                  <a:lnTo>
                    <a:pt x="285905" y="1875921"/>
                  </a:lnTo>
                  <a:lnTo>
                    <a:pt x="286750" y="1930817"/>
                  </a:lnTo>
                  <a:lnTo>
                    <a:pt x="287595" y="2003591"/>
                  </a:lnTo>
                  <a:lnTo>
                    <a:pt x="288440" y="2029882"/>
                  </a:lnTo>
                  <a:lnTo>
                    <a:pt x="289286" y="1984240"/>
                  </a:lnTo>
                  <a:lnTo>
                    <a:pt x="290131" y="1943437"/>
                  </a:lnTo>
                  <a:lnTo>
                    <a:pt x="290976" y="1928293"/>
                  </a:lnTo>
                  <a:lnTo>
                    <a:pt x="291821" y="1919249"/>
                  </a:lnTo>
                  <a:lnTo>
                    <a:pt x="292666" y="1948274"/>
                  </a:lnTo>
                  <a:lnTo>
                    <a:pt x="293511" y="1928293"/>
                  </a:lnTo>
                  <a:lnTo>
                    <a:pt x="294356" y="1942805"/>
                  </a:lnTo>
                  <a:lnTo>
                    <a:pt x="295201" y="1964049"/>
                  </a:lnTo>
                  <a:lnTo>
                    <a:pt x="296046" y="1993495"/>
                  </a:lnTo>
                  <a:lnTo>
                    <a:pt x="296891" y="1951850"/>
                  </a:lnTo>
                  <a:lnTo>
                    <a:pt x="297736" y="1988237"/>
                  </a:lnTo>
                  <a:lnTo>
                    <a:pt x="298582" y="1957108"/>
                  </a:lnTo>
                  <a:lnTo>
                    <a:pt x="299427" y="1898427"/>
                  </a:lnTo>
                  <a:lnTo>
                    <a:pt x="300272" y="1955215"/>
                  </a:lnTo>
                  <a:lnTo>
                    <a:pt x="301117" y="2042081"/>
                  </a:lnTo>
                  <a:lnTo>
                    <a:pt x="301962" y="1981506"/>
                  </a:lnTo>
                  <a:lnTo>
                    <a:pt x="302807" y="1935023"/>
                  </a:lnTo>
                  <a:lnTo>
                    <a:pt x="303652" y="1985082"/>
                  </a:lnTo>
                  <a:lnTo>
                    <a:pt x="304497" y="1999594"/>
                  </a:lnTo>
                  <a:lnTo>
                    <a:pt x="305342" y="1982558"/>
                  </a:lnTo>
                  <a:lnTo>
                    <a:pt x="306187" y="2038505"/>
                  </a:lnTo>
                  <a:lnTo>
                    <a:pt x="307033" y="2022310"/>
                  </a:lnTo>
                  <a:lnTo>
                    <a:pt x="307878" y="1852364"/>
                  </a:lnTo>
                  <a:lnTo>
                    <a:pt x="308723" y="1654446"/>
                  </a:lnTo>
                  <a:lnTo>
                    <a:pt x="309568" y="1702611"/>
                  </a:lnTo>
                  <a:lnTo>
                    <a:pt x="310413" y="1814294"/>
                  </a:lnTo>
                  <a:lnTo>
                    <a:pt x="311258" y="1939651"/>
                  </a:lnTo>
                  <a:lnTo>
                    <a:pt x="312103" y="1973724"/>
                  </a:lnTo>
                  <a:lnTo>
                    <a:pt x="312948" y="1843530"/>
                  </a:lnTo>
                  <a:lnTo>
                    <a:pt x="313793" y="1858674"/>
                  </a:lnTo>
                  <a:lnTo>
                    <a:pt x="314638" y="1903684"/>
                  </a:lnTo>
                  <a:lnTo>
                    <a:pt x="315483" y="1892537"/>
                  </a:lnTo>
                  <a:lnTo>
                    <a:pt x="316329" y="1967624"/>
                  </a:lnTo>
                  <a:lnTo>
                    <a:pt x="317174" y="2020838"/>
                  </a:lnTo>
                  <a:lnTo>
                    <a:pt x="318019" y="2056593"/>
                  </a:lnTo>
                  <a:lnTo>
                    <a:pt x="318864" y="1838903"/>
                  </a:lnTo>
                  <a:lnTo>
                    <a:pt x="319709" y="1640353"/>
                  </a:lnTo>
                  <a:lnTo>
                    <a:pt x="320554" y="1593870"/>
                  </a:lnTo>
                  <a:lnTo>
                    <a:pt x="321399" y="1641615"/>
                  </a:lnTo>
                  <a:lnTo>
                    <a:pt x="322244" y="1519202"/>
                  </a:lnTo>
                  <a:lnTo>
                    <a:pt x="323089" y="1547177"/>
                  </a:lnTo>
                  <a:lnTo>
                    <a:pt x="323934" y="1817239"/>
                  </a:lnTo>
                  <a:lnTo>
                    <a:pt x="324779" y="1931658"/>
                  </a:lnTo>
                  <a:lnTo>
                    <a:pt x="325625" y="1876973"/>
                  </a:lnTo>
                  <a:lnTo>
                    <a:pt x="326470" y="1949536"/>
                  </a:lnTo>
                  <a:lnTo>
                    <a:pt x="327315" y="2005904"/>
                  </a:lnTo>
                  <a:lnTo>
                    <a:pt x="328160" y="2006956"/>
                  </a:lnTo>
                  <a:lnTo>
                    <a:pt x="329005" y="1950587"/>
                  </a:lnTo>
                  <a:lnTo>
                    <a:pt x="329850" y="1962366"/>
                  </a:lnTo>
                  <a:lnTo>
                    <a:pt x="330695" y="1904736"/>
                  </a:lnTo>
                  <a:lnTo>
                    <a:pt x="331540" y="1741732"/>
                  </a:lnTo>
                  <a:lnTo>
                    <a:pt x="332385" y="1761923"/>
                  </a:lnTo>
                  <a:lnTo>
                    <a:pt x="333230" y="1788845"/>
                  </a:lnTo>
                  <a:lnTo>
                    <a:pt x="334075" y="1834275"/>
                  </a:lnTo>
                  <a:lnTo>
                    <a:pt x="334921" y="1824601"/>
                  </a:lnTo>
                  <a:lnTo>
                    <a:pt x="335766" y="1922404"/>
                  </a:lnTo>
                  <a:lnTo>
                    <a:pt x="336611" y="1766972"/>
                  </a:lnTo>
                  <a:lnTo>
                    <a:pt x="337456" y="1674215"/>
                  </a:lnTo>
                  <a:lnTo>
                    <a:pt x="338301" y="1766340"/>
                  </a:lnTo>
                  <a:lnTo>
                    <a:pt x="339146" y="1841637"/>
                  </a:lnTo>
                  <a:lnTo>
                    <a:pt x="339991" y="1867088"/>
                  </a:lnTo>
                  <a:lnTo>
                    <a:pt x="340836" y="2005484"/>
                  </a:lnTo>
                  <a:lnTo>
                    <a:pt x="341681" y="2077626"/>
                  </a:lnTo>
                  <a:lnTo>
                    <a:pt x="342526" y="2073209"/>
                  </a:lnTo>
                  <a:lnTo>
                    <a:pt x="343371" y="2053228"/>
                  </a:lnTo>
                  <a:lnTo>
                    <a:pt x="344217" y="2011373"/>
                  </a:lnTo>
                  <a:lnTo>
                    <a:pt x="345062" y="1962156"/>
                  </a:lnTo>
                  <a:lnTo>
                    <a:pt x="345907" y="1894220"/>
                  </a:lnTo>
                  <a:lnTo>
                    <a:pt x="346752" y="1746359"/>
                  </a:lnTo>
                  <a:lnTo>
                    <a:pt x="347597" y="1797258"/>
                  </a:lnTo>
                  <a:lnTo>
                    <a:pt x="348442" y="1884334"/>
                  </a:lnTo>
                  <a:lnTo>
                    <a:pt x="349287" y="2057855"/>
                  </a:lnTo>
                  <a:lnTo>
                    <a:pt x="350132" y="2034299"/>
                  </a:lnTo>
                  <a:lnTo>
                    <a:pt x="350977" y="1901371"/>
                  </a:lnTo>
                  <a:lnTo>
                    <a:pt x="351822" y="1761924"/>
                  </a:lnTo>
                  <a:lnTo>
                    <a:pt x="352667" y="1728902"/>
                  </a:lnTo>
                  <a:lnTo>
                    <a:pt x="353513" y="1642246"/>
                  </a:lnTo>
                  <a:lnTo>
                    <a:pt x="354358" y="1629626"/>
                  </a:lnTo>
                  <a:lnTo>
                    <a:pt x="355203" y="1639302"/>
                  </a:lnTo>
                  <a:lnTo>
                    <a:pt x="356048" y="1668117"/>
                  </a:lnTo>
                  <a:lnTo>
                    <a:pt x="356893" y="1406258"/>
                  </a:lnTo>
                  <a:lnTo>
                    <a:pt x="357738" y="1528458"/>
                  </a:lnTo>
                  <a:lnTo>
                    <a:pt x="358583" y="1677161"/>
                  </a:lnTo>
                  <a:lnTo>
                    <a:pt x="359428" y="1751407"/>
                  </a:lnTo>
                  <a:lnTo>
                    <a:pt x="360273" y="1745097"/>
                  </a:lnTo>
                  <a:lnTo>
                    <a:pt x="361118" y="1777277"/>
                  </a:lnTo>
                  <a:lnTo>
                    <a:pt x="361963" y="1782956"/>
                  </a:lnTo>
                  <a:lnTo>
                    <a:pt x="362809" y="1770546"/>
                  </a:lnTo>
                  <a:lnTo>
                    <a:pt x="363654" y="1858464"/>
                  </a:lnTo>
                  <a:lnTo>
                    <a:pt x="364499" y="1821235"/>
                  </a:lnTo>
                  <a:lnTo>
                    <a:pt x="365344" y="1809667"/>
                  </a:lnTo>
                  <a:lnTo>
                    <a:pt x="366189" y="1807775"/>
                  </a:lnTo>
                  <a:lnTo>
                    <a:pt x="367034" y="1924086"/>
                  </a:lnTo>
                  <a:lnTo>
                    <a:pt x="367879" y="1946802"/>
                  </a:lnTo>
                  <a:lnTo>
                    <a:pt x="368724" y="1974145"/>
                  </a:lnTo>
                  <a:lnTo>
                    <a:pt x="369569" y="1995178"/>
                  </a:lnTo>
                  <a:lnTo>
                    <a:pt x="370414" y="1926821"/>
                  </a:lnTo>
                  <a:lnTo>
                    <a:pt x="371260" y="1888962"/>
                  </a:lnTo>
                  <a:lnTo>
                    <a:pt x="372105" y="1903264"/>
                  </a:lnTo>
                  <a:lnTo>
                    <a:pt x="372950" y="1876552"/>
                  </a:lnTo>
                  <a:lnTo>
                    <a:pt x="373795" y="1668958"/>
                  </a:lnTo>
                  <a:lnTo>
                    <a:pt x="374640" y="1672744"/>
                  </a:lnTo>
                  <a:lnTo>
                    <a:pt x="375485" y="1720699"/>
                  </a:lnTo>
                  <a:lnTo>
                    <a:pt x="376330" y="1657600"/>
                  </a:lnTo>
                  <a:lnTo>
                    <a:pt x="377175" y="1717334"/>
                  </a:lnTo>
                  <a:lnTo>
                    <a:pt x="378020" y="1818292"/>
                  </a:lnTo>
                  <a:lnTo>
                    <a:pt x="378865" y="1681998"/>
                  </a:lnTo>
                  <a:lnTo>
                    <a:pt x="379710" y="1686415"/>
                  </a:lnTo>
                  <a:lnTo>
                    <a:pt x="380556" y="1870663"/>
                  </a:lnTo>
                  <a:lnTo>
                    <a:pt x="381401" y="1949115"/>
                  </a:lnTo>
                  <a:lnTo>
                    <a:pt x="382246" y="1940281"/>
                  </a:lnTo>
                  <a:lnTo>
                    <a:pt x="383091" y="1893379"/>
                  </a:lnTo>
                  <a:lnTo>
                    <a:pt x="383936" y="1841007"/>
                  </a:lnTo>
                  <a:lnTo>
                    <a:pt x="384781" y="1762344"/>
                  </a:lnTo>
                  <a:lnTo>
                    <a:pt x="385626" y="1730585"/>
                  </a:lnTo>
                  <a:lnTo>
                    <a:pt x="386471" y="1800624"/>
                  </a:lnTo>
                  <a:lnTo>
                    <a:pt x="387316" y="1868770"/>
                  </a:lnTo>
                  <a:lnTo>
                    <a:pt x="388161" y="1925979"/>
                  </a:lnTo>
                  <a:lnTo>
                    <a:pt x="389006" y="1890644"/>
                  </a:lnTo>
                  <a:lnTo>
                    <a:pt x="389852" y="1948064"/>
                  </a:lnTo>
                  <a:lnTo>
                    <a:pt x="390697" y="2018945"/>
                  </a:lnTo>
                  <a:lnTo>
                    <a:pt x="391542" y="1912308"/>
                  </a:lnTo>
                  <a:lnTo>
                    <a:pt x="392387" y="1650659"/>
                  </a:lnTo>
                  <a:lnTo>
                    <a:pt x="393232" y="1701980"/>
                  </a:lnTo>
                  <a:lnTo>
                    <a:pt x="394077" y="1888541"/>
                  </a:lnTo>
                  <a:lnTo>
                    <a:pt x="394922" y="1921142"/>
                  </a:lnTo>
                  <a:lnTo>
                    <a:pt x="395767" y="1873818"/>
                  </a:lnTo>
                  <a:lnTo>
                    <a:pt x="396612" y="1948064"/>
                  </a:lnTo>
                  <a:lnTo>
                    <a:pt x="397457" y="2066269"/>
                  </a:lnTo>
                  <a:lnTo>
                    <a:pt x="398302" y="2058697"/>
                  </a:lnTo>
                  <a:lnTo>
                    <a:pt x="399148" y="2019155"/>
                  </a:lnTo>
                  <a:lnTo>
                    <a:pt x="399993" y="2011583"/>
                  </a:lnTo>
                  <a:lnTo>
                    <a:pt x="400838" y="1968676"/>
                  </a:lnTo>
                  <a:lnTo>
                    <a:pt x="401683" y="1951008"/>
                  </a:lnTo>
                  <a:lnTo>
                    <a:pt x="402528" y="1972883"/>
                  </a:lnTo>
                  <a:lnTo>
                    <a:pt x="403373" y="1986134"/>
                  </a:lnTo>
                  <a:lnTo>
                    <a:pt x="404218" y="2012004"/>
                  </a:lnTo>
                  <a:lnTo>
                    <a:pt x="405063" y="1899057"/>
                  </a:lnTo>
                  <a:lnTo>
                    <a:pt x="405908" y="1892958"/>
                  </a:lnTo>
                  <a:lnTo>
                    <a:pt x="406753" y="1985923"/>
                  </a:lnTo>
                  <a:lnTo>
                    <a:pt x="407598" y="1995178"/>
                  </a:lnTo>
                  <a:lnTo>
                    <a:pt x="408444" y="1940492"/>
                  </a:lnTo>
                  <a:lnTo>
                    <a:pt x="409289" y="1952901"/>
                  </a:lnTo>
                  <a:lnTo>
                    <a:pt x="410134" y="2008639"/>
                  </a:lnTo>
                  <a:lnTo>
                    <a:pt x="410979" y="2024624"/>
                  </a:lnTo>
                  <a:lnTo>
                    <a:pt x="411824" y="1977089"/>
                  </a:lnTo>
                  <a:lnTo>
                    <a:pt x="412669" y="2008849"/>
                  </a:lnTo>
                  <a:lnTo>
                    <a:pt x="413514" y="2091087"/>
                  </a:lnTo>
                  <a:lnTo>
                    <a:pt x="414359" y="2063534"/>
                  </a:lnTo>
                  <a:lnTo>
                    <a:pt x="415204" y="2061221"/>
                  </a:lnTo>
                  <a:lnTo>
                    <a:pt x="416049" y="1964469"/>
                  </a:lnTo>
                  <a:lnTo>
                    <a:pt x="416894" y="1840376"/>
                  </a:lnTo>
                  <a:lnTo>
                    <a:pt x="417740" y="1639723"/>
                  </a:lnTo>
                  <a:lnTo>
                    <a:pt x="418585" y="1670431"/>
                  </a:lnTo>
                  <a:lnTo>
                    <a:pt x="419430" y="1802306"/>
                  </a:lnTo>
                  <a:lnTo>
                    <a:pt x="420275" y="1974776"/>
                  </a:lnTo>
                  <a:lnTo>
                    <a:pt x="421120" y="1940492"/>
                  </a:lnTo>
                  <a:lnTo>
                    <a:pt x="421965" y="2012214"/>
                  </a:lnTo>
                  <a:lnTo>
                    <a:pt x="422810" y="2059117"/>
                  </a:lnTo>
                  <a:lnTo>
                    <a:pt x="423655" y="2103286"/>
                  </a:lnTo>
                  <a:lnTo>
                    <a:pt x="423655" y="2103286"/>
                  </a:lnTo>
                  <a:lnTo>
                    <a:pt x="424500" y="2103286"/>
                  </a:lnTo>
                  <a:lnTo>
                    <a:pt x="425345" y="2103286"/>
                  </a:lnTo>
                  <a:lnTo>
                    <a:pt x="426190" y="2070686"/>
                  </a:lnTo>
                  <a:lnTo>
                    <a:pt x="427036" y="2061221"/>
                  </a:lnTo>
                  <a:lnTo>
                    <a:pt x="427881" y="2035771"/>
                  </a:lnTo>
                  <a:lnTo>
                    <a:pt x="428726" y="2024623"/>
                  </a:lnTo>
                  <a:lnTo>
                    <a:pt x="429571" y="2004222"/>
                  </a:lnTo>
                  <a:lnTo>
                    <a:pt x="430416" y="1917777"/>
                  </a:lnTo>
                  <a:lnTo>
                    <a:pt x="431261" y="1868981"/>
                  </a:lnTo>
                  <a:lnTo>
                    <a:pt x="432106" y="1863302"/>
                  </a:lnTo>
                  <a:lnTo>
                    <a:pt x="432951" y="1923035"/>
                  </a:lnTo>
                  <a:lnTo>
                    <a:pt x="433796" y="2008218"/>
                  </a:lnTo>
                  <a:lnTo>
                    <a:pt x="434641" y="2093822"/>
                  </a:lnTo>
                  <a:lnTo>
                    <a:pt x="435487" y="2103286"/>
                  </a:lnTo>
                  <a:lnTo>
                    <a:pt x="435487" y="2103286"/>
                  </a:lnTo>
                  <a:lnTo>
                    <a:pt x="436332" y="2083095"/>
                  </a:lnTo>
                  <a:lnTo>
                    <a:pt x="437177" y="2061221"/>
                  </a:lnTo>
                  <a:lnTo>
                    <a:pt x="438022" y="2011794"/>
                  </a:lnTo>
                  <a:lnTo>
                    <a:pt x="438867" y="1955636"/>
                  </a:lnTo>
                  <a:lnTo>
                    <a:pt x="439712" y="1756245"/>
                  </a:lnTo>
                  <a:lnTo>
                    <a:pt x="440557" y="1690622"/>
                  </a:lnTo>
                  <a:lnTo>
                    <a:pt x="441402" y="1811981"/>
                  </a:lnTo>
                  <a:lnTo>
                    <a:pt x="442247" y="1977721"/>
                  </a:lnTo>
                  <a:lnTo>
                    <a:pt x="443092" y="2046918"/>
                  </a:lnTo>
                  <a:lnTo>
                    <a:pt x="443937" y="2019576"/>
                  </a:lnTo>
                  <a:lnTo>
                    <a:pt x="444783" y="1991812"/>
                  </a:lnTo>
                  <a:lnTo>
                    <a:pt x="445628" y="1845003"/>
                  </a:lnTo>
                  <a:lnTo>
                    <a:pt x="446473" y="1687257"/>
                  </a:lnTo>
                  <a:lnTo>
                    <a:pt x="447318" y="1602283"/>
                  </a:lnTo>
                  <a:lnTo>
                    <a:pt x="448163" y="1462205"/>
                  </a:lnTo>
                  <a:lnTo>
                    <a:pt x="449008" y="1320024"/>
                  </a:lnTo>
                  <a:lnTo>
                    <a:pt x="449853" y="1394268"/>
                  </a:lnTo>
                  <a:lnTo>
                    <a:pt x="450698" y="1726168"/>
                  </a:lnTo>
                  <a:lnTo>
                    <a:pt x="451543" y="1765499"/>
                  </a:lnTo>
                  <a:lnTo>
                    <a:pt x="452388" y="1819132"/>
                  </a:lnTo>
                  <a:lnTo>
                    <a:pt x="453233" y="1937127"/>
                  </a:lnTo>
                  <a:lnTo>
                    <a:pt x="454079" y="2015579"/>
                  </a:lnTo>
                  <a:lnTo>
                    <a:pt x="454924" y="2002118"/>
                  </a:lnTo>
                  <a:lnTo>
                    <a:pt x="455769" y="1902423"/>
                  </a:lnTo>
                  <a:lnTo>
                    <a:pt x="456614" y="1874449"/>
                  </a:lnTo>
                  <a:lnTo>
                    <a:pt x="457459" y="1935444"/>
                  </a:lnTo>
                  <a:lnTo>
                    <a:pt x="458304" y="2011373"/>
                  </a:lnTo>
                  <a:lnTo>
                    <a:pt x="459149" y="2043974"/>
                  </a:lnTo>
                  <a:lnTo>
                    <a:pt x="459994" y="2028620"/>
                  </a:lnTo>
                  <a:lnTo>
                    <a:pt x="460839" y="1992023"/>
                  </a:lnTo>
                  <a:lnTo>
                    <a:pt x="461684" y="1996019"/>
                  </a:lnTo>
                  <a:lnTo>
                    <a:pt x="462529" y="2010952"/>
                  </a:lnTo>
                  <a:lnTo>
                    <a:pt x="463375" y="2061221"/>
                  </a:lnTo>
                  <a:lnTo>
                    <a:pt x="464220" y="2055542"/>
                  </a:lnTo>
                  <a:lnTo>
                    <a:pt x="465065" y="1985713"/>
                  </a:lnTo>
                  <a:lnTo>
                    <a:pt x="465910" y="1801885"/>
                  </a:lnTo>
                  <a:lnTo>
                    <a:pt x="466755" y="1715650"/>
                  </a:lnTo>
                  <a:lnTo>
                    <a:pt x="467600" y="1538344"/>
                  </a:lnTo>
                  <a:lnTo>
                    <a:pt x="468445" y="1629205"/>
                  </a:lnTo>
                  <a:lnTo>
                    <a:pt x="469290" y="1854047"/>
                  </a:lnTo>
                  <a:lnTo>
                    <a:pt x="470135" y="1891065"/>
                  </a:lnTo>
                  <a:lnTo>
                    <a:pt x="470980" y="1915463"/>
                  </a:lnTo>
                  <a:lnTo>
                    <a:pt x="471825" y="1980034"/>
                  </a:lnTo>
                  <a:lnTo>
                    <a:pt x="472671" y="1877394"/>
                  </a:lnTo>
                  <a:lnTo>
                    <a:pt x="473516" y="1742152"/>
                  </a:lnTo>
                  <a:lnTo>
                    <a:pt x="474361" y="1772229"/>
                  </a:lnTo>
                  <a:lnTo>
                    <a:pt x="475206" y="1825021"/>
                  </a:lnTo>
                  <a:lnTo>
                    <a:pt x="476051" y="1843530"/>
                  </a:lnTo>
                  <a:lnTo>
                    <a:pt x="476896" y="1866877"/>
                  </a:lnTo>
                  <a:lnTo>
                    <a:pt x="477741" y="2008428"/>
                  </a:lnTo>
                  <a:lnTo>
                    <a:pt x="478586" y="1959211"/>
                  </a:lnTo>
                  <a:lnTo>
                    <a:pt x="479431" y="1860988"/>
                  </a:lnTo>
                  <a:lnTo>
                    <a:pt x="480276" y="1798730"/>
                  </a:lnTo>
                  <a:lnTo>
                    <a:pt x="481121" y="1876763"/>
                  </a:lnTo>
                  <a:lnTo>
                    <a:pt x="481967" y="1954794"/>
                  </a:lnTo>
                  <a:lnTo>
                    <a:pt x="482812" y="1989499"/>
                  </a:lnTo>
                  <a:lnTo>
                    <a:pt x="483657" y="1948695"/>
                  </a:lnTo>
                  <a:lnTo>
                    <a:pt x="484502" y="1974565"/>
                  </a:lnTo>
                  <a:lnTo>
                    <a:pt x="485347" y="1986764"/>
                  </a:lnTo>
                  <a:lnTo>
                    <a:pt x="486192" y="1826915"/>
                  </a:lnTo>
                  <a:lnTo>
                    <a:pt x="487037" y="1734370"/>
                  </a:lnTo>
                  <a:lnTo>
                    <a:pt x="487882" y="1766761"/>
                  </a:lnTo>
                  <a:lnTo>
                    <a:pt x="488727" y="1931237"/>
                  </a:lnTo>
                  <a:lnTo>
                    <a:pt x="489572" y="1980034"/>
                  </a:lnTo>
                  <a:lnTo>
                    <a:pt x="490417" y="2038295"/>
                  </a:lnTo>
                  <a:lnTo>
                    <a:pt x="491263" y="2031354"/>
                  </a:lnTo>
                  <a:lnTo>
                    <a:pt x="492108" y="2018103"/>
                  </a:lnTo>
                  <a:lnTo>
                    <a:pt x="492953" y="1990340"/>
                  </a:lnTo>
                  <a:lnTo>
                    <a:pt x="493798" y="2000015"/>
                  </a:lnTo>
                  <a:lnTo>
                    <a:pt x="494643" y="2041029"/>
                  </a:lnTo>
                  <a:lnTo>
                    <a:pt x="495488" y="2097818"/>
                  </a:lnTo>
                  <a:lnTo>
                    <a:pt x="496333" y="2061852"/>
                  </a:lnTo>
                  <a:lnTo>
                    <a:pt x="497178" y="1899057"/>
                  </a:lnTo>
                  <a:lnTo>
                    <a:pt x="498023" y="1858885"/>
                  </a:lnTo>
                  <a:lnTo>
                    <a:pt x="498868" y="1788845"/>
                  </a:lnTo>
                  <a:lnTo>
                    <a:pt x="499714" y="1748462"/>
                  </a:lnTo>
                  <a:lnTo>
                    <a:pt x="500559" y="1808195"/>
                  </a:lnTo>
                  <a:lnTo>
                    <a:pt x="501404" y="1909363"/>
                  </a:lnTo>
                  <a:lnTo>
                    <a:pt x="502249" y="1979403"/>
                  </a:lnTo>
                  <a:lnTo>
                    <a:pt x="503094" y="2018103"/>
                  </a:lnTo>
                  <a:lnTo>
                    <a:pt x="503939" y="2012424"/>
                  </a:lnTo>
                  <a:lnTo>
                    <a:pt x="504784" y="2002539"/>
                  </a:lnTo>
                  <a:lnTo>
                    <a:pt x="505629" y="1964259"/>
                  </a:lnTo>
                  <a:lnTo>
                    <a:pt x="506474" y="1924928"/>
                  </a:lnTo>
                  <a:lnTo>
                    <a:pt x="507319" y="1901371"/>
                  </a:lnTo>
                  <a:lnTo>
                    <a:pt x="508164" y="1842268"/>
                  </a:lnTo>
                  <a:lnTo>
                    <a:pt x="509010" y="1875290"/>
                  </a:lnTo>
                  <a:lnTo>
                    <a:pt x="509855" y="1963839"/>
                  </a:lnTo>
                  <a:lnTo>
                    <a:pt x="510700" y="2033457"/>
                  </a:lnTo>
                  <a:lnTo>
                    <a:pt x="511545" y="2079940"/>
                  </a:lnTo>
                  <a:lnTo>
                    <a:pt x="512390" y="2018524"/>
                  </a:lnTo>
                  <a:lnTo>
                    <a:pt x="513235" y="1958160"/>
                  </a:lnTo>
                  <a:lnTo>
                    <a:pt x="514080" y="1987395"/>
                  </a:lnTo>
                  <a:lnTo>
                    <a:pt x="514925" y="1998543"/>
                  </a:lnTo>
                  <a:lnTo>
                    <a:pt x="515770" y="2058907"/>
                  </a:lnTo>
                  <a:lnTo>
                    <a:pt x="516615" y="1998964"/>
                  </a:lnTo>
                  <a:lnTo>
                    <a:pt x="517460" y="1870663"/>
                  </a:lnTo>
                  <a:lnTo>
                    <a:pt x="518306" y="1746148"/>
                  </a:lnTo>
                  <a:lnTo>
                    <a:pt x="519151" y="1817450"/>
                  </a:lnTo>
                  <a:lnTo>
                    <a:pt x="519996" y="1801885"/>
                  </a:lnTo>
                  <a:lnTo>
                    <a:pt x="520841" y="1795575"/>
                  </a:lnTo>
                  <a:lnTo>
                    <a:pt x="521686" y="1767181"/>
                  </a:lnTo>
                  <a:lnTo>
                    <a:pt x="522531" y="1811981"/>
                  </a:lnTo>
                  <a:lnTo>
                    <a:pt x="523376" y="1867718"/>
                  </a:lnTo>
                  <a:lnTo>
                    <a:pt x="524221" y="1892958"/>
                  </a:lnTo>
                  <a:lnTo>
                    <a:pt x="525066" y="1879707"/>
                  </a:lnTo>
                  <a:lnTo>
                    <a:pt x="525911" y="1780222"/>
                  </a:lnTo>
                  <a:lnTo>
                    <a:pt x="526756" y="1832382"/>
                  </a:lnTo>
                  <a:lnTo>
                    <a:pt x="527602" y="1825862"/>
                  </a:lnTo>
                  <a:lnTo>
                    <a:pt x="528447" y="1877604"/>
                  </a:lnTo>
                  <a:lnTo>
                    <a:pt x="529292" y="1813664"/>
                  </a:lnTo>
                  <a:lnTo>
                    <a:pt x="530137" y="1820184"/>
                  </a:lnTo>
                  <a:lnTo>
                    <a:pt x="530982" y="1903474"/>
                  </a:lnTo>
                  <a:lnTo>
                    <a:pt x="531827" y="1854888"/>
                  </a:lnTo>
                  <a:lnTo>
                    <a:pt x="532672" y="1849841"/>
                  </a:lnTo>
                  <a:lnTo>
                    <a:pt x="533517" y="1745938"/>
                  </a:lnTo>
                  <a:lnTo>
                    <a:pt x="534362" y="1717964"/>
                  </a:lnTo>
                  <a:lnTo>
                    <a:pt x="535207" y="1675689"/>
                  </a:lnTo>
                  <a:lnTo>
                    <a:pt x="536052" y="1778118"/>
                  </a:lnTo>
                  <a:lnTo>
                    <a:pt x="536898" y="1937757"/>
                  </a:lnTo>
                  <a:lnTo>
                    <a:pt x="537743" y="1809247"/>
                  </a:lnTo>
                  <a:lnTo>
                    <a:pt x="538588" y="1741100"/>
                  </a:lnTo>
                  <a:lnTo>
                    <a:pt x="539433" y="1752458"/>
                  </a:lnTo>
                  <a:lnTo>
                    <a:pt x="540278" y="1923035"/>
                  </a:lnTo>
                  <a:lnTo>
                    <a:pt x="541123" y="1867718"/>
                  </a:lnTo>
                  <a:lnTo>
                    <a:pt x="541968" y="1868560"/>
                  </a:lnTo>
                  <a:lnTo>
                    <a:pt x="542813" y="1868139"/>
                  </a:lnTo>
                  <a:lnTo>
                    <a:pt x="543658" y="1878445"/>
                  </a:lnTo>
                  <a:lnTo>
                    <a:pt x="544503" y="1955636"/>
                  </a:lnTo>
                  <a:lnTo>
                    <a:pt x="545348" y="1906419"/>
                  </a:lnTo>
                  <a:lnTo>
                    <a:pt x="546194" y="1784217"/>
                  </a:lnTo>
                  <a:lnTo>
                    <a:pt x="547039" y="1810719"/>
                  </a:lnTo>
                  <a:lnTo>
                    <a:pt x="547884" y="1936285"/>
                  </a:lnTo>
                  <a:lnTo>
                    <a:pt x="548729" y="1945540"/>
                  </a:lnTo>
                  <a:lnTo>
                    <a:pt x="549574" y="1968255"/>
                  </a:lnTo>
                  <a:lnTo>
                    <a:pt x="550419" y="1932289"/>
                  </a:lnTo>
                  <a:lnTo>
                    <a:pt x="551264" y="1903474"/>
                  </a:lnTo>
                  <a:lnTo>
                    <a:pt x="552109" y="1937758"/>
                  </a:lnTo>
                  <a:lnTo>
                    <a:pt x="552954" y="1926610"/>
                  </a:lnTo>
                  <a:lnTo>
                    <a:pt x="553799" y="1911887"/>
                  </a:lnTo>
                  <a:lnTo>
                    <a:pt x="554644" y="1930186"/>
                  </a:lnTo>
                  <a:lnTo>
                    <a:pt x="555490" y="1955004"/>
                  </a:lnTo>
                  <a:lnTo>
                    <a:pt x="556335" y="1929555"/>
                  </a:lnTo>
                  <a:lnTo>
                    <a:pt x="557180" y="1985292"/>
                  </a:lnTo>
                  <a:lnTo>
                    <a:pt x="558025" y="1939230"/>
                  </a:lnTo>
                  <a:lnTo>
                    <a:pt x="558870" y="1934182"/>
                  </a:lnTo>
                  <a:lnTo>
                    <a:pt x="559715" y="1962997"/>
                  </a:lnTo>
                  <a:lnTo>
                    <a:pt x="560560" y="2037243"/>
                  </a:lnTo>
                  <a:lnTo>
                    <a:pt x="561405" y="2063955"/>
                  </a:lnTo>
                  <a:lnTo>
                    <a:pt x="562250" y="2103286"/>
                  </a:lnTo>
                  <a:lnTo>
                    <a:pt x="562250" y="2103286"/>
                  </a:lnTo>
                  <a:lnTo>
                    <a:pt x="563095" y="2090036"/>
                  </a:lnTo>
                  <a:lnTo>
                    <a:pt x="563941" y="2016841"/>
                  </a:lnTo>
                  <a:lnTo>
                    <a:pt x="564786" y="1875921"/>
                  </a:lnTo>
                  <a:lnTo>
                    <a:pt x="565631" y="1801675"/>
                  </a:lnTo>
                  <a:lnTo>
                    <a:pt x="566476" y="1845213"/>
                  </a:lnTo>
                  <a:lnTo>
                    <a:pt x="567321" y="1924928"/>
                  </a:lnTo>
                  <a:lnTo>
                    <a:pt x="568166" y="2012004"/>
                  </a:lnTo>
                  <a:lnTo>
                    <a:pt x="569011" y="2042501"/>
                  </a:lnTo>
                  <a:lnTo>
                    <a:pt x="569856" y="1877814"/>
                  </a:lnTo>
                  <a:lnTo>
                    <a:pt x="570701" y="1724275"/>
                  </a:lnTo>
                  <a:lnTo>
                    <a:pt x="571546" y="1704714"/>
                  </a:lnTo>
                  <a:lnTo>
                    <a:pt x="572391" y="1784428"/>
                  </a:lnTo>
                  <a:lnTo>
                    <a:pt x="573237" y="1866667"/>
                  </a:lnTo>
                  <a:lnTo>
                    <a:pt x="574082" y="1984661"/>
                  </a:lnTo>
                  <a:lnTo>
                    <a:pt x="574927" y="2018524"/>
                  </a:lnTo>
                  <a:lnTo>
                    <a:pt x="575772" y="1931658"/>
                  </a:lnTo>
                  <a:lnTo>
                    <a:pt x="576617" y="1786111"/>
                  </a:lnTo>
                  <a:lnTo>
                    <a:pt x="577462" y="1603756"/>
                  </a:lnTo>
                  <a:lnTo>
                    <a:pt x="578307" y="1577255"/>
                  </a:lnTo>
                  <a:lnTo>
                    <a:pt x="579152" y="1636567"/>
                  </a:lnTo>
                  <a:lnTo>
                    <a:pt x="579997" y="1876342"/>
                  </a:lnTo>
                  <a:lnTo>
                    <a:pt x="580842" y="1935654"/>
                  </a:lnTo>
                  <a:lnTo>
                    <a:pt x="581687" y="1997071"/>
                  </a:lnTo>
                  <a:lnTo>
                    <a:pt x="582533" y="1993285"/>
                  </a:lnTo>
                  <a:lnTo>
                    <a:pt x="583378" y="1914832"/>
                  </a:lnTo>
                  <a:lnTo>
                    <a:pt x="584223" y="1871504"/>
                  </a:lnTo>
                  <a:lnTo>
                    <a:pt x="585068" y="1922824"/>
                  </a:lnTo>
                  <a:lnTo>
                    <a:pt x="585913" y="1920721"/>
                  </a:lnTo>
                  <a:lnTo>
                    <a:pt x="586758" y="1898426"/>
                  </a:lnTo>
                  <a:lnTo>
                    <a:pt x="587603" y="1826283"/>
                  </a:lnTo>
                  <a:lnTo>
                    <a:pt x="588448" y="1888121"/>
                  </a:lnTo>
                  <a:lnTo>
                    <a:pt x="589293" y="1886017"/>
                  </a:lnTo>
                  <a:lnTo>
                    <a:pt x="590138" y="1833014"/>
                  </a:lnTo>
                  <a:lnTo>
                    <a:pt x="590983" y="1919249"/>
                  </a:lnTo>
                  <a:lnTo>
                    <a:pt x="591829" y="1828597"/>
                  </a:lnTo>
                  <a:lnTo>
                    <a:pt x="592674" y="1745518"/>
                  </a:lnTo>
                  <a:lnTo>
                    <a:pt x="593519" y="1713969"/>
                  </a:lnTo>
                  <a:lnTo>
                    <a:pt x="594364" y="1651921"/>
                  </a:lnTo>
                  <a:lnTo>
                    <a:pt x="595209" y="1459051"/>
                  </a:lnTo>
                  <a:lnTo>
                    <a:pt x="596054" y="1420559"/>
                  </a:lnTo>
                  <a:lnTo>
                    <a:pt x="596899" y="1642456"/>
                  </a:lnTo>
                  <a:lnTo>
                    <a:pt x="597744" y="1888330"/>
                  </a:lnTo>
                  <a:lnTo>
                    <a:pt x="598589" y="1935023"/>
                  </a:lnTo>
                  <a:lnTo>
                    <a:pt x="599434" y="1948484"/>
                  </a:lnTo>
                  <a:lnTo>
                    <a:pt x="600279" y="2033878"/>
                  </a:lnTo>
                  <a:lnTo>
                    <a:pt x="601125" y="2066058"/>
                  </a:lnTo>
                  <a:lnTo>
                    <a:pt x="601970" y="1978562"/>
                  </a:lnTo>
                  <a:lnTo>
                    <a:pt x="602815" y="1832804"/>
                  </a:lnTo>
                  <a:lnTo>
                    <a:pt x="603660" y="1811560"/>
                  </a:lnTo>
                  <a:lnTo>
                    <a:pt x="604505" y="1807775"/>
                  </a:lnTo>
                  <a:lnTo>
                    <a:pt x="605350" y="1861619"/>
                  </a:lnTo>
                  <a:lnTo>
                    <a:pt x="606195" y="1816398"/>
                  </a:lnTo>
                  <a:lnTo>
                    <a:pt x="607040" y="1815136"/>
                  </a:lnTo>
                  <a:lnTo>
                    <a:pt x="607885" y="1617007"/>
                  </a:lnTo>
                  <a:lnTo>
                    <a:pt x="608730" y="1627523"/>
                  </a:lnTo>
                  <a:lnTo>
                    <a:pt x="609575" y="1730163"/>
                  </a:lnTo>
                  <a:lnTo>
                    <a:pt x="610421" y="1746990"/>
                  </a:lnTo>
                  <a:lnTo>
                    <a:pt x="611266" y="1727640"/>
                  </a:lnTo>
                  <a:lnTo>
                    <a:pt x="612111" y="1756244"/>
                  </a:lnTo>
                  <a:lnTo>
                    <a:pt x="612956" y="1908522"/>
                  </a:lnTo>
                  <a:lnTo>
                    <a:pt x="613801" y="1897585"/>
                  </a:lnTo>
                  <a:lnTo>
                    <a:pt x="614646" y="1918618"/>
                  </a:lnTo>
                  <a:lnTo>
                    <a:pt x="615491" y="1851313"/>
                  </a:lnTo>
                  <a:lnTo>
                    <a:pt x="616336" y="1877183"/>
                  </a:lnTo>
                  <a:lnTo>
                    <a:pt x="617181" y="1829017"/>
                  </a:lnTo>
                  <a:lnTo>
                    <a:pt x="618026" y="1779380"/>
                  </a:lnTo>
                  <a:lnTo>
                    <a:pt x="618871" y="1512262"/>
                  </a:lnTo>
                  <a:lnTo>
                    <a:pt x="619717" y="1394271"/>
                  </a:lnTo>
                  <a:lnTo>
                    <a:pt x="620562" y="1573259"/>
                  </a:lnTo>
                  <a:lnTo>
                    <a:pt x="621407" y="1866457"/>
                  </a:lnTo>
                  <a:lnTo>
                    <a:pt x="622252" y="1973934"/>
                  </a:lnTo>
                  <a:lnTo>
                    <a:pt x="623097" y="1977089"/>
                  </a:lnTo>
                  <a:lnTo>
                    <a:pt x="623942" y="1991812"/>
                  </a:lnTo>
                  <a:lnTo>
                    <a:pt x="624787" y="1970359"/>
                  </a:lnTo>
                  <a:lnTo>
                    <a:pt x="625632" y="1847948"/>
                  </a:lnTo>
                  <a:lnTo>
                    <a:pt x="626477" y="1785480"/>
                  </a:lnTo>
                  <a:lnTo>
                    <a:pt x="627322" y="1788424"/>
                  </a:lnTo>
                  <a:lnTo>
                    <a:pt x="628168" y="1807984"/>
                  </a:lnTo>
                  <a:lnTo>
                    <a:pt x="629013" y="1944278"/>
                  </a:lnTo>
                  <a:lnTo>
                    <a:pt x="629858" y="1902843"/>
                  </a:lnTo>
                  <a:lnTo>
                    <a:pt x="630703" y="1863722"/>
                  </a:lnTo>
                  <a:lnTo>
                    <a:pt x="631548" y="1791579"/>
                  </a:lnTo>
                  <a:lnTo>
                    <a:pt x="632393" y="1827124"/>
                  </a:lnTo>
                  <a:lnTo>
                    <a:pt x="633238" y="1840165"/>
                  </a:lnTo>
                  <a:lnTo>
                    <a:pt x="634083" y="1905788"/>
                  </a:lnTo>
                  <a:lnTo>
                    <a:pt x="634928" y="1929345"/>
                  </a:lnTo>
                  <a:lnTo>
                    <a:pt x="635773" y="1997281"/>
                  </a:lnTo>
                  <a:lnTo>
                    <a:pt x="636618" y="1874449"/>
                  </a:lnTo>
                  <a:lnTo>
                    <a:pt x="637464" y="1853837"/>
                  </a:lnTo>
                  <a:lnTo>
                    <a:pt x="638309" y="1915253"/>
                  </a:lnTo>
                  <a:lnTo>
                    <a:pt x="639154" y="2019786"/>
                  </a:lnTo>
                  <a:lnTo>
                    <a:pt x="639999" y="1975827"/>
                  </a:lnTo>
                  <a:lnTo>
                    <a:pt x="640844" y="1856781"/>
                  </a:lnTo>
                  <a:lnTo>
                    <a:pt x="641689" y="1812612"/>
                  </a:lnTo>
                  <a:lnTo>
                    <a:pt x="642534" y="1832804"/>
                  </a:lnTo>
                  <a:lnTo>
                    <a:pt x="643379" y="1852364"/>
                  </a:lnTo>
                  <a:lnTo>
                    <a:pt x="644224" y="1814505"/>
                  </a:lnTo>
                  <a:lnTo>
                    <a:pt x="645069" y="1840796"/>
                  </a:lnTo>
                  <a:lnTo>
                    <a:pt x="645914" y="1972042"/>
                  </a:lnTo>
                  <a:lnTo>
                    <a:pt x="646760" y="2085619"/>
                  </a:lnTo>
                  <a:lnTo>
                    <a:pt x="647605" y="2080361"/>
                  </a:lnTo>
                  <a:lnTo>
                    <a:pt x="648450" y="1979823"/>
                  </a:lnTo>
                  <a:lnTo>
                    <a:pt x="649295" y="1881179"/>
                  </a:lnTo>
                  <a:lnTo>
                    <a:pt x="650140" y="1846265"/>
                  </a:lnTo>
                  <a:lnTo>
                    <a:pt x="650985" y="1827545"/>
                  </a:lnTo>
                  <a:lnTo>
                    <a:pt x="651830" y="1887700"/>
                  </a:lnTo>
                  <a:lnTo>
                    <a:pt x="652675" y="1932289"/>
                  </a:lnTo>
                  <a:lnTo>
                    <a:pt x="653520" y="1920721"/>
                  </a:lnTo>
                  <a:lnTo>
                    <a:pt x="654365" y="1925979"/>
                  </a:lnTo>
                  <a:lnTo>
                    <a:pt x="655210" y="2003170"/>
                  </a:lnTo>
                  <a:lnTo>
                    <a:pt x="656056" y="2061221"/>
                  </a:lnTo>
                  <a:lnTo>
                    <a:pt x="656901" y="2072578"/>
                  </a:lnTo>
                  <a:lnTo>
                    <a:pt x="657746" y="1979403"/>
                  </a:lnTo>
                  <a:lnTo>
                    <a:pt x="658591" y="1971831"/>
                  </a:lnTo>
                  <a:lnTo>
                    <a:pt x="659436" y="1963418"/>
                  </a:lnTo>
                  <a:lnTo>
                    <a:pt x="660281" y="1871715"/>
                  </a:lnTo>
                  <a:lnTo>
                    <a:pt x="661126" y="1819763"/>
                  </a:lnTo>
                  <a:lnTo>
                    <a:pt x="661971" y="1860147"/>
                  </a:lnTo>
                  <a:lnTo>
                    <a:pt x="662816" y="1873608"/>
                  </a:lnTo>
                  <a:lnTo>
                    <a:pt x="663661" y="1959422"/>
                  </a:lnTo>
                  <a:lnTo>
                    <a:pt x="664506" y="1948695"/>
                  </a:lnTo>
                  <a:lnTo>
                    <a:pt x="665352" y="1827125"/>
                  </a:lnTo>
                  <a:lnTo>
                    <a:pt x="666197" y="1810298"/>
                  </a:lnTo>
                  <a:lnTo>
                    <a:pt x="667042" y="1916304"/>
                  </a:lnTo>
                  <a:lnTo>
                    <a:pt x="667887" y="1867928"/>
                  </a:lnTo>
                  <a:lnTo>
                    <a:pt x="668732" y="1795365"/>
                  </a:lnTo>
                  <a:lnTo>
                    <a:pt x="669577" y="1836800"/>
                  </a:lnTo>
                  <a:lnTo>
                    <a:pt x="670422" y="1933130"/>
                  </a:lnTo>
                  <a:lnTo>
                    <a:pt x="671267" y="1906629"/>
                  </a:lnTo>
                  <a:lnTo>
                    <a:pt x="672112" y="1838903"/>
                  </a:lnTo>
                  <a:lnTo>
                    <a:pt x="672957" y="1806513"/>
                  </a:lnTo>
                  <a:lnTo>
                    <a:pt x="673802" y="1816398"/>
                  </a:lnTo>
                  <a:lnTo>
                    <a:pt x="674648" y="1898006"/>
                  </a:lnTo>
                  <a:lnTo>
                    <a:pt x="675493" y="1896744"/>
                  </a:lnTo>
                  <a:lnTo>
                    <a:pt x="676338" y="1768233"/>
                  </a:lnTo>
                  <a:lnTo>
                    <a:pt x="677183" y="1769495"/>
                  </a:lnTo>
                  <a:lnTo>
                    <a:pt x="678028" y="1881810"/>
                  </a:lnTo>
                  <a:lnTo>
                    <a:pt x="678873" y="1973514"/>
                  </a:lnTo>
                  <a:lnTo>
                    <a:pt x="679718" y="1985713"/>
                  </a:lnTo>
                  <a:lnTo>
                    <a:pt x="680563" y="1966573"/>
                  </a:lnTo>
                  <a:lnTo>
                    <a:pt x="681408" y="2011162"/>
                  </a:lnTo>
                  <a:lnTo>
                    <a:pt x="682253" y="1955846"/>
                  </a:lnTo>
                  <a:lnTo>
                    <a:pt x="683099" y="1950167"/>
                  </a:lnTo>
                  <a:lnTo>
                    <a:pt x="683944" y="1945540"/>
                  </a:lnTo>
                  <a:lnTo>
                    <a:pt x="684789" y="1925348"/>
                  </a:lnTo>
                  <a:lnTo>
                    <a:pt x="685634" y="1736893"/>
                  </a:lnTo>
                  <a:lnTo>
                    <a:pt x="686479" y="1661807"/>
                  </a:lnTo>
                  <a:lnTo>
                    <a:pt x="687324" y="1581881"/>
                  </a:lnTo>
                  <a:lnTo>
                    <a:pt x="688169" y="1751616"/>
                  </a:lnTo>
                  <a:lnTo>
                    <a:pt x="689014" y="1848999"/>
                  </a:lnTo>
                  <a:lnTo>
                    <a:pt x="689859" y="1957108"/>
                  </a:lnTo>
                  <a:lnTo>
                    <a:pt x="690704" y="1872766"/>
                  </a:lnTo>
                  <a:lnTo>
                    <a:pt x="691549" y="1871504"/>
                  </a:lnTo>
                  <a:lnTo>
                    <a:pt x="692395" y="1817029"/>
                  </a:lnTo>
                  <a:lnTo>
                    <a:pt x="693240" y="1849420"/>
                  </a:lnTo>
                  <a:lnTo>
                    <a:pt x="694085" y="1939440"/>
                  </a:lnTo>
                  <a:lnTo>
                    <a:pt x="694930" y="2013686"/>
                  </a:lnTo>
                  <a:lnTo>
                    <a:pt x="695775" y="1989078"/>
                  </a:lnTo>
                  <a:lnTo>
                    <a:pt x="696620" y="1763186"/>
                  </a:lnTo>
                  <a:lnTo>
                    <a:pt x="697465" y="1733319"/>
                  </a:lnTo>
                  <a:lnTo>
                    <a:pt x="698310" y="1833225"/>
                  </a:lnTo>
                  <a:lnTo>
                    <a:pt x="699155" y="1986554"/>
                  </a:lnTo>
                  <a:lnTo>
                    <a:pt x="700000" y="1971200"/>
                  </a:lnTo>
                  <a:lnTo>
                    <a:pt x="700845" y="1966362"/>
                  </a:lnTo>
                  <a:lnTo>
                    <a:pt x="701691" y="1838483"/>
                  </a:lnTo>
                  <a:lnTo>
                    <a:pt x="702536" y="1737736"/>
                  </a:lnTo>
                  <a:lnTo>
                    <a:pt x="703381" y="1853626"/>
                  </a:lnTo>
                  <a:lnTo>
                    <a:pt x="704226" y="1999174"/>
                  </a:lnTo>
                  <a:lnTo>
                    <a:pt x="705071" y="1988026"/>
                  </a:lnTo>
                  <a:lnTo>
                    <a:pt x="705916" y="1986975"/>
                  </a:lnTo>
                  <a:lnTo>
                    <a:pt x="706761" y="2000015"/>
                  </a:lnTo>
                  <a:lnTo>
                    <a:pt x="707606" y="1953743"/>
                  </a:lnTo>
                  <a:lnTo>
                    <a:pt x="708451" y="1959211"/>
                  </a:lnTo>
                  <a:lnTo>
                    <a:pt x="709296" y="1847527"/>
                  </a:lnTo>
                  <a:lnTo>
                    <a:pt x="710141" y="1756034"/>
                  </a:lnTo>
                  <a:lnTo>
                    <a:pt x="710987" y="1707449"/>
                  </a:lnTo>
                  <a:lnTo>
                    <a:pt x="711832" y="1847947"/>
                  </a:lnTo>
                  <a:lnTo>
                    <a:pt x="712677" y="1928293"/>
                  </a:lnTo>
                  <a:lnTo>
                    <a:pt x="713522" y="1999384"/>
                  </a:lnTo>
                  <a:lnTo>
                    <a:pt x="714367" y="1985713"/>
                  </a:lnTo>
                  <a:lnTo>
                    <a:pt x="715212" y="1899689"/>
                  </a:lnTo>
                  <a:lnTo>
                    <a:pt x="716057" y="1829017"/>
                  </a:lnTo>
                  <a:lnTo>
                    <a:pt x="716902" y="1848789"/>
                  </a:lnTo>
                  <a:lnTo>
                    <a:pt x="717747" y="1751827"/>
                  </a:lnTo>
                  <a:lnTo>
                    <a:pt x="718592" y="1658441"/>
                  </a:lnTo>
                  <a:lnTo>
                    <a:pt x="719437" y="1681578"/>
                  </a:lnTo>
                  <a:lnTo>
                    <a:pt x="720283" y="1728060"/>
                  </a:lnTo>
                  <a:lnTo>
                    <a:pt x="721128" y="1717544"/>
                  </a:lnTo>
                  <a:lnTo>
                    <a:pt x="721973" y="1720068"/>
                  </a:lnTo>
                  <a:lnTo>
                    <a:pt x="722818" y="1921141"/>
                  </a:lnTo>
                  <a:lnTo>
                    <a:pt x="723663" y="1991602"/>
                  </a:lnTo>
                  <a:lnTo>
                    <a:pt x="724508" y="1967624"/>
                  </a:lnTo>
                  <a:lnTo>
                    <a:pt x="725353" y="1872556"/>
                  </a:lnTo>
                  <a:lnTo>
                    <a:pt x="726198" y="1885597"/>
                  </a:lnTo>
                  <a:lnTo>
                    <a:pt x="727043" y="1962577"/>
                  </a:lnTo>
                  <a:lnTo>
                    <a:pt x="727888" y="1992443"/>
                  </a:lnTo>
                  <a:lnTo>
                    <a:pt x="728733" y="1916304"/>
                  </a:lnTo>
                  <a:lnTo>
                    <a:pt x="729579" y="1762344"/>
                  </a:lnTo>
                  <a:lnTo>
                    <a:pt x="730424" y="1821445"/>
                  </a:lnTo>
                  <a:lnTo>
                    <a:pt x="731269" y="1945329"/>
                  </a:lnTo>
                  <a:lnTo>
                    <a:pt x="732114" y="1983820"/>
                  </a:lnTo>
                  <a:lnTo>
                    <a:pt x="732959" y="1940282"/>
                  </a:lnTo>
                  <a:lnTo>
                    <a:pt x="733804" y="1914832"/>
                  </a:lnTo>
                  <a:lnTo>
                    <a:pt x="734649" y="1917145"/>
                  </a:lnTo>
                  <a:lnTo>
                    <a:pt x="735494" y="1951009"/>
                  </a:lnTo>
                  <a:lnTo>
                    <a:pt x="736339" y="1946381"/>
                  </a:lnTo>
                  <a:lnTo>
                    <a:pt x="737184" y="1928924"/>
                  </a:lnTo>
                  <a:lnTo>
                    <a:pt x="738029" y="1939651"/>
                  </a:lnTo>
                  <a:lnTo>
                    <a:pt x="738875" y="1918828"/>
                  </a:lnTo>
                  <a:lnTo>
                    <a:pt x="739720" y="1811561"/>
                  </a:lnTo>
                  <a:lnTo>
                    <a:pt x="740565" y="1775594"/>
                  </a:lnTo>
                  <a:lnTo>
                    <a:pt x="741410" y="1825232"/>
                  </a:lnTo>
                  <a:lnTo>
                    <a:pt x="742255" y="1819764"/>
                  </a:lnTo>
                  <a:lnTo>
                    <a:pt x="743100" y="1812612"/>
                  </a:lnTo>
                  <a:lnTo>
                    <a:pt x="743945" y="1876552"/>
                  </a:lnTo>
                  <a:lnTo>
                    <a:pt x="744790" y="1960684"/>
                  </a:lnTo>
                  <a:lnTo>
                    <a:pt x="745635" y="1932710"/>
                  </a:lnTo>
                  <a:lnTo>
                    <a:pt x="746480" y="1966573"/>
                  </a:lnTo>
                  <a:lnTo>
                    <a:pt x="747326" y="1976038"/>
                  </a:lnTo>
                  <a:lnTo>
                    <a:pt x="748171" y="1889803"/>
                  </a:lnTo>
                  <a:lnTo>
                    <a:pt x="749016" y="1788634"/>
                  </a:lnTo>
                  <a:lnTo>
                    <a:pt x="749861" y="1822918"/>
                  </a:lnTo>
                  <a:lnTo>
                    <a:pt x="750706" y="1958160"/>
                  </a:lnTo>
                  <a:lnTo>
                    <a:pt x="751551" y="2013897"/>
                  </a:lnTo>
                  <a:lnTo>
                    <a:pt x="752396" y="1989919"/>
                  </a:lnTo>
                  <a:lnTo>
                    <a:pt x="753241" y="1948695"/>
                  </a:lnTo>
                  <a:lnTo>
                    <a:pt x="754086" y="1891906"/>
                  </a:lnTo>
                  <a:lnTo>
                    <a:pt x="754931" y="1881600"/>
                  </a:lnTo>
                  <a:lnTo>
                    <a:pt x="755776" y="1877394"/>
                  </a:lnTo>
                  <a:lnTo>
                    <a:pt x="756622" y="1960894"/>
                  </a:lnTo>
                  <a:lnTo>
                    <a:pt x="757467" y="2021889"/>
                  </a:lnTo>
                  <a:lnTo>
                    <a:pt x="758312" y="2008849"/>
                  </a:lnTo>
                  <a:lnTo>
                    <a:pt x="759157" y="1933972"/>
                  </a:lnTo>
                  <a:lnTo>
                    <a:pt x="760002" y="1895902"/>
                  </a:lnTo>
                  <a:lnTo>
                    <a:pt x="760847" y="1967624"/>
                  </a:lnTo>
                  <a:lnTo>
                    <a:pt x="761692" y="2031565"/>
                  </a:lnTo>
                  <a:lnTo>
                    <a:pt x="762537" y="2041029"/>
                  </a:lnTo>
                  <a:lnTo>
                    <a:pt x="763382" y="1915253"/>
                  </a:lnTo>
                  <a:lnTo>
                    <a:pt x="764227" y="1833014"/>
                  </a:lnTo>
                  <a:lnTo>
                    <a:pt x="765072" y="1855730"/>
                  </a:lnTo>
                  <a:lnTo>
                    <a:pt x="765918" y="1925559"/>
                  </a:lnTo>
                  <a:lnTo>
                    <a:pt x="766763" y="1891486"/>
                  </a:lnTo>
                  <a:lnTo>
                    <a:pt x="767608" y="1846475"/>
                  </a:lnTo>
                  <a:lnTo>
                    <a:pt x="768453" y="1934182"/>
                  </a:lnTo>
                  <a:lnTo>
                    <a:pt x="769298" y="1927872"/>
                  </a:lnTo>
                  <a:lnTo>
                    <a:pt x="770143" y="1931448"/>
                  </a:lnTo>
                  <a:lnTo>
                    <a:pt x="770988" y="1973724"/>
                  </a:lnTo>
                  <a:lnTo>
                    <a:pt x="771833" y="2047970"/>
                  </a:lnTo>
                  <a:lnTo>
                    <a:pt x="772678" y="1993074"/>
                  </a:lnTo>
                  <a:lnTo>
                    <a:pt x="773523" y="2003170"/>
                  </a:lnTo>
                  <a:lnTo>
                    <a:pt x="774368" y="1901581"/>
                  </a:lnTo>
                  <a:lnTo>
                    <a:pt x="775214" y="1935023"/>
                  </a:lnTo>
                  <a:lnTo>
                    <a:pt x="776059" y="1996860"/>
                  </a:lnTo>
                  <a:lnTo>
                    <a:pt x="776904" y="2037454"/>
                  </a:lnTo>
                  <a:lnTo>
                    <a:pt x="777749" y="1924718"/>
                  </a:lnTo>
                  <a:lnTo>
                    <a:pt x="778594" y="1847106"/>
                  </a:lnTo>
                  <a:lnTo>
                    <a:pt x="779439" y="1884124"/>
                  </a:lnTo>
                  <a:lnTo>
                    <a:pt x="780284" y="1937968"/>
                  </a:lnTo>
                  <a:lnTo>
                    <a:pt x="781129" y="1695248"/>
                  </a:lnTo>
                  <a:lnTo>
                    <a:pt x="781974" y="1408570"/>
                  </a:lnTo>
                  <a:lnTo>
                    <a:pt x="782819" y="1260290"/>
                  </a:lnTo>
                  <a:lnTo>
                    <a:pt x="783664" y="1395320"/>
                  </a:lnTo>
                  <a:lnTo>
                    <a:pt x="784510" y="1694408"/>
                  </a:lnTo>
                  <a:lnTo>
                    <a:pt x="785355" y="1899058"/>
                  </a:lnTo>
                  <a:lnTo>
                    <a:pt x="786200" y="1883072"/>
                  </a:lnTo>
                  <a:lnTo>
                    <a:pt x="787045" y="1963418"/>
                  </a:lnTo>
                  <a:lnTo>
                    <a:pt x="787890" y="1921142"/>
                  </a:lnTo>
                  <a:lnTo>
                    <a:pt x="788735" y="1849420"/>
                  </a:lnTo>
                  <a:lnTo>
                    <a:pt x="789580" y="1865405"/>
                  </a:lnTo>
                  <a:lnTo>
                    <a:pt x="790425" y="1972462"/>
                  </a:lnTo>
                  <a:lnTo>
                    <a:pt x="791270" y="1963208"/>
                  </a:lnTo>
                  <a:lnTo>
                    <a:pt x="792115" y="1855519"/>
                  </a:lnTo>
                  <a:lnTo>
                    <a:pt x="792960" y="1822077"/>
                  </a:lnTo>
                  <a:lnTo>
                    <a:pt x="793806" y="1938599"/>
                  </a:lnTo>
                  <a:lnTo>
                    <a:pt x="794651" y="2043763"/>
                  </a:lnTo>
                  <a:lnTo>
                    <a:pt x="795496" y="2071317"/>
                  </a:lnTo>
                  <a:lnTo>
                    <a:pt x="796341" y="1976458"/>
                  </a:lnTo>
                  <a:lnTo>
                    <a:pt x="797186" y="1904316"/>
                  </a:lnTo>
                  <a:lnTo>
                    <a:pt x="798031" y="1919038"/>
                  </a:lnTo>
                  <a:lnTo>
                    <a:pt x="798876" y="1945960"/>
                  </a:lnTo>
                  <a:lnTo>
                    <a:pt x="799721" y="1991181"/>
                  </a:lnTo>
                  <a:lnTo>
                    <a:pt x="800566" y="1969938"/>
                  </a:lnTo>
                  <a:lnTo>
                    <a:pt x="801411" y="1926610"/>
                  </a:lnTo>
                  <a:lnTo>
                    <a:pt x="802256" y="1864143"/>
                  </a:lnTo>
                  <a:lnTo>
                    <a:pt x="803102" y="1919459"/>
                  </a:lnTo>
                  <a:lnTo>
                    <a:pt x="803947" y="1944909"/>
                  </a:lnTo>
                  <a:lnTo>
                    <a:pt x="804792" y="1851313"/>
                  </a:lnTo>
                  <a:lnTo>
                    <a:pt x="805637" y="1862671"/>
                  </a:lnTo>
                  <a:lnTo>
                    <a:pt x="806482" y="1987396"/>
                  </a:lnTo>
                  <a:lnTo>
                    <a:pt x="807327" y="2014318"/>
                  </a:lnTo>
                  <a:lnTo>
                    <a:pt x="808172" y="1977089"/>
                  </a:lnTo>
                  <a:lnTo>
                    <a:pt x="809017" y="1999805"/>
                  </a:lnTo>
                  <a:lnTo>
                    <a:pt x="809862" y="2098870"/>
                  </a:lnTo>
                  <a:lnTo>
                    <a:pt x="810707" y="2073840"/>
                  </a:lnTo>
                  <a:lnTo>
                    <a:pt x="811553" y="2005694"/>
                  </a:lnTo>
                  <a:lnTo>
                    <a:pt x="812398" y="1952901"/>
                  </a:lnTo>
                  <a:lnTo>
                    <a:pt x="813243" y="1996860"/>
                  </a:lnTo>
                  <a:lnTo>
                    <a:pt x="814088" y="2035561"/>
                  </a:lnTo>
                  <a:lnTo>
                    <a:pt x="814933" y="1927662"/>
                  </a:lnTo>
                  <a:lnTo>
                    <a:pt x="815778" y="1811350"/>
                  </a:lnTo>
                  <a:lnTo>
                    <a:pt x="816623" y="1835538"/>
                  </a:lnTo>
                  <a:lnTo>
                    <a:pt x="817468" y="1898637"/>
                  </a:lnTo>
                  <a:lnTo>
                    <a:pt x="818313" y="1760872"/>
                  </a:lnTo>
                  <a:lnTo>
                    <a:pt x="819158" y="1589243"/>
                  </a:lnTo>
                  <a:lnTo>
                    <a:pt x="820003" y="1585667"/>
                  </a:lnTo>
                  <a:lnTo>
                    <a:pt x="820849" y="1723223"/>
                  </a:lnTo>
                  <a:lnTo>
                    <a:pt x="821694" y="1591766"/>
                  </a:lnTo>
                  <a:lnTo>
                    <a:pt x="822539" y="1479451"/>
                  </a:lnTo>
                  <a:lnTo>
                    <a:pt x="823384" y="1558955"/>
                  </a:lnTo>
                  <a:lnTo>
                    <a:pt x="824229" y="1791579"/>
                  </a:lnTo>
                  <a:lnTo>
                    <a:pt x="825074" y="1785480"/>
                  </a:lnTo>
                  <a:lnTo>
                    <a:pt x="825919" y="1786742"/>
                  </a:lnTo>
                  <a:lnTo>
                    <a:pt x="826764" y="1802096"/>
                  </a:lnTo>
                  <a:lnTo>
                    <a:pt x="827609" y="1828597"/>
                  </a:lnTo>
                  <a:lnTo>
                    <a:pt x="828454" y="1951429"/>
                  </a:lnTo>
                  <a:lnTo>
                    <a:pt x="829299" y="2031144"/>
                  </a:lnTo>
                  <a:lnTo>
                    <a:pt x="830145" y="1977089"/>
                  </a:lnTo>
                  <a:lnTo>
                    <a:pt x="830990" y="1977720"/>
                  </a:lnTo>
                  <a:lnTo>
                    <a:pt x="831835" y="2046918"/>
                  </a:lnTo>
                  <a:lnTo>
                    <a:pt x="832680" y="1987185"/>
                  </a:lnTo>
                  <a:lnTo>
                    <a:pt x="833525" y="1935023"/>
                  </a:lnTo>
                  <a:lnTo>
                    <a:pt x="834370" y="1983610"/>
                  </a:lnTo>
                  <a:lnTo>
                    <a:pt x="835215" y="2042502"/>
                  </a:lnTo>
                  <a:lnTo>
                    <a:pt x="836060" y="2071317"/>
                  </a:lnTo>
                  <a:lnTo>
                    <a:pt x="836905" y="2094873"/>
                  </a:lnTo>
                  <a:lnTo>
                    <a:pt x="837750" y="1973514"/>
                  </a:lnTo>
                  <a:lnTo>
                    <a:pt x="838595" y="1902423"/>
                  </a:lnTo>
                  <a:lnTo>
                    <a:pt x="839441" y="1956057"/>
                  </a:lnTo>
                  <a:lnTo>
                    <a:pt x="840286" y="2034509"/>
                  </a:lnTo>
                  <a:lnTo>
                    <a:pt x="841131" y="2028199"/>
                  </a:lnTo>
                  <a:lnTo>
                    <a:pt x="841976" y="2026096"/>
                  </a:lnTo>
                  <a:lnTo>
                    <a:pt x="842821" y="2072999"/>
                  </a:lnTo>
                  <a:lnTo>
                    <a:pt x="843666" y="2103286"/>
                  </a:lnTo>
                  <a:lnTo>
                    <a:pt x="843666" y="2103286"/>
                  </a:lnTo>
                  <a:lnTo>
                    <a:pt x="844511" y="2103286"/>
                  </a:lnTo>
                  <a:lnTo>
                    <a:pt x="845356" y="2103286"/>
                  </a:lnTo>
                  <a:lnTo>
                    <a:pt x="846201" y="2103286"/>
                  </a:lnTo>
                  <a:lnTo>
                    <a:pt x="847046" y="2095504"/>
                  </a:lnTo>
                  <a:lnTo>
                    <a:pt x="847891" y="1990340"/>
                  </a:lnTo>
                  <a:lnTo>
                    <a:pt x="847891" y="199034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l1003"/>
            <p:cNvSpPr/>
            <p:nvPr/>
          </p:nvSpPr>
          <p:spPr>
            <a:xfrm>
              <a:off x="693775" y="4276163"/>
              <a:ext cx="0" cy="2103286"/>
            </a:xfrm>
            <a:custGeom>
              <a:avLst/>
              <a:pathLst>
                <a:path w="0" h="2103286">
                  <a:moveTo>
                    <a:pt x="0" y="210328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tx1004"/>
            <p:cNvSpPr/>
            <p:nvPr/>
          </p:nvSpPr>
          <p:spPr>
            <a:xfrm>
              <a:off x="311199" y="6335657"/>
              <a:ext cx="31994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0.000</a:t>
              </a:r>
            </a:p>
          </p:txBody>
        </p:sp>
        <p:sp>
          <p:nvSpPr>
            <p:cNvPr id="1005" name="tx1005"/>
            <p:cNvSpPr/>
            <p:nvPr/>
          </p:nvSpPr>
          <p:spPr>
            <a:xfrm>
              <a:off x="311199" y="5809835"/>
              <a:ext cx="31994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0.025</a:t>
              </a:r>
            </a:p>
          </p:txBody>
        </p:sp>
        <p:sp>
          <p:nvSpPr>
            <p:cNvPr id="1006" name="tx1006"/>
            <p:cNvSpPr/>
            <p:nvPr/>
          </p:nvSpPr>
          <p:spPr>
            <a:xfrm>
              <a:off x="311199" y="5284013"/>
              <a:ext cx="31994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0.050</a:t>
              </a:r>
            </a:p>
          </p:txBody>
        </p:sp>
        <p:sp>
          <p:nvSpPr>
            <p:cNvPr id="1007" name="tx1007"/>
            <p:cNvSpPr/>
            <p:nvPr/>
          </p:nvSpPr>
          <p:spPr>
            <a:xfrm>
              <a:off x="311199" y="4758192"/>
              <a:ext cx="31994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0.075</a:t>
              </a:r>
            </a:p>
          </p:txBody>
        </p:sp>
        <p:sp>
          <p:nvSpPr>
            <p:cNvPr id="1008" name="tx1008"/>
            <p:cNvSpPr/>
            <p:nvPr/>
          </p:nvSpPr>
          <p:spPr>
            <a:xfrm>
              <a:off x="311199" y="4232370"/>
              <a:ext cx="31994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0.100</a:t>
              </a:r>
            </a:p>
          </p:txBody>
        </p:sp>
        <p:sp>
          <p:nvSpPr>
            <p:cNvPr id="1009" name="pl1009"/>
            <p:cNvSpPr/>
            <p:nvPr/>
          </p:nvSpPr>
          <p:spPr>
            <a:xfrm>
              <a:off x="658980" y="63794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l1010"/>
            <p:cNvSpPr/>
            <p:nvPr/>
          </p:nvSpPr>
          <p:spPr>
            <a:xfrm>
              <a:off x="658980" y="58536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l1011"/>
            <p:cNvSpPr/>
            <p:nvPr/>
          </p:nvSpPr>
          <p:spPr>
            <a:xfrm>
              <a:off x="658980" y="53278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l1012"/>
            <p:cNvSpPr/>
            <p:nvPr/>
          </p:nvSpPr>
          <p:spPr>
            <a:xfrm>
              <a:off x="658980" y="480198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l1013"/>
            <p:cNvSpPr/>
            <p:nvPr/>
          </p:nvSpPr>
          <p:spPr>
            <a:xfrm>
              <a:off x="658980" y="42761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l1014"/>
            <p:cNvSpPr/>
            <p:nvPr/>
          </p:nvSpPr>
          <p:spPr>
            <a:xfrm>
              <a:off x="693775" y="6379450"/>
              <a:ext cx="8304720" cy="0"/>
            </a:xfrm>
            <a:custGeom>
              <a:avLst/>
              <a:pathLst>
                <a:path w="8304720" h="0">
                  <a:moveTo>
                    <a:pt x="0" y="0"/>
                  </a:moveTo>
                  <a:lnTo>
                    <a:pt x="830472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l1015"/>
            <p:cNvSpPr/>
            <p:nvPr/>
          </p:nvSpPr>
          <p:spPr>
            <a:xfrm>
              <a:off x="237381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l1016"/>
            <p:cNvSpPr/>
            <p:nvPr/>
          </p:nvSpPr>
          <p:spPr>
            <a:xfrm>
              <a:off x="448654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l1017"/>
            <p:cNvSpPr/>
            <p:nvPr/>
          </p:nvSpPr>
          <p:spPr>
            <a:xfrm>
              <a:off x="6599279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l1018"/>
            <p:cNvSpPr/>
            <p:nvPr/>
          </p:nvSpPr>
          <p:spPr>
            <a:xfrm>
              <a:off x="8712009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tx1019"/>
            <p:cNvSpPr/>
            <p:nvPr/>
          </p:nvSpPr>
          <p:spPr>
            <a:xfrm>
              <a:off x="2053845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159000000</a:t>
              </a:r>
            </a:p>
          </p:txBody>
        </p:sp>
        <p:sp>
          <p:nvSpPr>
            <p:cNvPr id="1020" name="tx1020"/>
            <p:cNvSpPr/>
            <p:nvPr/>
          </p:nvSpPr>
          <p:spPr>
            <a:xfrm>
              <a:off x="4166575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159500000</a:t>
              </a:r>
            </a:p>
          </p:txBody>
        </p:sp>
        <p:sp>
          <p:nvSpPr>
            <p:cNvPr id="1021" name="tx1021"/>
            <p:cNvSpPr/>
            <p:nvPr/>
          </p:nvSpPr>
          <p:spPr>
            <a:xfrm>
              <a:off x="6279306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160000000</a:t>
              </a:r>
            </a:p>
          </p:txBody>
        </p:sp>
        <p:sp>
          <p:nvSpPr>
            <p:cNvPr id="1022" name="tx1022"/>
            <p:cNvSpPr/>
            <p:nvPr/>
          </p:nvSpPr>
          <p:spPr>
            <a:xfrm>
              <a:off x="8392036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160500000</a:t>
              </a:r>
            </a:p>
          </p:txBody>
        </p:sp>
        <p:sp>
          <p:nvSpPr>
            <p:cNvPr id="1023" name="tx1023"/>
            <p:cNvSpPr/>
            <p:nvPr/>
          </p:nvSpPr>
          <p:spPr>
            <a:xfrm>
              <a:off x="4569463" y="6548239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1024" name="tx1024"/>
            <p:cNvSpPr/>
            <p:nvPr/>
          </p:nvSpPr>
          <p:spPr>
            <a:xfrm rot="-5400000">
              <a:off x="-650335" y="5259491"/>
              <a:ext cx="1658732" cy="1366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seq.CG_500_mean_new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2026-03-09T11:28:12Z</dcterms:modified>
  <cp:category/>
</cp:coreProperties>
</file>